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52.xml" ContentType="application/vnd.openxmlformats-officedocument.presentationml.notesSlid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14.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charts/chart15.xml" ContentType="application/vnd.openxmlformats-officedocument.drawingml.chart+xml"/>
  <Override PartName="/ppt/charts/style15.xml" ContentType="application/vnd.ms-office.chartstyle+xml"/>
  <Override PartName="/ppt/charts/colors15.xml" ContentType="application/vnd.ms-office.chartcolorstyl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harts/chart16.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4" r:id="rId1"/>
  </p:sldMasterIdLst>
  <p:notesMasterIdLst>
    <p:notesMasterId r:id="rId84"/>
  </p:notesMasterIdLst>
  <p:handoutMasterIdLst>
    <p:handoutMasterId r:id="rId85"/>
  </p:handoutMasterIdLst>
  <p:sldIdLst>
    <p:sldId id="258" r:id="rId2"/>
    <p:sldId id="261" r:id="rId3"/>
    <p:sldId id="381" r:id="rId4"/>
    <p:sldId id="262" r:id="rId5"/>
    <p:sldId id="363" r:id="rId6"/>
    <p:sldId id="366" r:id="rId7"/>
    <p:sldId id="325" r:id="rId8"/>
    <p:sldId id="364" r:id="rId9"/>
    <p:sldId id="265" r:id="rId10"/>
    <p:sldId id="367" r:id="rId11"/>
    <p:sldId id="369" r:id="rId12"/>
    <p:sldId id="346" r:id="rId13"/>
    <p:sldId id="345" r:id="rId14"/>
    <p:sldId id="343" r:id="rId15"/>
    <p:sldId id="370" r:id="rId16"/>
    <p:sldId id="371" r:id="rId17"/>
    <p:sldId id="270" r:id="rId18"/>
    <p:sldId id="374" r:id="rId19"/>
    <p:sldId id="319" r:id="rId20"/>
    <p:sldId id="356" r:id="rId21"/>
    <p:sldId id="320" r:id="rId22"/>
    <p:sldId id="271" r:id="rId23"/>
    <p:sldId id="272" r:id="rId24"/>
    <p:sldId id="273" r:id="rId25"/>
    <p:sldId id="274" r:id="rId26"/>
    <p:sldId id="275" r:id="rId27"/>
    <p:sldId id="347" r:id="rId28"/>
    <p:sldId id="338" r:id="rId29"/>
    <p:sldId id="348" r:id="rId30"/>
    <p:sldId id="278" r:id="rId31"/>
    <p:sldId id="279" r:id="rId32"/>
    <p:sldId id="349" r:id="rId33"/>
    <p:sldId id="280" r:id="rId34"/>
    <p:sldId id="281" r:id="rId35"/>
    <p:sldId id="282" r:id="rId36"/>
    <p:sldId id="339" r:id="rId37"/>
    <p:sldId id="283" r:id="rId38"/>
    <p:sldId id="284" r:id="rId39"/>
    <p:sldId id="285" r:id="rId40"/>
    <p:sldId id="340" r:id="rId41"/>
    <p:sldId id="286" r:id="rId42"/>
    <p:sldId id="287" r:id="rId43"/>
    <p:sldId id="288" r:id="rId44"/>
    <p:sldId id="290" r:id="rId45"/>
    <p:sldId id="291" r:id="rId46"/>
    <p:sldId id="322" r:id="rId47"/>
    <p:sldId id="293" r:id="rId48"/>
    <p:sldId id="292" r:id="rId49"/>
    <p:sldId id="295" r:id="rId50"/>
    <p:sldId id="296" r:id="rId51"/>
    <p:sldId id="297" r:id="rId52"/>
    <p:sldId id="298" r:id="rId53"/>
    <p:sldId id="299" r:id="rId54"/>
    <p:sldId id="329" r:id="rId55"/>
    <p:sldId id="330" r:id="rId56"/>
    <p:sldId id="331" r:id="rId57"/>
    <p:sldId id="300" r:id="rId58"/>
    <p:sldId id="301" r:id="rId59"/>
    <p:sldId id="324" r:id="rId60"/>
    <p:sldId id="332" r:id="rId61"/>
    <p:sldId id="333" r:id="rId62"/>
    <p:sldId id="303" r:id="rId63"/>
    <p:sldId id="334" r:id="rId64"/>
    <p:sldId id="335" r:id="rId65"/>
    <p:sldId id="306" r:id="rId66"/>
    <p:sldId id="307" r:id="rId67"/>
    <p:sldId id="308" r:id="rId68"/>
    <p:sldId id="382" r:id="rId69"/>
    <p:sldId id="383" r:id="rId70"/>
    <p:sldId id="313" r:id="rId71"/>
    <p:sldId id="314" r:id="rId72"/>
    <p:sldId id="256" r:id="rId73"/>
    <p:sldId id="384" r:id="rId74"/>
    <p:sldId id="385" r:id="rId75"/>
    <p:sldId id="321" r:id="rId76"/>
    <p:sldId id="386" r:id="rId77"/>
    <p:sldId id="323" r:id="rId78"/>
    <p:sldId id="387" r:id="rId79"/>
    <p:sldId id="388" r:id="rId80"/>
    <p:sldId id="326" r:id="rId81"/>
    <p:sldId id="327" r:id="rId82"/>
    <p:sldId id="318" r:id="rId83"/>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09169EB-3C6E-CA43-9238-636C0122F5D4}">
          <p14:sldIdLst>
            <p14:sldId id="258"/>
            <p14:sldId id="261"/>
            <p14:sldId id="381"/>
            <p14:sldId id="262"/>
            <p14:sldId id="363"/>
            <p14:sldId id="366"/>
            <p14:sldId id="325"/>
            <p14:sldId id="364"/>
            <p14:sldId id="265"/>
            <p14:sldId id="367"/>
            <p14:sldId id="369"/>
            <p14:sldId id="346"/>
            <p14:sldId id="345"/>
            <p14:sldId id="343"/>
            <p14:sldId id="370"/>
            <p14:sldId id="371"/>
            <p14:sldId id="270"/>
            <p14:sldId id="374"/>
            <p14:sldId id="319"/>
            <p14:sldId id="356"/>
            <p14:sldId id="320"/>
            <p14:sldId id="271"/>
            <p14:sldId id="272"/>
            <p14:sldId id="273"/>
            <p14:sldId id="274"/>
            <p14:sldId id="275"/>
            <p14:sldId id="347"/>
            <p14:sldId id="338"/>
            <p14:sldId id="348"/>
            <p14:sldId id="278"/>
            <p14:sldId id="279"/>
            <p14:sldId id="349"/>
            <p14:sldId id="280"/>
            <p14:sldId id="281"/>
            <p14:sldId id="282"/>
            <p14:sldId id="339"/>
            <p14:sldId id="283"/>
            <p14:sldId id="284"/>
            <p14:sldId id="285"/>
            <p14:sldId id="340"/>
            <p14:sldId id="286"/>
            <p14:sldId id="287"/>
            <p14:sldId id="288"/>
            <p14:sldId id="290"/>
            <p14:sldId id="291"/>
            <p14:sldId id="322"/>
            <p14:sldId id="293"/>
            <p14:sldId id="292"/>
            <p14:sldId id="295"/>
            <p14:sldId id="296"/>
            <p14:sldId id="297"/>
            <p14:sldId id="298"/>
            <p14:sldId id="299"/>
            <p14:sldId id="329"/>
            <p14:sldId id="330"/>
            <p14:sldId id="331"/>
            <p14:sldId id="300"/>
            <p14:sldId id="301"/>
            <p14:sldId id="324"/>
            <p14:sldId id="332"/>
            <p14:sldId id="333"/>
            <p14:sldId id="303"/>
            <p14:sldId id="334"/>
            <p14:sldId id="335"/>
            <p14:sldId id="306"/>
            <p14:sldId id="307"/>
            <p14:sldId id="308"/>
            <p14:sldId id="382"/>
            <p14:sldId id="383"/>
            <p14:sldId id="313"/>
            <p14:sldId id="314"/>
            <p14:sldId id="256"/>
            <p14:sldId id="384"/>
            <p14:sldId id="385"/>
            <p14:sldId id="321"/>
            <p14:sldId id="386"/>
            <p14:sldId id="323"/>
            <p14:sldId id="387"/>
            <p14:sldId id="388"/>
            <p14:sldId id="326"/>
            <p14:sldId id="327"/>
            <p14:sldId id="318"/>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B3C8F12-46FC-B444-2C95-6D720768D635}" name="Danielle Isbell" initials="DI" userId="S::Danielle.Isbell@thespurgroup.com::c16ab0bc-5999-493a-8c85-3812602ec242"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FF59"/>
    <a:srgbClr val="CCCCCC"/>
    <a:srgbClr val="5B5B5B"/>
    <a:srgbClr val="A20000"/>
    <a:srgbClr val="000000"/>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103"/>
    <p:restoredTop sz="96327"/>
  </p:normalViewPr>
  <p:slideViewPr>
    <p:cSldViewPr snapToGrid="0" showGuides="1">
      <p:cViewPr varScale="1">
        <p:scale>
          <a:sx n="243" d="100"/>
          <a:sy n="243" d="100"/>
        </p:scale>
        <p:origin x="200" y="408"/>
      </p:cViewPr>
      <p:guideLst>
        <p:guide orient="horz" pos="1620"/>
        <p:guide pos="2880"/>
      </p:guideLst>
    </p:cSldViewPr>
  </p:slideViewPr>
  <p:notesTextViewPr>
    <p:cViewPr>
      <p:scale>
        <a:sx n="1" d="1"/>
        <a:sy n="1" d="1"/>
      </p:scale>
      <p:origin x="0" y="0"/>
    </p:cViewPr>
  </p:notesTextViewPr>
  <p:sorterViewPr>
    <p:cViewPr>
      <p:scale>
        <a:sx n="80" d="100"/>
        <a:sy n="80" d="100"/>
      </p:scale>
      <p:origin x="0" y="0"/>
    </p:cViewPr>
  </p:sorterViewPr>
  <p:notesViewPr>
    <p:cSldViewPr snapToGrid="0">
      <p:cViewPr varScale="1">
        <p:scale>
          <a:sx n="145" d="100"/>
          <a:sy n="145" d="100"/>
        </p:scale>
        <p:origin x="4256" y="176"/>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openxmlformats.org/officeDocument/2006/relationships/tableStyles" Target="tableStyle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8/10/relationships/authors" Target="author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package" Target="../embeddings/Microsoft_Excel_Worksheet10.xlsx"/><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package" Target="../embeddings/Microsoft_Excel_Worksheet11.xlsx"/><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13.xml"/><Relationship Id="rId1" Type="http://schemas.microsoft.com/office/2011/relationships/chartStyle" Target="style13.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4.xml"/><Relationship Id="rId1" Type="http://schemas.microsoft.com/office/2011/relationships/chartStyle" Target="style14.xml"/></Relationships>
</file>

<file path=ppt/charts/_rels/chart15.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15.xml"/><Relationship Id="rId1" Type="http://schemas.microsoft.com/office/2011/relationships/chartStyle" Target="style15.xml"/></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16.xml"/><Relationship Id="rId1" Type="http://schemas.microsoft.com/office/2011/relationships/chartStyle" Target="style1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786-1344-B730-441A33856FCC}"/>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7786-1344-B730-441A33856FCC}"/>
              </c:ext>
            </c:extLst>
          </c:dPt>
          <c:cat>
            <c:strRef>
              <c:f>Sheet1!$A$2:$A$3</c:f>
              <c:strCache>
                <c:ptCount val="2"/>
                <c:pt idx="0">
                  <c:v>1st Qtr</c:v>
                </c:pt>
                <c:pt idx="1">
                  <c:v>2nd Qtr</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4-7786-1344-B730-441A33856FCC}"/>
            </c:ext>
          </c:extLst>
        </c:ser>
        <c:dLbls>
          <c:showLegendKey val="0"/>
          <c:showVal val="0"/>
          <c:showCatName val="0"/>
          <c:showSerName val="0"/>
          <c:showPercent val="0"/>
          <c:showBubbleSize val="0"/>
          <c:showLeaderLines val="1"/>
        </c:dLbls>
        <c:firstSliceAng val="0"/>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tx1">
                  <a:lumMod val="10000"/>
                  <a:lumOff val="90000"/>
                </a:schemeClr>
              </a:solidFill>
              <a:ln w="19050">
                <a:noFill/>
              </a:ln>
              <a:effectLst/>
            </c:spPr>
            <c:extLst>
              <c:ext xmlns:c16="http://schemas.microsoft.com/office/drawing/2014/chart" uri="{C3380CC4-5D6E-409C-BE32-E72D297353CC}">
                <c16:uniqueId val="{00000001-2DE5-7745-95DB-338487B66961}"/>
              </c:ext>
            </c:extLst>
          </c:dPt>
          <c:dPt>
            <c:idx val="1"/>
            <c:bubble3D val="0"/>
            <c:spPr>
              <a:solidFill>
                <a:schemeClr val="accent2"/>
              </a:solidFill>
              <a:ln w="19050">
                <a:noFill/>
              </a:ln>
              <a:effectLst/>
            </c:spPr>
            <c:extLst>
              <c:ext xmlns:c16="http://schemas.microsoft.com/office/drawing/2014/chart" uri="{C3380CC4-5D6E-409C-BE32-E72D297353CC}">
                <c16:uniqueId val="{00000003-2DE5-7745-95DB-338487B66961}"/>
              </c:ext>
            </c:extLst>
          </c:dPt>
          <c:cat>
            <c:strRef>
              <c:f>Sheet1!$A$2:$A$3</c:f>
              <c:strCache>
                <c:ptCount val="2"/>
                <c:pt idx="0">
                  <c:v>1st Qtr</c:v>
                </c:pt>
                <c:pt idx="1">
                  <c:v>2nd Qtr</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4-2DE5-7745-95DB-338487B66961}"/>
            </c:ext>
          </c:extLst>
        </c:ser>
        <c:dLbls>
          <c:showLegendKey val="0"/>
          <c:showVal val="0"/>
          <c:showCatName val="0"/>
          <c:showSerName val="0"/>
          <c:showPercent val="0"/>
          <c:showBubbleSize val="0"/>
          <c:showLeaderLines val="1"/>
        </c:dLbls>
        <c:firstSliceAng val="270"/>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2"/>
              </a:solidFill>
              <a:ln w="19050">
                <a:noFill/>
              </a:ln>
              <a:effectLst/>
            </c:spPr>
            <c:extLst>
              <c:ext xmlns:c16="http://schemas.microsoft.com/office/drawing/2014/chart" uri="{C3380CC4-5D6E-409C-BE32-E72D297353CC}">
                <c16:uniqueId val="{00000001-A415-0A41-AFD3-786033B2D976}"/>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A415-0A41-AFD3-786033B2D976}"/>
              </c:ext>
            </c:extLst>
          </c:dPt>
          <c:cat>
            <c:strRef>
              <c:f>Sheet1!$A$2:$A$3</c:f>
              <c:strCache>
                <c:ptCount val="2"/>
                <c:pt idx="0">
                  <c:v>1st Qtr</c:v>
                </c:pt>
                <c:pt idx="1">
                  <c:v>2nd Qtr</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4-A415-0A41-AFD3-786033B2D976}"/>
            </c:ext>
          </c:extLst>
        </c:ser>
        <c:dLbls>
          <c:showLegendKey val="0"/>
          <c:showVal val="0"/>
          <c:showCatName val="0"/>
          <c:showSerName val="0"/>
          <c:showPercent val="0"/>
          <c:showBubbleSize val="0"/>
          <c:showLeaderLines val="1"/>
        </c:dLbls>
        <c:firstSliceAng val="0"/>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tx1">
                  <a:lumMod val="10000"/>
                  <a:lumOff val="90000"/>
                </a:schemeClr>
              </a:solidFill>
              <a:ln w="19050">
                <a:noFill/>
              </a:ln>
              <a:effectLst/>
            </c:spPr>
            <c:extLst>
              <c:ext xmlns:c16="http://schemas.microsoft.com/office/drawing/2014/chart" uri="{C3380CC4-5D6E-409C-BE32-E72D297353CC}">
                <c16:uniqueId val="{00000001-C18D-F147-958F-867706D32967}"/>
              </c:ext>
            </c:extLst>
          </c:dPt>
          <c:dPt>
            <c:idx val="1"/>
            <c:bubble3D val="0"/>
            <c:spPr>
              <a:solidFill>
                <a:schemeClr val="accent6"/>
              </a:solidFill>
              <a:ln w="19050">
                <a:noFill/>
              </a:ln>
              <a:effectLst/>
            </c:spPr>
            <c:extLst>
              <c:ext xmlns:c16="http://schemas.microsoft.com/office/drawing/2014/chart" uri="{C3380CC4-5D6E-409C-BE32-E72D297353CC}">
                <c16:uniqueId val="{00000003-C18D-F147-958F-867706D32967}"/>
              </c:ext>
            </c:extLst>
          </c:dPt>
          <c:cat>
            <c:strRef>
              <c:f>Sheet1!$A$2:$A$3</c:f>
              <c:strCache>
                <c:ptCount val="2"/>
                <c:pt idx="0">
                  <c:v>1st Qtr</c:v>
                </c:pt>
                <c:pt idx="1">
                  <c:v>2nd Qtr</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4-C18D-F147-958F-867706D32967}"/>
            </c:ext>
          </c:extLst>
        </c:ser>
        <c:dLbls>
          <c:showLegendKey val="0"/>
          <c:showVal val="0"/>
          <c:showCatName val="0"/>
          <c:showSerName val="0"/>
          <c:showPercent val="0"/>
          <c:showBubbleSize val="0"/>
          <c:showLeaderLines val="1"/>
        </c:dLbls>
        <c:firstSliceAng val="270"/>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4"/>
              </a:solidFill>
              <a:ln w="19050">
                <a:noFill/>
              </a:ln>
              <a:effectLst/>
            </c:spPr>
            <c:extLst>
              <c:ext xmlns:c16="http://schemas.microsoft.com/office/drawing/2014/chart" uri="{C3380CC4-5D6E-409C-BE32-E72D297353CC}">
                <c16:uniqueId val="{00000001-0528-BF41-8400-2D8A14086FD7}"/>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0528-BF41-8400-2D8A14086FD7}"/>
              </c:ext>
            </c:extLst>
          </c:dPt>
          <c:cat>
            <c:strRef>
              <c:f>Sheet1!$A$2:$A$3</c:f>
              <c:strCache>
                <c:ptCount val="2"/>
                <c:pt idx="0">
                  <c:v>1st Qtr</c:v>
                </c:pt>
                <c:pt idx="1">
                  <c:v>2nd Qtr</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0528-BF41-8400-2D8A14086FD7}"/>
            </c:ext>
          </c:extLst>
        </c:ser>
        <c:dLbls>
          <c:showLegendKey val="0"/>
          <c:showVal val="0"/>
          <c:showCatName val="0"/>
          <c:showSerName val="0"/>
          <c:showPercent val="0"/>
          <c:showBubbleSize val="0"/>
          <c:showLeaderLines val="1"/>
        </c:dLbls>
        <c:firstSliceAng val="90"/>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B54E-E14D-BA36-DF5BCA271391}"/>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B54E-E14D-BA36-DF5BCA271391}"/>
              </c:ext>
            </c:extLst>
          </c:dPt>
          <c:cat>
            <c:strRef>
              <c:f>Sheet1!$A$2:$A$3</c:f>
              <c:strCache>
                <c:ptCount val="2"/>
                <c:pt idx="0">
                  <c:v>1st Qtr</c:v>
                </c:pt>
                <c:pt idx="1">
                  <c:v>2nd Qtr</c:v>
                </c:pt>
              </c:strCache>
            </c:strRef>
          </c:cat>
          <c:val>
            <c:numRef>
              <c:f>Sheet1!$B$2:$B$3</c:f>
              <c:numCache>
                <c:formatCode>General</c:formatCode>
                <c:ptCount val="2"/>
                <c:pt idx="0">
                  <c:v>65</c:v>
                </c:pt>
                <c:pt idx="1">
                  <c:v>35</c:v>
                </c:pt>
              </c:numCache>
            </c:numRef>
          </c:val>
          <c:extLst>
            <c:ext xmlns:c16="http://schemas.microsoft.com/office/drawing/2014/chart" uri="{C3380CC4-5D6E-409C-BE32-E72D297353CC}">
              <c16:uniqueId val="{00000004-B54E-E14D-BA36-DF5BCA271391}"/>
            </c:ext>
          </c:extLst>
        </c:ser>
        <c:dLbls>
          <c:showLegendKey val="0"/>
          <c:showVal val="0"/>
          <c:showCatName val="0"/>
          <c:showSerName val="0"/>
          <c:showPercent val="0"/>
          <c:showBubbleSize val="0"/>
          <c:showLeaderLines val="1"/>
        </c:dLbls>
        <c:firstSliceAng val="35"/>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5"/>
              </a:solidFill>
              <a:ln w="19050">
                <a:noFill/>
              </a:ln>
              <a:effectLst/>
            </c:spPr>
            <c:extLst>
              <c:ext xmlns:c16="http://schemas.microsoft.com/office/drawing/2014/chart" uri="{C3380CC4-5D6E-409C-BE32-E72D297353CC}">
                <c16:uniqueId val="{00000001-0657-5342-9581-6D5BDD438E00}"/>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0657-5342-9581-6D5BDD438E00}"/>
              </c:ext>
            </c:extLst>
          </c:dPt>
          <c:cat>
            <c:strRef>
              <c:f>Sheet1!$A$2:$A$3</c:f>
              <c:strCache>
                <c:ptCount val="2"/>
                <c:pt idx="0">
                  <c:v>1st Qtr</c:v>
                </c:pt>
                <c:pt idx="1">
                  <c:v>2nd Qtr</c:v>
                </c:pt>
              </c:strCache>
            </c:strRef>
          </c:cat>
          <c:val>
            <c:numRef>
              <c:f>Sheet1!$B$2:$B$3</c:f>
              <c:numCache>
                <c:formatCode>General</c:formatCode>
                <c:ptCount val="2"/>
                <c:pt idx="0">
                  <c:v>95</c:v>
                </c:pt>
                <c:pt idx="1">
                  <c:v>5</c:v>
                </c:pt>
              </c:numCache>
            </c:numRef>
          </c:val>
          <c:extLst>
            <c:ext xmlns:c16="http://schemas.microsoft.com/office/drawing/2014/chart" uri="{C3380CC4-5D6E-409C-BE32-E72D297353CC}">
              <c16:uniqueId val="{00000004-0657-5342-9581-6D5BDD438E00}"/>
            </c:ext>
          </c:extLst>
        </c:ser>
        <c:dLbls>
          <c:showLegendKey val="0"/>
          <c:showVal val="0"/>
          <c:showCatName val="0"/>
          <c:showSerName val="0"/>
          <c:showPercent val="0"/>
          <c:showBubbleSize val="0"/>
          <c:showLeaderLines val="1"/>
        </c:dLbls>
        <c:firstSliceAng val="288"/>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072D-BD4D-AAAD-BA3C1AEFD745}"/>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072D-BD4D-AAAD-BA3C1AEFD745}"/>
              </c:ext>
            </c:extLst>
          </c:dPt>
          <c:cat>
            <c:strRef>
              <c:f>Sheet1!$A$2:$A$3</c:f>
              <c:strCache>
                <c:ptCount val="2"/>
                <c:pt idx="0">
                  <c:v>1st Qtr</c:v>
                </c:pt>
                <c:pt idx="1">
                  <c:v>2nd Qtr</c:v>
                </c:pt>
              </c:strCache>
            </c:strRef>
          </c:cat>
          <c:val>
            <c:numRef>
              <c:f>Sheet1!$B$2:$B$3</c:f>
              <c:numCache>
                <c:formatCode>General</c:formatCode>
                <c:ptCount val="2"/>
                <c:pt idx="0">
                  <c:v>35</c:v>
                </c:pt>
                <c:pt idx="1">
                  <c:v>65</c:v>
                </c:pt>
              </c:numCache>
            </c:numRef>
          </c:val>
          <c:extLst>
            <c:ext xmlns:c16="http://schemas.microsoft.com/office/drawing/2014/chart" uri="{C3380CC4-5D6E-409C-BE32-E72D297353CC}">
              <c16:uniqueId val="{00000004-072D-BD4D-AAAD-BA3C1AEFD745}"/>
            </c:ext>
          </c:extLst>
        </c:ser>
        <c:dLbls>
          <c:showLegendKey val="0"/>
          <c:showVal val="0"/>
          <c:showCatName val="0"/>
          <c:showSerName val="0"/>
          <c:showPercent val="0"/>
          <c:showBubbleSize val="0"/>
          <c:showLeaderLines val="1"/>
        </c:dLbls>
        <c:firstSliceAng val="145"/>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tx1">
                  <a:lumMod val="50000"/>
                  <a:lumOff val="50000"/>
                </a:schemeClr>
              </a:solidFill>
              <a:ln w="19050">
                <a:noFill/>
              </a:ln>
              <a:effectLst/>
            </c:spPr>
            <c:extLst>
              <c:ext xmlns:c16="http://schemas.microsoft.com/office/drawing/2014/chart" uri="{C3380CC4-5D6E-409C-BE32-E72D297353CC}">
                <c16:uniqueId val="{00000001-A415-0A41-AFD3-786033B2D976}"/>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A415-0A41-AFD3-786033B2D976}"/>
              </c:ext>
            </c:extLst>
          </c:dPt>
          <c:cat>
            <c:strRef>
              <c:f>Sheet1!$A$2:$A$3</c:f>
              <c:strCache>
                <c:ptCount val="2"/>
                <c:pt idx="0">
                  <c:v>1st Qtr</c:v>
                </c:pt>
                <c:pt idx="1">
                  <c:v>2nd Qtr</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4-A415-0A41-AFD3-786033B2D976}"/>
            </c:ext>
          </c:extLst>
        </c:ser>
        <c:dLbls>
          <c:showLegendKey val="0"/>
          <c:showVal val="0"/>
          <c:showCatName val="0"/>
          <c:showSerName val="0"/>
          <c:showPercent val="0"/>
          <c:showBubbleSize val="0"/>
          <c:showLeaderLines val="1"/>
        </c:dLbls>
        <c:firstSliceAng val="0"/>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tx1">
                  <a:lumMod val="10000"/>
                  <a:lumOff val="90000"/>
                </a:schemeClr>
              </a:solidFill>
              <a:ln w="19050">
                <a:noFill/>
              </a:ln>
              <a:effectLst/>
            </c:spPr>
            <c:extLst>
              <c:ext xmlns:c16="http://schemas.microsoft.com/office/drawing/2014/chart" uri="{C3380CC4-5D6E-409C-BE32-E72D297353CC}">
                <c16:uniqueId val="{00000001-C18D-F147-958F-867706D32967}"/>
              </c:ext>
            </c:extLst>
          </c:dPt>
          <c:dPt>
            <c:idx val="1"/>
            <c:bubble3D val="0"/>
            <c:spPr>
              <a:solidFill>
                <a:schemeClr val="tx1">
                  <a:lumMod val="25000"/>
                  <a:lumOff val="75000"/>
                </a:schemeClr>
              </a:solidFill>
              <a:ln w="19050">
                <a:noFill/>
              </a:ln>
              <a:effectLst/>
            </c:spPr>
            <c:extLst>
              <c:ext xmlns:c16="http://schemas.microsoft.com/office/drawing/2014/chart" uri="{C3380CC4-5D6E-409C-BE32-E72D297353CC}">
                <c16:uniqueId val="{00000003-C18D-F147-958F-867706D32967}"/>
              </c:ext>
            </c:extLst>
          </c:dPt>
          <c:cat>
            <c:strRef>
              <c:f>Sheet1!$A$2:$A$3</c:f>
              <c:strCache>
                <c:ptCount val="2"/>
                <c:pt idx="0">
                  <c:v>1st Qtr</c:v>
                </c:pt>
                <c:pt idx="1">
                  <c:v>2nd Qtr</c:v>
                </c:pt>
              </c:strCache>
            </c:strRef>
          </c:cat>
          <c:val>
            <c:numRef>
              <c:f>Sheet1!$B$2:$B$3</c:f>
              <c:numCache>
                <c:formatCode>General</c:formatCode>
                <c:ptCount val="2"/>
                <c:pt idx="0">
                  <c:v>75</c:v>
                </c:pt>
                <c:pt idx="1">
                  <c:v>25</c:v>
                </c:pt>
              </c:numCache>
            </c:numRef>
          </c:val>
          <c:extLst>
            <c:ext xmlns:c16="http://schemas.microsoft.com/office/drawing/2014/chart" uri="{C3380CC4-5D6E-409C-BE32-E72D297353CC}">
              <c16:uniqueId val="{00000004-C18D-F147-958F-867706D32967}"/>
            </c:ext>
          </c:extLst>
        </c:ser>
        <c:dLbls>
          <c:showLegendKey val="0"/>
          <c:showVal val="0"/>
          <c:showCatName val="0"/>
          <c:showSerName val="0"/>
          <c:showPercent val="0"/>
          <c:showBubbleSize val="0"/>
          <c:showLeaderLines val="1"/>
        </c:dLbls>
        <c:firstSliceAng val="270"/>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tx1">
                  <a:lumMod val="50000"/>
                  <a:lumOff val="50000"/>
                </a:schemeClr>
              </a:solidFill>
              <a:ln w="19050">
                <a:noFill/>
              </a:ln>
              <a:effectLst/>
            </c:spPr>
            <c:extLst>
              <c:ext xmlns:c16="http://schemas.microsoft.com/office/drawing/2014/chart" uri="{C3380CC4-5D6E-409C-BE32-E72D297353CC}">
                <c16:uniqueId val="{00000001-0528-BF41-8400-2D8A14086FD7}"/>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0528-BF41-8400-2D8A14086FD7}"/>
              </c:ext>
            </c:extLst>
          </c:dPt>
          <c:cat>
            <c:strRef>
              <c:f>Sheet1!$A$2:$A$3</c:f>
              <c:strCache>
                <c:ptCount val="2"/>
                <c:pt idx="0">
                  <c:v>1st Qtr</c:v>
                </c:pt>
                <c:pt idx="1">
                  <c:v>2nd Qtr</c:v>
                </c:pt>
              </c:strCache>
            </c:strRef>
          </c:cat>
          <c:val>
            <c:numRef>
              <c:f>Sheet1!$B$2:$B$3</c:f>
              <c:numCache>
                <c:formatCode>General</c:formatCode>
                <c:ptCount val="2"/>
                <c:pt idx="0">
                  <c:v>50</c:v>
                </c:pt>
                <c:pt idx="1">
                  <c:v>50</c:v>
                </c:pt>
              </c:numCache>
            </c:numRef>
          </c:val>
          <c:extLst>
            <c:ext xmlns:c16="http://schemas.microsoft.com/office/drawing/2014/chart" uri="{C3380CC4-5D6E-409C-BE32-E72D297353CC}">
              <c16:uniqueId val="{00000004-0528-BF41-8400-2D8A14086FD7}"/>
            </c:ext>
          </c:extLst>
        </c:ser>
        <c:dLbls>
          <c:showLegendKey val="0"/>
          <c:showVal val="0"/>
          <c:showCatName val="0"/>
          <c:showSerName val="0"/>
          <c:showPercent val="0"/>
          <c:showBubbleSize val="0"/>
          <c:showLeaderLines val="1"/>
        </c:dLbls>
        <c:firstSliceAng val="90"/>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tx1">
                  <a:lumMod val="50000"/>
                  <a:lumOff val="50000"/>
                </a:schemeClr>
              </a:solidFill>
              <a:ln w="19050">
                <a:noFill/>
              </a:ln>
              <a:effectLst/>
            </c:spPr>
            <c:extLst>
              <c:ext xmlns:c16="http://schemas.microsoft.com/office/drawing/2014/chart" uri="{C3380CC4-5D6E-409C-BE32-E72D297353CC}">
                <c16:uniqueId val="{00000001-B54E-E14D-BA36-DF5BCA271391}"/>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B54E-E14D-BA36-DF5BCA271391}"/>
              </c:ext>
            </c:extLst>
          </c:dPt>
          <c:cat>
            <c:strRef>
              <c:f>Sheet1!$A$2:$A$3</c:f>
              <c:strCache>
                <c:ptCount val="2"/>
                <c:pt idx="0">
                  <c:v>1st Qtr</c:v>
                </c:pt>
                <c:pt idx="1">
                  <c:v>2nd Qtr</c:v>
                </c:pt>
              </c:strCache>
            </c:strRef>
          </c:cat>
          <c:val>
            <c:numRef>
              <c:f>Sheet1!$B$2:$B$3</c:f>
              <c:numCache>
                <c:formatCode>General</c:formatCode>
                <c:ptCount val="2"/>
                <c:pt idx="0">
                  <c:v>65</c:v>
                </c:pt>
                <c:pt idx="1">
                  <c:v>35</c:v>
                </c:pt>
              </c:numCache>
            </c:numRef>
          </c:val>
          <c:extLst>
            <c:ext xmlns:c16="http://schemas.microsoft.com/office/drawing/2014/chart" uri="{C3380CC4-5D6E-409C-BE32-E72D297353CC}">
              <c16:uniqueId val="{00000004-B54E-E14D-BA36-DF5BCA271391}"/>
            </c:ext>
          </c:extLst>
        </c:ser>
        <c:dLbls>
          <c:showLegendKey val="0"/>
          <c:showVal val="0"/>
          <c:showCatName val="0"/>
          <c:showSerName val="0"/>
          <c:showPercent val="0"/>
          <c:showBubbleSize val="0"/>
          <c:showLeaderLines val="1"/>
        </c:dLbls>
        <c:firstSliceAng val="35"/>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tx1">
                  <a:lumMod val="75000"/>
                  <a:lumOff val="25000"/>
                </a:schemeClr>
              </a:solidFill>
              <a:ln w="19050">
                <a:noFill/>
              </a:ln>
              <a:effectLst/>
            </c:spPr>
            <c:extLst>
              <c:ext xmlns:c16="http://schemas.microsoft.com/office/drawing/2014/chart" uri="{C3380CC4-5D6E-409C-BE32-E72D297353CC}">
                <c16:uniqueId val="{00000001-0657-5342-9581-6D5BDD438E00}"/>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0657-5342-9581-6D5BDD438E00}"/>
              </c:ext>
            </c:extLst>
          </c:dPt>
          <c:cat>
            <c:strRef>
              <c:f>Sheet1!$A$2:$A$3</c:f>
              <c:strCache>
                <c:ptCount val="2"/>
                <c:pt idx="0">
                  <c:v>1st Qtr</c:v>
                </c:pt>
                <c:pt idx="1">
                  <c:v>2nd Qtr</c:v>
                </c:pt>
              </c:strCache>
            </c:strRef>
          </c:cat>
          <c:val>
            <c:numRef>
              <c:f>Sheet1!$B$2:$B$3</c:f>
              <c:numCache>
                <c:formatCode>General</c:formatCode>
                <c:ptCount val="2"/>
                <c:pt idx="0">
                  <c:v>95</c:v>
                </c:pt>
                <c:pt idx="1">
                  <c:v>5</c:v>
                </c:pt>
              </c:numCache>
            </c:numRef>
          </c:val>
          <c:extLst>
            <c:ext xmlns:c16="http://schemas.microsoft.com/office/drawing/2014/chart" uri="{C3380CC4-5D6E-409C-BE32-E72D297353CC}">
              <c16:uniqueId val="{00000004-0657-5342-9581-6D5BDD438E00}"/>
            </c:ext>
          </c:extLst>
        </c:ser>
        <c:dLbls>
          <c:showLegendKey val="0"/>
          <c:showVal val="0"/>
          <c:showCatName val="0"/>
          <c:showSerName val="0"/>
          <c:showPercent val="0"/>
          <c:showBubbleSize val="0"/>
          <c:showLeaderLines val="1"/>
        </c:dLbls>
        <c:firstSliceAng val="288"/>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tx1">
                  <a:lumMod val="50000"/>
                  <a:lumOff val="50000"/>
                </a:schemeClr>
              </a:solidFill>
              <a:ln w="19050">
                <a:noFill/>
              </a:ln>
              <a:effectLst/>
            </c:spPr>
            <c:extLst>
              <c:ext xmlns:c16="http://schemas.microsoft.com/office/drawing/2014/chart" uri="{C3380CC4-5D6E-409C-BE32-E72D297353CC}">
                <c16:uniqueId val="{00000001-072D-BD4D-AAAD-BA3C1AEFD745}"/>
              </c:ext>
            </c:extLst>
          </c:dPt>
          <c:dPt>
            <c:idx val="1"/>
            <c:bubble3D val="0"/>
            <c:spPr>
              <a:solidFill>
                <a:schemeClr val="tx1">
                  <a:lumMod val="10000"/>
                  <a:lumOff val="90000"/>
                </a:schemeClr>
              </a:solidFill>
              <a:ln w="19050">
                <a:noFill/>
              </a:ln>
              <a:effectLst/>
            </c:spPr>
            <c:extLst>
              <c:ext xmlns:c16="http://schemas.microsoft.com/office/drawing/2014/chart" uri="{C3380CC4-5D6E-409C-BE32-E72D297353CC}">
                <c16:uniqueId val="{00000003-072D-BD4D-AAAD-BA3C1AEFD745}"/>
              </c:ext>
            </c:extLst>
          </c:dPt>
          <c:cat>
            <c:strRef>
              <c:f>Sheet1!$A$2:$A$3</c:f>
              <c:strCache>
                <c:ptCount val="2"/>
                <c:pt idx="0">
                  <c:v>1st Qtr</c:v>
                </c:pt>
                <c:pt idx="1">
                  <c:v>2nd Qtr</c:v>
                </c:pt>
              </c:strCache>
            </c:strRef>
          </c:cat>
          <c:val>
            <c:numRef>
              <c:f>Sheet1!$B$2:$B$3</c:f>
              <c:numCache>
                <c:formatCode>General</c:formatCode>
                <c:ptCount val="2"/>
                <c:pt idx="0">
                  <c:v>35</c:v>
                </c:pt>
                <c:pt idx="1">
                  <c:v>65</c:v>
                </c:pt>
              </c:numCache>
            </c:numRef>
          </c:val>
          <c:extLst>
            <c:ext xmlns:c16="http://schemas.microsoft.com/office/drawing/2014/chart" uri="{C3380CC4-5D6E-409C-BE32-E72D297353CC}">
              <c16:uniqueId val="{00000004-072D-BD4D-AAAD-BA3C1AEFD745}"/>
            </c:ext>
          </c:extLst>
        </c:ser>
        <c:dLbls>
          <c:showLegendKey val="0"/>
          <c:showVal val="0"/>
          <c:showCatName val="0"/>
          <c:showSerName val="0"/>
          <c:showPercent val="0"/>
          <c:showBubbleSize val="0"/>
          <c:showLeaderLines val="1"/>
        </c:dLbls>
        <c:firstSliceAng val="145"/>
        <c:holeSize val="78"/>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rgbClr val="CCCCCC"/>
            </a:solidFill>
            <a:ln>
              <a:noFill/>
            </a:ln>
            <a:effectLst/>
          </c:spPr>
          <c:invertIfNegative val="0"/>
          <c:dPt>
            <c:idx val="2"/>
            <c:invertIfNegative val="0"/>
            <c:bubble3D val="0"/>
            <c:spPr>
              <a:solidFill>
                <a:schemeClr val="accent4"/>
              </a:solidFill>
              <a:ln>
                <a:noFill/>
              </a:ln>
              <a:effectLst/>
            </c:spPr>
            <c:extLst>
              <c:ext xmlns:c16="http://schemas.microsoft.com/office/drawing/2014/chart" uri="{C3380CC4-5D6E-409C-BE32-E72D297353CC}">
                <c16:uniqueId val="{00000001-AE78-5541-B5D9-BA3D0FA36865}"/>
              </c:ext>
            </c:extLst>
          </c:dPt>
          <c:dPt>
            <c:idx val="3"/>
            <c:invertIfNegative val="0"/>
            <c:bubble3D val="0"/>
            <c:spPr>
              <a:solidFill>
                <a:schemeClr val="accent3"/>
              </a:solidFill>
              <a:ln>
                <a:noFill/>
              </a:ln>
              <a:effectLst/>
            </c:spPr>
            <c:extLst>
              <c:ext xmlns:c16="http://schemas.microsoft.com/office/drawing/2014/chart" uri="{C3380CC4-5D6E-409C-BE32-E72D297353CC}">
                <c16:uniqueId val="{00000003-AE78-5541-B5D9-BA3D0FA36865}"/>
              </c:ext>
            </c:extLst>
          </c:dPt>
          <c:dPt>
            <c:idx val="4"/>
            <c:invertIfNegative val="0"/>
            <c:bubble3D val="0"/>
            <c:spPr>
              <a:solidFill>
                <a:schemeClr val="accent6"/>
              </a:solidFill>
              <a:ln>
                <a:noFill/>
              </a:ln>
              <a:effectLst/>
            </c:spPr>
            <c:extLst>
              <c:ext xmlns:c16="http://schemas.microsoft.com/office/drawing/2014/chart" uri="{C3380CC4-5D6E-409C-BE32-E72D297353CC}">
                <c16:uniqueId val="{00000005-AE78-5541-B5D9-BA3D0FA36865}"/>
              </c:ext>
            </c:extLst>
          </c:dPt>
          <c:dPt>
            <c:idx val="5"/>
            <c:invertIfNegative val="0"/>
            <c:bubble3D val="0"/>
            <c:spPr>
              <a:solidFill>
                <a:schemeClr val="accent5"/>
              </a:solidFill>
              <a:ln>
                <a:noFill/>
              </a:ln>
              <a:effectLst/>
            </c:spPr>
            <c:extLst>
              <c:ext xmlns:c16="http://schemas.microsoft.com/office/drawing/2014/chart" uri="{C3380CC4-5D6E-409C-BE32-E72D297353CC}">
                <c16:uniqueId val="{00000007-AE78-5541-B5D9-BA3D0FA36865}"/>
              </c:ext>
            </c:extLst>
          </c:dPt>
          <c:dLbls>
            <c:dLbl>
              <c:idx val="4"/>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5-AE78-5541-B5D9-BA3D0FA36865}"/>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Category 1</c:v>
                </c:pt>
                <c:pt idx="1">
                  <c:v>Category 2</c:v>
                </c:pt>
                <c:pt idx="2">
                  <c:v>Category 3</c:v>
                </c:pt>
                <c:pt idx="3">
                  <c:v>Category 4</c:v>
                </c:pt>
                <c:pt idx="4">
                  <c:v>Category 5</c:v>
                </c:pt>
                <c:pt idx="5">
                  <c:v>Category 5</c:v>
                </c:pt>
              </c:strCache>
            </c:strRef>
          </c:cat>
          <c:val>
            <c:numRef>
              <c:f>Sheet1!$B$2:$B$7</c:f>
              <c:numCache>
                <c:formatCode>General</c:formatCode>
                <c:ptCount val="6"/>
                <c:pt idx="0">
                  <c:v>0.54</c:v>
                </c:pt>
                <c:pt idx="1">
                  <c:v>0.35</c:v>
                </c:pt>
                <c:pt idx="2">
                  <c:v>0.52</c:v>
                </c:pt>
                <c:pt idx="3">
                  <c:v>0.54</c:v>
                </c:pt>
                <c:pt idx="4">
                  <c:v>0.45</c:v>
                </c:pt>
                <c:pt idx="5">
                  <c:v>0.54</c:v>
                </c:pt>
              </c:numCache>
            </c:numRef>
          </c:val>
          <c:extLst>
            <c:ext xmlns:c16="http://schemas.microsoft.com/office/drawing/2014/chart" uri="{C3380CC4-5D6E-409C-BE32-E72D297353CC}">
              <c16:uniqueId val="{00000008-AE78-5541-B5D9-BA3D0FA36865}"/>
            </c:ext>
          </c:extLst>
        </c:ser>
        <c:ser>
          <c:idx val="1"/>
          <c:order val="1"/>
          <c:tx>
            <c:strRef>
              <c:f>Sheet1!$C$1</c:f>
              <c:strCache>
                <c:ptCount val="1"/>
                <c:pt idx="0">
                  <c:v>Series 2</c:v>
                </c:pt>
              </c:strCache>
            </c:strRef>
          </c:tx>
          <c:spPr>
            <a:solidFill>
              <a:schemeClr val="accent2"/>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A-AE78-5541-B5D9-BA3D0FA36865}"/>
              </c:ext>
            </c:extLst>
          </c:dPt>
          <c:dLbls>
            <c:dLbl>
              <c:idx val="0"/>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A-AE78-5541-B5D9-BA3D0FA36865}"/>
                </c:ext>
              </c:extLst>
            </c:dLbl>
            <c:dLbl>
              <c:idx val="1"/>
              <c:numFmt formatCode="0%" sourceLinked="0"/>
              <c:spPr>
                <a:noFill/>
                <a:ln>
                  <a:noFill/>
                </a:ln>
                <a:effectLst/>
              </c:spPr>
              <c:txPr>
                <a:bodyPr rot="0" spcFirstLastPara="1" vertOverflow="ellipsis" vert="horz" wrap="square" lIns="38100" tIns="19050" rIns="38100" bIns="19050" anchor="ctr" anchorCtr="1">
                  <a:spAutoFit/>
                </a:bodyPr>
                <a:lstStyle/>
                <a:p>
                  <a:pPr>
                    <a:defRPr sz="1000" b="1"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6="http://schemas.microsoft.com/office/drawing/2014/chart" uri="{C3380CC4-5D6E-409C-BE32-E72D297353CC}">
                  <c16:uniqueId val="{0000000C-AE78-5541-B5D9-BA3D0FA36865}"/>
                </c:ext>
              </c:extLst>
            </c:dLbl>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Category 1</c:v>
                </c:pt>
                <c:pt idx="1">
                  <c:v>Category 2</c:v>
                </c:pt>
                <c:pt idx="2">
                  <c:v>Category 3</c:v>
                </c:pt>
                <c:pt idx="3">
                  <c:v>Category 4</c:v>
                </c:pt>
                <c:pt idx="4">
                  <c:v>Category 5</c:v>
                </c:pt>
                <c:pt idx="5">
                  <c:v>Category 5</c:v>
                </c:pt>
              </c:strCache>
            </c:strRef>
          </c:cat>
          <c:val>
            <c:numRef>
              <c:f>Sheet1!$C$2:$C$7</c:f>
              <c:numCache>
                <c:formatCode>General</c:formatCode>
                <c:ptCount val="6"/>
                <c:pt idx="0">
                  <c:v>0.82</c:v>
                </c:pt>
                <c:pt idx="1">
                  <c:v>0.66</c:v>
                </c:pt>
              </c:numCache>
            </c:numRef>
          </c:val>
          <c:extLst>
            <c:ext xmlns:c16="http://schemas.microsoft.com/office/drawing/2014/chart" uri="{C3380CC4-5D6E-409C-BE32-E72D297353CC}">
              <c16:uniqueId val="{0000000B-AE78-5541-B5D9-BA3D0FA36865}"/>
            </c:ext>
          </c:extLst>
        </c:ser>
        <c:dLbls>
          <c:dLblPos val="outEnd"/>
          <c:showLegendKey val="0"/>
          <c:showVal val="1"/>
          <c:showCatName val="0"/>
          <c:showSerName val="0"/>
          <c:showPercent val="0"/>
          <c:showBubbleSize val="0"/>
        </c:dLbls>
        <c:gapWidth val="500"/>
        <c:overlap val="-60"/>
        <c:axId val="703442143"/>
        <c:axId val="54389279"/>
      </c:barChart>
      <c:catAx>
        <c:axId val="703442143"/>
        <c:scaling>
          <c:orientation val="minMax"/>
        </c:scaling>
        <c:delete val="1"/>
        <c:axPos val="b"/>
        <c:numFmt formatCode="General" sourceLinked="1"/>
        <c:majorTickMark val="none"/>
        <c:minorTickMark val="none"/>
        <c:tickLblPos val="nextTo"/>
        <c:crossAx val="54389279"/>
        <c:crosses val="autoZero"/>
        <c:auto val="1"/>
        <c:lblAlgn val="ctr"/>
        <c:lblOffset val="100"/>
        <c:noMultiLvlLbl val="0"/>
      </c:catAx>
      <c:valAx>
        <c:axId val="54389279"/>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703442143"/>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5287514772597308"/>
          <c:y val="2.8882915709872704E-2"/>
          <c:w val="0.82582181388433529"/>
          <c:h val="0.9393458770092673"/>
        </c:manualLayout>
      </c:layout>
      <c:barChart>
        <c:barDir val="col"/>
        <c:grouping val="stacked"/>
        <c:varyColors val="0"/>
        <c:ser>
          <c:idx val="0"/>
          <c:order val="0"/>
          <c:tx>
            <c:strRef>
              <c:f>Sheet1!$B$1</c:f>
              <c:strCache>
                <c:ptCount val="1"/>
                <c:pt idx="0">
                  <c:v>Series 1</c:v>
                </c:pt>
              </c:strCache>
            </c:strRef>
          </c:tx>
          <c:spPr>
            <a:solidFill>
              <a:srgbClr val="D9D9D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tx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Sheet1!$B$2:$B$7</c:f>
              <c:numCache>
                <c:formatCode>General</c:formatCode>
                <c:ptCount val="6"/>
                <c:pt idx="0">
                  <c:v>10</c:v>
                </c:pt>
                <c:pt idx="1">
                  <c:v>15</c:v>
                </c:pt>
                <c:pt idx="2">
                  <c:v>25</c:v>
                </c:pt>
                <c:pt idx="3">
                  <c:v>32</c:v>
                </c:pt>
                <c:pt idx="4">
                  <c:v>35</c:v>
                </c:pt>
                <c:pt idx="5">
                  <c:v>22</c:v>
                </c:pt>
              </c:numCache>
            </c:numRef>
          </c:val>
          <c:extLst>
            <c:ext xmlns:c16="http://schemas.microsoft.com/office/drawing/2014/chart" uri="{C3380CC4-5D6E-409C-BE32-E72D297353CC}">
              <c16:uniqueId val="{00000000-3BD7-6243-ABB5-72E0A41B9E19}"/>
            </c:ext>
          </c:extLst>
        </c:ser>
        <c:ser>
          <c:idx val="1"/>
          <c:order val="1"/>
          <c:tx>
            <c:strRef>
              <c:f>Sheet1!$C$1</c:f>
              <c:strCache>
                <c:ptCount val="1"/>
                <c:pt idx="0">
                  <c:v>Series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00" b="0" i="0" u="none" strike="noStrike" kern="1200" baseline="0">
                    <a:solidFill>
                      <a:schemeClr val="bg1"/>
                    </a:solidFill>
                    <a:latin typeface="+mn-lt"/>
                    <a:ea typeface="+mn-ea"/>
                    <a:cs typeface="+mn-cs"/>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Sheet1!$A$2:$A$7</c:f>
              <c:strCache>
                <c:ptCount val="6"/>
                <c:pt idx="0">
                  <c:v>Category 1</c:v>
                </c:pt>
                <c:pt idx="1">
                  <c:v>Category 2</c:v>
                </c:pt>
                <c:pt idx="2">
                  <c:v>Category 3</c:v>
                </c:pt>
                <c:pt idx="3">
                  <c:v>Category 4</c:v>
                </c:pt>
                <c:pt idx="4">
                  <c:v>Category 5</c:v>
                </c:pt>
                <c:pt idx="5">
                  <c:v>Category 6</c:v>
                </c:pt>
              </c:strCache>
            </c:strRef>
          </c:cat>
          <c:val>
            <c:numRef>
              <c:f>Sheet1!$C$2:$C$7</c:f>
              <c:numCache>
                <c:formatCode>General</c:formatCode>
                <c:ptCount val="6"/>
                <c:pt idx="0">
                  <c:v>5</c:v>
                </c:pt>
                <c:pt idx="1">
                  <c:v>3</c:v>
                </c:pt>
                <c:pt idx="2">
                  <c:v>4</c:v>
                </c:pt>
                <c:pt idx="3">
                  <c:v>6</c:v>
                </c:pt>
                <c:pt idx="4">
                  <c:v>4</c:v>
                </c:pt>
                <c:pt idx="5">
                  <c:v>9</c:v>
                </c:pt>
              </c:numCache>
            </c:numRef>
          </c:val>
          <c:extLst>
            <c:ext xmlns:c16="http://schemas.microsoft.com/office/drawing/2014/chart" uri="{C3380CC4-5D6E-409C-BE32-E72D297353CC}">
              <c16:uniqueId val="{00000001-3BD7-6243-ABB5-72E0A41B9E19}"/>
            </c:ext>
          </c:extLst>
        </c:ser>
        <c:dLbls>
          <c:dLblPos val="ctr"/>
          <c:showLegendKey val="0"/>
          <c:showVal val="1"/>
          <c:showCatName val="0"/>
          <c:showSerName val="0"/>
          <c:showPercent val="0"/>
          <c:showBubbleSize val="0"/>
        </c:dLbls>
        <c:gapWidth val="25"/>
        <c:overlap val="100"/>
        <c:axId val="1836301104"/>
        <c:axId val="1885108416"/>
      </c:barChart>
      <c:catAx>
        <c:axId val="1836301104"/>
        <c:scaling>
          <c:orientation val="minMax"/>
        </c:scaling>
        <c:delete val="1"/>
        <c:axPos val="b"/>
        <c:numFmt formatCode="General" sourceLinked="1"/>
        <c:majorTickMark val="none"/>
        <c:minorTickMark val="none"/>
        <c:tickLblPos val="nextTo"/>
        <c:crossAx val="1885108416"/>
        <c:crosses val="autoZero"/>
        <c:auto val="1"/>
        <c:lblAlgn val="ctr"/>
        <c:lblOffset val="100"/>
        <c:noMultiLvlLbl val="0"/>
      </c:catAx>
      <c:valAx>
        <c:axId val="1885108416"/>
        <c:scaling>
          <c:orientation val="minMax"/>
        </c:scaling>
        <c:delete val="1"/>
        <c:axPos val="l"/>
        <c:numFmt formatCode="General" sourceLinked="1"/>
        <c:majorTickMark val="none"/>
        <c:minorTickMark val="none"/>
        <c:tickLblPos val="nextTo"/>
        <c:crossAx val="1836301104"/>
        <c:crosses val="autoZero"/>
        <c:crossBetween val="between"/>
      </c:valAx>
      <c:spPr>
        <a:noFill/>
        <a:ln>
          <a:noFill/>
        </a:ln>
        <a:effectLst/>
      </c:spPr>
    </c:plotArea>
    <c:legend>
      <c:legendPos val="l"/>
      <c:layout>
        <c:manualLayout>
          <c:xMode val="edge"/>
          <c:yMode val="edge"/>
          <c:x val="0.1305276962372765"/>
          <c:y val="0.14864087077859037"/>
          <c:w val="0.18424209065517422"/>
          <c:h val="0.13311342282318017"/>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1D184FA-F1C6-FFCB-50F0-BE6055745C07}"/>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solidFill>
                <a:srgbClr val="5B5B5B"/>
              </a:solidFill>
              <a:latin typeface="Arial" panose="020B0604020202020204" pitchFamily="34" charset="0"/>
              <a:cs typeface="Arial" panose="020B0604020202020204" pitchFamily="34" charset="0"/>
            </a:endParaRPr>
          </a:p>
        </p:txBody>
      </p:sp>
      <p:sp>
        <p:nvSpPr>
          <p:cNvPr id="3" name="Date Placeholder 2">
            <a:extLst>
              <a:ext uri="{FF2B5EF4-FFF2-40B4-BE49-F238E27FC236}">
                <a16:creationId xmlns:a16="http://schemas.microsoft.com/office/drawing/2014/main" id="{662C5E48-6EEC-DB7B-BF1B-63584DCAF484}"/>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B21F2C-8EB7-6843-AB6A-38492114D97B}" type="datetimeFigureOut">
              <a:rPr lang="en-US" smtClean="0">
                <a:solidFill>
                  <a:srgbClr val="5B5B5B"/>
                </a:solidFill>
                <a:latin typeface="Arial" panose="020B0604020202020204" pitchFamily="34" charset="0"/>
                <a:cs typeface="Arial" panose="020B0604020202020204" pitchFamily="34" charset="0"/>
              </a:rPr>
              <a:t>3/5/26</a:t>
            </a:fld>
            <a:endParaRPr lang="en-US">
              <a:solidFill>
                <a:srgbClr val="5B5B5B"/>
              </a:solidFill>
              <a:latin typeface="Arial" panose="020B0604020202020204" pitchFamily="34" charset="0"/>
              <a:cs typeface="Arial" panose="020B0604020202020204" pitchFamily="34" charset="0"/>
            </a:endParaRPr>
          </a:p>
        </p:txBody>
      </p:sp>
      <p:sp>
        <p:nvSpPr>
          <p:cNvPr id="4" name="Footer Placeholder 3">
            <a:extLst>
              <a:ext uri="{FF2B5EF4-FFF2-40B4-BE49-F238E27FC236}">
                <a16:creationId xmlns:a16="http://schemas.microsoft.com/office/drawing/2014/main" id="{423343E5-C5DE-6AB7-D3BD-31571696260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solidFill>
                <a:srgbClr val="5B5B5B"/>
              </a:solidFill>
              <a:latin typeface="Arial" panose="020B0604020202020204" pitchFamily="34" charset="0"/>
              <a:cs typeface="Arial" panose="020B0604020202020204" pitchFamily="34" charset="0"/>
            </a:endParaRPr>
          </a:p>
        </p:txBody>
      </p:sp>
      <p:sp>
        <p:nvSpPr>
          <p:cNvPr id="5" name="Slide Number Placeholder 4">
            <a:extLst>
              <a:ext uri="{FF2B5EF4-FFF2-40B4-BE49-F238E27FC236}">
                <a16:creationId xmlns:a16="http://schemas.microsoft.com/office/drawing/2014/main" id="{E3C3582E-C0F8-3E5E-7CC6-37286DE16B5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FA641D1-C504-3A41-845A-784561FC12EE}" type="slidenum">
              <a:rPr lang="en-US" smtClean="0">
                <a:solidFill>
                  <a:srgbClr val="5B5B5B"/>
                </a:solidFill>
                <a:latin typeface="Arial" panose="020B0604020202020204" pitchFamily="34" charset="0"/>
                <a:cs typeface="Arial" panose="020B0604020202020204" pitchFamily="34" charset="0"/>
              </a:rPr>
              <a:t>‹#›</a:t>
            </a:fld>
            <a:endParaRPr lang="en-US">
              <a:solidFill>
                <a:srgbClr val="5B5B5B"/>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1281774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solidFill>
                  <a:srgbClr val="5B5B5B"/>
                </a:solidFill>
                <a:latin typeface="Arial" panose="020B0604020202020204" pitchFamily="34" charset="0"/>
                <a:cs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solidFill>
                  <a:srgbClr val="5B5B5B"/>
                </a:solidFill>
                <a:latin typeface="Arial" panose="020B0604020202020204" pitchFamily="34" charset="0"/>
                <a:cs typeface="Arial" panose="020B0604020202020204" pitchFamily="34" charset="0"/>
              </a:defRPr>
            </a:lvl1pPr>
          </a:lstStyle>
          <a:p>
            <a:fld id="{43A8858A-AC4A-2245-B318-A5DE4B98D96B}" type="datetimeFigureOut">
              <a:rPr lang="en-US" smtClean="0"/>
              <a:pPr/>
              <a:t>3/5/26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solidFill>
                  <a:srgbClr val="5B5B5B"/>
                </a:solidFill>
                <a:latin typeface="Arial" panose="020B0604020202020204" pitchFamily="34" charset="0"/>
                <a:cs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solidFill>
                  <a:srgbClr val="5B5B5B"/>
                </a:solidFill>
                <a:latin typeface="Arial" panose="020B0604020202020204" pitchFamily="34" charset="0"/>
                <a:cs typeface="Arial" panose="020B0604020202020204" pitchFamily="34" charset="0"/>
              </a:defRPr>
            </a:lvl1pPr>
          </a:lstStyle>
          <a:p>
            <a:fld id="{15CA9337-E495-1C47-A3C3-964D675D1410}" type="slidenum">
              <a:rPr lang="en-US" smtClean="0"/>
              <a:pPr/>
              <a:t>‹#›</a:t>
            </a:fld>
            <a:endParaRPr lang="en-US"/>
          </a:p>
        </p:txBody>
      </p:sp>
    </p:spTree>
    <p:extLst>
      <p:ext uri="{BB962C8B-B14F-4D97-AF65-F5344CB8AC3E}">
        <p14:creationId xmlns:p14="http://schemas.microsoft.com/office/powerpoint/2010/main" val="2070293063"/>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Arial" panose="020B0604020202020204" pitchFamily="34" charset="0"/>
        <a:ea typeface="+mn-ea"/>
        <a:cs typeface="Arial" panose="020B0604020202020204" pitchFamily="34" charset="0"/>
      </a:defRPr>
    </a:lvl1pPr>
    <a:lvl2pPr marL="342900" algn="l" defTabSz="685800" rtl="0" eaLnBrk="1" latinLnBrk="0" hangingPunct="1">
      <a:defRPr sz="900" kern="1200">
        <a:solidFill>
          <a:schemeClr val="tx1"/>
        </a:solidFill>
        <a:latin typeface="Arial" panose="020B0604020202020204" pitchFamily="34" charset="0"/>
        <a:ea typeface="+mn-ea"/>
        <a:cs typeface="Arial" panose="020B0604020202020204" pitchFamily="34" charset="0"/>
      </a:defRPr>
    </a:lvl2pPr>
    <a:lvl3pPr marL="685800" algn="l" defTabSz="685800" rtl="0" eaLnBrk="1" latinLnBrk="0" hangingPunct="1">
      <a:defRPr sz="900" kern="1200">
        <a:solidFill>
          <a:schemeClr val="tx1"/>
        </a:solidFill>
        <a:latin typeface="Arial" panose="020B0604020202020204" pitchFamily="34" charset="0"/>
        <a:ea typeface="+mn-ea"/>
        <a:cs typeface="Arial" panose="020B0604020202020204" pitchFamily="34" charset="0"/>
      </a:defRPr>
    </a:lvl3pPr>
    <a:lvl4pPr marL="1028700" algn="l" defTabSz="685800" rtl="0" eaLnBrk="1" latinLnBrk="0" hangingPunct="1">
      <a:defRPr sz="900" kern="1200">
        <a:solidFill>
          <a:schemeClr val="tx1"/>
        </a:solidFill>
        <a:latin typeface="Arial" panose="020B0604020202020204" pitchFamily="34" charset="0"/>
        <a:ea typeface="+mn-ea"/>
        <a:cs typeface="Arial" panose="020B0604020202020204" pitchFamily="34" charset="0"/>
      </a:defRPr>
    </a:lvl4pPr>
    <a:lvl5pPr marL="1371600" algn="l" defTabSz="685800" rtl="0" eaLnBrk="1" latinLnBrk="0" hangingPunct="1">
      <a:defRPr sz="900" kern="1200">
        <a:solidFill>
          <a:schemeClr val="tx1"/>
        </a:solidFill>
        <a:latin typeface="Arial" panose="020B0604020202020204" pitchFamily="34" charset="0"/>
        <a:ea typeface="+mn-ea"/>
        <a:cs typeface="Arial" panose="020B0604020202020204" pitchFamily="34" charset="0"/>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11c023a859d_0_2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11c023a859d_0_2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0"/>
        <p:cNvGrpSpPr/>
        <p:nvPr/>
      </p:nvGrpSpPr>
      <p:grpSpPr>
        <a:xfrm>
          <a:off x="0" y="0"/>
          <a:ext cx="0" cy="0"/>
          <a:chOff x="0" y="0"/>
          <a:chExt cx="0" cy="0"/>
        </a:xfrm>
      </p:grpSpPr>
      <p:sp>
        <p:nvSpPr>
          <p:cNvPr id="381" name="Google Shape;381;g11c023a859d_0_25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2" name="Google Shape;382;g11c023a859d_0_25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g2aca469e5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g2aca469e5e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304800" algn="l" rtl="0">
              <a:spcBef>
                <a:spcPts val="1000"/>
              </a:spcBef>
              <a:spcAft>
                <a:spcPts val="0"/>
              </a:spcAft>
              <a:buClr>
                <a:schemeClr val="dk1"/>
              </a:buClr>
              <a:buSzPts val="1200"/>
              <a:buChar char="●"/>
            </a:pPr>
            <a:r>
              <a:rPr lang="en" sz="1200">
                <a:solidFill>
                  <a:srgbClr val="222222"/>
                </a:solidFill>
              </a:rPr>
              <a:t>If you are planning to share these slides externally (customers, partners, prospects, events, etc.):</a:t>
            </a:r>
            <a:endParaRPr sz="1200">
              <a:solidFill>
                <a:srgbClr val="222222"/>
              </a:solidFill>
            </a:endParaRPr>
          </a:p>
          <a:p>
            <a:pPr marL="914400" lvl="1" indent="-304800" algn="l" rtl="0">
              <a:spcBef>
                <a:spcPts val="1000"/>
              </a:spcBef>
              <a:spcAft>
                <a:spcPts val="0"/>
              </a:spcAft>
              <a:buClr>
                <a:srgbClr val="222222"/>
              </a:buClr>
              <a:buSzPts val="1200"/>
              <a:buChar char="○"/>
            </a:pPr>
            <a:r>
              <a:rPr lang="en" sz="1200">
                <a:solidFill>
                  <a:srgbClr val="222222"/>
                </a:solidFill>
              </a:rPr>
              <a:t>You must include this Safe Harbor and Disclaimers slide as the first or second slide of your presentation.</a:t>
            </a:r>
            <a:endParaRPr sz="1200">
              <a:solidFill>
                <a:srgbClr val="222222"/>
              </a:solidFill>
            </a:endParaRPr>
          </a:p>
          <a:p>
            <a:pPr marL="914400" lvl="1" indent="-304800" algn="l" rtl="0">
              <a:spcBef>
                <a:spcPts val="1000"/>
              </a:spcBef>
              <a:spcAft>
                <a:spcPts val="0"/>
              </a:spcAft>
              <a:buClr>
                <a:srgbClr val="222222"/>
              </a:buClr>
              <a:buSzPts val="1200"/>
              <a:buChar char="○"/>
            </a:pPr>
            <a:r>
              <a:rPr lang="en" sz="1200">
                <a:solidFill>
                  <a:srgbClr val="222222"/>
                </a:solidFill>
              </a:rPr>
              <a:t>You must ensure that the “© 2026 Snowflake Inc. All Rights Reserved” footer is at the bottom of each slide.</a:t>
            </a:r>
            <a:endParaRPr sz="1200">
              <a:solidFill>
                <a:srgbClr val="222222"/>
              </a:solidFill>
            </a:endParaRPr>
          </a:p>
          <a:p>
            <a:pPr marL="914400" lvl="1" indent="-304800" algn="l" rtl="0">
              <a:spcBef>
                <a:spcPts val="1000"/>
              </a:spcBef>
              <a:spcAft>
                <a:spcPts val="0"/>
              </a:spcAft>
              <a:buClr>
                <a:srgbClr val="222222"/>
              </a:buClr>
              <a:buSzPts val="1200"/>
              <a:buChar char="○"/>
            </a:pPr>
            <a:r>
              <a:rPr lang="en" sz="1200">
                <a:solidFill>
                  <a:srgbClr val="222222"/>
                </a:solidFill>
              </a:rPr>
              <a:t>You must ensure that all references to products and features that are not generally available are appropriately tagged as in development, in public preview, or in private preview within the slides.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11c023a859d_0_25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11c023a859d_0_2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11c023a859d_0_26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11c023a859d_0_26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510016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11c023a859d_0_25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11c023a859d_0_25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926817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g11c023a859d_0_25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6" name="Google Shape;426;g11c023a859d_0_25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5CA9337-E495-1C47-A3C3-964D675D1410}" type="slidenum">
              <a:rPr lang="en-US" smtClean="0"/>
              <a:t>12</a:t>
            </a:fld>
            <a:endParaRPr lang="en-US"/>
          </a:p>
        </p:txBody>
      </p:sp>
    </p:spTree>
    <p:extLst>
      <p:ext uri="{BB962C8B-B14F-4D97-AF65-F5344CB8AC3E}">
        <p14:creationId xmlns:p14="http://schemas.microsoft.com/office/powerpoint/2010/main" val="3110751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11c023a859d_0_25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0" name="Google Shape;400;g11c023a859d_0_25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57003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11c023a859d_0_25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11c023a859d_0_25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629207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0"/>
        <p:cNvGrpSpPr/>
        <p:nvPr/>
      </p:nvGrpSpPr>
      <p:grpSpPr>
        <a:xfrm>
          <a:off x="0" y="0"/>
          <a:ext cx="0" cy="0"/>
          <a:chOff x="0" y="0"/>
          <a:chExt cx="0" cy="0"/>
        </a:xfrm>
      </p:grpSpPr>
      <p:sp>
        <p:nvSpPr>
          <p:cNvPr id="541" name="Google Shape;541;g11c023a859d_0_26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2" name="Google Shape;542;g11c023a859d_0_26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11c023a859d_0_2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11c023a859d_0_2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1979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11c023a859d_0_2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11c023a859d_0_2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0734991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3"/>
        <p:cNvGrpSpPr/>
        <p:nvPr/>
      </p:nvGrpSpPr>
      <p:grpSpPr>
        <a:xfrm>
          <a:off x="0" y="0"/>
          <a:ext cx="0" cy="0"/>
          <a:chOff x="0" y="0"/>
          <a:chExt cx="0" cy="0"/>
        </a:xfrm>
      </p:grpSpPr>
      <p:sp>
        <p:nvSpPr>
          <p:cNvPr id="354" name="Google Shape;354;g11c023a859d_0_2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5" name="Google Shape;355;g11c023a859d_0_2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637715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11c023a859d_0_27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11c023a859d_0_27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g11c023a859d_0_27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g11c023a859d_0_27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g11c023a859d_0_27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4" name="Google Shape;584;g11c023a859d_0_27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7"/>
        <p:cNvGrpSpPr/>
        <p:nvPr/>
      </p:nvGrpSpPr>
      <p:grpSpPr>
        <a:xfrm>
          <a:off x="0" y="0"/>
          <a:ext cx="0" cy="0"/>
          <a:chOff x="0" y="0"/>
          <a:chExt cx="0" cy="0"/>
        </a:xfrm>
      </p:grpSpPr>
      <p:sp>
        <p:nvSpPr>
          <p:cNvPr id="588" name="Google Shape;588;g11c023a859d_0_27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9" name="Google Shape;589;g11c023a859d_0_27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11c023a859d_0_27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11c023a859d_0_27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11c023a859d_0_27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11c023a859d_0_27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08282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11c023a859d_0_27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11c023a859d_0_27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592335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11c023a859d_0_27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11c023a859d_0_27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2687866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9"/>
        <p:cNvGrpSpPr/>
        <p:nvPr/>
      </p:nvGrpSpPr>
      <p:grpSpPr>
        <a:xfrm>
          <a:off x="0" y="0"/>
          <a:ext cx="0" cy="0"/>
          <a:chOff x="0" y="0"/>
          <a:chExt cx="0" cy="0"/>
        </a:xfrm>
      </p:grpSpPr>
      <p:sp>
        <p:nvSpPr>
          <p:cNvPr id="610" name="Google Shape;610;g11c023a859d_0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1" name="Google Shape;611;g11c023a859d_0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11c023a859d_0_27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11c023a859d_0_27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2"/>
        <p:cNvGrpSpPr/>
        <p:nvPr/>
      </p:nvGrpSpPr>
      <p:grpSpPr>
        <a:xfrm>
          <a:off x="0" y="0"/>
          <a:ext cx="0" cy="0"/>
          <a:chOff x="0" y="0"/>
          <a:chExt cx="0" cy="0"/>
        </a:xfrm>
      </p:grpSpPr>
      <p:sp>
        <p:nvSpPr>
          <p:cNvPr id="603" name="Google Shape;603;g11c023a859d_0_27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4" name="Google Shape;604;g11c023a859d_0_27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73381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3"/>
        <p:cNvGrpSpPr/>
        <p:nvPr/>
      </p:nvGrpSpPr>
      <p:grpSpPr>
        <a:xfrm>
          <a:off x="0" y="0"/>
          <a:ext cx="0" cy="0"/>
          <a:chOff x="0" y="0"/>
          <a:chExt cx="0" cy="0"/>
        </a:xfrm>
      </p:grpSpPr>
      <p:sp>
        <p:nvSpPr>
          <p:cNvPr id="624" name="Google Shape;624;g11c023a859d_0_27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5" name="Google Shape;625;g11c023a859d_0_27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11c023a859d_0_27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11c023a859d_0_27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11c023a859d_0_2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11c023a859d_0_27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11c023a859d_0_27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11c023a859d_0_27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848940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11c023a859d_0_2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11c023a859d_0_2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g11c023a859d_0_27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6" name="Google Shape;656;g11c023a859d_0_27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11c023a859d_0_27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11c023a859d_0_2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g11c023a859d_0_27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7" name="Google Shape;667;g11c023a859d_0_27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775075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g11c023a859d_0_27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7" name="Google Shape;677;g11c023a859d_0_27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g11c023a859d_0_28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0" name="Google Shape;690;g11c023a859d_0_28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g11c023a859d_0_28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6" name="Google Shape;706;g11c023a859d_0_28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4"/>
        <p:cNvGrpSpPr/>
        <p:nvPr/>
      </p:nvGrpSpPr>
      <p:grpSpPr>
        <a:xfrm>
          <a:off x="0" y="0"/>
          <a:ext cx="0" cy="0"/>
          <a:chOff x="0" y="0"/>
          <a:chExt cx="0" cy="0"/>
        </a:xfrm>
      </p:grpSpPr>
      <p:sp>
        <p:nvSpPr>
          <p:cNvPr id="735" name="Google Shape;735;g11c023a859d_0_28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6" name="Google Shape;736;g11c023a859d_0_28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3"/>
        <p:cNvGrpSpPr/>
        <p:nvPr/>
      </p:nvGrpSpPr>
      <p:grpSpPr>
        <a:xfrm>
          <a:off x="0" y="0"/>
          <a:ext cx="0" cy="0"/>
          <a:chOff x="0" y="0"/>
          <a:chExt cx="0" cy="0"/>
        </a:xfrm>
      </p:grpSpPr>
      <p:sp>
        <p:nvSpPr>
          <p:cNvPr id="754" name="Google Shape;754;g11c023a859d_0_28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5" name="Google Shape;755;g11c023a859d_0_28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11c023a859d_0_28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11c023a859d_0_28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223224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g11c023a859d_0_28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1" name="Google Shape;771;g11c023a859d_0_28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g11c023a859d_0_28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4" name="Google Shape;764;g11c023a859d_0_28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4"/>
        <p:cNvGrpSpPr/>
        <p:nvPr/>
      </p:nvGrpSpPr>
      <p:grpSpPr>
        <a:xfrm>
          <a:off x="0" y="0"/>
          <a:ext cx="0" cy="0"/>
          <a:chOff x="0" y="0"/>
          <a:chExt cx="0" cy="0"/>
        </a:xfrm>
      </p:grpSpPr>
      <p:sp>
        <p:nvSpPr>
          <p:cNvPr id="785" name="Google Shape;785;g11c023a859d_0_28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6" name="Google Shape;786;g11c023a859d_0_28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g11c023a859d_0_29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0" name="Google Shape;800;g11c023a859d_0_29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5"/>
        <p:cNvGrpSpPr/>
        <p:nvPr/>
      </p:nvGrpSpPr>
      <p:grpSpPr>
        <a:xfrm>
          <a:off x="0" y="0"/>
          <a:ext cx="0" cy="0"/>
          <a:chOff x="0" y="0"/>
          <a:chExt cx="0" cy="0"/>
        </a:xfrm>
      </p:grpSpPr>
      <p:sp>
        <p:nvSpPr>
          <p:cNvPr id="806" name="Google Shape;806;g11c023a859d_0_290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7" name="Google Shape;807;g11c023a859d_0_29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4"/>
        <p:cNvGrpSpPr/>
        <p:nvPr/>
      </p:nvGrpSpPr>
      <p:grpSpPr>
        <a:xfrm>
          <a:off x="0" y="0"/>
          <a:ext cx="0" cy="0"/>
          <a:chOff x="0" y="0"/>
          <a:chExt cx="0" cy="0"/>
        </a:xfrm>
      </p:grpSpPr>
      <p:sp>
        <p:nvSpPr>
          <p:cNvPr id="825" name="Google Shape;825;g11c023a859d_0_29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6" name="Google Shape;826;g11c023a859d_0_29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11c023a859d_0_3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11c023a859d_0_3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11c023a859d_0_3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11c023a859d_0_3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72788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11c023a859d_0_3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11c023a859d_0_3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719586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11c023a859d_0_3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11c023a859d_0_3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1620028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5"/>
        <p:cNvGrpSpPr/>
        <p:nvPr/>
      </p:nvGrpSpPr>
      <p:grpSpPr>
        <a:xfrm>
          <a:off x="0" y="0"/>
          <a:ext cx="0" cy="0"/>
          <a:chOff x="0" y="0"/>
          <a:chExt cx="0" cy="0"/>
        </a:xfrm>
      </p:grpSpPr>
      <p:sp>
        <p:nvSpPr>
          <p:cNvPr id="1196" name="Google Shape;1196;g11c023a859d_0_32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7" name="Google Shape;1197;g11c023a859d_0_32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11c023a859d_0_3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11c023a859d_0_3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3"/>
        <p:cNvGrpSpPr/>
        <p:nvPr/>
      </p:nvGrpSpPr>
      <p:grpSpPr>
        <a:xfrm>
          <a:off x="0" y="0"/>
          <a:ext cx="0" cy="0"/>
          <a:chOff x="0" y="0"/>
          <a:chExt cx="0" cy="0"/>
        </a:xfrm>
      </p:grpSpPr>
      <p:sp>
        <p:nvSpPr>
          <p:cNvPr id="1214" name="Google Shape;1214;g11c023a859d_0_3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5" name="Google Shape;1215;g11c023a859d_0_3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3816863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g11c023a859d_0_3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1" name="Google Shape;1291;g11c023a859d_0_3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0258629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g11c023a859d_0_3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1" name="Google Shape;1291;g11c023a859d_0_3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28600235"/>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g11c023a859d_0_3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1" name="Google Shape;1291;g11c023a859d_0_3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g11c023a859d_0_3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1" name="Google Shape;1291;g11c023a859d_0_3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481903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9"/>
        <p:cNvGrpSpPr/>
        <p:nvPr/>
      </p:nvGrpSpPr>
      <p:grpSpPr>
        <a:xfrm>
          <a:off x="0" y="0"/>
          <a:ext cx="0" cy="0"/>
          <a:chOff x="0" y="0"/>
          <a:chExt cx="0" cy="0"/>
        </a:xfrm>
      </p:grpSpPr>
      <p:sp>
        <p:nvSpPr>
          <p:cNvPr id="1290" name="Google Shape;1290;g11c023a859d_0_33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1" name="Google Shape;1291;g11c023a859d_0_33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9665242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3"/>
        <p:cNvGrpSpPr/>
        <p:nvPr/>
      </p:nvGrpSpPr>
      <p:grpSpPr>
        <a:xfrm>
          <a:off x="0" y="0"/>
          <a:ext cx="0" cy="0"/>
          <a:chOff x="0" y="0"/>
          <a:chExt cx="0" cy="0"/>
        </a:xfrm>
      </p:grpSpPr>
      <p:sp>
        <p:nvSpPr>
          <p:cNvPr id="1634" name="Google Shape;1634;g11c023a859d_0_37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5" name="Google Shape;1635;g11c023a859d_0_37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1"/>
        <p:cNvGrpSpPr/>
        <p:nvPr/>
      </p:nvGrpSpPr>
      <p:grpSpPr>
        <a:xfrm>
          <a:off x="0" y="0"/>
          <a:ext cx="0" cy="0"/>
          <a:chOff x="0" y="0"/>
          <a:chExt cx="0" cy="0"/>
        </a:xfrm>
      </p:grpSpPr>
      <p:sp>
        <p:nvSpPr>
          <p:cNvPr id="1642" name="Google Shape;1642;g11c023a859d_0_37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43" name="Google Shape;1643;g11c023a859d_0_37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9"/>
        <p:cNvGrpSpPr/>
        <p:nvPr/>
      </p:nvGrpSpPr>
      <p:grpSpPr>
        <a:xfrm>
          <a:off x="0" y="0"/>
          <a:ext cx="0" cy="0"/>
          <a:chOff x="0" y="0"/>
          <a:chExt cx="0" cy="0"/>
        </a:xfrm>
      </p:grpSpPr>
      <p:sp>
        <p:nvSpPr>
          <p:cNvPr id="1650" name="Google Shape;1650;g11c023a859d_0_37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1" name="Google Shape;1651;g11c023a859d_0_37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4"/>
        <p:cNvGrpSpPr/>
        <p:nvPr/>
      </p:nvGrpSpPr>
      <p:grpSpPr>
        <a:xfrm>
          <a:off x="0" y="0"/>
          <a:ext cx="0" cy="0"/>
          <a:chOff x="0" y="0"/>
          <a:chExt cx="0" cy="0"/>
        </a:xfrm>
      </p:grpSpPr>
      <p:sp>
        <p:nvSpPr>
          <p:cNvPr id="1875" name="Google Shape;1875;g1ed82e8067d_0_40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6" name="Google Shape;1876;g1ed82e8067d_0_40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6"/>
        <p:cNvGrpSpPr/>
        <p:nvPr/>
      </p:nvGrpSpPr>
      <p:grpSpPr>
        <a:xfrm>
          <a:off x="0" y="0"/>
          <a:ext cx="0" cy="0"/>
          <a:chOff x="0" y="0"/>
          <a:chExt cx="0" cy="0"/>
        </a:xfrm>
      </p:grpSpPr>
      <p:sp>
        <p:nvSpPr>
          <p:cNvPr id="2057" name="Google Shape;2057;g1ed82e8067d_0_40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58" name="Google Shape;2058;g1ed82e8067d_0_40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2"/>
        <p:cNvGrpSpPr/>
        <p:nvPr/>
      </p:nvGrpSpPr>
      <p:grpSpPr>
        <a:xfrm>
          <a:off x="0" y="0"/>
          <a:ext cx="0" cy="0"/>
          <a:chOff x="0" y="0"/>
          <a:chExt cx="0" cy="0"/>
        </a:xfrm>
      </p:grpSpPr>
      <p:sp>
        <p:nvSpPr>
          <p:cNvPr id="1683" name="Google Shape;1683;g131c0907fbb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4" name="Google Shape;1684;g131c0907fb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7"/>
        <p:cNvGrpSpPr/>
        <p:nvPr/>
      </p:nvGrpSpPr>
      <p:grpSpPr>
        <a:xfrm>
          <a:off x="0" y="0"/>
          <a:ext cx="0" cy="0"/>
          <a:chOff x="0" y="0"/>
          <a:chExt cx="0" cy="0"/>
        </a:xfrm>
      </p:grpSpPr>
      <p:sp>
        <p:nvSpPr>
          <p:cNvPr id="1688" name="Google Shape;1688;g11c023a859d_0_37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9" name="Google Shape;1689;g11c023a859d_0_37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g13ec4767da9_3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7" name="Google Shape;397;g13ec4767da9_3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2"/>
        <p:cNvGrpSpPr/>
        <p:nvPr/>
      </p:nvGrpSpPr>
      <p:grpSpPr>
        <a:xfrm>
          <a:off x="0" y="0"/>
          <a:ext cx="0" cy="0"/>
          <a:chOff x="0" y="0"/>
          <a:chExt cx="0" cy="0"/>
        </a:xfrm>
      </p:grpSpPr>
      <p:sp>
        <p:nvSpPr>
          <p:cNvPr id="2893" name="Google Shape;2893;g1ed82e8067d_0_418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94" name="Google Shape;2894;g1ed82e8067d_0_4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9"/>
        <p:cNvGrpSpPr/>
        <p:nvPr/>
      </p:nvGrpSpPr>
      <p:grpSpPr>
        <a:xfrm>
          <a:off x="0" y="0"/>
          <a:ext cx="0" cy="0"/>
          <a:chOff x="0" y="0"/>
          <a:chExt cx="0" cy="0"/>
        </a:xfrm>
      </p:grpSpPr>
      <p:sp>
        <p:nvSpPr>
          <p:cNvPr id="2960" name="Google Shape;2960;g3cd6ef628c7_11_16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1" name="Google Shape;2961;g3cd6ef628c7_11_16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9"/>
        <p:cNvGrpSpPr/>
        <p:nvPr/>
      </p:nvGrpSpPr>
      <p:grpSpPr>
        <a:xfrm>
          <a:off x="0" y="0"/>
          <a:ext cx="0" cy="0"/>
          <a:chOff x="0" y="0"/>
          <a:chExt cx="0" cy="0"/>
        </a:xfrm>
      </p:grpSpPr>
      <p:sp>
        <p:nvSpPr>
          <p:cNvPr id="3240" name="Google Shape;3240;g1ed82e8067d_0_41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41" name="Google Shape;3241;g1ed82e8067d_0_4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2"/>
        <p:cNvGrpSpPr/>
        <p:nvPr/>
      </p:nvGrpSpPr>
      <p:grpSpPr>
        <a:xfrm>
          <a:off x="0" y="0"/>
          <a:ext cx="0" cy="0"/>
          <a:chOff x="0" y="0"/>
          <a:chExt cx="0" cy="0"/>
        </a:xfrm>
      </p:grpSpPr>
      <p:sp>
        <p:nvSpPr>
          <p:cNvPr id="3453" name="Google Shape;3453;g1ed82e8067d_0_440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4" name="Google Shape;3454;g1ed82e8067d_0_44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43"/>
        <p:cNvGrpSpPr/>
        <p:nvPr/>
      </p:nvGrpSpPr>
      <p:grpSpPr>
        <a:xfrm>
          <a:off x="0" y="0"/>
          <a:ext cx="0" cy="0"/>
          <a:chOff x="0" y="0"/>
          <a:chExt cx="0" cy="0"/>
        </a:xfrm>
      </p:grpSpPr>
      <p:sp>
        <p:nvSpPr>
          <p:cNvPr id="3744" name="Google Shape;3744;g1ed82e8067d_0_47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5" name="Google Shape;3745;g1ed82e8067d_0_47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28"/>
        <p:cNvGrpSpPr/>
        <p:nvPr/>
      </p:nvGrpSpPr>
      <p:grpSpPr>
        <a:xfrm>
          <a:off x="0" y="0"/>
          <a:ext cx="0" cy="0"/>
          <a:chOff x="0" y="0"/>
          <a:chExt cx="0" cy="0"/>
        </a:xfrm>
      </p:grpSpPr>
      <p:sp>
        <p:nvSpPr>
          <p:cNvPr id="4029" name="Google Shape;4029;g1ed82e8067d_0_48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30" name="Google Shape;4030;g1ed82e8067d_0_48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8"/>
        <p:cNvGrpSpPr/>
        <p:nvPr/>
      </p:nvGrpSpPr>
      <p:grpSpPr>
        <a:xfrm>
          <a:off x="0" y="0"/>
          <a:ext cx="0" cy="0"/>
          <a:chOff x="0" y="0"/>
          <a:chExt cx="0" cy="0"/>
        </a:xfrm>
      </p:grpSpPr>
      <p:sp>
        <p:nvSpPr>
          <p:cNvPr id="4329" name="Google Shape;4329;g3cd6ef628c7_11_10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30" name="Google Shape;4330;g3cd6ef628c7_11_10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0"/>
        <p:cNvGrpSpPr/>
        <p:nvPr/>
      </p:nvGrpSpPr>
      <p:grpSpPr>
        <a:xfrm>
          <a:off x="0" y="0"/>
          <a:ext cx="0" cy="0"/>
          <a:chOff x="0" y="0"/>
          <a:chExt cx="0" cy="0"/>
        </a:xfrm>
      </p:grpSpPr>
      <p:sp>
        <p:nvSpPr>
          <p:cNvPr id="4591" name="Google Shape;4591;g1ed82e8067d_0_504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92" name="Google Shape;4592;g1ed82e8067d_0_50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5"/>
        <p:cNvGrpSpPr/>
        <p:nvPr/>
      </p:nvGrpSpPr>
      <p:grpSpPr>
        <a:xfrm>
          <a:off x="0" y="0"/>
          <a:ext cx="0" cy="0"/>
          <a:chOff x="0" y="0"/>
          <a:chExt cx="0" cy="0"/>
        </a:xfrm>
      </p:grpSpPr>
      <p:sp>
        <p:nvSpPr>
          <p:cNvPr id="4796" name="Google Shape;4796;g1ed82e8067d_0_52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7" name="Google Shape;4797;g1ed82e8067d_0_5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7"/>
        <p:cNvGrpSpPr/>
        <p:nvPr/>
      </p:nvGrpSpPr>
      <p:grpSpPr>
        <a:xfrm>
          <a:off x="0" y="0"/>
          <a:ext cx="0" cy="0"/>
          <a:chOff x="0" y="0"/>
          <a:chExt cx="0" cy="0"/>
        </a:xfrm>
      </p:grpSpPr>
      <p:sp>
        <p:nvSpPr>
          <p:cNvPr id="2478" name="Google Shape;2478;g11c023a859d_0_4411: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79" name="Google Shape;2479;g11c023a859d_0_44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Multi-use layout">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FB499FC0-591F-7C46-DAD8-8F4DF6DE6F5C}"/>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3188B7A7-1671-4C59-623A-2DD6B50D488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1">
            <a:extLst>
              <a:ext uri="{FF2B5EF4-FFF2-40B4-BE49-F238E27FC236}">
                <a16:creationId xmlns:a16="http://schemas.microsoft.com/office/drawing/2014/main" id="{7EDE6888-D6B4-610E-2B13-799002D38C67}"/>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4" name="Google Shape;58;p14">
            <a:extLst>
              <a:ext uri="{FF2B5EF4-FFF2-40B4-BE49-F238E27FC236}">
                <a16:creationId xmlns:a16="http://schemas.microsoft.com/office/drawing/2014/main" id="{4823B32A-3BF7-C75E-0DCF-6A3FF8EE8037}"/>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Google Shape;56;p14">
            <a:extLst>
              <a:ext uri="{FF2B5EF4-FFF2-40B4-BE49-F238E27FC236}">
                <a16:creationId xmlns:a16="http://schemas.microsoft.com/office/drawing/2014/main" id="{E3F5922E-5EC9-4CE3-EC7E-A71DF3834810}"/>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D33A642D-A717-E46A-AA6A-79F87554D29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6" name="TextBox 5">
            <a:extLst>
              <a:ext uri="{FF2B5EF4-FFF2-40B4-BE49-F238E27FC236}">
                <a16:creationId xmlns:a16="http://schemas.microsoft.com/office/drawing/2014/main" id="{87027EF7-D196-EAB2-FA5D-F56323D430A1}"/>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7" name="Google Shape;150;p23">
            <a:extLst>
              <a:ext uri="{FF2B5EF4-FFF2-40B4-BE49-F238E27FC236}">
                <a16:creationId xmlns:a16="http://schemas.microsoft.com/office/drawing/2014/main" id="{010670EB-6CE3-204C-ABF2-7FDCE3E71482}"/>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56;p14">
            <a:extLst>
              <a:ext uri="{FF2B5EF4-FFF2-40B4-BE49-F238E27FC236}">
                <a16:creationId xmlns:a16="http://schemas.microsoft.com/office/drawing/2014/main" id="{42FA5ED4-8536-5BE5-E104-B9288CEE059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 name="Google Shape;60;p14">
            <a:extLst>
              <a:ext uri="{FF2B5EF4-FFF2-40B4-BE49-F238E27FC236}">
                <a16:creationId xmlns:a16="http://schemas.microsoft.com/office/drawing/2014/main" id="{7BE32EB1-7F24-2A7F-173D-C07FB586EA9B}"/>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4" name="TextBox 13">
            <a:extLst>
              <a:ext uri="{FF2B5EF4-FFF2-40B4-BE49-F238E27FC236}">
                <a16:creationId xmlns:a16="http://schemas.microsoft.com/office/drawing/2014/main" id="{15F45E33-C2E9-C3EB-1D46-3C31233A1C70}"/>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A5B1B2AE-F459-96D8-1E38-9AF67D587FF1}"/>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195539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ulti-use layout_image">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FB499FC0-591F-7C46-DAD8-8F4DF6DE6F5C}"/>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3188B7A7-1671-4C59-623A-2DD6B50D488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1">
            <a:extLst>
              <a:ext uri="{FF2B5EF4-FFF2-40B4-BE49-F238E27FC236}">
                <a16:creationId xmlns:a16="http://schemas.microsoft.com/office/drawing/2014/main" id="{7EDE6888-D6B4-610E-2B13-799002D38C67}"/>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4" name="Google Shape;58;p14">
            <a:extLst>
              <a:ext uri="{FF2B5EF4-FFF2-40B4-BE49-F238E27FC236}">
                <a16:creationId xmlns:a16="http://schemas.microsoft.com/office/drawing/2014/main" id="{4823B32A-3BF7-C75E-0DCF-6A3FF8EE8037}"/>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Content Placeholder 6">
            <a:extLst>
              <a:ext uri="{FF2B5EF4-FFF2-40B4-BE49-F238E27FC236}">
                <a16:creationId xmlns:a16="http://schemas.microsoft.com/office/drawing/2014/main" id="{4FC98C78-81FF-8FBC-19F3-BD5D5CF69785}"/>
              </a:ext>
            </a:extLst>
          </p:cNvPr>
          <p:cNvSpPr>
            <a:spLocks noGrp="1"/>
          </p:cNvSpPr>
          <p:nvPr>
            <p:ph sz="quarter" idx="10" hasCustomPrompt="1"/>
          </p:nvPr>
        </p:nvSpPr>
        <p:spPr>
          <a:xfrm>
            <a:off x="457195" y="1225550"/>
            <a:ext cx="8267705" cy="3479800"/>
          </a:xfrm>
          <a:prstGeom prst="rect">
            <a:avLst/>
          </a:prstGeom>
          <a:solidFill>
            <a:schemeClr val="tx1">
              <a:lumMod val="10000"/>
              <a:lumOff val="90000"/>
            </a:schemeClr>
          </a:solidFill>
        </p:spPr>
        <p:txBody>
          <a:bodyPr>
            <a:noAutofit/>
          </a:bodyPr>
          <a:lstStyle>
            <a:lvl1pPr marL="0" indent="0">
              <a:buNone/>
              <a:defRPr/>
            </a:lvl1pPr>
          </a:lstStyle>
          <a:p>
            <a:pPr lvl="0"/>
            <a:r>
              <a:rPr lang="en-US" dirty="0"/>
              <a:t>Placeholder</a:t>
            </a:r>
          </a:p>
        </p:txBody>
      </p:sp>
      <p:sp>
        <p:nvSpPr>
          <p:cNvPr id="5" name="Google Shape;56;p14">
            <a:extLst>
              <a:ext uri="{FF2B5EF4-FFF2-40B4-BE49-F238E27FC236}">
                <a16:creationId xmlns:a16="http://schemas.microsoft.com/office/drawing/2014/main" id="{B0592468-F576-AC94-7226-53E9052268F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76796AF5-65AB-DF25-504B-AB62917FD556}"/>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7" name="TextBox 6">
            <a:extLst>
              <a:ext uri="{FF2B5EF4-FFF2-40B4-BE49-F238E27FC236}">
                <a16:creationId xmlns:a16="http://schemas.microsoft.com/office/drawing/2014/main" id="{BAFF6D5B-F036-4391-AF50-50CA4F86BAA0}"/>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0" name="Google Shape;150;p23">
            <a:extLst>
              <a:ext uri="{FF2B5EF4-FFF2-40B4-BE49-F238E27FC236}">
                <a16:creationId xmlns:a16="http://schemas.microsoft.com/office/drawing/2014/main" id="{78B4F23A-EC14-3E37-DF9F-C1C1349630B4}"/>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6;p14">
            <a:extLst>
              <a:ext uri="{FF2B5EF4-FFF2-40B4-BE49-F238E27FC236}">
                <a16:creationId xmlns:a16="http://schemas.microsoft.com/office/drawing/2014/main" id="{FA341C03-0655-DC21-9BD2-F28459770EB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30CD99FB-2E47-527C-6376-261819B0ED80}"/>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5" name="TextBox 14">
            <a:extLst>
              <a:ext uri="{FF2B5EF4-FFF2-40B4-BE49-F238E27FC236}">
                <a16:creationId xmlns:a16="http://schemas.microsoft.com/office/drawing/2014/main" id="{30242BD7-9F1B-14BF-48AC-04A28C1DDB99}"/>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6" name="Google Shape;150;p23">
            <a:extLst>
              <a:ext uri="{FF2B5EF4-FFF2-40B4-BE49-F238E27FC236}">
                <a16:creationId xmlns:a16="http://schemas.microsoft.com/office/drawing/2014/main" id="{02BE5221-6D22-CDE8-52EF-E0197FF69640}"/>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358338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Multi-use layout w/ 2-Line Title">
    <p:spTree>
      <p:nvGrpSpPr>
        <p:cNvPr id="1" name=""/>
        <p:cNvGrpSpPr/>
        <p:nvPr/>
      </p:nvGrpSpPr>
      <p:grpSpPr>
        <a:xfrm>
          <a:off x="0" y="0"/>
          <a:ext cx="0" cy="0"/>
          <a:chOff x="0" y="0"/>
          <a:chExt cx="0" cy="0"/>
        </a:xfrm>
      </p:grpSpPr>
      <p:sp>
        <p:nvSpPr>
          <p:cNvPr id="6" name="Google Shape;58;p14">
            <a:extLst>
              <a:ext uri="{FF2B5EF4-FFF2-40B4-BE49-F238E27FC236}">
                <a16:creationId xmlns:a16="http://schemas.microsoft.com/office/drawing/2014/main" id="{0B775E3D-28D8-E8C7-FB82-8ED0B4A975F4}"/>
              </a:ext>
            </a:extLst>
          </p:cNvPr>
          <p:cNvSpPr txBox="1">
            <a:spLocks noGrp="1"/>
          </p:cNvSpPr>
          <p:nvPr>
            <p:ph type="subTitle" idx="1"/>
          </p:nvPr>
        </p:nvSpPr>
        <p:spPr>
          <a:xfrm>
            <a:off x="361933" y="1112921"/>
            <a:ext cx="8344800"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5" name="TextBox 4">
            <a:extLst>
              <a:ext uri="{FF2B5EF4-FFF2-40B4-BE49-F238E27FC236}">
                <a16:creationId xmlns:a16="http://schemas.microsoft.com/office/drawing/2014/main" id="{35BDA084-18F1-1D8D-1E60-238941C1B1D1}"/>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76012362-853B-83F7-64D4-1A593309909B}"/>
              </a:ext>
            </a:extLst>
          </p:cNvPr>
          <p:cNvSpPr/>
          <p:nvPr/>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2">
            <a:extLst>
              <a:ext uri="{FF2B5EF4-FFF2-40B4-BE49-F238E27FC236}">
                <a16:creationId xmlns:a16="http://schemas.microsoft.com/office/drawing/2014/main" id="{6EF5B901-4D24-709B-7607-0FB126A3E34D}"/>
              </a:ext>
            </a:extLst>
          </p:cNvPr>
          <p:cNvSpPr>
            <a:spLocks noGrp="1"/>
          </p:cNvSpPr>
          <p:nvPr>
            <p:ph type="title"/>
          </p:nvPr>
        </p:nvSpPr>
        <p:spPr>
          <a:xfrm>
            <a:off x="354559" y="291988"/>
            <a:ext cx="7886700" cy="820933"/>
          </a:xfrm>
        </p:spPr>
        <p:txBody>
          <a:bodyPr/>
          <a:lstStyle/>
          <a:p>
            <a:r>
              <a:rPr lang="en-US"/>
              <a:t>Click to edit Master title style</a:t>
            </a:r>
            <a:endParaRPr lang="en-US" dirty="0"/>
          </a:p>
        </p:txBody>
      </p:sp>
      <p:sp>
        <p:nvSpPr>
          <p:cNvPr id="2" name="Google Shape;56;p14">
            <a:extLst>
              <a:ext uri="{FF2B5EF4-FFF2-40B4-BE49-F238E27FC236}">
                <a16:creationId xmlns:a16="http://schemas.microsoft.com/office/drawing/2014/main" id="{BDDA703F-F2B7-0436-F1A2-266F8D5913D9}"/>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4" name="Google Shape;60;p14">
            <a:extLst>
              <a:ext uri="{FF2B5EF4-FFF2-40B4-BE49-F238E27FC236}">
                <a16:creationId xmlns:a16="http://schemas.microsoft.com/office/drawing/2014/main" id="{3B6009D8-3821-6762-3B6E-9C93329F1AAE}"/>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7" name="TextBox 6">
            <a:extLst>
              <a:ext uri="{FF2B5EF4-FFF2-40B4-BE49-F238E27FC236}">
                <a16:creationId xmlns:a16="http://schemas.microsoft.com/office/drawing/2014/main" id="{1197E058-5B2B-1599-0C7B-D2AB39F7DBF8}"/>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0" name="Google Shape;150;p23">
            <a:extLst>
              <a:ext uri="{FF2B5EF4-FFF2-40B4-BE49-F238E27FC236}">
                <a16:creationId xmlns:a16="http://schemas.microsoft.com/office/drawing/2014/main" id="{1E8F2E6B-4420-C9D8-0F9F-557D93F1E190}"/>
              </a:ext>
            </a:extLst>
          </p:cNvPr>
          <p:cNvSpPr/>
          <p:nvPr/>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6;p14">
            <a:extLst>
              <a:ext uri="{FF2B5EF4-FFF2-40B4-BE49-F238E27FC236}">
                <a16:creationId xmlns:a16="http://schemas.microsoft.com/office/drawing/2014/main" id="{7A83EF8E-033B-CFB2-E1E0-BFF48F3B04C8}"/>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 name="Google Shape;60;p14">
            <a:extLst>
              <a:ext uri="{FF2B5EF4-FFF2-40B4-BE49-F238E27FC236}">
                <a16:creationId xmlns:a16="http://schemas.microsoft.com/office/drawing/2014/main" id="{56E7BB52-10DC-1FFA-696A-45CC6BBE355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4" name="TextBox 13">
            <a:extLst>
              <a:ext uri="{FF2B5EF4-FFF2-40B4-BE49-F238E27FC236}">
                <a16:creationId xmlns:a16="http://schemas.microsoft.com/office/drawing/2014/main" id="{163BD514-5377-59F9-AA51-6B6B8DD94E98}"/>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C95E3315-0903-F855-8B47-62EC73068399}"/>
              </a:ext>
            </a:extLst>
          </p:cNvPr>
          <p:cNvSpPr/>
          <p:nvPr userDrawn="1"/>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38192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Multi-use layout w/ 2-Line Title_image">
    <p:spTree>
      <p:nvGrpSpPr>
        <p:cNvPr id="1" name=""/>
        <p:cNvGrpSpPr/>
        <p:nvPr/>
      </p:nvGrpSpPr>
      <p:grpSpPr>
        <a:xfrm>
          <a:off x="0" y="0"/>
          <a:ext cx="0" cy="0"/>
          <a:chOff x="0" y="0"/>
          <a:chExt cx="0" cy="0"/>
        </a:xfrm>
      </p:grpSpPr>
      <p:sp>
        <p:nvSpPr>
          <p:cNvPr id="2" name="Title 1"/>
          <p:cNvSpPr>
            <a:spLocks noGrp="1"/>
          </p:cNvSpPr>
          <p:nvPr>
            <p:ph type="title"/>
          </p:nvPr>
        </p:nvSpPr>
        <p:spPr>
          <a:xfrm>
            <a:off x="354559" y="623635"/>
            <a:ext cx="8370341" cy="473131"/>
          </a:xfrm>
        </p:spPr>
        <p:txBody>
          <a:bodyPr anchor="b">
            <a:noAutofit/>
          </a:bodyPr>
          <a:lstStyle>
            <a:lvl1pPr>
              <a:defRPr sz="2600" b="1"/>
            </a:lvl1pPr>
          </a:lstStyle>
          <a:p>
            <a:r>
              <a:rPr lang="en-US"/>
              <a:t>Click to edit Master title style</a:t>
            </a:r>
            <a:endParaRPr lang="en-US" dirty="0"/>
          </a:p>
        </p:txBody>
      </p:sp>
      <p:sp>
        <p:nvSpPr>
          <p:cNvPr id="6" name="Google Shape;58;p14">
            <a:extLst>
              <a:ext uri="{FF2B5EF4-FFF2-40B4-BE49-F238E27FC236}">
                <a16:creationId xmlns:a16="http://schemas.microsoft.com/office/drawing/2014/main" id="{0B775E3D-28D8-E8C7-FB82-8ED0B4A975F4}"/>
              </a:ext>
            </a:extLst>
          </p:cNvPr>
          <p:cNvSpPr txBox="1">
            <a:spLocks noGrp="1"/>
          </p:cNvSpPr>
          <p:nvPr>
            <p:ph type="subTitle" idx="1"/>
          </p:nvPr>
        </p:nvSpPr>
        <p:spPr>
          <a:xfrm>
            <a:off x="361933" y="1112921"/>
            <a:ext cx="8344800"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5" name="TextBox 4">
            <a:extLst>
              <a:ext uri="{FF2B5EF4-FFF2-40B4-BE49-F238E27FC236}">
                <a16:creationId xmlns:a16="http://schemas.microsoft.com/office/drawing/2014/main" id="{35BDA084-18F1-1D8D-1E60-238941C1B1D1}"/>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76012362-853B-83F7-64D4-1A593309909B}"/>
              </a:ext>
            </a:extLst>
          </p:cNvPr>
          <p:cNvSpPr/>
          <p:nvPr/>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Content Placeholder 6">
            <a:extLst>
              <a:ext uri="{FF2B5EF4-FFF2-40B4-BE49-F238E27FC236}">
                <a16:creationId xmlns:a16="http://schemas.microsoft.com/office/drawing/2014/main" id="{4B6023EE-D852-B275-63D9-888C7679E5E0}"/>
              </a:ext>
            </a:extLst>
          </p:cNvPr>
          <p:cNvSpPr>
            <a:spLocks noGrp="1"/>
          </p:cNvSpPr>
          <p:nvPr>
            <p:ph sz="quarter" idx="10" hasCustomPrompt="1"/>
          </p:nvPr>
        </p:nvSpPr>
        <p:spPr>
          <a:xfrm>
            <a:off x="4686300" y="1478620"/>
            <a:ext cx="4038600" cy="3226729"/>
          </a:xfrm>
          <a:prstGeom prst="rect">
            <a:avLst/>
          </a:prstGeom>
          <a:solidFill>
            <a:schemeClr val="tx1">
              <a:lumMod val="10000"/>
              <a:lumOff val="90000"/>
            </a:schemeClr>
          </a:solidFill>
        </p:spPr>
        <p:txBody>
          <a:bodyPr>
            <a:noAutofit/>
          </a:bodyPr>
          <a:lstStyle>
            <a:lvl1pPr marL="0" indent="0">
              <a:buNone/>
              <a:defRPr/>
            </a:lvl1pPr>
          </a:lstStyle>
          <a:p>
            <a:pPr lvl="0"/>
            <a:r>
              <a:rPr lang="en-US" dirty="0"/>
              <a:t>Placeholder</a:t>
            </a:r>
          </a:p>
        </p:txBody>
      </p:sp>
      <p:sp>
        <p:nvSpPr>
          <p:cNvPr id="4" name="Google Shape;56;p14">
            <a:extLst>
              <a:ext uri="{FF2B5EF4-FFF2-40B4-BE49-F238E27FC236}">
                <a16:creationId xmlns:a16="http://schemas.microsoft.com/office/drawing/2014/main" id="{58F90864-7DF1-DF4D-EBE9-7802DEE2AEB6}"/>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7" name="Google Shape;60;p14">
            <a:extLst>
              <a:ext uri="{FF2B5EF4-FFF2-40B4-BE49-F238E27FC236}">
                <a16:creationId xmlns:a16="http://schemas.microsoft.com/office/drawing/2014/main" id="{D6A81E26-3579-5613-9331-69D0F7380545}"/>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0" name="TextBox 9">
            <a:extLst>
              <a:ext uri="{FF2B5EF4-FFF2-40B4-BE49-F238E27FC236}">
                <a16:creationId xmlns:a16="http://schemas.microsoft.com/office/drawing/2014/main" id="{121F4C7C-00D5-DAD6-E81F-1725FDDE89DD}"/>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1" name="Google Shape;150;p23">
            <a:extLst>
              <a:ext uri="{FF2B5EF4-FFF2-40B4-BE49-F238E27FC236}">
                <a16:creationId xmlns:a16="http://schemas.microsoft.com/office/drawing/2014/main" id="{AFC3509A-D2FF-4C68-DD25-77DBA094E32F}"/>
              </a:ext>
            </a:extLst>
          </p:cNvPr>
          <p:cNvSpPr/>
          <p:nvPr/>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6;p14">
            <a:extLst>
              <a:ext uri="{FF2B5EF4-FFF2-40B4-BE49-F238E27FC236}">
                <a16:creationId xmlns:a16="http://schemas.microsoft.com/office/drawing/2014/main" id="{B77361E0-F287-F6F9-08F0-F7019A83AC58}"/>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BD5D73DC-7E57-2685-EF6F-9DA9BB8A5E9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5" name="TextBox 14">
            <a:extLst>
              <a:ext uri="{FF2B5EF4-FFF2-40B4-BE49-F238E27FC236}">
                <a16:creationId xmlns:a16="http://schemas.microsoft.com/office/drawing/2014/main" id="{0E60F840-00F7-2053-AB36-523C0C7CC752}"/>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6" name="Google Shape;150;p23">
            <a:extLst>
              <a:ext uri="{FF2B5EF4-FFF2-40B4-BE49-F238E27FC236}">
                <a16:creationId xmlns:a16="http://schemas.microsoft.com/office/drawing/2014/main" id="{CAA88ACF-34E6-D6B1-33F1-3BA7FC5C8B52}"/>
              </a:ext>
            </a:extLst>
          </p:cNvPr>
          <p:cNvSpPr/>
          <p:nvPr userDrawn="1"/>
        </p:nvSpPr>
        <p:spPr>
          <a:xfrm>
            <a:off x="0" y="350815"/>
            <a:ext cx="137100" cy="76254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058119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use layout w/ Dotted Lines 01">
    <p:spTree>
      <p:nvGrpSpPr>
        <p:cNvPr id="1" name=""/>
        <p:cNvGrpSpPr/>
        <p:nvPr/>
      </p:nvGrpSpPr>
      <p:grpSpPr>
        <a:xfrm>
          <a:off x="0" y="0"/>
          <a:ext cx="0" cy="0"/>
          <a:chOff x="0" y="0"/>
          <a:chExt cx="0" cy="0"/>
        </a:xfrm>
      </p:grpSpPr>
      <p:grpSp>
        <p:nvGrpSpPr>
          <p:cNvPr id="3" name="Google Shape;71;p16">
            <a:extLst>
              <a:ext uri="{FF2B5EF4-FFF2-40B4-BE49-F238E27FC236}">
                <a16:creationId xmlns:a16="http://schemas.microsoft.com/office/drawing/2014/main" id="{F5712FE6-95D4-0A05-91B3-005EE5F455D3}"/>
              </a:ext>
            </a:extLst>
          </p:cNvPr>
          <p:cNvGrpSpPr/>
          <p:nvPr/>
        </p:nvGrpSpPr>
        <p:grpSpPr>
          <a:xfrm>
            <a:off x="3" y="3761952"/>
            <a:ext cx="9143997" cy="1371564"/>
            <a:chOff x="-10" y="3735321"/>
            <a:chExt cx="9139427" cy="1408177"/>
          </a:xfrm>
        </p:grpSpPr>
        <p:pic>
          <p:nvPicPr>
            <p:cNvPr id="4" name="Google Shape;72;p16">
              <a:extLst>
                <a:ext uri="{FF2B5EF4-FFF2-40B4-BE49-F238E27FC236}">
                  <a16:creationId xmlns:a16="http://schemas.microsoft.com/office/drawing/2014/main" id="{2EB517F5-120D-A1CF-A55A-81935290C8D6}"/>
                </a:ext>
              </a:extLst>
            </p:cNvPr>
            <p:cNvPicPr preferRelativeResize="0"/>
            <p:nvPr/>
          </p:nvPicPr>
          <p:blipFill rotWithShape="1">
            <a:blip r:embed="rId2">
              <a:alphaModFix amt="29000"/>
            </a:blip>
            <a:srcRect t="139" b="139"/>
            <a:stretch/>
          </p:blipFill>
          <p:spPr>
            <a:xfrm>
              <a:off x="-10" y="3735321"/>
              <a:ext cx="3044952" cy="1408177"/>
            </a:xfrm>
            <a:prstGeom prst="rect">
              <a:avLst/>
            </a:prstGeom>
            <a:noFill/>
            <a:ln>
              <a:noFill/>
            </a:ln>
          </p:spPr>
        </p:pic>
        <p:pic>
          <p:nvPicPr>
            <p:cNvPr id="5" name="Google Shape;73;p16">
              <a:extLst>
                <a:ext uri="{FF2B5EF4-FFF2-40B4-BE49-F238E27FC236}">
                  <a16:creationId xmlns:a16="http://schemas.microsoft.com/office/drawing/2014/main" id="{568F6261-20FB-2209-74F0-E783214B37D3}"/>
                </a:ext>
              </a:extLst>
            </p:cNvPr>
            <p:cNvPicPr preferRelativeResize="0"/>
            <p:nvPr/>
          </p:nvPicPr>
          <p:blipFill rotWithShape="1">
            <a:blip r:embed="rId3">
              <a:alphaModFix amt="29000"/>
            </a:blip>
            <a:srcRect t="139" b="139"/>
            <a:stretch/>
          </p:blipFill>
          <p:spPr>
            <a:xfrm>
              <a:off x="3049515" y="3735321"/>
              <a:ext cx="3044952" cy="1408177"/>
            </a:xfrm>
            <a:prstGeom prst="rect">
              <a:avLst/>
            </a:prstGeom>
            <a:noFill/>
            <a:ln>
              <a:noFill/>
            </a:ln>
          </p:spPr>
        </p:pic>
        <p:pic>
          <p:nvPicPr>
            <p:cNvPr id="11" name="Google Shape;74;p16">
              <a:extLst>
                <a:ext uri="{FF2B5EF4-FFF2-40B4-BE49-F238E27FC236}">
                  <a16:creationId xmlns:a16="http://schemas.microsoft.com/office/drawing/2014/main" id="{2CA3C9D2-7D63-855F-F611-8800E278F22C}"/>
                </a:ext>
              </a:extLst>
            </p:cNvPr>
            <p:cNvPicPr preferRelativeResize="0"/>
            <p:nvPr/>
          </p:nvPicPr>
          <p:blipFill rotWithShape="1">
            <a:blip r:embed="rId4">
              <a:alphaModFix amt="29000"/>
            </a:blip>
            <a:srcRect t="139" b="139"/>
            <a:stretch/>
          </p:blipFill>
          <p:spPr>
            <a:xfrm>
              <a:off x="6094465" y="3735321"/>
              <a:ext cx="3044952" cy="1408177"/>
            </a:xfrm>
            <a:prstGeom prst="rect">
              <a:avLst/>
            </a:prstGeom>
            <a:noFill/>
            <a:ln>
              <a:noFill/>
            </a:ln>
          </p:spPr>
        </p:pic>
      </p:grpSp>
      <p:sp>
        <p:nvSpPr>
          <p:cNvPr id="2" name="Title 1"/>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6" name="Google Shape;58;p14">
            <a:extLst>
              <a:ext uri="{FF2B5EF4-FFF2-40B4-BE49-F238E27FC236}">
                <a16:creationId xmlns:a16="http://schemas.microsoft.com/office/drawing/2014/main" id="{0B775E3D-28D8-E8C7-FB82-8ED0B4A975F4}"/>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2" name="TextBox 11">
            <a:extLst>
              <a:ext uri="{FF2B5EF4-FFF2-40B4-BE49-F238E27FC236}">
                <a16:creationId xmlns:a16="http://schemas.microsoft.com/office/drawing/2014/main" id="{FDBF6CD7-E1CF-47B4-D56B-8FDF0442A4EE}"/>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10A98A14-BB97-0A95-E1EC-BC99BFA217B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 name="Google Shape;71;p16">
            <a:extLst>
              <a:ext uri="{FF2B5EF4-FFF2-40B4-BE49-F238E27FC236}">
                <a16:creationId xmlns:a16="http://schemas.microsoft.com/office/drawing/2014/main" id="{9D5A46F6-31DE-A643-87CE-462F3DA168D4}"/>
              </a:ext>
            </a:extLst>
          </p:cNvPr>
          <p:cNvGrpSpPr/>
          <p:nvPr/>
        </p:nvGrpSpPr>
        <p:grpSpPr>
          <a:xfrm>
            <a:off x="3" y="3761952"/>
            <a:ext cx="9143997" cy="1371564"/>
            <a:chOff x="-10" y="3735321"/>
            <a:chExt cx="9139427" cy="1408177"/>
          </a:xfrm>
        </p:grpSpPr>
        <p:pic>
          <p:nvPicPr>
            <p:cNvPr id="10" name="Google Shape;72;p16">
              <a:extLst>
                <a:ext uri="{FF2B5EF4-FFF2-40B4-BE49-F238E27FC236}">
                  <a16:creationId xmlns:a16="http://schemas.microsoft.com/office/drawing/2014/main" id="{31C3DACE-8A5A-B12D-84D3-65DAD21EE05C}"/>
                </a:ext>
              </a:extLst>
            </p:cNvPr>
            <p:cNvPicPr preferRelativeResize="0"/>
            <p:nvPr/>
          </p:nvPicPr>
          <p:blipFill rotWithShape="1">
            <a:blip r:embed="rId2">
              <a:alphaModFix amt="29000"/>
            </a:blip>
            <a:srcRect t="139" b="139"/>
            <a:stretch/>
          </p:blipFill>
          <p:spPr>
            <a:xfrm>
              <a:off x="-10" y="3735321"/>
              <a:ext cx="3044952" cy="1408177"/>
            </a:xfrm>
            <a:prstGeom prst="rect">
              <a:avLst/>
            </a:prstGeom>
            <a:noFill/>
            <a:ln>
              <a:noFill/>
            </a:ln>
          </p:spPr>
        </p:pic>
        <p:pic>
          <p:nvPicPr>
            <p:cNvPr id="14" name="Google Shape;73;p16">
              <a:extLst>
                <a:ext uri="{FF2B5EF4-FFF2-40B4-BE49-F238E27FC236}">
                  <a16:creationId xmlns:a16="http://schemas.microsoft.com/office/drawing/2014/main" id="{84602BE1-5245-1FBF-2AC8-9601ED89DEB4}"/>
                </a:ext>
              </a:extLst>
            </p:cNvPr>
            <p:cNvPicPr preferRelativeResize="0"/>
            <p:nvPr/>
          </p:nvPicPr>
          <p:blipFill rotWithShape="1">
            <a:blip r:embed="rId3">
              <a:alphaModFix amt="29000"/>
            </a:blip>
            <a:srcRect t="139" b="139"/>
            <a:stretch/>
          </p:blipFill>
          <p:spPr>
            <a:xfrm>
              <a:off x="3049515" y="3735321"/>
              <a:ext cx="3044952" cy="1408177"/>
            </a:xfrm>
            <a:prstGeom prst="rect">
              <a:avLst/>
            </a:prstGeom>
            <a:noFill/>
            <a:ln>
              <a:noFill/>
            </a:ln>
          </p:spPr>
        </p:pic>
        <p:pic>
          <p:nvPicPr>
            <p:cNvPr id="15" name="Google Shape;74;p16">
              <a:extLst>
                <a:ext uri="{FF2B5EF4-FFF2-40B4-BE49-F238E27FC236}">
                  <a16:creationId xmlns:a16="http://schemas.microsoft.com/office/drawing/2014/main" id="{D6EB7028-BF14-62E0-DBDA-D4CE8B654B8F}"/>
                </a:ext>
              </a:extLst>
            </p:cNvPr>
            <p:cNvPicPr preferRelativeResize="0"/>
            <p:nvPr/>
          </p:nvPicPr>
          <p:blipFill rotWithShape="1">
            <a:blip r:embed="rId4">
              <a:alphaModFix amt="29000"/>
            </a:blip>
            <a:srcRect t="139" b="139"/>
            <a:stretch/>
          </p:blipFill>
          <p:spPr>
            <a:xfrm>
              <a:off x="6094465" y="3735321"/>
              <a:ext cx="3044952" cy="1408177"/>
            </a:xfrm>
            <a:prstGeom prst="rect">
              <a:avLst/>
            </a:prstGeom>
            <a:noFill/>
            <a:ln>
              <a:noFill/>
            </a:ln>
          </p:spPr>
        </p:pic>
      </p:grpSp>
      <p:sp>
        <p:nvSpPr>
          <p:cNvPr id="16" name="Google Shape;56;p14">
            <a:extLst>
              <a:ext uri="{FF2B5EF4-FFF2-40B4-BE49-F238E27FC236}">
                <a16:creationId xmlns:a16="http://schemas.microsoft.com/office/drawing/2014/main" id="{EE19F04E-6368-91C8-BEC9-F2D6318740E2}"/>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6C28AC24-E291-9E16-9AEA-261ACE0578BE}"/>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8" name="TextBox 17">
            <a:extLst>
              <a:ext uri="{FF2B5EF4-FFF2-40B4-BE49-F238E27FC236}">
                <a16:creationId xmlns:a16="http://schemas.microsoft.com/office/drawing/2014/main" id="{2EA405EE-7092-A940-D6E2-46A2EE2DA5DA}"/>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9" name="Google Shape;150;p23">
            <a:extLst>
              <a:ext uri="{FF2B5EF4-FFF2-40B4-BE49-F238E27FC236}">
                <a16:creationId xmlns:a16="http://schemas.microsoft.com/office/drawing/2014/main" id="{B4FF6BCD-BCDC-1AB5-8D16-266B4A3D04F8}"/>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71;p16">
            <a:extLst>
              <a:ext uri="{FF2B5EF4-FFF2-40B4-BE49-F238E27FC236}">
                <a16:creationId xmlns:a16="http://schemas.microsoft.com/office/drawing/2014/main" id="{13C2AA44-54F2-9778-120E-874DBEE06E48}"/>
              </a:ext>
            </a:extLst>
          </p:cNvPr>
          <p:cNvGrpSpPr/>
          <p:nvPr userDrawn="1"/>
        </p:nvGrpSpPr>
        <p:grpSpPr>
          <a:xfrm>
            <a:off x="3" y="3761952"/>
            <a:ext cx="9143997" cy="1371564"/>
            <a:chOff x="-10" y="3735321"/>
            <a:chExt cx="9139427" cy="1408177"/>
          </a:xfrm>
        </p:grpSpPr>
        <p:pic>
          <p:nvPicPr>
            <p:cNvPr id="21" name="Google Shape;72;p16">
              <a:extLst>
                <a:ext uri="{FF2B5EF4-FFF2-40B4-BE49-F238E27FC236}">
                  <a16:creationId xmlns:a16="http://schemas.microsoft.com/office/drawing/2014/main" id="{B26B7714-F42E-4445-2DDA-C9E8C1876EEC}"/>
                </a:ext>
              </a:extLst>
            </p:cNvPr>
            <p:cNvPicPr preferRelativeResize="0"/>
            <p:nvPr/>
          </p:nvPicPr>
          <p:blipFill rotWithShape="1">
            <a:blip r:embed="rId2">
              <a:alphaModFix amt="29000"/>
            </a:blip>
            <a:srcRect t="139" b="139"/>
            <a:stretch/>
          </p:blipFill>
          <p:spPr>
            <a:xfrm>
              <a:off x="-10" y="3735321"/>
              <a:ext cx="3044952" cy="1408177"/>
            </a:xfrm>
            <a:prstGeom prst="rect">
              <a:avLst/>
            </a:prstGeom>
            <a:noFill/>
            <a:ln>
              <a:noFill/>
            </a:ln>
          </p:spPr>
        </p:pic>
        <p:pic>
          <p:nvPicPr>
            <p:cNvPr id="22" name="Google Shape;73;p16">
              <a:extLst>
                <a:ext uri="{FF2B5EF4-FFF2-40B4-BE49-F238E27FC236}">
                  <a16:creationId xmlns:a16="http://schemas.microsoft.com/office/drawing/2014/main" id="{A6C9E01A-CF46-A729-7AEC-3C64E77BF512}"/>
                </a:ext>
              </a:extLst>
            </p:cNvPr>
            <p:cNvPicPr preferRelativeResize="0"/>
            <p:nvPr/>
          </p:nvPicPr>
          <p:blipFill rotWithShape="1">
            <a:blip r:embed="rId3">
              <a:alphaModFix amt="29000"/>
            </a:blip>
            <a:srcRect t="139" b="139"/>
            <a:stretch/>
          </p:blipFill>
          <p:spPr>
            <a:xfrm>
              <a:off x="3049515" y="3735321"/>
              <a:ext cx="3044952" cy="1408177"/>
            </a:xfrm>
            <a:prstGeom prst="rect">
              <a:avLst/>
            </a:prstGeom>
            <a:noFill/>
            <a:ln>
              <a:noFill/>
            </a:ln>
          </p:spPr>
        </p:pic>
        <p:pic>
          <p:nvPicPr>
            <p:cNvPr id="23" name="Google Shape;74;p16">
              <a:extLst>
                <a:ext uri="{FF2B5EF4-FFF2-40B4-BE49-F238E27FC236}">
                  <a16:creationId xmlns:a16="http://schemas.microsoft.com/office/drawing/2014/main" id="{9A54530F-A706-48EE-EBEA-0021BEB6DA3D}"/>
                </a:ext>
              </a:extLst>
            </p:cNvPr>
            <p:cNvPicPr preferRelativeResize="0"/>
            <p:nvPr/>
          </p:nvPicPr>
          <p:blipFill rotWithShape="1">
            <a:blip r:embed="rId4">
              <a:alphaModFix amt="29000"/>
            </a:blip>
            <a:srcRect t="139" b="139"/>
            <a:stretch/>
          </p:blipFill>
          <p:spPr>
            <a:xfrm>
              <a:off x="6094465" y="3735321"/>
              <a:ext cx="3044952" cy="1408177"/>
            </a:xfrm>
            <a:prstGeom prst="rect">
              <a:avLst/>
            </a:prstGeom>
            <a:noFill/>
            <a:ln>
              <a:noFill/>
            </a:ln>
          </p:spPr>
        </p:pic>
      </p:grpSp>
      <p:sp>
        <p:nvSpPr>
          <p:cNvPr id="24" name="Google Shape;56;p14">
            <a:extLst>
              <a:ext uri="{FF2B5EF4-FFF2-40B4-BE49-F238E27FC236}">
                <a16:creationId xmlns:a16="http://schemas.microsoft.com/office/drawing/2014/main" id="{3434F9D1-8CC7-F0EB-3668-AA9CA62EE4F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 name="Google Shape;60;p14">
            <a:extLst>
              <a:ext uri="{FF2B5EF4-FFF2-40B4-BE49-F238E27FC236}">
                <a16:creationId xmlns:a16="http://schemas.microsoft.com/office/drawing/2014/main" id="{D5D9B070-FE38-C426-C75B-3523AE2CB1F2}"/>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26" name="TextBox 25">
            <a:extLst>
              <a:ext uri="{FF2B5EF4-FFF2-40B4-BE49-F238E27FC236}">
                <a16:creationId xmlns:a16="http://schemas.microsoft.com/office/drawing/2014/main" id="{4746C0E3-76BB-EC8D-961C-7D6AD8259E71}"/>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27" name="Google Shape;150;p23">
            <a:extLst>
              <a:ext uri="{FF2B5EF4-FFF2-40B4-BE49-F238E27FC236}">
                <a16:creationId xmlns:a16="http://schemas.microsoft.com/office/drawing/2014/main" id="{1E4B917B-B4FB-0F4F-3AE7-C4565F613040}"/>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620932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Multi-use layout w/ Dotted Lines 02">
    <p:spTree>
      <p:nvGrpSpPr>
        <p:cNvPr id="1" name=""/>
        <p:cNvGrpSpPr/>
        <p:nvPr/>
      </p:nvGrpSpPr>
      <p:grpSpPr>
        <a:xfrm>
          <a:off x="0" y="0"/>
          <a:ext cx="0" cy="0"/>
          <a:chOff x="0" y="0"/>
          <a:chExt cx="0" cy="0"/>
        </a:xfrm>
      </p:grpSpPr>
      <p:grpSp>
        <p:nvGrpSpPr>
          <p:cNvPr id="12" name="Google Shape;83;p17">
            <a:extLst>
              <a:ext uri="{FF2B5EF4-FFF2-40B4-BE49-F238E27FC236}">
                <a16:creationId xmlns:a16="http://schemas.microsoft.com/office/drawing/2014/main" id="{4C95999B-B6BF-D590-8663-7B14FB67D3D5}"/>
              </a:ext>
            </a:extLst>
          </p:cNvPr>
          <p:cNvGrpSpPr/>
          <p:nvPr/>
        </p:nvGrpSpPr>
        <p:grpSpPr>
          <a:xfrm>
            <a:off x="0" y="4370576"/>
            <a:ext cx="9144001" cy="772925"/>
            <a:chOff x="0" y="4370576"/>
            <a:chExt cx="9144001" cy="772925"/>
          </a:xfrm>
        </p:grpSpPr>
        <p:pic>
          <p:nvPicPr>
            <p:cNvPr id="13" name="Google Shape;84;p17">
              <a:extLst>
                <a:ext uri="{FF2B5EF4-FFF2-40B4-BE49-F238E27FC236}">
                  <a16:creationId xmlns:a16="http://schemas.microsoft.com/office/drawing/2014/main" id="{A912FA4E-1FF1-C3A6-93D8-9DE6CDA74B16}"/>
                </a:ext>
              </a:extLst>
            </p:cNvPr>
            <p:cNvPicPr preferRelativeResize="0"/>
            <p:nvPr/>
          </p:nvPicPr>
          <p:blipFill rotWithShape="1">
            <a:blip r:embed="rId2">
              <a:alphaModFix amt="29000"/>
            </a:blip>
            <a:srcRect t="140" b="43663"/>
            <a:stretch/>
          </p:blipFill>
          <p:spPr>
            <a:xfrm>
              <a:off x="0" y="4370576"/>
              <a:ext cx="3046476" cy="772925"/>
            </a:xfrm>
            <a:prstGeom prst="rect">
              <a:avLst/>
            </a:prstGeom>
            <a:noFill/>
            <a:ln>
              <a:noFill/>
            </a:ln>
          </p:spPr>
        </p:pic>
        <p:pic>
          <p:nvPicPr>
            <p:cNvPr id="14" name="Google Shape;85;p17">
              <a:extLst>
                <a:ext uri="{FF2B5EF4-FFF2-40B4-BE49-F238E27FC236}">
                  <a16:creationId xmlns:a16="http://schemas.microsoft.com/office/drawing/2014/main" id="{420F7E2D-7FAD-AE8F-87D6-EF61614A1411}"/>
                </a:ext>
              </a:extLst>
            </p:cNvPr>
            <p:cNvPicPr preferRelativeResize="0"/>
            <p:nvPr/>
          </p:nvPicPr>
          <p:blipFill rotWithShape="1">
            <a:blip r:embed="rId3">
              <a:alphaModFix amt="29000"/>
            </a:blip>
            <a:srcRect t="140" b="43663"/>
            <a:stretch/>
          </p:blipFill>
          <p:spPr>
            <a:xfrm>
              <a:off x="3051050" y="4370576"/>
              <a:ext cx="3046476" cy="772925"/>
            </a:xfrm>
            <a:prstGeom prst="rect">
              <a:avLst/>
            </a:prstGeom>
            <a:noFill/>
            <a:ln>
              <a:noFill/>
            </a:ln>
          </p:spPr>
        </p:pic>
        <p:pic>
          <p:nvPicPr>
            <p:cNvPr id="15" name="Google Shape;86;p17">
              <a:extLst>
                <a:ext uri="{FF2B5EF4-FFF2-40B4-BE49-F238E27FC236}">
                  <a16:creationId xmlns:a16="http://schemas.microsoft.com/office/drawing/2014/main" id="{67637665-225E-2962-B7AE-5172900BC291}"/>
                </a:ext>
              </a:extLst>
            </p:cNvPr>
            <p:cNvPicPr preferRelativeResize="0"/>
            <p:nvPr/>
          </p:nvPicPr>
          <p:blipFill rotWithShape="1">
            <a:blip r:embed="rId4">
              <a:alphaModFix amt="29000"/>
            </a:blip>
            <a:srcRect t="140" b="43663"/>
            <a:stretch/>
          </p:blipFill>
          <p:spPr>
            <a:xfrm>
              <a:off x="6097525" y="4370576"/>
              <a:ext cx="3046476" cy="772925"/>
            </a:xfrm>
            <a:prstGeom prst="rect">
              <a:avLst/>
            </a:prstGeom>
            <a:noFill/>
            <a:ln>
              <a:noFill/>
            </a:ln>
          </p:spPr>
        </p:pic>
      </p:gr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6" name="TextBox 15">
            <a:extLst>
              <a:ext uri="{FF2B5EF4-FFF2-40B4-BE49-F238E27FC236}">
                <a16:creationId xmlns:a16="http://schemas.microsoft.com/office/drawing/2014/main" id="{B017F4A2-3E91-C66F-D995-26C1F58A9B87}"/>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7" name="Google Shape;150;p23">
            <a:extLst>
              <a:ext uri="{FF2B5EF4-FFF2-40B4-BE49-F238E27FC236}">
                <a16:creationId xmlns:a16="http://schemas.microsoft.com/office/drawing/2014/main" id="{103FFCFB-A861-A76D-AC24-BD450B73EA4C}"/>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1">
            <a:extLst>
              <a:ext uri="{FF2B5EF4-FFF2-40B4-BE49-F238E27FC236}">
                <a16:creationId xmlns:a16="http://schemas.microsoft.com/office/drawing/2014/main" id="{718DAC0F-3101-828A-295C-46D6EE581DA4}"/>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4" name="Google Shape;58;p14">
            <a:extLst>
              <a:ext uri="{FF2B5EF4-FFF2-40B4-BE49-F238E27FC236}">
                <a16:creationId xmlns:a16="http://schemas.microsoft.com/office/drawing/2014/main" id="{D00A811F-2219-412F-E4B7-7235B0B6D98D}"/>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grpSp>
        <p:nvGrpSpPr>
          <p:cNvPr id="2" name="Google Shape;83;p17">
            <a:extLst>
              <a:ext uri="{FF2B5EF4-FFF2-40B4-BE49-F238E27FC236}">
                <a16:creationId xmlns:a16="http://schemas.microsoft.com/office/drawing/2014/main" id="{2F9FAA72-72BB-A272-3DD0-1326558F16EC}"/>
              </a:ext>
            </a:extLst>
          </p:cNvPr>
          <p:cNvGrpSpPr/>
          <p:nvPr/>
        </p:nvGrpSpPr>
        <p:grpSpPr>
          <a:xfrm>
            <a:off x="0" y="4370576"/>
            <a:ext cx="9144001" cy="772925"/>
            <a:chOff x="0" y="4370576"/>
            <a:chExt cx="9144001" cy="772925"/>
          </a:xfrm>
        </p:grpSpPr>
        <p:pic>
          <p:nvPicPr>
            <p:cNvPr id="5" name="Google Shape;84;p17">
              <a:extLst>
                <a:ext uri="{FF2B5EF4-FFF2-40B4-BE49-F238E27FC236}">
                  <a16:creationId xmlns:a16="http://schemas.microsoft.com/office/drawing/2014/main" id="{1607DE01-FC1E-D838-9527-908F36FD5917}"/>
                </a:ext>
              </a:extLst>
            </p:cNvPr>
            <p:cNvPicPr preferRelativeResize="0"/>
            <p:nvPr/>
          </p:nvPicPr>
          <p:blipFill rotWithShape="1">
            <a:blip r:embed="rId2">
              <a:alphaModFix amt="29000"/>
            </a:blip>
            <a:srcRect t="140" b="43663"/>
            <a:stretch/>
          </p:blipFill>
          <p:spPr>
            <a:xfrm>
              <a:off x="0" y="4370576"/>
              <a:ext cx="3046476" cy="772925"/>
            </a:xfrm>
            <a:prstGeom prst="rect">
              <a:avLst/>
            </a:prstGeom>
            <a:noFill/>
            <a:ln>
              <a:noFill/>
            </a:ln>
          </p:spPr>
        </p:pic>
        <p:pic>
          <p:nvPicPr>
            <p:cNvPr id="6" name="Google Shape;85;p17">
              <a:extLst>
                <a:ext uri="{FF2B5EF4-FFF2-40B4-BE49-F238E27FC236}">
                  <a16:creationId xmlns:a16="http://schemas.microsoft.com/office/drawing/2014/main" id="{88FF78F3-6BD5-3CD8-7E24-AC5B8B0B2198}"/>
                </a:ext>
              </a:extLst>
            </p:cNvPr>
            <p:cNvPicPr preferRelativeResize="0"/>
            <p:nvPr/>
          </p:nvPicPr>
          <p:blipFill rotWithShape="1">
            <a:blip r:embed="rId3">
              <a:alphaModFix amt="29000"/>
            </a:blip>
            <a:srcRect t="140" b="43663"/>
            <a:stretch/>
          </p:blipFill>
          <p:spPr>
            <a:xfrm>
              <a:off x="3051050" y="4370576"/>
              <a:ext cx="3046476" cy="772925"/>
            </a:xfrm>
            <a:prstGeom prst="rect">
              <a:avLst/>
            </a:prstGeom>
            <a:noFill/>
            <a:ln>
              <a:noFill/>
            </a:ln>
          </p:spPr>
        </p:pic>
        <p:pic>
          <p:nvPicPr>
            <p:cNvPr id="7" name="Google Shape;86;p17">
              <a:extLst>
                <a:ext uri="{FF2B5EF4-FFF2-40B4-BE49-F238E27FC236}">
                  <a16:creationId xmlns:a16="http://schemas.microsoft.com/office/drawing/2014/main" id="{1E93081A-A166-4B47-EDA2-218D8302C989}"/>
                </a:ext>
              </a:extLst>
            </p:cNvPr>
            <p:cNvPicPr preferRelativeResize="0"/>
            <p:nvPr/>
          </p:nvPicPr>
          <p:blipFill rotWithShape="1">
            <a:blip r:embed="rId4">
              <a:alphaModFix amt="29000"/>
            </a:blip>
            <a:srcRect t="140" b="43663"/>
            <a:stretch/>
          </p:blipFill>
          <p:spPr>
            <a:xfrm>
              <a:off x="6097525" y="4370576"/>
              <a:ext cx="3046476" cy="772925"/>
            </a:xfrm>
            <a:prstGeom prst="rect">
              <a:avLst/>
            </a:prstGeom>
            <a:noFill/>
            <a:ln>
              <a:noFill/>
            </a:ln>
          </p:spPr>
        </p:pic>
      </p:grpSp>
      <p:sp>
        <p:nvSpPr>
          <p:cNvPr id="10" name="Google Shape;56;p14">
            <a:extLst>
              <a:ext uri="{FF2B5EF4-FFF2-40B4-BE49-F238E27FC236}">
                <a16:creationId xmlns:a16="http://schemas.microsoft.com/office/drawing/2014/main" id="{54A620E0-8621-EF0A-18C0-D38A782004AC}"/>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 name="Google Shape;60;p14">
            <a:extLst>
              <a:ext uri="{FF2B5EF4-FFF2-40B4-BE49-F238E27FC236}">
                <a16:creationId xmlns:a16="http://schemas.microsoft.com/office/drawing/2014/main" id="{41217D6D-701F-993A-5525-3D604CE89947}"/>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8" name="TextBox 17">
            <a:extLst>
              <a:ext uri="{FF2B5EF4-FFF2-40B4-BE49-F238E27FC236}">
                <a16:creationId xmlns:a16="http://schemas.microsoft.com/office/drawing/2014/main" id="{E1141377-35BA-F37A-3C19-EE359310027F}"/>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9" name="Google Shape;150;p23">
            <a:extLst>
              <a:ext uri="{FF2B5EF4-FFF2-40B4-BE49-F238E27FC236}">
                <a16:creationId xmlns:a16="http://schemas.microsoft.com/office/drawing/2014/main" id="{051002B5-CE90-971D-6FC1-D35D64D5494F}"/>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0" name="Google Shape;83;p17">
            <a:extLst>
              <a:ext uri="{FF2B5EF4-FFF2-40B4-BE49-F238E27FC236}">
                <a16:creationId xmlns:a16="http://schemas.microsoft.com/office/drawing/2014/main" id="{8E990998-ED66-9BFF-4AD1-B1916E7564F8}"/>
              </a:ext>
            </a:extLst>
          </p:cNvPr>
          <p:cNvGrpSpPr/>
          <p:nvPr userDrawn="1"/>
        </p:nvGrpSpPr>
        <p:grpSpPr>
          <a:xfrm>
            <a:off x="0" y="4370576"/>
            <a:ext cx="9144001" cy="772925"/>
            <a:chOff x="0" y="4370576"/>
            <a:chExt cx="9144001" cy="772925"/>
          </a:xfrm>
        </p:grpSpPr>
        <p:pic>
          <p:nvPicPr>
            <p:cNvPr id="21" name="Google Shape;84;p17">
              <a:extLst>
                <a:ext uri="{FF2B5EF4-FFF2-40B4-BE49-F238E27FC236}">
                  <a16:creationId xmlns:a16="http://schemas.microsoft.com/office/drawing/2014/main" id="{2B13A487-2B8D-CD1E-2C43-7B1152EBF3F5}"/>
                </a:ext>
              </a:extLst>
            </p:cNvPr>
            <p:cNvPicPr preferRelativeResize="0"/>
            <p:nvPr/>
          </p:nvPicPr>
          <p:blipFill rotWithShape="1">
            <a:blip r:embed="rId2">
              <a:alphaModFix amt="29000"/>
            </a:blip>
            <a:srcRect t="140" b="43663"/>
            <a:stretch/>
          </p:blipFill>
          <p:spPr>
            <a:xfrm>
              <a:off x="0" y="4370576"/>
              <a:ext cx="3046476" cy="772925"/>
            </a:xfrm>
            <a:prstGeom prst="rect">
              <a:avLst/>
            </a:prstGeom>
            <a:noFill/>
            <a:ln>
              <a:noFill/>
            </a:ln>
          </p:spPr>
        </p:pic>
        <p:pic>
          <p:nvPicPr>
            <p:cNvPr id="22" name="Google Shape;85;p17">
              <a:extLst>
                <a:ext uri="{FF2B5EF4-FFF2-40B4-BE49-F238E27FC236}">
                  <a16:creationId xmlns:a16="http://schemas.microsoft.com/office/drawing/2014/main" id="{5E2C3AC3-E8A1-DA54-7647-782F5B3DC14B}"/>
                </a:ext>
              </a:extLst>
            </p:cNvPr>
            <p:cNvPicPr preferRelativeResize="0"/>
            <p:nvPr/>
          </p:nvPicPr>
          <p:blipFill rotWithShape="1">
            <a:blip r:embed="rId3">
              <a:alphaModFix amt="29000"/>
            </a:blip>
            <a:srcRect t="140" b="43663"/>
            <a:stretch/>
          </p:blipFill>
          <p:spPr>
            <a:xfrm>
              <a:off x="3051050" y="4370576"/>
              <a:ext cx="3046476" cy="772925"/>
            </a:xfrm>
            <a:prstGeom prst="rect">
              <a:avLst/>
            </a:prstGeom>
            <a:noFill/>
            <a:ln>
              <a:noFill/>
            </a:ln>
          </p:spPr>
        </p:pic>
        <p:pic>
          <p:nvPicPr>
            <p:cNvPr id="23" name="Google Shape;86;p17">
              <a:extLst>
                <a:ext uri="{FF2B5EF4-FFF2-40B4-BE49-F238E27FC236}">
                  <a16:creationId xmlns:a16="http://schemas.microsoft.com/office/drawing/2014/main" id="{FE37C141-1978-AB38-D3CF-5CD76FDC4227}"/>
                </a:ext>
              </a:extLst>
            </p:cNvPr>
            <p:cNvPicPr preferRelativeResize="0"/>
            <p:nvPr/>
          </p:nvPicPr>
          <p:blipFill rotWithShape="1">
            <a:blip r:embed="rId4">
              <a:alphaModFix amt="29000"/>
            </a:blip>
            <a:srcRect t="140" b="43663"/>
            <a:stretch/>
          </p:blipFill>
          <p:spPr>
            <a:xfrm>
              <a:off x="6097525" y="4370576"/>
              <a:ext cx="3046476" cy="772925"/>
            </a:xfrm>
            <a:prstGeom prst="rect">
              <a:avLst/>
            </a:prstGeom>
            <a:noFill/>
            <a:ln>
              <a:noFill/>
            </a:ln>
          </p:spPr>
        </p:pic>
      </p:grpSp>
      <p:sp>
        <p:nvSpPr>
          <p:cNvPr id="24" name="Google Shape;56;p14">
            <a:extLst>
              <a:ext uri="{FF2B5EF4-FFF2-40B4-BE49-F238E27FC236}">
                <a16:creationId xmlns:a16="http://schemas.microsoft.com/office/drawing/2014/main" id="{339ADFAA-BDDF-BD34-C197-19C0E0CFF7A4}"/>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 name="Google Shape;60;p14">
            <a:extLst>
              <a:ext uri="{FF2B5EF4-FFF2-40B4-BE49-F238E27FC236}">
                <a16:creationId xmlns:a16="http://schemas.microsoft.com/office/drawing/2014/main" id="{380DE53C-9A22-F055-5C50-EA25D75F7EE2}"/>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26" name="TextBox 25">
            <a:extLst>
              <a:ext uri="{FF2B5EF4-FFF2-40B4-BE49-F238E27FC236}">
                <a16:creationId xmlns:a16="http://schemas.microsoft.com/office/drawing/2014/main" id="{38D754A8-E591-7ED2-1D84-673ABCE99F6D}"/>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27" name="Google Shape;150;p23">
            <a:extLst>
              <a:ext uri="{FF2B5EF4-FFF2-40B4-BE49-F238E27FC236}">
                <a16:creationId xmlns:a16="http://schemas.microsoft.com/office/drawing/2014/main" id="{5D23803E-5FF3-3DAA-01FF-3BB2651254FF}"/>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103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Multi-use layout w/ Dotted Arrows">
    <p:spTree>
      <p:nvGrpSpPr>
        <p:cNvPr id="1" name=""/>
        <p:cNvGrpSpPr/>
        <p:nvPr/>
      </p:nvGrpSpPr>
      <p:grpSpPr>
        <a:xfrm>
          <a:off x="0" y="0"/>
          <a:ext cx="0" cy="0"/>
          <a:chOff x="0" y="0"/>
          <a:chExt cx="0" cy="0"/>
        </a:xfrm>
      </p:grpSpPr>
      <p:pic>
        <p:nvPicPr>
          <p:cNvPr id="3" name="Google Shape;95;p18">
            <a:extLst>
              <a:ext uri="{FF2B5EF4-FFF2-40B4-BE49-F238E27FC236}">
                <a16:creationId xmlns:a16="http://schemas.microsoft.com/office/drawing/2014/main" id="{03B0C888-0540-C555-9C13-EB6D2DBFEC45}"/>
              </a:ext>
            </a:extLst>
          </p:cNvPr>
          <p:cNvPicPr preferRelativeResize="0"/>
          <p:nvPr/>
        </p:nvPicPr>
        <p:blipFill rotWithShape="1">
          <a:blip r:embed="rId2">
            <a:alphaModFix/>
          </a:blip>
          <a:srcRect l="22839"/>
          <a:stretch/>
        </p:blipFill>
        <p:spPr>
          <a:xfrm flipH="1">
            <a:off x="7782375" y="2935675"/>
            <a:ext cx="1368150" cy="1931223"/>
          </a:xfrm>
          <a:prstGeom prst="rect">
            <a:avLst/>
          </a:prstGeom>
          <a:noFill/>
          <a:ln>
            <a:noFill/>
          </a:ln>
        </p:spPr>
      </p:pic>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4" name="TextBox 3">
            <a:extLst>
              <a:ext uri="{FF2B5EF4-FFF2-40B4-BE49-F238E27FC236}">
                <a16:creationId xmlns:a16="http://schemas.microsoft.com/office/drawing/2014/main" id="{719A20F0-86D7-3CAD-C7E5-4754BB5C30CE}"/>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5" name="Google Shape;150;p23">
            <a:extLst>
              <a:ext uri="{FF2B5EF4-FFF2-40B4-BE49-F238E27FC236}">
                <a16:creationId xmlns:a16="http://schemas.microsoft.com/office/drawing/2014/main" id="{1D88B5BC-6068-EFDF-5C33-7F7209964012}"/>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1EAF51E6-96EF-B3C1-4DA3-17930BAB512B}"/>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2D475D88-D31F-F168-E0A5-0187D2500A66}"/>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pic>
        <p:nvPicPr>
          <p:cNvPr id="2" name="Google Shape;95;p18">
            <a:extLst>
              <a:ext uri="{FF2B5EF4-FFF2-40B4-BE49-F238E27FC236}">
                <a16:creationId xmlns:a16="http://schemas.microsoft.com/office/drawing/2014/main" id="{DDF70A2E-4B81-520D-2696-A211A745FC65}"/>
              </a:ext>
            </a:extLst>
          </p:cNvPr>
          <p:cNvPicPr preferRelativeResize="0"/>
          <p:nvPr/>
        </p:nvPicPr>
        <p:blipFill rotWithShape="1">
          <a:blip r:embed="rId2">
            <a:alphaModFix/>
          </a:blip>
          <a:srcRect l="22839"/>
          <a:stretch/>
        </p:blipFill>
        <p:spPr>
          <a:xfrm flipH="1">
            <a:off x="7782375" y="2935675"/>
            <a:ext cx="1368150" cy="1931223"/>
          </a:xfrm>
          <a:prstGeom prst="rect">
            <a:avLst/>
          </a:prstGeom>
          <a:noFill/>
          <a:ln>
            <a:noFill/>
          </a:ln>
        </p:spPr>
      </p:pic>
      <p:sp>
        <p:nvSpPr>
          <p:cNvPr id="6" name="Google Shape;56;p14">
            <a:extLst>
              <a:ext uri="{FF2B5EF4-FFF2-40B4-BE49-F238E27FC236}">
                <a16:creationId xmlns:a16="http://schemas.microsoft.com/office/drawing/2014/main" id="{38A5A699-749C-5C00-351D-F22889C7CE37}"/>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 name="Google Shape;60;p14">
            <a:extLst>
              <a:ext uri="{FF2B5EF4-FFF2-40B4-BE49-F238E27FC236}">
                <a16:creationId xmlns:a16="http://schemas.microsoft.com/office/drawing/2014/main" id="{8B1812A5-B717-F67C-6EC3-EE53EEE7C931}"/>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2" name="TextBox 11">
            <a:extLst>
              <a:ext uri="{FF2B5EF4-FFF2-40B4-BE49-F238E27FC236}">
                <a16:creationId xmlns:a16="http://schemas.microsoft.com/office/drawing/2014/main" id="{DCF753DD-D1B7-0923-287A-CFB849DCFCD0}"/>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3" name="Google Shape;150;p23">
            <a:extLst>
              <a:ext uri="{FF2B5EF4-FFF2-40B4-BE49-F238E27FC236}">
                <a16:creationId xmlns:a16="http://schemas.microsoft.com/office/drawing/2014/main" id="{B7BFA55B-9F7C-4B67-AA6B-D7FCA50E97BE}"/>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4" name="Google Shape;95;p18">
            <a:extLst>
              <a:ext uri="{FF2B5EF4-FFF2-40B4-BE49-F238E27FC236}">
                <a16:creationId xmlns:a16="http://schemas.microsoft.com/office/drawing/2014/main" id="{CDF8F840-FDF8-66EC-B9CE-2A2094CCA980}"/>
              </a:ext>
            </a:extLst>
          </p:cNvPr>
          <p:cNvPicPr preferRelativeResize="0"/>
          <p:nvPr userDrawn="1"/>
        </p:nvPicPr>
        <p:blipFill rotWithShape="1">
          <a:blip r:embed="rId2">
            <a:alphaModFix/>
          </a:blip>
          <a:srcRect l="22839"/>
          <a:stretch/>
        </p:blipFill>
        <p:spPr>
          <a:xfrm flipH="1">
            <a:off x="7782375" y="2935675"/>
            <a:ext cx="1368150" cy="1931223"/>
          </a:xfrm>
          <a:prstGeom prst="rect">
            <a:avLst/>
          </a:prstGeom>
          <a:noFill/>
          <a:ln>
            <a:noFill/>
          </a:ln>
        </p:spPr>
      </p:pic>
      <p:sp>
        <p:nvSpPr>
          <p:cNvPr id="15" name="Google Shape;56;p14">
            <a:extLst>
              <a:ext uri="{FF2B5EF4-FFF2-40B4-BE49-F238E27FC236}">
                <a16:creationId xmlns:a16="http://schemas.microsoft.com/office/drawing/2014/main" id="{344E9A5F-674F-B3D6-71D3-1239DAD7D91B}"/>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6" name="Google Shape;60;p14">
            <a:extLst>
              <a:ext uri="{FF2B5EF4-FFF2-40B4-BE49-F238E27FC236}">
                <a16:creationId xmlns:a16="http://schemas.microsoft.com/office/drawing/2014/main" id="{2F8CDAF2-8AA8-5315-AD0C-C1CEFEE347E2}"/>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7" name="TextBox 16">
            <a:extLst>
              <a:ext uri="{FF2B5EF4-FFF2-40B4-BE49-F238E27FC236}">
                <a16:creationId xmlns:a16="http://schemas.microsoft.com/office/drawing/2014/main" id="{FCE6E4EF-8BCA-6836-4E93-D89B8500E190}"/>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8" name="Google Shape;150;p23">
            <a:extLst>
              <a:ext uri="{FF2B5EF4-FFF2-40B4-BE49-F238E27FC236}">
                <a16:creationId xmlns:a16="http://schemas.microsoft.com/office/drawing/2014/main" id="{4436CE4F-8CCB-A721-21E2-A16522FC303C}"/>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203435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One Column Layou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AE7206-111E-8E74-8715-88893424E81D}"/>
              </a:ext>
            </a:extLst>
          </p:cNvPr>
          <p:cNvSpPr>
            <a:spLocks noGrp="1"/>
          </p:cNvSpPr>
          <p:nvPr>
            <p:ph sz="quarter" idx="15"/>
          </p:nvPr>
        </p:nvSpPr>
        <p:spPr>
          <a:xfrm>
            <a:off x="354558" y="1417638"/>
            <a:ext cx="6134100"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TextBox 12">
            <a:extLst>
              <a:ext uri="{FF2B5EF4-FFF2-40B4-BE49-F238E27FC236}">
                <a16:creationId xmlns:a16="http://schemas.microsoft.com/office/drawing/2014/main" id="{36D19F60-AD96-2D2F-3EC1-2676A02D6100}"/>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6103EABF-71D4-1CAA-6899-A91B4F1FE7D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730ED7E6-15CD-1C84-CF70-B773B2CEF89B}"/>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C9E5113C-6037-0A13-4702-85D31C1F71CE}"/>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Google Shape;56;p14">
            <a:extLst>
              <a:ext uri="{FF2B5EF4-FFF2-40B4-BE49-F238E27FC236}">
                <a16:creationId xmlns:a16="http://schemas.microsoft.com/office/drawing/2014/main" id="{8A4BA11C-79A1-A415-4A67-8D622F98A2F3}"/>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4" name="Google Shape;60;p14">
            <a:extLst>
              <a:ext uri="{FF2B5EF4-FFF2-40B4-BE49-F238E27FC236}">
                <a16:creationId xmlns:a16="http://schemas.microsoft.com/office/drawing/2014/main" id="{790A9726-AAAD-549A-E448-1F64ACFF6C13}"/>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5" name="TextBox 4">
            <a:extLst>
              <a:ext uri="{FF2B5EF4-FFF2-40B4-BE49-F238E27FC236}">
                <a16:creationId xmlns:a16="http://schemas.microsoft.com/office/drawing/2014/main" id="{39CC6C9B-1514-71A7-8EE1-366A41F87DF8}"/>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6" name="Google Shape;150;p23">
            <a:extLst>
              <a:ext uri="{FF2B5EF4-FFF2-40B4-BE49-F238E27FC236}">
                <a16:creationId xmlns:a16="http://schemas.microsoft.com/office/drawing/2014/main" id="{8B5A0105-05D6-4881-0CC3-EDEED23F1994}"/>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6;p14">
            <a:extLst>
              <a:ext uri="{FF2B5EF4-FFF2-40B4-BE49-F238E27FC236}">
                <a16:creationId xmlns:a16="http://schemas.microsoft.com/office/drawing/2014/main" id="{DB9B723B-0128-26C1-C4B8-1F0F4FDBC972}"/>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 name="Google Shape;60;p14">
            <a:extLst>
              <a:ext uri="{FF2B5EF4-FFF2-40B4-BE49-F238E27FC236}">
                <a16:creationId xmlns:a16="http://schemas.microsoft.com/office/drawing/2014/main" id="{7A80A74E-5569-B786-1853-CC257A485248}"/>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4" name="TextBox 13">
            <a:extLst>
              <a:ext uri="{FF2B5EF4-FFF2-40B4-BE49-F238E27FC236}">
                <a16:creationId xmlns:a16="http://schemas.microsoft.com/office/drawing/2014/main" id="{3C36EB36-8D85-88C2-5D0E-4B558F5F9FCA}"/>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6" name="Google Shape;150;p23">
            <a:extLst>
              <a:ext uri="{FF2B5EF4-FFF2-40B4-BE49-F238E27FC236}">
                <a16:creationId xmlns:a16="http://schemas.microsoft.com/office/drawing/2014/main" id="{0A72A949-B6A4-D3B5-BBEC-02C5FE3D318F}"/>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76589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One Column Layout_image">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TextBox 12">
            <a:extLst>
              <a:ext uri="{FF2B5EF4-FFF2-40B4-BE49-F238E27FC236}">
                <a16:creationId xmlns:a16="http://schemas.microsoft.com/office/drawing/2014/main" id="{36D19F60-AD96-2D2F-3EC1-2676A02D6100}"/>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6103EABF-71D4-1CAA-6899-A91B4F1FE7D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730ED7E6-15CD-1C84-CF70-B773B2CEF89B}"/>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C9E5113C-6037-0A13-4702-85D31C1F71CE}"/>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Content Placeholder 6">
            <a:extLst>
              <a:ext uri="{FF2B5EF4-FFF2-40B4-BE49-F238E27FC236}">
                <a16:creationId xmlns:a16="http://schemas.microsoft.com/office/drawing/2014/main" id="{CFADCA40-D16E-9257-54E2-B895AD6CCFB6}"/>
              </a:ext>
            </a:extLst>
          </p:cNvPr>
          <p:cNvSpPr>
            <a:spLocks noGrp="1"/>
          </p:cNvSpPr>
          <p:nvPr>
            <p:ph sz="quarter" idx="10" hasCustomPrompt="1"/>
          </p:nvPr>
        </p:nvSpPr>
        <p:spPr>
          <a:xfrm>
            <a:off x="4686300" y="1417298"/>
            <a:ext cx="4038600" cy="3288052"/>
          </a:xfrm>
          <a:prstGeom prst="rect">
            <a:avLst/>
          </a:prstGeom>
          <a:solidFill>
            <a:schemeClr val="tx1">
              <a:lumMod val="10000"/>
              <a:lumOff val="90000"/>
            </a:schemeClr>
          </a:solidFill>
        </p:spPr>
        <p:txBody>
          <a:bodyPr>
            <a:noAutofit/>
          </a:bodyPr>
          <a:lstStyle>
            <a:lvl1pPr marL="0" indent="0">
              <a:buNone/>
              <a:defRPr/>
            </a:lvl1pPr>
          </a:lstStyle>
          <a:p>
            <a:pPr lvl="0"/>
            <a:r>
              <a:rPr lang="en-US" dirty="0"/>
              <a:t>Placeholder</a:t>
            </a:r>
          </a:p>
        </p:txBody>
      </p:sp>
      <p:sp>
        <p:nvSpPr>
          <p:cNvPr id="3" name="Content Placeholder 2">
            <a:extLst>
              <a:ext uri="{FF2B5EF4-FFF2-40B4-BE49-F238E27FC236}">
                <a16:creationId xmlns:a16="http://schemas.microsoft.com/office/drawing/2014/main" id="{3A6E3AF0-85EA-67AC-5A6A-F7B588F6CE4F}"/>
              </a:ext>
            </a:extLst>
          </p:cNvPr>
          <p:cNvSpPr>
            <a:spLocks noGrp="1"/>
          </p:cNvSpPr>
          <p:nvPr>
            <p:ph sz="quarter" idx="15"/>
          </p:nvPr>
        </p:nvSpPr>
        <p:spPr>
          <a:xfrm>
            <a:off x="354559" y="1417638"/>
            <a:ext cx="4000502"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Google Shape;56;p14">
            <a:extLst>
              <a:ext uri="{FF2B5EF4-FFF2-40B4-BE49-F238E27FC236}">
                <a16:creationId xmlns:a16="http://schemas.microsoft.com/office/drawing/2014/main" id="{02A30053-F9BE-6C74-8159-F7CEC44C9458}"/>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F6F912F1-CEE1-ACFC-31DC-9DDAE1A1A028}"/>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6" name="TextBox 5">
            <a:extLst>
              <a:ext uri="{FF2B5EF4-FFF2-40B4-BE49-F238E27FC236}">
                <a16:creationId xmlns:a16="http://schemas.microsoft.com/office/drawing/2014/main" id="{95259916-6B51-696A-298B-52C9B3E54070}"/>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1" name="Google Shape;150;p23">
            <a:extLst>
              <a:ext uri="{FF2B5EF4-FFF2-40B4-BE49-F238E27FC236}">
                <a16:creationId xmlns:a16="http://schemas.microsoft.com/office/drawing/2014/main" id="{13489379-00F9-EB44-9FDD-A21006CFC0C4}"/>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6;p14">
            <a:extLst>
              <a:ext uri="{FF2B5EF4-FFF2-40B4-BE49-F238E27FC236}">
                <a16:creationId xmlns:a16="http://schemas.microsoft.com/office/drawing/2014/main" id="{29D8D9DA-CB44-4118-7070-2A802AB21B64}"/>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3DC34F9F-FB7E-AF66-55C7-4BA2B2C257B9}"/>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6" name="TextBox 15">
            <a:extLst>
              <a:ext uri="{FF2B5EF4-FFF2-40B4-BE49-F238E27FC236}">
                <a16:creationId xmlns:a16="http://schemas.microsoft.com/office/drawing/2014/main" id="{571BAAE7-C736-35C4-4B3A-61169EC6102E}"/>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7" name="Google Shape;150;p23">
            <a:extLst>
              <a:ext uri="{FF2B5EF4-FFF2-40B4-BE49-F238E27FC236}">
                <a16:creationId xmlns:a16="http://schemas.microsoft.com/office/drawing/2014/main" id="{AA17DE53-16EB-88DF-E288-2B6F96140A2B}"/>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27355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wo Column Layout">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F2562AB0-2C2A-E4DE-D135-FE457A8254C8}"/>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itle 1">
            <a:extLst>
              <a:ext uri="{FF2B5EF4-FFF2-40B4-BE49-F238E27FC236}">
                <a16:creationId xmlns:a16="http://schemas.microsoft.com/office/drawing/2014/main" id="{DC2586E7-99A1-1FA6-3303-D3BD6DF82FB2}"/>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7" name="Google Shape;58;p14">
            <a:extLst>
              <a:ext uri="{FF2B5EF4-FFF2-40B4-BE49-F238E27FC236}">
                <a16:creationId xmlns:a16="http://schemas.microsoft.com/office/drawing/2014/main" id="{6BFE870A-5F41-223D-D1F6-7F9996682487}"/>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Content Placeholder 2">
            <a:extLst>
              <a:ext uri="{FF2B5EF4-FFF2-40B4-BE49-F238E27FC236}">
                <a16:creationId xmlns:a16="http://schemas.microsoft.com/office/drawing/2014/main" id="{DC0A53BB-4BFA-5028-7BF6-B3B8EC5A9BF4}"/>
              </a:ext>
            </a:extLst>
          </p:cNvPr>
          <p:cNvSpPr>
            <a:spLocks noGrp="1"/>
          </p:cNvSpPr>
          <p:nvPr>
            <p:ph sz="quarter" idx="16"/>
          </p:nvPr>
        </p:nvSpPr>
        <p:spPr>
          <a:xfrm>
            <a:off x="354559" y="1417638"/>
            <a:ext cx="4000502"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a:extLst>
              <a:ext uri="{FF2B5EF4-FFF2-40B4-BE49-F238E27FC236}">
                <a16:creationId xmlns:a16="http://schemas.microsoft.com/office/drawing/2014/main" id="{C54F6331-3B9D-C7BA-48C7-A73E9440A6E3}"/>
              </a:ext>
            </a:extLst>
          </p:cNvPr>
          <p:cNvSpPr>
            <a:spLocks noGrp="1"/>
          </p:cNvSpPr>
          <p:nvPr>
            <p:ph sz="quarter" idx="17"/>
          </p:nvPr>
        </p:nvSpPr>
        <p:spPr>
          <a:xfrm>
            <a:off x="4686299" y="1417298"/>
            <a:ext cx="4038599"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Google Shape;56;p14">
            <a:extLst>
              <a:ext uri="{FF2B5EF4-FFF2-40B4-BE49-F238E27FC236}">
                <a16:creationId xmlns:a16="http://schemas.microsoft.com/office/drawing/2014/main" id="{57A81272-0B0D-7EA8-C67A-BC676EC74A46}"/>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ED7AF5AF-771A-D5BB-DABB-C26A2FC3F871}"/>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0" name="TextBox 9">
            <a:extLst>
              <a:ext uri="{FF2B5EF4-FFF2-40B4-BE49-F238E27FC236}">
                <a16:creationId xmlns:a16="http://schemas.microsoft.com/office/drawing/2014/main" id="{7CC7323E-7767-47C9-AD08-E60D04A34FA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9F911B4E-6E94-8EC5-A12C-03C8DD615B70}"/>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p14">
            <a:extLst>
              <a:ext uri="{FF2B5EF4-FFF2-40B4-BE49-F238E27FC236}">
                <a16:creationId xmlns:a16="http://schemas.microsoft.com/office/drawing/2014/main" id="{03B84F34-4663-0C55-7ACC-E2AFFD6FFC65}"/>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CD534A47-839D-FC61-1857-7E5289376251}"/>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6" name="TextBox 15">
            <a:extLst>
              <a:ext uri="{FF2B5EF4-FFF2-40B4-BE49-F238E27FC236}">
                <a16:creationId xmlns:a16="http://schemas.microsoft.com/office/drawing/2014/main" id="{21C7578E-F73F-348C-B3E7-5F8B63EDECAB}"/>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7" name="Google Shape;150;p23">
            <a:extLst>
              <a:ext uri="{FF2B5EF4-FFF2-40B4-BE49-F238E27FC236}">
                <a16:creationId xmlns:a16="http://schemas.microsoft.com/office/drawing/2014/main" id="{6BE7478B-E68B-86A9-3136-AC59AE375D91}"/>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858911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wo Column Layout w/ Titles">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6" name="Content Placeholder 13">
            <a:extLst>
              <a:ext uri="{FF2B5EF4-FFF2-40B4-BE49-F238E27FC236}">
                <a16:creationId xmlns:a16="http://schemas.microsoft.com/office/drawing/2014/main" id="{E616F3B1-E663-A9DF-9131-45660F7FCDCC}"/>
              </a:ext>
            </a:extLst>
          </p:cNvPr>
          <p:cNvSpPr>
            <a:spLocks noGrp="1"/>
          </p:cNvSpPr>
          <p:nvPr>
            <p:ph sz="quarter" idx="17"/>
          </p:nvPr>
        </p:nvSpPr>
        <p:spPr>
          <a:xfrm>
            <a:off x="354558" y="1346357"/>
            <a:ext cx="4014908" cy="387350"/>
          </a:xfrm>
          <a:prstGeom prst="rect">
            <a:avLst/>
          </a:prstGeom>
        </p:spPr>
        <p:txBody>
          <a:bodyPr bIns="0" anchor="b">
            <a:noAutofit/>
          </a:bodyPr>
          <a:lstStyle>
            <a:lvl1pPr marL="0" indent="0">
              <a:buNone/>
              <a:defRPr sz="1800" b="1">
                <a:solidFill>
                  <a:schemeClr val="tx2"/>
                </a:solidFill>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F2438672-D28B-4F9B-886C-CE292E9642E5}"/>
              </a:ext>
            </a:extLst>
          </p:cNvPr>
          <p:cNvSpPr>
            <a:spLocks noGrp="1"/>
          </p:cNvSpPr>
          <p:nvPr>
            <p:ph sz="quarter" idx="18"/>
          </p:nvPr>
        </p:nvSpPr>
        <p:spPr>
          <a:xfrm>
            <a:off x="4690138" y="1346357"/>
            <a:ext cx="4034761" cy="387350"/>
          </a:xfrm>
          <a:prstGeom prst="rect">
            <a:avLst/>
          </a:prstGeom>
        </p:spPr>
        <p:txBody>
          <a:bodyPr bIns="0" anchor="b">
            <a:noAutofit/>
          </a:bodyPr>
          <a:lstStyle>
            <a:lvl1pPr marL="0" indent="0">
              <a:buNone/>
              <a:defRPr sz="1800" b="1">
                <a:solidFill>
                  <a:schemeClr val="tx2"/>
                </a:solidFill>
              </a:defRPr>
            </a:lvl1pPr>
          </a:lstStyle>
          <a:p>
            <a:pPr lvl="0"/>
            <a:r>
              <a:rPr lang="en-US"/>
              <a:t>Click to edit Master text styles</a:t>
            </a:r>
          </a:p>
        </p:txBody>
      </p:sp>
      <p:sp>
        <p:nvSpPr>
          <p:cNvPr id="18" name="Google Shape;150;p23">
            <a:extLst>
              <a:ext uri="{FF2B5EF4-FFF2-40B4-BE49-F238E27FC236}">
                <a16:creationId xmlns:a16="http://schemas.microsoft.com/office/drawing/2014/main" id="{0BC63F7D-82A0-CBDC-D115-1AAFC01BC11F}"/>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Title 1">
            <a:extLst>
              <a:ext uri="{FF2B5EF4-FFF2-40B4-BE49-F238E27FC236}">
                <a16:creationId xmlns:a16="http://schemas.microsoft.com/office/drawing/2014/main" id="{8A5DB8A7-4AAA-D584-DD95-6AC1BEA53636}"/>
              </a:ext>
            </a:extLst>
          </p:cNvPr>
          <p:cNvSpPr>
            <a:spLocks noGrp="1"/>
          </p:cNvSpPr>
          <p:nvPr>
            <p:ph type="title"/>
          </p:nvPr>
        </p:nvSpPr>
        <p:spPr>
          <a:xfrm>
            <a:off x="354558" y="291988"/>
            <a:ext cx="8370340" cy="473131"/>
          </a:xfrm>
        </p:spPr>
        <p:txBody>
          <a:bodyPr bIns="0">
            <a:noAutofit/>
          </a:bodyPr>
          <a:lstStyle>
            <a:lvl1pPr>
              <a:defRPr sz="2600" b="1"/>
            </a:lvl1pPr>
          </a:lstStyle>
          <a:p>
            <a:r>
              <a:rPr lang="en-US"/>
              <a:t>Click to edit Master title style</a:t>
            </a:r>
            <a:endParaRPr lang="en-US" dirty="0"/>
          </a:p>
        </p:txBody>
      </p:sp>
      <p:sp>
        <p:nvSpPr>
          <p:cNvPr id="7" name="Google Shape;58;p14">
            <a:extLst>
              <a:ext uri="{FF2B5EF4-FFF2-40B4-BE49-F238E27FC236}">
                <a16:creationId xmlns:a16="http://schemas.microsoft.com/office/drawing/2014/main" id="{25056249-D4CC-B0C4-7638-C51976B5A9BF}"/>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3" name="Content Placeholder 2">
            <a:extLst>
              <a:ext uri="{FF2B5EF4-FFF2-40B4-BE49-F238E27FC236}">
                <a16:creationId xmlns:a16="http://schemas.microsoft.com/office/drawing/2014/main" id="{06BE0279-1EAC-5CF5-CE87-124102BB9F4E}"/>
              </a:ext>
            </a:extLst>
          </p:cNvPr>
          <p:cNvSpPr>
            <a:spLocks noGrp="1"/>
          </p:cNvSpPr>
          <p:nvPr>
            <p:ph sz="quarter" idx="16"/>
          </p:nvPr>
        </p:nvSpPr>
        <p:spPr>
          <a:xfrm>
            <a:off x="354558" y="1741730"/>
            <a:ext cx="4000502" cy="2963619"/>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a:extLst>
              <a:ext uri="{FF2B5EF4-FFF2-40B4-BE49-F238E27FC236}">
                <a16:creationId xmlns:a16="http://schemas.microsoft.com/office/drawing/2014/main" id="{956A83AF-5618-0645-9CE7-56FB178E5009}"/>
              </a:ext>
            </a:extLst>
          </p:cNvPr>
          <p:cNvSpPr>
            <a:spLocks noGrp="1"/>
          </p:cNvSpPr>
          <p:nvPr>
            <p:ph sz="quarter" idx="19"/>
          </p:nvPr>
        </p:nvSpPr>
        <p:spPr>
          <a:xfrm>
            <a:off x="4686300" y="1741390"/>
            <a:ext cx="4038599" cy="2963619"/>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Google Shape;56;p14">
            <a:extLst>
              <a:ext uri="{FF2B5EF4-FFF2-40B4-BE49-F238E27FC236}">
                <a16:creationId xmlns:a16="http://schemas.microsoft.com/office/drawing/2014/main" id="{06B5ED86-1747-0309-4FE5-9B80636FD945}"/>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D1DC2C10-6939-2808-229F-5078843CB221}"/>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0" name="TextBox 9">
            <a:extLst>
              <a:ext uri="{FF2B5EF4-FFF2-40B4-BE49-F238E27FC236}">
                <a16:creationId xmlns:a16="http://schemas.microsoft.com/office/drawing/2014/main" id="{18231CB4-9FF2-267C-39E0-44DA97F8C431}"/>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6F167926-D354-37E5-1232-F5842862CDE7}"/>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p14">
            <a:extLst>
              <a:ext uri="{FF2B5EF4-FFF2-40B4-BE49-F238E27FC236}">
                <a16:creationId xmlns:a16="http://schemas.microsoft.com/office/drawing/2014/main" id="{AB04B415-3D02-C2E3-1593-1E07F2E05E65}"/>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EE13F9F8-AAF9-E77D-DE61-8F9F63420B62}"/>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5" name="TextBox 14">
            <a:extLst>
              <a:ext uri="{FF2B5EF4-FFF2-40B4-BE49-F238E27FC236}">
                <a16:creationId xmlns:a16="http://schemas.microsoft.com/office/drawing/2014/main" id="{28D84BF3-8345-E0C7-3904-6736839760E0}"/>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9" name="Google Shape;150;p23">
            <a:extLst>
              <a:ext uri="{FF2B5EF4-FFF2-40B4-BE49-F238E27FC236}">
                <a16:creationId xmlns:a16="http://schemas.microsoft.com/office/drawing/2014/main" id="{1E2BEE14-A195-BDC6-EB10-0BD1656B7E74}"/>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502339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lumn +image">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ABC94D15-DA55-0A94-A624-764033AF1767}"/>
              </a:ext>
            </a:extLst>
          </p:cNvPr>
          <p:cNvSpPr>
            <a:spLocks noGrp="1"/>
          </p:cNvSpPr>
          <p:nvPr>
            <p:ph sz="quarter" idx="18"/>
          </p:nvPr>
        </p:nvSpPr>
        <p:spPr>
          <a:xfrm>
            <a:off x="354558" y="1414463"/>
            <a:ext cx="2578958"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Content Placeholder 2">
            <a:extLst>
              <a:ext uri="{FF2B5EF4-FFF2-40B4-BE49-F238E27FC236}">
                <a16:creationId xmlns:a16="http://schemas.microsoft.com/office/drawing/2014/main" id="{56874374-02FD-810C-7DE6-2238086673A1}"/>
              </a:ext>
            </a:extLst>
          </p:cNvPr>
          <p:cNvSpPr>
            <a:spLocks noGrp="1"/>
          </p:cNvSpPr>
          <p:nvPr>
            <p:ph sz="quarter" idx="19"/>
          </p:nvPr>
        </p:nvSpPr>
        <p:spPr>
          <a:xfrm>
            <a:off x="3184114" y="1414463"/>
            <a:ext cx="2682144"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F5EB19C4-8C05-9D47-ECB4-5F028060DAC9}"/>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5E0DB5C6-EFB4-2DA6-52E3-29AFDB2C83E5}"/>
              </a:ext>
            </a:extLst>
          </p:cNvPr>
          <p:cNvSpPr>
            <a:spLocks noGrp="1"/>
          </p:cNvSpPr>
          <p:nvPr>
            <p:ph type="title"/>
          </p:nvPr>
        </p:nvSpPr>
        <p:spPr>
          <a:xfrm>
            <a:off x="354558"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ED42C494-7245-E368-BA28-1C37B04D4F12}"/>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Content Placeholder 6">
            <a:extLst>
              <a:ext uri="{FF2B5EF4-FFF2-40B4-BE49-F238E27FC236}">
                <a16:creationId xmlns:a16="http://schemas.microsoft.com/office/drawing/2014/main" id="{7505ACA3-134F-4318-69FC-79B44FA2BA05}"/>
              </a:ext>
            </a:extLst>
          </p:cNvPr>
          <p:cNvSpPr>
            <a:spLocks noGrp="1"/>
          </p:cNvSpPr>
          <p:nvPr>
            <p:ph sz="quarter" idx="10" hasCustomPrompt="1"/>
          </p:nvPr>
        </p:nvSpPr>
        <p:spPr>
          <a:xfrm>
            <a:off x="6116857" y="1417298"/>
            <a:ext cx="2608042" cy="3288052"/>
          </a:xfrm>
          <a:prstGeom prst="rect">
            <a:avLst/>
          </a:prstGeom>
          <a:solidFill>
            <a:schemeClr val="tx1">
              <a:lumMod val="10000"/>
              <a:lumOff val="90000"/>
            </a:schemeClr>
          </a:solidFill>
        </p:spPr>
        <p:txBody>
          <a:bodyPr>
            <a:noAutofit/>
          </a:bodyPr>
          <a:lstStyle>
            <a:lvl1pPr marL="0" indent="0">
              <a:buNone/>
              <a:defRPr/>
            </a:lvl1pPr>
          </a:lstStyle>
          <a:p>
            <a:pPr lvl="0"/>
            <a:r>
              <a:rPr lang="en-US" dirty="0"/>
              <a:t>Placeholder</a:t>
            </a:r>
          </a:p>
        </p:txBody>
      </p:sp>
      <p:sp>
        <p:nvSpPr>
          <p:cNvPr id="3" name="Google Shape;56;p14">
            <a:extLst>
              <a:ext uri="{FF2B5EF4-FFF2-40B4-BE49-F238E27FC236}">
                <a16:creationId xmlns:a16="http://schemas.microsoft.com/office/drawing/2014/main" id="{1C2A9179-09F5-169A-AC69-C9403D5A139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4" name="Google Shape;60;p14">
            <a:extLst>
              <a:ext uri="{FF2B5EF4-FFF2-40B4-BE49-F238E27FC236}">
                <a16:creationId xmlns:a16="http://schemas.microsoft.com/office/drawing/2014/main" id="{661AEE39-F633-3F6C-1ABD-151C26156E80}"/>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6" name="TextBox 5">
            <a:extLst>
              <a:ext uri="{FF2B5EF4-FFF2-40B4-BE49-F238E27FC236}">
                <a16:creationId xmlns:a16="http://schemas.microsoft.com/office/drawing/2014/main" id="{1F669994-0960-CEAE-0CF2-CE73419BE7A7}"/>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4" name="Google Shape;150;p23">
            <a:extLst>
              <a:ext uri="{FF2B5EF4-FFF2-40B4-BE49-F238E27FC236}">
                <a16:creationId xmlns:a16="http://schemas.microsoft.com/office/drawing/2014/main" id="{53F8D4D6-1C9B-B4CD-8AF2-79D8614B324D}"/>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6;p14">
            <a:extLst>
              <a:ext uri="{FF2B5EF4-FFF2-40B4-BE49-F238E27FC236}">
                <a16:creationId xmlns:a16="http://schemas.microsoft.com/office/drawing/2014/main" id="{AA8C11D4-CB8C-E542-CC5F-8F794C87AADB}"/>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6" name="Google Shape;60;p14">
            <a:extLst>
              <a:ext uri="{FF2B5EF4-FFF2-40B4-BE49-F238E27FC236}">
                <a16:creationId xmlns:a16="http://schemas.microsoft.com/office/drawing/2014/main" id="{BAE109D5-14D1-974B-F50A-D9D3B43E7D30}"/>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7" name="TextBox 16">
            <a:extLst>
              <a:ext uri="{FF2B5EF4-FFF2-40B4-BE49-F238E27FC236}">
                <a16:creationId xmlns:a16="http://schemas.microsoft.com/office/drawing/2014/main" id="{63D627E2-37C3-525E-838F-1E83BCB2D3C5}"/>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8" name="Google Shape;150;p23">
            <a:extLst>
              <a:ext uri="{FF2B5EF4-FFF2-40B4-BE49-F238E27FC236}">
                <a16:creationId xmlns:a16="http://schemas.microsoft.com/office/drawing/2014/main" id="{392DB415-F172-8B06-81C9-291F4EA98E78}"/>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2628229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hree Column Layout">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F5EB19C4-8C05-9D47-ECB4-5F028060DAC9}"/>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5E0DB5C6-EFB4-2DA6-52E3-29AFDB2C83E5}"/>
              </a:ext>
            </a:extLst>
          </p:cNvPr>
          <p:cNvSpPr>
            <a:spLocks noGrp="1"/>
          </p:cNvSpPr>
          <p:nvPr>
            <p:ph type="title"/>
          </p:nvPr>
        </p:nvSpPr>
        <p:spPr>
          <a:xfrm>
            <a:off x="354558"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ED42C494-7245-E368-BA28-1C37B04D4F12}"/>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2" name="Content Placeholder 2">
            <a:extLst>
              <a:ext uri="{FF2B5EF4-FFF2-40B4-BE49-F238E27FC236}">
                <a16:creationId xmlns:a16="http://schemas.microsoft.com/office/drawing/2014/main" id="{5A0E17D0-FB89-4ABE-A559-395814A714B3}"/>
              </a:ext>
            </a:extLst>
          </p:cNvPr>
          <p:cNvSpPr>
            <a:spLocks noGrp="1"/>
          </p:cNvSpPr>
          <p:nvPr>
            <p:ph sz="quarter" idx="19"/>
          </p:nvPr>
        </p:nvSpPr>
        <p:spPr>
          <a:xfrm>
            <a:off x="354558" y="1416357"/>
            <a:ext cx="2578958"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Content Placeholder 2">
            <a:extLst>
              <a:ext uri="{FF2B5EF4-FFF2-40B4-BE49-F238E27FC236}">
                <a16:creationId xmlns:a16="http://schemas.microsoft.com/office/drawing/2014/main" id="{D999F8D7-3483-C258-2B50-74CCF4D42F44}"/>
              </a:ext>
            </a:extLst>
          </p:cNvPr>
          <p:cNvSpPr>
            <a:spLocks noGrp="1"/>
          </p:cNvSpPr>
          <p:nvPr>
            <p:ph sz="quarter" idx="20"/>
          </p:nvPr>
        </p:nvSpPr>
        <p:spPr>
          <a:xfrm>
            <a:off x="3179607" y="1416357"/>
            <a:ext cx="2682144"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Content Placeholder 2">
            <a:extLst>
              <a:ext uri="{FF2B5EF4-FFF2-40B4-BE49-F238E27FC236}">
                <a16:creationId xmlns:a16="http://schemas.microsoft.com/office/drawing/2014/main" id="{AF3EA4A7-FF2A-02C9-D9F7-4E7B48069A1A}"/>
              </a:ext>
            </a:extLst>
          </p:cNvPr>
          <p:cNvSpPr>
            <a:spLocks noGrp="1"/>
          </p:cNvSpPr>
          <p:nvPr>
            <p:ph sz="quarter" idx="21"/>
          </p:nvPr>
        </p:nvSpPr>
        <p:spPr>
          <a:xfrm>
            <a:off x="6107842" y="1416017"/>
            <a:ext cx="2617057" cy="3287712"/>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Google Shape;56;p14">
            <a:extLst>
              <a:ext uri="{FF2B5EF4-FFF2-40B4-BE49-F238E27FC236}">
                <a16:creationId xmlns:a16="http://schemas.microsoft.com/office/drawing/2014/main" id="{D42D73F2-4827-2412-B5CE-791F0414E408}"/>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633178C7-A9FC-3975-EBE8-9ECCB001CB95}"/>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TextBox 12">
            <a:extLst>
              <a:ext uri="{FF2B5EF4-FFF2-40B4-BE49-F238E27FC236}">
                <a16:creationId xmlns:a16="http://schemas.microsoft.com/office/drawing/2014/main" id="{3489CD25-F120-9A11-A395-61007822DF54}"/>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4" name="Google Shape;150;p23">
            <a:extLst>
              <a:ext uri="{FF2B5EF4-FFF2-40B4-BE49-F238E27FC236}">
                <a16:creationId xmlns:a16="http://schemas.microsoft.com/office/drawing/2014/main" id="{FD8F279E-1539-9F0E-F73E-7715CC10D8A9}"/>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6;p14">
            <a:extLst>
              <a:ext uri="{FF2B5EF4-FFF2-40B4-BE49-F238E27FC236}">
                <a16:creationId xmlns:a16="http://schemas.microsoft.com/office/drawing/2014/main" id="{D7AED601-71D3-4AF9-9DE4-D67ADC422F6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6" name="Google Shape;60;p14">
            <a:extLst>
              <a:ext uri="{FF2B5EF4-FFF2-40B4-BE49-F238E27FC236}">
                <a16:creationId xmlns:a16="http://schemas.microsoft.com/office/drawing/2014/main" id="{D2D3CA51-551D-B0EC-331A-F75E60E5DBEB}"/>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7" name="TextBox 16">
            <a:extLst>
              <a:ext uri="{FF2B5EF4-FFF2-40B4-BE49-F238E27FC236}">
                <a16:creationId xmlns:a16="http://schemas.microsoft.com/office/drawing/2014/main" id="{02398D3D-116A-5CD4-685B-921D76191F57}"/>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8" name="Google Shape;150;p23">
            <a:extLst>
              <a:ext uri="{FF2B5EF4-FFF2-40B4-BE49-F238E27FC236}">
                <a16:creationId xmlns:a16="http://schemas.microsoft.com/office/drawing/2014/main" id="{582C9D05-6F6C-96AB-64E2-85AFAAD34B05}"/>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9477218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hree Column Layout w Titles">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Content Placeholder 13">
            <a:extLst>
              <a:ext uri="{FF2B5EF4-FFF2-40B4-BE49-F238E27FC236}">
                <a16:creationId xmlns:a16="http://schemas.microsoft.com/office/drawing/2014/main" id="{F9EE5671-DEE7-CCD6-192D-9B2E151D7ADB}"/>
              </a:ext>
            </a:extLst>
          </p:cNvPr>
          <p:cNvSpPr>
            <a:spLocks noGrp="1"/>
          </p:cNvSpPr>
          <p:nvPr>
            <p:ph sz="quarter" idx="19"/>
          </p:nvPr>
        </p:nvSpPr>
        <p:spPr>
          <a:xfrm>
            <a:off x="354558" y="1354041"/>
            <a:ext cx="2578958" cy="387350"/>
          </a:xfrm>
          <a:prstGeom prst="rect">
            <a:avLst/>
          </a:prstGeom>
        </p:spPr>
        <p:txBody>
          <a:bodyPr bIns="0" anchor="b">
            <a:noAutofit/>
          </a:bodyPr>
          <a:lstStyle>
            <a:lvl1pPr marL="0" indent="0">
              <a:buNone/>
              <a:defRPr sz="1800" b="1">
                <a:solidFill>
                  <a:schemeClr val="tx2"/>
                </a:solidFill>
              </a:defRPr>
            </a:lvl1pPr>
          </a:lstStyle>
          <a:p>
            <a:pPr lvl="0"/>
            <a:r>
              <a:rPr lang="en-US"/>
              <a:t>Click to edit Master text styles</a:t>
            </a:r>
          </a:p>
        </p:txBody>
      </p:sp>
      <p:sp>
        <p:nvSpPr>
          <p:cNvPr id="16" name="Content Placeholder 13">
            <a:extLst>
              <a:ext uri="{FF2B5EF4-FFF2-40B4-BE49-F238E27FC236}">
                <a16:creationId xmlns:a16="http://schemas.microsoft.com/office/drawing/2014/main" id="{FA3135A5-32B2-47C8-B809-AEA978B82C08}"/>
              </a:ext>
            </a:extLst>
          </p:cNvPr>
          <p:cNvSpPr>
            <a:spLocks noGrp="1"/>
          </p:cNvSpPr>
          <p:nvPr>
            <p:ph sz="quarter" idx="20"/>
          </p:nvPr>
        </p:nvSpPr>
        <p:spPr>
          <a:xfrm>
            <a:off x="3178605" y="1355610"/>
            <a:ext cx="2684145" cy="387350"/>
          </a:xfrm>
          <a:prstGeom prst="rect">
            <a:avLst/>
          </a:prstGeom>
        </p:spPr>
        <p:txBody>
          <a:bodyPr bIns="0" anchor="b">
            <a:noAutofit/>
          </a:bodyPr>
          <a:lstStyle>
            <a:lvl1pPr marL="0" indent="0">
              <a:buNone/>
              <a:defRPr sz="1800" b="1">
                <a:solidFill>
                  <a:schemeClr val="tx2"/>
                </a:solidFill>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D8A1BEF0-E942-E03B-81AB-BF03DB790EB6}"/>
              </a:ext>
            </a:extLst>
          </p:cNvPr>
          <p:cNvSpPr>
            <a:spLocks noGrp="1"/>
          </p:cNvSpPr>
          <p:nvPr>
            <p:ph sz="quarter" idx="21"/>
          </p:nvPr>
        </p:nvSpPr>
        <p:spPr>
          <a:xfrm>
            <a:off x="6107840" y="1354041"/>
            <a:ext cx="2617059" cy="387350"/>
          </a:xfrm>
          <a:prstGeom prst="rect">
            <a:avLst/>
          </a:prstGeom>
        </p:spPr>
        <p:txBody>
          <a:bodyPr bIns="0" anchor="b">
            <a:noAutofit/>
          </a:bodyPr>
          <a:lstStyle>
            <a:lvl1pPr marL="0" indent="0">
              <a:buNone/>
              <a:defRPr sz="1800" b="1">
                <a:solidFill>
                  <a:schemeClr val="tx2"/>
                </a:solidFill>
              </a:defRPr>
            </a:lvl1pPr>
          </a:lstStyle>
          <a:p>
            <a:pPr lvl="0"/>
            <a:r>
              <a:rPr lang="en-US"/>
              <a:t>Click to edit Master text styles</a:t>
            </a:r>
          </a:p>
        </p:txBody>
      </p:sp>
      <p:sp>
        <p:nvSpPr>
          <p:cNvPr id="18" name="Google Shape;150;p23">
            <a:extLst>
              <a:ext uri="{FF2B5EF4-FFF2-40B4-BE49-F238E27FC236}">
                <a16:creationId xmlns:a16="http://schemas.microsoft.com/office/drawing/2014/main" id="{82C0BBD0-F535-9AAF-DA52-C96B8B811DD8}"/>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Title 1">
            <a:extLst>
              <a:ext uri="{FF2B5EF4-FFF2-40B4-BE49-F238E27FC236}">
                <a16:creationId xmlns:a16="http://schemas.microsoft.com/office/drawing/2014/main" id="{6EE85270-35B2-10A3-A7E5-FF52FA6E6329}"/>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10" name="Google Shape;58;p14">
            <a:extLst>
              <a:ext uri="{FF2B5EF4-FFF2-40B4-BE49-F238E27FC236}">
                <a16:creationId xmlns:a16="http://schemas.microsoft.com/office/drawing/2014/main" id="{4DE9C0F1-70CE-1DA8-B130-E8004B242F24}"/>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5" name="Content Placeholder 2">
            <a:extLst>
              <a:ext uri="{FF2B5EF4-FFF2-40B4-BE49-F238E27FC236}">
                <a16:creationId xmlns:a16="http://schemas.microsoft.com/office/drawing/2014/main" id="{27996DBE-B145-0809-95BA-58D4782451DE}"/>
              </a:ext>
            </a:extLst>
          </p:cNvPr>
          <p:cNvSpPr>
            <a:spLocks noGrp="1"/>
          </p:cNvSpPr>
          <p:nvPr>
            <p:ph sz="quarter" idx="22"/>
          </p:nvPr>
        </p:nvSpPr>
        <p:spPr>
          <a:xfrm>
            <a:off x="354558" y="1764770"/>
            <a:ext cx="2578958" cy="2940580"/>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2">
            <a:extLst>
              <a:ext uri="{FF2B5EF4-FFF2-40B4-BE49-F238E27FC236}">
                <a16:creationId xmlns:a16="http://schemas.microsoft.com/office/drawing/2014/main" id="{43891044-E93C-51D2-6167-F2C0331735B7}"/>
              </a:ext>
            </a:extLst>
          </p:cNvPr>
          <p:cNvSpPr>
            <a:spLocks noGrp="1"/>
          </p:cNvSpPr>
          <p:nvPr>
            <p:ph sz="quarter" idx="23"/>
          </p:nvPr>
        </p:nvSpPr>
        <p:spPr>
          <a:xfrm>
            <a:off x="3178605" y="1764770"/>
            <a:ext cx="2682144" cy="2940580"/>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Content Placeholder 2">
            <a:extLst>
              <a:ext uri="{FF2B5EF4-FFF2-40B4-BE49-F238E27FC236}">
                <a16:creationId xmlns:a16="http://schemas.microsoft.com/office/drawing/2014/main" id="{F629D29E-EBFE-922D-2B99-3D25A451D2E2}"/>
              </a:ext>
            </a:extLst>
          </p:cNvPr>
          <p:cNvSpPr>
            <a:spLocks noGrp="1"/>
          </p:cNvSpPr>
          <p:nvPr>
            <p:ph sz="quarter" idx="24"/>
          </p:nvPr>
        </p:nvSpPr>
        <p:spPr>
          <a:xfrm>
            <a:off x="6107842" y="1764430"/>
            <a:ext cx="2617057" cy="2940580"/>
          </a:xfrm>
          <a:prstGeom prst="rect">
            <a:avLst/>
          </a:prstGeom>
        </p:spPr>
        <p:txBody>
          <a:bodyPr>
            <a:noAutofit/>
          </a:bodyPr>
          <a:lstStyle>
            <a:lvl1pPr>
              <a:lnSpc>
                <a:spcPct val="114000"/>
              </a:lnSpc>
              <a:defRPr/>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Google Shape;56;p14">
            <a:extLst>
              <a:ext uri="{FF2B5EF4-FFF2-40B4-BE49-F238E27FC236}">
                <a16:creationId xmlns:a16="http://schemas.microsoft.com/office/drawing/2014/main" id="{F5F55C10-2D11-BEBC-F805-5E7542EEC99B}"/>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 name="Google Shape;60;p14">
            <a:extLst>
              <a:ext uri="{FF2B5EF4-FFF2-40B4-BE49-F238E27FC236}">
                <a16:creationId xmlns:a16="http://schemas.microsoft.com/office/drawing/2014/main" id="{A589E2A7-FB16-02BF-EEBA-AD99B51F64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4" name="TextBox 3">
            <a:extLst>
              <a:ext uri="{FF2B5EF4-FFF2-40B4-BE49-F238E27FC236}">
                <a16:creationId xmlns:a16="http://schemas.microsoft.com/office/drawing/2014/main" id="{3C49E5F5-7DCB-E02C-2DA3-C22C2F1CE405}"/>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1A6E7301-290C-6999-8C52-C4B9866363B7}"/>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6;p14">
            <a:extLst>
              <a:ext uri="{FF2B5EF4-FFF2-40B4-BE49-F238E27FC236}">
                <a16:creationId xmlns:a16="http://schemas.microsoft.com/office/drawing/2014/main" id="{62E60B80-3D6B-A9E6-2396-2D8703AA7F33}"/>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05BC6BE8-3443-64B2-DEC9-D7A9990ACB8B}"/>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20" name="TextBox 19">
            <a:extLst>
              <a:ext uri="{FF2B5EF4-FFF2-40B4-BE49-F238E27FC236}">
                <a16:creationId xmlns:a16="http://schemas.microsoft.com/office/drawing/2014/main" id="{E122370B-5C44-C5E7-EEDD-B004CD07B02F}"/>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21" name="Google Shape;150;p23">
            <a:extLst>
              <a:ext uri="{FF2B5EF4-FFF2-40B4-BE49-F238E27FC236}">
                <a16:creationId xmlns:a16="http://schemas.microsoft.com/office/drawing/2014/main" id="{8C0F29FC-3AF2-E289-35C5-75814AEC1A39}"/>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900816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Four Column Layout">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8" name="Google Shape;150;p23">
            <a:extLst>
              <a:ext uri="{FF2B5EF4-FFF2-40B4-BE49-F238E27FC236}">
                <a16:creationId xmlns:a16="http://schemas.microsoft.com/office/drawing/2014/main" id="{083B192A-DC11-E214-333E-DEE3FF151A5D}"/>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Title 1">
            <a:extLst>
              <a:ext uri="{FF2B5EF4-FFF2-40B4-BE49-F238E27FC236}">
                <a16:creationId xmlns:a16="http://schemas.microsoft.com/office/drawing/2014/main" id="{59FD56F6-2901-6AAE-7BEA-9EF1EED40463}"/>
              </a:ext>
            </a:extLst>
          </p:cNvPr>
          <p:cNvSpPr>
            <a:spLocks noGrp="1"/>
          </p:cNvSpPr>
          <p:nvPr>
            <p:ph type="title"/>
          </p:nvPr>
        </p:nvSpPr>
        <p:spPr>
          <a:xfrm>
            <a:off x="354559" y="291988"/>
            <a:ext cx="8370340" cy="473131"/>
          </a:xfrm>
        </p:spPr>
        <p:txBody>
          <a:bodyPr bIns="0">
            <a:noAutofit/>
          </a:bodyPr>
          <a:lstStyle>
            <a:lvl1pPr>
              <a:defRPr sz="2600" b="1"/>
            </a:lvl1pPr>
          </a:lstStyle>
          <a:p>
            <a:r>
              <a:rPr lang="en-US"/>
              <a:t>Click to edit Master title style</a:t>
            </a:r>
            <a:endParaRPr lang="en-US" dirty="0"/>
          </a:p>
        </p:txBody>
      </p:sp>
      <p:sp>
        <p:nvSpPr>
          <p:cNvPr id="14" name="Google Shape;58;p14">
            <a:extLst>
              <a:ext uri="{FF2B5EF4-FFF2-40B4-BE49-F238E27FC236}">
                <a16:creationId xmlns:a16="http://schemas.microsoft.com/office/drawing/2014/main" id="{50FC779A-882C-359C-0BC7-F4B7F9AF1073}"/>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15" name="Content Placeholder 2">
            <a:extLst>
              <a:ext uri="{FF2B5EF4-FFF2-40B4-BE49-F238E27FC236}">
                <a16:creationId xmlns:a16="http://schemas.microsoft.com/office/drawing/2014/main" id="{055B88C0-F073-037E-A486-B50231229972}"/>
              </a:ext>
            </a:extLst>
          </p:cNvPr>
          <p:cNvSpPr>
            <a:spLocks noGrp="1"/>
          </p:cNvSpPr>
          <p:nvPr>
            <p:ph sz="quarter" idx="20"/>
          </p:nvPr>
        </p:nvSpPr>
        <p:spPr>
          <a:xfrm>
            <a:off x="354558" y="1425322"/>
            <a:ext cx="1866900" cy="3280028"/>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7" name="Content Placeholder 2">
            <a:extLst>
              <a:ext uri="{FF2B5EF4-FFF2-40B4-BE49-F238E27FC236}">
                <a16:creationId xmlns:a16="http://schemas.microsoft.com/office/drawing/2014/main" id="{E5412859-AD8C-B792-BC96-0DCD63D1528F}"/>
              </a:ext>
            </a:extLst>
          </p:cNvPr>
          <p:cNvSpPr>
            <a:spLocks noGrp="1"/>
          </p:cNvSpPr>
          <p:nvPr>
            <p:ph sz="quarter" idx="21"/>
          </p:nvPr>
        </p:nvSpPr>
        <p:spPr>
          <a:xfrm>
            <a:off x="2516820" y="1425322"/>
            <a:ext cx="1866901" cy="3280028"/>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2">
            <a:extLst>
              <a:ext uri="{FF2B5EF4-FFF2-40B4-BE49-F238E27FC236}">
                <a16:creationId xmlns:a16="http://schemas.microsoft.com/office/drawing/2014/main" id="{D0D6DA87-DF47-DDE4-9B69-83FE687F9FFF}"/>
              </a:ext>
            </a:extLst>
          </p:cNvPr>
          <p:cNvSpPr>
            <a:spLocks noGrp="1"/>
          </p:cNvSpPr>
          <p:nvPr>
            <p:ph sz="quarter" idx="22"/>
          </p:nvPr>
        </p:nvSpPr>
        <p:spPr>
          <a:xfrm>
            <a:off x="4679083" y="1425322"/>
            <a:ext cx="1894790" cy="3280028"/>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2">
            <a:extLst>
              <a:ext uri="{FF2B5EF4-FFF2-40B4-BE49-F238E27FC236}">
                <a16:creationId xmlns:a16="http://schemas.microsoft.com/office/drawing/2014/main" id="{B7DEE984-257D-6477-F236-740B7045FF1E}"/>
              </a:ext>
            </a:extLst>
          </p:cNvPr>
          <p:cNvSpPr>
            <a:spLocks noGrp="1"/>
          </p:cNvSpPr>
          <p:nvPr>
            <p:ph sz="quarter" idx="23"/>
          </p:nvPr>
        </p:nvSpPr>
        <p:spPr>
          <a:xfrm>
            <a:off x="6869236" y="1425322"/>
            <a:ext cx="1856692" cy="3280028"/>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Google Shape;56;p14">
            <a:extLst>
              <a:ext uri="{FF2B5EF4-FFF2-40B4-BE49-F238E27FC236}">
                <a16:creationId xmlns:a16="http://schemas.microsoft.com/office/drawing/2014/main" id="{8839EDA2-5E6A-62E8-AC18-78B3EA1D8C59}"/>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 name="Google Shape;60;p14">
            <a:extLst>
              <a:ext uri="{FF2B5EF4-FFF2-40B4-BE49-F238E27FC236}">
                <a16:creationId xmlns:a16="http://schemas.microsoft.com/office/drawing/2014/main" id="{F3F8E374-A586-3557-DA26-D3CE44817329}"/>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4" name="TextBox 3">
            <a:extLst>
              <a:ext uri="{FF2B5EF4-FFF2-40B4-BE49-F238E27FC236}">
                <a16:creationId xmlns:a16="http://schemas.microsoft.com/office/drawing/2014/main" id="{1A3EB67C-D22F-462C-9F9F-6B6050580BCD}"/>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5" name="Google Shape;150;p23">
            <a:extLst>
              <a:ext uri="{FF2B5EF4-FFF2-40B4-BE49-F238E27FC236}">
                <a16:creationId xmlns:a16="http://schemas.microsoft.com/office/drawing/2014/main" id="{3D790321-8F76-F18F-E46D-00F3A4247CC8}"/>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6;p14">
            <a:extLst>
              <a:ext uri="{FF2B5EF4-FFF2-40B4-BE49-F238E27FC236}">
                <a16:creationId xmlns:a16="http://schemas.microsoft.com/office/drawing/2014/main" id="{1B62C7DB-74A0-8B3A-1F30-B97E54CAF66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7" name="Google Shape;60;p14">
            <a:extLst>
              <a:ext uri="{FF2B5EF4-FFF2-40B4-BE49-F238E27FC236}">
                <a16:creationId xmlns:a16="http://schemas.microsoft.com/office/drawing/2014/main" id="{8BDC2E1B-25F3-6A07-24C0-085EF6EAFA9B}"/>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0" name="TextBox 9">
            <a:extLst>
              <a:ext uri="{FF2B5EF4-FFF2-40B4-BE49-F238E27FC236}">
                <a16:creationId xmlns:a16="http://schemas.microsoft.com/office/drawing/2014/main" id="{AD6C2454-038C-DEEE-3805-7B890CF7521E}"/>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2" name="Google Shape;150;p23">
            <a:extLst>
              <a:ext uri="{FF2B5EF4-FFF2-40B4-BE49-F238E27FC236}">
                <a16:creationId xmlns:a16="http://schemas.microsoft.com/office/drawing/2014/main" id="{1A142D10-D058-D9B9-BF84-F71AA01F6BB4}"/>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9493661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Four Column Layout w titles">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7" name="Content Placeholder 13">
            <a:extLst>
              <a:ext uri="{FF2B5EF4-FFF2-40B4-BE49-F238E27FC236}">
                <a16:creationId xmlns:a16="http://schemas.microsoft.com/office/drawing/2014/main" id="{B9990043-3CEA-7FC0-222E-1950BA9B709E}"/>
              </a:ext>
            </a:extLst>
          </p:cNvPr>
          <p:cNvSpPr>
            <a:spLocks noGrp="1"/>
          </p:cNvSpPr>
          <p:nvPr>
            <p:ph sz="quarter" idx="19"/>
          </p:nvPr>
        </p:nvSpPr>
        <p:spPr>
          <a:xfrm>
            <a:off x="354558" y="1364480"/>
            <a:ext cx="1875430" cy="387350"/>
          </a:xfrm>
          <a:prstGeom prst="rect">
            <a:avLst/>
          </a:prstGeom>
        </p:spPr>
        <p:txBody>
          <a:bodyPr bIns="0" anchor="b">
            <a:noAutofit/>
          </a:bodyPr>
          <a:lstStyle>
            <a:lvl1pPr marL="0" indent="0">
              <a:buNone/>
              <a:defRPr sz="1400" b="1">
                <a:solidFill>
                  <a:schemeClr val="tx2"/>
                </a:solidFill>
              </a:defRPr>
            </a:lvl1pPr>
          </a:lstStyle>
          <a:p>
            <a:pPr lvl="0"/>
            <a:r>
              <a:rPr lang="en-US"/>
              <a:t>Click to edit Master text styles</a:t>
            </a:r>
          </a:p>
        </p:txBody>
      </p:sp>
      <p:sp>
        <p:nvSpPr>
          <p:cNvPr id="18" name="Content Placeholder 13">
            <a:extLst>
              <a:ext uri="{FF2B5EF4-FFF2-40B4-BE49-F238E27FC236}">
                <a16:creationId xmlns:a16="http://schemas.microsoft.com/office/drawing/2014/main" id="{B7907B28-82F7-169B-69AB-DC044E0AC980}"/>
              </a:ext>
            </a:extLst>
          </p:cNvPr>
          <p:cNvSpPr>
            <a:spLocks noGrp="1"/>
          </p:cNvSpPr>
          <p:nvPr>
            <p:ph sz="quarter" idx="20"/>
          </p:nvPr>
        </p:nvSpPr>
        <p:spPr>
          <a:xfrm>
            <a:off x="2506191" y="1364480"/>
            <a:ext cx="1876390" cy="387350"/>
          </a:xfrm>
          <a:prstGeom prst="rect">
            <a:avLst/>
          </a:prstGeom>
        </p:spPr>
        <p:txBody>
          <a:bodyPr bIns="0" anchor="b">
            <a:noAutofit/>
          </a:bodyPr>
          <a:lstStyle>
            <a:lvl1pPr marL="0" indent="0">
              <a:buNone/>
              <a:defRPr sz="1400" b="1">
                <a:solidFill>
                  <a:schemeClr val="tx2"/>
                </a:solidFill>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1C08ACAE-FC49-0A90-D755-56861511C19B}"/>
              </a:ext>
            </a:extLst>
          </p:cNvPr>
          <p:cNvSpPr>
            <a:spLocks noGrp="1"/>
          </p:cNvSpPr>
          <p:nvPr>
            <p:ph sz="quarter" idx="21"/>
          </p:nvPr>
        </p:nvSpPr>
        <p:spPr>
          <a:xfrm>
            <a:off x="4658784" y="1364480"/>
            <a:ext cx="1923012" cy="387350"/>
          </a:xfrm>
          <a:prstGeom prst="rect">
            <a:avLst/>
          </a:prstGeom>
        </p:spPr>
        <p:txBody>
          <a:bodyPr bIns="0" anchor="b">
            <a:noAutofit/>
          </a:bodyPr>
          <a:lstStyle>
            <a:lvl1pPr marL="0" indent="0">
              <a:buNone/>
              <a:defRPr sz="1400" b="1">
                <a:solidFill>
                  <a:schemeClr val="tx2"/>
                </a:solidFill>
              </a:defRPr>
            </a:lvl1pPr>
          </a:lstStyle>
          <a:p>
            <a:pPr lvl="0"/>
            <a:r>
              <a:rPr lang="en-US"/>
              <a:t>Click to edit Master text styles</a:t>
            </a:r>
          </a:p>
        </p:txBody>
      </p:sp>
      <p:sp>
        <p:nvSpPr>
          <p:cNvPr id="20" name="Content Placeholder 13">
            <a:extLst>
              <a:ext uri="{FF2B5EF4-FFF2-40B4-BE49-F238E27FC236}">
                <a16:creationId xmlns:a16="http://schemas.microsoft.com/office/drawing/2014/main" id="{5B3A4BF2-76E0-CA6E-C59D-3287AD58E998}"/>
              </a:ext>
            </a:extLst>
          </p:cNvPr>
          <p:cNvSpPr>
            <a:spLocks noGrp="1"/>
          </p:cNvSpPr>
          <p:nvPr>
            <p:ph sz="quarter" idx="22"/>
          </p:nvPr>
        </p:nvSpPr>
        <p:spPr>
          <a:xfrm>
            <a:off x="6857999" y="1364480"/>
            <a:ext cx="1866900" cy="387350"/>
          </a:xfrm>
          <a:prstGeom prst="rect">
            <a:avLst/>
          </a:prstGeom>
        </p:spPr>
        <p:txBody>
          <a:bodyPr bIns="0" anchor="b">
            <a:noAutofit/>
          </a:bodyPr>
          <a:lstStyle>
            <a:lvl1pPr marL="0" indent="0">
              <a:buNone/>
              <a:defRPr sz="1400" b="1">
                <a:solidFill>
                  <a:schemeClr val="tx2"/>
                </a:solidFill>
              </a:defRPr>
            </a:lvl1pPr>
          </a:lstStyle>
          <a:p>
            <a:pPr lvl="0"/>
            <a:r>
              <a:rPr lang="en-US"/>
              <a:t>Click to edit Master text styles</a:t>
            </a:r>
          </a:p>
        </p:txBody>
      </p:sp>
      <p:sp>
        <p:nvSpPr>
          <p:cNvPr id="22" name="Google Shape;150;p23">
            <a:extLst>
              <a:ext uri="{FF2B5EF4-FFF2-40B4-BE49-F238E27FC236}">
                <a16:creationId xmlns:a16="http://schemas.microsoft.com/office/drawing/2014/main" id="{5F546386-E044-F4E7-72AE-B961156C93F7}"/>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Title 1">
            <a:extLst>
              <a:ext uri="{FF2B5EF4-FFF2-40B4-BE49-F238E27FC236}">
                <a16:creationId xmlns:a16="http://schemas.microsoft.com/office/drawing/2014/main" id="{08B1DFFE-BE9E-BA30-0464-D77A13A9F8C5}"/>
              </a:ext>
            </a:extLst>
          </p:cNvPr>
          <p:cNvSpPr>
            <a:spLocks noGrp="1"/>
          </p:cNvSpPr>
          <p:nvPr>
            <p:ph type="title"/>
          </p:nvPr>
        </p:nvSpPr>
        <p:spPr>
          <a:xfrm>
            <a:off x="354558" y="291988"/>
            <a:ext cx="8370340" cy="473131"/>
          </a:xfrm>
        </p:spPr>
        <p:txBody>
          <a:bodyPr bIns="0">
            <a:noAutofit/>
          </a:bodyPr>
          <a:lstStyle>
            <a:lvl1pPr>
              <a:defRPr sz="2600" b="1"/>
            </a:lvl1pPr>
          </a:lstStyle>
          <a:p>
            <a:r>
              <a:rPr lang="en-US"/>
              <a:t>Click to edit Master title style</a:t>
            </a:r>
            <a:endParaRPr lang="en-US" dirty="0"/>
          </a:p>
        </p:txBody>
      </p:sp>
      <p:sp>
        <p:nvSpPr>
          <p:cNvPr id="12" name="Google Shape;58;p14">
            <a:extLst>
              <a:ext uri="{FF2B5EF4-FFF2-40B4-BE49-F238E27FC236}">
                <a16:creationId xmlns:a16="http://schemas.microsoft.com/office/drawing/2014/main" id="{3EAE753E-8561-CCD5-5ED6-1C4E1A4D9F81}"/>
              </a:ext>
            </a:extLst>
          </p:cNvPr>
          <p:cNvSpPr txBox="1">
            <a:spLocks noGrp="1"/>
          </p:cNvSpPr>
          <p:nvPr>
            <p:ph type="subTitle" idx="1"/>
          </p:nvPr>
        </p:nvSpPr>
        <p:spPr>
          <a:xfrm>
            <a:off x="354558" y="774863"/>
            <a:ext cx="8370341"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15" name="Content Placeholder 2">
            <a:extLst>
              <a:ext uri="{FF2B5EF4-FFF2-40B4-BE49-F238E27FC236}">
                <a16:creationId xmlns:a16="http://schemas.microsoft.com/office/drawing/2014/main" id="{4259E312-DE8A-89C3-F5AA-6D8106FE089A}"/>
              </a:ext>
            </a:extLst>
          </p:cNvPr>
          <p:cNvSpPr>
            <a:spLocks noGrp="1"/>
          </p:cNvSpPr>
          <p:nvPr>
            <p:ph sz="quarter" idx="23"/>
          </p:nvPr>
        </p:nvSpPr>
        <p:spPr>
          <a:xfrm>
            <a:off x="354558" y="1763183"/>
            <a:ext cx="1866900" cy="2942167"/>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6" name="Content Placeholder 2">
            <a:extLst>
              <a:ext uri="{FF2B5EF4-FFF2-40B4-BE49-F238E27FC236}">
                <a16:creationId xmlns:a16="http://schemas.microsoft.com/office/drawing/2014/main" id="{98ADEB94-2292-B066-D0FE-2AEBCE1D1135}"/>
              </a:ext>
            </a:extLst>
          </p:cNvPr>
          <p:cNvSpPr>
            <a:spLocks noGrp="1"/>
          </p:cNvSpPr>
          <p:nvPr>
            <p:ph sz="quarter" idx="24"/>
          </p:nvPr>
        </p:nvSpPr>
        <p:spPr>
          <a:xfrm>
            <a:off x="2506191" y="1763183"/>
            <a:ext cx="1866901" cy="2942167"/>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1" name="Content Placeholder 2">
            <a:extLst>
              <a:ext uri="{FF2B5EF4-FFF2-40B4-BE49-F238E27FC236}">
                <a16:creationId xmlns:a16="http://schemas.microsoft.com/office/drawing/2014/main" id="{EE326CCB-29B8-A6D8-4FEC-281F59C3426E}"/>
              </a:ext>
            </a:extLst>
          </p:cNvPr>
          <p:cNvSpPr>
            <a:spLocks noGrp="1"/>
          </p:cNvSpPr>
          <p:nvPr>
            <p:ph sz="quarter" idx="25"/>
          </p:nvPr>
        </p:nvSpPr>
        <p:spPr>
          <a:xfrm>
            <a:off x="4658784" y="1763183"/>
            <a:ext cx="1885282" cy="2942167"/>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2">
            <a:extLst>
              <a:ext uri="{FF2B5EF4-FFF2-40B4-BE49-F238E27FC236}">
                <a16:creationId xmlns:a16="http://schemas.microsoft.com/office/drawing/2014/main" id="{AA2FDB54-1A0F-330C-2D5E-198BE6B463E1}"/>
              </a:ext>
            </a:extLst>
          </p:cNvPr>
          <p:cNvSpPr>
            <a:spLocks noGrp="1"/>
          </p:cNvSpPr>
          <p:nvPr>
            <p:ph sz="quarter" idx="26"/>
          </p:nvPr>
        </p:nvSpPr>
        <p:spPr>
          <a:xfrm>
            <a:off x="6857999" y="1763183"/>
            <a:ext cx="1856694" cy="2942167"/>
          </a:xfrm>
          <a:prstGeom prst="rect">
            <a:avLst/>
          </a:prstGeom>
        </p:spPr>
        <p:txBody>
          <a:bodyPr>
            <a:noAutofit/>
          </a:bodyPr>
          <a:lstStyle>
            <a:lvl1pPr>
              <a:lnSpc>
                <a:spcPct val="114000"/>
              </a:lnSpc>
              <a:defRPr sz="1400"/>
            </a:lvl1pPr>
            <a:lvl2pPr>
              <a:defRPr sz="1200"/>
            </a:lvl2pPr>
            <a:lvl3pPr>
              <a:defRPr sz="1000"/>
            </a:lvl3pPr>
            <a:lvl4pPr>
              <a:defRPr sz="1000"/>
            </a:lvl4pPr>
            <a:lvl5pPr>
              <a:defRPr sz="1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Google Shape;56;p14">
            <a:extLst>
              <a:ext uri="{FF2B5EF4-FFF2-40B4-BE49-F238E27FC236}">
                <a16:creationId xmlns:a16="http://schemas.microsoft.com/office/drawing/2014/main" id="{5D335628-533C-AB02-C23B-BB980371707D}"/>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 name="Google Shape;60;p14">
            <a:extLst>
              <a:ext uri="{FF2B5EF4-FFF2-40B4-BE49-F238E27FC236}">
                <a16:creationId xmlns:a16="http://schemas.microsoft.com/office/drawing/2014/main" id="{11A19E0B-B6C4-402C-0AB1-4696FD0A4981}"/>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4" name="TextBox 3">
            <a:extLst>
              <a:ext uri="{FF2B5EF4-FFF2-40B4-BE49-F238E27FC236}">
                <a16:creationId xmlns:a16="http://schemas.microsoft.com/office/drawing/2014/main" id="{59FEF393-F006-9BA8-28AC-8ADD58B177C9}"/>
              </a:ext>
            </a:extLst>
          </p:cNvPr>
          <p:cNvSpPr txBox="1"/>
          <p:nvPr/>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5" name="Google Shape;150;p23">
            <a:extLst>
              <a:ext uri="{FF2B5EF4-FFF2-40B4-BE49-F238E27FC236}">
                <a16:creationId xmlns:a16="http://schemas.microsoft.com/office/drawing/2014/main" id="{B8EF93F9-5AF8-451D-C1A6-B0588B9B0C5C}"/>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6;p14">
            <a:extLst>
              <a:ext uri="{FF2B5EF4-FFF2-40B4-BE49-F238E27FC236}">
                <a16:creationId xmlns:a16="http://schemas.microsoft.com/office/drawing/2014/main" id="{D1E377E1-F247-4295-EAB2-D587F7F556F4}"/>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7" name="Google Shape;60;p14">
            <a:extLst>
              <a:ext uri="{FF2B5EF4-FFF2-40B4-BE49-F238E27FC236}">
                <a16:creationId xmlns:a16="http://schemas.microsoft.com/office/drawing/2014/main" id="{23766384-31C5-6688-475A-18771803B5D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TextBox 12">
            <a:extLst>
              <a:ext uri="{FF2B5EF4-FFF2-40B4-BE49-F238E27FC236}">
                <a16:creationId xmlns:a16="http://schemas.microsoft.com/office/drawing/2014/main" id="{39B92315-3CBD-9907-7D89-27C86ADEF275}"/>
              </a:ext>
            </a:extLst>
          </p:cNvPr>
          <p:cNvSpPr txBox="1"/>
          <p:nvPr userDrawn="1"/>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4" name="Google Shape;150;p23">
            <a:extLst>
              <a:ext uri="{FF2B5EF4-FFF2-40B4-BE49-F238E27FC236}">
                <a16:creationId xmlns:a16="http://schemas.microsoft.com/office/drawing/2014/main" id="{288A3EBA-CE53-93DC-0DBF-C5C1879192A0}"/>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4099040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12" name="Google Shape;142;p23">
            <a:extLst>
              <a:ext uri="{FF2B5EF4-FFF2-40B4-BE49-F238E27FC236}">
                <a16:creationId xmlns:a16="http://schemas.microsoft.com/office/drawing/2014/main" id="{D2FB9B6D-6368-FE95-4ACC-ABFB5843C303}"/>
              </a:ext>
            </a:extLst>
          </p:cNvPr>
          <p:cNvSpPr/>
          <p:nvPr/>
        </p:nvSpPr>
        <p:spPr>
          <a:xfrm>
            <a:off x="2590800" y="0"/>
            <a:ext cx="65532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8;p23">
            <a:extLst>
              <a:ext uri="{FF2B5EF4-FFF2-40B4-BE49-F238E27FC236}">
                <a16:creationId xmlns:a16="http://schemas.microsoft.com/office/drawing/2014/main" id="{4DAB85F9-062F-95F5-32C9-9D50E3227A16}"/>
              </a:ext>
            </a:extLst>
          </p:cNvPr>
          <p:cNvSpPr/>
          <p:nvPr/>
        </p:nvSpPr>
        <p:spPr>
          <a:xfrm>
            <a:off x="6369225" y="228600"/>
            <a:ext cx="1322446" cy="1414662"/>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13">
              <a:solidFill>
                <a:schemeClr val="dk1"/>
              </a:solidFill>
              <a:latin typeface="Arial"/>
              <a:ea typeface="Arial"/>
              <a:cs typeface="Arial"/>
              <a:sym typeface="Arial"/>
            </a:endParaRPr>
          </a:p>
        </p:txBody>
      </p:sp>
      <p:sp>
        <p:nvSpPr>
          <p:cNvPr id="15" name="Google Shape;149;p23">
            <a:extLst>
              <a:ext uri="{FF2B5EF4-FFF2-40B4-BE49-F238E27FC236}">
                <a16:creationId xmlns:a16="http://schemas.microsoft.com/office/drawing/2014/main" id="{8F657C1B-92B4-6B9D-5FE1-04A3ACDD0B0C}"/>
              </a:ext>
            </a:extLst>
          </p:cNvPr>
          <p:cNvSpPr/>
          <p:nvPr/>
        </p:nvSpPr>
        <p:spPr>
          <a:xfrm>
            <a:off x="2596853" y="2767075"/>
            <a:ext cx="2772174" cy="2372082"/>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pic>
        <p:nvPicPr>
          <p:cNvPr id="16" name="Google Shape;151;p23">
            <a:extLst>
              <a:ext uri="{FF2B5EF4-FFF2-40B4-BE49-F238E27FC236}">
                <a16:creationId xmlns:a16="http://schemas.microsoft.com/office/drawing/2014/main" id="{FD0D6CEB-D284-400B-5E7A-E1C1E3DBBF80}"/>
              </a:ext>
            </a:extLst>
          </p:cNvPr>
          <p:cNvPicPr preferRelativeResize="0"/>
          <p:nvPr/>
        </p:nvPicPr>
        <p:blipFill rotWithShape="1">
          <a:blip r:embed="rId2">
            <a:alphaModFix/>
          </a:blip>
          <a:srcRect l="16763"/>
          <a:stretch/>
        </p:blipFill>
        <p:spPr>
          <a:xfrm rot="10800000">
            <a:off x="7338076" y="640000"/>
            <a:ext cx="1805925" cy="2369900"/>
          </a:xfrm>
          <a:prstGeom prst="rect">
            <a:avLst/>
          </a:prstGeom>
          <a:noFill/>
          <a:ln>
            <a:noFill/>
          </a:ln>
        </p:spPr>
      </p:pic>
      <p:sp>
        <p:nvSpPr>
          <p:cNvPr id="2" name="Title 1"/>
          <p:cNvSpPr>
            <a:spLocks noGrp="1"/>
          </p:cNvSpPr>
          <p:nvPr>
            <p:ph type="title"/>
          </p:nvPr>
        </p:nvSpPr>
        <p:spPr>
          <a:xfrm>
            <a:off x="353539" y="291988"/>
            <a:ext cx="1959263" cy="473131"/>
          </a:xfrm>
        </p:spPr>
        <p:txBody>
          <a:bodyPr>
            <a:noAutofit/>
          </a:bodyPr>
          <a:lstStyle>
            <a:lvl1pPr>
              <a:defRPr sz="2600" b="1"/>
            </a:lvl1pPr>
          </a:lstStyle>
          <a:p>
            <a:r>
              <a:rPr lang="en-US"/>
              <a:t>Click to edit Master title style</a:t>
            </a:r>
            <a:endParaRPr lang="en-US" dirty="0"/>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TextBox 12">
            <a:extLst>
              <a:ext uri="{FF2B5EF4-FFF2-40B4-BE49-F238E27FC236}">
                <a16:creationId xmlns:a16="http://schemas.microsoft.com/office/drawing/2014/main" id="{612AB308-CDD2-59CC-482E-153C99757AFA}"/>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21" name="Google Shape;150;p23">
            <a:extLst>
              <a:ext uri="{FF2B5EF4-FFF2-40B4-BE49-F238E27FC236}">
                <a16:creationId xmlns:a16="http://schemas.microsoft.com/office/drawing/2014/main" id="{4701A14F-C5DC-D91B-CAAF-9F6050DD7D8F}"/>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Content Placeholder 2">
            <a:extLst>
              <a:ext uri="{FF2B5EF4-FFF2-40B4-BE49-F238E27FC236}">
                <a16:creationId xmlns:a16="http://schemas.microsoft.com/office/drawing/2014/main" id="{E1839889-1EBD-E4BD-1C4B-C52F84F4923A}"/>
              </a:ext>
            </a:extLst>
          </p:cNvPr>
          <p:cNvSpPr>
            <a:spLocks noGrp="1"/>
          </p:cNvSpPr>
          <p:nvPr>
            <p:ph sz="quarter" idx="22"/>
          </p:nvPr>
        </p:nvSpPr>
        <p:spPr>
          <a:xfrm>
            <a:off x="3088263" y="1684085"/>
            <a:ext cx="3814574" cy="2940580"/>
          </a:xfrm>
          <a:prstGeom prst="rect">
            <a:avLst/>
          </a:prstGeom>
        </p:spPr>
        <p:txBody>
          <a:bodyPr/>
          <a:lstStyle>
            <a:lvl1pPr>
              <a:lnSpc>
                <a:spcPct val="1140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Google Shape;142;p23">
            <a:extLst>
              <a:ext uri="{FF2B5EF4-FFF2-40B4-BE49-F238E27FC236}">
                <a16:creationId xmlns:a16="http://schemas.microsoft.com/office/drawing/2014/main" id="{B0356621-F86D-4229-3FC1-DA118FD5F8CE}"/>
              </a:ext>
            </a:extLst>
          </p:cNvPr>
          <p:cNvSpPr/>
          <p:nvPr/>
        </p:nvSpPr>
        <p:spPr>
          <a:xfrm>
            <a:off x="2590800" y="0"/>
            <a:ext cx="65532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148;p23">
            <a:extLst>
              <a:ext uri="{FF2B5EF4-FFF2-40B4-BE49-F238E27FC236}">
                <a16:creationId xmlns:a16="http://schemas.microsoft.com/office/drawing/2014/main" id="{5DB1908A-15AD-7273-1870-5ED9FE5AC6DB}"/>
              </a:ext>
            </a:extLst>
          </p:cNvPr>
          <p:cNvSpPr/>
          <p:nvPr/>
        </p:nvSpPr>
        <p:spPr>
          <a:xfrm>
            <a:off x="6369225" y="228600"/>
            <a:ext cx="1322446" cy="1414662"/>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13">
              <a:solidFill>
                <a:schemeClr val="dk1"/>
              </a:solidFill>
              <a:latin typeface="Arial"/>
              <a:ea typeface="Arial"/>
              <a:cs typeface="Arial"/>
              <a:sym typeface="Arial"/>
            </a:endParaRPr>
          </a:p>
        </p:txBody>
      </p:sp>
      <p:sp>
        <p:nvSpPr>
          <p:cNvPr id="5" name="Google Shape;149;p23">
            <a:extLst>
              <a:ext uri="{FF2B5EF4-FFF2-40B4-BE49-F238E27FC236}">
                <a16:creationId xmlns:a16="http://schemas.microsoft.com/office/drawing/2014/main" id="{CB256162-4E5C-AC47-BF07-8BBA4B490369}"/>
              </a:ext>
            </a:extLst>
          </p:cNvPr>
          <p:cNvSpPr/>
          <p:nvPr/>
        </p:nvSpPr>
        <p:spPr>
          <a:xfrm>
            <a:off x="2596853" y="2767075"/>
            <a:ext cx="2772174" cy="2372082"/>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pic>
        <p:nvPicPr>
          <p:cNvPr id="6" name="Google Shape;151;p23">
            <a:extLst>
              <a:ext uri="{FF2B5EF4-FFF2-40B4-BE49-F238E27FC236}">
                <a16:creationId xmlns:a16="http://schemas.microsoft.com/office/drawing/2014/main" id="{F6C5218E-98FC-4F05-C46C-A425F47F4D56}"/>
              </a:ext>
            </a:extLst>
          </p:cNvPr>
          <p:cNvPicPr preferRelativeResize="0"/>
          <p:nvPr/>
        </p:nvPicPr>
        <p:blipFill rotWithShape="1">
          <a:blip r:embed="rId2">
            <a:alphaModFix/>
          </a:blip>
          <a:srcRect l="16763"/>
          <a:stretch/>
        </p:blipFill>
        <p:spPr>
          <a:xfrm rot="10800000">
            <a:off x="7338076" y="640000"/>
            <a:ext cx="1805925" cy="2369900"/>
          </a:xfrm>
          <a:prstGeom prst="rect">
            <a:avLst/>
          </a:prstGeom>
          <a:noFill/>
          <a:ln>
            <a:noFill/>
          </a:ln>
        </p:spPr>
      </p:pic>
      <p:sp>
        <p:nvSpPr>
          <p:cNvPr id="10" name="Google Shape;56;p14">
            <a:extLst>
              <a:ext uri="{FF2B5EF4-FFF2-40B4-BE49-F238E27FC236}">
                <a16:creationId xmlns:a16="http://schemas.microsoft.com/office/drawing/2014/main" id="{AEE082DE-671D-FA79-14C2-0303611B2CFB}"/>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 name="Google Shape;60;p14">
            <a:extLst>
              <a:ext uri="{FF2B5EF4-FFF2-40B4-BE49-F238E27FC236}">
                <a16:creationId xmlns:a16="http://schemas.microsoft.com/office/drawing/2014/main" id="{39D5D307-0D8B-2754-5FF5-3619CD161362}"/>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7" name="TextBox 16">
            <a:extLst>
              <a:ext uri="{FF2B5EF4-FFF2-40B4-BE49-F238E27FC236}">
                <a16:creationId xmlns:a16="http://schemas.microsoft.com/office/drawing/2014/main" id="{D9B4A41A-141B-313E-FD43-EE7D5D457B5D}"/>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8" name="Google Shape;150;p23">
            <a:extLst>
              <a:ext uri="{FF2B5EF4-FFF2-40B4-BE49-F238E27FC236}">
                <a16:creationId xmlns:a16="http://schemas.microsoft.com/office/drawing/2014/main" id="{271491F0-6659-66E6-A124-3843A74DD7A1}"/>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42;p23">
            <a:extLst>
              <a:ext uri="{FF2B5EF4-FFF2-40B4-BE49-F238E27FC236}">
                <a16:creationId xmlns:a16="http://schemas.microsoft.com/office/drawing/2014/main" id="{82F734D7-19A8-C97B-8B29-A52CAB96EA89}"/>
              </a:ext>
            </a:extLst>
          </p:cNvPr>
          <p:cNvSpPr/>
          <p:nvPr userDrawn="1"/>
        </p:nvSpPr>
        <p:spPr>
          <a:xfrm>
            <a:off x="2590800" y="0"/>
            <a:ext cx="655320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148;p23">
            <a:extLst>
              <a:ext uri="{FF2B5EF4-FFF2-40B4-BE49-F238E27FC236}">
                <a16:creationId xmlns:a16="http://schemas.microsoft.com/office/drawing/2014/main" id="{97125153-3A7A-14EB-ABF4-0ACFB20B4C1F}"/>
              </a:ext>
            </a:extLst>
          </p:cNvPr>
          <p:cNvSpPr/>
          <p:nvPr userDrawn="1"/>
        </p:nvSpPr>
        <p:spPr>
          <a:xfrm>
            <a:off x="6369225" y="228600"/>
            <a:ext cx="1322446" cy="1414662"/>
          </a:xfrm>
          <a:custGeom>
            <a:avLst/>
            <a:gdLst/>
            <a:ahLst/>
            <a:cxnLst/>
            <a:rect l="l" t="t" r="r" b="b"/>
            <a:pathLst>
              <a:path w="1950" h="2085" extrusionOk="0">
                <a:moveTo>
                  <a:pt x="402" y="0"/>
                </a:moveTo>
                <a:cubicBezTo>
                  <a:pt x="281" y="0"/>
                  <a:pt x="162" y="64"/>
                  <a:pt x="97" y="177"/>
                </a:cubicBezTo>
                <a:cubicBezTo>
                  <a:pt x="0" y="345"/>
                  <a:pt x="57" y="560"/>
                  <a:pt x="226" y="657"/>
                </a:cubicBezTo>
                <a:cubicBezTo>
                  <a:pt x="894" y="1043"/>
                  <a:pt x="894" y="1043"/>
                  <a:pt x="894" y="1043"/>
                </a:cubicBezTo>
                <a:cubicBezTo>
                  <a:pt x="226" y="1428"/>
                  <a:pt x="226" y="1428"/>
                  <a:pt x="226" y="1428"/>
                </a:cubicBezTo>
                <a:cubicBezTo>
                  <a:pt x="57" y="1526"/>
                  <a:pt x="0" y="1740"/>
                  <a:pt x="97" y="1909"/>
                </a:cubicBezTo>
                <a:cubicBezTo>
                  <a:pt x="162" y="2022"/>
                  <a:pt x="280" y="2085"/>
                  <a:pt x="402" y="2085"/>
                </a:cubicBezTo>
                <a:cubicBezTo>
                  <a:pt x="462" y="2085"/>
                  <a:pt x="522" y="2070"/>
                  <a:pt x="578" y="2038"/>
                </a:cubicBezTo>
                <a:cubicBezTo>
                  <a:pt x="1773" y="1347"/>
                  <a:pt x="1773" y="1347"/>
                  <a:pt x="1773" y="1347"/>
                </a:cubicBezTo>
                <a:cubicBezTo>
                  <a:pt x="1853" y="1301"/>
                  <a:pt x="1908" y="1228"/>
                  <a:pt x="1933" y="1146"/>
                </a:cubicBezTo>
                <a:cubicBezTo>
                  <a:pt x="1945" y="1109"/>
                  <a:pt x="1950" y="1070"/>
                  <a:pt x="1949" y="1032"/>
                </a:cubicBezTo>
                <a:cubicBezTo>
                  <a:pt x="1948" y="1004"/>
                  <a:pt x="1944" y="976"/>
                  <a:pt x="1937" y="949"/>
                </a:cubicBezTo>
                <a:cubicBezTo>
                  <a:pt x="1913" y="863"/>
                  <a:pt x="1857" y="786"/>
                  <a:pt x="1773" y="738"/>
                </a:cubicBezTo>
                <a:cubicBezTo>
                  <a:pt x="578" y="48"/>
                  <a:pt x="578" y="48"/>
                  <a:pt x="578" y="48"/>
                </a:cubicBezTo>
                <a:cubicBezTo>
                  <a:pt x="522" y="16"/>
                  <a:pt x="462" y="0"/>
                  <a:pt x="402" y="0"/>
                </a:cubicBezTo>
              </a:path>
            </a:pathLst>
          </a:custGeom>
          <a:solidFill>
            <a:srgbClr val="27B1E3">
              <a:alpha val="11730"/>
            </a:srgb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013">
              <a:solidFill>
                <a:schemeClr val="dk1"/>
              </a:solidFill>
              <a:latin typeface="Arial"/>
              <a:ea typeface="Arial"/>
              <a:cs typeface="Arial"/>
              <a:sym typeface="Arial"/>
            </a:endParaRPr>
          </a:p>
        </p:txBody>
      </p:sp>
      <p:sp>
        <p:nvSpPr>
          <p:cNvPr id="22" name="Google Shape;149;p23">
            <a:extLst>
              <a:ext uri="{FF2B5EF4-FFF2-40B4-BE49-F238E27FC236}">
                <a16:creationId xmlns:a16="http://schemas.microsoft.com/office/drawing/2014/main" id="{7759C390-88E0-5EE3-5116-248E0C67B154}"/>
              </a:ext>
            </a:extLst>
          </p:cNvPr>
          <p:cNvSpPr/>
          <p:nvPr userDrawn="1"/>
        </p:nvSpPr>
        <p:spPr>
          <a:xfrm>
            <a:off x="2596853" y="2767075"/>
            <a:ext cx="2772174" cy="2372082"/>
          </a:xfrm>
          <a:custGeom>
            <a:avLst/>
            <a:gdLst/>
            <a:ahLst/>
            <a:cxnLst/>
            <a:rect l="l" t="t" r="r" b="b"/>
            <a:pathLst>
              <a:path w="4248542" h="3635375" extrusionOk="0">
                <a:moveTo>
                  <a:pt x="0" y="0"/>
                </a:moveTo>
                <a:cubicBezTo>
                  <a:pt x="0" y="0"/>
                  <a:pt x="0" y="0"/>
                  <a:pt x="3688930" y="2134683"/>
                </a:cubicBezTo>
                <a:cubicBezTo>
                  <a:pt x="3955829" y="2287388"/>
                  <a:pt x="4133762" y="2532351"/>
                  <a:pt x="4210019" y="2805947"/>
                </a:cubicBezTo>
                <a:cubicBezTo>
                  <a:pt x="4232261" y="2891843"/>
                  <a:pt x="4244971" y="2980921"/>
                  <a:pt x="4248147" y="3069999"/>
                </a:cubicBezTo>
                <a:cubicBezTo>
                  <a:pt x="4251325" y="3190890"/>
                  <a:pt x="4235438" y="3314962"/>
                  <a:pt x="4197309" y="3432672"/>
                </a:cubicBezTo>
                <a:cubicBezTo>
                  <a:pt x="4177450" y="3497890"/>
                  <a:pt x="4151634" y="3561318"/>
                  <a:pt x="4120109" y="3622062"/>
                </a:cubicBezTo>
                <a:lnTo>
                  <a:pt x="4112399" y="3635375"/>
                </a:lnTo>
                <a:lnTo>
                  <a:pt x="0" y="3635375"/>
                </a:lnTo>
                <a:lnTo>
                  <a:pt x="0" y="3623553"/>
                </a:lnTo>
                <a:cubicBezTo>
                  <a:pt x="0" y="3623553"/>
                  <a:pt x="0" y="3623553"/>
                  <a:pt x="896019" y="3104994"/>
                </a:cubicBezTo>
                <a:cubicBezTo>
                  <a:pt x="896019" y="3104994"/>
                  <a:pt x="896019" y="3104994"/>
                  <a:pt x="0" y="2586434"/>
                </a:cubicBezTo>
                <a:cubicBezTo>
                  <a:pt x="0" y="2586434"/>
                  <a:pt x="0" y="2586434"/>
                  <a:pt x="0" y="0"/>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pic>
        <p:nvPicPr>
          <p:cNvPr id="23" name="Google Shape;151;p23">
            <a:extLst>
              <a:ext uri="{FF2B5EF4-FFF2-40B4-BE49-F238E27FC236}">
                <a16:creationId xmlns:a16="http://schemas.microsoft.com/office/drawing/2014/main" id="{E4A25784-CEA1-67FC-7FD8-4938059C1BA6}"/>
              </a:ext>
            </a:extLst>
          </p:cNvPr>
          <p:cNvPicPr preferRelativeResize="0"/>
          <p:nvPr userDrawn="1"/>
        </p:nvPicPr>
        <p:blipFill rotWithShape="1">
          <a:blip r:embed="rId2">
            <a:alphaModFix/>
          </a:blip>
          <a:srcRect l="16763"/>
          <a:stretch/>
        </p:blipFill>
        <p:spPr>
          <a:xfrm rot="10800000">
            <a:off x="7338076" y="640000"/>
            <a:ext cx="1805925" cy="2369900"/>
          </a:xfrm>
          <a:prstGeom prst="rect">
            <a:avLst/>
          </a:prstGeom>
          <a:noFill/>
          <a:ln>
            <a:noFill/>
          </a:ln>
        </p:spPr>
      </p:pic>
      <p:sp>
        <p:nvSpPr>
          <p:cNvPr id="24" name="Google Shape;56;p14">
            <a:extLst>
              <a:ext uri="{FF2B5EF4-FFF2-40B4-BE49-F238E27FC236}">
                <a16:creationId xmlns:a16="http://schemas.microsoft.com/office/drawing/2014/main" id="{312FCF71-2292-253D-B9A9-C00981ECB978}"/>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 name="Google Shape;60;p14">
            <a:extLst>
              <a:ext uri="{FF2B5EF4-FFF2-40B4-BE49-F238E27FC236}">
                <a16:creationId xmlns:a16="http://schemas.microsoft.com/office/drawing/2014/main" id="{ECD5C7BB-9C87-95CF-3D81-01DEB17424F6}"/>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26" name="TextBox 25">
            <a:extLst>
              <a:ext uri="{FF2B5EF4-FFF2-40B4-BE49-F238E27FC236}">
                <a16:creationId xmlns:a16="http://schemas.microsoft.com/office/drawing/2014/main" id="{8CCBD1B9-B2DE-91B9-7084-0CEE85696A28}"/>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27" name="Google Shape;150;p23">
            <a:extLst>
              <a:ext uri="{FF2B5EF4-FFF2-40B4-BE49-F238E27FC236}">
                <a16:creationId xmlns:a16="http://schemas.microsoft.com/office/drawing/2014/main" id="{E4EA1190-F643-BF32-11D9-565DA0B221BC}"/>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981856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Split Layout">
    <p:spTree>
      <p:nvGrpSpPr>
        <p:cNvPr id="1" name=""/>
        <p:cNvGrpSpPr/>
        <p:nvPr/>
      </p:nvGrpSpPr>
      <p:grpSpPr>
        <a:xfrm>
          <a:off x="0" y="0"/>
          <a:ext cx="0" cy="0"/>
          <a:chOff x="0" y="0"/>
          <a:chExt cx="0" cy="0"/>
        </a:xfrm>
      </p:grpSpPr>
      <p:sp>
        <p:nvSpPr>
          <p:cNvPr id="12" name="Google Shape;142;p23">
            <a:extLst>
              <a:ext uri="{FF2B5EF4-FFF2-40B4-BE49-F238E27FC236}">
                <a16:creationId xmlns:a16="http://schemas.microsoft.com/office/drawing/2014/main" id="{20296E92-7094-A702-9723-6C0F91656D60}"/>
              </a:ext>
            </a:extLst>
          </p:cNvPr>
          <p:cNvSpPr/>
          <p:nvPr/>
        </p:nvSpPr>
        <p:spPr>
          <a:xfrm>
            <a:off x="4675160" y="0"/>
            <a:ext cx="446884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3" name="Google Shape;173;p25">
            <a:extLst>
              <a:ext uri="{FF2B5EF4-FFF2-40B4-BE49-F238E27FC236}">
                <a16:creationId xmlns:a16="http://schemas.microsoft.com/office/drawing/2014/main" id="{A10AF59D-ABBE-0951-4030-2A73CC651E5F}"/>
              </a:ext>
            </a:extLst>
          </p:cNvPr>
          <p:cNvSpPr/>
          <p:nvPr/>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14" name="TextBox 13">
            <a:extLst>
              <a:ext uri="{FF2B5EF4-FFF2-40B4-BE49-F238E27FC236}">
                <a16:creationId xmlns:a16="http://schemas.microsoft.com/office/drawing/2014/main" id="{E79F42F5-0329-A383-74D4-0B757CFCAD0C}"/>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6" name="Google Shape;150;p23">
            <a:extLst>
              <a:ext uri="{FF2B5EF4-FFF2-40B4-BE49-F238E27FC236}">
                <a16:creationId xmlns:a16="http://schemas.microsoft.com/office/drawing/2014/main" id="{867694D1-40E9-6A62-5E08-7DACA984A6F0}"/>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1">
            <a:extLst>
              <a:ext uri="{FF2B5EF4-FFF2-40B4-BE49-F238E27FC236}">
                <a16:creationId xmlns:a16="http://schemas.microsoft.com/office/drawing/2014/main" id="{D3535C7E-5722-E4E7-F4F7-2278339B39F6}"/>
              </a:ext>
            </a:extLst>
          </p:cNvPr>
          <p:cNvSpPr>
            <a:spLocks noGrp="1"/>
          </p:cNvSpPr>
          <p:nvPr>
            <p:ph type="title"/>
          </p:nvPr>
        </p:nvSpPr>
        <p:spPr>
          <a:xfrm>
            <a:off x="354559" y="291988"/>
            <a:ext cx="4103142" cy="473131"/>
          </a:xfrm>
        </p:spPr>
        <p:txBody>
          <a:bodyPr bIns="0">
            <a:noAutofit/>
          </a:bodyPr>
          <a:lstStyle>
            <a:lvl1pPr>
              <a:defRPr sz="2600" b="1"/>
            </a:lvl1pPr>
          </a:lstStyle>
          <a:p>
            <a:r>
              <a:rPr lang="en-US"/>
              <a:t>Click to edit Master title style</a:t>
            </a:r>
            <a:endParaRPr lang="en-US" dirty="0"/>
          </a:p>
        </p:txBody>
      </p:sp>
      <p:sp>
        <p:nvSpPr>
          <p:cNvPr id="4" name="Google Shape;58;p14">
            <a:extLst>
              <a:ext uri="{FF2B5EF4-FFF2-40B4-BE49-F238E27FC236}">
                <a16:creationId xmlns:a16="http://schemas.microsoft.com/office/drawing/2014/main" id="{936381EB-FB04-D988-1D42-B17BAD26D90A}"/>
              </a:ext>
            </a:extLst>
          </p:cNvPr>
          <p:cNvSpPr txBox="1">
            <a:spLocks noGrp="1"/>
          </p:cNvSpPr>
          <p:nvPr>
            <p:ph type="subTitle" idx="1"/>
          </p:nvPr>
        </p:nvSpPr>
        <p:spPr>
          <a:xfrm>
            <a:off x="354559" y="774863"/>
            <a:ext cx="4103142" cy="365700"/>
          </a:xfrm>
          <a:prstGeom prst="rect">
            <a:avLst/>
          </a:prstGeom>
        </p:spPr>
        <p:txBody>
          <a:bodyPr spcFirstLastPara="1" wrap="square" lIns="91425" tIns="0" rIns="91425" bIns="91425" anchor="t" anchorCtr="0">
            <a:noAutofit/>
          </a:bodyPr>
          <a:lstStyle>
            <a:lvl1pPr lvl="0" rtl="0">
              <a:spcBef>
                <a:spcPts val="0"/>
              </a:spcBef>
              <a:spcAft>
                <a:spcPts val="0"/>
              </a:spcAft>
              <a:buClr>
                <a:srgbClr val="5B5B5B"/>
              </a:buClr>
              <a:buSzPts val="1800"/>
              <a:buNone/>
              <a:defRPr sz="1800">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r>
              <a:rPr lang="en-US"/>
              <a:t>Click to edit Master subtitle style</a:t>
            </a:r>
            <a:endParaRPr dirty="0"/>
          </a:p>
        </p:txBody>
      </p:sp>
      <p:sp>
        <p:nvSpPr>
          <p:cNvPr id="7" name="Content Placeholder 6">
            <a:extLst>
              <a:ext uri="{FF2B5EF4-FFF2-40B4-BE49-F238E27FC236}">
                <a16:creationId xmlns:a16="http://schemas.microsoft.com/office/drawing/2014/main" id="{B058B340-F2D3-9F6B-7DAC-62713BCCE505}"/>
              </a:ext>
            </a:extLst>
          </p:cNvPr>
          <p:cNvSpPr>
            <a:spLocks noGrp="1"/>
          </p:cNvSpPr>
          <p:nvPr>
            <p:ph sz="quarter" idx="21" hasCustomPrompt="1"/>
          </p:nvPr>
        </p:nvSpPr>
        <p:spPr>
          <a:xfrm>
            <a:off x="457200" y="1544638"/>
            <a:ext cx="4000500" cy="3160712"/>
          </a:xfrm>
          <a:prstGeom prst="rect">
            <a:avLst/>
          </a:prstGeom>
          <a:solidFill>
            <a:schemeClr val="tx1">
              <a:lumMod val="10000"/>
              <a:lumOff val="90000"/>
            </a:schemeClr>
          </a:solidFill>
        </p:spPr>
        <p:txBody>
          <a:bodyPr/>
          <a:lstStyle>
            <a:lvl1pPr marL="0" indent="0">
              <a:buNone/>
              <a:defRPr/>
            </a:lvl1pPr>
          </a:lstStyle>
          <a:p>
            <a:pPr lvl="0"/>
            <a:r>
              <a:rPr lang="en-US" dirty="0"/>
              <a:t>Placeholder</a:t>
            </a:r>
          </a:p>
        </p:txBody>
      </p:sp>
      <p:sp>
        <p:nvSpPr>
          <p:cNvPr id="2" name="Content Placeholder 2">
            <a:extLst>
              <a:ext uri="{FF2B5EF4-FFF2-40B4-BE49-F238E27FC236}">
                <a16:creationId xmlns:a16="http://schemas.microsoft.com/office/drawing/2014/main" id="{2567BD78-4742-C974-CA1B-C841B0E09315}"/>
              </a:ext>
            </a:extLst>
          </p:cNvPr>
          <p:cNvSpPr>
            <a:spLocks noGrp="1"/>
          </p:cNvSpPr>
          <p:nvPr>
            <p:ph sz="quarter" idx="22"/>
          </p:nvPr>
        </p:nvSpPr>
        <p:spPr>
          <a:xfrm>
            <a:off x="5025683" y="1544638"/>
            <a:ext cx="3814574" cy="3160712"/>
          </a:xfrm>
          <a:prstGeom prst="rect">
            <a:avLst/>
          </a:prstGeom>
        </p:spPr>
        <p:txBody>
          <a:bodyPr/>
          <a:lstStyle>
            <a:lvl1pPr>
              <a:lnSpc>
                <a:spcPct val="1140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Google Shape;142;p23">
            <a:extLst>
              <a:ext uri="{FF2B5EF4-FFF2-40B4-BE49-F238E27FC236}">
                <a16:creationId xmlns:a16="http://schemas.microsoft.com/office/drawing/2014/main" id="{D0FFB9D7-1B80-DB37-60E1-C1C44BE25194}"/>
              </a:ext>
            </a:extLst>
          </p:cNvPr>
          <p:cNvSpPr/>
          <p:nvPr/>
        </p:nvSpPr>
        <p:spPr>
          <a:xfrm>
            <a:off x="4675160" y="0"/>
            <a:ext cx="446884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56;p14">
            <a:extLst>
              <a:ext uri="{FF2B5EF4-FFF2-40B4-BE49-F238E27FC236}">
                <a16:creationId xmlns:a16="http://schemas.microsoft.com/office/drawing/2014/main" id="{844B0929-AF5F-692E-4605-87E66E56189C}"/>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92866249-7B66-2467-38C5-C6D87C835D50}"/>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Google Shape;173;p25">
            <a:extLst>
              <a:ext uri="{FF2B5EF4-FFF2-40B4-BE49-F238E27FC236}">
                <a16:creationId xmlns:a16="http://schemas.microsoft.com/office/drawing/2014/main" id="{89C65359-DAF2-3394-1B2E-B91B7635D4AE}"/>
              </a:ext>
            </a:extLst>
          </p:cNvPr>
          <p:cNvSpPr/>
          <p:nvPr/>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15" name="TextBox 14">
            <a:extLst>
              <a:ext uri="{FF2B5EF4-FFF2-40B4-BE49-F238E27FC236}">
                <a16:creationId xmlns:a16="http://schemas.microsoft.com/office/drawing/2014/main" id="{A34699FC-C145-9C2D-ABE2-5B711F70EFF9}"/>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7" name="Google Shape;150;p23">
            <a:extLst>
              <a:ext uri="{FF2B5EF4-FFF2-40B4-BE49-F238E27FC236}">
                <a16:creationId xmlns:a16="http://schemas.microsoft.com/office/drawing/2014/main" id="{06A66CBE-1387-9154-62B5-09B96B6E0622}"/>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42;p23">
            <a:extLst>
              <a:ext uri="{FF2B5EF4-FFF2-40B4-BE49-F238E27FC236}">
                <a16:creationId xmlns:a16="http://schemas.microsoft.com/office/drawing/2014/main" id="{9CDDBAF8-8400-2D60-DE3A-DE905E159665}"/>
              </a:ext>
            </a:extLst>
          </p:cNvPr>
          <p:cNvSpPr/>
          <p:nvPr userDrawn="1"/>
        </p:nvSpPr>
        <p:spPr>
          <a:xfrm>
            <a:off x="4675160" y="0"/>
            <a:ext cx="446884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56;p14">
            <a:extLst>
              <a:ext uri="{FF2B5EF4-FFF2-40B4-BE49-F238E27FC236}">
                <a16:creationId xmlns:a16="http://schemas.microsoft.com/office/drawing/2014/main" id="{D73D8B5B-75CE-1B98-0846-EBC9FD7360A0}"/>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0" name="Google Shape;60;p14">
            <a:extLst>
              <a:ext uri="{FF2B5EF4-FFF2-40B4-BE49-F238E27FC236}">
                <a16:creationId xmlns:a16="http://schemas.microsoft.com/office/drawing/2014/main" id="{B42CE2D3-EDDD-E7A3-A73D-54C1D0221500}"/>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21" name="Google Shape;173;p25">
            <a:extLst>
              <a:ext uri="{FF2B5EF4-FFF2-40B4-BE49-F238E27FC236}">
                <a16:creationId xmlns:a16="http://schemas.microsoft.com/office/drawing/2014/main" id="{6F4D6425-65B3-6AEE-FE25-7D502494EAAC}"/>
              </a:ext>
            </a:extLst>
          </p:cNvPr>
          <p:cNvSpPr/>
          <p:nvPr userDrawn="1"/>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22" name="TextBox 21">
            <a:extLst>
              <a:ext uri="{FF2B5EF4-FFF2-40B4-BE49-F238E27FC236}">
                <a16:creationId xmlns:a16="http://schemas.microsoft.com/office/drawing/2014/main" id="{CA7DF35E-EF99-372E-E0FD-AFAB59767BDC}"/>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23" name="Google Shape;150;p23">
            <a:extLst>
              <a:ext uri="{FF2B5EF4-FFF2-40B4-BE49-F238E27FC236}">
                <a16:creationId xmlns:a16="http://schemas.microsoft.com/office/drawing/2014/main" id="{5CEBF7C6-A4CC-E587-CEAC-97B4E0502E45}"/>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44917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ark Blue Left Bar">
    <p:spTree>
      <p:nvGrpSpPr>
        <p:cNvPr id="1" name=""/>
        <p:cNvGrpSpPr/>
        <p:nvPr/>
      </p:nvGrpSpPr>
      <p:grpSpPr>
        <a:xfrm>
          <a:off x="0" y="0"/>
          <a:ext cx="0" cy="0"/>
          <a:chOff x="0" y="0"/>
          <a:chExt cx="0" cy="0"/>
        </a:xfrm>
      </p:grpSpPr>
      <p:sp>
        <p:nvSpPr>
          <p:cNvPr id="12" name="Google Shape;142;p23">
            <a:extLst>
              <a:ext uri="{FF2B5EF4-FFF2-40B4-BE49-F238E27FC236}">
                <a16:creationId xmlns:a16="http://schemas.microsoft.com/office/drawing/2014/main" id="{20296E92-7094-A702-9723-6C0F91656D60}"/>
              </a:ext>
            </a:extLst>
          </p:cNvPr>
          <p:cNvSpPr/>
          <p:nvPr/>
        </p:nvSpPr>
        <p:spPr>
          <a:xfrm>
            <a:off x="0" y="0"/>
            <a:ext cx="273138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353539" y="291988"/>
            <a:ext cx="2377841" cy="473131"/>
          </a:xfrm>
        </p:spPr>
        <p:txBody>
          <a:bodyPr>
            <a:noAutofit/>
          </a:bodyPr>
          <a:lstStyle>
            <a:lvl1pPr>
              <a:defRPr sz="2600" b="1">
                <a:solidFill>
                  <a:schemeClr val="bg1"/>
                </a:solidFill>
              </a:defRPr>
            </a:lvl1pPr>
          </a:lstStyle>
          <a:p>
            <a:r>
              <a:rPr lang="en-US"/>
              <a:t>Click to edit Master title style</a:t>
            </a:r>
            <a:endParaRPr lang="en-US" dirty="0"/>
          </a:p>
        </p:txBody>
      </p:sp>
      <p:sp>
        <p:nvSpPr>
          <p:cNvPr id="13" name="Google Shape;173;p25">
            <a:extLst>
              <a:ext uri="{FF2B5EF4-FFF2-40B4-BE49-F238E27FC236}">
                <a16:creationId xmlns:a16="http://schemas.microsoft.com/office/drawing/2014/main" id="{A10AF59D-ABBE-0951-4030-2A73CC651E5F}"/>
              </a:ext>
            </a:extLst>
          </p:cNvPr>
          <p:cNvSpPr/>
          <p:nvPr/>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14" name="TextBox 13">
            <a:extLst>
              <a:ext uri="{FF2B5EF4-FFF2-40B4-BE49-F238E27FC236}">
                <a16:creationId xmlns:a16="http://schemas.microsoft.com/office/drawing/2014/main" id="{E79F42F5-0329-A383-74D4-0B757CFCAD0C}"/>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3" name="TextBox 2">
            <a:extLst>
              <a:ext uri="{FF2B5EF4-FFF2-40B4-BE49-F238E27FC236}">
                <a16:creationId xmlns:a16="http://schemas.microsoft.com/office/drawing/2014/main" id="{D489FA23-8BD3-56D4-BB4A-5BE09B8CB651}"/>
              </a:ext>
            </a:extLst>
          </p:cNvPr>
          <p:cNvSpPr txBox="1"/>
          <p:nvPr/>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4" name="Google Shape;150;p23">
            <a:extLst>
              <a:ext uri="{FF2B5EF4-FFF2-40B4-BE49-F238E27FC236}">
                <a16:creationId xmlns:a16="http://schemas.microsoft.com/office/drawing/2014/main" id="{4C9665B1-5647-673F-BAF3-3DE55536918A}"/>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Content Placeholder 2">
            <a:extLst>
              <a:ext uri="{FF2B5EF4-FFF2-40B4-BE49-F238E27FC236}">
                <a16:creationId xmlns:a16="http://schemas.microsoft.com/office/drawing/2014/main" id="{35E79355-6C73-910D-8667-2AC02482BFD4}"/>
              </a:ext>
            </a:extLst>
          </p:cNvPr>
          <p:cNvSpPr>
            <a:spLocks noGrp="1"/>
          </p:cNvSpPr>
          <p:nvPr>
            <p:ph sz="quarter" idx="22"/>
          </p:nvPr>
        </p:nvSpPr>
        <p:spPr>
          <a:xfrm>
            <a:off x="457195" y="1527328"/>
            <a:ext cx="2133605" cy="2940580"/>
          </a:xfrm>
          <a:prstGeom prst="rect">
            <a:avLst/>
          </a:prstGeom>
        </p:spPr>
        <p:txBody>
          <a:bodyPr/>
          <a:lstStyle>
            <a:lvl1pPr>
              <a:lnSpc>
                <a:spcPct val="114000"/>
              </a:lnSpc>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Google Shape;56;p14">
            <a:extLst>
              <a:ext uri="{FF2B5EF4-FFF2-40B4-BE49-F238E27FC236}">
                <a16:creationId xmlns:a16="http://schemas.microsoft.com/office/drawing/2014/main" id="{B49EAA89-4C06-72E7-DA28-ECAC6E44B8EA}"/>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F2957501-7DB5-338F-9A22-6347DAAFE8D4}"/>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5" name="Google Shape;142;p23">
            <a:extLst>
              <a:ext uri="{FF2B5EF4-FFF2-40B4-BE49-F238E27FC236}">
                <a16:creationId xmlns:a16="http://schemas.microsoft.com/office/drawing/2014/main" id="{06416D31-9899-FA40-6818-F6132DAB649F}"/>
              </a:ext>
            </a:extLst>
          </p:cNvPr>
          <p:cNvSpPr/>
          <p:nvPr/>
        </p:nvSpPr>
        <p:spPr>
          <a:xfrm>
            <a:off x="0" y="0"/>
            <a:ext cx="273138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173;p25">
            <a:extLst>
              <a:ext uri="{FF2B5EF4-FFF2-40B4-BE49-F238E27FC236}">
                <a16:creationId xmlns:a16="http://schemas.microsoft.com/office/drawing/2014/main" id="{7A56F632-1500-E82C-6F95-9968FD757A1C}"/>
              </a:ext>
            </a:extLst>
          </p:cNvPr>
          <p:cNvSpPr/>
          <p:nvPr/>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9" name="TextBox 8">
            <a:extLst>
              <a:ext uri="{FF2B5EF4-FFF2-40B4-BE49-F238E27FC236}">
                <a16:creationId xmlns:a16="http://schemas.microsoft.com/office/drawing/2014/main" id="{B72899C4-BE88-F76B-4034-828933E87A19}"/>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1" name="TextBox 10">
            <a:extLst>
              <a:ext uri="{FF2B5EF4-FFF2-40B4-BE49-F238E27FC236}">
                <a16:creationId xmlns:a16="http://schemas.microsoft.com/office/drawing/2014/main" id="{F0120C26-E977-6CF4-23D9-AEC0299FFAE1}"/>
              </a:ext>
            </a:extLst>
          </p:cNvPr>
          <p:cNvSpPr txBox="1"/>
          <p:nvPr/>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15" name="Google Shape;150;p23">
            <a:extLst>
              <a:ext uri="{FF2B5EF4-FFF2-40B4-BE49-F238E27FC236}">
                <a16:creationId xmlns:a16="http://schemas.microsoft.com/office/drawing/2014/main" id="{A3A0DB35-A63D-3274-BC5A-DCCAF5A861DE}"/>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6;p14">
            <a:extLst>
              <a:ext uri="{FF2B5EF4-FFF2-40B4-BE49-F238E27FC236}">
                <a16:creationId xmlns:a16="http://schemas.microsoft.com/office/drawing/2014/main" id="{B7E163C5-3D7D-2213-B0E6-B58E47D268E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702F6195-54EF-26AB-9821-6D4596BA72C8}"/>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18" name="Google Shape;142;p23">
            <a:extLst>
              <a:ext uri="{FF2B5EF4-FFF2-40B4-BE49-F238E27FC236}">
                <a16:creationId xmlns:a16="http://schemas.microsoft.com/office/drawing/2014/main" id="{C68CD9CF-C05C-2C34-6A24-0C2C9835DDA0}"/>
              </a:ext>
            </a:extLst>
          </p:cNvPr>
          <p:cNvSpPr/>
          <p:nvPr userDrawn="1"/>
        </p:nvSpPr>
        <p:spPr>
          <a:xfrm>
            <a:off x="0" y="0"/>
            <a:ext cx="2731380" cy="5143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73;p25">
            <a:extLst>
              <a:ext uri="{FF2B5EF4-FFF2-40B4-BE49-F238E27FC236}">
                <a16:creationId xmlns:a16="http://schemas.microsoft.com/office/drawing/2014/main" id="{913ABB80-F462-70B4-5CA1-915412CB7FAA}"/>
              </a:ext>
            </a:extLst>
          </p:cNvPr>
          <p:cNvSpPr/>
          <p:nvPr userDrawn="1"/>
        </p:nvSpPr>
        <p:spPr>
          <a:xfrm>
            <a:off x="8067676" y="228601"/>
            <a:ext cx="1077917" cy="1543491"/>
          </a:xfrm>
          <a:custGeom>
            <a:avLst/>
            <a:gdLst/>
            <a:ahLst/>
            <a:cxnLst/>
            <a:rect l="l" t="t" r="r" b="b"/>
            <a:pathLst>
              <a:path w="2613132" h="3741797" extrusionOk="0">
                <a:moveTo>
                  <a:pt x="2613132" y="0"/>
                </a:moveTo>
                <a:lnTo>
                  <a:pt x="2613132" y="1482383"/>
                </a:lnTo>
                <a:lnTo>
                  <a:pt x="2480582" y="1558999"/>
                </a:lnTo>
                <a:cubicBezTo>
                  <a:pt x="1938975" y="1872053"/>
                  <a:pt x="1938975" y="1872053"/>
                  <a:pt x="1938975" y="1872053"/>
                </a:cubicBezTo>
                <a:cubicBezTo>
                  <a:pt x="2168749" y="2004548"/>
                  <a:pt x="2355441" y="2112200"/>
                  <a:pt x="2507127" y="2199667"/>
                </a:cubicBezTo>
                <a:lnTo>
                  <a:pt x="2613132" y="2260793"/>
                </a:lnTo>
                <a:lnTo>
                  <a:pt x="2613132" y="3741797"/>
                </a:lnTo>
                <a:lnTo>
                  <a:pt x="2518746" y="3699509"/>
                </a:lnTo>
                <a:cubicBezTo>
                  <a:pt x="324746" y="2431617"/>
                  <a:pt x="324746" y="2431617"/>
                  <a:pt x="324746" y="2431617"/>
                </a:cubicBezTo>
                <a:cubicBezTo>
                  <a:pt x="176001" y="2345400"/>
                  <a:pt x="76273" y="2211848"/>
                  <a:pt x="28945" y="2061392"/>
                </a:cubicBezTo>
                <a:cubicBezTo>
                  <a:pt x="6971" y="1993771"/>
                  <a:pt x="-1480" y="1922769"/>
                  <a:pt x="210" y="1851767"/>
                </a:cubicBezTo>
                <a:cubicBezTo>
                  <a:pt x="1901" y="1801051"/>
                  <a:pt x="8662" y="1750335"/>
                  <a:pt x="23874" y="1699620"/>
                </a:cubicBezTo>
                <a:cubicBezTo>
                  <a:pt x="66132" y="1540710"/>
                  <a:pt x="169240" y="1400397"/>
                  <a:pt x="324746" y="1310799"/>
                </a:cubicBezTo>
                <a:cubicBezTo>
                  <a:pt x="2518746" y="44597"/>
                  <a:pt x="2518746" y="44597"/>
                  <a:pt x="2518746" y="44597"/>
                </a:cubicBezTo>
                <a:cubicBezTo>
                  <a:pt x="2547745" y="27797"/>
                  <a:pt x="2577487" y="13509"/>
                  <a:pt x="2607725" y="1663"/>
                </a:cubicBezTo>
                <a:close/>
              </a:path>
            </a:pathLst>
          </a:custGeom>
          <a:solidFill>
            <a:srgbClr val="27B1E3">
              <a:alpha val="1173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013">
              <a:solidFill>
                <a:schemeClr val="lt1"/>
              </a:solidFill>
              <a:latin typeface="Arial"/>
              <a:ea typeface="Arial"/>
              <a:cs typeface="Arial"/>
              <a:sym typeface="Arial"/>
            </a:endParaRPr>
          </a:p>
        </p:txBody>
      </p:sp>
      <p:sp>
        <p:nvSpPr>
          <p:cNvPr id="20" name="TextBox 19">
            <a:extLst>
              <a:ext uri="{FF2B5EF4-FFF2-40B4-BE49-F238E27FC236}">
                <a16:creationId xmlns:a16="http://schemas.microsoft.com/office/drawing/2014/main" id="{87E2BA70-C6E9-492D-C258-2CD14E7DAEFA}"/>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21" name="TextBox 20">
            <a:extLst>
              <a:ext uri="{FF2B5EF4-FFF2-40B4-BE49-F238E27FC236}">
                <a16:creationId xmlns:a16="http://schemas.microsoft.com/office/drawing/2014/main" id="{3BDBD98C-89CC-E3D1-AD8B-EBCE0B5447E9}"/>
              </a:ext>
            </a:extLst>
          </p:cNvPr>
          <p:cNvSpPr txBox="1"/>
          <p:nvPr userDrawn="1"/>
        </p:nvSpPr>
        <p:spPr>
          <a:xfrm>
            <a:off x="8334249"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22" name="Google Shape;150;p23">
            <a:extLst>
              <a:ext uri="{FF2B5EF4-FFF2-40B4-BE49-F238E27FC236}">
                <a16:creationId xmlns:a16="http://schemas.microsoft.com/office/drawing/2014/main" id="{AB349951-AE01-17EE-97FF-03E7FEB5C0F7}"/>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56;p14">
            <a:extLst>
              <a:ext uri="{FF2B5EF4-FFF2-40B4-BE49-F238E27FC236}">
                <a16:creationId xmlns:a16="http://schemas.microsoft.com/office/drawing/2014/main" id="{87BBE3E9-9BE9-95E6-955D-564E19391AEC}"/>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4" name="Google Shape;60;p14">
            <a:extLst>
              <a:ext uri="{FF2B5EF4-FFF2-40B4-BE49-F238E27FC236}">
                <a16:creationId xmlns:a16="http://schemas.microsoft.com/office/drawing/2014/main" id="{DC18EDD4-B56B-84FE-E308-36D5945D5A0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11503912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footer only)">
    <p:spTree>
      <p:nvGrpSpPr>
        <p:cNvPr id="1" name=""/>
        <p:cNvGrpSpPr/>
        <p:nvPr/>
      </p:nvGrpSpPr>
      <p:grpSpPr>
        <a:xfrm>
          <a:off x="0" y="0"/>
          <a:ext cx="0" cy="0"/>
          <a:chOff x="0" y="0"/>
          <a:chExt cx="0" cy="0"/>
        </a:xfrm>
      </p:grpSpPr>
      <p:sp>
        <p:nvSpPr>
          <p:cNvPr id="8" name="Google Shape;56;p14">
            <a:extLst>
              <a:ext uri="{FF2B5EF4-FFF2-40B4-BE49-F238E27FC236}">
                <a16:creationId xmlns:a16="http://schemas.microsoft.com/office/drawing/2014/main" id="{31CB46A4-FC4D-4155-C621-2DEFBEE151C4}"/>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4E6DFB9D-C452-8B65-2586-1D9E334B6CC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11" name="TextBox 10">
            <a:extLst>
              <a:ext uri="{FF2B5EF4-FFF2-40B4-BE49-F238E27FC236}">
                <a16:creationId xmlns:a16="http://schemas.microsoft.com/office/drawing/2014/main" id="{A5323337-BC0E-625E-3DD7-ED8A97338A1B}"/>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2" name="Google Shape;56;p14">
            <a:extLst>
              <a:ext uri="{FF2B5EF4-FFF2-40B4-BE49-F238E27FC236}">
                <a16:creationId xmlns:a16="http://schemas.microsoft.com/office/drawing/2014/main" id="{84366741-0379-76B3-ABA8-B7E1E0B9078C}"/>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3" name="Google Shape;60;p14">
            <a:extLst>
              <a:ext uri="{FF2B5EF4-FFF2-40B4-BE49-F238E27FC236}">
                <a16:creationId xmlns:a16="http://schemas.microsoft.com/office/drawing/2014/main" id="{F537C9F7-8DD4-9BFC-D28D-76C1A5EC8895}"/>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4" name="TextBox 3">
            <a:extLst>
              <a:ext uri="{FF2B5EF4-FFF2-40B4-BE49-F238E27FC236}">
                <a16:creationId xmlns:a16="http://schemas.microsoft.com/office/drawing/2014/main" id="{7460A82C-1631-91FA-886E-C908C25FBF21}"/>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
        <p:nvSpPr>
          <p:cNvPr id="5" name="Google Shape;56;p14">
            <a:extLst>
              <a:ext uri="{FF2B5EF4-FFF2-40B4-BE49-F238E27FC236}">
                <a16:creationId xmlns:a16="http://schemas.microsoft.com/office/drawing/2014/main" id="{741FC02B-FE9A-F5B8-92BE-30781A273C6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69890D6D-37E4-6BCE-6CCE-F913347E704D}"/>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rgbClr val="929292"/>
                </a:solidFill>
                <a:latin typeface="Arial"/>
                <a:ea typeface="Arial"/>
                <a:cs typeface="Arial"/>
                <a:sym typeface="Arial"/>
              </a:rPr>
              <a:t>© 2026 Snowflake Inc. All Rights Reserved</a:t>
            </a:r>
            <a:endParaRPr sz="600" dirty="0">
              <a:solidFill>
                <a:srgbClr val="929292"/>
              </a:solidFill>
              <a:latin typeface="Arial"/>
              <a:ea typeface="Arial"/>
              <a:cs typeface="Arial"/>
              <a:sym typeface="Arial"/>
            </a:endParaRPr>
          </a:p>
        </p:txBody>
      </p:sp>
      <p:sp>
        <p:nvSpPr>
          <p:cNvPr id="7" name="TextBox 6">
            <a:extLst>
              <a:ext uri="{FF2B5EF4-FFF2-40B4-BE49-F238E27FC236}">
                <a16:creationId xmlns:a16="http://schemas.microsoft.com/office/drawing/2014/main" id="{68CAB7CB-4E8F-21EC-BD9B-41F4820A449A}"/>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rgbClr val="929292"/>
                </a:solidFill>
                <a:latin typeface="+mn-lt"/>
                <a:ea typeface="+mn-ea"/>
                <a:cs typeface="+mn-cs"/>
              </a:rPr>
              <a:pPr algn="r"/>
              <a:t>‹#›</a:t>
            </a:fld>
            <a:endParaRPr lang="en-US" sz="600" i="0" kern="1200" dirty="0">
              <a:solidFill>
                <a:srgbClr val="929292"/>
              </a:solidFill>
              <a:latin typeface="+mn-lt"/>
              <a:ea typeface="+mn-ea"/>
              <a:cs typeface="+mn-cs"/>
            </a:endParaRPr>
          </a:p>
        </p:txBody>
      </p:sp>
    </p:spTree>
    <p:extLst>
      <p:ext uri="{BB962C8B-B14F-4D97-AF65-F5344CB8AC3E}">
        <p14:creationId xmlns:p14="http://schemas.microsoft.com/office/powerpoint/2010/main" val="118270073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ver 01">
    <p:bg>
      <p:bgPr>
        <a:solidFill>
          <a:schemeClr val="accent1"/>
        </a:solidFill>
        <a:effectLst/>
      </p:bgPr>
    </p:bg>
    <p:spTree>
      <p:nvGrpSpPr>
        <p:cNvPr id="1" name=""/>
        <p:cNvGrpSpPr/>
        <p:nvPr/>
      </p:nvGrpSpPr>
      <p:grpSpPr>
        <a:xfrm>
          <a:off x="0" y="0"/>
          <a:ext cx="0" cy="0"/>
          <a:chOff x="0" y="0"/>
          <a:chExt cx="0" cy="0"/>
        </a:xfrm>
      </p:grpSpPr>
      <p:grpSp>
        <p:nvGrpSpPr>
          <p:cNvPr id="12" name="Google Shape;187;p27">
            <a:extLst>
              <a:ext uri="{FF2B5EF4-FFF2-40B4-BE49-F238E27FC236}">
                <a16:creationId xmlns:a16="http://schemas.microsoft.com/office/drawing/2014/main" id="{D2CD792D-9D0E-7154-1D48-7E137433CC92}"/>
              </a:ext>
            </a:extLst>
          </p:cNvPr>
          <p:cNvGrpSpPr/>
          <p:nvPr/>
        </p:nvGrpSpPr>
        <p:grpSpPr>
          <a:xfrm>
            <a:off x="0" y="3771936"/>
            <a:ext cx="9143997" cy="1371564"/>
            <a:chOff x="-10" y="3735321"/>
            <a:chExt cx="9139427" cy="1408177"/>
          </a:xfrm>
        </p:grpSpPr>
        <p:pic>
          <p:nvPicPr>
            <p:cNvPr id="13" name="Google Shape;188;p27">
              <a:extLst>
                <a:ext uri="{FF2B5EF4-FFF2-40B4-BE49-F238E27FC236}">
                  <a16:creationId xmlns:a16="http://schemas.microsoft.com/office/drawing/2014/main" id="{294BDD61-B66B-EA4E-02A2-C849BC1D4DD0}"/>
                </a:ext>
              </a:extLst>
            </p:cNvPr>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14" name="Google Shape;189;p27">
              <a:extLst>
                <a:ext uri="{FF2B5EF4-FFF2-40B4-BE49-F238E27FC236}">
                  <a16:creationId xmlns:a16="http://schemas.microsoft.com/office/drawing/2014/main" id="{0C496021-1805-CB5A-DD3C-3599E614033B}"/>
                </a:ext>
              </a:extLst>
            </p:cNvPr>
            <p:cNvPicPr preferRelativeResize="0"/>
            <p:nvPr/>
          </p:nvPicPr>
          <p:blipFill rotWithShape="1">
            <a:blip r:embed="rId3">
              <a:alphaModFix/>
            </a:blip>
            <a:srcRect t="139" b="139"/>
            <a:stretch/>
          </p:blipFill>
          <p:spPr>
            <a:xfrm>
              <a:off x="3049515" y="3735321"/>
              <a:ext cx="3044952" cy="1408177"/>
            </a:xfrm>
            <a:prstGeom prst="rect">
              <a:avLst/>
            </a:prstGeom>
            <a:noFill/>
            <a:ln>
              <a:noFill/>
            </a:ln>
          </p:spPr>
        </p:pic>
        <p:pic>
          <p:nvPicPr>
            <p:cNvPr id="15" name="Google Shape;190;p27">
              <a:extLst>
                <a:ext uri="{FF2B5EF4-FFF2-40B4-BE49-F238E27FC236}">
                  <a16:creationId xmlns:a16="http://schemas.microsoft.com/office/drawing/2014/main" id="{0F8328AB-2E67-4244-956C-F3F118248A25}"/>
                </a:ext>
              </a:extLst>
            </p:cNvPr>
            <p:cNvPicPr preferRelativeResize="0"/>
            <p:nvPr/>
          </p:nvPicPr>
          <p:blipFill rotWithShape="1">
            <a:blip r:embed="rId4">
              <a:alphaModFix/>
            </a:blip>
            <a:srcRect t="139" b="139"/>
            <a:stretch/>
          </p:blipFill>
          <p:spPr>
            <a:xfrm>
              <a:off x="6094465" y="3735321"/>
              <a:ext cx="3044952" cy="1408177"/>
            </a:xfrm>
            <a:prstGeom prst="rect">
              <a:avLst/>
            </a:prstGeom>
            <a:noFill/>
            <a:ln>
              <a:noFill/>
            </a:ln>
          </p:spPr>
        </p:pic>
      </p:grpSp>
      <p:sp>
        <p:nvSpPr>
          <p:cNvPr id="2" name="Title 1"/>
          <p:cNvSpPr>
            <a:spLocks noGrp="1"/>
          </p:cNvSpPr>
          <p:nvPr>
            <p:ph type="ctrTitle"/>
          </p:nvPr>
        </p:nvSpPr>
        <p:spPr>
          <a:xfrm>
            <a:off x="352602" y="1956685"/>
            <a:ext cx="8372297" cy="1162750"/>
          </a:xfrm>
        </p:spPr>
        <p:txBody>
          <a:bodyPr anchor="b"/>
          <a:lstStyle>
            <a:lvl1pPr algn="l">
              <a:lnSpc>
                <a:spcPct val="85000"/>
              </a:lnSpc>
              <a:defRPr sz="4400" b="1" i="0" cap="all" baseline="0">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Subtitle 2"/>
          <p:cNvSpPr>
            <a:spLocks noGrp="1"/>
          </p:cNvSpPr>
          <p:nvPr>
            <p:ph type="subTitle" idx="1"/>
          </p:nvPr>
        </p:nvSpPr>
        <p:spPr>
          <a:xfrm>
            <a:off x="364876" y="3131803"/>
            <a:ext cx="8372297" cy="409338"/>
          </a:xfrm>
          <a:prstGeom prst="rect">
            <a:avLst/>
          </a:prstGeom>
        </p:spPr>
        <p:txBody>
          <a:bodyPr tIns="0">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Google Shape;56;p14">
            <a:extLst>
              <a:ext uri="{FF2B5EF4-FFF2-40B4-BE49-F238E27FC236}">
                <a16:creationId xmlns:a16="http://schemas.microsoft.com/office/drawing/2014/main" id="{C609C043-DFE7-5188-1123-0B1C42A7C4D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195;p27">
            <a:extLst>
              <a:ext uri="{FF2B5EF4-FFF2-40B4-BE49-F238E27FC236}">
                <a16:creationId xmlns:a16="http://schemas.microsoft.com/office/drawing/2014/main" id="{FB8E2E24-3074-B2B7-CB91-8FD122C1F814}"/>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4" name="Content Placeholder 22">
            <a:extLst>
              <a:ext uri="{FF2B5EF4-FFF2-40B4-BE49-F238E27FC236}">
                <a16:creationId xmlns:a16="http://schemas.microsoft.com/office/drawing/2014/main" id="{AC8C4274-C67A-0600-F861-FBC656C87CFC}"/>
              </a:ext>
            </a:extLst>
          </p:cNvPr>
          <p:cNvSpPr>
            <a:spLocks noGrp="1"/>
          </p:cNvSpPr>
          <p:nvPr>
            <p:ph sz="quarter" idx="10"/>
          </p:nvPr>
        </p:nvSpPr>
        <p:spPr>
          <a:xfrm>
            <a:off x="364876" y="4184596"/>
            <a:ext cx="3635375" cy="379413"/>
          </a:xfrm>
          <a:prstGeom prst="rect">
            <a:avLst/>
          </a:prstGeom>
        </p:spPr>
        <p:txBody>
          <a:bodyPr anchor="b">
            <a:noAutofit/>
          </a:bodyPr>
          <a:lstStyle>
            <a:lvl1pPr marL="0" indent="0">
              <a:buNone/>
              <a:defRPr sz="1400" b="1">
                <a:solidFill>
                  <a:schemeClr val="tx1"/>
                </a:solidFill>
              </a:defRPr>
            </a:lvl1pPr>
            <a:lvl2pPr marL="342900" indent="0">
              <a:buNone/>
              <a:defRPr sz="1400"/>
            </a:lvl2pPr>
            <a:lvl3pPr marL="685800" indent="0">
              <a:buNone/>
              <a:defRPr sz="1400"/>
            </a:lvl3pPr>
            <a:lvl4pPr marL="1028700" indent="0">
              <a:buNone/>
              <a:defRPr sz="1400"/>
            </a:lvl4pPr>
            <a:lvl5pPr marL="1371600" indent="0">
              <a:buNone/>
              <a:defRPr sz="1400"/>
            </a:lvl5pPr>
          </a:lstStyle>
          <a:p>
            <a:pPr lvl="0"/>
            <a:r>
              <a:rPr lang="en-US"/>
              <a:t>Click to edit Master text styles</a:t>
            </a:r>
          </a:p>
        </p:txBody>
      </p:sp>
      <p:sp>
        <p:nvSpPr>
          <p:cNvPr id="4" name="Google Shape;312;p42">
            <a:extLst>
              <a:ext uri="{FF2B5EF4-FFF2-40B4-BE49-F238E27FC236}">
                <a16:creationId xmlns:a16="http://schemas.microsoft.com/office/drawing/2014/main" id="{1591503E-8CB9-FC42-F0AE-B58DAA9DF0B4}"/>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5" name="Google Shape;187;p27">
            <a:extLst>
              <a:ext uri="{FF2B5EF4-FFF2-40B4-BE49-F238E27FC236}">
                <a16:creationId xmlns:a16="http://schemas.microsoft.com/office/drawing/2014/main" id="{5D125E31-9219-407D-7AA5-4790E9848DC0}"/>
              </a:ext>
            </a:extLst>
          </p:cNvPr>
          <p:cNvGrpSpPr/>
          <p:nvPr/>
        </p:nvGrpSpPr>
        <p:grpSpPr>
          <a:xfrm>
            <a:off x="0" y="3771936"/>
            <a:ext cx="9143997" cy="1371564"/>
            <a:chOff x="-10" y="3735321"/>
            <a:chExt cx="9139427" cy="1408177"/>
          </a:xfrm>
        </p:grpSpPr>
        <p:pic>
          <p:nvPicPr>
            <p:cNvPr id="6" name="Google Shape;188;p27">
              <a:extLst>
                <a:ext uri="{FF2B5EF4-FFF2-40B4-BE49-F238E27FC236}">
                  <a16:creationId xmlns:a16="http://schemas.microsoft.com/office/drawing/2014/main" id="{4F9EC6E6-C430-F191-A326-935144C130C9}"/>
                </a:ext>
              </a:extLst>
            </p:cNvPr>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7" name="Google Shape;189;p27">
              <a:extLst>
                <a:ext uri="{FF2B5EF4-FFF2-40B4-BE49-F238E27FC236}">
                  <a16:creationId xmlns:a16="http://schemas.microsoft.com/office/drawing/2014/main" id="{5536DFA2-D5A6-858A-695F-2BC6E8B494DD}"/>
                </a:ext>
              </a:extLst>
            </p:cNvPr>
            <p:cNvPicPr preferRelativeResize="0"/>
            <p:nvPr/>
          </p:nvPicPr>
          <p:blipFill rotWithShape="1">
            <a:blip r:embed="rId3">
              <a:alphaModFix/>
            </a:blip>
            <a:srcRect t="139" b="139"/>
            <a:stretch/>
          </p:blipFill>
          <p:spPr>
            <a:xfrm>
              <a:off x="3049515" y="3735321"/>
              <a:ext cx="3044952" cy="1408177"/>
            </a:xfrm>
            <a:prstGeom prst="rect">
              <a:avLst/>
            </a:prstGeom>
            <a:noFill/>
            <a:ln>
              <a:noFill/>
            </a:ln>
          </p:spPr>
        </p:pic>
        <p:pic>
          <p:nvPicPr>
            <p:cNvPr id="9" name="Google Shape;190;p27">
              <a:extLst>
                <a:ext uri="{FF2B5EF4-FFF2-40B4-BE49-F238E27FC236}">
                  <a16:creationId xmlns:a16="http://schemas.microsoft.com/office/drawing/2014/main" id="{D6A0656D-6493-1A90-31D5-871531CA8193}"/>
                </a:ext>
              </a:extLst>
            </p:cNvPr>
            <p:cNvPicPr preferRelativeResize="0"/>
            <p:nvPr/>
          </p:nvPicPr>
          <p:blipFill rotWithShape="1">
            <a:blip r:embed="rId4">
              <a:alphaModFix/>
            </a:blip>
            <a:srcRect t="139" b="139"/>
            <a:stretch/>
          </p:blipFill>
          <p:spPr>
            <a:xfrm>
              <a:off x="6094465" y="3735321"/>
              <a:ext cx="3044952" cy="1408177"/>
            </a:xfrm>
            <a:prstGeom prst="rect">
              <a:avLst/>
            </a:prstGeom>
            <a:noFill/>
            <a:ln>
              <a:noFill/>
            </a:ln>
          </p:spPr>
        </p:pic>
      </p:grpSp>
      <p:sp>
        <p:nvSpPr>
          <p:cNvPr id="10" name="Google Shape;56;p14">
            <a:extLst>
              <a:ext uri="{FF2B5EF4-FFF2-40B4-BE49-F238E27FC236}">
                <a16:creationId xmlns:a16="http://schemas.microsoft.com/office/drawing/2014/main" id="{1C59E60C-CB4C-CAB2-67BB-00C77CE595AA}"/>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 name="Google Shape;195;p27">
            <a:extLst>
              <a:ext uri="{FF2B5EF4-FFF2-40B4-BE49-F238E27FC236}">
                <a16:creationId xmlns:a16="http://schemas.microsoft.com/office/drawing/2014/main" id="{CB0D75CA-9092-11DB-9ADA-64FECB280163}"/>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6" name="Google Shape;312;p42">
            <a:extLst>
              <a:ext uri="{FF2B5EF4-FFF2-40B4-BE49-F238E27FC236}">
                <a16:creationId xmlns:a16="http://schemas.microsoft.com/office/drawing/2014/main" id="{B37774FD-9812-834B-3468-2ACD3514F2C2}"/>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8" name="Google Shape;187;p27">
            <a:extLst>
              <a:ext uri="{FF2B5EF4-FFF2-40B4-BE49-F238E27FC236}">
                <a16:creationId xmlns:a16="http://schemas.microsoft.com/office/drawing/2014/main" id="{9FEB134A-416D-6C7B-7F6E-D32E2814713E}"/>
              </a:ext>
            </a:extLst>
          </p:cNvPr>
          <p:cNvGrpSpPr/>
          <p:nvPr userDrawn="1"/>
        </p:nvGrpSpPr>
        <p:grpSpPr>
          <a:xfrm>
            <a:off x="0" y="3771936"/>
            <a:ext cx="9143997" cy="1371564"/>
            <a:chOff x="-10" y="3735321"/>
            <a:chExt cx="9139427" cy="1408177"/>
          </a:xfrm>
        </p:grpSpPr>
        <p:pic>
          <p:nvPicPr>
            <p:cNvPr id="19" name="Google Shape;188;p27">
              <a:extLst>
                <a:ext uri="{FF2B5EF4-FFF2-40B4-BE49-F238E27FC236}">
                  <a16:creationId xmlns:a16="http://schemas.microsoft.com/office/drawing/2014/main" id="{9A7099F7-D12D-E882-59C8-54B19FE250D6}"/>
                </a:ext>
              </a:extLst>
            </p:cNvPr>
            <p:cNvPicPr preferRelativeResize="0"/>
            <p:nvPr/>
          </p:nvPicPr>
          <p:blipFill>
            <a:blip r:embed="rId2">
              <a:alphaModFix/>
            </a:blip>
            <a:stretch>
              <a:fillRect/>
            </a:stretch>
          </p:blipFill>
          <p:spPr>
            <a:xfrm>
              <a:off x="-10" y="3735321"/>
              <a:ext cx="3044952" cy="1408177"/>
            </a:xfrm>
            <a:prstGeom prst="rect">
              <a:avLst/>
            </a:prstGeom>
            <a:noFill/>
            <a:ln>
              <a:noFill/>
            </a:ln>
          </p:spPr>
        </p:pic>
        <p:pic>
          <p:nvPicPr>
            <p:cNvPr id="20" name="Google Shape;189;p27">
              <a:extLst>
                <a:ext uri="{FF2B5EF4-FFF2-40B4-BE49-F238E27FC236}">
                  <a16:creationId xmlns:a16="http://schemas.microsoft.com/office/drawing/2014/main" id="{D67FD1B4-9803-3CF8-54F1-C302E0A8296C}"/>
                </a:ext>
              </a:extLst>
            </p:cNvPr>
            <p:cNvPicPr preferRelativeResize="0"/>
            <p:nvPr userDrawn="1"/>
          </p:nvPicPr>
          <p:blipFill rotWithShape="1">
            <a:blip r:embed="rId3">
              <a:alphaModFix/>
            </a:blip>
            <a:srcRect t="139" b="139"/>
            <a:stretch/>
          </p:blipFill>
          <p:spPr>
            <a:xfrm>
              <a:off x="3049515" y="3735321"/>
              <a:ext cx="3044952" cy="1408177"/>
            </a:xfrm>
            <a:prstGeom prst="rect">
              <a:avLst/>
            </a:prstGeom>
            <a:noFill/>
            <a:ln>
              <a:noFill/>
            </a:ln>
          </p:spPr>
        </p:pic>
        <p:pic>
          <p:nvPicPr>
            <p:cNvPr id="21" name="Google Shape;190;p27">
              <a:extLst>
                <a:ext uri="{FF2B5EF4-FFF2-40B4-BE49-F238E27FC236}">
                  <a16:creationId xmlns:a16="http://schemas.microsoft.com/office/drawing/2014/main" id="{4541A2A9-70E3-5E79-052A-8E3935082CA8}"/>
                </a:ext>
              </a:extLst>
            </p:cNvPr>
            <p:cNvPicPr preferRelativeResize="0"/>
            <p:nvPr/>
          </p:nvPicPr>
          <p:blipFill rotWithShape="1">
            <a:blip r:embed="rId4">
              <a:alphaModFix/>
            </a:blip>
            <a:srcRect t="139" b="139"/>
            <a:stretch/>
          </p:blipFill>
          <p:spPr>
            <a:xfrm>
              <a:off x="6094465" y="3735321"/>
              <a:ext cx="3044952" cy="1408177"/>
            </a:xfrm>
            <a:prstGeom prst="rect">
              <a:avLst/>
            </a:prstGeom>
            <a:noFill/>
            <a:ln>
              <a:noFill/>
            </a:ln>
          </p:spPr>
        </p:pic>
      </p:grpSp>
      <p:sp>
        <p:nvSpPr>
          <p:cNvPr id="22" name="Google Shape;56;p14">
            <a:extLst>
              <a:ext uri="{FF2B5EF4-FFF2-40B4-BE49-F238E27FC236}">
                <a16:creationId xmlns:a16="http://schemas.microsoft.com/office/drawing/2014/main" id="{D9422024-FF7F-2DDA-3FA8-89A32EECB074}"/>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3" name="Google Shape;195;p27">
            <a:extLst>
              <a:ext uri="{FF2B5EF4-FFF2-40B4-BE49-F238E27FC236}">
                <a16:creationId xmlns:a16="http://schemas.microsoft.com/office/drawing/2014/main" id="{DC8F3D6B-AAC3-5F31-B4FA-1F34D2918FDA}"/>
              </a:ext>
            </a:extLst>
          </p:cNvPr>
          <p:cNvSpPr/>
          <p:nvPr userDrawn="1"/>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5" name="Google Shape;312;p42">
            <a:extLst>
              <a:ext uri="{FF2B5EF4-FFF2-40B4-BE49-F238E27FC236}">
                <a16:creationId xmlns:a16="http://schemas.microsoft.com/office/drawing/2014/main" id="{7BF276F7-91E5-90D7-ABEF-7761E7349F53}"/>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306108044"/>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ver 02">
    <p:bg>
      <p:bgPr>
        <a:solidFill>
          <a:schemeClr val="accent1"/>
        </a:solidFill>
        <a:effectLst/>
      </p:bgPr>
    </p:bg>
    <p:spTree>
      <p:nvGrpSpPr>
        <p:cNvPr id="1" name=""/>
        <p:cNvGrpSpPr/>
        <p:nvPr/>
      </p:nvGrpSpPr>
      <p:grpSpPr>
        <a:xfrm>
          <a:off x="0" y="0"/>
          <a:ext cx="0" cy="0"/>
          <a:chOff x="0" y="0"/>
          <a:chExt cx="0" cy="0"/>
        </a:xfrm>
      </p:grpSpPr>
      <p:grpSp>
        <p:nvGrpSpPr>
          <p:cNvPr id="4" name="Google Shape;197;p28">
            <a:extLst>
              <a:ext uri="{FF2B5EF4-FFF2-40B4-BE49-F238E27FC236}">
                <a16:creationId xmlns:a16="http://schemas.microsoft.com/office/drawing/2014/main" id="{E334A711-9EE0-A19D-F45C-2D7B437C6ABD}"/>
              </a:ext>
            </a:extLst>
          </p:cNvPr>
          <p:cNvGrpSpPr/>
          <p:nvPr/>
        </p:nvGrpSpPr>
        <p:grpSpPr>
          <a:xfrm>
            <a:off x="-2" y="2914850"/>
            <a:ext cx="9143627" cy="2228425"/>
            <a:chOff x="-834856" y="2711517"/>
            <a:chExt cx="9978858" cy="2431981"/>
          </a:xfrm>
        </p:grpSpPr>
        <p:pic>
          <p:nvPicPr>
            <p:cNvPr id="5" name="Google Shape;198;p28">
              <a:extLst>
                <a:ext uri="{FF2B5EF4-FFF2-40B4-BE49-F238E27FC236}">
                  <a16:creationId xmlns:a16="http://schemas.microsoft.com/office/drawing/2014/main" id="{DC8A6625-35A2-10CD-2482-E132F6E8779E}"/>
                </a:ext>
              </a:extLst>
            </p:cNvPr>
            <p:cNvPicPr preferRelativeResize="0"/>
            <p:nvPr/>
          </p:nvPicPr>
          <p:blipFill rotWithShape="1">
            <a:blip r:embed="rId2">
              <a:alphaModFix amt="85000"/>
            </a:blip>
            <a:srcRect l="45992" t="24707" b="30782"/>
            <a:stretch/>
          </p:blipFill>
          <p:spPr>
            <a:xfrm>
              <a:off x="-834856" y="2711517"/>
              <a:ext cx="3540541" cy="2431980"/>
            </a:xfrm>
            <a:prstGeom prst="rect">
              <a:avLst/>
            </a:prstGeom>
            <a:noFill/>
            <a:ln>
              <a:noFill/>
            </a:ln>
          </p:spPr>
        </p:pic>
        <p:pic>
          <p:nvPicPr>
            <p:cNvPr id="6" name="Google Shape;199;p28">
              <a:extLst>
                <a:ext uri="{FF2B5EF4-FFF2-40B4-BE49-F238E27FC236}">
                  <a16:creationId xmlns:a16="http://schemas.microsoft.com/office/drawing/2014/main" id="{3DCB4B56-DF87-5039-B22C-7160128B8233}"/>
                </a:ext>
              </a:extLst>
            </p:cNvPr>
            <p:cNvPicPr preferRelativeResize="0"/>
            <p:nvPr/>
          </p:nvPicPr>
          <p:blipFill rotWithShape="1">
            <a:blip r:embed="rId3">
              <a:alphaModFix amt="85000"/>
            </a:blip>
            <a:srcRect t="25271" r="1931" b="30786"/>
            <a:stretch/>
          </p:blipFill>
          <p:spPr>
            <a:xfrm>
              <a:off x="2715550" y="2742300"/>
              <a:ext cx="6428452" cy="2401198"/>
            </a:xfrm>
            <a:prstGeom prst="rect">
              <a:avLst/>
            </a:prstGeom>
            <a:noFill/>
            <a:ln>
              <a:noFill/>
            </a:ln>
          </p:spPr>
        </p:pic>
      </p:grpSp>
      <p:sp>
        <p:nvSpPr>
          <p:cNvPr id="2" name="Title 1"/>
          <p:cNvSpPr>
            <a:spLocks noGrp="1"/>
          </p:cNvSpPr>
          <p:nvPr>
            <p:ph type="ctrTitle"/>
          </p:nvPr>
        </p:nvSpPr>
        <p:spPr>
          <a:xfrm>
            <a:off x="352603" y="1956685"/>
            <a:ext cx="7254828" cy="1162750"/>
          </a:xfrm>
        </p:spPr>
        <p:txBody>
          <a:bodyPr vert="horz" lIns="91440" tIns="45720" rIns="91440" bIns="0" rtlCol="0" anchor="b">
            <a:noAutofit/>
          </a:bodyPr>
          <a:lstStyle>
            <a:lvl1pPr>
              <a:defRPr lang="en-US" sz="4400" b="1" i="0" cap="all" baseline="0" dirty="0">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3" name="Subtitle 2"/>
          <p:cNvSpPr>
            <a:spLocks noGrp="1"/>
          </p:cNvSpPr>
          <p:nvPr>
            <p:ph type="subTitle" idx="1"/>
          </p:nvPr>
        </p:nvSpPr>
        <p:spPr>
          <a:xfrm>
            <a:off x="364877" y="3131803"/>
            <a:ext cx="8064898" cy="409338"/>
          </a:xfrm>
          <a:prstGeom prst="rect">
            <a:avLst/>
          </a:prstGeom>
        </p:spPr>
        <p:txBody>
          <a:bodyPr tIns="0">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Google Shape;56;p14">
            <a:extLst>
              <a:ext uri="{FF2B5EF4-FFF2-40B4-BE49-F238E27FC236}">
                <a16:creationId xmlns:a16="http://schemas.microsoft.com/office/drawing/2014/main" id="{C609C043-DFE7-5188-1123-0B1C42A7C4D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195;p27">
            <a:extLst>
              <a:ext uri="{FF2B5EF4-FFF2-40B4-BE49-F238E27FC236}">
                <a16:creationId xmlns:a16="http://schemas.microsoft.com/office/drawing/2014/main" id="{FB8E2E24-3074-B2B7-CB91-8FD122C1F814}"/>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9" name="Content Placeholder 22">
            <a:extLst>
              <a:ext uri="{FF2B5EF4-FFF2-40B4-BE49-F238E27FC236}">
                <a16:creationId xmlns:a16="http://schemas.microsoft.com/office/drawing/2014/main" id="{E5E870D2-D674-003F-77CD-50FC9B24997C}"/>
              </a:ext>
            </a:extLst>
          </p:cNvPr>
          <p:cNvSpPr>
            <a:spLocks noGrp="1"/>
          </p:cNvSpPr>
          <p:nvPr>
            <p:ph sz="quarter" idx="10"/>
          </p:nvPr>
        </p:nvSpPr>
        <p:spPr>
          <a:xfrm>
            <a:off x="364876" y="4184596"/>
            <a:ext cx="3635375" cy="379413"/>
          </a:xfrm>
          <a:prstGeom prst="rect">
            <a:avLst/>
          </a:prstGeom>
        </p:spPr>
        <p:txBody>
          <a:bodyPr anchor="b">
            <a:noAutofit/>
          </a:bodyPr>
          <a:lstStyle>
            <a:lvl1pPr marL="0" indent="0">
              <a:buNone/>
              <a:defRPr sz="1400" b="1">
                <a:solidFill>
                  <a:schemeClr val="tx1"/>
                </a:solidFill>
              </a:defRPr>
            </a:lvl1pPr>
            <a:lvl2pPr marL="342900" indent="0">
              <a:buNone/>
              <a:defRPr sz="1400"/>
            </a:lvl2pPr>
            <a:lvl3pPr marL="685800" indent="0">
              <a:buNone/>
              <a:defRPr sz="1400"/>
            </a:lvl3pPr>
            <a:lvl4pPr marL="1028700" indent="0">
              <a:buNone/>
              <a:defRPr sz="1400"/>
            </a:lvl4pPr>
            <a:lvl5pPr marL="1371600" indent="0">
              <a:buNone/>
              <a:defRPr sz="1400"/>
            </a:lvl5pPr>
          </a:lstStyle>
          <a:p>
            <a:pPr lvl="0"/>
            <a:r>
              <a:rPr lang="en-US"/>
              <a:t>Click to edit Master text styles</a:t>
            </a:r>
          </a:p>
        </p:txBody>
      </p:sp>
      <p:sp>
        <p:nvSpPr>
          <p:cNvPr id="7" name="Google Shape;312;p42">
            <a:extLst>
              <a:ext uri="{FF2B5EF4-FFF2-40B4-BE49-F238E27FC236}">
                <a16:creationId xmlns:a16="http://schemas.microsoft.com/office/drawing/2014/main" id="{B384B300-644A-566E-D51D-600516E327D7}"/>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0" name="Google Shape;197;p28">
            <a:extLst>
              <a:ext uri="{FF2B5EF4-FFF2-40B4-BE49-F238E27FC236}">
                <a16:creationId xmlns:a16="http://schemas.microsoft.com/office/drawing/2014/main" id="{A8427D3F-EB8E-86EE-50BB-711BEA91CA26}"/>
              </a:ext>
            </a:extLst>
          </p:cNvPr>
          <p:cNvGrpSpPr/>
          <p:nvPr/>
        </p:nvGrpSpPr>
        <p:grpSpPr>
          <a:xfrm>
            <a:off x="-2" y="2914850"/>
            <a:ext cx="9143627" cy="2228425"/>
            <a:chOff x="-834856" y="2711517"/>
            <a:chExt cx="9978858" cy="2431981"/>
          </a:xfrm>
        </p:grpSpPr>
        <p:pic>
          <p:nvPicPr>
            <p:cNvPr id="11" name="Google Shape;198;p28">
              <a:extLst>
                <a:ext uri="{FF2B5EF4-FFF2-40B4-BE49-F238E27FC236}">
                  <a16:creationId xmlns:a16="http://schemas.microsoft.com/office/drawing/2014/main" id="{588814F5-DEB4-8501-93EF-7624679B3BFF}"/>
                </a:ext>
              </a:extLst>
            </p:cNvPr>
            <p:cNvPicPr preferRelativeResize="0"/>
            <p:nvPr/>
          </p:nvPicPr>
          <p:blipFill rotWithShape="1">
            <a:blip r:embed="rId2">
              <a:alphaModFix amt="85000"/>
            </a:blip>
            <a:srcRect l="45992" t="24707" b="30782"/>
            <a:stretch/>
          </p:blipFill>
          <p:spPr>
            <a:xfrm>
              <a:off x="-834856" y="2711517"/>
              <a:ext cx="3540541" cy="2431980"/>
            </a:xfrm>
            <a:prstGeom prst="rect">
              <a:avLst/>
            </a:prstGeom>
            <a:noFill/>
            <a:ln>
              <a:noFill/>
            </a:ln>
          </p:spPr>
        </p:pic>
        <p:pic>
          <p:nvPicPr>
            <p:cNvPr id="12" name="Google Shape;199;p28">
              <a:extLst>
                <a:ext uri="{FF2B5EF4-FFF2-40B4-BE49-F238E27FC236}">
                  <a16:creationId xmlns:a16="http://schemas.microsoft.com/office/drawing/2014/main" id="{4DB478C0-D60C-AC65-6A26-77790708DB87}"/>
                </a:ext>
              </a:extLst>
            </p:cNvPr>
            <p:cNvPicPr preferRelativeResize="0"/>
            <p:nvPr/>
          </p:nvPicPr>
          <p:blipFill rotWithShape="1">
            <a:blip r:embed="rId3">
              <a:alphaModFix amt="85000"/>
            </a:blip>
            <a:srcRect t="25271" r="1931" b="30786"/>
            <a:stretch/>
          </p:blipFill>
          <p:spPr>
            <a:xfrm>
              <a:off x="2715550" y="2742300"/>
              <a:ext cx="6428452" cy="2401198"/>
            </a:xfrm>
            <a:prstGeom prst="rect">
              <a:avLst/>
            </a:prstGeom>
            <a:noFill/>
            <a:ln>
              <a:noFill/>
            </a:ln>
          </p:spPr>
        </p:pic>
      </p:grpSp>
      <p:sp>
        <p:nvSpPr>
          <p:cNvPr id="13" name="Google Shape;56;p14">
            <a:extLst>
              <a:ext uri="{FF2B5EF4-FFF2-40B4-BE49-F238E27FC236}">
                <a16:creationId xmlns:a16="http://schemas.microsoft.com/office/drawing/2014/main" id="{3B36DFB3-C8B7-9EB3-4F3A-61E13C13AD1C}"/>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195;p27">
            <a:extLst>
              <a:ext uri="{FF2B5EF4-FFF2-40B4-BE49-F238E27FC236}">
                <a16:creationId xmlns:a16="http://schemas.microsoft.com/office/drawing/2014/main" id="{D19AC9D1-5034-2AF3-562F-0B8318710522}"/>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5" name="Google Shape;312;p42">
            <a:extLst>
              <a:ext uri="{FF2B5EF4-FFF2-40B4-BE49-F238E27FC236}">
                <a16:creationId xmlns:a16="http://schemas.microsoft.com/office/drawing/2014/main" id="{5568893E-CF6C-8704-AB24-3D815EA87609}"/>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6" name="Google Shape;197;p28">
            <a:extLst>
              <a:ext uri="{FF2B5EF4-FFF2-40B4-BE49-F238E27FC236}">
                <a16:creationId xmlns:a16="http://schemas.microsoft.com/office/drawing/2014/main" id="{6EAC7623-215F-53D2-7909-6645F1A0712F}"/>
              </a:ext>
            </a:extLst>
          </p:cNvPr>
          <p:cNvGrpSpPr/>
          <p:nvPr userDrawn="1"/>
        </p:nvGrpSpPr>
        <p:grpSpPr>
          <a:xfrm>
            <a:off x="-2" y="2914850"/>
            <a:ext cx="9143627" cy="2228425"/>
            <a:chOff x="-834856" y="2711517"/>
            <a:chExt cx="9978858" cy="2431981"/>
          </a:xfrm>
        </p:grpSpPr>
        <p:pic>
          <p:nvPicPr>
            <p:cNvPr id="18" name="Google Shape;198;p28">
              <a:extLst>
                <a:ext uri="{FF2B5EF4-FFF2-40B4-BE49-F238E27FC236}">
                  <a16:creationId xmlns:a16="http://schemas.microsoft.com/office/drawing/2014/main" id="{546100B3-A16A-51E0-000A-6BF2A8235722}"/>
                </a:ext>
              </a:extLst>
            </p:cNvPr>
            <p:cNvPicPr preferRelativeResize="0"/>
            <p:nvPr/>
          </p:nvPicPr>
          <p:blipFill rotWithShape="1">
            <a:blip r:embed="rId2">
              <a:alphaModFix amt="85000"/>
            </a:blip>
            <a:srcRect l="45992" t="24707" b="30782"/>
            <a:stretch/>
          </p:blipFill>
          <p:spPr>
            <a:xfrm>
              <a:off x="-834856" y="2711517"/>
              <a:ext cx="3540541" cy="2431980"/>
            </a:xfrm>
            <a:prstGeom prst="rect">
              <a:avLst/>
            </a:prstGeom>
            <a:noFill/>
            <a:ln>
              <a:noFill/>
            </a:ln>
          </p:spPr>
        </p:pic>
        <p:pic>
          <p:nvPicPr>
            <p:cNvPr id="19" name="Google Shape;199;p28">
              <a:extLst>
                <a:ext uri="{FF2B5EF4-FFF2-40B4-BE49-F238E27FC236}">
                  <a16:creationId xmlns:a16="http://schemas.microsoft.com/office/drawing/2014/main" id="{62A7B604-857E-2133-F89C-5B639326C59D}"/>
                </a:ext>
              </a:extLst>
            </p:cNvPr>
            <p:cNvPicPr preferRelativeResize="0"/>
            <p:nvPr/>
          </p:nvPicPr>
          <p:blipFill rotWithShape="1">
            <a:blip r:embed="rId3">
              <a:alphaModFix amt="85000"/>
            </a:blip>
            <a:srcRect t="25271" r="1931" b="30786"/>
            <a:stretch/>
          </p:blipFill>
          <p:spPr>
            <a:xfrm>
              <a:off x="2715550" y="2742300"/>
              <a:ext cx="6428452" cy="2401198"/>
            </a:xfrm>
            <a:prstGeom prst="rect">
              <a:avLst/>
            </a:prstGeom>
            <a:noFill/>
            <a:ln>
              <a:noFill/>
            </a:ln>
          </p:spPr>
        </p:pic>
      </p:grpSp>
      <p:sp>
        <p:nvSpPr>
          <p:cNvPr id="20" name="Google Shape;56;p14">
            <a:extLst>
              <a:ext uri="{FF2B5EF4-FFF2-40B4-BE49-F238E27FC236}">
                <a16:creationId xmlns:a16="http://schemas.microsoft.com/office/drawing/2014/main" id="{DDB91D12-B04D-DBD9-C6E3-9A8D4A82EDC0}"/>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1" name="Google Shape;195;p27">
            <a:extLst>
              <a:ext uri="{FF2B5EF4-FFF2-40B4-BE49-F238E27FC236}">
                <a16:creationId xmlns:a16="http://schemas.microsoft.com/office/drawing/2014/main" id="{764EB903-6750-0CA4-56AC-59084A476139}"/>
              </a:ext>
            </a:extLst>
          </p:cNvPr>
          <p:cNvSpPr/>
          <p:nvPr userDrawn="1"/>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2" name="Google Shape;312;p42">
            <a:extLst>
              <a:ext uri="{FF2B5EF4-FFF2-40B4-BE49-F238E27FC236}">
                <a16:creationId xmlns:a16="http://schemas.microsoft.com/office/drawing/2014/main" id="{CA4A0CEB-B494-39B4-89F6-187CE30F6EB5}"/>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2852764322"/>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ver 03">
    <p:bg>
      <p:bgPr>
        <a:solidFill>
          <a:schemeClr val="accent1"/>
        </a:solidFill>
        <a:effectLst/>
      </p:bgPr>
    </p:bg>
    <p:spTree>
      <p:nvGrpSpPr>
        <p:cNvPr id="1" name=""/>
        <p:cNvGrpSpPr/>
        <p:nvPr/>
      </p:nvGrpSpPr>
      <p:grpSpPr>
        <a:xfrm>
          <a:off x="0" y="0"/>
          <a:ext cx="0" cy="0"/>
          <a:chOff x="0" y="0"/>
          <a:chExt cx="0" cy="0"/>
        </a:xfrm>
      </p:grpSpPr>
      <p:grpSp>
        <p:nvGrpSpPr>
          <p:cNvPr id="7" name="Google Shape;208;p29">
            <a:extLst>
              <a:ext uri="{FF2B5EF4-FFF2-40B4-BE49-F238E27FC236}">
                <a16:creationId xmlns:a16="http://schemas.microsoft.com/office/drawing/2014/main" id="{2AE7B616-A893-FCC1-436A-094AF25B10D0}"/>
              </a:ext>
            </a:extLst>
          </p:cNvPr>
          <p:cNvGrpSpPr/>
          <p:nvPr/>
        </p:nvGrpSpPr>
        <p:grpSpPr>
          <a:xfrm rot="-5400000">
            <a:off x="5223451" y="1196298"/>
            <a:ext cx="5164226" cy="2747927"/>
            <a:chOff x="1155183" y="3814094"/>
            <a:chExt cx="3118306" cy="1659276"/>
          </a:xfrm>
        </p:grpSpPr>
        <p:pic>
          <p:nvPicPr>
            <p:cNvPr id="9" name="Google Shape;209;p29">
              <a:extLst>
                <a:ext uri="{FF2B5EF4-FFF2-40B4-BE49-F238E27FC236}">
                  <a16:creationId xmlns:a16="http://schemas.microsoft.com/office/drawing/2014/main" id="{F1CA60C3-7E47-7B46-5EA9-337975EF3216}"/>
                </a:ext>
              </a:extLst>
            </p:cNvPr>
            <p:cNvPicPr preferRelativeResize="0"/>
            <p:nvPr/>
          </p:nvPicPr>
          <p:blipFill rotWithShape="1">
            <a:blip r:embed="rId2">
              <a:alphaModFix/>
            </a:blip>
            <a:srcRect l="37919" t="24705" b="10228"/>
            <a:stretch/>
          </p:blipFill>
          <p:spPr>
            <a:xfrm>
              <a:off x="1155183" y="3814094"/>
              <a:ext cx="1891297" cy="1652133"/>
            </a:xfrm>
            <a:prstGeom prst="rect">
              <a:avLst/>
            </a:prstGeom>
            <a:noFill/>
            <a:ln>
              <a:noFill/>
            </a:ln>
          </p:spPr>
        </p:pic>
        <p:pic>
          <p:nvPicPr>
            <p:cNvPr id="10" name="Google Shape;210;p29">
              <a:extLst>
                <a:ext uri="{FF2B5EF4-FFF2-40B4-BE49-F238E27FC236}">
                  <a16:creationId xmlns:a16="http://schemas.microsoft.com/office/drawing/2014/main" id="{71453704-295F-145A-734B-086AC7E582BC}"/>
                </a:ext>
              </a:extLst>
            </p:cNvPr>
            <p:cNvPicPr preferRelativeResize="0"/>
            <p:nvPr/>
          </p:nvPicPr>
          <p:blipFill rotWithShape="1">
            <a:blip r:embed="rId3">
              <a:alphaModFix/>
            </a:blip>
            <a:srcRect t="25270" r="59873" b="9950"/>
            <a:stretch/>
          </p:blipFill>
          <p:spPr>
            <a:xfrm>
              <a:off x="3051053" y="3828390"/>
              <a:ext cx="1222436" cy="1644980"/>
            </a:xfrm>
            <a:prstGeom prst="rect">
              <a:avLst/>
            </a:prstGeom>
            <a:noFill/>
            <a:ln>
              <a:noFill/>
            </a:ln>
          </p:spPr>
        </p:pic>
      </p:grpSp>
      <p:sp>
        <p:nvSpPr>
          <p:cNvPr id="2" name="Title 1"/>
          <p:cNvSpPr>
            <a:spLocks noGrp="1"/>
          </p:cNvSpPr>
          <p:nvPr>
            <p:ph type="ctrTitle"/>
          </p:nvPr>
        </p:nvSpPr>
        <p:spPr>
          <a:xfrm>
            <a:off x="352602" y="1956685"/>
            <a:ext cx="7207695" cy="1162750"/>
          </a:xfrm>
        </p:spPr>
        <p:txBody>
          <a:bodyPr vert="horz" lIns="91440" tIns="45720" rIns="91440" bIns="0" rtlCol="0" anchor="b">
            <a:noAutofit/>
          </a:bodyPr>
          <a:lstStyle>
            <a:lvl1pPr>
              <a:defRPr lang="en-US" sz="4400" b="1" i="0" cap="all" baseline="0" dirty="0">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3" name="Subtitle 2"/>
          <p:cNvSpPr>
            <a:spLocks noGrp="1"/>
          </p:cNvSpPr>
          <p:nvPr>
            <p:ph type="subTitle" idx="1"/>
          </p:nvPr>
        </p:nvSpPr>
        <p:spPr>
          <a:xfrm>
            <a:off x="364877" y="3131803"/>
            <a:ext cx="8064898" cy="409338"/>
          </a:xfrm>
          <a:prstGeom prst="rect">
            <a:avLst/>
          </a:prstGeom>
        </p:spPr>
        <p:txBody>
          <a:bodyPr tIns="0">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Google Shape;56;p14">
            <a:extLst>
              <a:ext uri="{FF2B5EF4-FFF2-40B4-BE49-F238E27FC236}">
                <a16:creationId xmlns:a16="http://schemas.microsoft.com/office/drawing/2014/main" id="{C609C043-DFE7-5188-1123-0B1C42A7C4D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195;p27">
            <a:extLst>
              <a:ext uri="{FF2B5EF4-FFF2-40B4-BE49-F238E27FC236}">
                <a16:creationId xmlns:a16="http://schemas.microsoft.com/office/drawing/2014/main" id="{FB8E2E24-3074-B2B7-CB91-8FD122C1F814}"/>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1" name="Content Placeholder 22">
            <a:extLst>
              <a:ext uri="{FF2B5EF4-FFF2-40B4-BE49-F238E27FC236}">
                <a16:creationId xmlns:a16="http://schemas.microsoft.com/office/drawing/2014/main" id="{C71A5C91-BF88-FAE1-FBFF-10E097A0EE3F}"/>
              </a:ext>
            </a:extLst>
          </p:cNvPr>
          <p:cNvSpPr>
            <a:spLocks noGrp="1"/>
          </p:cNvSpPr>
          <p:nvPr>
            <p:ph sz="quarter" idx="10"/>
          </p:nvPr>
        </p:nvSpPr>
        <p:spPr>
          <a:xfrm>
            <a:off x="364876" y="4184596"/>
            <a:ext cx="3635375" cy="379413"/>
          </a:xfrm>
          <a:prstGeom prst="rect">
            <a:avLst/>
          </a:prstGeom>
        </p:spPr>
        <p:txBody>
          <a:bodyPr anchor="b">
            <a:noAutofit/>
          </a:bodyPr>
          <a:lstStyle>
            <a:lvl1pPr marL="0" indent="0">
              <a:buNone/>
              <a:defRPr sz="1400" b="1">
                <a:solidFill>
                  <a:schemeClr val="tx1"/>
                </a:solidFill>
              </a:defRPr>
            </a:lvl1pPr>
            <a:lvl2pPr marL="342900" indent="0">
              <a:buNone/>
              <a:defRPr sz="1400"/>
            </a:lvl2pPr>
            <a:lvl3pPr marL="685800" indent="0">
              <a:buNone/>
              <a:defRPr sz="1400"/>
            </a:lvl3pPr>
            <a:lvl4pPr marL="1028700" indent="0">
              <a:buNone/>
              <a:defRPr sz="1400"/>
            </a:lvl4pPr>
            <a:lvl5pPr marL="1371600" indent="0">
              <a:buNone/>
              <a:defRPr sz="1400"/>
            </a:lvl5pPr>
          </a:lstStyle>
          <a:p>
            <a:pPr lvl="0"/>
            <a:r>
              <a:rPr lang="en-US"/>
              <a:t>Click to edit Master text styles</a:t>
            </a:r>
          </a:p>
        </p:txBody>
      </p:sp>
      <p:sp>
        <p:nvSpPr>
          <p:cNvPr id="4" name="Google Shape;312;p42">
            <a:extLst>
              <a:ext uri="{FF2B5EF4-FFF2-40B4-BE49-F238E27FC236}">
                <a16:creationId xmlns:a16="http://schemas.microsoft.com/office/drawing/2014/main" id="{1B4CCCF1-A520-0AF5-AC32-7CD8C18A6EC7}"/>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5" name="Google Shape;208;p29">
            <a:extLst>
              <a:ext uri="{FF2B5EF4-FFF2-40B4-BE49-F238E27FC236}">
                <a16:creationId xmlns:a16="http://schemas.microsoft.com/office/drawing/2014/main" id="{A2ABA971-7BF3-68E7-6BE3-B8042BB8F8EF}"/>
              </a:ext>
            </a:extLst>
          </p:cNvPr>
          <p:cNvGrpSpPr/>
          <p:nvPr/>
        </p:nvGrpSpPr>
        <p:grpSpPr>
          <a:xfrm rot="-5400000">
            <a:off x="5223451" y="1196298"/>
            <a:ext cx="5164226" cy="2747927"/>
            <a:chOff x="1155183" y="3814094"/>
            <a:chExt cx="3118306" cy="1659276"/>
          </a:xfrm>
        </p:grpSpPr>
        <p:pic>
          <p:nvPicPr>
            <p:cNvPr id="6" name="Google Shape;209;p29">
              <a:extLst>
                <a:ext uri="{FF2B5EF4-FFF2-40B4-BE49-F238E27FC236}">
                  <a16:creationId xmlns:a16="http://schemas.microsoft.com/office/drawing/2014/main" id="{EECB4F95-9E29-FD12-A07F-B7BA1C70018A}"/>
                </a:ext>
              </a:extLst>
            </p:cNvPr>
            <p:cNvPicPr preferRelativeResize="0"/>
            <p:nvPr/>
          </p:nvPicPr>
          <p:blipFill rotWithShape="1">
            <a:blip r:embed="rId2">
              <a:alphaModFix/>
            </a:blip>
            <a:srcRect l="37919" t="24705" b="10228"/>
            <a:stretch/>
          </p:blipFill>
          <p:spPr>
            <a:xfrm>
              <a:off x="1155183" y="3814094"/>
              <a:ext cx="1891297" cy="1652133"/>
            </a:xfrm>
            <a:prstGeom prst="rect">
              <a:avLst/>
            </a:prstGeom>
            <a:noFill/>
            <a:ln>
              <a:noFill/>
            </a:ln>
          </p:spPr>
        </p:pic>
        <p:pic>
          <p:nvPicPr>
            <p:cNvPr id="12" name="Google Shape;210;p29">
              <a:extLst>
                <a:ext uri="{FF2B5EF4-FFF2-40B4-BE49-F238E27FC236}">
                  <a16:creationId xmlns:a16="http://schemas.microsoft.com/office/drawing/2014/main" id="{0649938E-1FE0-EE3E-4DE8-1DDBD6EFC56D}"/>
                </a:ext>
              </a:extLst>
            </p:cNvPr>
            <p:cNvPicPr preferRelativeResize="0"/>
            <p:nvPr/>
          </p:nvPicPr>
          <p:blipFill rotWithShape="1">
            <a:blip r:embed="rId3">
              <a:alphaModFix/>
            </a:blip>
            <a:srcRect t="25270" r="59873" b="9950"/>
            <a:stretch/>
          </p:blipFill>
          <p:spPr>
            <a:xfrm>
              <a:off x="3051053" y="3828390"/>
              <a:ext cx="1222436" cy="1644980"/>
            </a:xfrm>
            <a:prstGeom prst="rect">
              <a:avLst/>
            </a:prstGeom>
            <a:noFill/>
            <a:ln>
              <a:noFill/>
            </a:ln>
          </p:spPr>
        </p:pic>
      </p:grpSp>
      <p:sp>
        <p:nvSpPr>
          <p:cNvPr id="13" name="Google Shape;56;p14">
            <a:extLst>
              <a:ext uri="{FF2B5EF4-FFF2-40B4-BE49-F238E27FC236}">
                <a16:creationId xmlns:a16="http://schemas.microsoft.com/office/drawing/2014/main" id="{8BCC39F7-B364-17F9-5D9E-B84933751A3B}"/>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195;p27">
            <a:extLst>
              <a:ext uri="{FF2B5EF4-FFF2-40B4-BE49-F238E27FC236}">
                <a16:creationId xmlns:a16="http://schemas.microsoft.com/office/drawing/2014/main" id="{B411B507-E283-877B-22F5-08E1DBC255CE}"/>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5" name="Google Shape;312;p42">
            <a:extLst>
              <a:ext uri="{FF2B5EF4-FFF2-40B4-BE49-F238E27FC236}">
                <a16:creationId xmlns:a16="http://schemas.microsoft.com/office/drawing/2014/main" id="{D5375B7E-C4F5-3563-92DF-EAE21A84E835}"/>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6" name="Google Shape;208;p29">
            <a:extLst>
              <a:ext uri="{FF2B5EF4-FFF2-40B4-BE49-F238E27FC236}">
                <a16:creationId xmlns:a16="http://schemas.microsoft.com/office/drawing/2014/main" id="{D73049C4-44D3-29F3-4BF5-FA152D52D8BC}"/>
              </a:ext>
            </a:extLst>
          </p:cNvPr>
          <p:cNvGrpSpPr/>
          <p:nvPr userDrawn="1"/>
        </p:nvGrpSpPr>
        <p:grpSpPr>
          <a:xfrm rot="-5400000">
            <a:off x="5223451" y="1196298"/>
            <a:ext cx="5164226" cy="2747927"/>
            <a:chOff x="1155183" y="3814094"/>
            <a:chExt cx="3118306" cy="1659276"/>
          </a:xfrm>
        </p:grpSpPr>
        <p:pic>
          <p:nvPicPr>
            <p:cNvPr id="18" name="Google Shape;209;p29">
              <a:extLst>
                <a:ext uri="{FF2B5EF4-FFF2-40B4-BE49-F238E27FC236}">
                  <a16:creationId xmlns:a16="http://schemas.microsoft.com/office/drawing/2014/main" id="{842D1DF5-0A44-77D6-0B07-D0749BBAAB83}"/>
                </a:ext>
              </a:extLst>
            </p:cNvPr>
            <p:cNvPicPr preferRelativeResize="0"/>
            <p:nvPr/>
          </p:nvPicPr>
          <p:blipFill rotWithShape="1">
            <a:blip r:embed="rId2">
              <a:alphaModFix/>
            </a:blip>
            <a:srcRect l="37919" t="24705" b="10228"/>
            <a:stretch/>
          </p:blipFill>
          <p:spPr>
            <a:xfrm>
              <a:off x="1155183" y="3814094"/>
              <a:ext cx="1891297" cy="1652133"/>
            </a:xfrm>
            <a:prstGeom prst="rect">
              <a:avLst/>
            </a:prstGeom>
            <a:noFill/>
            <a:ln>
              <a:noFill/>
            </a:ln>
          </p:spPr>
        </p:pic>
        <p:pic>
          <p:nvPicPr>
            <p:cNvPr id="19" name="Google Shape;210;p29">
              <a:extLst>
                <a:ext uri="{FF2B5EF4-FFF2-40B4-BE49-F238E27FC236}">
                  <a16:creationId xmlns:a16="http://schemas.microsoft.com/office/drawing/2014/main" id="{1288BC30-1D21-A1FC-0E4A-35E30287D458}"/>
                </a:ext>
              </a:extLst>
            </p:cNvPr>
            <p:cNvPicPr preferRelativeResize="0"/>
            <p:nvPr/>
          </p:nvPicPr>
          <p:blipFill rotWithShape="1">
            <a:blip r:embed="rId3">
              <a:alphaModFix/>
            </a:blip>
            <a:srcRect t="25270" r="59873" b="9950"/>
            <a:stretch/>
          </p:blipFill>
          <p:spPr>
            <a:xfrm>
              <a:off x="3051053" y="3828390"/>
              <a:ext cx="1222436" cy="1644980"/>
            </a:xfrm>
            <a:prstGeom prst="rect">
              <a:avLst/>
            </a:prstGeom>
            <a:noFill/>
            <a:ln>
              <a:noFill/>
            </a:ln>
          </p:spPr>
        </p:pic>
      </p:grpSp>
      <p:sp>
        <p:nvSpPr>
          <p:cNvPr id="20" name="Google Shape;56;p14">
            <a:extLst>
              <a:ext uri="{FF2B5EF4-FFF2-40B4-BE49-F238E27FC236}">
                <a16:creationId xmlns:a16="http://schemas.microsoft.com/office/drawing/2014/main" id="{F48BD337-9C5D-919D-A345-0331142F9CD5}"/>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1" name="Google Shape;195;p27">
            <a:extLst>
              <a:ext uri="{FF2B5EF4-FFF2-40B4-BE49-F238E27FC236}">
                <a16:creationId xmlns:a16="http://schemas.microsoft.com/office/drawing/2014/main" id="{51A61AC4-FA74-157E-B421-74489F030057}"/>
              </a:ext>
            </a:extLst>
          </p:cNvPr>
          <p:cNvSpPr/>
          <p:nvPr userDrawn="1"/>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2" name="Google Shape;312;p42">
            <a:extLst>
              <a:ext uri="{FF2B5EF4-FFF2-40B4-BE49-F238E27FC236}">
                <a16:creationId xmlns:a16="http://schemas.microsoft.com/office/drawing/2014/main" id="{C1C5E4C6-BF92-DD99-3DC9-97BE249EB631}"/>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756597685"/>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ver 04">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2" y="1956685"/>
            <a:ext cx="7141707" cy="1162750"/>
          </a:xfrm>
        </p:spPr>
        <p:txBody>
          <a:bodyPr vert="horz" lIns="91440" tIns="45720" rIns="91440" bIns="0" rtlCol="0" anchor="b">
            <a:noAutofit/>
          </a:bodyPr>
          <a:lstStyle>
            <a:lvl1pPr>
              <a:defRPr lang="en-US" sz="4400" b="1" i="0" cap="all" baseline="0" dirty="0">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3" name="Subtitle 2"/>
          <p:cNvSpPr>
            <a:spLocks noGrp="1"/>
          </p:cNvSpPr>
          <p:nvPr>
            <p:ph type="subTitle" idx="1"/>
          </p:nvPr>
        </p:nvSpPr>
        <p:spPr>
          <a:xfrm>
            <a:off x="364877" y="3131803"/>
            <a:ext cx="8064898" cy="409338"/>
          </a:xfrm>
          <a:prstGeom prst="rect">
            <a:avLst/>
          </a:prstGeom>
        </p:spPr>
        <p:txBody>
          <a:bodyPr tIns="0">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Google Shape;56;p14">
            <a:extLst>
              <a:ext uri="{FF2B5EF4-FFF2-40B4-BE49-F238E27FC236}">
                <a16:creationId xmlns:a16="http://schemas.microsoft.com/office/drawing/2014/main" id="{C609C043-DFE7-5188-1123-0B1C42A7C4D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195;p27">
            <a:extLst>
              <a:ext uri="{FF2B5EF4-FFF2-40B4-BE49-F238E27FC236}">
                <a16:creationId xmlns:a16="http://schemas.microsoft.com/office/drawing/2014/main" id="{FB8E2E24-3074-B2B7-CB91-8FD122C1F814}"/>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3" name="Content Placeholder 22">
            <a:extLst>
              <a:ext uri="{FF2B5EF4-FFF2-40B4-BE49-F238E27FC236}">
                <a16:creationId xmlns:a16="http://schemas.microsoft.com/office/drawing/2014/main" id="{6BD44AA9-3059-683C-E6CC-4C0B2957B36F}"/>
              </a:ext>
            </a:extLst>
          </p:cNvPr>
          <p:cNvSpPr>
            <a:spLocks noGrp="1"/>
          </p:cNvSpPr>
          <p:nvPr>
            <p:ph sz="quarter" idx="10"/>
          </p:nvPr>
        </p:nvSpPr>
        <p:spPr>
          <a:xfrm>
            <a:off x="364876" y="4184596"/>
            <a:ext cx="3635375" cy="379413"/>
          </a:xfrm>
          <a:prstGeom prst="rect">
            <a:avLst/>
          </a:prstGeom>
        </p:spPr>
        <p:txBody>
          <a:bodyPr anchor="b">
            <a:noAutofit/>
          </a:bodyPr>
          <a:lstStyle>
            <a:lvl1pPr marL="0" indent="0">
              <a:buNone/>
              <a:defRPr sz="1400" b="1">
                <a:solidFill>
                  <a:schemeClr val="tx1"/>
                </a:solidFill>
              </a:defRPr>
            </a:lvl1pPr>
            <a:lvl2pPr marL="342900" indent="0">
              <a:buNone/>
              <a:defRPr sz="1400"/>
            </a:lvl2pPr>
            <a:lvl3pPr marL="685800" indent="0">
              <a:buNone/>
              <a:defRPr sz="1400"/>
            </a:lvl3pPr>
            <a:lvl4pPr marL="1028700" indent="0">
              <a:buNone/>
              <a:defRPr sz="1400"/>
            </a:lvl4pPr>
            <a:lvl5pPr marL="1371600" indent="0">
              <a:buNone/>
              <a:defRPr sz="1400"/>
            </a:lvl5pPr>
          </a:lstStyle>
          <a:p>
            <a:pPr lvl="0"/>
            <a:r>
              <a:rPr lang="en-US"/>
              <a:t>Click to edit Master text styles</a:t>
            </a:r>
          </a:p>
        </p:txBody>
      </p:sp>
      <p:sp>
        <p:nvSpPr>
          <p:cNvPr id="4" name="Google Shape;312;p42">
            <a:extLst>
              <a:ext uri="{FF2B5EF4-FFF2-40B4-BE49-F238E27FC236}">
                <a16:creationId xmlns:a16="http://schemas.microsoft.com/office/drawing/2014/main" id="{6B194D07-5402-38E7-7CEB-E0FE05D959ED}"/>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
        <p:nvSpPr>
          <p:cNvPr id="5" name="Google Shape;56;p14">
            <a:extLst>
              <a:ext uri="{FF2B5EF4-FFF2-40B4-BE49-F238E27FC236}">
                <a16:creationId xmlns:a16="http://schemas.microsoft.com/office/drawing/2014/main" id="{2B1CA15E-60DE-1A5F-5E09-97A647C250CE}"/>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195;p27">
            <a:extLst>
              <a:ext uri="{FF2B5EF4-FFF2-40B4-BE49-F238E27FC236}">
                <a16:creationId xmlns:a16="http://schemas.microsoft.com/office/drawing/2014/main" id="{13FC946F-D7F3-91CA-8B9E-606C1197A3E2}"/>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7" name="Google Shape;312;p42">
            <a:extLst>
              <a:ext uri="{FF2B5EF4-FFF2-40B4-BE49-F238E27FC236}">
                <a16:creationId xmlns:a16="http://schemas.microsoft.com/office/drawing/2014/main" id="{7925B13F-3AC7-13BE-1D9F-A9A4FE251C77}"/>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
        <p:nvSpPr>
          <p:cNvPr id="9" name="Google Shape;56;p14">
            <a:extLst>
              <a:ext uri="{FF2B5EF4-FFF2-40B4-BE49-F238E27FC236}">
                <a16:creationId xmlns:a16="http://schemas.microsoft.com/office/drawing/2014/main" id="{56238EBA-4FE6-89FD-D73E-63BBCAF7AEB8}"/>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195;p27">
            <a:extLst>
              <a:ext uri="{FF2B5EF4-FFF2-40B4-BE49-F238E27FC236}">
                <a16:creationId xmlns:a16="http://schemas.microsoft.com/office/drawing/2014/main" id="{CF4D9DAF-5E47-39E8-A2E9-FA7FE1B965CC}"/>
              </a:ext>
            </a:extLst>
          </p:cNvPr>
          <p:cNvSpPr/>
          <p:nvPr userDrawn="1"/>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1" name="Google Shape;312;p42">
            <a:extLst>
              <a:ext uri="{FF2B5EF4-FFF2-40B4-BE49-F238E27FC236}">
                <a16:creationId xmlns:a16="http://schemas.microsoft.com/office/drawing/2014/main" id="{6AFE5A4C-E176-B78D-B987-01F1EFD12650}"/>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4259067523"/>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ver w customer logo">
    <p:bg>
      <p:bgPr>
        <a:solidFill>
          <a:schemeClr val="accent1"/>
        </a:solidFill>
        <a:effectLst/>
      </p:bgPr>
    </p:bg>
    <p:spTree>
      <p:nvGrpSpPr>
        <p:cNvPr id="1" name=""/>
        <p:cNvGrpSpPr/>
        <p:nvPr/>
      </p:nvGrpSpPr>
      <p:grpSpPr>
        <a:xfrm>
          <a:off x="0" y="0"/>
          <a:ext cx="0" cy="0"/>
          <a:chOff x="0" y="0"/>
          <a:chExt cx="0" cy="0"/>
        </a:xfrm>
      </p:grpSpPr>
      <p:grpSp>
        <p:nvGrpSpPr>
          <p:cNvPr id="4" name="Google Shape;228;p31">
            <a:extLst>
              <a:ext uri="{FF2B5EF4-FFF2-40B4-BE49-F238E27FC236}">
                <a16:creationId xmlns:a16="http://schemas.microsoft.com/office/drawing/2014/main" id="{777B43BE-8ABE-4951-D3A2-96D2F3FD9470}"/>
              </a:ext>
            </a:extLst>
          </p:cNvPr>
          <p:cNvGrpSpPr/>
          <p:nvPr/>
        </p:nvGrpSpPr>
        <p:grpSpPr>
          <a:xfrm rot="-5400000">
            <a:off x="3113903" y="1996926"/>
            <a:ext cx="5157146" cy="1163295"/>
            <a:chOff x="49487" y="3735321"/>
            <a:chExt cx="6094477" cy="1408177"/>
          </a:xfrm>
        </p:grpSpPr>
        <p:pic>
          <p:nvPicPr>
            <p:cNvPr id="5" name="Google Shape;229;p31">
              <a:extLst>
                <a:ext uri="{FF2B5EF4-FFF2-40B4-BE49-F238E27FC236}">
                  <a16:creationId xmlns:a16="http://schemas.microsoft.com/office/drawing/2014/main" id="{5F979A94-BCF7-95D4-B725-F20A2C4C5F14}"/>
                </a:ext>
              </a:extLst>
            </p:cNvPr>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6" name="Google Shape;230;p31">
              <a:extLst>
                <a:ext uri="{FF2B5EF4-FFF2-40B4-BE49-F238E27FC236}">
                  <a16:creationId xmlns:a16="http://schemas.microsoft.com/office/drawing/2014/main" id="{34B6A8DB-2E90-D5A9-421B-96A795DD5D93}"/>
                </a:ext>
              </a:extLst>
            </p:cNvPr>
            <p:cNvPicPr preferRelativeResize="0"/>
            <p:nvPr/>
          </p:nvPicPr>
          <p:blipFill rotWithShape="1">
            <a:blip r:embed="rId3">
              <a:alphaModFix/>
            </a:blip>
            <a:srcRect t="139" b="139"/>
            <a:stretch/>
          </p:blipFill>
          <p:spPr>
            <a:xfrm>
              <a:off x="3099012" y="3735321"/>
              <a:ext cx="3044952" cy="1408177"/>
            </a:xfrm>
            <a:prstGeom prst="rect">
              <a:avLst/>
            </a:prstGeom>
            <a:noFill/>
            <a:ln>
              <a:noFill/>
            </a:ln>
          </p:spPr>
        </p:pic>
      </p:grpSp>
      <p:sp>
        <p:nvSpPr>
          <p:cNvPr id="7" name="Google Shape;236;p31">
            <a:extLst>
              <a:ext uri="{FF2B5EF4-FFF2-40B4-BE49-F238E27FC236}">
                <a16:creationId xmlns:a16="http://schemas.microsoft.com/office/drawing/2014/main" id="{7E97FD4B-6A63-AFB3-0D63-0CA494D80B38}"/>
              </a:ext>
            </a:extLst>
          </p:cNvPr>
          <p:cNvSpPr/>
          <p:nvPr/>
        </p:nvSpPr>
        <p:spPr>
          <a:xfrm>
            <a:off x="6097525" y="0"/>
            <a:ext cx="30465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ctrTitle"/>
          </p:nvPr>
        </p:nvSpPr>
        <p:spPr>
          <a:xfrm>
            <a:off x="352602" y="1956685"/>
            <a:ext cx="5744923" cy="1162750"/>
          </a:xfrm>
        </p:spPr>
        <p:txBody>
          <a:bodyPr vert="horz" lIns="91440" tIns="45720" rIns="91440" bIns="0" rtlCol="0" anchor="b">
            <a:noAutofit/>
          </a:bodyPr>
          <a:lstStyle>
            <a:lvl1pPr>
              <a:defRPr lang="en-US" sz="4400" b="1" i="0" cap="all" baseline="0" dirty="0">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3" name="Subtitle 2"/>
          <p:cNvSpPr>
            <a:spLocks noGrp="1"/>
          </p:cNvSpPr>
          <p:nvPr>
            <p:ph type="subTitle" idx="1"/>
          </p:nvPr>
        </p:nvSpPr>
        <p:spPr>
          <a:xfrm>
            <a:off x="364877" y="3131803"/>
            <a:ext cx="5732648" cy="409338"/>
          </a:xfrm>
          <a:prstGeom prst="rect">
            <a:avLst/>
          </a:prstGeom>
        </p:spPr>
        <p:txBody>
          <a:bodyPr tIns="0">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8" name="Google Shape;56;p14">
            <a:extLst>
              <a:ext uri="{FF2B5EF4-FFF2-40B4-BE49-F238E27FC236}">
                <a16:creationId xmlns:a16="http://schemas.microsoft.com/office/drawing/2014/main" id="{C609C043-DFE7-5188-1123-0B1C42A7C4D1}"/>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195;p27">
            <a:extLst>
              <a:ext uri="{FF2B5EF4-FFF2-40B4-BE49-F238E27FC236}">
                <a16:creationId xmlns:a16="http://schemas.microsoft.com/office/drawing/2014/main" id="{FB8E2E24-3074-B2B7-CB91-8FD122C1F814}"/>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9" name="Content Placeholder 22">
            <a:extLst>
              <a:ext uri="{FF2B5EF4-FFF2-40B4-BE49-F238E27FC236}">
                <a16:creationId xmlns:a16="http://schemas.microsoft.com/office/drawing/2014/main" id="{8A23FF57-863D-938B-45F3-8CE4E4D96D80}"/>
              </a:ext>
            </a:extLst>
          </p:cNvPr>
          <p:cNvSpPr>
            <a:spLocks noGrp="1"/>
          </p:cNvSpPr>
          <p:nvPr>
            <p:ph sz="quarter" idx="10"/>
          </p:nvPr>
        </p:nvSpPr>
        <p:spPr>
          <a:xfrm>
            <a:off x="364876" y="4184596"/>
            <a:ext cx="3635375" cy="379413"/>
          </a:xfrm>
          <a:prstGeom prst="rect">
            <a:avLst/>
          </a:prstGeom>
        </p:spPr>
        <p:txBody>
          <a:bodyPr anchor="b">
            <a:noAutofit/>
          </a:bodyPr>
          <a:lstStyle>
            <a:lvl1pPr marL="0" indent="0">
              <a:buNone/>
              <a:defRPr sz="1400" b="1">
                <a:solidFill>
                  <a:schemeClr val="tx1"/>
                </a:solidFill>
              </a:defRPr>
            </a:lvl1pPr>
            <a:lvl2pPr marL="342900" indent="0">
              <a:buNone/>
              <a:defRPr sz="1400"/>
            </a:lvl2pPr>
            <a:lvl3pPr marL="685800" indent="0">
              <a:buNone/>
              <a:defRPr sz="1400"/>
            </a:lvl3pPr>
            <a:lvl4pPr marL="1028700" indent="0">
              <a:buNone/>
              <a:defRPr sz="1400"/>
            </a:lvl4pPr>
            <a:lvl5pPr marL="1371600" indent="0">
              <a:buNone/>
              <a:defRPr sz="1400"/>
            </a:lvl5pPr>
          </a:lstStyle>
          <a:p>
            <a:pPr lvl="0"/>
            <a:r>
              <a:rPr lang="en-US"/>
              <a:t>Click to edit Master text styles</a:t>
            </a:r>
          </a:p>
        </p:txBody>
      </p:sp>
      <p:sp>
        <p:nvSpPr>
          <p:cNvPr id="11" name="Content Placeholder 10">
            <a:extLst>
              <a:ext uri="{FF2B5EF4-FFF2-40B4-BE49-F238E27FC236}">
                <a16:creationId xmlns:a16="http://schemas.microsoft.com/office/drawing/2014/main" id="{B753B0FE-913F-CF34-F825-A12212BDCFF7}"/>
              </a:ext>
            </a:extLst>
          </p:cNvPr>
          <p:cNvSpPr>
            <a:spLocks noGrp="1"/>
          </p:cNvSpPr>
          <p:nvPr>
            <p:ph sz="quarter" idx="11" hasCustomPrompt="1"/>
          </p:nvPr>
        </p:nvSpPr>
        <p:spPr>
          <a:xfrm>
            <a:off x="6097588" y="0"/>
            <a:ext cx="3046412" cy="5143500"/>
          </a:xfrm>
          <a:prstGeom prst="rect">
            <a:avLst/>
          </a:prstGeom>
          <a:solidFill>
            <a:schemeClr val="bg1"/>
          </a:solidFill>
        </p:spPr>
        <p:txBody>
          <a:bodyPr/>
          <a:lstStyle/>
          <a:p>
            <a:pPr lvl="0"/>
            <a:r>
              <a:rPr lang="en-US" dirty="0"/>
              <a:t>Placeholder</a:t>
            </a:r>
          </a:p>
        </p:txBody>
      </p:sp>
      <p:sp>
        <p:nvSpPr>
          <p:cNvPr id="10" name="Google Shape;312;p42">
            <a:extLst>
              <a:ext uri="{FF2B5EF4-FFF2-40B4-BE49-F238E27FC236}">
                <a16:creationId xmlns:a16="http://schemas.microsoft.com/office/drawing/2014/main" id="{CC8CFCE7-E855-BB9F-5CFF-272B3219CE35}"/>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2" name="Google Shape;228;p31">
            <a:extLst>
              <a:ext uri="{FF2B5EF4-FFF2-40B4-BE49-F238E27FC236}">
                <a16:creationId xmlns:a16="http://schemas.microsoft.com/office/drawing/2014/main" id="{3ADD92AE-31FF-003B-9750-EF2789E488E2}"/>
              </a:ext>
            </a:extLst>
          </p:cNvPr>
          <p:cNvGrpSpPr/>
          <p:nvPr/>
        </p:nvGrpSpPr>
        <p:grpSpPr>
          <a:xfrm rot="-5400000">
            <a:off x="3113903" y="1996926"/>
            <a:ext cx="5157146" cy="1163295"/>
            <a:chOff x="49487" y="3735321"/>
            <a:chExt cx="6094477" cy="1408177"/>
          </a:xfrm>
        </p:grpSpPr>
        <p:pic>
          <p:nvPicPr>
            <p:cNvPr id="13" name="Google Shape;229;p31">
              <a:extLst>
                <a:ext uri="{FF2B5EF4-FFF2-40B4-BE49-F238E27FC236}">
                  <a16:creationId xmlns:a16="http://schemas.microsoft.com/office/drawing/2014/main" id="{6A939D9A-957D-CFE4-6749-ECC8DA107DA8}"/>
                </a:ext>
              </a:extLst>
            </p:cNvPr>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14" name="Google Shape;230;p31">
              <a:extLst>
                <a:ext uri="{FF2B5EF4-FFF2-40B4-BE49-F238E27FC236}">
                  <a16:creationId xmlns:a16="http://schemas.microsoft.com/office/drawing/2014/main" id="{1FE5033B-1E0C-5648-1BA0-78952F249292}"/>
                </a:ext>
              </a:extLst>
            </p:cNvPr>
            <p:cNvPicPr preferRelativeResize="0"/>
            <p:nvPr/>
          </p:nvPicPr>
          <p:blipFill rotWithShape="1">
            <a:blip r:embed="rId3">
              <a:alphaModFix/>
            </a:blip>
            <a:srcRect t="139" b="139"/>
            <a:stretch/>
          </p:blipFill>
          <p:spPr>
            <a:xfrm>
              <a:off x="3099012" y="3735321"/>
              <a:ext cx="3044952" cy="1408177"/>
            </a:xfrm>
            <a:prstGeom prst="rect">
              <a:avLst/>
            </a:prstGeom>
            <a:noFill/>
            <a:ln>
              <a:noFill/>
            </a:ln>
          </p:spPr>
        </p:pic>
      </p:grpSp>
      <p:sp>
        <p:nvSpPr>
          <p:cNvPr id="15" name="Google Shape;236;p31">
            <a:extLst>
              <a:ext uri="{FF2B5EF4-FFF2-40B4-BE49-F238E27FC236}">
                <a16:creationId xmlns:a16="http://schemas.microsoft.com/office/drawing/2014/main" id="{5CE9B038-CF97-F94D-70FB-F7EE35F72E81}"/>
              </a:ext>
            </a:extLst>
          </p:cNvPr>
          <p:cNvSpPr/>
          <p:nvPr/>
        </p:nvSpPr>
        <p:spPr>
          <a:xfrm>
            <a:off x="6097525" y="0"/>
            <a:ext cx="30465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6;p14">
            <a:extLst>
              <a:ext uri="{FF2B5EF4-FFF2-40B4-BE49-F238E27FC236}">
                <a16:creationId xmlns:a16="http://schemas.microsoft.com/office/drawing/2014/main" id="{206C531E-E665-2514-9D34-C7A9D369D82A}"/>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8" name="Google Shape;195;p27">
            <a:extLst>
              <a:ext uri="{FF2B5EF4-FFF2-40B4-BE49-F238E27FC236}">
                <a16:creationId xmlns:a16="http://schemas.microsoft.com/office/drawing/2014/main" id="{DE7EC9CE-B90C-D9CD-DDA8-14F9D4E50297}"/>
              </a:ext>
            </a:extLst>
          </p:cNvPr>
          <p:cNvSpPr/>
          <p:nvPr/>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9" name="Google Shape;312;p42">
            <a:extLst>
              <a:ext uri="{FF2B5EF4-FFF2-40B4-BE49-F238E27FC236}">
                <a16:creationId xmlns:a16="http://schemas.microsoft.com/office/drawing/2014/main" id="{A3215DF0-37E6-89F7-3C39-FE9EE49592F3}"/>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20" name="Google Shape;228;p31">
            <a:extLst>
              <a:ext uri="{FF2B5EF4-FFF2-40B4-BE49-F238E27FC236}">
                <a16:creationId xmlns:a16="http://schemas.microsoft.com/office/drawing/2014/main" id="{370B3B8D-D621-EDFE-0072-0F9DF37A540C}"/>
              </a:ext>
            </a:extLst>
          </p:cNvPr>
          <p:cNvGrpSpPr/>
          <p:nvPr userDrawn="1"/>
        </p:nvGrpSpPr>
        <p:grpSpPr>
          <a:xfrm rot="-5400000">
            <a:off x="3113903" y="1996926"/>
            <a:ext cx="5157146" cy="1163295"/>
            <a:chOff x="49487" y="3735321"/>
            <a:chExt cx="6094477" cy="1408177"/>
          </a:xfrm>
        </p:grpSpPr>
        <p:pic>
          <p:nvPicPr>
            <p:cNvPr id="21" name="Google Shape;229;p31">
              <a:extLst>
                <a:ext uri="{FF2B5EF4-FFF2-40B4-BE49-F238E27FC236}">
                  <a16:creationId xmlns:a16="http://schemas.microsoft.com/office/drawing/2014/main" id="{CDE66D9F-6BC7-7CD5-3BDA-A1E08F86B28C}"/>
                </a:ext>
              </a:extLst>
            </p:cNvPr>
            <p:cNvPicPr preferRelativeResize="0"/>
            <p:nvPr/>
          </p:nvPicPr>
          <p:blipFill>
            <a:blip r:embed="rId2">
              <a:alphaModFix/>
            </a:blip>
            <a:stretch>
              <a:fillRect/>
            </a:stretch>
          </p:blipFill>
          <p:spPr>
            <a:xfrm>
              <a:off x="49487" y="3735321"/>
              <a:ext cx="3044952" cy="1408177"/>
            </a:xfrm>
            <a:prstGeom prst="rect">
              <a:avLst/>
            </a:prstGeom>
            <a:noFill/>
            <a:ln>
              <a:noFill/>
            </a:ln>
          </p:spPr>
        </p:pic>
        <p:pic>
          <p:nvPicPr>
            <p:cNvPr id="22" name="Google Shape;230;p31">
              <a:extLst>
                <a:ext uri="{FF2B5EF4-FFF2-40B4-BE49-F238E27FC236}">
                  <a16:creationId xmlns:a16="http://schemas.microsoft.com/office/drawing/2014/main" id="{582E7B21-6734-5F89-40AE-DA75ABB073E2}"/>
                </a:ext>
              </a:extLst>
            </p:cNvPr>
            <p:cNvPicPr preferRelativeResize="0"/>
            <p:nvPr/>
          </p:nvPicPr>
          <p:blipFill rotWithShape="1">
            <a:blip r:embed="rId3">
              <a:alphaModFix/>
            </a:blip>
            <a:srcRect t="139" b="139"/>
            <a:stretch/>
          </p:blipFill>
          <p:spPr>
            <a:xfrm>
              <a:off x="3099012" y="3735321"/>
              <a:ext cx="3044952" cy="1408177"/>
            </a:xfrm>
            <a:prstGeom prst="rect">
              <a:avLst/>
            </a:prstGeom>
            <a:noFill/>
            <a:ln>
              <a:noFill/>
            </a:ln>
          </p:spPr>
        </p:pic>
      </p:grpSp>
      <p:sp>
        <p:nvSpPr>
          <p:cNvPr id="23" name="Google Shape;236;p31">
            <a:extLst>
              <a:ext uri="{FF2B5EF4-FFF2-40B4-BE49-F238E27FC236}">
                <a16:creationId xmlns:a16="http://schemas.microsoft.com/office/drawing/2014/main" id="{05EEC677-EC5C-BF30-D6F7-E115413BC088}"/>
              </a:ext>
            </a:extLst>
          </p:cNvPr>
          <p:cNvSpPr/>
          <p:nvPr userDrawn="1"/>
        </p:nvSpPr>
        <p:spPr>
          <a:xfrm>
            <a:off x="6097525" y="0"/>
            <a:ext cx="30465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56;p14">
            <a:extLst>
              <a:ext uri="{FF2B5EF4-FFF2-40B4-BE49-F238E27FC236}">
                <a16:creationId xmlns:a16="http://schemas.microsoft.com/office/drawing/2014/main" id="{D6FB97CC-4BF8-2491-6480-E965CB59BDC2}"/>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5" name="Google Shape;195;p27">
            <a:extLst>
              <a:ext uri="{FF2B5EF4-FFF2-40B4-BE49-F238E27FC236}">
                <a16:creationId xmlns:a16="http://schemas.microsoft.com/office/drawing/2014/main" id="{ACB42EFA-9A64-9D91-198F-E2458A41C152}"/>
              </a:ext>
            </a:extLst>
          </p:cNvPr>
          <p:cNvSpPr/>
          <p:nvPr userDrawn="1"/>
        </p:nvSpPr>
        <p:spPr>
          <a:xfrm>
            <a:off x="457200" y="548640"/>
            <a:ext cx="1828808" cy="418012"/>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chemeClr val="l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6" name="Google Shape;312;p42">
            <a:extLst>
              <a:ext uri="{FF2B5EF4-FFF2-40B4-BE49-F238E27FC236}">
                <a16:creationId xmlns:a16="http://schemas.microsoft.com/office/drawing/2014/main" id="{4B0B7CC9-23F1-7943-CFFF-2803AD44B148}"/>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190992719"/>
      </p:ext>
    </p:extLst>
  </p:cSld>
  <p:clrMapOvr>
    <a:masterClrMapping/>
  </p:clrMapOvr>
  <p:extLst>
    <p:ext uri="{DCECCB84-F9BA-43D5-87BE-67443E8EF086}">
      <p15:sldGuideLst xmlns:p15="http://schemas.microsoft.com/office/powerpoint/2012/main">
        <p15:guide id="5" orient="horz" pos="1620" userDrawn="1">
          <p15:clr>
            <a:srgbClr val="FBAE40"/>
          </p15:clr>
        </p15:guide>
        <p15:guide id="6" pos="2880"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vider 01 (No Graphics)">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2" y="1956685"/>
            <a:ext cx="8009733" cy="1162750"/>
          </a:xfrm>
        </p:spPr>
        <p:txBody>
          <a:bodyPr anchor="ctr"/>
          <a:lstStyle>
            <a:lvl1pPr algn="l">
              <a:lnSpc>
                <a:spcPct val="85000"/>
              </a:lnSpc>
              <a:defRPr sz="4000" b="1" i="0" cap="all" baseline="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3" name="Google Shape;56;p14">
            <a:extLst>
              <a:ext uri="{FF2B5EF4-FFF2-40B4-BE49-F238E27FC236}">
                <a16:creationId xmlns:a16="http://schemas.microsoft.com/office/drawing/2014/main" id="{485673AE-AF3E-1895-0033-39E0F9C24C59}"/>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4" name="Google Shape;60;p14">
            <a:extLst>
              <a:ext uri="{FF2B5EF4-FFF2-40B4-BE49-F238E27FC236}">
                <a16:creationId xmlns:a16="http://schemas.microsoft.com/office/drawing/2014/main" id="{78ED5C3D-29C8-9917-0E98-A2CA0ACE161F}"/>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5" name="Google Shape;56;p14">
            <a:extLst>
              <a:ext uri="{FF2B5EF4-FFF2-40B4-BE49-F238E27FC236}">
                <a16:creationId xmlns:a16="http://schemas.microsoft.com/office/drawing/2014/main" id="{53BF8285-2530-6E43-B15E-534375FAB053}"/>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5B436544-868A-EEDC-49AB-FC1BB1DDCAE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759903163"/>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ivider 02">
    <p:bg>
      <p:bgPr>
        <a:solidFill>
          <a:schemeClr val="tx2"/>
        </a:solidFill>
        <a:effectLst/>
      </p:bgPr>
    </p:bg>
    <p:spTree>
      <p:nvGrpSpPr>
        <p:cNvPr id="1" name=""/>
        <p:cNvGrpSpPr/>
        <p:nvPr/>
      </p:nvGrpSpPr>
      <p:grpSpPr>
        <a:xfrm>
          <a:off x="0" y="0"/>
          <a:ext cx="0" cy="0"/>
          <a:chOff x="0" y="0"/>
          <a:chExt cx="0" cy="0"/>
        </a:xfrm>
      </p:grpSpPr>
      <p:pic>
        <p:nvPicPr>
          <p:cNvPr id="3" name="Google Shape;246;p33">
            <a:extLst>
              <a:ext uri="{FF2B5EF4-FFF2-40B4-BE49-F238E27FC236}">
                <a16:creationId xmlns:a16="http://schemas.microsoft.com/office/drawing/2014/main" id="{B2AB9140-44F3-C9E0-5D15-5F4D9D61E695}"/>
              </a:ext>
            </a:extLst>
          </p:cNvPr>
          <p:cNvPicPr preferRelativeResize="0"/>
          <p:nvPr/>
        </p:nvPicPr>
        <p:blipFill rotWithShape="1">
          <a:blip r:embed="rId2">
            <a:alphaModFix amt="27000"/>
          </a:blip>
          <a:srcRect l="21476"/>
          <a:stretch/>
        </p:blipFill>
        <p:spPr>
          <a:xfrm flipH="1">
            <a:off x="7048002" y="1780300"/>
            <a:ext cx="2095998" cy="2905999"/>
          </a:xfrm>
          <a:prstGeom prst="rect">
            <a:avLst/>
          </a:prstGeom>
          <a:noFill/>
          <a:ln>
            <a:noFill/>
          </a:ln>
        </p:spPr>
      </p:pic>
      <p:sp>
        <p:nvSpPr>
          <p:cNvPr id="2" name="Title 1"/>
          <p:cNvSpPr>
            <a:spLocks noGrp="1"/>
          </p:cNvSpPr>
          <p:nvPr>
            <p:ph type="ctrTitle"/>
          </p:nvPr>
        </p:nvSpPr>
        <p:spPr>
          <a:xfrm>
            <a:off x="352602" y="1956685"/>
            <a:ext cx="8009733" cy="1162750"/>
          </a:xfrm>
        </p:spPr>
        <p:txBody>
          <a:bodyPr vert="horz" lIns="91440" tIns="45720" rIns="91440" bIns="0" rtlCol="0" anchor="ctr">
            <a:noAutofit/>
          </a:bodyPr>
          <a:lstStyle>
            <a:lvl1pPr>
              <a:defRPr lang="en-US" sz="4000" b="1" i="0" cap="all" baseline="0" dirty="0">
                <a:solidFill>
                  <a:schemeClr val="bg1"/>
                </a:solidFill>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pic>
        <p:nvPicPr>
          <p:cNvPr id="4" name="Google Shape;246;p33">
            <a:extLst>
              <a:ext uri="{FF2B5EF4-FFF2-40B4-BE49-F238E27FC236}">
                <a16:creationId xmlns:a16="http://schemas.microsoft.com/office/drawing/2014/main" id="{E828306F-7118-F67A-FA01-F96784DA7B62}"/>
              </a:ext>
            </a:extLst>
          </p:cNvPr>
          <p:cNvPicPr preferRelativeResize="0"/>
          <p:nvPr/>
        </p:nvPicPr>
        <p:blipFill rotWithShape="1">
          <a:blip r:embed="rId2">
            <a:alphaModFix amt="27000"/>
          </a:blip>
          <a:srcRect l="21476"/>
          <a:stretch/>
        </p:blipFill>
        <p:spPr>
          <a:xfrm flipH="1">
            <a:off x="7048002" y="1780300"/>
            <a:ext cx="2095998" cy="2905999"/>
          </a:xfrm>
          <a:prstGeom prst="rect">
            <a:avLst/>
          </a:prstGeom>
          <a:noFill/>
          <a:ln>
            <a:noFill/>
          </a:ln>
        </p:spPr>
      </p:pic>
      <p:sp>
        <p:nvSpPr>
          <p:cNvPr id="5" name="Google Shape;56;p14">
            <a:extLst>
              <a:ext uri="{FF2B5EF4-FFF2-40B4-BE49-F238E27FC236}">
                <a16:creationId xmlns:a16="http://schemas.microsoft.com/office/drawing/2014/main" id="{BF438A24-7FAE-BC0B-6CE5-7E87AA8382B2}"/>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6" name="Google Shape;60;p14">
            <a:extLst>
              <a:ext uri="{FF2B5EF4-FFF2-40B4-BE49-F238E27FC236}">
                <a16:creationId xmlns:a16="http://schemas.microsoft.com/office/drawing/2014/main" id="{8BD9C481-E52E-ABCE-0F34-792141444FEC}"/>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pic>
        <p:nvPicPr>
          <p:cNvPr id="7" name="Google Shape;246;p33">
            <a:extLst>
              <a:ext uri="{FF2B5EF4-FFF2-40B4-BE49-F238E27FC236}">
                <a16:creationId xmlns:a16="http://schemas.microsoft.com/office/drawing/2014/main" id="{E01663EB-75D3-B80D-243A-7143398F67CA}"/>
              </a:ext>
            </a:extLst>
          </p:cNvPr>
          <p:cNvPicPr preferRelativeResize="0"/>
          <p:nvPr userDrawn="1"/>
        </p:nvPicPr>
        <p:blipFill rotWithShape="1">
          <a:blip r:embed="rId2">
            <a:alphaModFix amt="27000"/>
          </a:blip>
          <a:srcRect l="21476"/>
          <a:stretch/>
        </p:blipFill>
        <p:spPr>
          <a:xfrm flipH="1">
            <a:off x="7048002" y="1780300"/>
            <a:ext cx="2095998" cy="2905999"/>
          </a:xfrm>
          <a:prstGeom prst="rect">
            <a:avLst/>
          </a:prstGeom>
          <a:noFill/>
          <a:ln>
            <a:noFill/>
          </a:ln>
        </p:spPr>
      </p:pic>
      <p:sp>
        <p:nvSpPr>
          <p:cNvPr id="8" name="Google Shape;56;p14">
            <a:extLst>
              <a:ext uri="{FF2B5EF4-FFF2-40B4-BE49-F238E27FC236}">
                <a16:creationId xmlns:a16="http://schemas.microsoft.com/office/drawing/2014/main" id="{FFC462FD-1753-3919-B6BD-C6DF46C05895}"/>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1" name="Google Shape;60;p14">
            <a:extLst>
              <a:ext uri="{FF2B5EF4-FFF2-40B4-BE49-F238E27FC236}">
                <a16:creationId xmlns:a16="http://schemas.microsoft.com/office/drawing/2014/main" id="{90215C73-B2F7-9CC5-8EA5-1F1B0AEE8806}"/>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741792026"/>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Divider 03">
    <p:bg>
      <p:bgPr>
        <a:solidFill>
          <a:schemeClr val="tx2"/>
        </a:solidFill>
        <a:effectLst/>
      </p:bgPr>
    </p:bg>
    <p:spTree>
      <p:nvGrpSpPr>
        <p:cNvPr id="1" name=""/>
        <p:cNvGrpSpPr/>
        <p:nvPr/>
      </p:nvGrpSpPr>
      <p:grpSpPr>
        <a:xfrm>
          <a:off x="0" y="0"/>
          <a:ext cx="0" cy="0"/>
          <a:chOff x="0" y="0"/>
          <a:chExt cx="0" cy="0"/>
        </a:xfrm>
      </p:grpSpPr>
      <p:grpSp>
        <p:nvGrpSpPr>
          <p:cNvPr id="4" name="Google Shape;249;p34">
            <a:extLst>
              <a:ext uri="{FF2B5EF4-FFF2-40B4-BE49-F238E27FC236}">
                <a16:creationId xmlns:a16="http://schemas.microsoft.com/office/drawing/2014/main" id="{C8C7A9DA-6683-04E1-57B1-BEEA583BF44F}"/>
              </a:ext>
            </a:extLst>
          </p:cNvPr>
          <p:cNvGrpSpPr/>
          <p:nvPr/>
        </p:nvGrpSpPr>
        <p:grpSpPr>
          <a:xfrm>
            <a:off x="-10" y="3770439"/>
            <a:ext cx="9143997" cy="1371564"/>
            <a:chOff x="-10" y="3735321"/>
            <a:chExt cx="9139427" cy="1408177"/>
          </a:xfrm>
        </p:grpSpPr>
        <p:pic>
          <p:nvPicPr>
            <p:cNvPr id="5" name="Google Shape;250;p34">
              <a:extLst>
                <a:ext uri="{FF2B5EF4-FFF2-40B4-BE49-F238E27FC236}">
                  <a16:creationId xmlns:a16="http://schemas.microsoft.com/office/drawing/2014/main" id="{67CF61D8-135A-2A41-ACB1-55C65ED4C7B7}"/>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6" name="Google Shape;251;p34">
              <a:extLst>
                <a:ext uri="{FF2B5EF4-FFF2-40B4-BE49-F238E27FC236}">
                  <a16:creationId xmlns:a16="http://schemas.microsoft.com/office/drawing/2014/main" id="{8C24717E-6C87-714E-27DF-F48F8D2912E3}"/>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7" name="Google Shape;252;p34">
              <a:extLst>
                <a:ext uri="{FF2B5EF4-FFF2-40B4-BE49-F238E27FC236}">
                  <a16:creationId xmlns:a16="http://schemas.microsoft.com/office/drawing/2014/main" id="{14D476DB-B69E-DC2C-3D16-87C6F8227F9C}"/>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2" name="Title 1"/>
          <p:cNvSpPr>
            <a:spLocks noGrp="1"/>
          </p:cNvSpPr>
          <p:nvPr>
            <p:ph type="ctrTitle"/>
          </p:nvPr>
        </p:nvSpPr>
        <p:spPr>
          <a:xfrm>
            <a:off x="352602" y="1956685"/>
            <a:ext cx="8009733" cy="1162750"/>
          </a:xfrm>
        </p:spPr>
        <p:txBody>
          <a:bodyPr vert="horz" lIns="91440" tIns="45720" rIns="91440" bIns="0" rtlCol="0" anchor="ctr">
            <a:noAutofit/>
          </a:bodyPr>
          <a:lstStyle>
            <a:lvl1pPr>
              <a:defRPr lang="en-US" sz="4000" b="1" i="0" cap="all" baseline="0" dirty="0">
                <a:solidFill>
                  <a:schemeClr val="bg1"/>
                </a:solidFill>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3" name="Google Shape;249;p34">
            <a:extLst>
              <a:ext uri="{FF2B5EF4-FFF2-40B4-BE49-F238E27FC236}">
                <a16:creationId xmlns:a16="http://schemas.microsoft.com/office/drawing/2014/main" id="{35334720-7400-4E64-FCEC-9F68B6DBF718}"/>
              </a:ext>
            </a:extLst>
          </p:cNvPr>
          <p:cNvGrpSpPr/>
          <p:nvPr/>
        </p:nvGrpSpPr>
        <p:grpSpPr>
          <a:xfrm>
            <a:off x="-10" y="3770439"/>
            <a:ext cx="9143997" cy="1371564"/>
            <a:chOff x="-10" y="3735321"/>
            <a:chExt cx="9139427" cy="1408177"/>
          </a:xfrm>
        </p:grpSpPr>
        <p:pic>
          <p:nvPicPr>
            <p:cNvPr id="8" name="Google Shape;250;p34">
              <a:extLst>
                <a:ext uri="{FF2B5EF4-FFF2-40B4-BE49-F238E27FC236}">
                  <a16:creationId xmlns:a16="http://schemas.microsoft.com/office/drawing/2014/main" id="{40554AA3-163B-52CF-941D-1D48004B39BB}"/>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11" name="Google Shape;251;p34">
              <a:extLst>
                <a:ext uri="{FF2B5EF4-FFF2-40B4-BE49-F238E27FC236}">
                  <a16:creationId xmlns:a16="http://schemas.microsoft.com/office/drawing/2014/main" id="{BD4CA2D3-A782-79CF-7963-49EDD6791DD6}"/>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12" name="Google Shape;252;p34">
              <a:extLst>
                <a:ext uri="{FF2B5EF4-FFF2-40B4-BE49-F238E27FC236}">
                  <a16:creationId xmlns:a16="http://schemas.microsoft.com/office/drawing/2014/main" id="{E77A6D20-CD37-4766-FA64-C10BD4FE718E}"/>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13" name="Google Shape;56;p14">
            <a:extLst>
              <a:ext uri="{FF2B5EF4-FFF2-40B4-BE49-F238E27FC236}">
                <a16:creationId xmlns:a16="http://schemas.microsoft.com/office/drawing/2014/main" id="{91F562B2-CE36-40AA-85C8-6051C3D1E06B}"/>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4" name="Google Shape;60;p14">
            <a:extLst>
              <a:ext uri="{FF2B5EF4-FFF2-40B4-BE49-F238E27FC236}">
                <a16:creationId xmlns:a16="http://schemas.microsoft.com/office/drawing/2014/main" id="{7CFB2C5B-EF79-8B04-D65E-9DAE41490A33}"/>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5" name="Google Shape;249;p34">
            <a:extLst>
              <a:ext uri="{FF2B5EF4-FFF2-40B4-BE49-F238E27FC236}">
                <a16:creationId xmlns:a16="http://schemas.microsoft.com/office/drawing/2014/main" id="{B8E65013-A342-2D41-823F-7BDD0F4BF177}"/>
              </a:ext>
            </a:extLst>
          </p:cNvPr>
          <p:cNvGrpSpPr/>
          <p:nvPr userDrawn="1"/>
        </p:nvGrpSpPr>
        <p:grpSpPr>
          <a:xfrm>
            <a:off x="-10" y="3770439"/>
            <a:ext cx="9143997" cy="1371564"/>
            <a:chOff x="-10" y="3735321"/>
            <a:chExt cx="9139427" cy="1408177"/>
          </a:xfrm>
        </p:grpSpPr>
        <p:pic>
          <p:nvPicPr>
            <p:cNvPr id="16" name="Google Shape;250;p34">
              <a:extLst>
                <a:ext uri="{FF2B5EF4-FFF2-40B4-BE49-F238E27FC236}">
                  <a16:creationId xmlns:a16="http://schemas.microsoft.com/office/drawing/2014/main" id="{A598392F-D95E-0794-FC32-6D50AD369127}"/>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17" name="Google Shape;251;p34">
              <a:extLst>
                <a:ext uri="{FF2B5EF4-FFF2-40B4-BE49-F238E27FC236}">
                  <a16:creationId xmlns:a16="http://schemas.microsoft.com/office/drawing/2014/main" id="{597815BD-D8CC-EF1F-C93B-1275EF998F10}"/>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18" name="Google Shape;252;p34">
              <a:extLst>
                <a:ext uri="{FF2B5EF4-FFF2-40B4-BE49-F238E27FC236}">
                  <a16:creationId xmlns:a16="http://schemas.microsoft.com/office/drawing/2014/main" id="{744759D0-8D1C-2E91-5785-957E34D98EB5}"/>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19" name="Google Shape;56;p14">
            <a:extLst>
              <a:ext uri="{FF2B5EF4-FFF2-40B4-BE49-F238E27FC236}">
                <a16:creationId xmlns:a16="http://schemas.microsoft.com/office/drawing/2014/main" id="{DAE48F56-7668-09DF-9D3F-C9A999649EB9}"/>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20" name="Google Shape;60;p14">
            <a:extLst>
              <a:ext uri="{FF2B5EF4-FFF2-40B4-BE49-F238E27FC236}">
                <a16:creationId xmlns:a16="http://schemas.microsoft.com/office/drawing/2014/main" id="{183CFE63-527B-57DA-9530-5A6A8CE68FC0}"/>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389678520"/>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Divider 04">
    <p:bg>
      <p:bgPr>
        <a:solidFill>
          <a:schemeClr val="tx2"/>
        </a:solidFill>
        <a:effectLst/>
      </p:bgPr>
    </p:bg>
    <p:spTree>
      <p:nvGrpSpPr>
        <p:cNvPr id="1" name=""/>
        <p:cNvGrpSpPr/>
        <p:nvPr/>
      </p:nvGrpSpPr>
      <p:grpSpPr>
        <a:xfrm>
          <a:off x="0" y="0"/>
          <a:ext cx="0" cy="0"/>
          <a:chOff x="0" y="0"/>
          <a:chExt cx="0" cy="0"/>
        </a:xfrm>
      </p:grpSpPr>
      <p:grpSp>
        <p:nvGrpSpPr>
          <p:cNvPr id="3" name="Google Shape;260;p35">
            <a:extLst>
              <a:ext uri="{FF2B5EF4-FFF2-40B4-BE49-F238E27FC236}">
                <a16:creationId xmlns:a16="http://schemas.microsoft.com/office/drawing/2014/main" id="{15180FD7-B8C1-2565-BC7A-72CAA1ABD0A3}"/>
              </a:ext>
            </a:extLst>
          </p:cNvPr>
          <p:cNvGrpSpPr/>
          <p:nvPr/>
        </p:nvGrpSpPr>
        <p:grpSpPr>
          <a:xfrm>
            <a:off x="4" y="1803975"/>
            <a:ext cx="9143996" cy="3339526"/>
            <a:chOff x="4" y="1803975"/>
            <a:chExt cx="9143996" cy="3339526"/>
          </a:xfrm>
        </p:grpSpPr>
        <p:pic>
          <p:nvPicPr>
            <p:cNvPr id="8" name="Google Shape;261;p35">
              <a:extLst>
                <a:ext uri="{FF2B5EF4-FFF2-40B4-BE49-F238E27FC236}">
                  <a16:creationId xmlns:a16="http://schemas.microsoft.com/office/drawing/2014/main" id="{A3E1EE85-B732-76DE-0E1B-94CD264D613B}"/>
                </a:ext>
              </a:extLst>
            </p:cNvPr>
            <p:cNvPicPr preferRelativeResize="0"/>
            <p:nvPr/>
          </p:nvPicPr>
          <p:blipFill rotWithShape="1">
            <a:blip r:embed="rId2">
              <a:alphaModFix amt="57000"/>
            </a:blip>
            <a:srcRect l="32605" b="34253"/>
            <a:stretch/>
          </p:blipFill>
          <p:spPr>
            <a:xfrm flipH="1">
              <a:off x="5036874" y="1804050"/>
              <a:ext cx="4107126" cy="3339451"/>
            </a:xfrm>
            <a:prstGeom prst="rect">
              <a:avLst/>
            </a:prstGeom>
            <a:noFill/>
            <a:ln>
              <a:noFill/>
            </a:ln>
          </p:spPr>
        </p:pic>
        <p:pic>
          <p:nvPicPr>
            <p:cNvPr id="11" name="Google Shape;262;p35">
              <a:extLst>
                <a:ext uri="{FF2B5EF4-FFF2-40B4-BE49-F238E27FC236}">
                  <a16:creationId xmlns:a16="http://schemas.microsoft.com/office/drawing/2014/main" id="{D6706F43-1E96-433A-DBAB-4F013D346ED9}"/>
                </a:ext>
              </a:extLst>
            </p:cNvPr>
            <p:cNvPicPr preferRelativeResize="0"/>
            <p:nvPr/>
          </p:nvPicPr>
          <p:blipFill rotWithShape="1">
            <a:blip r:embed="rId3">
              <a:alphaModFix amt="57000"/>
            </a:blip>
            <a:srcRect r="17498" b="34258"/>
            <a:stretch/>
          </p:blipFill>
          <p:spPr>
            <a:xfrm flipH="1">
              <a:off x="4" y="1803975"/>
              <a:ext cx="5027748" cy="3339451"/>
            </a:xfrm>
            <a:prstGeom prst="rect">
              <a:avLst/>
            </a:prstGeom>
            <a:noFill/>
            <a:ln>
              <a:noFill/>
            </a:ln>
          </p:spPr>
        </p:pic>
      </p:gr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2" name="Title 1"/>
          <p:cNvSpPr>
            <a:spLocks noGrp="1"/>
          </p:cNvSpPr>
          <p:nvPr>
            <p:ph type="ctrTitle"/>
          </p:nvPr>
        </p:nvSpPr>
        <p:spPr>
          <a:xfrm>
            <a:off x="352602" y="1956685"/>
            <a:ext cx="8009733" cy="1162750"/>
          </a:xfrm>
        </p:spPr>
        <p:txBody>
          <a:bodyPr vert="horz" lIns="91440" tIns="45720" rIns="91440" bIns="0" rtlCol="0" anchor="ctr">
            <a:noAutofit/>
          </a:bodyPr>
          <a:lstStyle>
            <a:lvl1pPr>
              <a:defRPr lang="en-US" sz="4000" b="1" i="0" cap="all" baseline="0" dirty="0">
                <a:solidFill>
                  <a:schemeClr val="bg1"/>
                </a:solidFill>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grpSp>
        <p:nvGrpSpPr>
          <p:cNvPr id="4" name="Google Shape;260;p35">
            <a:extLst>
              <a:ext uri="{FF2B5EF4-FFF2-40B4-BE49-F238E27FC236}">
                <a16:creationId xmlns:a16="http://schemas.microsoft.com/office/drawing/2014/main" id="{7CF64863-AA73-B52D-34EB-85F9CD2469A8}"/>
              </a:ext>
            </a:extLst>
          </p:cNvPr>
          <p:cNvGrpSpPr/>
          <p:nvPr/>
        </p:nvGrpSpPr>
        <p:grpSpPr>
          <a:xfrm>
            <a:off x="4" y="1803975"/>
            <a:ext cx="9143996" cy="3339526"/>
            <a:chOff x="4" y="1803975"/>
            <a:chExt cx="9143996" cy="3339526"/>
          </a:xfrm>
        </p:grpSpPr>
        <p:pic>
          <p:nvPicPr>
            <p:cNvPr id="5" name="Google Shape;261;p35">
              <a:extLst>
                <a:ext uri="{FF2B5EF4-FFF2-40B4-BE49-F238E27FC236}">
                  <a16:creationId xmlns:a16="http://schemas.microsoft.com/office/drawing/2014/main" id="{143F4C47-6005-D8E7-8AE7-B53A9C49161C}"/>
                </a:ext>
              </a:extLst>
            </p:cNvPr>
            <p:cNvPicPr preferRelativeResize="0"/>
            <p:nvPr/>
          </p:nvPicPr>
          <p:blipFill rotWithShape="1">
            <a:blip r:embed="rId2">
              <a:alphaModFix amt="57000"/>
            </a:blip>
            <a:srcRect l="32605" b="34253"/>
            <a:stretch/>
          </p:blipFill>
          <p:spPr>
            <a:xfrm flipH="1">
              <a:off x="5036874" y="1804050"/>
              <a:ext cx="4107126" cy="3339451"/>
            </a:xfrm>
            <a:prstGeom prst="rect">
              <a:avLst/>
            </a:prstGeom>
            <a:noFill/>
            <a:ln>
              <a:noFill/>
            </a:ln>
          </p:spPr>
        </p:pic>
        <p:pic>
          <p:nvPicPr>
            <p:cNvPr id="6" name="Google Shape;262;p35">
              <a:extLst>
                <a:ext uri="{FF2B5EF4-FFF2-40B4-BE49-F238E27FC236}">
                  <a16:creationId xmlns:a16="http://schemas.microsoft.com/office/drawing/2014/main" id="{3C6EF0AE-6BA8-5F17-B769-01D6DB31BB23}"/>
                </a:ext>
              </a:extLst>
            </p:cNvPr>
            <p:cNvPicPr preferRelativeResize="0"/>
            <p:nvPr/>
          </p:nvPicPr>
          <p:blipFill rotWithShape="1">
            <a:blip r:embed="rId3">
              <a:alphaModFix amt="57000"/>
            </a:blip>
            <a:srcRect r="17498" b="34258"/>
            <a:stretch/>
          </p:blipFill>
          <p:spPr>
            <a:xfrm flipH="1">
              <a:off x="4" y="1803975"/>
              <a:ext cx="5027748" cy="3339451"/>
            </a:xfrm>
            <a:prstGeom prst="rect">
              <a:avLst/>
            </a:prstGeom>
            <a:noFill/>
            <a:ln>
              <a:noFill/>
            </a:ln>
          </p:spPr>
        </p:pic>
      </p:grpSp>
      <p:sp>
        <p:nvSpPr>
          <p:cNvPr id="7" name="Google Shape;56;p14">
            <a:extLst>
              <a:ext uri="{FF2B5EF4-FFF2-40B4-BE49-F238E27FC236}">
                <a16:creationId xmlns:a16="http://schemas.microsoft.com/office/drawing/2014/main" id="{D9D8F0C2-EE78-7D46-5C61-213F9FB415B9}"/>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 name="Google Shape;60;p14">
            <a:extLst>
              <a:ext uri="{FF2B5EF4-FFF2-40B4-BE49-F238E27FC236}">
                <a16:creationId xmlns:a16="http://schemas.microsoft.com/office/drawing/2014/main" id="{80ED5AE0-7430-B5E5-4484-EF318433D1C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3" name="Google Shape;260;p35">
            <a:extLst>
              <a:ext uri="{FF2B5EF4-FFF2-40B4-BE49-F238E27FC236}">
                <a16:creationId xmlns:a16="http://schemas.microsoft.com/office/drawing/2014/main" id="{26308175-CBEF-7922-F986-9AE19F8CBB24}"/>
              </a:ext>
            </a:extLst>
          </p:cNvPr>
          <p:cNvGrpSpPr/>
          <p:nvPr userDrawn="1"/>
        </p:nvGrpSpPr>
        <p:grpSpPr>
          <a:xfrm>
            <a:off x="4" y="1803975"/>
            <a:ext cx="9143996" cy="3339526"/>
            <a:chOff x="4" y="1803975"/>
            <a:chExt cx="9143996" cy="3339526"/>
          </a:xfrm>
        </p:grpSpPr>
        <p:pic>
          <p:nvPicPr>
            <p:cNvPr id="14" name="Google Shape;261;p35">
              <a:extLst>
                <a:ext uri="{FF2B5EF4-FFF2-40B4-BE49-F238E27FC236}">
                  <a16:creationId xmlns:a16="http://schemas.microsoft.com/office/drawing/2014/main" id="{7C40FAEA-A030-55DF-1DA8-BC114EF07177}"/>
                </a:ext>
              </a:extLst>
            </p:cNvPr>
            <p:cNvPicPr preferRelativeResize="0"/>
            <p:nvPr userDrawn="1"/>
          </p:nvPicPr>
          <p:blipFill rotWithShape="1">
            <a:blip r:embed="rId2">
              <a:alphaModFix amt="57000"/>
            </a:blip>
            <a:srcRect l="32605" b="34253"/>
            <a:stretch/>
          </p:blipFill>
          <p:spPr>
            <a:xfrm flipH="1">
              <a:off x="5036874" y="1804050"/>
              <a:ext cx="4107126" cy="3339451"/>
            </a:xfrm>
            <a:prstGeom prst="rect">
              <a:avLst/>
            </a:prstGeom>
            <a:noFill/>
            <a:ln>
              <a:noFill/>
            </a:ln>
          </p:spPr>
        </p:pic>
        <p:pic>
          <p:nvPicPr>
            <p:cNvPr id="15" name="Google Shape;262;p35">
              <a:extLst>
                <a:ext uri="{FF2B5EF4-FFF2-40B4-BE49-F238E27FC236}">
                  <a16:creationId xmlns:a16="http://schemas.microsoft.com/office/drawing/2014/main" id="{D72B0B93-C74C-46F6-B5C4-BAD65D69A066}"/>
                </a:ext>
              </a:extLst>
            </p:cNvPr>
            <p:cNvPicPr preferRelativeResize="0"/>
            <p:nvPr/>
          </p:nvPicPr>
          <p:blipFill rotWithShape="1">
            <a:blip r:embed="rId3">
              <a:alphaModFix amt="57000"/>
            </a:blip>
            <a:srcRect r="17498" b="34258"/>
            <a:stretch/>
          </p:blipFill>
          <p:spPr>
            <a:xfrm flipH="1">
              <a:off x="4" y="1803975"/>
              <a:ext cx="5027748" cy="3339451"/>
            </a:xfrm>
            <a:prstGeom prst="rect">
              <a:avLst/>
            </a:prstGeom>
            <a:noFill/>
            <a:ln>
              <a:noFill/>
            </a:ln>
          </p:spPr>
        </p:pic>
      </p:grpSp>
      <p:sp>
        <p:nvSpPr>
          <p:cNvPr id="16" name="Google Shape;56;p14">
            <a:extLst>
              <a:ext uri="{FF2B5EF4-FFF2-40B4-BE49-F238E27FC236}">
                <a16:creationId xmlns:a16="http://schemas.microsoft.com/office/drawing/2014/main" id="{49098B3A-9D56-3A41-419B-4ACE66E1534C}"/>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930940EB-32EF-159B-1840-D3F248DA4B09}"/>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2761436442"/>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Divider 05">
    <p:bg>
      <p:bgPr>
        <a:solidFill>
          <a:schemeClr val="tx2"/>
        </a:solidFill>
        <a:effectLst/>
      </p:bgPr>
    </p:bg>
    <p:spTree>
      <p:nvGrpSpPr>
        <p:cNvPr id="1" name=""/>
        <p:cNvGrpSpPr/>
        <p:nvPr/>
      </p:nvGrpSpPr>
      <p:grpSpPr>
        <a:xfrm>
          <a:off x="0" y="0"/>
          <a:ext cx="0" cy="0"/>
          <a:chOff x="0" y="0"/>
          <a:chExt cx="0" cy="0"/>
        </a:xfrm>
      </p:grpSpPr>
      <p:grpSp>
        <p:nvGrpSpPr>
          <p:cNvPr id="4" name="Google Shape;267;p36">
            <a:extLst>
              <a:ext uri="{FF2B5EF4-FFF2-40B4-BE49-F238E27FC236}">
                <a16:creationId xmlns:a16="http://schemas.microsoft.com/office/drawing/2014/main" id="{B1E043E2-DBE5-EF5A-B7AF-11ED776DCE11}"/>
              </a:ext>
            </a:extLst>
          </p:cNvPr>
          <p:cNvGrpSpPr/>
          <p:nvPr/>
        </p:nvGrpSpPr>
        <p:grpSpPr>
          <a:xfrm rot="-5400000">
            <a:off x="5223451" y="1196298"/>
            <a:ext cx="5164226" cy="2747927"/>
            <a:chOff x="1155183" y="3814094"/>
            <a:chExt cx="3118306" cy="1659276"/>
          </a:xfrm>
        </p:grpSpPr>
        <p:pic>
          <p:nvPicPr>
            <p:cNvPr id="5" name="Google Shape;268;p36">
              <a:extLst>
                <a:ext uri="{FF2B5EF4-FFF2-40B4-BE49-F238E27FC236}">
                  <a16:creationId xmlns:a16="http://schemas.microsoft.com/office/drawing/2014/main" id="{41422D10-8E80-E6CC-1B7E-E2199A8016E7}"/>
                </a:ext>
              </a:extLst>
            </p:cNvPr>
            <p:cNvPicPr preferRelativeResize="0"/>
            <p:nvPr/>
          </p:nvPicPr>
          <p:blipFill rotWithShape="1">
            <a:blip r:embed="rId2">
              <a:alphaModFix amt="58000"/>
            </a:blip>
            <a:srcRect l="37919" t="24705" b="10228"/>
            <a:stretch/>
          </p:blipFill>
          <p:spPr>
            <a:xfrm>
              <a:off x="1155183" y="3814094"/>
              <a:ext cx="1891297" cy="1652133"/>
            </a:xfrm>
            <a:prstGeom prst="rect">
              <a:avLst/>
            </a:prstGeom>
            <a:noFill/>
            <a:ln>
              <a:noFill/>
            </a:ln>
          </p:spPr>
        </p:pic>
        <p:pic>
          <p:nvPicPr>
            <p:cNvPr id="6" name="Google Shape;269;p36">
              <a:extLst>
                <a:ext uri="{FF2B5EF4-FFF2-40B4-BE49-F238E27FC236}">
                  <a16:creationId xmlns:a16="http://schemas.microsoft.com/office/drawing/2014/main" id="{5DD734C2-83A3-1714-A48F-6CBA96DFE578}"/>
                </a:ext>
              </a:extLst>
            </p:cNvPr>
            <p:cNvPicPr preferRelativeResize="0"/>
            <p:nvPr/>
          </p:nvPicPr>
          <p:blipFill rotWithShape="1">
            <a:blip r:embed="rId3">
              <a:alphaModFix amt="58000"/>
            </a:blip>
            <a:srcRect t="25270" r="59873" b="9950"/>
            <a:stretch/>
          </p:blipFill>
          <p:spPr>
            <a:xfrm>
              <a:off x="3051053" y="3828390"/>
              <a:ext cx="1222436" cy="1644980"/>
            </a:xfrm>
            <a:prstGeom prst="rect">
              <a:avLst/>
            </a:prstGeom>
            <a:noFill/>
            <a:ln>
              <a:noFill/>
            </a:ln>
          </p:spPr>
        </p:pic>
      </p:grpSp>
      <p:sp>
        <p:nvSpPr>
          <p:cNvPr id="2" name="Title 1"/>
          <p:cNvSpPr>
            <a:spLocks noGrp="1"/>
          </p:cNvSpPr>
          <p:nvPr>
            <p:ph type="ctrTitle"/>
          </p:nvPr>
        </p:nvSpPr>
        <p:spPr>
          <a:xfrm>
            <a:off x="352602" y="1956685"/>
            <a:ext cx="8009733" cy="1162750"/>
          </a:xfrm>
        </p:spPr>
        <p:txBody>
          <a:bodyPr vert="horz" lIns="91440" tIns="45720" rIns="91440" bIns="0" rtlCol="0" anchor="ctr">
            <a:noAutofit/>
          </a:bodyPr>
          <a:lstStyle>
            <a:lvl1pPr>
              <a:defRPr lang="en-US" sz="4000" b="1" i="0" cap="all" baseline="0" dirty="0">
                <a:solidFill>
                  <a:schemeClr val="bg1"/>
                </a:solidFill>
                <a:latin typeface="Arial" panose="020B0604020202020204" pitchFamily="34" charset="0"/>
                <a:cs typeface="Arial" panose="020B0604020202020204" pitchFamily="34" charset="0"/>
              </a:defRPr>
            </a:lvl1pPr>
          </a:lstStyle>
          <a:p>
            <a:pPr lvl="0">
              <a:lnSpc>
                <a:spcPct val="85000"/>
              </a:lnSpc>
            </a:pPr>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3" name="Google Shape;267;p36">
            <a:extLst>
              <a:ext uri="{FF2B5EF4-FFF2-40B4-BE49-F238E27FC236}">
                <a16:creationId xmlns:a16="http://schemas.microsoft.com/office/drawing/2014/main" id="{C1536ADF-552A-81C8-9B0B-10A93887494F}"/>
              </a:ext>
            </a:extLst>
          </p:cNvPr>
          <p:cNvGrpSpPr/>
          <p:nvPr/>
        </p:nvGrpSpPr>
        <p:grpSpPr>
          <a:xfrm rot="-5400000">
            <a:off x="5223451" y="1196298"/>
            <a:ext cx="5164226" cy="2747927"/>
            <a:chOff x="1155183" y="3814094"/>
            <a:chExt cx="3118306" cy="1659276"/>
          </a:xfrm>
        </p:grpSpPr>
        <p:pic>
          <p:nvPicPr>
            <p:cNvPr id="7" name="Google Shape;268;p36">
              <a:extLst>
                <a:ext uri="{FF2B5EF4-FFF2-40B4-BE49-F238E27FC236}">
                  <a16:creationId xmlns:a16="http://schemas.microsoft.com/office/drawing/2014/main" id="{DA582BEE-3A38-D9E9-04DB-646B3F4F939C}"/>
                </a:ext>
              </a:extLst>
            </p:cNvPr>
            <p:cNvPicPr preferRelativeResize="0"/>
            <p:nvPr/>
          </p:nvPicPr>
          <p:blipFill rotWithShape="1">
            <a:blip r:embed="rId2">
              <a:alphaModFix amt="58000"/>
            </a:blip>
            <a:srcRect l="37919" t="24705" b="10228"/>
            <a:stretch/>
          </p:blipFill>
          <p:spPr>
            <a:xfrm>
              <a:off x="1155183" y="3814094"/>
              <a:ext cx="1891297" cy="1652133"/>
            </a:xfrm>
            <a:prstGeom prst="rect">
              <a:avLst/>
            </a:prstGeom>
            <a:noFill/>
            <a:ln>
              <a:noFill/>
            </a:ln>
          </p:spPr>
        </p:pic>
        <p:pic>
          <p:nvPicPr>
            <p:cNvPr id="8" name="Google Shape;269;p36">
              <a:extLst>
                <a:ext uri="{FF2B5EF4-FFF2-40B4-BE49-F238E27FC236}">
                  <a16:creationId xmlns:a16="http://schemas.microsoft.com/office/drawing/2014/main" id="{567DDAE8-1421-DA34-D756-EFF08665560E}"/>
                </a:ext>
              </a:extLst>
            </p:cNvPr>
            <p:cNvPicPr preferRelativeResize="0"/>
            <p:nvPr/>
          </p:nvPicPr>
          <p:blipFill rotWithShape="1">
            <a:blip r:embed="rId3">
              <a:alphaModFix amt="58000"/>
            </a:blip>
            <a:srcRect t="25270" r="59873" b="9950"/>
            <a:stretch/>
          </p:blipFill>
          <p:spPr>
            <a:xfrm>
              <a:off x="3051053" y="3828390"/>
              <a:ext cx="1222436" cy="1644980"/>
            </a:xfrm>
            <a:prstGeom prst="rect">
              <a:avLst/>
            </a:prstGeom>
            <a:noFill/>
            <a:ln>
              <a:noFill/>
            </a:ln>
          </p:spPr>
        </p:pic>
      </p:grpSp>
      <p:sp>
        <p:nvSpPr>
          <p:cNvPr id="11" name="Google Shape;56;p14">
            <a:extLst>
              <a:ext uri="{FF2B5EF4-FFF2-40B4-BE49-F238E27FC236}">
                <a16:creationId xmlns:a16="http://schemas.microsoft.com/office/drawing/2014/main" id="{B51B71B3-41E2-E2AB-E2EE-751E7676E83E}"/>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2" name="Google Shape;60;p14">
            <a:extLst>
              <a:ext uri="{FF2B5EF4-FFF2-40B4-BE49-F238E27FC236}">
                <a16:creationId xmlns:a16="http://schemas.microsoft.com/office/drawing/2014/main" id="{F90BF2D3-DFD8-8E3B-BD0B-7C4261B51086}"/>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3" name="Google Shape;267;p36">
            <a:extLst>
              <a:ext uri="{FF2B5EF4-FFF2-40B4-BE49-F238E27FC236}">
                <a16:creationId xmlns:a16="http://schemas.microsoft.com/office/drawing/2014/main" id="{16B0EAB0-8B57-A2A7-899F-EDF7B2301D75}"/>
              </a:ext>
            </a:extLst>
          </p:cNvPr>
          <p:cNvGrpSpPr/>
          <p:nvPr userDrawn="1"/>
        </p:nvGrpSpPr>
        <p:grpSpPr>
          <a:xfrm rot="-5400000">
            <a:off x="5223451" y="1196298"/>
            <a:ext cx="5164226" cy="2747927"/>
            <a:chOff x="1155183" y="3814094"/>
            <a:chExt cx="3118306" cy="1659276"/>
          </a:xfrm>
        </p:grpSpPr>
        <p:pic>
          <p:nvPicPr>
            <p:cNvPr id="14" name="Google Shape;268;p36">
              <a:extLst>
                <a:ext uri="{FF2B5EF4-FFF2-40B4-BE49-F238E27FC236}">
                  <a16:creationId xmlns:a16="http://schemas.microsoft.com/office/drawing/2014/main" id="{86DE5A68-EE24-0108-9A21-EBEE72189BF2}"/>
                </a:ext>
              </a:extLst>
            </p:cNvPr>
            <p:cNvPicPr preferRelativeResize="0"/>
            <p:nvPr/>
          </p:nvPicPr>
          <p:blipFill rotWithShape="1">
            <a:blip r:embed="rId2">
              <a:alphaModFix amt="58000"/>
            </a:blip>
            <a:srcRect l="37919" t="24705" b="10228"/>
            <a:stretch/>
          </p:blipFill>
          <p:spPr>
            <a:xfrm>
              <a:off x="1155183" y="3814094"/>
              <a:ext cx="1891297" cy="1652133"/>
            </a:xfrm>
            <a:prstGeom prst="rect">
              <a:avLst/>
            </a:prstGeom>
            <a:noFill/>
            <a:ln>
              <a:noFill/>
            </a:ln>
          </p:spPr>
        </p:pic>
        <p:pic>
          <p:nvPicPr>
            <p:cNvPr id="15" name="Google Shape;269;p36">
              <a:extLst>
                <a:ext uri="{FF2B5EF4-FFF2-40B4-BE49-F238E27FC236}">
                  <a16:creationId xmlns:a16="http://schemas.microsoft.com/office/drawing/2014/main" id="{ED37212B-76F6-A876-CFFB-91B8A627ACB7}"/>
                </a:ext>
              </a:extLst>
            </p:cNvPr>
            <p:cNvPicPr preferRelativeResize="0"/>
            <p:nvPr/>
          </p:nvPicPr>
          <p:blipFill rotWithShape="1">
            <a:blip r:embed="rId3">
              <a:alphaModFix amt="58000"/>
            </a:blip>
            <a:srcRect t="25270" r="59873" b="9950"/>
            <a:stretch/>
          </p:blipFill>
          <p:spPr>
            <a:xfrm>
              <a:off x="3051053" y="3828390"/>
              <a:ext cx="1222436" cy="1644980"/>
            </a:xfrm>
            <a:prstGeom prst="rect">
              <a:avLst/>
            </a:prstGeom>
            <a:noFill/>
            <a:ln>
              <a:noFill/>
            </a:ln>
          </p:spPr>
        </p:pic>
      </p:grpSp>
      <p:sp>
        <p:nvSpPr>
          <p:cNvPr id="16" name="Google Shape;56;p14">
            <a:extLst>
              <a:ext uri="{FF2B5EF4-FFF2-40B4-BE49-F238E27FC236}">
                <a16:creationId xmlns:a16="http://schemas.microsoft.com/office/drawing/2014/main" id="{F3ADFEB7-46AF-4A07-B641-B072BA25D523}"/>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90D009FA-CCE5-8AB5-9316-46D25E03A67F}"/>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Tree>
    <p:extLst>
      <p:ext uri="{BB962C8B-B14F-4D97-AF65-F5344CB8AC3E}">
        <p14:creationId xmlns:p14="http://schemas.microsoft.com/office/powerpoint/2010/main" val="4120586008"/>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Quote - Dk Blue">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2" y="1956685"/>
            <a:ext cx="8009733" cy="1162750"/>
          </a:xfrm>
        </p:spPr>
        <p:txBody>
          <a:bodyPr anchor="ctr"/>
          <a:lstStyle>
            <a:lvl1pPr algn="l">
              <a:lnSpc>
                <a:spcPct val="100000"/>
              </a:lnSpc>
              <a:defRPr sz="4000" b="1">
                <a:solidFill>
                  <a:schemeClr val="bg1"/>
                </a:solidFill>
              </a:defRPr>
            </a:lvl1pPr>
          </a:lstStyle>
          <a:p>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3" name="Google Shape;275;p37">
            <a:extLst>
              <a:ext uri="{FF2B5EF4-FFF2-40B4-BE49-F238E27FC236}">
                <a16:creationId xmlns:a16="http://schemas.microsoft.com/office/drawing/2014/main" id="{74847857-F937-CD64-1E2C-D0E5EAE37063}"/>
              </a:ext>
            </a:extLst>
          </p:cNvPr>
          <p:cNvGrpSpPr/>
          <p:nvPr/>
        </p:nvGrpSpPr>
        <p:grpSpPr>
          <a:xfrm>
            <a:off x="457209" y="474129"/>
            <a:ext cx="1177786" cy="857849"/>
            <a:chOff x="865451" y="2114550"/>
            <a:chExt cx="3399093" cy="2475755"/>
          </a:xfrm>
        </p:grpSpPr>
        <p:sp>
          <p:nvSpPr>
            <p:cNvPr id="7" name="Google Shape;276;p37">
              <a:extLst>
                <a:ext uri="{FF2B5EF4-FFF2-40B4-BE49-F238E27FC236}">
                  <a16:creationId xmlns:a16="http://schemas.microsoft.com/office/drawing/2014/main" id="{EB101FE0-5C53-430B-5E96-45909B4CB126}"/>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8" name="Google Shape;277;p37">
              <a:extLst>
                <a:ext uri="{FF2B5EF4-FFF2-40B4-BE49-F238E27FC236}">
                  <a16:creationId xmlns:a16="http://schemas.microsoft.com/office/drawing/2014/main" id="{86F5F33E-42B8-8868-A558-76F7DFEE5726}"/>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1" name="Subtitle 2">
            <a:extLst>
              <a:ext uri="{FF2B5EF4-FFF2-40B4-BE49-F238E27FC236}">
                <a16:creationId xmlns:a16="http://schemas.microsoft.com/office/drawing/2014/main" id="{4E29DC9F-0930-5ACB-CBA0-C28321058B93}"/>
              </a:ext>
            </a:extLst>
          </p:cNvPr>
          <p:cNvSpPr>
            <a:spLocks noGrp="1"/>
          </p:cNvSpPr>
          <p:nvPr>
            <p:ph type="subTitle" idx="1"/>
          </p:nvPr>
        </p:nvSpPr>
        <p:spPr>
          <a:xfrm>
            <a:off x="364877" y="4041210"/>
            <a:ext cx="5732648" cy="409338"/>
          </a:xfrm>
          <a:prstGeom prst="rect">
            <a:avLst/>
          </a:prstGeom>
        </p:spPr>
        <p:txBody>
          <a:bodyPr>
            <a:noAutofit/>
          </a:bodyPr>
          <a:lstStyle>
            <a:lvl1pPr marL="0" indent="0" algn="l">
              <a:buNone/>
              <a:defRPr sz="1800" b="1">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Box 11">
            <a:extLst>
              <a:ext uri="{FF2B5EF4-FFF2-40B4-BE49-F238E27FC236}">
                <a16:creationId xmlns:a16="http://schemas.microsoft.com/office/drawing/2014/main" id="{17BACBE6-4F66-1DDA-2337-2C1ED35B4838}"/>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4" name="Google Shape;56;p14">
            <a:extLst>
              <a:ext uri="{FF2B5EF4-FFF2-40B4-BE49-F238E27FC236}">
                <a16:creationId xmlns:a16="http://schemas.microsoft.com/office/drawing/2014/main" id="{7C15EB21-5004-D388-F7AD-7DD0D818ACAC}"/>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6153BF2C-CF38-FD06-46FE-C516A2B17A1D}"/>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6" name="Google Shape;275;p37">
            <a:extLst>
              <a:ext uri="{FF2B5EF4-FFF2-40B4-BE49-F238E27FC236}">
                <a16:creationId xmlns:a16="http://schemas.microsoft.com/office/drawing/2014/main" id="{30E9C498-BCBE-809F-4405-770C08E60F15}"/>
              </a:ext>
            </a:extLst>
          </p:cNvPr>
          <p:cNvGrpSpPr/>
          <p:nvPr/>
        </p:nvGrpSpPr>
        <p:grpSpPr>
          <a:xfrm>
            <a:off x="457209" y="474129"/>
            <a:ext cx="1177786" cy="857849"/>
            <a:chOff x="865451" y="2114550"/>
            <a:chExt cx="3399093" cy="2475755"/>
          </a:xfrm>
        </p:grpSpPr>
        <p:sp>
          <p:nvSpPr>
            <p:cNvPr id="13" name="Google Shape;276;p37">
              <a:extLst>
                <a:ext uri="{FF2B5EF4-FFF2-40B4-BE49-F238E27FC236}">
                  <a16:creationId xmlns:a16="http://schemas.microsoft.com/office/drawing/2014/main" id="{8E3D816F-E98A-AA39-FFB1-F12836BC1084}"/>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 name="Google Shape;277;p37">
              <a:extLst>
                <a:ext uri="{FF2B5EF4-FFF2-40B4-BE49-F238E27FC236}">
                  <a16:creationId xmlns:a16="http://schemas.microsoft.com/office/drawing/2014/main" id="{B281103F-A103-C400-3EE6-CC712C1C8F0D}"/>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5" name="TextBox 14">
            <a:extLst>
              <a:ext uri="{FF2B5EF4-FFF2-40B4-BE49-F238E27FC236}">
                <a16:creationId xmlns:a16="http://schemas.microsoft.com/office/drawing/2014/main" id="{68C55B63-4989-9461-4425-2289C15C366E}"/>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6" name="Google Shape;56;p14">
            <a:extLst>
              <a:ext uri="{FF2B5EF4-FFF2-40B4-BE49-F238E27FC236}">
                <a16:creationId xmlns:a16="http://schemas.microsoft.com/office/drawing/2014/main" id="{9601F03F-9290-FDD5-86DB-966D68F35B7A}"/>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DEBA1EFB-9E07-31DD-9765-9C5B259CA627}"/>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8" name="Google Shape;275;p37">
            <a:extLst>
              <a:ext uri="{FF2B5EF4-FFF2-40B4-BE49-F238E27FC236}">
                <a16:creationId xmlns:a16="http://schemas.microsoft.com/office/drawing/2014/main" id="{C2A7E64A-A2B8-C895-F111-4EA3F4D4EF29}"/>
              </a:ext>
            </a:extLst>
          </p:cNvPr>
          <p:cNvGrpSpPr/>
          <p:nvPr userDrawn="1"/>
        </p:nvGrpSpPr>
        <p:grpSpPr>
          <a:xfrm>
            <a:off x="457209" y="474129"/>
            <a:ext cx="1177786" cy="857849"/>
            <a:chOff x="865451" y="2114550"/>
            <a:chExt cx="3399093" cy="2475755"/>
          </a:xfrm>
        </p:grpSpPr>
        <p:sp>
          <p:nvSpPr>
            <p:cNvPr id="19" name="Google Shape;276;p37">
              <a:extLst>
                <a:ext uri="{FF2B5EF4-FFF2-40B4-BE49-F238E27FC236}">
                  <a16:creationId xmlns:a16="http://schemas.microsoft.com/office/drawing/2014/main" id="{AEA3E3F7-5E28-CA1D-FD4B-E267E8F68D77}"/>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0" name="Google Shape;277;p37">
              <a:extLst>
                <a:ext uri="{FF2B5EF4-FFF2-40B4-BE49-F238E27FC236}">
                  <a16:creationId xmlns:a16="http://schemas.microsoft.com/office/drawing/2014/main" id="{84D27F3A-DD9B-3E35-BF0A-FAD1CB8F3C52}"/>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a:extLst>
              <a:ext uri="{FF2B5EF4-FFF2-40B4-BE49-F238E27FC236}">
                <a16:creationId xmlns:a16="http://schemas.microsoft.com/office/drawing/2014/main" id="{CB973738-D3E1-232A-11B9-2253B9CCF8D8}"/>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Tree>
    <p:extLst>
      <p:ext uri="{BB962C8B-B14F-4D97-AF65-F5344CB8AC3E}">
        <p14:creationId xmlns:p14="http://schemas.microsoft.com/office/powerpoint/2010/main" val="1674868626"/>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Quote - White">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2" y="1956685"/>
            <a:ext cx="8009733" cy="1162750"/>
          </a:xfrm>
        </p:spPr>
        <p:txBody>
          <a:bodyPr anchor="ctr"/>
          <a:lstStyle>
            <a:lvl1pPr algn="l">
              <a:lnSpc>
                <a:spcPct val="100000"/>
              </a:lnSpc>
              <a:defRPr sz="4000" b="1">
                <a:solidFill>
                  <a:schemeClr val="tx1"/>
                </a:solidFill>
              </a:defRPr>
            </a:lvl1pPr>
          </a:lstStyle>
          <a:p>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3" name="Google Shape;275;p37">
            <a:extLst>
              <a:ext uri="{FF2B5EF4-FFF2-40B4-BE49-F238E27FC236}">
                <a16:creationId xmlns:a16="http://schemas.microsoft.com/office/drawing/2014/main" id="{74847857-F937-CD64-1E2C-D0E5EAE37063}"/>
              </a:ext>
            </a:extLst>
          </p:cNvPr>
          <p:cNvGrpSpPr/>
          <p:nvPr/>
        </p:nvGrpSpPr>
        <p:grpSpPr>
          <a:xfrm>
            <a:off x="457209" y="474129"/>
            <a:ext cx="1177786" cy="857849"/>
            <a:chOff x="865451" y="2114550"/>
            <a:chExt cx="3399093" cy="2475755"/>
          </a:xfrm>
        </p:grpSpPr>
        <p:sp>
          <p:nvSpPr>
            <p:cNvPr id="7" name="Google Shape;276;p37">
              <a:extLst>
                <a:ext uri="{FF2B5EF4-FFF2-40B4-BE49-F238E27FC236}">
                  <a16:creationId xmlns:a16="http://schemas.microsoft.com/office/drawing/2014/main" id="{EB101FE0-5C53-430B-5E96-45909B4CB126}"/>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8" name="Google Shape;277;p37">
              <a:extLst>
                <a:ext uri="{FF2B5EF4-FFF2-40B4-BE49-F238E27FC236}">
                  <a16:creationId xmlns:a16="http://schemas.microsoft.com/office/drawing/2014/main" id="{86F5F33E-42B8-8868-A558-76F7DFEE5726}"/>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1" name="Subtitle 2">
            <a:extLst>
              <a:ext uri="{FF2B5EF4-FFF2-40B4-BE49-F238E27FC236}">
                <a16:creationId xmlns:a16="http://schemas.microsoft.com/office/drawing/2014/main" id="{4E29DC9F-0930-5ACB-CBA0-C28321058B93}"/>
              </a:ext>
            </a:extLst>
          </p:cNvPr>
          <p:cNvSpPr>
            <a:spLocks noGrp="1"/>
          </p:cNvSpPr>
          <p:nvPr>
            <p:ph type="subTitle" idx="1"/>
          </p:nvPr>
        </p:nvSpPr>
        <p:spPr>
          <a:xfrm>
            <a:off x="364877" y="4041210"/>
            <a:ext cx="5732648" cy="409338"/>
          </a:xfrm>
          <a:prstGeom prst="rect">
            <a:avLst/>
          </a:prstGeom>
        </p:spPr>
        <p:txBody>
          <a:bodyPr>
            <a:noAutofit/>
          </a:bodyPr>
          <a:lstStyle>
            <a:lvl1pPr marL="0" indent="0" algn="l">
              <a:buNone/>
              <a:defRPr sz="1800" b="1">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Box 11">
            <a:extLst>
              <a:ext uri="{FF2B5EF4-FFF2-40B4-BE49-F238E27FC236}">
                <a16:creationId xmlns:a16="http://schemas.microsoft.com/office/drawing/2014/main" id="{17BACBE6-4F66-1DDA-2337-2C1ED35B4838}"/>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tx1">
                    <a:lumMod val="50000"/>
                    <a:lumOff val="50000"/>
                  </a:schemeClr>
                </a:solidFill>
                <a:latin typeface="+mn-lt"/>
                <a:ea typeface="+mn-ea"/>
                <a:cs typeface="+mn-cs"/>
              </a:rPr>
              <a:pPr algn="r"/>
              <a:t>‹#›</a:t>
            </a:fld>
            <a:endParaRPr lang="en-US" sz="600" i="0" kern="1200" dirty="0">
              <a:solidFill>
                <a:schemeClr val="tx1">
                  <a:lumMod val="50000"/>
                  <a:lumOff val="50000"/>
                </a:schemeClr>
              </a:solidFill>
              <a:latin typeface="+mn-lt"/>
              <a:ea typeface="+mn-ea"/>
              <a:cs typeface="+mn-cs"/>
            </a:endParaRPr>
          </a:p>
        </p:txBody>
      </p:sp>
      <p:sp>
        <p:nvSpPr>
          <p:cNvPr id="4" name="Google Shape;56;p14">
            <a:extLst>
              <a:ext uri="{FF2B5EF4-FFF2-40B4-BE49-F238E27FC236}">
                <a16:creationId xmlns:a16="http://schemas.microsoft.com/office/drawing/2014/main" id="{CAEEBA87-4015-0A45-856C-3F55E6316CBB}"/>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F56A676A-ACDA-A913-746C-42F8FA2AE800}"/>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6" name="Google Shape;275;p37">
            <a:extLst>
              <a:ext uri="{FF2B5EF4-FFF2-40B4-BE49-F238E27FC236}">
                <a16:creationId xmlns:a16="http://schemas.microsoft.com/office/drawing/2014/main" id="{A0CC1866-15A3-CD21-C60A-2DC642D3CF9B}"/>
              </a:ext>
            </a:extLst>
          </p:cNvPr>
          <p:cNvGrpSpPr/>
          <p:nvPr/>
        </p:nvGrpSpPr>
        <p:grpSpPr>
          <a:xfrm>
            <a:off x="457209" y="474129"/>
            <a:ext cx="1177786" cy="857849"/>
            <a:chOff x="865451" y="2114550"/>
            <a:chExt cx="3399093" cy="2475755"/>
          </a:xfrm>
        </p:grpSpPr>
        <p:sp>
          <p:nvSpPr>
            <p:cNvPr id="13" name="Google Shape;276;p37">
              <a:extLst>
                <a:ext uri="{FF2B5EF4-FFF2-40B4-BE49-F238E27FC236}">
                  <a16:creationId xmlns:a16="http://schemas.microsoft.com/office/drawing/2014/main" id="{A5B1BE8C-6C86-EA1C-7099-1A8D33D5781F}"/>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 name="Google Shape;277;p37">
              <a:extLst>
                <a:ext uri="{FF2B5EF4-FFF2-40B4-BE49-F238E27FC236}">
                  <a16:creationId xmlns:a16="http://schemas.microsoft.com/office/drawing/2014/main" id="{AEDBDAA2-17D4-FF75-31B2-08CA208A9D33}"/>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5" name="TextBox 14">
            <a:extLst>
              <a:ext uri="{FF2B5EF4-FFF2-40B4-BE49-F238E27FC236}">
                <a16:creationId xmlns:a16="http://schemas.microsoft.com/office/drawing/2014/main" id="{43BDFB39-3511-A61D-8477-CCD23B7C8E7D}"/>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tx1">
                    <a:lumMod val="50000"/>
                    <a:lumOff val="50000"/>
                  </a:schemeClr>
                </a:solidFill>
                <a:latin typeface="+mn-lt"/>
                <a:ea typeface="+mn-ea"/>
                <a:cs typeface="+mn-cs"/>
              </a:rPr>
              <a:pPr algn="r"/>
              <a:t>‹#›</a:t>
            </a:fld>
            <a:endParaRPr lang="en-US" sz="600" i="0" kern="1200" dirty="0">
              <a:solidFill>
                <a:schemeClr val="tx1">
                  <a:lumMod val="50000"/>
                  <a:lumOff val="50000"/>
                </a:schemeClr>
              </a:solidFill>
              <a:latin typeface="+mn-lt"/>
              <a:ea typeface="+mn-ea"/>
              <a:cs typeface="+mn-cs"/>
            </a:endParaRPr>
          </a:p>
        </p:txBody>
      </p:sp>
      <p:sp>
        <p:nvSpPr>
          <p:cNvPr id="16" name="Google Shape;56;p14">
            <a:extLst>
              <a:ext uri="{FF2B5EF4-FFF2-40B4-BE49-F238E27FC236}">
                <a16:creationId xmlns:a16="http://schemas.microsoft.com/office/drawing/2014/main" id="{F5DA42C5-3B23-D7B4-A3C3-0F9E0781E1E7}"/>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083D1937-F4B9-BD8C-35BA-5F8DA4997772}"/>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8" name="Google Shape;275;p37">
            <a:extLst>
              <a:ext uri="{FF2B5EF4-FFF2-40B4-BE49-F238E27FC236}">
                <a16:creationId xmlns:a16="http://schemas.microsoft.com/office/drawing/2014/main" id="{AC0414FD-04DE-1A9A-704E-621E77003207}"/>
              </a:ext>
            </a:extLst>
          </p:cNvPr>
          <p:cNvGrpSpPr/>
          <p:nvPr userDrawn="1"/>
        </p:nvGrpSpPr>
        <p:grpSpPr>
          <a:xfrm>
            <a:off x="457209" y="474129"/>
            <a:ext cx="1177786" cy="857849"/>
            <a:chOff x="865451" y="2114550"/>
            <a:chExt cx="3399093" cy="2475755"/>
          </a:xfrm>
        </p:grpSpPr>
        <p:sp>
          <p:nvSpPr>
            <p:cNvPr id="19" name="Google Shape;276;p37">
              <a:extLst>
                <a:ext uri="{FF2B5EF4-FFF2-40B4-BE49-F238E27FC236}">
                  <a16:creationId xmlns:a16="http://schemas.microsoft.com/office/drawing/2014/main" id="{687197CE-D60B-1E20-0CA3-C472905FC598}"/>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0" name="Google Shape;277;p37">
              <a:extLst>
                <a:ext uri="{FF2B5EF4-FFF2-40B4-BE49-F238E27FC236}">
                  <a16:creationId xmlns:a16="http://schemas.microsoft.com/office/drawing/2014/main" id="{DD228226-35B2-64A3-9176-0BF70B0887B2}"/>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a:extLst>
              <a:ext uri="{FF2B5EF4-FFF2-40B4-BE49-F238E27FC236}">
                <a16:creationId xmlns:a16="http://schemas.microsoft.com/office/drawing/2014/main" id="{4CF36FF0-7824-3109-6677-117C6534430E}"/>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tx1">
                    <a:lumMod val="50000"/>
                    <a:lumOff val="50000"/>
                  </a:schemeClr>
                </a:solidFill>
                <a:latin typeface="+mn-lt"/>
                <a:ea typeface="+mn-ea"/>
                <a:cs typeface="+mn-cs"/>
              </a:rPr>
              <a:pPr algn="r"/>
              <a:t>‹#›</a:t>
            </a:fld>
            <a:endParaRPr lang="en-US" sz="600" i="0"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2161411115"/>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Quote - Dk Blue w photo">
    <p:bg>
      <p:bgPr>
        <a:solidFill>
          <a:schemeClr val="tx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3" y="1956685"/>
            <a:ext cx="5192792" cy="1162750"/>
          </a:xfrm>
        </p:spPr>
        <p:txBody>
          <a:bodyPr anchor="ctr"/>
          <a:lstStyle>
            <a:lvl1pPr algn="l">
              <a:lnSpc>
                <a:spcPct val="100000"/>
              </a:lnSpc>
              <a:defRPr sz="4000" b="1">
                <a:solidFill>
                  <a:schemeClr val="bg1"/>
                </a:solidFill>
              </a:defRPr>
            </a:lvl1pPr>
          </a:lstStyle>
          <a:p>
            <a:r>
              <a:rPr lang="en-US"/>
              <a:t>Click to edit Master title style</a:t>
            </a:r>
            <a:endParaRPr lang="en-US" dirty="0"/>
          </a:p>
        </p:txBody>
      </p:sp>
      <p:sp>
        <p:nvSpPr>
          <p:cNvPr id="9" name="Google Shape;56;p14">
            <a:extLst>
              <a:ext uri="{FF2B5EF4-FFF2-40B4-BE49-F238E27FC236}">
                <a16:creationId xmlns:a16="http://schemas.microsoft.com/office/drawing/2014/main" id="{4AC51843-C18A-49DC-14AE-6D1F5A0092A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0" name="Google Shape;60;p14">
            <a:extLst>
              <a:ext uri="{FF2B5EF4-FFF2-40B4-BE49-F238E27FC236}">
                <a16:creationId xmlns:a16="http://schemas.microsoft.com/office/drawing/2014/main" id="{84E422D2-D851-A137-9D92-1D0E220143EA}"/>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3" name="Google Shape;275;p37">
            <a:extLst>
              <a:ext uri="{FF2B5EF4-FFF2-40B4-BE49-F238E27FC236}">
                <a16:creationId xmlns:a16="http://schemas.microsoft.com/office/drawing/2014/main" id="{74847857-F937-CD64-1E2C-D0E5EAE37063}"/>
              </a:ext>
            </a:extLst>
          </p:cNvPr>
          <p:cNvGrpSpPr/>
          <p:nvPr/>
        </p:nvGrpSpPr>
        <p:grpSpPr>
          <a:xfrm>
            <a:off x="457209" y="474129"/>
            <a:ext cx="1177786" cy="857849"/>
            <a:chOff x="865451" y="2114550"/>
            <a:chExt cx="3399093" cy="2475755"/>
          </a:xfrm>
        </p:grpSpPr>
        <p:sp>
          <p:nvSpPr>
            <p:cNvPr id="7" name="Google Shape;276;p37">
              <a:extLst>
                <a:ext uri="{FF2B5EF4-FFF2-40B4-BE49-F238E27FC236}">
                  <a16:creationId xmlns:a16="http://schemas.microsoft.com/office/drawing/2014/main" id="{EB101FE0-5C53-430B-5E96-45909B4CB126}"/>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8" name="Google Shape;277;p37">
              <a:extLst>
                <a:ext uri="{FF2B5EF4-FFF2-40B4-BE49-F238E27FC236}">
                  <a16:creationId xmlns:a16="http://schemas.microsoft.com/office/drawing/2014/main" id="{86F5F33E-42B8-8868-A558-76F7DFEE5726}"/>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1" name="Subtitle 2">
            <a:extLst>
              <a:ext uri="{FF2B5EF4-FFF2-40B4-BE49-F238E27FC236}">
                <a16:creationId xmlns:a16="http://schemas.microsoft.com/office/drawing/2014/main" id="{4E29DC9F-0930-5ACB-CBA0-C28321058B93}"/>
              </a:ext>
            </a:extLst>
          </p:cNvPr>
          <p:cNvSpPr>
            <a:spLocks noGrp="1"/>
          </p:cNvSpPr>
          <p:nvPr>
            <p:ph type="subTitle" idx="1"/>
          </p:nvPr>
        </p:nvSpPr>
        <p:spPr>
          <a:xfrm>
            <a:off x="1362753" y="4041210"/>
            <a:ext cx="5732648" cy="409338"/>
          </a:xfrm>
          <a:prstGeom prst="rect">
            <a:avLst/>
          </a:prstGeom>
        </p:spPr>
        <p:txBody>
          <a:bodyPr>
            <a:noAutofit/>
          </a:bodyPr>
          <a:lstStyle>
            <a:lvl1pPr marL="0" indent="0" algn="r">
              <a:buNone/>
              <a:defRPr sz="1800" b="1">
                <a:solidFill>
                  <a:schemeClr val="bg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12" name="TextBox 11">
            <a:extLst>
              <a:ext uri="{FF2B5EF4-FFF2-40B4-BE49-F238E27FC236}">
                <a16:creationId xmlns:a16="http://schemas.microsoft.com/office/drawing/2014/main" id="{17BACBE6-4F66-1DDA-2337-2C1ED35B4838}"/>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4" name="Google Shape;56;p14">
            <a:extLst>
              <a:ext uri="{FF2B5EF4-FFF2-40B4-BE49-F238E27FC236}">
                <a16:creationId xmlns:a16="http://schemas.microsoft.com/office/drawing/2014/main" id="{6214612F-47A5-C567-4889-74B752C2F55A}"/>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32DB8622-6441-C2BC-02DE-608D6947700E}"/>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6" name="Google Shape;275;p37">
            <a:extLst>
              <a:ext uri="{FF2B5EF4-FFF2-40B4-BE49-F238E27FC236}">
                <a16:creationId xmlns:a16="http://schemas.microsoft.com/office/drawing/2014/main" id="{81931FE2-47C0-EDFB-F52A-E8FD3C58A64B}"/>
              </a:ext>
            </a:extLst>
          </p:cNvPr>
          <p:cNvGrpSpPr/>
          <p:nvPr/>
        </p:nvGrpSpPr>
        <p:grpSpPr>
          <a:xfrm>
            <a:off x="457209" y="474129"/>
            <a:ext cx="1177786" cy="857849"/>
            <a:chOff x="865451" y="2114550"/>
            <a:chExt cx="3399093" cy="2475755"/>
          </a:xfrm>
        </p:grpSpPr>
        <p:sp>
          <p:nvSpPr>
            <p:cNvPr id="13" name="Google Shape;276;p37">
              <a:extLst>
                <a:ext uri="{FF2B5EF4-FFF2-40B4-BE49-F238E27FC236}">
                  <a16:creationId xmlns:a16="http://schemas.microsoft.com/office/drawing/2014/main" id="{2C779103-60E3-EA5E-C921-EC9CCB225651}"/>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14" name="Google Shape;277;p37">
              <a:extLst>
                <a:ext uri="{FF2B5EF4-FFF2-40B4-BE49-F238E27FC236}">
                  <a16:creationId xmlns:a16="http://schemas.microsoft.com/office/drawing/2014/main" id="{24C5333F-6451-82A4-2BC4-CE90765751C2}"/>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15" name="TextBox 14">
            <a:extLst>
              <a:ext uri="{FF2B5EF4-FFF2-40B4-BE49-F238E27FC236}">
                <a16:creationId xmlns:a16="http://schemas.microsoft.com/office/drawing/2014/main" id="{38F18F62-63FD-BDDD-2CCA-C25B0865C579}"/>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6" name="Google Shape;56;p14">
            <a:extLst>
              <a:ext uri="{FF2B5EF4-FFF2-40B4-BE49-F238E27FC236}">
                <a16:creationId xmlns:a16="http://schemas.microsoft.com/office/drawing/2014/main" id="{E168E609-5653-4279-F50B-0FE4D30DBC82}"/>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7" name="Google Shape;60;p14">
            <a:extLst>
              <a:ext uri="{FF2B5EF4-FFF2-40B4-BE49-F238E27FC236}">
                <a16:creationId xmlns:a16="http://schemas.microsoft.com/office/drawing/2014/main" id="{763D60FC-5215-2348-0835-8AC6EFB94180}"/>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grpSp>
        <p:nvGrpSpPr>
          <p:cNvPr id="18" name="Google Shape;275;p37">
            <a:extLst>
              <a:ext uri="{FF2B5EF4-FFF2-40B4-BE49-F238E27FC236}">
                <a16:creationId xmlns:a16="http://schemas.microsoft.com/office/drawing/2014/main" id="{D1B24224-9167-528B-8877-2962BDB2BBD3}"/>
              </a:ext>
            </a:extLst>
          </p:cNvPr>
          <p:cNvGrpSpPr/>
          <p:nvPr userDrawn="1"/>
        </p:nvGrpSpPr>
        <p:grpSpPr>
          <a:xfrm>
            <a:off x="457209" y="474129"/>
            <a:ext cx="1177786" cy="857849"/>
            <a:chOff x="865451" y="2114550"/>
            <a:chExt cx="3399093" cy="2475755"/>
          </a:xfrm>
        </p:grpSpPr>
        <p:sp>
          <p:nvSpPr>
            <p:cNvPr id="19" name="Google Shape;276;p37">
              <a:extLst>
                <a:ext uri="{FF2B5EF4-FFF2-40B4-BE49-F238E27FC236}">
                  <a16:creationId xmlns:a16="http://schemas.microsoft.com/office/drawing/2014/main" id="{B38FDCD9-70BE-BF83-E226-ED5734402449}"/>
                </a:ext>
              </a:extLst>
            </p:cNvPr>
            <p:cNvSpPr/>
            <p:nvPr/>
          </p:nvSpPr>
          <p:spPr>
            <a:xfrm>
              <a:off x="865451"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20" name="Google Shape;277;p37">
              <a:extLst>
                <a:ext uri="{FF2B5EF4-FFF2-40B4-BE49-F238E27FC236}">
                  <a16:creationId xmlns:a16="http://schemas.microsoft.com/office/drawing/2014/main" id="{5D230281-494E-BFA5-2339-4B20C9C442E8}"/>
                </a:ext>
              </a:extLst>
            </p:cNvPr>
            <p:cNvSpPr/>
            <p:nvPr/>
          </p:nvSpPr>
          <p:spPr>
            <a:xfrm>
              <a:off x="2693163" y="2114550"/>
              <a:ext cx="1571381" cy="2475755"/>
            </a:xfrm>
            <a:custGeom>
              <a:avLst/>
              <a:gdLst/>
              <a:ahLst/>
              <a:cxnLst/>
              <a:rect l="l" t="t" r="r" b="b"/>
              <a:pathLst>
                <a:path w="3654375" h="5757569" extrusionOk="0">
                  <a:moveTo>
                    <a:pt x="3448790" y="0"/>
                  </a:moveTo>
                  <a:lnTo>
                    <a:pt x="3458290" y="1432474"/>
                  </a:lnTo>
                  <a:cubicBezTo>
                    <a:pt x="2772941" y="1684660"/>
                    <a:pt x="2415542" y="1991333"/>
                    <a:pt x="2248907" y="2449965"/>
                  </a:cubicBezTo>
                  <a:cubicBezTo>
                    <a:pt x="3226484" y="2526039"/>
                    <a:pt x="3654376" y="3276319"/>
                    <a:pt x="3654376" y="4068726"/>
                  </a:cubicBezTo>
                  <a:cubicBezTo>
                    <a:pt x="3654376" y="5007004"/>
                    <a:pt x="2925326" y="5757569"/>
                    <a:pt x="1987935" y="5757569"/>
                  </a:cubicBezTo>
                  <a:cubicBezTo>
                    <a:pt x="1050544" y="5757569"/>
                    <a:pt x="14541" y="5150119"/>
                    <a:pt x="196" y="3782402"/>
                  </a:cubicBezTo>
                  <a:cubicBezTo>
                    <a:pt x="-30015" y="843186"/>
                    <a:pt x="3448790" y="0"/>
                    <a:pt x="3448790" y="0"/>
                  </a:cubicBez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grpSp>
      <p:sp>
        <p:nvSpPr>
          <p:cNvPr id="21" name="TextBox 20">
            <a:extLst>
              <a:ext uri="{FF2B5EF4-FFF2-40B4-BE49-F238E27FC236}">
                <a16:creationId xmlns:a16="http://schemas.microsoft.com/office/drawing/2014/main" id="{E21066F3-9346-10B0-2CE7-BFDAC78E089B}"/>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Tree>
    <p:extLst>
      <p:ext uri="{BB962C8B-B14F-4D97-AF65-F5344CB8AC3E}">
        <p14:creationId xmlns:p14="http://schemas.microsoft.com/office/powerpoint/2010/main" val="1688136408"/>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am">
    <p:spTree>
      <p:nvGrpSpPr>
        <p:cNvPr id="1" name=""/>
        <p:cNvGrpSpPr/>
        <p:nvPr/>
      </p:nvGrpSpPr>
      <p:grpSpPr>
        <a:xfrm>
          <a:off x="0" y="0"/>
          <a:ext cx="0" cy="0"/>
          <a:chOff x="0" y="0"/>
          <a:chExt cx="0" cy="0"/>
        </a:xfrm>
      </p:grpSpPr>
      <p:sp>
        <p:nvSpPr>
          <p:cNvPr id="3" name="Google Shape;298;p40">
            <a:extLst>
              <a:ext uri="{FF2B5EF4-FFF2-40B4-BE49-F238E27FC236}">
                <a16:creationId xmlns:a16="http://schemas.microsoft.com/office/drawing/2014/main" id="{207C3CF2-0C10-9D95-85E9-CCB75BBCB73B}"/>
              </a:ext>
            </a:extLst>
          </p:cNvPr>
          <p:cNvSpPr/>
          <p:nvPr/>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 name="Title 1"/>
          <p:cNvSpPr>
            <a:spLocks noGrp="1"/>
          </p:cNvSpPr>
          <p:nvPr>
            <p:ph type="title"/>
          </p:nvPr>
        </p:nvSpPr>
        <p:spPr>
          <a:xfrm>
            <a:off x="353539" y="291988"/>
            <a:ext cx="8461830" cy="473131"/>
          </a:xfrm>
        </p:spPr>
        <p:txBody>
          <a:bodyPr>
            <a:noAutofit/>
          </a:bodyPr>
          <a:lstStyle>
            <a:lvl1pPr>
              <a:defRPr sz="2600" b="1"/>
            </a:lvl1pPr>
          </a:lstStyle>
          <a:p>
            <a:r>
              <a:rPr lang="en-US"/>
              <a:t>Click to edit Master title style</a:t>
            </a:r>
            <a:endParaRPr lang="en-US" dirty="0"/>
          </a:p>
        </p:txBody>
      </p:sp>
      <p:sp>
        <p:nvSpPr>
          <p:cNvPr id="4" name="Google Shape;56;p14">
            <a:extLst>
              <a:ext uri="{FF2B5EF4-FFF2-40B4-BE49-F238E27FC236}">
                <a16:creationId xmlns:a16="http://schemas.microsoft.com/office/drawing/2014/main" id="{DE015E05-38D6-E7B3-8895-F15B0BF4D187}"/>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5" name="Google Shape;60;p14">
            <a:extLst>
              <a:ext uri="{FF2B5EF4-FFF2-40B4-BE49-F238E27FC236}">
                <a16:creationId xmlns:a16="http://schemas.microsoft.com/office/drawing/2014/main" id="{B032178A-FF5A-BB80-D369-633B524632B5}"/>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7" name="TextBox 6">
            <a:extLst>
              <a:ext uri="{FF2B5EF4-FFF2-40B4-BE49-F238E27FC236}">
                <a16:creationId xmlns:a16="http://schemas.microsoft.com/office/drawing/2014/main" id="{05AB7F74-391F-1B14-92BB-DD7F5991E969}"/>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2" name="Google Shape;150;p23">
            <a:extLst>
              <a:ext uri="{FF2B5EF4-FFF2-40B4-BE49-F238E27FC236}">
                <a16:creationId xmlns:a16="http://schemas.microsoft.com/office/drawing/2014/main" id="{4CE2E9DF-AB9E-39C5-C729-61C217023B2C}"/>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298;p40">
            <a:extLst>
              <a:ext uri="{FF2B5EF4-FFF2-40B4-BE49-F238E27FC236}">
                <a16:creationId xmlns:a16="http://schemas.microsoft.com/office/drawing/2014/main" id="{FC5EF21E-99ED-D381-33F1-F789E0ECE8CA}"/>
              </a:ext>
            </a:extLst>
          </p:cNvPr>
          <p:cNvSpPr/>
          <p:nvPr/>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56;p14">
            <a:extLst>
              <a:ext uri="{FF2B5EF4-FFF2-40B4-BE49-F238E27FC236}">
                <a16:creationId xmlns:a16="http://schemas.microsoft.com/office/drawing/2014/main" id="{F225BE62-3FCC-50AD-A352-00D4FA1FF4CF}"/>
              </a:ext>
            </a:extLst>
          </p:cNvPr>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9" name="Google Shape;60;p14">
            <a:extLst>
              <a:ext uri="{FF2B5EF4-FFF2-40B4-BE49-F238E27FC236}">
                <a16:creationId xmlns:a16="http://schemas.microsoft.com/office/drawing/2014/main" id="{6B6B04F8-3A32-38E6-F7A7-76C1B93B4A8E}"/>
              </a:ext>
            </a:extLst>
          </p:cNvPr>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10" name="TextBox 9">
            <a:extLst>
              <a:ext uri="{FF2B5EF4-FFF2-40B4-BE49-F238E27FC236}">
                <a16:creationId xmlns:a16="http://schemas.microsoft.com/office/drawing/2014/main" id="{AEBCA2A7-C0E1-9671-A7E5-7F6EA2DC6DAA}"/>
              </a:ext>
            </a:extLst>
          </p:cNvPr>
          <p:cNvSpPr txBox="1"/>
          <p:nvPr/>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1" name="Google Shape;150;p23">
            <a:extLst>
              <a:ext uri="{FF2B5EF4-FFF2-40B4-BE49-F238E27FC236}">
                <a16:creationId xmlns:a16="http://schemas.microsoft.com/office/drawing/2014/main" id="{4F96ADA3-BAEB-EA18-FD30-3CB19124831E}"/>
              </a:ext>
            </a:extLst>
          </p:cNvPr>
          <p:cNvSpPr/>
          <p:nvPr/>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298;p40">
            <a:extLst>
              <a:ext uri="{FF2B5EF4-FFF2-40B4-BE49-F238E27FC236}">
                <a16:creationId xmlns:a16="http://schemas.microsoft.com/office/drawing/2014/main" id="{530BF57E-DDDC-4E9A-A450-23AA6CAB51A8}"/>
              </a:ext>
            </a:extLst>
          </p:cNvPr>
          <p:cNvSpPr/>
          <p:nvPr userDrawn="1"/>
        </p:nvSpPr>
        <p:spPr>
          <a:xfrm>
            <a:off x="0" y="1120200"/>
            <a:ext cx="9144000" cy="40233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56;p14">
            <a:extLst>
              <a:ext uri="{FF2B5EF4-FFF2-40B4-BE49-F238E27FC236}">
                <a16:creationId xmlns:a16="http://schemas.microsoft.com/office/drawing/2014/main" id="{76A9B7C4-B81C-5FB5-4059-2BD0FACF8539}"/>
              </a:ext>
            </a:extLst>
          </p:cNvPr>
          <p:cNvSpPr/>
          <p:nvPr userDrawn="1"/>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bg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5" name="Google Shape;60;p14">
            <a:extLst>
              <a:ext uri="{FF2B5EF4-FFF2-40B4-BE49-F238E27FC236}">
                <a16:creationId xmlns:a16="http://schemas.microsoft.com/office/drawing/2014/main" id="{EF43324B-6B9C-D02E-90FD-1A5FEF3EA14D}"/>
              </a:ext>
            </a:extLst>
          </p:cNvPr>
          <p:cNvSpPr/>
          <p:nvPr userDrawn="1"/>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bg1"/>
                </a:solidFill>
                <a:latin typeface="Arial"/>
                <a:ea typeface="Arial"/>
                <a:cs typeface="Arial"/>
                <a:sym typeface="Arial"/>
              </a:rPr>
              <a:t>© 2026 Snowflake Inc. All Rights Reserved</a:t>
            </a:r>
            <a:endParaRPr sz="600" dirty="0">
              <a:solidFill>
                <a:schemeClr val="bg1"/>
              </a:solidFill>
              <a:latin typeface="Arial"/>
              <a:ea typeface="Arial"/>
              <a:cs typeface="Arial"/>
              <a:sym typeface="Arial"/>
            </a:endParaRPr>
          </a:p>
        </p:txBody>
      </p:sp>
      <p:sp>
        <p:nvSpPr>
          <p:cNvPr id="16" name="TextBox 15">
            <a:extLst>
              <a:ext uri="{FF2B5EF4-FFF2-40B4-BE49-F238E27FC236}">
                <a16:creationId xmlns:a16="http://schemas.microsoft.com/office/drawing/2014/main" id="{5CC10CEB-DEA7-E22D-D6DE-EE4FBA769268}"/>
              </a:ext>
            </a:extLst>
          </p:cNvPr>
          <p:cNvSpPr txBox="1"/>
          <p:nvPr userDrawn="1"/>
        </p:nvSpPr>
        <p:spPr>
          <a:xfrm>
            <a:off x="8326875" y="4825492"/>
            <a:ext cx="566671" cy="184666"/>
          </a:xfrm>
          <a:prstGeom prst="rect">
            <a:avLst/>
          </a:prstGeom>
          <a:noFill/>
        </p:spPr>
        <p:txBody>
          <a:bodyPr wrap="square" rtlCol="0">
            <a:spAutoFit/>
          </a:bodyPr>
          <a:lstStyle/>
          <a:p>
            <a:pPr algn="r"/>
            <a:fld id="{0010F0A1-A3D3-9B4F-9301-9A3940CF1543}" type="slidenum">
              <a:rPr lang="en-US" sz="600" i="0" kern="1200" smtClean="0">
                <a:solidFill>
                  <a:schemeClr val="bg1"/>
                </a:solidFill>
                <a:latin typeface="+mn-lt"/>
                <a:ea typeface="+mn-ea"/>
                <a:cs typeface="+mn-cs"/>
              </a:rPr>
              <a:pPr algn="r"/>
              <a:t>‹#›</a:t>
            </a:fld>
            <a:endParaRPr lang="en-US" sz="600" i="0" kern="1200" dirty="0">
              <a:solidFill>
                <a:schemeClr val="bg1"/>
              </a:solidFill>
              <a:latin typeface="+mn-lt"/>
              <a:ea typeface="+mn-ea"/>
              <a:cs typeface="+mn-cs"/>
            </a:endParaRPr>
          </a:p>
        </p:txBody>
      </p:sp>
      <p:sp>
        <p:nvSpPr>
          <p:cNvPr id="17" name="Google Shape;150;p23">
            <a:extLst>
              <a:ext uri="{FF2B5EF4-FFF2-40B4-BE49-F238E27FC236}">
                <a16:creationId xmlns:a16="http://schemas.microsoft.com/office/drawing/2014/main" id="{DF1E7BEE-384C-1751-B903-4E7D58D84005}"/>
              </a:ext>
            </a:extLst>
          </p:cNvPr>
          <p:cNvSpPr/>
          <p:nvPr userDrawn="1"/>
        </p:nvSpPr>
        <p:spPr>
          <a:xfrm>
            <a:off x="0" y="350815"/>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82171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hank You 01">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352602" y="1956685"/>
            <a:ext cx="8348338" cy="1162750"/>
          </a:xfrm>
        </p:spPr>
        <p:txBody>
          <a:bodyPr anchor="ctr"/>
          <a:lstStyle>
            <a:lvl1pPr algn="l">
              <a:lnSpc>
                <a:spcPct val="85000"/>
              </a:lnSpc>
              <a:defRPr sz="5200" b="1" i="0" cap="all" baseline="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Google Shape;310;p42">
            <a:extLst>
              <a:ext uri="{FF2B5EF4-FFF2-40B4-BE49-F238E27FC236}">
                <a16:creationId xmlns:a16="http://schemas.microsoft.com/office/drawing/2014/main" id="{5C13B558-7EC7-3168-24F4-4BB2DA05261A}"/>
              </a:ext>
            </a:extLst>
          </p:cNvPr>
          <p:cNvSpPr/>
          <p:nvPr/>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8" name="Google Shape;312;p42">
            <a:extLst>
              <a:ext uri="{FF2B5EF4-FFF2-40B4-BE49-F238E27FC236}">
                <a16:creationId xmlns:a16="http://schemas.microsoft.com/office/drawing/2014/main" id="{F4B5383E-D245-D777-626A-03F278B175B9}"/>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
        <p:nvSpPr>
          <p:cNvPr id="4" name="Google Shape;310;p42">
            <a:extLst>
              <a:ext uri="{FF2B5EF4-FFF2-40B4-BE49-F238E27FC236}">
                <a16:creationId xmlns:a16="http://schemas.microsoft.com/office/drawing/2014/main" id="{D4DCFDC9-C59B-C078-B62F-2DBD25F92629}"/>
              </a:ext>
            </a:extLst>
          </p:cNvPr>
          <p:cNvSpPr/>
          <p:nvPr/>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5" name="Google Shape;312;p42">
            <a:extLst>
              <a:ext uri="{FF2B5EF4-FFF2-40B4-BE49-F238E27FC236}">
                <a16:creationId xmlns:a16="http://schemas.microsoft.com/office/drawing/2014/main" id="{4C8451AE-C25C-9A41-EB00-2274C82FC51A}"/>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
        <p:nvSpPr>
          <p:cNvPr id="6" name="Google Shape;310;p42">
            <a:extLst>
              <a:ext uri="{FF2B5EF4-FFF2-40B4-BE49-F238E27FC236}">
                <a16:creationId xmlns:a16="http://schemas.microsoft.com/office/drawing/2014/main" id="{FF34E88D-41DD-8402-8F3A-A39F92724A06}"/>
              </a:ext>
            </a:extLst>
          </p:cNvPr>
          <p:cNvSpPr/>
          <p:nvPr userDrawn="1"/>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7" name="Google Shape;312;p42">
            <a:extLst>
              <a:ext uri="{FF2B5EF4-FFF2-40B4-BE49-F238E27FC236}">
                <a16:creationId xmlns:a16="http://schemas.microsoft.com/office/drawing/2014/main" id="{94B32E55-799F-FC59-A811-F49D41947136}"/>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1996849057"/>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hank You 02">
    <p:bg>
      <p:bgPr>
        <a:solidFill>
          <a:schemeClr val="accent1"/>
        </a:solidFill>
        <a:effectLst/>
      </p:bgPr>
    </p:bg>
    <p:spTree>
      <p:nvGrpSpPr>
        <p:cNvPr id="1" name=""/>
        <p:cNvGrpSpPr/>
        <p:nvPr/>
      </p:nvGrpSpPr>
      <p:grpSpPr>
        <a:xfrm>
          <a:off x="0" y="0"/>
          <a:ext cx="0" cy="0"/>
          <a:chOff x="0" y="0"/>
          <a:chExt cx="0" cy="0"/>
        </a:xfrm>
      </p:grpSpPr>
      <p:grpSp>
        <p:nvGrpSpPr>
          <p:cNvPr id="4" name="Google Shape;249;p34">
            <a:extLst>
              <a:ext uri="{FF2B5EF4-FFF2-40B4-BE49-F238E27FC236}">
                <a16:creationId xmlns:a16="http://schemas.microsoft.com/office/drawing/2014/main" id="{C8C7A9DA-6683-04E1-57B1-BEEA583BF44F}"/>
              </a:ext>
            </a:extLst>
          </p:cNvPr>
          <p:cNvGrpSpPr/>
          <p:nvPr/>
        </p:nvGrpSpPr>
        <p:grpSpPr>
          <a:xfrm>
            <a:off x="-10" y="3770439"/>
            <a:ext cx="9143997" cy="1371564"/>
            <a:chOff x="-10" y="3735321"/>
            <a:chExt cx="9139427" cy="1408177"/>
          </a:xfrm>
        </p:grpSpPr>
        <p:pic>
          <p:nvPicPr>
            <p:cNvPr id="5" name="Google Shape;250;p34">
              <a:extLst>
                <a:ext uri="{FF2B5EF4-FFF2-40B4-BE49-F238E27FC236}">
                  <a16:creationId xmlns:a16="http://schemas.microsoft.com/office/drawing/2014/main" id="{67CF61D8-135A-2A41-ACB1-55C65ED4C7B7}"/>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6" name="Google Shape;251;p34">
              <a:extLst>
                <a:ext uri="{FF2B5EF4-FFF2-40B4-BE49-F238E27FC236}">
                  <a16:creationId xmlns:a16="http://schemas.microsoft.com/office/drawing/2014/main" id="{8C24717E-6C87-714E-27DF-F48F8D2912E3}"/>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7" name="Google Shape;252;p34">
              <a:extLst>
                <a:ext uri="{FF2B5EF4-FFF2-40B4-BE49-F238E27FC236}">
                  <a16:creationId xmlns:a16="http://schemas.microsoft.com/office/drawing/2014/main" id="{14D476DB-B69E-DC2C-3D16-87C6F8227F9C}"/>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2" name="Title 1"/>
          <p:cNvSpPr>
            <a:spLocks noGrp="1"/>
          </p:cNvSpPr>
          <p:nvPr>
            <p:ph type="ctrTitle"/>
          </p:nvPr>
        </p:nvSpPr>
        <p:spPr>
          <a:xfrm>
            <a:off x="352602" y="1956685"/>
            <a:ext cx="8348338" cy="1162750"/>
          </a:xfrm>
        </p:spPr>
        <p:txBody>
          <a:bodyPr anchor="ctr"/>
          <a:lstStyle>
            <a:lvl1pPr algn="l">
              <a:lnSpc>
                <a:spcPct val="85000"/>
              </a:lnSpc>
              <a:defRPr sz="5200" b="1" i="0" cap="all" baseline="0">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US" dirty="0"/>
          </a:p>
        </p:txBody>
      </p:sp>
      <p:sp>
        <p:nvSpPr>
          <p:cNvPr id="3" name="Google Shape;310;p42">
            <a:extLst>
              <a:ext uri="{FF2B5EF4-FFF2-40B4-BE49-F238E27FC236}">
                <a16:creationId xmlns:a16="http://schemas.microsoft.com/office/drawing/2014/main" id="{5C13B558-7EC7-3168-24F4-4BB2DA05261A}"/>
              </a:ext>
            </a:extLst>
          </p:cNvPr>
          <p:cNvSpPr/>
          <p:nvPr/>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8" name="Google Shape;312;p42">
            <a:extLst>
              <a:ext uri="{FF2B5EF4-FFF2-40B4-BE49-F238E27FC236}">
                <a16:creationId xmlns:a16="http://schemas.microsoft.com/office/drawing/2014/main" id="{F4B5383E-D245-D777-626A-03F278B175B9}"/>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9" name="Google Shape;249;p34">
            <a:extLst>
              <a:ext uri="{FF2B5EF4-FFF2-40B4-BE49-F238E27FC236}">
                <a16:creationId xmlns:a16="http://schemas.microsoft.com/office/drawing/2014/main" id="{49C11111-EF10-AA01-C921-D795D89EFD89}"/>
              </a:ext>
            </a:extLst>
          </p:cNvPr>
          <p:cNvGrpSpPr/>
          <p:nvPr/>
        </p:nvGrpSpPr>
        <p:grpSpPr>
          <a:xfrm>
            <a:off x="-10" y="3770439"/>
            <a:ext cx="9143997" cy="1371564"/>
            <a:chOff x="-10" y="3735321"/>
            <a:chExt cx="9139427" cy="1408177"/>
          </a:xfrm>
        </p:grpSpPr>
        <p:pic>
          <p:nvPicPr>
            <p:cNvPr id="10" name="Google Shape;250;p34">
              <a:extLst>
                <a:ext uri="{FF2B5EF4-FFF2-40B4-BE49-F238E27FC236}">
                  <a16:creationId xmlns:a16="http://schemas.microsoft.com/office/drawing/2014/main" id="{3635409E-2028-7A4D-51E5-2FAA74A13971}"/>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11" name="Google Shape;251;p34">
              <a:extLst>
                <a:ext uri="{FF2B5EF4-FFF2-40B4-BE49-F238E27FC236}">
                  <a16:creationId xmlns:a16="http://schemas.microsoft.com/office/drawing/2014/main" id="{83C67863-DB2A-89CA-799B-948134B551C5}"/>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12" name="Google Shape;252;p34">
              <a:extLst>
                <a:ext uri="{FF2B5EF4-FFF2-40B4-BE49-F238E27FC236}">
                  <a16:creationId xmlns:a16="http://schemas.microsoft.com/office/drawing/2014/main" id="{62A6DB20-8B43-F77A-E385-D1E4E8588CE5}"/>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13" name="Google Shape;310;p42">
            <a:extLst>
              <a:ext uri="{FF2B5EF4-FFF2-40B4-BE49-F238E27FC236}">
                <a16:creationId xmlns:a16="http://schemas.microsoft.com/office/drawing/2014/main" id="{1A759A8E-69FF-08FA-EA6E-958E86979CE1}"/>
              </a:ext>
            </a:extLst>
          </p:cNvPr>
          <p:cNvSpPr/>
          <p:nvPr/>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14" name="Google Shape;312;p42">
            <a:extLst>
              <a:ext uri="{FF2B5EF4-FFF2-40B4-BE49-F238E27FC236}">
                <a16:creationId xmlns:a16="http://schemas.microsoft.com/office/drawing/2014/main" id="{F2F1AD49-4EE7-7DE5-08D5-90E23E2C3691}"/>
              </a:ext>
            </a:extLst>
          </p:cNvPr>
          <p:cNvSpPr/>
          <p:nvPr/>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grpSp>
        <p:nvGrpSpPr>
          <p:cNvPr id="15" name="Google Shape;249;p34">
            <a:extLst>
              <a:ext uri="{FF2B5EF4-FFF2-40B4-BE49-F238E27FC236}">
                <a16:creationId xmlns:a16="http://schemas.microsoft.com/office/drawing/2014/main" id="{1DDA36B3-0995-F2A5-8F16-44FB94D4A392}"/>
              </a:ext>
            </a:extLst>
          </p:cNvPr>
          <p:cNvGrpSpPr/>
          <p:nvPr userDrawn="1"/>
        </p:nvGrpSpPr>
        <p:grpSpPr>
          <a:xfrm>
            <a:off x="-10" y="3770439"/>
            <a:ext cx="9143997" cy="1371564"/>
            <a:chOff x="-10" y="3735321"/>
            <a:chExt cx="9139427" cy="1408177"/>
          </a:xfrm>
        </p:grpSpPr>
        <p:pic>
          <p:nvPicPr>
            <p:cNvPr id="16" name="Google Shape;250;p34">
              <a:extLst>
                <a:ext uri="{FF2B5EF4-FFF2-40B4-BE49-F238E27FC236}">
                  <a16:creationId xmlns:a16="http://schemas.microsoft.com/office/drawing/2014/main" id="{16B84404-FFEB-AC84-E6D2-11B4B8C2F230}"/>
                </a:ext>
              </a:extLst>
            </p:cNvPr>
            <p:cNvPicPr preferRelativeResize="0"/>
            <p:nvPr/>
          </p:nvPicPr>
          <p:blipFill>
            <a:blip r:embed="rId2">
              <a:alphaModFix amt="72000"/>
            </a:blip>
            <a:stretch>
              <a:fillRect/>
            </a:stretch>
          </p:blipFill>
          <p:spPr>
            <a:xfrm>
              <a:off x="-10" y="3735321"/>
              <a:ext cx="3044952" cy="1408177"/>
            </a:xfrm>
            <a:prstGeom prst="rect">
              <a:avLst/>
            </a:prstGeom>
            <a:noFill/>
            <a:ln>
              <a:noFill/>
            </a:ln>
          </p:spPr>
        </p:pic>
        <p:pic>
          <p:nvPicPr>
            <p:cNvPr id="17" name="Google Shape;251;p34">
              <a:extLst>
                <a:ext uri="{FF2B5EF4-FFF2-40B4-BE49-F238E27FC236}">
                  <a16:creationId xmlns:a16="http://schemas.microsoft.com/office/drawing/2014/main" id="{8C1E04E0-831B-0A06-B33C-9041CB973A12}"/>
                </a:ext>
              </a:extLst>
            </p:cNvPr>
            <p:cNvPicPr preferRelativeResize="0"/>
            <p:nvPr/>
          </p:nvPicPr>
          <p:blipFill rotWithShape="1">
            <a:blip r:embed="rId3">
              <a:alphaModFix amt="72000"/>
            </a:blip>
            <a:srcRect t="139" b="139"/>
            <a:stretch/>
          </p:blipFill>
          <p:spPr>
            <a:xfrm>
              <a:off x="3049515" y="3735321"/>
              <a:ext cx="3044952" cy="1408177"/>
            </a:xfrm>
            <a:prstGeom prst="rect">
              <a:avLst/>
            </a:prstGeom>
            <a:noFill/>
            <a:ln>
              <a:noFill/>
            </a:ln>
          </p:spPr>
        </p:pic>
        <p:pic>
          <p:nvPicPr>
            <p:cNvPr id="18" name="Google Shape;252;p34">
              <a:extLst>
                <a:ext uri="{FF2B5EF4-FFF2-40B4-BE49-F238E27FC236}">
                  <a16:creationId xmlns:a16="http://schemas.microsoft.com/office/drawing/2014/main" id="{8B11456B-4588-C220-D7BA-F012B1F23D7F}"/>
                </a:ext>
              </a:extLst>
            </p:cNvPr>
            <p:cNvPicPr preferRelativeResize="0"/>
            <p:nvPr/>
          </p:nvPicPr>
          <p:blipFill rotWithShape="1">
            <a:blip r:embed="rId4">
              <a:alphaModFix amt="72000"/>
            </a:blip>
            <a:srcRect t="139" b="139"/>
            <a:stretch/>
          </p:blipFill>
          <p:spPr>
            <a:xfrm>
              <a:off x="6094465" y="3735321"/>
              <a:ext cx="3044952" cy="1408177"/>
            </a:xfrm>
            <a:prstGeom prst="rect">
              <a:avLst/>
            </a:prstGeom>
            <a:noFill/>
            <a:ln>
              <a:noFill/>
            </a:ln>
          </p:spPr>
        </p:pic>
      </p:grpSp>
      <p:sp>
        <p:nvSpPr>
          <p:cNvPr id="19" name="Google Shape;310;p42">
            <a:extLst>
              <a:ext uri="{FF2B5EF4-FFF2-40B4-BE49-F238E27FC236}">
                <a16:creationId xmlns:a16="http://schemas.microsoft.com/office/drawing/2014/main" id="{EA27B276-D019-4904-F831-3CE336BB82C7}"/>
              </a:ext>
            </a:extLst>
          </p:cNvPr>
          <p:cNvSpPr/>
          <p:nvPr userDrawn="1"/>
        </p:nvSpPr>
        <p:spPr>
          <a:xfrm>
            <a:off x="457200" y="4349892"/>
            <a:ext cx="1444930" cy="330450"/>
          </a:xfrm>
          <a:custGeom>
            <a:avLst/>
            <a:gdLst/>
            <a:ahLst/>
            <a:cxnLst/>
            <a:rect l="l" t="t" r="r" b="b"/>
            <a:pathLst>
              <a:path w="10771" h="2451" extrusionOk="0">
                <a:moveTo>
                  <a:pt x="10625" y="726"/>
                </a:moveTo>
                <a:lnTo>
                  <a:pt x="10597" y="726"/>
                </a:lnTo>
                <a:lnTo>
                  <a:pt x="10597" y="761"/>
                </a:lnTo>
                <a:lnTo>
                  <a:pt x="10625" y="761"/>
                </a:lnTo>
                <a:cubicBezTo>
                  <a:pt x="10638" y="761"/>
                  <a:pt x="10646" y="756"/>
                  <a:pt x="10646" y="744"/>
                </a:cubicBezTo>
                <a:cubicBezTo>
                  <a:pt x="10646" y="731"/>
                  <a:pt x="10639" y="726"/>
                  <a:pt x="10625" y="726"/>
                </a:cubicBezTo>
                <a:close/>
                <a:moveTo>
                  <a:pt x="10562" y="693"/>
                </a:moveTo>
                <a:lnTo>
                  <a:pt x="10625" y="693"/>
                </a:lnTo>
                <a:cubicBezTo>
                  <a:pt x="10660" y="693"/>
                  <a:pt x="10683" y="712"/>
                  <a:pt x="10683" y="742"/>
                </a:cubicBezTo>
                <a:cubicBezTo>
                  <a:pt x="10683" y="760"/>
                  <a:pt x="10675" y="774"/>
                  <a:pt x="10660" y="783"/>
                </a:cubicBezTo>
                <a:lnTo>
                  <a:pt x="10685" y="820"/>
                </a:lnTo>
                <a:lnTo>
                  <a:pt x="10685" y="827"/>
                </a:lnTo>
                <a:lnTo>
                  <a:pt x="10648" y="827"/>
                </a:lnTo>
                <a:lnTo>
                  <a:pt x="10623" y="791"/>
                </a:lnTo>
                <a:lnTo>
                  <a:pt x="10595" y="791"/>
                </a:lnTo>
                <a:lnTo>
                  <a:pt x="10595" y="827"/>
                </a:lnTo>
                <a:lnTo>
                  <a:pt x="10560" y="827"/>
                </a:lnTo>
                <a:lnTo>
                  <a:pt x="10560" y="693"/>
                </a:lnTo>
                <a:lnTo>
                  <a:pt x="10562" y="693"/>
                </a:lnTo>
                <a:close/>
                <a:moveTo>
                  <a:pt x="10742" y="761"/>
                </a:moveTo>
                <a:cubicBezTo>
                  <a:pt x="10742" y="691"/>
                  <a:pt x="10694" y="636"/>
                  <a:pt x="10622" y="636"/>
                </a:cubicBezTo>
                <a:cubicBezTo>
                  <a:pt x="10551" y="636"/>
                  <a:pt x="10504" y="687"/>
                  <a:pt x="10504" y="761"/>
                </a:cubicBezTo>
                <a:cubicBezTo>
                  <a:pt x="10504" y="832"/>
                  <a:pt x="10551" y="887"/>
                  <a:pt x="10622" y="887"/>
                </a:cubicBezTo>
                <a:cubicBezTo>
                  <a:pt x="10694" y="888"/>
                  <a:pt x="10742" y="834"/>
                  <a:pt x="10742" y="761"/>
                </a:cubicBezTo>
                <a:close/>
                <a:moveTo>
                  <a:pt x="10770" y="761"/>
                </a:moveTo>
                <a:cubicBezTo>
                  <a:pt x="10770" y="846"/>
                  <a:pt x="10713" y="915"/>
                  <a:pt x="10620" y="915"/>
                </a:cubicBezTo>
                <a:cubicBezTo>
                  <a:pt x="10527" y="915"/>
                  <a:pt x="10472" y="844"/>
                  <a:pt x="10472" y="761"/>
                </a:cubicBezTo>
                <a:cubicBezTo>
                  <a:pt x="10472" y="677"/>
                  <a:pt x="10527" y="608"/>
                  <a:pt x="10620" y="608"/>
                </a:cubicBezTo>
                <a:cubicBezTo>
                  <a:pt x="10715" y="608"/>
                  <a:pt x="10770" y="679"/>
                  <a:pt x="10770" y="761"/>
                </a:cubicBezTo>
                <a:close/>
                <a:moveTo>
                  <a:pt x="2384" y="1061"/>
                </a:moveTo>
                <a:lnTo>
                  <a:pt x="2095" y="1228"/>
                </a:lnTo>
                <a:lnTo>
                  <a:pt x="2384" y="1395"/>
                </a:lnTo>
                <a:cubicBezTo>
                  <a:pt x="2457" y="1437"/>
                  <a:pt x="2483" y="1530"/>
                  <a:pt x="2441" y="1603"/>
                </a:cubicBezTo>
                <a:cubicBezTo>
                  <a:pt x="2398" y="1675"/>
                  <a:pt x="2305" y="1700"/>
                  <a:pt x="2233" y="1659"/>
                </a:cubicBezTo>
                <a:lnTo>
                  <a:pt x="1717" y="1361"/>
                </a:lnTo>
                <a:cubicBezTo>
                  <a:pt x="1681" y="1342"/>
                  <a:pt x="1658" y="1310"/>
                  <a:pt x="1648" y="1275"/>
                </a:cubicBezTo>
                <a:cubicBezTo>
                  <a:pt x="1642" y="1259"/>
                  <a:pt x="1641" y="1242"/>
                  <a:pt x="1641" y="1227"/>
                </a:cubicBezTo>
                <a:cubicBezTo>
                  <a:pt x="1641" y="1214"/>
                  <a:pt x="1642" y="1202"/>
                  <a:pt x="1646" y="1191"/>
                </a:cubicBezTo>
                <a:cubicBezTo>
                  <a:pt x="1657" y="1154"/>
                  <a:pt x="1681" y="1121"/>
                  <a:pt x="1717" y="1100"/>
                </a:cubicBezTo>
                <a:lnTo>
                  <a:pt x="2233" y="802"/>
                </a:lnTo>
                <a:cubicBezTo>
                  <a:pt x="2305" y="760"/>
                  <a:pt x="2398" y="784"/>
                  <a:pt x="2441" y="858"/>
                </a:cubicBezTo>
                <a:cubicBezTo>
                  <a:pt x="2483" y="925"/>
                  <a:pt x="2457" y="1019"/>
                  <a:pt x="2384" y="1061"/>
                </a:cubicBezTo>
                <a:close/>
                <a:moveTo>
                  <a:pt x="2111" y="1869"/>
                </a:moveTo>
                <a:lnTo>
                  <a:pt x="1595" y="1571"/>
                </a:lnTo>
                <a:cubicBezTo>
                  <a:pt x="1567" y="1555"/>
                  <a:pt x="1537" y="1548"/>
                  <a:pt x="1507" y="1552"/>
                </a:cubicBezTo>
                <a:cubicBezTo>
                  <a:pt x="1428" y="1557"/>
                  <a:pt x="1366" y="1624"/>
                  <a:pt x="1366" y="1703"/>
                </a:cubicBezTo>
                <a:lnTo>
                  <a:pt x="1366" y="2299"/>
                </a:lnTo>
                <a:cubicBezTo>
                  <a:pt x="1366" y="2383"/>
                  <a:pt x="1435" y="2450"/>
                  <a:pt x="1517" y="2450"/>
                </a:cubicBezTo>
                <a:cubicBezTo>
                  <a:pt x="1602" y="2450"/>
                  <a:pt x="1669" y="2382"/>
                  <a:pt x="1669" y="2299"/>
                </a:cubicBezTo>
                <a:lnTo>
                  <a:pt x="1669" y="1964"/>
                </a:lnTo>
                <a:lnTo>
                  <a:pt x="1958" y="2131"/>
                </a:lnTo>
                <a:cubicBezTo>
                  <a:pt x="2030" y="2174"/>
                  <a:pt x="2124" y="2149"/>
                  <a:pt x="2166" y="2077"/>
                </a:cubicBezTo>
                <a:cubicBezTo>
                  <a:pt x="2208" y="2005"/>
                  <a:pt x="2183" y="1911"/>
                  <a:pt x="2111" y="1869"/>
                </a:cubicBezTo>
                <a:close/>
                <a:moveTo>
                  <a:pt x="1514" y="1284"/>
                </a:moveTo>
                <a:lnTo>
                  <a:pt x="1299" y="1499"/>
                </a:lnTo>
                <a:cubicBezTo>
                  <a:pt x="1294" y="1506"/>
                  <a:pt x="1281" y="1511"/>
                  <a:pt x="1272" y="1511"/>
                </a:cubicBezTo>
                <a:lnTo>
                  <a:pt x="1257" y="1511"/>
                </a:lnTo>
                <a:lnTo>
                  <a:pt x="1225" y="1511"/>
                </a:lnTo>
                <a:lnTo>
                  <a:pt x="1209" y="1511"/>
                </a:lnTo>
                <a:cubicBezTo>
                  <a:pt x="1200" y="1511"/>
                  <a:pt x="1188" y="1506"/>
                  <a:pt x="1183" y="1499"/>
                </a:cubicBezTo>
                <a:lnTo>
                  <a:pt x="968" y="1284"/>
                </a:lnTo>
                <a:cubicBezTo>
                  <a:pt x="962" y="1279"/>
                  <a:pt x="957" y="1266"/>
                  <a:pt x="957" y="1257"/>
                </a:cubicBezTo>
                <a:lnTo>
                  <a:pt x="957" y="1243"/>
                </a:lnTo>
                <a:lnTo>
                  <a:pt x="957" y="1211"/>
                </a:lnTo>
                <a:lnTo>
                  <a:pt x="957" y="1195"/>
                </a:lnTo>
                <a:cubicBezTo>
                  <a:pt x="957" y="1186"/>
                  <a:pt x="962" y="1174"/>
                  <a:pt x="968" y="1168"/>
                </a:cubicBezTo>
                <a:lnTo>
                  <a:pt x="1183" y="954"/>
                </a:lnTo>
                <a:cubicBezTo>
                  <a:pt x="1190" y="946"/>
                  <a:pt x="1200" y="943"/>
                  <a:pt x="1209" y="943"/>
                </a:cubicBezTo>
                <a:lnTo>
                  <a:pt x="1225" y="943"/>
                </a:lnTo>
                <a:lnTo>
                  <a:pt x="1257" y="943"/>
                </a:lnTo>
                <a:lnTo>
                  <a:pt x="1272" y="943"/>
                </a:lnTo>
                <a:cubicBezTo>
                  <a:pt x="1281" y="943"/>
                  <a:pt x="1294" y="948"/>
                  <a:pt x="1299" y="954"/>
                </a:cubicBezTo>
                <a:lnTo>
                  <a:pt x="1514" y="1168"/>
                </a:lnTo>
                <a:cubicBezTo>
                  <a:pt x="1519" y="1174"/>
                  <a:pt x="1524" y="1186"/>
                  <a:pt x="1524" y="1195"/>
                </a:cubicBezTo>
                <a:lnTo>
                  <a:pt x="1524" y="1211"/>
                </a:lnTo>
                <a:lnTo>
                  <a:pt x="1524" y="1243"/>
                </a:lnTo>
                <a:lnTo>
                  <a:pt x="1524" y="1257"/>
                </a:lnTo>
                <a:cubicBezTo>
                  <a:pt x="1526" y="1266"/>
                  <a:pt x="1521" y="1279"/>
                  <a:pt x="1514" y="1284"/>
                </a:cubicBezTo>
                <a:close/>
                <a:moveTo>
                  <a:pt x="1343" y="1227"/>
                </a:moveTo>
                <a:cubicBezTo>
                  <a:pt x="1343" y="1218"/>
                  <a:pt x="1338" y="1205"/>
                  <a:pt x="1332" y="1200"/>
                </a:cubicBezTo>
                <a:lnTo>
                  <a:pt x="1271" y="1139"/>
                </a:lnTo>
                <a:cubicBezTo>
                  <a:pt x="1265" y="1133"/>
                  <a:pt x="1253" y="1128"/>
                  <a:pt x="1244" y="1128"/>
                </a:cubicBezTo>
                <a:lnTo>
                  <a:pt x="1242" y="1128"/>
                </a:lnTo>
                <a:cubicBezTo>
                  <a:pt x="1234" y="1128"/>
                  <a:pt x="1221" y="1133"/>
                  <a:pt x="1216" y="1139"/>
                </a:cubicBezTo>
                <a:lnTo>
                  <a:pt x="1154" y="1200"/>
                </a:lnTo>
                <a:cubicBezTo>
                  <a:pt x="1147" y="1207"/>
                  <a:pt x="1144" y="1220"/>
                  <a:pt x="1144" y="1227"/>
                </a:cubicBezTo>
                <a:lnTo>
                  <a:pt x="1144" y="1228"/>
                </a:lnTo>
                <a:cubicBezTo>
                  <a:pt x="1144" y="1237"/>
                  <a:pt x="1149" y="1249"/>
                  <a:pt x="1154" y="1254"/>
                </a:cubicBezTo>
                <a:lnTo>
                  <a:pt x="1216" y="1316"/>
                </a:lnTo>
                <a:cubicBezTo>
                  <a:pt x="1221" y="1321"/>
                  <a:pt x="1234" y="1326"/>
                  <a:pt x="1242" y="1326"/>
                </a:cubicBezTo>
                <a:lnTo>
                  <a:pt x="1244" y="1326"/>
                </a:lnTo>
                <a:cubicBezTo>
                  <a:pt x="1253" y="1326"/>
                  <a:pt x="1265" y="1321"/>
                  <a:pt x="1271" y="1316"/>
                </a:cubicBezTo>
                <a:lnTo>
                  <a:pt x="1332" y="1254"/>
                </a:lnTo>
                <a:cubicBezTo>
                  <a:pt x="1338" y="1247"/>
                  <a:pt x="1343" y="1237"/>
                  <a:pt x="1343" y="1228"/>
                </a:cubicBezTo>
                <a:lnTo>
                  <a:pt x="1343" y="1227"/>
                </a:lnTo>
                <a:close/>
                <a:moveTo>
                  <a:pt x="370" y="583"/>
                </a:moveTo>
                <a:lnTo>
                  <a:pt x="887" y="881"/>
                </a:lnTo>
                <a:cubicBezTo>
                  <a:pt x="915" y="897"/>
                  <a:pt x="945" y="904"/>
                  <a:pt x="975" y="901"/>
                </a:cubicBezTo>
                <a:cubicBezTo>
                  <a:pt x="1054" y="895"/>
                  <a:pt x="1116" y="828"/>
                  <a:pt x="1116" y="749"/>
                </a:cubicBezTo>
                <a:lnTo>
                  <a:pt x="1116" y="152"/>
                </a:lnTo>
                <a:cubicBezTo>
                  <a:pt x="1116" y="67"/>
                  <a:pt x="1047" y="0"/>
                  <a:pt x="964" y="0"/>
                </a:cubicBezTo>
                <a:cubicBezTo>
                  <a:pt x="879" y="0"/>
                  <a:pt x="812" y="69"/>
                  <a:pt x="812" y="152"/>
                </a:cubicBezTo>
                <a:lnTo>
                  <a:pt x="812" y="487"/>
                </a:lnTo>
                <a:lnTo>
                  <a:pt x="523" y="319"/>
                </a:lnTo>
                <a:cubicBezTo>
                  <a:pt x="451" y="277"/>
                  <a:pt x="358" y="302"/>
                  <a:pt x="316" y="376"/>
                </a:cubicBezTo>
                <a:cubicBezTo>
                  <a:pt x="273" y="450"/>
                  <a:pt x="298" y="543"/>
                  <a:pt x="370" y="583"/>
                </a:cubicBezTo>
                <a:close/>
                <a:moveTo>
                  <a:pt x="1505" y="902"/>
                </a:moveTo>
                <a:cubicBezTo>
                  <a:pt x="1535" y="904"/>
                  <a:pt x="1565" y="899"/>
                  <a:pt x="1593" y="883"/>
                </a:cubicBezTo>
                <a:lnTo>
                  <a:pt x="2109" y="585"/>
                </a:lnTo>
                <a:cubicBezTo>
                  <a:pt x="2182" y="543"/>
                  <a:pt x="2206" y="450"/>
                  <a:pt x="2166" y="377"/>
                </a:cubicBezTo>
                <a:cubicBezTo>
                  <a:pt x="2124" y="305"/>
                  <a:pt x="2030" y="280"/>
                  <a:pt x="1958" y="321"/>
                </a:cubicBezTo>
                <a:lnTo>
                  <a:pt x="1669" y="488"/>
                </a:lnTo>
                <a:lnTo>
                  <a:pt x="1669" y="153"/>
                </a:lnTo>
                <a:cubicBezTo>
                  <a:pt x="1669" y="69"/>
                  <a:pt x="1600" y="2"/>
                  <a:pt x="1517" y="2"/>
                </a:cubicBezTo>
                <a:cubicBezTo>
                  <a:pt x="1433" y="2"/>
                  <a:pt x="1366" y="71"/>
                  <a:pt x="1366" y="153"/>
                </a:cubicBezTo>
                <a:lnTo>
                  <a:pt x="1366" y="751"/>
                </a:lnTo>
                <a:cubicBezTo>
                  <a:pt x="1366" y="830"/>
                  <a:pt x="1428" y="897"/>
                  <a:pt x="1505" y="902"/>
                </a:cubicBezTo>
                <a:close/>
                <a:moveTo>
                  <a:pt x="976" y="1550"/>
                </a:moveTo>
                <a:cubicBezTo>
                  <a:pt x="946" y="1548"/>
                  <a:pt x="916" y="1553"/>
                  <a:pt x="888" y="1569"/>
                </a:cubicBezTo>
                <a:lnTo>
                  <a:pt x="372" y="1867"/>
                </a:lnTo>
                <a:cubicBezTo>
                  <a:pt x="300" y="1909"/>
                  <a:pt x="275" y="2003"/>
                  <a:pt x="316" y="2075"/>
                </a:cubicBezTo>
                <a:cubicBezTo>
                  <a:pt x="358" y="2147"/>
                  <a:pt x="451" y="2172"/>
                  <a:pt x="523" y="2130"/>
                </a:cubicBezTo>
                <a:lnTo>
                  <a:pt x="812" y="1962"/>
                </a:lnTo>
                <a:lnTo>
                  <a:pt x="812" y="2297"/>
                </a:lnTo>
                <a:cubicBezTo>
                  <a:pt x="812" y="2382"/>
                  <a:pt x="881" y="2449"/>
                  <a:pt x="964" y="2449"/>
                </a:cubicBezTo>
                <a:cubicBezTo>
                  <a:pt x="1049" y="2449"/>
                  <a:pt x="1116" y="2380"/>
                  <a:pt x="1116" y="2297"/>
                </a:cubicBezTo>
                <a:lnTo>
                  <a:pt x="1116" y="1700"/>
                </a:lnTo>
                <a:cubicBezTo>
                  <a:pt x="1117" y="1622"/>
                  <a:pt x="1056" y="1557"/>
                  <a:pt x="976" y="1550"/>
                </a:cubicBezTo>
                <a:close/>
                <a:moveTo>
                  <a:pt x="835" y="1271"/>
                </a:moveTo>
                <a:cubicBezTo>
                  <a:pt x="841" y="1256"/>
                  <a:pt x="842" y="1239"/>
                  <a:pt x="842" y="1223"/>
                </a:cubicBezTo>
                <a:cubicBezTo>
                  <a:pt x="842" y="1211"/>
                  <a:pt x="841" y="1198"/>
                  <a:pt x="837" y="1188"/>
                </a:cubicBezTo>
                <a:cubicBezTo>
                  <a:pt x="827" y="1151"/>
                  <a:pt x="802" y="1117"/>
                  <a:pt x="767" y="1096"/>
                </a:cubicBezTo>
                <a:lnTo>
                  <a:pt x="250" y="797"/>
                </a:lnTo>
                <a:cubicBezTo>
                  <a:pt x="178" y="754"/>
                  <a:pt x="85" y="779"/>
                  <a:pt x="42" y="853"/>
                </a:cubicBezTo>
                <a:cubicBezTo>
                  <a:pt x="0" y="925"/>
                  <a:pt x="25" y="1019"/>
                  <a:pt x="99" y="1061"/>
                </a:cubicBezTo>
                <a:lnTo>
                  <a:pt x="388" y="1228"/>
                </a:lnTo>
                <a:lnTo>
                  <a:pt x="99" y="1395"/>
                </a:lnTo>
                <a:cubicBezTo>
                  <a:pt x="27" y="1437"/>
                  <a:pt x="2" y="1530"/>
                  <a:pt x="42" y="1603"/>
                </a:cubicBezTo>
                <a:cubicBezTo>
                  <a:pt x="85" y="1675"/>
                  <a:pt x="178" y="1700"/>
                  <a:pt x="250" y="1659"/>
                </a:cubicBezTo>
                <a:lnTo>
                  <a:pt x="767" y="1361"/>
                </a:lnTo>
                <a:cubicBezTo>
                  <a:pt x="802" y="1338"/>
                  <a:pt x="825" y="1307"/>
                  <a:pt x="835" y="1271"/>
                </a:cubicBezTo>
                <a:close/>
                <a:moveTo>
                  <a:pt x="7251" y="379"/>
                </a:moveTo>
                <a:lnTo>
                  <a:pt x="7237" y="379"/>
                </a:lnTo>
                <a:cubicBezTo>
                  <a:pt x="7235" y="379"/>
                  <a:pt x="7233" y="379"/>
                  <a:pt x="7231" y="379"/>
                </a:cubicBezTo>
                <a:cubicBezTo>
                  <a:pt x="7229" y="379"/>
                  <a:pt x="7228" y="379"/>
                  <a:pt x="7226" y="379"/>
                </a:cubicBezTo>
                <a:cubicBezTo>
                  <a:pt x="7189" y="379"/>
                  <a:pt x="7154" y="383"/>
                  <a:pt x="7120" y="395"/>
                </a:cubicBezTo>
                <a:cubicBezTo>
                  <a:pt x="7087" y="405"/>
                  <a:pt x="7057" y="423"/>
                  <a:pt x="7034" y="451"/>
                </a:cubicBezTo>
                <a:lnTo>
                  <a:pt x="7034" y="451"/>
                </a:lnTo>
                <a:lnTo>
                  <a:pt x="7034" y="451"/>
                </a:lnTo>
                <a:lnTo>
                  <a:pt x="7034" y="451"/>
                </a:lnTo>
                <a:cubicBezTo>
                  <a:pt x="7009" y="478"/>
                  <a:pt x="6993" y="511"/>
                  <a:pt x="6985" y="546"/>
                </a:cubicBezTo>
                <a:cubicBezTo>
                  <a:pt x="6974" y="583"/>
                  <a:pt x="6970" y="624"/>
                  <a:pt x="6970" y="672"/>
                </a:cubicBezTo>
                <a:lnTo>
                  <a:pt x="6970" y="763"/>
                </a:lnTo>
                <a:lnTo>
                  <a:pt x="6870" y="763"/>
                </a:lnTo>
                <a:cubicBezTo>
                  <a:pt x="6835" y="763"/>
                  <a:pt x="6807" y="791"/>
                  <a:pt x="6807" y="825"/>
                </a:cubicBezTo>
                <a:cubicBezTo>
                  <a:pt x="6807" y="842"/>
                  <a:pt x="6814" y="860"/>
                  <a:pt x="6824" y="872"/>
                </a:cubicBezTo>
                <a:cubicBezTo>
                  <a:pt x="6836" y="885"/>
                  <a:pt x="6852" y="892"/>
                  <a:pt x="6870" y="894"/>
                </a:cubicBezTo>
                <a:lnTo>
                  <a:pt x="6970" y="894"/>
                </a:lnTo>
                <a:lnTo>
                  <a:pt x="6970" y="1634"/>
                </a:lnTo>
                <a:lnTo>
                  <a:pt x="6970" y="1636"/>
                </a:lnTo>
                <a:cubicBezTo>
                  <a:pt x="6970" y="1654"/>
                  <a:pt x="6977" y="1670"/>
                  <a:pt x="6990" y="1682"/>
                </a:cubicBezTo>
                <a:cubicBezTo>
                  <a:pt x="7002" y="1693"/>
                  <a:pt x="7018" y="1700"/>
                  <a:pt x="7036" y="1700"/>
                </a:cubicBezTo>
                <a:cubicBezTo>
                  <a:pt x="7069" y="1700"/>
                  <a:pt x="7097" y="1671"/>
                  <a:pt x="7097" y="1636"/>
                </a:cubicBezTo>
                <a:lnTo>
                  <a:pt x="7097" y="894"/>
                </a:lnTo>
                <a:lnTo>
                  <a:pt x="7205" y="894"/>
                </a:lnTo>
                <a:cubicBezTo>
                  <a:pt x="7222" y="892"/>
                  <a:pt x="7238" y="885"/>
                  <a:pt x="7251" y="874"/>
                </a:cubicBezTo>
                <a:cubicBezTo>
                  <a:pt x="7263" y="862"/>
                  <a:pt x="7270" y="846"/>
                  <a:pt x="7270" y="828"/>
                </a:cubicBezTo>
                <a:lnTo>
                  <a:pt x="7270" y="827"/>
                </a:lnTo>
                <a:cubicBezTo>
                  <a:pt x="7270" y="793"/>
                  <a:pt x="7242" y="765"/>
                  <a:pt x="7207" y="765"/>
                </a:cubicBezTo>
                <a:lnTo>
                  <a:pt x="7097" y="765"/>
                </a:lnTo>
                <a:lnTo>
                  <a:pt x="7097" y="673"/>
                </a:lnTo>
                <a:cubicBezTo>
                  <a:pt x="7097" y="633"/>
                  <a:pt x="7103" y="603"/>
                  <a:pt x="7108" y="582"/>
                </a:cubicBezTo>
                <a:cubicBezTo>
                  <a:pt x="7113" y="561"/>
                  <a:pt x="7122" y="546"/>
                  <a:pt x="7129" y="538"/>
                </a:cubicBezTo>
                <a:cubicBezTo>
                  <a:pt x="7136" y="531"/>
                  <a:pt x="7145" y="524"/>
                  <a:pt x="7161" y="518"/>
                </a:cubicBezTo>
                <a:cubicBezTo>
                  <a:pt x="7177" y="513"/>
                  <a:pt x="7196" y="509"/>
                  <a:pt x="7224" y="509"/>
                </a:cubicBezTo>
                <a:lnTo>
                  <a:pt x="7228" y="509"/>
                </a:lnTo>
                <a:cubicBezTo>
                  <a:pt x="7229" y="509"/>
                  <a:pt x="7231" y="509"/>
                  <a:pt x="7233" y="509"/>
                </a:cubicBezTo>
                <a:cubicBezTo>
                  <a:pt x="7235" y="509"/>
                  <a:pt x="7237" y="509"/>
                  <a:pt x="7238" y="509"/>
                </a:cubicBezTo>
                <a:lnTo>
                  <a:pt x="7247" y="509"/>
                </a:lnTo>
                <a:lnTo>
                  <a:pt x="7252" y="509"/>
                </a:lnTo>
                <a:cubicBezTo>
                  <a:pt x="7288" y="509"/>
                  <a:pt x="7318" y="481"/>
                  <a:pt x="7318" y="444"/>
                </a:cubicBezTo>
                <a:cubicBezTo>
                  <a:pt x="7314" y="409"/>
                  <a:pt x="7286" y="379"/>
                  <a:pt x="7251" y="379"/>
                </a:cubicBezTo>
                <a:close/>
                <a:moveTo>
                  <a:pt x="9482" y="862"/>
                </a:moveTo>
                <a:cubicBezTo>
                  <a:pt x="9494" y="850"/>
                  <a:pt x="9501" y="832"/>
                  <a:pt x="9501" y="816"/>
                </a:cubicBezTo>
                <a:cubicBezTo>
                  <a:pt x="9501" y="800"/>
                  <a:pt x="9494" y="784"/>
                  <a:pt x="9482" y="772"/>
                </a:cubicBezTo>
                <a:lnTo>
                  <a:pt x="9482" y="772"/>
                </a:lnTo>
                <a:lnTo>
                  <a:pt x="9482" y="772"/>
                </a:lnTo>
                <a:lnTo>
                  <a:pt x="9482" y="772"/>
                </a:lnTo>
                <a:lnTo>
                  <a:pt x="9482" y="772"/>
                </a:lnTo>
                <a:cubicBezTo>
                  <a:pt x="9469" y="760"/>
                  <a:pt x="9454" y="753"/>
                  <a:pt x="9438" y="753"/>
                </a:cubicBezTo>
                <a:cubicBezTo>
                  <a:pt x="9423" y="753"/>
                  <a:pt x="9406" y="760"/>
                  <a:pt x="9393" y="772"/>
                </a:cubicBezTo>
                <a:lnTo>
                  <a:pt x="8895" y="1256"/>
                </a:lnTo>
                <a:lnTo>
                  <a:pt x="8895" y="441"/>
                </a:lnTo>
                <a:cubicBezTo>
                  <a:pt x="8895" y="405"/>
                  <a:pt x="8865" y="377"/>
                  <a:pt x="8830" y="377"/>
                </a:cubicBezTo>
                <a:cubicBezTo>
                  <a:pt x="8812" y="377"/>
                  <a:pt x="8796" y="384"/>
                  <a:pt x="8785" y="397"/>
                </a:cubicBezTo>
                <a:cubicBezTo>
                  <a:pt x="8775" y="407"/>
                  <a:pt x="8766" y="425"/>
                  <a:pt x="8766" y="441"/>
                </a:cubicBezTo>
                <a:lnTo>
                  <a:pt x="8766" y="1634"/>
                </a:lnTo>
                <a:cubicBezTo>
                  <a:pt x="8766" y="1652"/>
                  <a:pt x="8773" y="1668"/>
                  <a:pt x="8785" y="1679"/>
                </a:cubicBezTo>
                <a:cubicBezTo>
                  <a:pt x="8796" y="1689"/>
                  <a:pt x="8814" y="1698"/>
                  <a:pt x="8830" y="1698"/>
                </a:cubicBezTo>
                <a:cubicBezTo>
                  <a:pt x="8867" y="1698"/>
                  <a:pt x="8895" y="1670"/>
                  <a:pt x="8895" y="1634"/>
                </a:cubicBezTo>
                <a:lnTo>
                  <a:pt x="8895" y="1437"/>
                </a:lnTo>
                <a:lnTo>
                  <a:pt x="9057" y="1275"/>
                </a:lnTo>
                <a:lnTo>
                  <a:pt x="9388" y="1673"/>
                </a:lnTo>
                <a:cubicBezTo>
                  <a:pt x="9395" y="1682"/>
                  <a:pt x="9402" y="1690"/>
                  <a:pt x="9411" y="1693"/>
                </a:cubicBezTo>
                <a:cubicBezTo>
                  <a:pt x="9420" y="1697"/>
                  <a:pt x="9430" y="1698"/>
                  <a:pt x="9438" y="1698"/>
                </a:cubicBezTo>
                <a:cubicBezTo>
                  <a:pt x="9448" y="1698"/>
                  <a:pt x="9466" y="1696"/>
                  <a:pt x="9480" y="1684"/>
                </a:cubicBezTo>
                <a:lnTo>
                  <a:pt x="9480" y="1684"/>
                </a:lnTo>
                <a:lnTo>
                  <a:pt x="9480" y="1684"/>
                </a:lnTo>
                <a:cubicBezTo>
                  <a:pt x="9494" y="1671"/>
                  <a:pt x="9501" y="1654"/>
                  <a:pt x="9501" y="1636"/>
                </a:cubicBezTo>
                <a:cubicBezTo>
                  <a:pt x="9501" y="1622"/>
                  <a:pt x="9496" y="1606"/>
                  <a:pt x="9485" y="1594"/>
                </a:cubicBezTo>
                <a:lnTo>
                  <a:pt x="9485" y="1594"/>
                </a:lnTo>
                <a:lnTo>
                  <a:pt x="9149" y="1186"/>
                </a:lnTo>
                <a:lnTo>
                  <a:pt x="9482" y="862"/>
                </a:lnTo>
                <a:close/>
                <a:moveTo>
                  <a:pt x="8581" y="779"/>
                </a:moveTo>
                <a:cubicBezTo>
                  <a:pt x="8593" y="790"/>
                  <a:pt x="8600" y="807"/>
                  <a:pt x="8600" y="825"/>
                </a:cubicBezTo>
                <a:lnTo>
                  <a:pt x="8600" y="1633"/>
                </a:lnTo>
                <a:cubicBezTo>
                  <a:pt x="8600" y="1650"/>
                  <a:pt x="8593" y="1666"/>
                  <a:pt x="8581" y="1677"/>
                </a:cubicBezTo>
                <a:cubicBezTo>
                  <a:pt x="8569" y="1687"/>
                  <a:pt x="8553" y="1696"/>
                  <a:pt x="8537" y="1696"/>
                </a:cubicBezTo>
                <a:cubicBezTo>
                  <a:pt x="8519" y="1696"/>
                  <a:pt x="8504" y="1689"/>
                  <a:pt x="8493" y="1677"/>
                </a:cubicBezTo>
                <a:cubicBezTo>
                  <a:pt x="8481" y="1666"/>
                  <a:pt x="8474" y="1650"/>
                  <a:pt x="8474" y="1633"/>
                </a:cubicBezTo>
                <a:lnTo>
                  <a:pt x="8474" y="1553"/>
                </a:lnTo>
                <a:cubicBezTo>
                  <a:pt x="8394" y="1640"/>
                  <a:pt x="8281" y="1696"/>
                  <a:pt x="8156" y="1696"/>
                </a:cubicBezTo>
                <a:cubicBezTo>
                  <a:pt x="8033" y="1696"/>
                  <a:pt x="7920" y="1643"/>
                  <a:pt x="7841" y="1557"/>
                </a:cubicBezTo>
                <a:cubicBezTo>
                  <a:pt x="7760" y="1472"/>
                  <a:pt x="7712" y="1354"/>
                  <a:pt x="7712" y="1228"/>
                </a:cubicBezTo>
                <a:cubicBezTo>
                  <a:pt x="7712" y="1100"/>
                  <a:pt x="7762" y="983"/>
                  <a:pt x="7841" y="899"/>
                </a:cubicBezTo>
                <a:cubicBezTo>
                  <a:pt x="7920" y="814"/>
                  <a:pt x="8033" y="760"/>
                  <a:pt x="8156" y="760"/>
                </a:cubicBezTo>
                <a:cubicBezTo>
                  <a:pt x="8281" y="760"/>
                  <a:pt x="8394" y="814"/>
                  <a:pt x="8474" y="901"/>
                </a:cubicBezTo>
                <a:lnTo>
                  <a:pt x="8474" y="823"/>
                </a:lnTo>
                <a:cubicBezTo>
                  <a:pt x="8474" y="805"/>
                  <a:pt x="8481" y="790"/>
                  <a:pt x="8493" y="777"/>
                </a:cubicBezTo>
                <a:cubicBezTo>
                  <a:pt x="8505" y="767"/>
                  <a:pt x="8521" y="760"/>
                  <a:pt x="8537" y="760"/>
                </a:cubicBezTo>
                <a:cubicBezTo>
                  <a:pt x="8555" y="761"/>
                  <a:pt x="8570" y="768"/>
                  <a:pt x="8581" y="779"/>
                </a:cubicBezTo>
                <a:close/>
                <a:moveTo>
                  <a:pt x="8474" y="1230"/>
                </a:moveTo>
                <a:cubicBezTo>
                  <a:pt x="8474" y="1135"/>
                  <a:pt x="8437" y="1049"/>
                  <a:pt x="8380" y="987"/>
                </a:cubicBezTo>
                <a:cubicBezTo>
                  <a:pt x="8322" y="925"/>
                  <a:pt x="8243" y="888"/>
                  <a:pt x="8156" y="888"/>
                </a:cubicBezTo>
                <a:cubicBezTo>
                  <a:pt x="8070" y="888"/>
                  <a:pt x="7992" y="925"/>
                  <a:pt x="7933" y="987"/>
                </a:cubicBezTo>
                <a:cubicBezTo>
                  <a:pt x="7875" y="1049"/>
                  <a:pt x="7837" y="1135"/>
                  <a:pt x="7837" y="1230"/>
                </a:cubicBezTo>
                <a:cubicBezTo>
                  <a:pt x="7837" y="1324"/>
                  <a:pt x="7874" y="1411"/>
                  <a:pt x="7933" y="1472"/>
                </a:cubicBezTo>
                <a:cubicBezTo>
                  <a:pt x="7991" y="1534"/>
                  <a:pt x="8070" y="1571"/>
                  <a:pt x="8156" y="1571"/>
                </a:cubicBezTo>
                <a:cubicBezTo>
                  <a:pt x="8243" y="1571"/>
                  <a:pt x="8322" y="1534"/>
                  <a:pt x="8380" y="1472"/>
                </a:cubicBezTo>
                <a:cubicBezTo>
                  <a:pt x="8437" y="1409"/>
                  <a:pt x="8474" y="1324"/>
                  <a:pt x="8474" y="1230"/>
                </a:cubicBezTo>
                <a:close/>
                <a:moveTo>
                  <a:pt x="3348" y="1207"/>
                </a:moveTo>
                <a:cubicBezTo>
                  <a:pt x="3297" y="1183"/>
                  <a:pt x="3239" y="1165"/>
                  <a:pt x="3181" y="1146"/>
                </a:cubicBezTo>
                <a:cubicBezTo>
                  <a:pt x="3128" y="1128"/>
                  <a:pt x="3073" y="1112"/>
                  <a:pt x="3035" y="1091"/>
                </a:cubicBezTo>
                <a:cubicBezTo>
                  <a:pt x="3015" y="1080"/>
                  <a:pt x="2999" y="1070"/>
                  <a:pt x="2991" y="1057"/>
                </a:cubicBezTo>
                <a:cubicBezTo>
                  <a:pt x="2980" y="1045"/>
                  <a:pt x="2976" y="1033"/>
                  <a:pt x="2975" y="1015"/>
                </a:cubicBezTo>
                <a:cubicBezTo>
                  <a:pt x="2975" y="992"/>
                  <a:pt x="2982" y="973"/>
                  <a:pt x="2992" y="955"/>
                </a:cubicBezTo>
                <a:cubicBezTo>
                  <a:pt x="3010" y="931"/>
                  <a:pt x="3038" y="911"/>
                  <a:pt x="3072" y="899"/>
                </a:cubicBezTo>
                <a:cubicBezTo>
                  <a:pt x="3103" y="887"/>
                  <a:pt x="3137" y="879"/>
                  <a:pt x="3162" y="879"/>
                </a:cubicBezTo>
                <a:cubicBezTo>
                  <a:pt x="3234" y="879"/>
                  <a:pt x="3280" y="904"/>
                  <a:pt x="3315" y="929"/>
                </a:cubicBezTo>
                <a:cubicBezTo>
                  <a:pt x="3332" y="941"/>
                  <a:pt x="3347" y="954"/>
                  <a:pt x="3361" y="964"/>
                </a:cubicBezTo>
                <a:cubicBezTo>
                  <a:pt x="3368" y="969"/>
                  <a:pt x="3375" y="975"/>
                  <a:pt x="3382" y="978"/>
                </a:cubicBezTo>
                <a:cubicBezTo>
                  <a:pt x="3389" y="982"/>
                  <a:pt x="3398" y="985"/>
                  <a:pt x="3406" y="985"/>
                </a:cubicBezTo>
                <a:cubicBezTo>
                  <a:pt x="3412" y="985"/>
                  <a:pt x="3419" y="983"/>
                  <a:pt x="3424" y="982"/>
                </a:cubicBezTo>
                <a:cubicBezTo>
                  <a:pt x="3429" y="980"/>
                  <a:pt x="3435" y="976"/>
                  <a:pt x="3440" y="971"/>
                </a:cubicBezTo>
                <a:cubicBezTo>
                  <a:pt x="3445" y="968"/>
                  <a:pt x="3449" y="962"/>
                  <a:pt x="3452" y="955"/>
                </a:cubicBezTo>
                <a:cubicBezTo>
                  <a:pt x="3454" y="950"/>
                  <a:pt x="3456" y="943"/>
                  <a:pt x="3456" y="938"/>
                </a:cubicBezTo>
                <a:cubicBezTo>
                  <a:pt x="3456" y="927"/>
                  <a:pt x="3452" y="916"/>
                  <a:pt x="3447" y="906"/>
                </a:cubicBezTo>
                <a:cubicBezTo>
                  <a:pt x="3438" y="888"/>
                  <a:pt x="3422" y="872"/>
                  <a:pt x="3403" y="855"/>
                </a:cubicBezTo>
                <a:cubicBezTo>
                  <a:pt x="3375" y="830"/>
                  <a:pt x="3337" y="805"/>
                  <a:pt x="3297" y="788"/>
                </a:cubicBezTo>
                <a:cubicBezTo>
                  <a:pt x="3256" y="770"/>
                  <a:pt x="3214" y="758"/>
                  <a:pt x="3174" y="758"/>
                </a:cubicBezTo>
                <a:cubicBezTo>
                  <a:pt x="3079" y="758"/>
                  <a:pt x="3001" y="779"/>
                  <a:pt x="2943" y="820"/>
                </a:cubicBezTo>
                <a:cubicBezTo>
                  <a:pt x="2913" y="841"/>
                  <a:pt x="2887" y="864"/>
                  <a:pt x="2869" y="894"/>
                </a:cubicBezTo>
                <a:cubicBezTo>
                  <a:pt x="2850" y="925"/>
                  <a:pt x="2839" y="964"/>
                  <a:pt x="2839" y="1013"/>
                </a:cubicBezTo>
                <a:cubicBezTo>
                  <a:pt x="2839" y="1015"/>
                  <a:pt x="2839" y="1019"/>
                  <a:pt x="2839" y="1020"/>
                </a:cubicBezTo>
                <a:cubicBezTo>
                  <a:pt x="2839" y="1070"/>
                  <a:pt x="2855" y="1109"/>
                  <a:pt x="2880" y="1140"/>
                </a:cubicBezTo>
                <a:cubicBezTo>
                  <a:pt x="2917" y="1188"/>
                  <a:pt x="2973" y="1215"/>
                  <a:pt x="3028" y="1235"/>
                </a:cubicBezTo>
                <a:cubicBezTo>
                  <a:pt x="3082" y="1254"/>
                  <a:pt x="3137" y="1266"/>
                  <a:pt x="3170" y="1279"/>
                </a:cubicBezTo>
                <a:cubicBezTo>
                  <a:pt x="3218" y="1294"/>
                  <a:pt x="3271" y="1312"/>
                  <a:pt x="3308" y="1335"/>
                </a:cubicBezTo>
                <a:cubicBezTo>
                  <a:pt x="3327" y="1347"/>
                  <a:pt x="3341" y="1360"/>
                  <a:pt x="3352" y="1374"/>
                </a:cubicBezTo>
                <a:cubicBezTo>
                  <a:pt x="3362" y="1388"/>
                  <a:pt x="3368" y="1404"/>
                  <a:pt x="3368" y="1421"/>
                </a:cubicBezTo>
                <a:lnTo>
                  <a:pt x="3368" y="1423"/>
                </a:lnTo>
                <a:cubicBezTo>
                  <a:pt x="3368" y="1449"/>
                  <a:pt x="3359" y="1471"/>
                  <a:pt x="3347" y="1490"/>
                </a:cubicBezTo>
                <a:cubicBezTo>
                  <a:pt x="3327" y="1516"/>
                  <a:pt x="3294" y="1538"/>
                  <a:pt x="3258" y="1550"/>
                </a:cubicBezTo>
                <a:cubicBezTo>
                  <a:pt x="3223" y="1562"/>
                  <a:pt x="3188" y="1568"/>
                  <a:pt x="3163" y="1568"/>
                </a:cubicBezTo>
                <a:cubicBezTo>
                  <a:pt x="3080" y="1568"/>
                  <a:pt x="3026" y="1548"/>
                  <a:pt x="2985" y="1527"/>
                </a:cubicBezTo>
                <a:cubicBezTo>
                  <a:pt x="2966" y="1516"/>
                  <a:pt x="2948" y="1508"/>
                  <a:pt x="2934" y="1499"/>
                </a:cubicBezTo>
                <a:cubicBezTo>
                  <a:pt x="2927" y="1495"/>
                  <a:pt x="2920" y="1492"/>
                  <a:pt x="2913" y="1488"/>
                </a:cubicBezTo>
                <a:cubicBezTo>
                  <a:pt x="2906" y="1485"/>
                  <a:pt x="2899" y="1483"/>
                  <a:pt x="2890" y="1483"/>
                </a:cubicBezTo>
                <a:cubicBezTo>
                  <a:pt x="2885" y="1483"/>
                  <a:pt x="2880" y="1483"/>
                  <a:pt x="2874" y="1486"/>
                </a:cubicBezTo>
                <a:cubicBezTo>
                  <a:pt x="2869" y="1488"/>
                  <a:pt x="2864" y="1492"/>
                  <a:pt x="2860" y="1495"/>
                </a:cubicBezTo>
                <a:cubicBezTo>
                  <a:pt x="2855" y="1501"/>
                  <a:pt x="2850" y="1506"/>
                  <a:pt x="2846" y="1513"/>
                </a:cubicBezTo>
                <a:cubicBezTo>
                  <a:pt x="2843" y="1520"/>
                  <a:pt x="2841" y="1527"/>
                  <a:pt x="2841" y="1534"/>
                </a:cubicBezTo>
                <a:cubicBezTo>
                  <a:pt x="2841" y="1546"/>
                  <a:pt x="2846" y="1559"/>
                  <a:pt x="2851" y="1568"/>
                </a:cubicBezTo>
                <a:cubicBezTo>
                  <a:pt x="2862" y="1582"/>
                  <a:pt x="2878" y="1596"/>
                  <a:pt x="2895" y="1610"/>
                </a:cubicBezTo>
                <a:cubicBezTo>
                  <a:pt x="2915" y="1622"/>
                  <a:pt x="2938" y="1636"/>
                  <a:pt x="2966" y="1649"/>
                </a:cubicBezTo>
                <a:cubicBezTo>
                  <a:pt x="3026" y="1677"/>
                  <a:pt x="3103" y="1691"/>
                  <a:pt x="3162" y="1693"/>
                </a:cubicBezTo>
                <a:lnTo>
                  <a:pt x="3162" y="1693"/>
                </a:lnTo>
                <a:cubicBezTo>
                  <a:pt x="3253" y="1693"/>
                  <a:pt x="3331" y="1671"/>
                  <a:pt x="3398" y="1622"/>
                </a:cubicBezTo>
                <a:lnTo>
                  <a:pt x="3398" y="1622"/>
                </a:lnTo>
                <a:lnTo>
                  <a:pt x="3398" y="1622"/>
                </a:lnTo>
                <a:cubicBezTo>
                  <a:pt x="3463" y="1573"/>
                  <a:pt x="3503" y="1501"/>
                  <a:pt x="3503" y="1419"/>
                </a:cubicBezTo>
                <a:cubicBezTo>
                  <a:pt x="3503" y="1375"/>
                  <a:pt x="3493" y="1337"/>
                  <a:pt x="3475" y="1305"/>
                </a:cubicBezTo>
                <a:cubicBezTo>
                  <a:pt x="3445" y="1261"/>
                  <a:pt x="3399" y="1232"/>
                  <a:pt x="3348" y="1207"/>
                </a:cubicBezTo>
                <a:close/>
                <a:moveTo>
                  <a:pt x="7513" y="377"/>
                </a:moveTo>
                <a:cubicBezTo>
                  <a:pt x="7496" y="377"/>
                  <a:pt x="7480" y="384"/>
                  <a:pt x="7469" y="397"/>
                </a:cubicBezTo>
                <a:cubicBezTo>
                  <a:pt x="7457" y="407"/>
                  <a:pt x="7450" y="425"/>
                  <a:pt x="7450" y="441"/>
                </a:cubicBezTo>
                <a:lnTo>
                  <a:pt x="7450" y="1634"/>
                </a:lnTo>
                <a:cubicBezTo>
                  <a:pt x="7450" y="1652"/>
                  <a:pt x="7457" y="1668"/>
                  <a:pt x="7469" y="1679"/>
                </a:cubicBezTo>
                <a:cubicBezTo>
                  <a:pt x="7481" y="1689"/>
                  <a:pt x="7497" y="1698"/>
                  <a:pt x="7513" y="1698"/>
                </a:cubicBezTo>
                <a:cubicBezTo>
                  <a:pt x="7550" y="1698"/>
                  <a:pt x="7578" y="1670"/>
                  <a:pt x="7578" y="1634"/>
                </a:cubicBezTo>
                <a:lnTo>
                  <a:pt x="7578" y="441"/>
                </a:lnTo>
                <a:cubicBezTo>
                  <a:pt x="7578" y="405"/>
                  <a:pt x="7548" y="377"/>
                  <a:pt x="7513" y="377"/>
                </a:cubicBezTo>
                <a:close/>
                <a:moveTo>
                  <a:pt x="10445" y="1200"/>
                </a:moveTo>
                <a:lnTo>
                  <a:pt x="10445" y="1207"/>
                </a:lnTo>
                <a:cubicBezTo>
                  <a:pt x="10445" y="1225"/>
                  <a:pt x="10438" y="1241"/>
                  <a:pt x="10426" y="1250"/>
                </a:cubicBezTo>
                <a:cubicBezTo>
                  <a:pt x="10414" y="1261"/>
                  <a:pt x="10398" y="1266"/>
                  <a:pt x="10382" y="1266"/>
                </a:cubicBezTo>
                <a:lnTo>
                  <a:pt x="9667" y="1266"/>
                </a:lnTo>
                <a:cubicBezTo>
                  <a:pt x="9684" y="1441"/>
                  <a:pt x="9823" y="1569"/>
                  <a:pt x="9991" y="1571"/>
                </a:cubicBezTo>
                <a:lnTo>
                  <a:pt x="10033" y="1571"/>
                </a:lnTo>
                <a:cubicBezTo>
                  <a:pt x="10088" y="1571"/>
                  <a:pt x="10142" y="1552"/>
                  <a:pt x="10188" y="1520"/>
                </a:cubicBezTo>
                <a:cubicBezTo>
                  <a:pt x="10236" y="1488"/>
                  <a:pt x="10276" y="1446"/>
                  <a:pt x="10305" y="1397"/>
                </a:cubicBezTo>
                <a:cubicBezTo>
                  <a:pt x="10310" y="1386"/>
                  <a:pt x="10319" y="1380"/>
                  <a:pt x="10327" y="1374"/>
                </a:cubicBezTo>
                <a:cubicBezTo>
                  <a:pt x="10336" y="1369"/>
                  <a:pt x="10347" y="1367"/>
                  <a:pt x="10357" y="1367"/>
                </a:cubicBezTo>
                <a:cubicBezTo>
                  <a:pt x="10368" y="1367"/>
                  <a:pt x="10380" y="1370"/>
                  <a:pt x="10389" y="1375"/>
                </a:cubicBezTo>
                <a:lnTo>
                  <a:pt x="10389" y="1375"/>
                </a:lnTo>
                <a:lnTo>
                  <a:pt x="10389" y="1375"/>
                </a:lnTo>
                <a:cubicBezTo>
                  <a:pt x="10407" y="1388"/>
                  <a:pt x="10419" y="1409"/>
                  <a:pt x="10419" y="1430"/>
                </a:cubicBezTo>
                <a:cubicBezTo>
                  <a:pt x="10419" y="1441"/>
                  <a:pt x="10416" y="1453"/>
                  <a:pt x="10410" y="1464"/>
                </a:cubicBezTo>
                <a:lnTo>
                  <a:pt x="10410" y="1464"/>
                </a:lnTo>
                <a:lnTo>
                  <a:pt x="10410" y="1464"/>
                </a:lnTo>
                <a:cubicBezTo>
                  <a:pt x="10370" y="1527"/>
                  <a:pt x="10315" y="1585"/>
                  <a:pt x="10252" y="1627"/>
                </a:cubicBezTo>
                <a:cubicBezTo>
                  <a:pt x="10186" y="1670"/>
                  <a:pt x="10112" y="1696"/>
                  <a:pt x="10031" y="1696"/>
                </a:cubicBezTo>
                <a:lnTo>
                  <a:pt x="9989" y="1696"/>
                </a:lnTo>
                <a:cubicBezTo>
                  <a:pt x="9864" y="1696"/>
                  <a:pt x="9749" y="1642"/>
                  <a:pt x="9668" y="1557"/>
                </a:cubicBezTo>
                <a:cubicBezTo>
                  <a:pt x="9587" y="1472"/>
                  <a:pt x="9536" y="1356"/>
                  <a:pt x="9536" y="1230"/>
                </a:cubicBezTo>
                <a:cubicBezTo>
                  <a:pt x="9536" y="1100"/>
                  <a:pt x="9587" y="983"/>
                  <a:pt x="9668" y="897"/>
                </a:cubicBezTo>
                <a:cubicBezTo>
                  <a:pt x="9751" y="813"/>
                  <a:pt x="9864" y="760"/>
                  <a:pt x="9991" y="760"/>
                </a:cubicBezTo>
                <a:cubicBezTo>
                  <a:pt x="10112" y="760"/>
                  <a:pt x="10220" y="807"/>
                  <a:pt x="10301" y="887"/>
                </a:cubicBezTo>
                <a:cubicBezTo>
                  <a:pt x="10382" y="966"/>
                  <a:pt x="10435" y="1075"/>
                  <a:pt x="10445" y="1200"/>
                </a:cubicBezTo>
                <a:close/>
                <a:moveTo>
                  <a:pt x="10305" y="1139"/>
                </a:moveTo>
                <a:cubicBezTo>
                  <a:pt x="10268" y="992"/>
                  <a:pt x="10139" y="887"/>
                  <a:pt x="9993" y="887"/>
                </a:cubicBezTo>
                <a:cubicBezTo>
                  <a:pt x="9841" y="887"/>
                  <a:pt x="9714" y="989"/>
                  <a:pt x="9675" y="1139"/>
                </a:cubicBezTo>
                <a:lnTo>
                  <a:pt x="10305" y="1139"/>
                </a:lnTo>
                <a:close/>
                <a:moveTo>
                  <a:pt x="4027" y="763"/>
                </a:moveTo>
                <a:cubicBezTo>
                  <a:pt x="3926" y="763"/>
                  <a:pt x="3836" y="802"/>
                  <a:pt x="3768" y="864"/>
                </a:cubicBezTo>
                <a:lnTo>
                  <a:pt x="3768" y="827"/>
                </a:lnTo>
                <a:cubicBezTo>
                  <a:pt x="3768" y="809"/>
                  <a:pt x="3761" y="793"/>
                  <a:pt x="3750" y="783"/>
                </a:cubicBezTo>
                <a:cubicBezTo>
                  <a:pt x="3740" y="770"/>
                  <a:pt x="3724" y="763"/>
                  <a:pt x="3706" y="763"/>
                </a:cubicBezTo>
                <a:cubicBezTo>
                  <a:pt x="3688" y="763"/>
                  <a:pt x="3670" y="770"/>
                  <a:pt x="3660" y="783"/>
                </a:cubicBezTo>
                <a:cubicBezTo>
                  <a:pt x="3649" y="795"/>
                  <a:pt x="3643" y="811"/>
                  <a:pt x="3643" y="827"/>
                </a:cubicBezTo>
                <a:lnTo>
                  <a:pt x="3643" y="1652"/>
                </a:lnTo>
                <a:lnTo>
                  <a:pt x="3644" y="1654"/>
                </a:lnTo>
                <a:lnTo>
                  <a:pt x="3644" y="1654"/>
                </a:lnTo>
                <a:cubicBezTo>
                  <a:pt x="3644" y="1657"/>
                  <a:pt x="3646" y="1659"/>
                  <a:pt x="3648" y="1663"/>
                </a:cubicBezTo>
                <a:cubicBezTo>
                  <a:pt x="3657" y="1679"/>
                  <a:pt x="3671" y="1689"/>
                  <a:pt x="3688" y="1694"/>
                </a:cubicBezTo>
                <a:lnTo>
                  <a:pt x="3690" y="1694"/>
                </a:lnTo>
                <a:lnTo>
                  <a:pt x="3704" y="1694"/>
                </a:lnTo>
                <a:cubicBezTo>
                  <a:pt x="3713" y="1694"/>
                  <a:pt x="3722" y="1693"/>
                  <a:pt x="3731" y="1689"/>
                </a:cubicBezTo>
                <a:cubicBezTo>
                  <a:pt x="3738" y="1686"/>
                  <a:pt x="3745" y="1680"/>
                  <a:pt x="3750" y="1673"/>
                </a:cubicBezTo>
                <a:lnTo>
                  <a:pt x="3750" y="1673"/>
                </a:lnTo>
                <a:cubicBezTo>
                  <a:pt x="3750" y="1673"/>
                  <a:pt x="3750" y="1671"/>
                  <a:pt x="3752" y="1671"/>
                </a:cubicBezTo>
                <a:lnTo>
                  <a:pt x="3752" y="1671"/>
                </a:lnTo>
                <a:cubicBezTo>
                  <a:pt x="3755" y="1668"/>
                  <a:pt x="3759" y="1663"/>
                  <a:pt x="3761" y="1659"/>
                </a:cubicBezTo>
                <a:cubicBezTo>
                  <a:pt x="3762" y="1654"/>
                  <a:pt x="3764" y="1650"/>
                  <a:pt x="3764" y="1645"/>
                </a:cubicBezTo>
                <a:lnTo>
                  <a:pt x="3764" y="1643"/>
                </a:lnTo>
                <a:lnTo>
                  <a:pt x="3764" y="1147"/>
                </a:lnTo>
                <a:cubicBezTo>
                  <a:pt x="3766" y="1077"/>
                  <a:pt x="3796" y="1012"/>
                  <a:pt x="3842" y="966"/>
                </a:cubicBezTo>
                <a:cubicBezTo>
                  <a:pt x="3888" y="920"/>
                  <a:pt x="3953" y="890"/>
                  <a:pt x="4023" y="890"/>
                </a:cubicBezTo>
                <a:cubicBezTo>
                  <a:pt x="4095" y="890"/>
                  <a:pt x="4159" y="918"/>
                  <a:pt x="4205" y="966"/>
                </a:cubicBezTo>
                <a:cubicBezTo>
                  <a:pt x="4251" y="1012"/>
                  <a:pt x="4279" y="1077"/>
                  <a:pt x="4279" y="1147"/>
                </a:cubicBezTo>
                <a:lnTo>
                  <a:pt x="4279" y="1634"/>
                </a:lnTo>
                <a:cubicBezTo>
                  <a:pt x="4279" y="1652"/>
                  <a:pt x="4286" y="1668"/>
                  <a:pt x="4298" y="1680"/>
                </a:cubicBezTo>
                <a:cubicBezTo>
                  <a:pt x="4310" y="1691"/>
                  <a:pt x="4326" y="1698"/>
                  <a:pt x="4342" y="1698"/>
                </a:cubicBezTo>
                <a:cubicBezTo>
                  <a:pt x="4360" y="1698"/>
                  <a:pt x="4376" y="1691"/>
                  <a:pt x="4386" y="1680"/>
                </a:cubicBezTo>
                <a:cubicBezTo>
                  <a:pt x="4399" y="1670"/>
                  <a:pt x="4406" y="1652"/>
                  <a:pt x="4406" y="1634"/>
                </a:cubicBezTo>
                <a:lnTo>
                  <a:pt x="4406" y="1147"/>
                </a:lnTo>
                <a:cubicBezTo>
                  <a:pt x="4413" y="936"/>
                  <a:pt x="4240" y="763"/>
                  <a:pt x="4027" y="763"/>
                </a:cubicBezTo>
                <a:close/>
                <a:moveTo>
                  <a:pt x="5294" y="901"/>
                </a:moveTo>
                <a:cubicBezTo>
                  <a:pt x="5375" y="985"/>
                  <a:pt x="5421" y="1103"/>
                  <a:pt x="5423" y="1230"/>
                </a:cubicBezTo>
                <a:cubicBezTo>
                  <a:pt x="5423" y="1356"/>
                  <a:pt x="5375" y="1472"/>
                  <a:pt x="5294" y="1559"/>
                </a:cubicBezTo>
                <a:cubicBezTo>
                  <a:pt x="5214" y="1643"/>
                  <a:pt x="5101" y="1698"/>
                  <a:pt x="4978" y="1698"/>
                </a:cubicBezTo>
                <a:cubicBezTo>
                  <a:pt x="4854" y="1698"/>
                  <a:pt x="4744" y="1644"/>
                  <a:pt x="4663" y="1559"/>
                </a:cubicBezTo>
                <a:cubicBezTo>
                  <a:pt x="4582" y="1475"/>
                  <a:pt x="4533" y="1356"/>
                  <a:pt x="4533" y="1230"/>
                </a:cubicBezTo>
                <a:cubicBezTo>
                  <a:pt x="4533" y="1103"/>
                  <a:pt x="4582" y="987"/>
                  <a:pt x="4663" y="901"/>
                </a:cubicBezTo>
                <a:cubicBezTo>
                  <a:pt x="4742" y="816"/>
                  <a:pt x="4855" y="761"/>
                  <a:pt x="4978" y="761"/>
                </a:cubicBezTo>
                <a:cubicBezTo>
                  <a:pt x="5103" y="761"/>
                  <a:pt x="5214" y="816"/>
                  <a:pt x="5294" y="901"/>
                </a:cubicBezTo>
                <a:close/>
                <a:moveTo>
                  <a:pt x="5296" y="1230"/>
                </a:moveTo>
                <a:cubicBezTo>
                  <a:pt x="5296" y="1135"/>
                  <a:pt x="5258" y="1049"/>
                  <a:pt x="5200" y="987"/>
                </a:cubicBezTo>
                <a:cubicBezTo>
                  <a:pt x="5141" y="925"/>
                  <a:pt x="5063" y="887"/>
                  <a:pt x="4978" y="887"/>
                </a:cubicBezTo>
                <a:cubicBezTo>
                  <a:pt x="4892" y="887"/>
                  <a:pt x="4813" y="925"/>
                  <a:pt x="4755" y="987"/>
                </a:cubicBezTo>
                <a:cubicBezTo>
                  <a:pt x="4696" y="1049"/>
                  <a:pt x="4659" y="1135"/>
                  <a:pt x="4659" y="1230"/>
                </a:cubicBezTo>
                <a:cubicBezTo>
                  <a:pt x="4659" y="1324"/>
                  <a:pt x="4696" y="1410"/>
                  <a:pt x="4755" y="1471"/>
                </a:cubicBezTo>
                <a:cubicBezTo>
                  <a:pt x="4813" y="1533"/>
                  <a:pt x="4892" y="1569"/>
                  <a:pt x="4978" y="1569"/>
                </a:cubicBezTo>
                <a:cubicBezTo>
                  <a:pt x="5065" y="1569"/>
                  <a:pt x="5144" y="1532"/>
                  <a:pt x="5200" y="1471"/>
                </a:cubicBezTo>
                <a:cubicBezTo>
                  <a:pt x="5259" y="1409"/>
                  <a:pt x="5296" y="1324"/>
                  <a:pt x="5296" y="1230"/>
                </a:cubicBezTo>
                <a:close/>
                <a:moveTo>
                  <a:pt x="6671" y="768"/>
                </a:moveTo>
                <a:lnTo>
                  <a:pt x="6671" y="768"/>
                </a:lnTo>
                <a:cubicBezTo>
                  <a:pt x="6669" y="768"/>
                  <a:pt x="6669" y="768"/>
                  <a:pt x="6671" y="768"/>
                </a:cubicBezTo>
                <a:cubicBezTo>
                  <a:pt x="6662" y="765"/>
                  <a:pt x="6655" y="763"/>
                  <a:pt x="6648" y="763"/>
                </a:cubicBezTo>
                <a:cubicBezTo>
                  <a:pt x="6636" y="763"/>
                  <a:pt x="6624" y="767"/>
                  <a:pt x="6613" y="774"/>
                </a:cubicBezTo>
                <a:cubicBezTo>
                  <a:pt x="6603" y="781"/>
                  <a:pt x="6593" y="790"/>
                  <a:pt x="6588" y="802"/>
                </a:cubicBezTo>
                <a:lnTo>
                  <a:pt x="6588" y="802"/>
                </a:lnTo>
                <a:lnTo>
                  <a:pt x="6345" y="1467"/>
                </a:lnTo>
                <a:lnTo>
                  <a:pt x="6158" y="1022"/>
                </a:lnTo>
                <a:lnTo>
                  <a:pt x="6158" y="1022"/>
                </a:lnTo>
                <a:cubicBezTo>
                  <a:pt x="6153" y="1010"/>
                  <a:pt x="6144" y="999"/>
                  <a:pt x="6133" y="994"/>
                </a:cubicBezTo>
                <a:cubicBezTo>
                  <a:pt x="6123" y="987"/>
                  <a:pt x="6110" y="983"/>
                  <a:pt x="6096" y="983"/>
                </a:cubicBezTo>
                <a:cubicBezTo>
                  <a:pt x="6084" y="983"/>
                  <a:pt x="6072" y="987"/>
                  <a:pt x="6061" y="994"/>
                </a:cubicBezTo>
                <a:cubicBezTo>
                  <a:pt x="6051" y="1001"/>
                  <a:pt x="6042" y="1010"/>
                  <a:pt x="6036" y="1022"/>
                </a:cubicBezTo>
                <a:lnTo>
                  <a:pt x="6036" y="1022"/>
                </a:lnTo>
                <a:lnTo>
                  <a:pt x="5848" y="1467"/>
                </a:lnTo>
                <a:lnTo>
                  <a:pt x="5603" y="802"/>
                </a:lnTo>
                <a:lnTo>
                  <a:pt x="5603" y="802"/>
                </a:lnTo>
                <a:cubicBezTo>
                  <a:pt x="5599" y="790"/>
                  <a:pt x="5591" y="779"/>
                  <a:pt x="5580" y="772"/>
                </a:cubicBezTo>
                <a:cubicBezTo>
                  <a:pt x="5569" y="765"/>
                  <a:pt x="5557" y="761"/>
                  <a:pt x="5545" y="761"/>
                </a:cubicBezTo>
                <a:cubicBezTo>
                  <a:pt x="5536" y="761"/>
                  <a:pt x="5529" y="763"/>
                  <a:pt x="5520" y="767"/>
                </a:cubicBezTo>
                <a:lnTo>
                  <a:pt x="5520" y="767"/>
                </a:lnTo>
                <a:lnTo>
                  <a:pt x="5520" y="767"/>
                </a:lnTo>
                <a:cubicBezTo>
                  <a:pt x="5497" y="777"/>
                  <a:pt x="5483" y="800"/>
                  <a:pt x="5483" y="825"/>
                </a:cubicBezTo>
                <a:cubicBezTo>
                  <a:pt x="5483" y="832"/>
                  <a:pt x="5485" y="841"/>
                  <a:pt x="5488" y="848"/>
                </a:cubicBezTo>
                <a:lnTo>
                  <a:pt x="5488" y="848"/>
                </a:lnTo>
                <a:lnTo>
                  <a:pt x="5790" y="1654"/>
                </a:lnTo>
                <a:lnTo>
                  <a:pt x="5790" y="1654"/>
                </a:lnTo>
                <a:cubicBezTo>
                  <a:pt x="5791" y="1659"/>
                  <a:pt x="5795" y="1666"/>
                  <a:pt x="5800" y="1671"/>
                </a:cubicBezTo>
                <a:cubicBezTo>
                  <a:pt x="5804" y="1675"/>
                  <a:pt x="5809" y="1679"/>
                  <a:pt x="5814" y="1682"/>
                </a:cubicBezTo>
                <a:cubicBezTo>
                  <a:pt x="5816" y="1684"/>
                  <a:pt x="5816" y="1684"/>
                  <a:pt x="5820" y="1686"/>
                </a:cubicBezTo>
                <a:cubicBezTo>
                  <a:pt x="5821" y="1687"/>
                  <a:pt x="5825" y="1687"/>
                  <a:pt x="5829" y="1689"/>
                </a:cubicBezTo>
                <a:cubicBezTo>
                  <a:pt x="5834" y="1691"/>
                  <a:pt x="5841" y="1693"/>
                  <a:pt x="5850" y="1693"/>
                </a:cubicBezTo>
                <a:cubicBezTo>
                  <a:pt x="5862" y="1693"/>
                  <a:pt x="5873" y="1689"/>
                  <a:pt x="5883" y="1682"/>
                </a:cubicBezTo>
                <a:cubicBezTo>
                  <a:pt x="5892" y="1675"/>
                  <a:pt x="5901" y="1666"/>
                  <a:pt x="5906" y="1654"/>
                </a:cubicBezTo>
                <a:lnTo>
                  <a:pt x="5906" y="1654"/>
                </a:lnTo>
                <a:lnTo>
                  <a:pt x="6096" y="1200"/>
                </a:lnTo>
                <a:lnTo>
                  <a:pt x="6287" y="1652"/>
                </a:lnTo>
                <a:lnTo>
                  <a:pt x="6287" y="1652"/>
                </a:lnTo>
                <a:cubicBezTo>
                  <a:pt x="6290" y="1664"/>
                  <a:pt x="6299" y="1673"/>
                  <a:pt x="6308" y="1680"/>
                </a:cubicBezTo>
                <a:cubicBezTo>
                  <a:pt x="6317" y="1687"/>
                  <a:pt x="6327" y="1693"/>
                  <a:pt x="6340" y="1693"/>
                </a:cubicBezTo>
                <a:lnTo>
                  <a:pt x="6348" y="1693"/>
                </a:lnTo>
                <a:cubicBezTo>
                  <a:pt x="6355" y="1693"/>
                  <a:pt x="6364" y="1691"/>
                  <a:pt x="6370" y="1689"/>
                </a:cubicBezTo>
                <a:cubicBezTo>
                  <a:pt x="6377" y="1687"/>
                  <a:pt x="6382" y="1684"/>
                  <a:pt x="6385" y="1680"/>
                </a:cubicBezTo>
                <a:cubicBezTo>
                  <a:pt x="6396" y="1673"/>
                  <a:pt x="6403" y="1661"/>
                  <a:pt x="6408" y="1650"/>
                </a:cubicBezTo>
                <a:lnTo>
                  <a:pt x="6408" y="1650"/>
                </a:lnTo>
                <a:lnTo>
                  <a:pt x="6708" y="848"/>
                </a:lnTo>
                <a:cubicBezTo>
                  <a:pt x="6711" y="841"/>
                  <a:pt x="6713" y="832"/>
                  <a:pt x="6713" y="825"/>
                </a:cubicBezTo>
                <a:cubicBezTo>
                  <a:pt x="6708" y="802"/>
                  <a:pt x="6694" y="779"/>
                  <a:pt x="6671" y="768"/>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013">
              <a:solidFill>
                <a:schemeClr val="lt1"/>
              </a:solidFill>
              <a:latin typeface="Arial"/>
              <a:ea typeface="Arial"/>
              <a:cs typeface="Arial"/>
              <a:sym typeface="Arial"/>
            </a:endParaRPr>
          </a:p>
        </p:txBody>
      </p:sp>
      <p:sp>
        <p:nvSpPr>
          <p:cNvPr id="20" name="Google Shape;312;p42">
            <a:extLst>
              <a:ext uri="{FF2B5EF4-FFF2-40B4-BE49-F238E27FC236}">
                <a16:creationId xmlns:a16="http://schemas.microsoft.com/office/drawing/2014/main" id="{500183A9-E93C-22D5-263E-ACC1F570F365}"/>
              </a:ext>
            </a:extLst>
          </p:cNvPr>
          <p:cNvSpPr/>
          <p:nvPr userDrawn="1"/>
        </p:nvSpPr>
        <p:spPr>
          <a:xfrm>
            <a:off x="457202" y="4864608"/>
            <a:ext cx="17085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dirty="0">
                <a:solidFill>
                  <a:schemeClr val="lt1"/>
                </a:solidFill>
                <a:latin typeface="Arial"/>
                <a:ea typeface="Arial"/>
                <a:cs typeface="Arial"/>
                <a:sym typeface="Arial"/>
              </a:rPr>
              <a:t>© 2026 Snowflake Inc. All Rights Reserved</a:t>
            </a:r>
            <a:endParaRPr sz="600" dirty="0">
              <a:solidFill>
                <a:schemeClr val="lt1"/>
              </a:solidFill>
              <a:latin typeface="Arial"/>
              <a:ea typeface="Arial"/>
              <a:cs typeface="Arial"/>
              <a:sym typeface="Arial"/>
            </a:endParaRPr>
          </a:p>
        </p:txBody>
      </p:sp>
    </p:spTree>
    <p:extLst>
      <p:ext uri="{BB962C8B-B14F-4D97-AF65-F5344CB8AC3E}">
        <p14:creationId xmlns:p14="http://schemas.microsoft.com/office/powerpoint/2010/main" val="3187908503"/>
      </p:ext>
    </p:extLst>
  </p:cSld>
  <p:clrMapOvr>
    <a:masterClrMapping/>
  </p:clrMapOvr>
  <p:extLst>
    <p:ext uri="{DCECCB84-F9BA-43D5-87BE-67443E8EF086}">
      <p15:sldGuideLst xmlns:p15="http://schemas.microsoft.com/office/powerpoint/2012/main">
        <p15:guide id="5" orient="horz" pos="1596" userDrawn="1">
          <p15:clr>
            <a:srgbClr val="FBAE40"/>
          </p15:clr>
        </p15:guide>
        <p15:guide id="6" pos="288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AST LAYOUT">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D67F995-8D83-787F-CF2C-0A7E85A8B84E}"/>
              </a:ext>
            </a:extLst>
          </p:cNvPr>
          <p:cNvSpPr/>
          <p:nvPr/>
        </p:nvSpPr>
        <p:spPr>
          <a:xfrm>
            <a:off x="793488" y="639557"/>
            <a:ext cx="7557025" cy="3864387"/>
          </a:xfrm>
          <a:prstGeom prst="rect">
            <a:avLst/>
          </a:prstGeom>
          <a:noFill/>
          <a:ln w="152400">
            <a:solidFill>
              <a:srgbClr val="A20000"/>
            </a:solidFill>
          </a:ln>
        </p:spPr>
        <p:style>
          <a:lnRef idx="2">
            <a:schemeClr val="accent1">
              <a:shade val="15000"/>
            </a:schemeClr>
          </a:lnRef>
          <a:fillRef idx="1">
            <a:schemeClr val="accent1"/>
          </a:fillRef>
          <a:effectRef idx="0">
            <a:schemeClr val="accent1"/>
          </a:effectRef>
          <a:fontRef idx="minor">
            <a:schemeClr val="lt1"/>
          </a:fontRef>
        </p:style>
        <p:txBody>
          <a:bodyPr lIns="914400" rIns="914400" rtlCol="0" anchor="ctr"/>
          <a:lstStyle/>
          <a:p>
            <a:pPr algn="ctr"/>
            <a:r>
              <a:rPr lang="en-US" sz="3600" b="1" i="0" dirty="0">
                <a:latin typeface="Arial Black" panose="020B0604020202020204" pitchFamily="34" charset="0"/>
                <a:cs typeface="Arial Black" panose="020B0604020202020204" pitchFamily="34" charset="0"/>
              </a:rPr>
              <a:t>LAST LAYOUT</a:t>
            </a:r>
          </a:p>
          <a:p>
            <a:pPr algn="ctr"/>
            <a:endParaRPr lang="en-US" sz="1000" dirty="0"/>
          </a:p>
          <a:p>
            <a:pPr algn="ctr"/>
            <a:r>
              <a:rPr lang="en-US" dirty="0"/>
              <a:t>In order for your template to work properly, layouts appearing after this one should be deleted. Make sure your deck is using the 2026 Snowflake template by applying any of the above layouts to your slides, then </a:t>
            </a:r>
            <a:r>
              <a:rPr lang="en-US" b="1" dirty="0">
                <a:solidFill>
                  <a:srgbClr val="C00000"/>
                </a:solidFill>
              </a:rPr>
              <a:t>delete the rogue layouts </a:t>
            </a:r>
            <a:r>
              <a:rPr lang="en-US" dirty="0"/>
              <a:t>that appear below. </a:t>
            </a:r>
          </a:p>
          <a:p>
            <a:pPr algn="ctr"/>
            <a:endParaRPr lang="en-US" dirty="0"/>
          </a:p>
        </p:txBody>
      </p:sp>
    </p:spTree>
    <p:extLst>
      <p:ext uri="{BB962C8B-B14F-4D97-AF65-F5344CB8AC3E}">
        <p14:creationId xmlns:p14="http://schemas.microsoft.com/office/powerpoint/2010/main" val="87000583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Multi-use layout">
  <p:cSld name="1_Multi-use layout">
    <p:spTree>
      <p:nvGrpSpPr>
        <p:cNvPr id="1" name="Shape 10"/>
        <p:cNvGrpSpPr/>
        <p:nvPr/>
      </p:nvGrpSpPr>
      <p:grpSpPr>
        <a:xfrm>
          <a:off x="0" y="0"/>
          <a:ext cx="0" cy="0"/>
          <a:chOff x="0" y="0"/>
          <a:chExt cx="0" cy="0"/>
        </a:xfrm>
      </p:grpSpPr>
      <p:sp>
        <p:nvSpPr>
          <p:cNvPr id="11" name="Google Shape;11;p2"/>
          <p:cNvSpPr txBox="1">
            <a:spLocks noGrp="1"/>
          </p:cNvSpPr>
          <p:nvPr>
            <p:ph type="sldNum" idx="12"/>
          </p:nvPr>
        </p:nvSpPr>
        <p:spPr>
          <a:xfrm>
            <a:off x="8229600" y="4866905"/>
            <a:ext cx="473700" cy="92400"/>
          </a:xfrm>
          <a:prstGeom prst="rect">
            <a:avLst/>
          </a:prstGeom>
          <a:noFill/>
          <a:ln>
            <a:noFill/>
          </a:ln>
        </p:spPr>
        <p:txBody>
          <a:bodyPr spcFirstLastPara="1" wrap="square" lIns="0" tIns="0" rIns="0" bIns="0" anchor="b" anchorCtr="0">
            <a:spAutoFit/>
          </a:bodyPr>
          <a:lstStyle>
            <a:lvl1pPr marL="0" marR="0" lvl="0" indent="0" algn="r" rtl="0">
              <a:spcBef>
                <a:spcPts val="0"/>
              </a:spcBef>
              <a:buNone/>
              <a:defRPr sz="600" i="0">
                <a:solidFill>
                  <a:srgbClr val="929292"/>
                </a:solidFill>
              </a:defRPr>
            </a:lvl1pPr>
            <a:lvl2pPr marL="0" marR="0" lvl="1" indent="0" algn="r" rtl="0">
              <a:spcBef>
                <a:spcPts val="0"/>
              </a:spcBef>
              <a:buNone/>
              <a:defRPr sz="600" i="0">
                <a:solidFill>
                  <a:srgbClr val="929292"/>
                </a:solidFill>
              </a:defRPr>
            </a:lvl2pPr>
            <a:lvl3pPr marL="0" marR="0" lvl="2" indent="0" algn="r" rtl="0">
              <a:spcBef>
                <a:spcPts val="0"/>
              </a:spcBef>
              <a:buNone/>
              <a:defRPr sz="600" i="0">
                <a:solidFill>
                  <a:srgbClr val="929292"/>
                </a:solidFill>
              </a:defRPr>
            </a:lvl3pPr>
            <a:lvl4pPr marL="0" marR="0" lvl="3" indent="0" algn="r" rtl="0">
              <a:spcBef>
                <a:spcPts val="0"/>
              </a:spcBef>
              <a:buNone/>
              <a:defRPr sz="600" i="0">
                <a:solidFill>
                  <a:srgbClr val="929292"/>
                </a:solidFill>
              </a:defRPr>
            </a:lvl4pPr>
            <a:lvl5pPr marL="0" marR="0" lvl="4" indent="0" algn="r" rtl="0">
              <a:spcBef>
                <a:spcPts val="0"/>
              </a:spcBef>
              <a:buNone/>
              <a:defRPr sz="600" i="0">
                <a:solidFill>
                  <a:srgbClr val="929292"/>
                </a:solidFill>
              </a:defRPr>
            </a:lvl5pPr>
            <a:lvl6pPr marL="0" marR="0" lvl="5" indent="0" algn="r" rtl="0">
              <a:spcBef>
                <a:spcPts val="0"/>
              </a:spcBef>
              <a:buNone/>
              <a:defRPr sz="600" i="0">
                <a:solidFill>
                  <a:srgbClr val="929292"/>
                </a:solidFill>
              </a:defRPr>
            </a:lvl6pPr>
            <a:lvl7pPr marL="0" marR="0" lvl="6" indent="0" algn="r" rtl="0">
              <a:spcBef>
                <a:spcPts val="0"/>
              </a:spcBef>
              <a:buNone/>
              <a:defRPr sz="600" i="0">
                <a:solidFill>
                  <a:srgbClr val="929292"/>
                </a:solidFill>
              </a:defRPr>
            </a:lvl7pPr>
            <a:lvl8pPr marL="0" marR="0" lvl="7" indent="0" algn="r" rtl="0">
              <a:spcBef>
                <a:spcPts val="0"/>
              </a:spcBef>
              <a:buNone/>
              <a:defRPr sz="600" i="0">
                <a:solidFill>
                  <a:srgbClr val="929292"/>
                </a:solidFill>
              </a:defRPr>
            </a:lvl8pPr>
            <a:lvl9pPr marL="0" marR="0" lvl="8" indent="0" algn="r" rtl="0">
              <a:spcBef>
                <a:spcPts val="0"/>
              </a:spcBef>
              <a:buNone/>
              <a:defRPr sz="600" i="0">
                <a:solidFill>
                  <a:srgbClr val="929292"/>
                </a:solidFill>
              </a:defRPr>
            </a:lvl9pPr>
          </a:lstStyle>
          <a:p>
            <a:pPr marL="0" lvl="0" indent="0" algn="r" rtl="0">
              <a:spcBef>
                <a:spcPts val="0"/>
              </a:spcBef>
              <a:spcAft>
                <a:spcPts val="0"/>
              </a:spcAft>
              <a:buNone/>
            </a:pPr>
            <a:fld id="{00000000-1234-1234-1234-123412341234}" type="slidenum">
              <a:rPr lang="en"/>
              <a:t>‹#›</a:t>
            </a:fld>
            <a:endParaRPr/>
          </a:p>
        </p:txBody>
      </p:sp>
      <p:sp>
        <p:nvSpPr>
          <p:cNvPr id="12" name="Google Shape;12;p2"/>
          <p:cNvSpPr/>
          <p:nvPr/>
        </p:nvSpPr>
        <p:spPr>
          <a:xfrm>
            <a:off x="457195" y="4846320"/>
            <a:ext cx="135250" cy="128588"/>
          </a:xfrm>
          <a:custGeom>
            <a:avLst/>
            <a:gdLst/>
            <a:ahLst/>
            <a:cxnLst/>
            <a:rect l="l" t="t" r="r" b="b"/>
            <a:pathLst>
              <a:path w="5409981" h="5143500" extrusionOk="0">
                <a:moveTo>
                  <a:pt x="4983153" y="2221521"/>
                </a:moveTo>
                <a:lnTo>
                  <a:pt x="4374172" y="2572015"/>
                </a:lnTo>
                <a:lnTo>
                  <a:pt x="4983153" y="2921450"/>
                </a:lnTo>
                <a:cubicBezTo>
                  <a:pt x="5136954" y="3010067"/>
                  <a:pt x="5189546" y="3205051"/>
                  <a:pt x="5100656" y="3358310"/>
                </a:cubicBezTo>
                <a:cubicBezTo>
                  <a:pt x="5011767" y="3511568"/>
                  <a:pt x="4815574" y="3562963"/>
                  <a:pt x="4662302" y="3474876"/>
                </a:cubicBezTo>
                <a:lnTo>
                  <a:pt x="3571781" y="2848198"/>
                </a:lnTo>
                <a:cubicBezTo>
                  <a:pt x="3499053" y="2805943"/>
                  <a:pt x="3448581" y="2739977"/>
                  <a:pt x="3426193" y="2665798"/>
                </a:cubicBezTo>
                <a:cubicBezTo>
                  <a:pt x="3407864" y="2607519"/>
                  <a:pt x="3406806" y="2545180"/>
                  <a:pt x="3423146" y="2486312"/>
                </a:cubicBezTo>
                <a:cubicBezTo>
                  <a:pt x="3445647" y="2405409"/>
                  <a:pt x="3499023" y="2336577"/>
                  <a:pt x="3571781" y="2294640"/>
                </a:cubicBezTo>
                <a:lnTo>
                  <a:pt x="4662302" y="1668359"/>
                </a:lnTo>
                <a:cubicBezTo>
                  <a:pt x="4815574" y="1580272"/>
                  <a:pt x="5011899" y="1632594"/>
                  <a:pt x="5100656" y="1785456"/>
                </a:cubicBezTo>
                <a:cubicBezTo>
                  <a:pt x="5189414" y="1938317"/>
                  <a:pt x="5136954" y="2133168"/>
                  <a:pt x="4983153" y="2221521"/>
                </a:cubicBezTo>
                <a:close/>
                <a:moveTo>
                  <a:pt x="4406628" y="3920213"/>
                </a:moveTo>
                <a:lnTo>
                  <a:pt x="3316240" y="3294330"/>
                </a:lnTo>
                <a:cubicBezTo>
                  <a:pt x="3260045" y="3261658"/>
                  <a:pt x="3195149" y="3247089"/>
                  <a:pt x="3130380" y="3252605"/>
                </a:cubicBezTo>
                <a:cubicBezTo>
                  <a:pt x="2964126" y="3264526"/>
                  <a:pt x="2833507" y="3402684"/>
                  <a:pt x="2833507" y="3570911"/>
                </a:cubicBezTo>
                <a:lnTo>
                  <a:pt x="2833507" y="4823869"/>
                </a:lnTo>
                <a:cubicBezTo>
                  <a:pt x="2833507" y="5000441"/>
                  <a:pt x="2976578" y="5143500"/>
                  <a:pt x="3154225" y="5143500"/>
                </a:cubicBezTo>
                <a:cubicBezTo>
                  <a:pt x="3331872" y="5143500"/>
                  <a:pt x="3475473" y="5000441"/>
                  <a:pt x="3475473" y="4823869"/>
                </a:cubicBezTo>
                <a:lnTo>
                  <a:pt x="3475473" y="4123013"/>
                </a:lnTo>
                <a:lnTo>
                  <a:pt x="4086043" y="4473772"/>
                </a:lnTo>
                <a:cubicBezTo>
                  <a:pt x="4239447" y="4562389"/>
                  <a:pt x="4435640" y="4509934"/>
                  <a:pt x="4524132" y="4357471"/>
                </a:cubicBezTo>
                <a:cubicBezTo>
                  <a:pt x="4612625" y="4205007"/>
                  <a:pt x="4560298" y="4008566"/>
                  <a:pt x="4406628" y="3920213"/>
                </a:cubicBezTo>
                <a:close/>
                <a:moveTo>
                  <a:pt x="3148529" y="2694410"/>
                </a:moveTo>
                <a:lnTo>
                  <a:pt x="2695205" y="3144913"/>
                </a:lnTo>
                <a:cubicBezTo>
                  <a:pt x="2682222" y="3158159"/>
                  <a:pt x="2657185" y="3169021"/>
                  <a:pt x="2638374" y="3169021"/>
                </a:cubicBezTo>
                <a:lnTo>
                  <a:pt x="2504973" y="3169021"/>
                </a:lnTo>
                <a:cubicBezTo>
                  <a:pt x="2486692" y="3169021"/>
                  <a:pt x="2461257" y="3158159"/>
                  <a:pt x="2448142" y="3144913"/>
                </a:cubicBezTo>
                <a:lnTo>
                  <a:pt x="1995083" y="2694410"/>
                </a:lnTo>
                <a:cubicBezTo>
                  <a:pt x="1982100" y="2681694"/>
                  <a:pt x="1971635" y="2656261"/>
                  <a:pt x="1971635" y="2638246"/>
                </a:cubicBezTo>
                <a:lnTo>
                  <a:pt x="1971635" y="2505387"/>
                </a:lnTo>
                <a:cubicBezTo>
                  <a:pt x="1971635" y="2486974"/>
                  <a:pt x="1982100" y="2461409"/>
                  <a:pt x="1995083" y="2448560"/>
                </a:cubicBezTo>
                <a:lnTo>
                  <a:pt x="2448142" y="1998057"/>
                </a:lnTo>
                <a:cubicBezTo>
                  <a:pt x="2461257" y="1984811"/>
                  <a:pt x="2486692" y="1974346"/>
                  <a:pt x="2504973" y="1974346"/>
                </a:cubicBezTo>
                <a:lnTo>
                  <a:pt x="2638374" y="1974346"/>
                </a:lnTo>
                <a:cubicBezTo>
                  <a:pt x="2656787" y="1974346"/>
                  <a:pt x="2682222" y="1984811"/>
                  <a:pt x="2695205" y="1998057"/>
                </a:cubicBezTo>
                <a:lnTo>
                  <a:pt x="3148529" y="2448560"/>
                </a:lnTo>
                <a:cubicBezTo>
                  <a:pt x="3161379" y="2461409"/>
                  <a:pt x="3171844" y="2486974"/>
                  <a:pt x="3171844" y="2505387"/>
                </a:cubicBezTo>
                <a:lnTo>
                  <a:pt x="3171844" y="2638246"/>
                </a:lnTo>
                <a:cubicBezTo>
                  <a:pt x="3171844" y="2656261"/>
                  <a:pt x="3161379" y="2681694"/>
                  <a:pt x="3148529" y="2694410"/>
                </a:cubicBezTo>
                <a:close/>
                <a:moveTo>
                  <a:pt x="2786214" y="2569366"/>
                </a:moveTo>
                <a:cubicBezTo>
                  <a:pt x="2786214" y="2551086"/>
                  <a:pt x="2775086" y="2525786"/>
                  <a:pt x="2762236" y="2512275"/>
                </a:cubicBezTo>
                <a:lnTo>
                  <a:pt x="2630955" y="2382329"/>
                </a:lnTo>
                <a:cubicBezTo>
                  <a:pt x="2617973" y="2369481"/>
                  <a:pt x="2592538" y="2358751"/>
                  <a:pt x="2574257" y="2358751"/>
                </a:cubicBezTo>
                <a:lnTo>
                  <a:pt x="2569090" y="2358751"/>
                </a:lnTo>
                <a:cubicBezTo>
                  <a:pt x="2550809" y="2358751"/>
                  <a:pt x="2525374" y="2369481"/>
                  <a:pt x="2512656" y="2382329"/>
                </a:cubicBezTo>
                <a:lnTo>
                  <a:pt x="2381375" y="2512275"/>
                </a:lnTo>
                <a:cubicBezTo>
                  <a:pt x="2368260" y="2525786"/>
                  <a:pt x="2358192" y="2551086"/>
                  <a:pt x="2358192" y="2569366"/>
                </a:cubicBezTo>
                <a:lnTo>
                  <a:pt x="2358192" y="2574399"/>
                </a:lnTo>
                <a:cubicBezTo>
                  <a:pt x="2358192" y="2592414"/>
                  <a:pt x="2368260" y="2617582"/>
                  <a:pt x="2381375" y="2630696"/>
                </a:cubicBezTo>
                <a:lnTo>
                  <a:pt x="2512656" y="2761038"/>
                </a:lnTo>
                <a:cubicBezTo>
                  <a:pt x="2525506" y="2773887"/>
                  <a:pt x="2550809" y="2784617"/>
                  <a:pt x="2569090" y="2784617"/>
                </a:cubicBezTo>
                <a:lnTo>
                  <a:pt x="2574257" y="2784617"/>
                </a:lnTo>
                <a:cubicBezTo>
                  <a:pt x="2592538" y="2784617"/>
                  <a:pt x="2617973" y="2773887"/>
                  <a:pt x="2630955" y="2761038"/>
                </a:cubicBezTo>
                <a:lnTo>
                  <a:pt x="2762236" y="2630696"/>
                </a:lnTo>
                <a:cubicBezTo>
                  <a:pt x="2775086" y="2617582"/>
                  <a:pt x="2786214" y="2592414"/>
                  <a:pt x="2786214" y="2574399"/>
                </a:cubicBezTo>
                <a:close/>
                <a:moveTo>
                  <a:pt x="736718" y="1222757"/>
                </a:moveTo>
                <a:lnTo>
                  <a:pt x="1827239" y="1849170"/>
                </a:lnTo>
                <a:cubicBezTo>
                  <a:pt x="1883672" y="1881603"/>
                  <a:pt x="1948619" y="1896152"/>
                  <a:pt x="2013497" y="1890895"/>
                </a:cubicBezTo>
                <a:cubicBezTo>
                  <a:pt x="2179486" y="1878709"/>
                  <a:pt x="2310502" y="1740286"/>
                  <a:pt x="2310502" y="1572324"/>
                </a:cubicBezTo>
                <a:lnTo>
                  <a:pt x="2310502" y="319233"/>
                </a:lnTo>
                <a:cubicBezTo>
                  <a:pt x="2310502" y="143059"/>
                  <a:pt x="2166503" y="0"/>
                  <a:pt x="1989651" y="0"/>
                </a:cubicBezTo>
                <a:cubicBezTo>
                  <a:pt x="1812799" y="0"/>
                  <a:pt x="1668536" y="143059"/>
                  <a:pt x="1668536" y="319233"/>
                </a:cubicBezTo>
                <a:lnTo>
                  <a:pt x="1668536" y="1020355"/>
                </a:lnTo>
                <a:lnTo>
                  <a:pt x="1057436" y="669198"/>
                </a:lnTo>
                <a:cubicBezTo>
                  <a:pt x="904297" y="580978"/>
                  <a:pt x="708369" y="633301"/>
                  <a:pt x="619347" y="785897"/>
                </a:cubicBezTo>
                <a:cubicBezTo>
                  <a:pt x="530985" y="938468"/>
                  <a:pt x="583048" y="1133777"/>
                  <a:pt x="735632" y="1222131"/>
                </a:cubicBezTo>
                <a:cubicBezTo>
                  <a:pt x="735994" y="1222340"/>
                  <a:pt x="736356" y="1222549"/>
                  <a:pt x="736718" y="1222757"/>
                </a:cubicBezTo>
                <a:close/>
                <a:moveTo>
                  <a:pt x="3130380" y="1890895"/>
                </a:moveTo>
                <a:cubicBezTo>
                  <a:pt x="3195131" y="1896154"/>
                  <a:pt x="3259952" y="1881602"/>
                  <a:pt x="3316240" y="1849170"/>
                </a:cubicBezTo>
                <a:lnTo>
                  <a:pt x="4406628" y="1222757"/>
                </a:lnTo>
                <a:cubicBezTo>
                  <a:pt x="4559590" y="1135057"/>
                  <a:pt x="4612489" y="939974"/>
                  <a:pt x="4524782" y="787025"/>
                </a:cubicBezTo>
                <a:cubicBezTo>
                  <a:pt x="4524567" y="786649"/>
                  <a:pt x="4524350" y="786273"/>
                  <a:pt x="4524132" y="785897"/>
                </a:cubicBezTo>
                <a:cubicBezTo>
                  <a:pt x="4435640" y="633301"/>
                  <a:pt x="4239447" y="580978"/>
                  <a:pt x="4086043" y="669198"/>
                </a:cubicBezTo>
                <a:lnTo>
                  <a:pt x="3475473" y="1020355"/>
                </a:lnTo>
                <a:lnTo>
                  <a:pt x="3475473" y="319233"/>
                </a:lnTo>
                <a:cubicBezTo>
                  <a:pt x="3475473" y="143059"/>
                  <a:pt x="3331872" y="0"/>
                  <a:pt x="3154225" y="0"/>
                </a:cubicBezTo>
                <a:cubicBezTo>
                  <a:pt x="2976578" y="0"/>
                  <a:pt x="2833507" y="143059"/>
                  <a:pt x="2833507" y="319233"/>
                </a:cubicBezTo>
                <a:lnTo>
                  <a:pt x="2833507" y="1572324"/>
                </a:lnTo>
                <a:cubicBezTo>
                  <a:pt x="2833507" y="1740286"/>
                  <a:pt x="2964126" y="1878709"/>
                  <a:pt x="3130380" y="1890895"/>
                </a:cubicBezTo>
                <a:close/>
                <a:moveTo>
                  <a:pt x="2013497" y="3252605"/>
                </a:moveTo>
                <a:cubicBezTo>
                  <a:pt x="1948600" y="3247084"/>
                  <a:pt x="1883576" y="3261651"/>
                  <a:pt x="1827239" y="3294330"/>
                </a:cubicBezTo>
                <a:lnTo>
                  <a:pt x="736718" y="3920213"/>
                </a:lnTo>
                <a:cubicBezTo>
                  <a:pt x="583314" y="4008566"/>
                  <a:pt x="530854" y="4204477"/>
                  <a:pt x="619347" y="4357471"/>
                </a:cubicBezTo>
                <a:cubicBezTo>
                  <a:pt x="707839" y="4510464"/>
                  <a:pt x="904297" y="4562389"/>
                  <a:pt x="1057436" y="4473772"/>
                </a:cubicBezTo>
                <a:lnTo>
                  <a:pt x="1668536" y="4123013"/>
                </a:lnTo>
                <a:lnTo>
                  <a:pt x="1668536" y="4823869"/>
                </a:lnTo>
                <a:cubicBezTo>
                  <a:pt x="1668536" y="5000441"/>
                  <a:pt x="1812137" y="5143500"/>
                  <a:pt x="1989651" y="5143500"/>
                </a:cubicBezTo>
                <a:cubicBezTo>
                  <a:pt x="2167166" y="5143500"/>
                  <a:pt x="2310502" y="5000441"/>
                  <a:pt x="2310502" y="4823869"/>
                </a:cubicBezTo>
                <a:lnTo>
                  <a:pt x="2310502" y="3570911"/>
                </a:lnTo>
                <a:cubicBezTo>
                  <a:pt x="2310502" y="3402684"/>
                  <a:pt x="2179486" y="3264526"/>
                  <a:pt x="2013497" y="3252605"/>
                </a:cubicBezTo>
                <a:close/>
                <a:moveTo>
                  <a:pt x="1717816" y="2665798"/>
                </a:moveTo>
                <a:cubicBezTo>
                  <a:pt x="1728394" y="2632182"/>
                  <a:pt x="1733318" y="2597044"/>
                  <a:pt x="1732388" y="2561815"/>
                </a:cubicBezTo>
                <a:cubicBezTo>
                  <a:pt x="1731063" y="2536648"/>
                  <a:pt x="1727884" y="2511480"/>
                  <a:pt x="1720730" y="2486312"/>
                </a:cubicBezTo>
                <a:cubicBezTo>
                  <a:pt x="1699137" y="2408292"/>
                  <a:pt x="1648002" y="2338617"/>
                  <a:pt x="1571300" y="2294640"/>
                </a:cubicBezTo>
                <a:lnTo>
                  <a:pt x="481574" y="1668359"/>
                </a:lnTo>
                <a:cubicBezTo>
                  <a:pt x="327773" y="1580272"/>
                  <a:pt x="131580" y="1632594"/>
                  <a:pt x="43352" y="1785456"/>
                </a:cubicBezTo>
                <a:cubicBezTo>
                  <a:pt x="-44875" y="1938317"/>
                  <a:pt x="6790" y="2133168"/>
                  <a:pt x="160591" y="2221521"/>
                </a:cubicBezTo>
                <a:lnTo>
                  <a:pt x="769571" y="2572015"/>
                </a:lnTo>
                <a:lnTo>
                  <a:pt x="160591" y="2921450"/>
                </a:lnTo>
                <a:cubicBezTo>
                  <a:pt x="6790" y="3010067"/>
                  <a:pt x="-45670" y="3205051"/>
                  <a:pt x="43352" y="3358310"/>
                </a:cubicBezTo>
                <a:cubicBezTo>
                  <a:pt x="132374" y="3511568"/>
                  <a:pt x="327773" y="3562963"/>
                  <a:pt x="481574" y="3474876"/>
                </a:cubicBezTo>
                <a:lnTo>
                  <a:pt x="1571300" y="2848198"/>
                </a:lnTo>
                <a:cubicBezTo>
                  <a:pt x="1641515" y="2808189"/>
                  <a:pt x="1693892" y="2742984"/>
                  <a:pt x="1717816" y="2665798"/>
                </a:cubicBezTo>
                <a:close/>
                <a:moveTo>
                  <a:pt x="5160799" y="588131"/>
                </a:moveTo>
                <a:lnTo>
                  <a:pt x="5112049" y="588131"/>
                </a:lnTo>
                <a:lnTo>
                  <a:pt x="5112049" y="648137"/>
                </a:lnTo>
                <a:lnTo>
                  <a:pt x="5160799" y="648137"/>
                </a:lnTo>
                <a:cubicBezTo>
                  <a:pt x="5183452" y="648137"/>
                  <a:pt x="5198157" y="637937"/>
                  <a:pt x="5198157" y="618730"/>
                </a:cubicBezTo>
                <a:cubicBezTo>
                  <a:pt x="5198157" y="599523"/>
                  <a:pt x="5184512" y="588131"/>
                  <a:pt x="5160799" y="588131"/>
                </a:cubicBezTo>
                <a:close/>
                <a:moveTo>
                  <a:pt x="5052039" y="532630"/>
                </a:moveTo>
                <a:lnTo>
                  <a:pt x="5161859" y="532630"/>
                </a:lnTo>
                <a:cubicBezTo>
                  <a:pt x="5222002" y="532630"/>
                  <a:pt x="5261612" y="565480"/>
                  <a:pt x="5261612" y="616346"/>
                </a:cubicBezTo>
                <a:cubicBezTo>
                  <a:pt x="5261612" y="648137"/>
                  <a:pt x="5245715" y="671847"/>
                  <a:pt x="5222002" y="686683"/>
                </a:cubicBezTo>
                <a:lnTo>
                  <a:pt x="5265056" y="748940"/>
                </a:lnTo>
                <a:lnTo>
                  <a:pt x="5265056" y="761392"/>
                </a:lnTo>
                <a:lnTo>
                  <a:pt x="5202661" y="761392"/>
                </a:lnTo>
                <a:lnTo>
                  <a:pt x="5160799" y="701386"/>
                </a:lnTo>
                <a:lnTo>
                  <a:pt x="5112049" y="701386"/>
                </a:lnTo>
                <a:lnTo>
                  <a:pt x="5112049" y="761392"/>
                </a:lnTo>
                <a:lnTo>
                  <a:pt x="5052039" y="761392"/>
                </a:lnTo>
                <a:close/>
                <a:moveTo>
                  <a:pt x="5358979" y="651581"/>
                </a:moveTo>
                <a:cubicBezTo>
                  <a:pt x="5358979" y="529186"/>
                  <a:pt x="5277508" y="436330"/>
                  <a:pt x="5152851" y="436330"/>
                </a:cubicBezTo>
                <a:cubicBezTo>
                  <a:pt x="5030445" y="436330"/>
                  <a:pt x="4948842" y="524682"/>
                  <a:pt x="4948842" y="651581"/>
                </a:cubicBezTo>
                <a:cubicBezTo>
                  <a:pt x="4948842" y="772783"/>
                  <a:pt x="5030445" y="866699"/>
                  <a:pt x="5152851" y="866699"/>
                </a:cubicBezTo>
                <a:cubicBezTo>
                  <a:pt x="5277508" y="866699"/>
                  <a:pt x="5358979" y="773843"/>
                  <a:pt x="5358979" y="651581"/>
                </a:cubicBezTo>
                <a:close/>
                <a:moveTo>
                  <a:pt x="5409982" y="651581"/>
                </a:moveTo>
                <a:cubicBezTo>
                  <a:pt x="5409982" y="795434"/>
                  <a:pt x="5313674" y="915445"/>
                  <a:pt x="5152851" y="915445"/>
                </a:cubicBezTo>
                <a:cubicBezTo>
                  <a:pt x="4992028" y="915445"/>
                  <a:pt x="4897972" y="794242"/>
                  <a:pt x="4897972" y="651581"/>
                </a:cubicBezTo>
                <a:cubicBezTo>
                  <a:pt x="4897972" y="508919"/>
                  <a:pt x="4993088" y="387584"/>
                  <a:pt x="5152851" y="387584"/>
                </a:cubicBezTo>
                <a:cubicBezTo>
                  <a:pt x="5312614" y="387584"/>
                  <a:pt x="5409982" y="507594"/>
                  <a:pt x="5409982" y="651581"/>
                </a:cubicBezTo>
                <a:close/>
              </a:path>
            </a:pathLst>
          </a:custGeom>
          <a:solidFill>
            <a:schemeClr val="accent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350">
              <a:solidFill>
                <a:schemeClr val="dk1"/>
              </a:solidFill>
              <a:latin typeface="Arial"/>
              <a:ea typeface="Arial"/>
              <a:cs typeface="Arial"/>
              <a:sym typeface="Arial"/>
            </a:endParaRPr>
          </a:p>
        </p:txBody>
      </p:sp>
      <p:sp>
        <p:nvSpPr>
          <p:cNvPr id="13" name="Google Shape;13;p2"/>
          <p:cNvSpPr txBox="1">
            <a:spLocks noGrp="1"/>
          </p:cNvSpPr>
          <p:nvPr>
            <p:ph type="subTitle" idx="1"/>
          </p:nvPr>
        </p:nvSpPr>
        <p:spPr>
          <a:xfrm>
            <a:off x="365760" y="655285"/>
            <a:ext cx="8344800" cy="365700"/>
          </a:xfrm>
          <a:prstGeom prst="rect">
            <a:avLst/>
          </a:prstGeom>
        </p:spPr>
        <p:txBody>
          <a:bodyPr spcFirstLastPara="1" wrap="square" lIns="91425" tIns="91425" rIns="91425" bIns="91425" anchor="t" anchorCtr="0">
            <a:noAutofit/>
          </a:bodyPr>
          <a:lstStyle>
            <a:lvl1pPr lvl="0" rtl="0">
              <a:spcBef>
                <a:spcPts val="0"/>
              </a:spcBef>
              <a:spcAft>
                <a:spcPts val="0"/>
              </a:spcAft>
              <a:buClr>
                <a:srgbClr val="5B5B5B"/>
              </a:buClr>
              <a:buSzPts val="1800"/>
              <a:buNone/>
              <a:defRPr>
                <a:solidFill>
                  <a:srgbClr val="5B5B5B"/>
                </a:solidFill>
              </a:defRPr>
            </a:lvl1pPr>
            <a:lvl2pPr lvl="1" rtl="0">
              <a:spcBef>
                <a:spcPts val="1000"/>
              </a:spcBef>
              <a:spcAft>
                <a:spcPts val="0"/>
              </a:spcAft>
              <a:buClr>
                <a:srgbClr val="5B5B5B"/>
              </a:buClr>
              <a:buSzPts val="1800"/>
              <a:buNone/>
              <a:defRPr>
                <a:solidFill>
                  <a:srgbClr val="5B5B5B"/>
                </a:solidFill>
              </a:defRPr>
            </a:lvl2pPr>
            <a:lvl3pPr lvl="2" rtl="0">
              <a:spcBef>
                <a:spcPts val="1000"/>
              </a:spcBef>
              <a:spcAft>
                <a:spcPts val="0"/>
              </a:spcAft>
              <a:buClr>
                <a:srgbClr val="5B5B5B"/>
              </a:buClr>
              <a:buSzPts val="1400"/>
              <a:buNone/>
              <a:defRPr>
                <a:solidFill>
                  <a:srgbClr val="5B5B5B"/>
                </a:solidFill>
              </a:defRPr>
            </a:lvl3pPr>
            <a:lvl4pPr lvl="3" rtl="0">
              <a:spcBef>
                <a:spcPts val="1000"/>
              </a:spcBef>
              <a:spcAft>
                <a:spcPts val="0"/>
              </a:spcAft>
              <a:buClr>
                <a:srgbClr val="5B5B5B"/>
              </a:buClr>
              <a:buSzPts val="1400"/>
              <a:buNone/>
              <a:defRPr>
                <a:solidFill>
                  <a:srgbClr val="5B5B5B"/>
                </a:solidFill>
              </a:defRPr>
            </a:lvl4pPr>
            <a:lvl5pPr lvl="4" rtl="0">
              <a:spcBef>
                <a:spcPts val="1000"/>
              </a:spcBef>
              <a:spcAft>
                <a:spcPts val="0"/>
              </a:spcAft>
              <a:buClr>
                <a:srgbClr val="5B5B5B"/>
              </a:buClr>
              <a:buSzPts val="1400"/>
              <a:buNone/>
              <a:defRPr>
                <a:solidFill>
                  <a:srgbClr val="5B5B5B"/>
                </a:solidFill>
              </a:defRPr>
            </a:lvl5pPr>
            <a:lvl6pPr lvl="5" rtl="0">
              <a:spcBef>
                <a:spcPts val="1000"/>
              </a:spcBef>
              <a:spcAft>
                <a:spcPts val="0"/>
              </a:spcAft>
              <a:buClr>
                <a:srgbClr val="5B5B5B"/>
              </a:buClr>
              <a:buSzPts val="1400"/>
              <a:buNone/>
              <a:defRPr>
                <a:solidFill>
                  <a:srgbClr val="5B5B5B"/>
                </a:solidFill>
              </a:defRPr>
            </a:lvl6pPr>
            <a:lvl7pPr lvl="6" rtl="0">
              <a:spcBef>
                <a:spcPts val="1000"/>
              </a:spcBef>
              <a:spcAft>
                <a:spcPts val="0"/>
              </a:spcAft>
              <a:buClr>
                <a:srgbClr val="5B5B5B"/>
              </a:buClr>
              <a:buSzPts val="1400"/>
              <a:buNone/>
              <a:defRPr>
                <a:solidFill>
                  <a:srgbClr val="5B5B5B"/>
                </a:solidFill>
              </a:defRPr>
            </a:lvl7pPr>
            <a:lvl8pPr lvl="7" rtl="0">
              <a:spcBef>
                <a:spcPts val="1000"/>
              </a:spcBef>
              <a:spcAft>
                <a:spcPts val="0"/>
              </a:spcAft>
              <a:buClr>
                <a:srgbClr val="5B5B5B"/>
              </a:buClr>
              <a:buSzPts val="1400"/>
              <a:buNone/>
              <a:defRPr>
                <a:solidFill>
                  <a:srgbClr val="5B5B5B"/>
                </a:solidFill>
              </a:defRPr>
            </a:lvl8pPr>
            <a:lvl9pPr lvl="8" rtl="0">
              <a:spcBef>
                <a:spcPts val="1000"/>
              </a:spcBef>
              <a:spcAft>
                <a:spcPts val="1000"/>
              </a:spcAft>
              <a:buClr>
                <a:srgbClr val="5B5B5B"/>
              </a:buClr>
              <a:buSzPts val="1400"/>
              <a:buNone/>
              <a:defRPr>
                <a:solidFill>
                  <a:srgbClr val="5B5B5B"/>
                </a:solidFill>
              </a:defRPr>
            </a:lvl9pPr>
          </a:lstStyle>
          <a:p>
            <a:endParaRPr/>
          </a:p>
        </p:txBody>
      </p:sp>
      <p:sp>
        <p:nvSpPr>
          <p:cNvPr id="14" name="Google Shape;14;p2"/>
          <p:cNvSpPr txBox="1"/>
          <p:nvPr/>
        </p:nvSpPr>
        <p:spPr>
          <a:xfrm>
            <a:off x="2883200" y="1953900"/>
            <a:ext cx="26688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5" name="Google Shape;15;p2"/>
          <p:cNvSpPr/>
          <p:nvPr/>
        </p:nvSpPr>
        <p:spPr>
          <a:xfrm>
            <a:off x="660651" y="4866916"/>
            <a:ext cx="1681200" cy="924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b="0" i="0">
                <a:solidFill>
                  <a:srgbClr val="929292"/>
                </a:solidFill>
                <a:latin typeface="Arial"/>
                <a:ea typeface="Arial"/>
                <a:cs typeface="Arial"/>
                <a:sym typeface="Arial"/>
              </a:rPr>
              <a:t>© </a:t>
            </a:r>
            <a:r>
              <a:rPr lang="en" sz="600">
                <a:solidFill>
                  <a:srgbClr val="929292"/>
                </a:solidFill>
              </a:rPr>
              <a:t>2026</a:t>
            </a:r>
            <a:r>
              <a:rPr lang="en" sz="600" b="0" i="0">
                <a:solidFill>
                  <a:srgbClr val="929292"/>
                </a:solidFill>
                <a:latin typeface="Arial"/>
                <a:ea typeface="Arial"/>
                <a:cs typeface="Arial"/>
                <a:sym typeface="Arial"/>
              </a:rPr>
              <a:t> Snowflake Inc. All Rights Reserved</a:t>
            </a:r>
            <a:endParaRPr sz="600">
              <a:solidFill>
                <a:srgbClr val="929292"/>
              </a:solidFill>
              <a:latin typeface="Arial"/>
              <a:ea typeface="Arial"/>
              <a:cs typeface="Arial"/>
              <a:sym typeface="Arial"/>
            </a:endParaRPr>
          </a:p>
        </p:txBody>
      </p:sp>
      <p:sp>
        <p:nvSpPr>
          <p:cNvPr id="16" name="Google Shape;16;p2"/>
          <p:cNvSpPr/>
          <p:nvPr/>
        </p:nvSpPr>
        <p:spPr>
          <a:xfrm>
            <a:off x="0" y="343500"/>
            <a:ext cx="137100" cy="3657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txBox="1">
            <a:spLocks noGrp="1"/>
          </p:cNvSpPr>
          <p:nvPr>
            <p:ph type="title"/>
          </p:nvPr>
        </p:nvSpPr>
        <p:spPr>
          <a:xfrm>
            <a:off x="365750" y="274323"/>
            <a:ext cx="8344800" cy="365700"/>
          </a:xfrm>
          <a:prstGeom prst="rect">
            <a:avLst/>
          </a:prstGeom>
        </p:spPr>
        <p:txBody>
          <a:bodyPr spcFirstLastPara="1" wrap="square" lIns="91425" tIns="91425" rIns="91425" bIns="91425" anchor="t" anchorCtr="0">
            <a:noAutofit/>
          </a:bodyPr>
          <a:lstStyle>
            <a:lvl1pPr lvl="0" rtl="0">
              <a:lnSpc>
                <a:spcPct val="85000"/>
              </a:lnSpc>
              <a:spcBef>
                <a:spcPts val="0"/>
              </a:spcBef>
              <a:spcAft>
                <a:spcPts val="0"/>
              </a:spcAft>
              <a:buSzPts val="2600"/>
              <a:buNone/>
              <a:defRPr/>
            </a:lvl1pPr>
            <a:lvl2pPr lvl="1" rtl="0">
              <a:lnSpc>
                <a:spcPct val="85000"/>
              </a:lnSpc>
              <a:spcBef>
                <a:spcPts val="1000"/>
              </a:spcBef>
              <a:spcAft>
                <a:spcPts val="0"/>
              </a:spcAft>
              <a:buSzPts val="1400"/>
              <a:buNone/>
              <a:defRPr/>
            </a:lvl2pPr>
            <a:lvl3pPr lvl="2" rtl="0">
              <a:lnSpc>
                <a:spcPct val="85000"/>
              </a:lnSpc>
              <a:spcBef>
                <a:spcPts val="1000"/>
              </a:spcBef>
              <a:spcAft>
                <a:spcPts val="0"/>
              </a:spcAft>
              <a:buSzPts val="1400"/>
              <a:buNone/>
              <a:defRPr/>
            </a:lvl3pPr>
            <a:lvl4pPr lvl="3" rtl="0">
              <a:lnSpc>
                <a:spcPct val="85000"/>
              </a:lnSpc>
              <a:spcBef>
                <a:spcPts val="1000"/>
              </a:spcBef>
              <a:spcAft>
                <a:spcPts val="0"/>
              </a:spcAft>
              <a:buSzPts val="1400"/>
              <a:buNone/>
              <a:defRPr/>
            </a:lvl4pPr>
            <a:lvl5pPr lvl="4" rtl="0">
              <a:lnSpc>
                <a:spcPct val="85000"/>
              </a:lnSpc>
              <a:spcBef>
                <a:spcPts val="1000"/>
              </a:spcBef>
              <a:spcAft>
                <a:spcPts val="0"/>
              </a:spcAft>
              <a:buSzPts val="1400"/>
              <a:buNone/>
              <a:defRPr/>
            </a:lvl5pPr>
            <a:lvl6pPr lvl="5" rtl="0">
              <a:lnSpc>
                <a:spcPct val="85000"/>
              </a:lnSpc>
              <a:spcBef>
                <a:spcPts val="1000"/>
              </a:spcBef>
              <a:spcAft>
                <a:spcPts val="0"/>
              </a:spcAft>
              <a:buSzPts val="1400"/>
              <a:buNone/>
              <a:defRPr/>
            </a:lvl6pPr>
            <a:lvl7pPr lvl="6" rtl="0">
              <a:lnSpc>
                <a:spcPct val="85000"/>
              </a:lnSpc>
              <a:spcBef>
                <a:spcPts val="1000"/>
              </a:spcBef>
              <a:spcAft>
                <a:spcPts val="0"/>
              </a:spcAft>
              <a:buSzPts val="1400"/>
              <a:buNone/>
              <a:defRPr/>
            </a:lvl7pPr>
            <a:lvl8pPr lvl="7" rtl="0">
              <a:lnSpc>
                <a:spcPct val="85000"/>
              </a:lnSpc>
              <a:spcBef>
                <a:spcPts val="1000"/>
              </a:spcBef>
              <a:spcAft>
                <a:spcPts val="0"/>
              </a:spcAft>
              <a:buSzPts val="1400"/>
              <a:buNone/>
              <a:defRPr/>
            </a:lvl8pPr>
            <a:lvl9pPr lvl="8" rtl="0">
              <a:lnSpc>
                <a:spcPct val="85000"/>
              </a:lnSpc>
              <a:spcBef>
                <a:spcPts val="1000"/>
              </a:spcBef>
              <a:spcAft>
                <a:spcPts val="1000"/>
              </a:spcAft>
              <a:buSzPts val="1400"/>
              <a:buNone/>
              <a:defRPr/>
            </a:lvl9pPr>
          </a:lstStyle>
          <a:p>
            <a:endParaRPr/>
          </a:p>
        </p:txBody>
      </p:sp>
    </p:spTree>
    <p:extLst>
      <p:ext uri="{BB962C8B-B14F-4D97-AF65-F5344CB8AC3E}">
        <p14:creationId xmlns:p14="http://schemas.microsoft.com/office/powerpoint/2010/main" val="287039774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heme" Target="../theme/theme1.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4559" y="291988"/>
            <a:ext cx="7886700" cy="473131"/>
          </a:xfrm>
          <a:prstGeom prst="rect">
            <a:avLst/>
          </a:prstGeom>
        </p:spPr>
        <p:txBody>
          <a:bodyPr vert="horz" lIns="91440" tIns="91440" rIns="91440" bIns="0" rtlCol="0" anchor="t">
            <a:noAutofit/>
          </a:bodyPr>
          <a:lstStyle/>
          <a:p>
            <a:pPr lvl="0"/>
            <a:r>
              <a:rPr lang="en-US"/>
              <a:t>Click to edit Master title style</a:t>
            </a:r>
            <a:endParaRPr lang="en-US" dirty="0"/>
          </a:p>
        </p:txBody>
      </p:sp>
      <p:sp>
        <p:nvSpPr>
          <p:cNvPr id="5" name="Text Placeholder 4">
            <a:extLst>
              <a:ext uri="{FF2B5EF4-FFF2-40B4-BE49-F238E27FC236}">
                <a16:creationId xmlns:a16="http://schemas.microsoft.com/office/drawing/2014/main" id="{085661A6-7EF8-3908-7D7D-693EF36EBBEB}"/>
              </a:ext>
            </a:extLst>
          </p:cNvPr>
          <p:cNvSpPr>
            <a:spLocks noGrp="1"/>
          </p:cNvSpPr>
          <p:nvPr>
            <p:ph type="body" idx="1"/>
          </p:nvPr>
        </p:nvSpPr>
        <p:spPr>
          <a:xfrm>
            <a:off x="628650" y="1370013"/>
            <a:ext cx="7886700" cy="3262312"/>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extBox 2">
            <a:extLst>
              <a:ext uri="{FF2B5EF4-FFF2-40B4-BE49-F238E27FC236}">
                <a16:creationId xmlns:a16="http://schemas.microsoft.com/office/drawing/2014/main" id="{A5968197-BCAC-D26E-2FCF-CB7C8333135E}"/>
              </a:ext>
            </a:extLst>
          </p:cNvPr>
          <p:cNvSpPr txBox="1"/>
          <p:nvPr/>
        </p:nvSpPr>
        <p:spPr>
          <a:xfrm>
            <a:off x="6611816" y="-574516"/>
            <a:ext cx="2656176" cy="261610"/>
          </a:xfrm>
          <a:prstGeom prst="rect">
            <a:avLst/>
          </a:prstGeom>
          <a:noFill/>
        </p:spPr>
        <p:txBody>
          <a:bodyPr wrap="none" rtlCol="0">
            <a:spAutoFit/>
          </a:bodyPr>
          <a:lstStyle/>
          <a:p>
            <a:pPr algn="r"/>
            <a:r>
              <a:rPr lang="en-US" sz="1050" spc="170" baseline="0" dirty="0">
                <a:solidFill>
                  <a:srgbClr val="CCCCCC"/>
                </a:solidFill>
              </a:rPr>
              <a:t>SNOWFLAKE THEME 2026.01</a:t>
            </a:r>
          </a:p>
        </p:txBody>
      </p:sp>
      <p:sp>
        <p:nvSpPr>
          <p:cNvPr id="4" name="TextBox 3">
            <a:extLst>
              <a:ext uri="{FF2B5EF4-FFF2-40B4-BE49-F238E27FC236}">
                <a16:creationId xmlns:a16="http://schemas.microsoft.com/office/drawing/2014/main" id="{9AAEA3D5-D460-4031-513D-27B84CFD0714}"/>
              </a:ext>
            </a:extLst>
          </p:cNvPr>
          <p:cNvSpPr txBox="1"/>
          <p:nvPr userDrawn="1"/>
        </p:nvSpPr>
        <p:spPr>
          <a:xfrm>
            <a:off x="6611816" y="-574516"/>
            <a:ext cx="2656176" cy="261610"/>
          </a:xfrm>
          <a:prstGeom prst="rect">
            <a:avLst/>
          </a:prstGeom>
          <a:noFill/>
        </p:spPr>
        <p:txBody>
          <a:bodyPr wrap="none" rtlCol="0">
            <a:spAutoFit/>
          </a:bodyPr>
          <a:lstStyle/>
          <a:p>
            <a:pPr algn="r"/>
            <a:r>
              <a:rPr lang="en-US" sz="1050" spc="170" baseline="0" dirty="0">
                <a:solidFill>
                  <a:srgbClr val="CCCCCC"/>
                </a:solidFill>
              </a:rPr>
              <a:t>SNOWFLAKE THEME 2026.01</a:t>
            </a:r>
          </a:p>
        </p:txBody>
      </p:sp>
    </p:spTree>
    <p:extLst>
      <p:ext uri="{BB962C8B-B14F-4D97-AF65-F5344CB8AC3E}">
        <p14:creationId xmlns:p14="http://schemas.microsoft.com/office/powerpoint/2010/main" val="419734460"/>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 id="2147483756" r:id="rId12"/>
    <p:sldLayoutId id="2147483757" r:id="rId13"/>
    <p:sldLayoutId id="2147483758" r:id="rId14"/>
    <p:sldLayoutId id="2147483759" r:id="rId15"/>
    <p:sldLayoutId id="2147483760" r:id="rId16"/>
    <p:sldLayoutId id="2147483761" r:id="rId17"/>
    <p:sldLayoutId id="2147483762" r:id="rId18"/>
    <p:sldLayoutId id="2147483763" r:id="rId19"/>
    <p:sldLayoutId id="2147483764" r:id="rId20"/>
    <p:sldLayoutId id="2147483765" r:id="rId21"/>
    <p:sldLayoutId id="2147483766" r:id="rId22"/>
    <p:sldLayoutId id="2147483767" r:id="rId23"/>
    <p:sldLayoutId id="2147483768" r:id="rId24"/>
    <p:sldLayoutId id="2147483769" r:id="rId25"/>
    <p:sldLayoutId id="2147483770" r:id="rId26"/>
    <p:sldLayoutId id="2147483771" r:id="rId27"/>
    <p:sldLayoutId id="2147483772" r:id="rId28"/>
    <p:sldLayoutId id="2147483773" r:id="rId29"/>
    <p:sldLayoutId id="2147483774" r:id="rId30"/>
    <p:sldLayoutId id="2147483775" r:id="rId31"/>
    <p:sldLayoutId id="2147483776" r:id="rId32"/>
    <p:sldLayoutId id="2147483777" r:id="rId33"/>
    <p:sldLayoutId id="2147483778" r:id="rId34"/>
    <p:sldLayoutId id="2147483779" r:id="rId35"/>
    <p:sldLayoutId id="2147483780" r:id="rId36"/>
    <p:sldLayoutId id="2147483781" r:id="rId37"/>
    <p:sldLayoutId id="2147483782" r:id="rId38"/>
  </p:sldLayoutIdLst>
  <p:txStyles>
    <p:titleStyle>
      <a:lvl1pPr algn="l" defTabSz="685800" rtl="0" eaLnBrk="1" latinLnBrk="0" hangingPunct="1">
        <a:lnSpc>
          <a:spcPct val="85000"/>
        </a:lnSpc>
        <a:spcBef>
          <a:spcPct val="0"/>
        </a:spcBef>
        <a:buNone/>
        <a:defRPr lang="en-US" sz="2600" b="1" kern="1200" dirty="0">
          <a:solidFill>
            <a:schemeClr val="tx1"/>
          </a:solidFill>
          <a:latin typeface="+mn-lt"/>
          <a:ea typeface="+mn-ea"/>
          <a:cs typeface="+mn-cs"/>
        </a:defRPr>
      </a:lvl1pPr>
    </p:titleStyle>
    <p:bodyStyle>
      <a:lvl1pPr marL="0" indent="0" algn="l" defTabSz="685800" rtl="0" eaLnBrk="1" latinLnBrk="0" hangingPunct="1">
        <a:lnSpc>
          <a:spcPct val="114000"/>
        </a:lnSpc>
        <a:spcBef>
          <a:spcPts val="0"/>
        </a:spcBef>
        <a:spcAft>
          <a:spcPts val="1000"/>
        </a:spcAft>
        <a:buFont typeface="Arial" panose="020B0604020202020204" pitchFamily="34" charset="0"/>
        <a:buNone/>
        <a:defRPr lang="en-US" sz="1800" kern="1200" dirty="0" smtClean="0">
          <a:solidFill>
            <a:srgbClr val="5B5B5B"/>
          </a:solidFill>
          <a:latin typeface="+mn-lt"/>
          <a:ea typeface="+mn-ea"/>
          <a:cs typeface="+mn-cs"/>
        </a:defRPr>
      </a:lvl1pPr>
      <a:lvl2pPr marL="290513" indent="-176213"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800" kern="1200" dirty="0" smtClean="0">
          <a:solidFill>
            <a:srgbClr val="5B5B5B"/>
          </a:solidFill>
          <a:latin typeface="+mn-lt"/>
          <a:ea typeface="+mn-ea"/>
          <a:cs typeface="+mn-cs"/>
        </a:defRPr>
      </a:lvl2pPr>
      <a:lvl3pPr marL="519113" indent="-198438"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500" kern="1200" dirty="0" smtClean="0">
          <a:solidFill>
            <a:srgbClr val="5B5B5B"/>
          </a:solidFill>
          <a:latin typeface="+mn-lt"/>
          <a:ea typeface="+mn-ea"/>
          <a:cs typeface="+mn-cs"/>
        </a:defRPr>
      </a:lvl3pPr>
      <a:lvl4pPr marL="749300" indent="-174625"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350" kern="1200" dirty="0" smtClean="0">
          <a:solidFill>
            <a:srgbClr val="5B5B5B"/>
          </a:solidFill>
          <a:latin typeface="+mn-lt"/>
          <a:ea typeface="+mn-ea"/>
          <a:cs typeface="+mn-cs"/>
        </a:defRPr>
      </a:lvl4pPr>
      <a:lvl5pPr marL="971550" indent="-171450"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350" kern="1200" dirty="0">
          <a:solidFill>
            <a:srgbClr val="5B5B5B"/>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25" pos="2880" userDrawn="1">
          <p15:clr>
            <a:srgbClr val="F26B43"/>
          </p15:clr>
        </p15:guide>
        <p15:guide id="26" orient="horz" pos="1620" userDrawn="1">
          <p15:clr>
            <a:srgbClr val="F26B43"/>
          </p15:clr>
        </p15:guide>
        <p15:guide id="27" pos="5496" userDrawn="1">
          <p15:clr>
            <a:srgbClr val="F26B43"/>
          </p15:clr>
        </p15:guide>
        <p15:guide id="28" pos="288" userDrawn="1">
          <p15:clr>
            <a:srgbClr val="F26B43"/>
          </p15:clr>
        </p15:guide>
        <p15:guide id="29" pos="4152" userDrawn="1">
          <p15:clr>
            <a:srgbClr val="F26B43"/>
          </p15:clr>
        </p15:guide>
        <p15:guide id="30" orient="horz" pos="2964" userDrawn="1">
          <p15:clr>
            <a:srgbClr val="F26B43"/>
          </p15:clr>
        </p15:guide>
        <p15:guide id="31" pos="4320" userDrawn="1">
          <p15:clr>
            <a:srgbClr val="F26B43"/>
          </p15:clr>
        </p15:guide>
        <p15:guide id="32" pos="2952" userDrawn="1">
          <p15:clr>
            <a:srgbClr val="F26B43"/>
          </p15:clr>
        </p15:guide>
        <p15:guide id="33" pos="2808" userDrawn="1">
          <p15:clr>
            <a:srgbClr val="F26B43"/>
          </p15:clr>
        </p15:guide>
        <p15:guide id="34" pos="1632" userDrawn="1">
          <p15:clr>
            <a:srgbClr val="F26B43"/>
          </p15:clr>
        </p15:guide>
        <p15:guide id="35" pos="1464" userDrawn="1">
          <p15:clr>
            <a:srgbClr val="F26B43"/>
          </p15:clr>
        </p15:guide>
        <p15:guide id="36" orient="horz" pos="396"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4.xml"/></Relationships>
</file>

<file path=ppt/slides/_rels/slide2.xml.rels><?xml version="1.0" encoding="UTF-8" standalone="yes"?>
<Relationships xmlns="http://schemas.openxmlformats.org/package/2006/relationships"><Relationship Id="rId3" Type="http://schemas.openxmlformats.org/officeDocument/2006/relationships/hyperlink" Target="https://snowflake.enterprise.slack.com/archives/C02GUNZHY2E" TargetMode="External"/><Relationship Id="rId2" Type="http://schemas.openxmlformats.org/officeDocument/2006/relationships/notesSlide" Target="../notesSlides/notesSlide2.xml"/><Relationship Id="rId1" Type="http://schemas.openxmlformats.org/officeDocument/2006/relationships/slideLayout" Target="../slideLayouts/slideLayout17.xml"/><Relationship Id="rId4" Type="http://schemas.openxmlformats.org/officeDocument/2006/relationships/hyperlink" Target="mailto:brand@snowflake.com" TargetMode="Externa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7.xml"/></Relationships>
</file>

<file path=ppt/slides/_rels/slide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4.png"/><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3" Type="http://schemas.openxmlformats.org/officeDocument/2006/relationships/hyperlink" Target="https://capitalizemytitle.com/style/AP/"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webaim.org/resources/contrastchecker/" TargetMode="External"/><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image" Target="../media/image29.png"/><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3.xml"/></Relationships>
</file>

<file path=ppt/slides/_rels/slide21.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4.xml"/><Relationship Id="rId1" Type="http://schemas.openxmlformats.org/officeDocument/2006/relationships/slideLayout" Target="../slideLayouts/slideLayout2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9.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37.jp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45.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notesSlide" Target="../notesSlides/notesSlide38.xml"/><Relationship Id="rId1" Type="http://schemas.openxmlformats.org/officeDocument/2006/relationships/slideLayout" Target="../slideLayouts/slideLayout1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1.xml"/></Relationships>
</file>

<file path=ppt/slides/_rels/slide47.xml.rels><?xml version="1.0" encoding="UTF-8" standalone="yes"?>
<Relationships xmlns="http://schemas.openxmlformats.org/package/2006/relationships"><Relationship Id="rId3" Type="http://schemas.openxmlformats.org/officeDocument/2006/relationships/image" Target="../media/image40.jpg"/><Relationship Id="rId2" Type="http://schemas.openxmlformats.org/officeDocument/2006/relationships/notesSlide" Target="../notesSlides/notesSlide40.xml"/><Relationship Id="rId1" Type="http://schemas.openxmlformats.org/officeDocument/2006/relationships/slideLayout" Target="../slideLayouts/slideLayout3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7.xml"/></Relationships>
</file>

<file path=ppt/slides/_rels/slide51.xml.rels><?xml version="1.0" encoding="UTF-8" standalone="yes"?>
<Relationships xmlns="http://schemas.openxmlformats.org/package/2006/relationships"><Relationship Id="rId3" Type="http://schemas.openxmlformats.org/officeDocument/2006/relationships/image" Target="../media/image41.jpg"/><Relationship Id="rId2" Type="http://schemas.openxmlformats.org/officeDocument/2006/relationships/notesSlide" Target="../notesSlides/notesSlide44.xml"/><Relationship Id="rId1" Type="http://schemas.openxmlformats.org/officeDocument/2006/relationships/slideLayout" Target="../slideLayouts/slideLayout34.xml"/><Relationship Id="rId6" Type="http://schemas.openxmlformats.org/officeDocument/2006/relationships/image" Target="../media/image43.jpg"/><Relationship Id="rId5" Type="http://schemas.openxmlformats.org/officeDocument/2006/relationships/image" Target="../media/image42.jpg"/><Relationship Id="rId4" Type="http://schemas.openxmlformats.org/officeDocument/2006/relationships/image" Target="../media/image40.jpg"/></Relationships>
</file>

<file path=ppt/slides/_rels/slide5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1.xml"/><Relationship Id="rId5" Type="http://schemas.openxmlformats.org/officeDocument/2006/relationships/image" Target="../media/image46.png"/><Relationship Id="rId4" Type="http://schemas.openxmlformats.org/officeDocument/2006/relationships/image" Target="../media/image45.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9.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9.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9.xml"/></Relationships>
</file>

<file path=ppt/slides/_rels/slide5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0.xml"/><Relationship Id="rId1" Type="http://schemas.openxmlformats.org/officeDocument/2006/relationships/slideLayout" Target="../slideLayouts/slideLayout19.xml"/><Relationship Id="rId4" Type="http://schemas.openxmlformats.org/officeDocument/2006/relationships/chart" Target="../charts/chart2.xml"/></Relationships>
</file>

<file path=ppt/slides/_rels/slide58.xml.rels><?xml version="1.0" encoding="UTF-8" standalone="yes"?>
<Relationships xmlns="http://schemas.openxmlformats.org/package/2006/relationships"><Relationship Id="rId8" Type="http://schemas.openxmlformats.org/officeDocument/2006/relationships/chart" Target="../charts/chart8.xml"/><Relationship Id="rId3" Type="http://schemas.openxmlformats.org/officeDocument/2006/relationships/chart" Target="../charts/chart3.xml"/><Relationship Id="rId7" Type="http://schemas.openxmlformats.org/officeDocument/2006/relationships/chart" Target="../charts/chart7.xml"/><Relationship Id="rId2" Type="http://schemas.openxmlformats.org/officeDocument/2006/relationships/notesSlide" Target="../notesSlides/notesSlide51.xml"/><Relationship Id="rId1" Type="http://schemas.openxmlformats.org/officeDocument/2006/relationships/slideLayout" Target="../slideLayouts/slideLayout19.xml"/><Relationship Id="rId6" Type="http://schemas.openxmlformats.org/officeDocument/2006/relationships/chart" Target="../charts/chart6.xml"/><Relationship Id="rId5" Type="http://schemas.openxmlformats.org/officeDocument/2006/relationships/chart" Target="../charts/chart5.xml"/><Relationship Id="rId4" Type="http://schemas.openxmlformats.org/officeDocument/2006/relationships/chart" Target="../charts/chart4.xml"/></Relationships>
</file>

<file path=ppt/slides/_rels/slide59.xml.rels><?xml version="1.0" encoding="UTF-8" standalone="yes"?>
<Relationships xmlns="http://schemas.openxmlformats.org/package/2006/relationships"><Relationship Id="rId8" Type="http://schemas.openxmlformats.org/officeDocument/2006/relationships/chart" Target="../charts/chart14.xml"/><Relationship Id="rId3" Type="http://schemas.openxmlformats.org/officeDocument/2006/relationships/chart" Target="../charts/chart9.xml"/><Relationship Id="rId7" Type="http://schemas.openxmlformats.org/officeDocument/2006/relationships/chart" Target="../charts/chart13.xml"/><Relationship Id="rId2" Type="http://schemas.openxmlformats.org/officeDocument/2006/relationships/notesSlide" Target="../notesSlides/notesSlide52.xml"/><Relationship Id="rId1" Type="http://schemas.openxmlformats.org/officeDocument/2006/relationships/slideLayout" Target="../slideLayouts/slideLayout19.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9.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9.xml"/></Relationships>
</file>

<file path=ppt/slides/_rels/slide62.xml.rels><?xml version="1.0" encoding="UTF-8" standalone="yes"?>
<Relationships xmlns="http://schemas.openxmlformats.org/package/2006/relationships"><Relationship Id="rId3" Type="http://schemas.openxmlformats.org/officeDocument/2006/relationships/chart" Target="../charts/chart15.xml"/><Relationship Id="rId2" Type="http://schemas.openxmlformats.org/officeDocument/2006/relationships/notesSlide" Target="../notesSlides/notesSlide55.xml"/><Relationship Id="rId1" Type="http://schemas.openxmlformats.org/officeDocument/2006/relationships/slideLayout" Target="../slideLayouts/slideLayout1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9.xml"/></Relationships>
</file>

<file path=ppt/slides/_rels/slide64.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notesSlide" Target="../notesSlides/notesSlide57.xml"/><Relationship Id="rId1" Type="http://schemas.openxmlformats.org/officeDocument/2006/relationships/slideLayout" Target="../slideLayouts/slideLayout1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9.xml"/></Relationships>
</file>

<file path=ppt/slides/_rels/slide6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61.xml"/><Relationship Id="rId1" Type="http://schemas.openxmlformats.org/officeDocument/2006/relationships/slideLayout" Target="../slideLayouts/slideLayout3.xml"/><Relationship Id="rId4" Type="http://schemas.openxmlformats.org/officeDocument/2006/relationships/image" Target="../media/image48.png"/></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9.xml"/></Relationships>
</file>

<file path=ppt/slides/_rels/slide71.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3.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50.png"/></Relationships>
</file>

<file path=ppt/slides/_rels/slide72.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38.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8.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8.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8.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8.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8.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38.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38.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38.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17" name="Title 16">
            <a:extLst>
              <a:ext uri="{FF2B5EF4-FFF2-40B4-BE49-F238E27FC236}">
                <a16:creationId xmlns:a16="http://schemas.microsoft.com/office/drawing/2014/main" id="{E5404051-AF4C-E8D7-0247-4FD9A44BB873}"/>
              </a:ext>
            </a:extLst>
          </p:cNvPr>
          <p:cNvSpPr>
            <a:spLocks noGrp="1"/>
          </p:cNvSpPr>
          <p:nvPr>
            <p:ph type="ctrTitle"/>
          </p:nvPr>
        </p:nvSpPr>
        <p:spPr/>
        <p:txBody>
          <a:bodyPr/>
          <a:lstStyle/>
          <a:p>
            <a:r>
              <a:rPr lang="en-US" dirty="0">
                <a:solidFill>
                  <a:schemeClr val="bg1"/>
                </a:solidFill>
              </a:rPr>
              <a:t>Snowflake</a:t>
            </a:r>
            <a:r>
              <a:rPr lang="en-US" dirty="0"/>
              <a:t> </a:t>
            </a:r>
            <a:br>
              <a:rPr lang="en-US" dirty="0"/>
            </a:br>
            <a:r>
              <a:rPr lang="en-US" dirty="0"/>
              <a:t>Template 2026</a:t>
            </a:r>
          </a:p>
        </p:txBody>
      </p:sp>
      <p:sp>
        <p:nvSpPr>
          <p:cNvPr id="2" name="Subtitle 1">
            <a:extLst>
              <a:ext uri="{FF2B5EF4-FFF2-40B4-BE49-F238E27FC236}">
                <a16:creationId xmlns:a16="http://schemas.microsoft.com/office/drawing/2014/main" id="{6FA0AD38-84A3-FEDA-E6DE-A8F8A2DC81BC}"/>
              </a:ext>
            </a:extLst>
          </p:cNvPr>
          <p:cNvSpPr>
            <a:spLocks noGrp="1"/>
          </p:cNvSpPr>
          <p:nvPr>
            <p:ph type="subTitle" idx="1"/>
          </p:nvPr>
        </p:nvSpPr>
        <p:spPr/>
        <p:txBody>
          <a:bodyPr/>
          <a:lstStyle/>
          <a:p>
            <a:r>
              <a:rPr lang="en-US" dirty="0"/>
              <a:t>Layouts, Icons, and Frequently Used Slides</a:t>
            </a:r>
          </a:p>
          <a:p>
            <a:endParaRPr lang="en-US" dirty="0"/>
          </a:p>
        </p:txBody>
      </p:sp>
      <p:sp>
        <p:nvSpPr>
          <p:cNvPr id="8" name="Content Placeholder 7">
            <a:extLst>
              <a:ext uri="{FF2B5EF4-FFF2-40B4-BE49-F238E27FC236}">
                <a16:creationId xmlns:a16="http://schemas.microsoft.com/office/drawing/2014/main" id="{C5346B6A-A908-F6B5-93BF-847C4929E0E1}"/>
              </a:ext>
            </a:extLst>
          </p:cNvPr>
          <p:cNvSpPr>
            <a:spLocks noGrp="1"/>
          </p:cNvSpPr>
          <p:nvPr>
            <p:ph sz="quarter" idx="10"/>
          </p:nvPr>
        </p:nvSpPr>
        <p:spPr/>
        <p:txBody>
          <a:bodyPr/>
          <a:lstStyle/>
          <a:p>
            <a:r>
              <a:rPr lang="en-US" dirty="0"/>
              <a:t>January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3"/>
        <p:cNvGrpSpPr/>
        <p:nvPr/>
      </p:nvGrpSpPr>
      <p:grpSpPr>
        <a:xfrm>
          <a:off x="0" y="0"/>
          <a:ext cx="0" cy="0"/>
          <a:chOff x="0" y="0"/>
          <a:chExt cx="0" cy="0"/>
        </a:xfrm>
      </p:grpSpPr>
      <p:sp>
        <p:nvSpPr>
          <p:cNvPr id="2" name="Title 1">
            <a:extLst>
              <a:ext uri="{FF2B5EF4-FFF2-40B4-BE49-F238E27FC236}">
                <a16:creationId xmlns:a16="http://schemas.microsoft.com/office/drawing/2014/main" id="{322649E4-6C80-2841-9044-7A2C07386FD1}"/>
              </a:ext>
            </a:extLst>
          </p:cNvPr>
          <p:cNvSpPr>
            <a:spLocks noGrp="1"/>
          </p:cNvSpPr>
          <p:nvPr>
            <p:ph type="title"/>
          </p:nvPr>
        </p:nvSpPr>
        <p:spPr/>
        <p:txBody>
          <a:bodyPr/>
          <a:lstStyle/>
          <a:p>
            <a:r>
              <a:rPr lang="en-US" dirty="0"/>
              <a:t>Template Contents</a:t>
            </a:r>
          </a:p>
        </p:txBody>
      </p:sp>
      <p:sp>
        <p:nvSpPr>
          <p:cNvPr id="384" name="Google Shape;384;p51"/>
          <p:cNvSpPr txBox="1">
            <a:spLocks noGrp="1"/>
          </p:cNvSpPr>
          <p:nvPr>
            <p:ph sz="quarter" idx="22"/>
          </p:nvPr>
        </p:nvSpPr>
        <p:spPr>
          <a:xfrm>
            <a:off x="3414834" y="1291099"/>
            <a:ext cx="3814574" cy="2940580"/>
          </a:xfrm>
        </p:spPr>
        <p:txBody>
          <a:bodyPr/>
          <a:lstStyle/>
          <a:p>
            <a:pPr lvl="0"/>
            <a:r>
              <a:rPr lang="en-US" dirty="0"/>
              <a:t>Template Instructions</a:t>
            </a:r>
          </a:p>
          <a:p>
            <a:pPr lvl="0"/>
            <a:r>
              <a:rPr lang="en-US" dirty="0"/>
              <a:t>Layout, Design, Do’s and Don’ts</a:t>
            </a:r>
          </a:p>
          <a:p>
            <a:pPr lvl="0"/>
            <a:r>
              <a:rPr lang="en-US" dirty="0"/>
              <a:t>Sample Slides</a:t>
            </a:r>
          </a:p>
          <a:p>
            <a:pPr marL="457200" marR="0" lvl="0" indent="-209550" algn="l" defTabSz="914400" rtl="0" eaLnBrk="1" fontAlgn="auto" latinLnBrk="0" hangingPunct="1">
              <a:lnSpc>
                <a:spcPct val="115000"/>
              </a:lnSpc>
              <a:spcAft>
                <a:spcPts val="0"/>
              </a:spcAft>
              <a:buClr>
                <a:srgbClr val="29B5E8"/>
              </a:buClr>
              <a:buSzPts val="1500"/>
              <a:buFont typeface="Arial"/>
              <a:buChar char="●"/>
              <a:tabLst/>
              <a:defRPr/>
            </a:pPr>
            <a:r>
              <a:rPr kumimoji="0" lang="en-US" sz="1500" b="0" i="0" u="none" strike="noStrike" kern="0" cap="none" spc="0" normalizeH="0" baseline="0" noProof="0" dirty="0">
                <a:ln>
                  <a:noFill/>
                </a:ln>
                <a:solidFill>
                  <a:srgbClr val="FFFFFF"/>
                </a:solidFill>
                <a:effectLst/>
                <a:uLnTx/>
                <a:uFillTx/>
                <a:latin typeface="Arial"/>
                <a:cs typeface="Arial"/>
                <a:sym typeface="Arial"/>
              </a:rPr>
              <a:t>Cover Options</a:t>
            </a:r>
          </a:p>
          <a:p>
            <a:pPr marL="457200" marR="0" lvl="0" indent="-209550" algn="l" defTabSz="914400" rtl="0" eaLnBrk="1" fontAlgn="auto" latinLnBrk="0" hangingPunct="1">
              <a:lnSpc>
                <a:spcPct val="115000"/>
              </a:lnSpc>
              <a:spcBef>
                <a:spcPts val="0"/>
              </a:spcBef>
              <a:spcAft>
                <a:spcPts val="0"/>
              </a:spcAft>
              <a:buClr>
                <a:srgbClr val="29B5E8"/>
              </a:buClr>
              <a:buSzPts val="1500"/>
              <a:buFont typeface="Arial"/>
              <a:buChar char="●"/>
              <a:tabLst/>
              <a:defRPr/>
            </a:pPr>
            <a:r>
              <a:rPr kumimoji="0" lang="en-US" sz="1500" b="0" i="0" u="none" strike="noStrike" kern="0" cap="none" spc="0" normalizeH="0" baseline="0" noProof="0" dirty="0">
                <a:ln>
                  <a:noFill/>
                </a:ln>
                <a:solidFill>
                  <a:srgbClr val="FFFFFF"/>
                </a:solidFill>
                <a:effectLst/>
                <a:uLnTx/>
                <a:uFillTx/>
                <a:latin typeface="Arial"/>
                <a:cs typeface="Arial"/>
                <a:sym typeface="Arial"/>
              </a:rPr>
              <a:t>Chapter Title Options</a:t>
            </a:r>
          </a:p>
          <a:p>
            <a:pPr marL="457200" marR="0" lvl="0" indent="-209550" algn="l" defTabSz="914400" rtl="0" eaLnBrk="1" fontAlgn="auto" latinLnBrk="0" hangingPunct="1">
              <a:lnSpc>
                <a:spcPct val="115000"/>
              </a:lnSpc>
              <a:spcBef>
                <a:spcPts val="0"/>
              </a:spcBef>
              <a:spcAft>
                <a:spcPts val="0"/>
              </a:spcAft>
              <a:buClr>
                <a:srgbClr val="29B5E8"/>
              </a:buClr>
              <a:buSzPts val="1500"/>
              <a:buFont typeface="Arial"/>
              <a:buChar char="●"/>
              <a:tabLst/>
              <a:defRPr/>
            </a:pPr>
            <a:r>
              <a:rPr kumimoji="0" lang="en-US" sz="1500" b="0" i="0" u="none" strike="noStrike" kern="0" cap="none" spc="0" normalizeH="0" baseline="0" noProof="0" dirty="0">
                <a:ln>
                  <a:noFill/>
                </a:ln>
                <a:solidFill>
                  <a:srgbClr val="FFFFFF"/>
                </a:solidFill>
                <a:effectLst/>
                <a:uLnTx/>
                <a:uFillTx/>
                <a:latin typeface="Arial"/>
                <a:cs typeface="Arial"/>
                <a:sym typeface="Arial"/>
              </a:rPr>
              <a:t>Sample Text Slides</a:t>
            </a:r>
          </a:p>
          <a:p>
            <a:pPr marL="457200" marR="0" lvl="0" indent="-209550" algn="l" defTabSz="914400" rtl="0" eaLnBrk="1" fontAlgn="auto" latinLnBrk="0" hangingPunct="1">
              <a:lnSpc>
                <a:spcPct val="115000"/>
              </a:lnSpc>
              <a:spcBef>
                <a:spcPts val="0"/>
              </a:spcBef>
              <a:spcAft>
                <a:spcPts val="0"/>
              </a:spcAft>
              <a:buClr>
                <a:srgbClr val="29B5E8"/>
              </a:buClr>
              <a:buSzPts val="1500"/>
              <a:buFont typeface="Arial"/>
              <a:buChar char="●"/>
              <a:tabLst/>
              <a:defRPr/>
            </a:pPr>
            <a:r>
              <a:rPr kumimoji="0" lang="en-US" sz="1500" b="0" i="0" u="none" strike="noStrike" kern="0" cap="none" spc="0" normalizeH="0" baseline="0" noProof="0" dirty="0">
                <a:ln>
                  <a:noFill/>
                </a:ln>
                <a:solidFill>
                  <a:srgbClr val="FFFFFF"/>
                </a:solidFill>
                <a:effectLst/>
                <a:uLnTx/>
                <a:uFillTx/>
                <a:latin typeface="Arial"/>
                <a:cs typeface="Arial"/>
                <a:sym typeface="Arial"/>
              </a:rPr>
              <a:t>Charts &amp; Tables</a:t>
            </a:r>
            <a:br>
              <a:rPr kumimoji="0" lang="en-US" sz="1500" b="0" i="0" u="none" strike="noStrike" kern="0" cap="none" spc="0" normalizeH="0" baseline="0" noProof="0" dirty="0">
                <a:ln>
                  <a:noFill/>
                </a:ln>
                <a:solidFill>
                  <a:srgbClr val="FFFFFF"/>
                </a:solidFill>
                <a:effectLst/>
                <a:uLnTx/>
                <a:uFillTx/>
                <a:latin typeface="Arial"/>
                <a:cs typeface="Arial"/>
                <a:sym typeface="Arial"/>
              </a:rPr>
            </a:br>
            <a:endParaRPr kumimoji="0" lang="en-US" sz="1500" b="0" i="0" u="none" strike="noStrike" kern="0" cap="none" spc="0" normalizeH="0" baseline="0" noProof="0" dirty="0">
              <a:ln>
                <a:noFill/>
              </a:ln>
              <a:solidFill>
                <a:srgbClr val="FFFFFF"/>
              </a:solidFill>
              <a:effectLst/>
              <a:uLnTx/>
              <a:uFillTx/>
              <a:latin typeface="Arial"/>
              <a:cs typeface="Arial"/>
              <a:sym typeface="Arial"/>
            </a:endParaRPr>
          </a:p>
          <a:p>
            <a:pPr lvl="0"/>
            <a:r>
              <a:rPr lang="en-US" dirty="0"/>
              <a:t>Platform Graphics</a:t>
            </a:r>
          </a:p>
          <a:p>
            <a:pPr lvl="0"/>
            <a:r>
              <a:rPr lang="en-US" dirty="0"/>
              <a:t>Icons &amp; Logos</a:t>
            </a:r>
          </a:p>
        </p:txBody>
      </p:sp>
      <p:sp>
        <p:nvSpPr>
          <p:cNvPr id="386" name="Google Shape;386;p51"/>
          <p:cNvSpPr/>
          <p:nvPr/>
        </p:nvSpPr>
        <p:spPr>
          <a:xfrm>
            <a:off x="3163101" y="1829787"/>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387" name="Google Shape;387;p51"/>
          <p:cNvSpPr/>
          <p:nvPr/>
        </p:nvSpPr>
        <p:spPr>
          <a:xfrm>
            <a:off x="3163101" y="2272875"/>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390" name="Google Shape;390;p51"/>
          <p:cNvSpPr/>
          <p:nvPr/>
        </p:nvSpPr>
        <p:spPr>
          <a:xfrm>
            <a:off x="3163101" y="4487359"/>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391" name="Google Shape;391;p51"/>
          <p:cNvSpPr/>
          <p:nvPr/>
        </p:nvSpPr>
        <p:spPr>
          <a:xfrm>
            <a:off x="3163101" y="1386698"/>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3" name="Google Shape;390;p51">
            <a:extLst>
              <a:ext uri="{FF2B5EF4-FFF2-40B4-BE49-F238E27FC236}">
                <a16:creationId xmlns:a16="http://schemas.microsoft.com/office/drawing/2014/main" id="{D6E32042-E5B4-45D1-92C2-23B38A99FC17}"/>
              </a:ext>
            </a:extLst>
          </p:cNvPr>
          <p:cNvSpPr/>
          <p:nvPr/>
        </p:nvSpPr>
        <p:spPr>
          <a:xfrm>
            <a:off x="3163101" y="4046985"/>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4" name="Google Shape;284;p32">
            <a:extLst>
              <a:ext uri="{FF2B5EF4-FFF2-40B4-BE49-F238E27FC236}">
                <a16:creationId xmlns:a16="http://schemas.microsoft.com/office/drawing/2014/main" id="{54D95CAC-4C90-D036-883C-710CB1FF6558}"/>
              </a:ext>
            </a:extLst>
          </p:cNvPr>
          <p:cNvSpPr txBox="1"/>
          <p:nvPr/>
        </p:nvSpPr>
        <p:spPr>
          <a:xfrm>
            <a:off x="365750" y="1093943"/>
            <a:ext cx="2046710" cy="2915455"/>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100" b="1" dirty="0">
                <a:solidFill>
                  <a:srgbClr val="5B5B5B"/>
                </a:solidFill>
              </a:rPr>
              <a:t>WELCOME TO YOUR </a:t>
            </a:r>
            <a:br>
              <a:rPr lang="en" sz="1100" b="1" dirty="0">
                <a:solidFill>
                  <a:srgbClr val="5B5B5B"/>
                </a:solidFill>
              </a:rPr>
            </a:br>
            <a:r>
              <a:rPr lang="en" sz="1100" b="1" dirty="0">
                <a:solidFill>
                  <a:srgbClr val="5B5B5B"/>
                </a:solidFill>
              </a:rPr>
              <a:t>2026 TEMPLATE</a:t>
            </a:r>
            <a:endParaRPr sz="1100" b="1" dirty="0">
              <a:solidFill>
                <a:srgbClr val="5B5B5B"/>
              </a:solidFill>
            </a:endParaRPr>
          </a:p>
          <a:p>
            <a:pPr marL="0" lvl="0" indent="0" algn="l" rtl="0">
              <a:spcBef>
                <a:spcPts val="0"/>
              </a:spcBef>
              <a:spcAft>
                <a:spcPts val="0"/>
              </a:spcAft>
              <a:buNone/>
            </a:pPr>
            <a:endParaRPr sz="500" dirty="0">
              <a:solidFill>
                <a:srgbClr val="5B5B5B"/>
              </a:solidFill>
            </a:endParaRPr>
          </a:p>
          <a:p>
            <a:pPr marL="0" lvl="0" indent="0" algn="l" rtl="0">
              <a:spcBef>
                <a:spcPts val="0"/>
              </a:spcBef>
              <a:spcAft>
                <a:spcPts val="0"/>
              </a:spcAft>
              <a:buNone/>
            </a:pPr>
            <a:r>
              <a:rPr lang="en" sz="1000" dirty="0">
                <a:solidFill>
                  <a:srgbClr val="5B5B5B"/>
                </a:solidFill>
              </a:rPr>
              <a:t>The first two sections of this deck are for your enablement and information. Please follow the instructions to</a:t>
            </a:r>
            <a:r>
              <a:rPr lang="en-US" sz="1000" dirty="0">
                <a:solidFill>
                  <a:srgbClr val="5B5B5B"/>
                </a:solidFill>
              </a:rPr>
              <a:t> install this as the default template on your machine and</a:t>
            </a:r>
            <a:r>
              <a:rPr lang="en" sz="1000" dirty="0">
                <a:solidFill>
                  <a:srgbClr val="5B5B5B"/>
                </a:solidFill>
              </a:rPr>
              <a:t> apply the template to your existing decks</a:t>
            </a:r>
            <a:r>
              <a:rPr lang="en-US" sz="1000" dirty="0">
                <a:solidFill>
                  <a:srgbClr val="5B5B5B"/>
                </a:solidFill>
              </a:rPr>
              <a:t>.</a:t>
            </a:r>
            <a:endParaRPr sz="1000" dirty="0">
              <a:solidFill>
                <a:srgbClr val="5B5B5B"/>
              </a:solidFill>
            </a:endParaRPr>
          </a:p>
          <a:p>
            <a:pPr marL="0" lvl="0" indent="0" algn="l" rtl="0">
              <a:spcBef>
                <a:spcPts val="0"/>
              </a:spcBef>
              <a:spcAft>
                <a:spcPts val="0"/>
              </a:spcAft>
              <a:buNone/>
            </a:pPr>
            <a:endParaRPr sz="1000" dirty="0">
              <a:solidFill>
                <a:srgbClr val="5B5B5B"/>
              </a:solidFill>
            </a:endParaRPr>
          </a:p>
          <a:p>
            <a:pPr marL="0" lvl="0" indent="0" algn="l" rtl="0">
              <a:spcBef>
                <a:spcPts val="0"/>
              </a:spcBef>
              <a:spcAft>
                <a:spcPts val="0"/>
              </a:spcAft>
              <a:buNone/>
            </a:pPr>
            <a:r>
              <a:rPr lang="en" sz="1000" b="1" dirty="0">
                <a:solidFill>
                  <a:srgbClr val="5B5B5B"/>
                </a:solidFill>
              </a:rPr>
              <a:t>Questions? </a:t>
            </a:r>
            <a:r>
              <a:rPr lang="en" sz="1000" dirty="0">
                <a:solidFill>
                  <a:srgbClr val="5B5B5B"/>
                </a:solidFill>
              </a:rPr>
              <a:t>Reach out to </a:t>
            </a:r>
            <a:r>
              <a:rPr lang="en" sz="1000" u="sng" dirty="0">
                <a:solidFill>
                  <a:schemeClr val="hlink"/>
                </a:solidFill>
                <a:hlinkClick r:id="rId3"/>
              </a:rPr>
              <a:t>#brand</a:t>
            </a:r>
            <a:r>
              <a:rPr lang="en" sz="1000" dirty="0">
                <a:solidFill>
                  <a:srgbClr val="5B5B5B"/>
                </a:solidFill>
              </a:rPr>
              <a:t> on slack or email </a:t>
            </a:r>
            <a:r>
              <a:rPr lang="en" sz="1000" u="sng" dirty="0">
                <a:solidFill>
                  <a:schemeClr val="hlink"/>
                </a:solidFill>
                <a:hlinkClick r:id="rId4"/>
              </a:rPr>
              <a:t>brand@snowflake.com</a:t>
            </a:r>
            <a:endParaRPr sz="1000" dirty="0">
              <a:solidFill>
                <a:srgbClr val="5B5B5B"/>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1" name="Google Shape;291;p33"/>
          <p:cNvSpPr txBox="1">
            <a:spLocks noGrp="1"/>
          </p:cNvSpPr>
          <p:nvPr>
            <p:ph type="title"/>
          </p:nvPr>
        </p:nvSpPr>
        <p:spPr>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1000"/>
              </a:spcAft>
              <a:buSzPts val="2600"/>
              <a:buNone/>
            </a:pPr>
            <a:r>
              <a:rPr lang="en"/>
              <a:t>Safe Harbor and Disclaimers</a:t>
            </a:r>
            <a:endParaRPr/>
          </a:p>
        </p:txBody>
      </p:sp>
      <p:sp>
        <p:nvSpPr>
          <p:cNvPr id="292" name="Google Shape;292;p33"/>
          <p:cNvSpPr/>
          <p:nvPr/>
        </p:nvSpPr>
        <p:spPr>
          <a:xfrm>
            <a:off x="660474" y="4775950"/>
            <a:ext cx="6034500" cy="316500"/>
          </a:xfrm>
          <a:prstGeom prst="rect">
            <a:avLst/>
          </a:prstGeom>
          <a:solidFill>
            <a:schemeClr val="lt1"/>
          </a:solidFill>
          <a:ln>
            <a:noFill/>
          </a:ln>
        </p:spPr>
        <p:txBody>
          <a:bodyPr spcFirstLastPara="1" wrap="square" lIns="0" tIns="0" rIns="0" bIns="0" anchor="t" anchorCtr="0">
            <a:noAutofit/>
          </a:bodyPr>
          <a:lstStyle/>
          <a:p>
            <a:pPr marL="0" marR="0" lvl="0" indent="0" algn="l" rtl="0">
              <a:spcBef>
                <a:spcPts val="0"/>
              </a:spcBef>
              <a:spcAft>
                <a:spcPts val="0"/>
              </a:spcAft>
              <a:buNone/>
            </a:pPr>
            <a:r>
              <a:rPr lang="en" sz="600">
                <a:solidFill>
                  <a:srgbClr val="929292"/>
                </a:solidFill>
              </a:rPr>
              <a:t>© 2026 Snowflake Inc. All rights reserved. Snowflake, the Snowflake logo, and all other Snowflake product, feature and service names mentioned in the Materials are registered trademarks or trademarks of Snowflake Inc. in the United States and other countries. All other brand names or logos mentioned or used in the Materials are for identification purposes only and may be the trademarks of their respective holder(s). Snowflake may not be associated with, or be sponsored or endorsed by, any such holder(s).</a:t>
            </a:r>
            <a:endParaRPr sz="600">
              <a:solidFill>
                <a:srgbClr val="929292"/>
              </a:solidFill>
            </a:endParaRPr>
          </a:p>
        </p:txBody>
      </p:sp>
      <p:sp>
        <p:nvSpPr>
          <p:cNvPr id="293" name="Google Shape;293;p33"/>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5B5B5B"/>
              </a:buClr>
              <a:buSzPts val="1600"/>
              <a:buFont typeface="Arial"/>
              <a:buNone/>
            </a:pPr>
            <a:r>
              <a:rPr lang="en" sz="600">
                <a:solidFill>
                  <a:srgbClr val="919191"/>
                </a:solidFill>
                <a:latin typeface="Arial"/>
                <a:ea typeface="Arial"/>
                <a:cs typeface="Arial"/>
                <a:sym typeface="Arial"/>
              </a:rPr>
              <a:t>REV </a:t>
            </a:r>
            <a:r>
              <a:rPr lang="en" sz="600">
                <a:solidFill>
                  <a:srgbClr val="919191"/>
                </a:solidFill>
              </a:rPr>
              <a:t>12.16.25</a:t>
            </a:r>
            <a:endParaRPr/>
          </a:p>
        </p:txBody>
      </p:sp>
      <p:sp>
        <p:nvSpPr>
          <p:cNvPr id="294" name="Google Shape;294;p33"/>
          <p:cNvSpPr txBox="1"/>
          <p:nvPr/>
        </p:nvSpPr>
        <p:spPr>
          <a:xfrm>
            <a:off x="367900" y="873400"/>
            <a:ext cx="4372800" cy="37566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700"/>
              </a:spcAft>
              <a:buNone/>
            </a:pPr>
            <a:r>
              <a:rPr lang="en" sz="800" dirty="0">
                <a:solidFill>
                  <a:srgbClr val="5B5B5B"/>
                </a:solidFill>
              </a:rPr>
              <a:t>Other than statements of historical fact, all statements contained in these materials and any accompanying oral commentary (collectively, the “Materials”) are forward-looking statements within the meaning of Section 27A of the Securities Act of 1933, as amended, and Section 21E of the Securities Exchange Act of 1934, as amended, including statements regarding (</a:t>
            </a:r>
            <a:r>
              <a:rPr lang="en" sz="800" dirty="0" err="1">
                <a:solidFill>
                  <a:srgbClr val="5B5B5B"/>
                </a:solidFill>
              </a:rPr>
              <a:t>i</a:t>
            </a:r>
            <a:r>
              <a:rPr lang="en" sz="800" dirty="0">
                <a:solidFill>
                  <a:srgbClr val="5B5B5B"/>
                </a:solidFill>
              </a:rPr>
              <a:t>) Snowflake’s business strategy, plans, opportunities, or priorities; (ii) Snowflake’s new or enhanced products, services, and technology offerings, including those that are under development or not generally available; (iii) market size and growth, trends, and competitive considerations; (iv) Snowflake’s vision, strategy, and expected benefits relating to artificial intelligence (“AI”), Snowpark, Snowflake Marketplace, the AI Data Cloud, and AI Data Clouds for specific industries or product categories, including the expected benefits and network effects of the AI Data Cloud; and (v) the integration, interoperability, and availability of Snowflake’s products, services, or technology offerings with or on third-party platforms or products, including public cloud platforms. These forward-looking statements are subject to a number of known and unknown risks, uncertainties, and assumptions, including those described under the heading “Risk Factors” and elsewhere in the Annual Reports on Form 10-K and the Quarterly Reports on Form 10-Q that Snowflake files with the Securities and Exchange Commission from time to time. In light of these risks, uncertainties, and assumptions, the future events and trends discussed in the Materials may not occur, and actual results could differ materially and adversely from those expressed or implied in the forward-looking statements. As a result, you should not rely on any forwarding-looking statements as predictions of future events. Forward-looking statements speak only as of the date the statements are first made and are based on information available to Snowflake at the time those statements are made and/or management's good faith belief as of that time. Except as required by law, we undertake no obligation, and do not intend, to update the forward-looking statements in these Materials.</a:t>
            </a:r>
            <a:endParaRPr sz="800" dirty="0">
              <a:solidFill>
                <a:srgbClr val="5B5B5B"/>
              </a:solidFill>
            </a:endParaRPr>
          </a:p>
        </p:txBody>
      </p:sp>
      <p:sp>
        <p:nvSpPr>
          <p:cNvPr id="295" name="Google Shape;295;p33"/>
          <p:cNvSpPr txBox="1"/>
          <p:nvPr/>
        </p:nvSpPr>
        <p:spPr>
          <a:xfrm>
            <a:off x="4845044" y="873400"/>
            <a:ext cx="3841800" cy="35847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sz="800" dirty="0">
                <a:solidFill>
                  <a:srgbClr val="5B5B5B"/>
                </a:solidFill>
              </a:rPr>
              <a:t>Any future product or roadmap information (collectively, the “Roadmap”) is intended to outline general product direction. The Roadmap is not a commitment, promise, or legal obligation for Snowflake to deliver any future products, features, or functionality; and is not intended to be, and shall not be deemed to be, incorporated into any contract. The actual timing of any product, feature, or functionality that is ultimately made available may be different from what is presented in the Roadmap. The Roadmap information should not be used when making a purchasing decision. In case of conflict between the information contained in the Materials and official Snowflake documentation, official Snowflake documentation should take precedence over these Materials. Further, note that Snowflake has made no determination as to whether separate fees will be charged for any future products, features, and/or functionality which may ultimately be made available. Snowflake may, in its own discretion, choose to charge separate fees for the delivery of any future products, features, and/or functionality which are ultimately made available.</a:t>
            </a:r>
            <a:endParaRPr sz="800" dirty="0">
              <a:solidFill>
                <a:srgbClr val="5B5B5B"/>
              </a:solidFill>
            </a:endParaRPr>
          </a:p>
          <a:p>
            <a:pPr marL="0" lvl="0" indent="0" algn="l" rtl="0">
              <a:lnSpc>
                <a:spcPct val="115000"/>
              </a:lnSpc>
              <a:spcBef>
                <a:spcPts val="700"/>
              </a:spcBef>
              <a:spcAft>
                <a:spcPts val="700"/>
              </a:spcAft>
              <a:buNone/>
            </a:pPr>
            <a:r>
              <a:rPr lang="en" sz="800" dirty="0">
                <a:solidFill>
                  <a:srgbClr val="5B5B5B"/>
                </a:solidFill>
              </a:rPr>
              <a:t>The Materials may contain information provided by third-parties. Snowflake has not independently verified this information, and usage of this information does not mean or imply that Snowflake has adopted this information as its own or independently verified its accuracy.</a:t>
            </a:r>
            <a:endParaRPr sz="800" dirty="0">
              <a:solidFill>
                <a:srgbClr val="5B5B5B"/>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2" name="Title 1">
            <a:extLst>
              <a:ext uri="{FF2B5EF4-FFF2-40B4-BE49-F238E27FC236}">
                <a16:creationId xmlns:a16="http://schemas.microsoft.com/office/drawing/2014/main" id="{E4B60AFF-2C10-712D-E08E-302255BA1500}"/>
              </a:ext>
            </a:extLst>
          </p:cNvPr>
          <p:cNvSpPr>
            <a:spLocks noGrp="1"/>
          </p:cNvSpPr>
          <p:nvPr>
            <p:ph type="ctrTitle"/>
          </p:nvPr>
        </p:nvSpPr>
        <p:spPr/>
        <p:txBody>
          <a:bodyPr/>
          <a:lstStyle/>
          <a:p>
            <a:r>
              <a:rPr lang="en-US" dirty="0"/>
              <a:t>Template</a:t>
            </a:r>
            <a:br>
              <a:rPr lang="en-US" dirty="0"/>
            </a:br>
            <a:r>
              <a:rPr lang="en-US" dirty="0">
                <a:solidFill>
                  <a:schemeClr val="accent1"/>
                </a:solidFill>
              </a:rPr>
              <a:t>INSTRUCTIONS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02D4C180-4206-01A2-1530-10AAA9D5F9CA}"/>
              </a:ext>
            </a:extLst>
          </p:cNvPr>
          <p:cNvGrpSpPr/>
          <p:nvPr/>
        </p:nvGrpSpPr>
        <p:grpSpPr>
          <a:xfrm>
            <a:off x="4994243" y="673241"/>
            <a:ext cx="4149757" cy="3462077"/>
            <a:chOff x="4132629" y="323400"/>
            <a:chExt cx="4149757" cy="3462077"/>
          </a:xfrm>
        </p:grpSpPr>
        <p:pic>
          <p:nvPicPr>
            <p:cNvPr id="14" name="Picture 13" descr="A computer screen shot of a computer&#10;&#10;Description automatically generated">
              <a:extLst>
                <a:ext uri="{FF2B5EF4-FFF2-40B4-BE49-F238E27FC236}">
                  <a16:creationId xmlns:a16="http://schemas.microsoft.com/office/drawing/2014/main" id="{2D875B11-3179-85C3-713A-540EE5D3BEA0}"/>
                </a:ext>
              </a:extLst>
            </p:cNvPr>
            <p:cNvPicPr>
              <a:picLocks noChangeAspect="1"/>
            </p:cNvPicPr>
            <p:nvPr/>
          </p:nvPicPr>
          <p:blipFill rotWithShape="1">
            <a:blip r:embed="rId2"/>
            <a:srcRect r="28144"/>
            <a:stretch/>
          </p:blipFill>
          <p:spPr>
            <a:xfrm>
              <a:off x="4132629" y="323400"/>
              <a:ext cx="4149757" cy="3462077"/>
            </a:xfrm>
            <a:prstGeom prst="rect">
              <a:avLst/>
            </a:prstGeom>
          </p:spPr>
        </p:pic>
        <p:pic>
          <p:nvPicPr>
            <p:cNvPr id="22" name="Picture 21">
              <a:extLst>
                <a:ext uri="{FF2B5EF4-FFF2-40B4-BE49-F238E27FC236}">
                  <a16:creationId xmlns:a16="http://schemas.microsoft.com/office/drawing/2014/main" id="{DB6A9A77-4A71-E04A-F663-85F40525CE4E}"/>
                </a:ext>
              </a:extLst>
            </p:cNvPr>
            <p:cNvPicPr>
              <a:picLocks noChangeAspect="1"/>
            </p:cNvPicPr>
            <p:nvPr/>
          </p:nvPicPr>
          <p:blipFill rotWithShape="1">
            <a:blip r:embed="rId3"/>
            <a:srcRect t="1" r="28240" b="7819"/>
            <a:stretch/>
          </p:blipFill>
          <p:spPr>
            <a:xfrm>
              <a:off x="6709161" y="583052"/>
              <a:ext cx="1573225" cy="112273"/>
            </a:xfrm>
            <a:prstGeom prst="rect">
              <a:avLst/>
            </a:prstGeom>
          </p:spPr>
        </p:pic>
      </p:grpSp>
      <p:pic>
        <p:nvPicPr>
          <p:cNvPr id="7" name="Picture 6" descr="A screenshot of a computer&#10;&#10;Description automatically generated">
            <a:extLst>
              <a:ext uri="{FF2B5EF4-FFF2-40B4-BE49-F238E27FC236}">
                <a16:creationId xmlns:a16="http://schemas.microsoft.com/office/drawing/2014/main" id="{176738DD-8799-76BC-01A0-3802C8F053A7}"/>
              </a:ext>
            </a:extLst>
          </p:cNvPr>
          <p:cNvPicPr>
            <a:picLocks noChangeAspect="1"/>
          </p:cNvPicPr>
          <p:nvPr/>
        </p:nvPicPr>
        <p:blipFill rotWithShape="1">
          <a:blip r:embed="rId4"/>
          <a:srcRect t="25141" r="56437" b="15505"/>
          <a:stretch/>
        </p:blipFill>
        <p:spPr>
          <a:xfrm>
            <a:off x="3064022" y="3381674"/>
            <a:ext cx="1703432" cy="1387170"/>
          </a:xfrm>
          <a:prstGeom prst="rect">
            <a:avLst/>
          </a:prstGeom>
        </p:spPr>
      </p:pic>
      <p:sp>
        <p:nvSpPr>
          <p:cNvPr id="10" name="Oval 9">
            <a:extLst>
              <a:ext uri="{FF2B5EF4-FFF2-40B4-BE49-F238E27FC236}">
                <a16:creationId xmlns:a16="http://schemas.microsoft.com/office/drawing/2014/main" id="{1182C54B-DFD0-B7E3-3D7B-39DBFF02F9EA}"/>
              </a:ext>
            </a:extLst>
          </p:cNvPr>
          <p:cNvSpPr/>
          <p:nvPr/>
        </p:nvSpPr>
        <p:spPr>
          <a:xfrm>
            <a:off x="3457732" y="4362522"/>
            <a:ext cx="365700" cy="365700"/>
          </a:xfrm>
          <a:prstGeom prst="ellipse">
            <a:avLst/>
          </a:prstGeom>
          <a:noFill/>
          <a:ln w="19050" cap="flat" cmpd="sng">
            <a:solidFill>
              <a:schemeClr val="accent6"/>
            </a:solidFill>
            <a:prstDash val="solid"/>
            <a:round/>
            <a:headEnd type="none" w="sm" len="sm"/>
            <a:tailEnd type="none" w="sm" len="sm"/>
          </a:ln>
        </p:spPr>
        <p:txBody>
          <a:bodyPr spcFirstLastPara="1" wrap="square" lIns="57125" tIns="57125" rIns="57125" bIns="57125" anchor="ctr" anchorCtr="0">
            <a:noAutofit/>
          </a:bodyPr>
          <a:lstStyle/>
          <a:p>
            <a:pPr algn="ctr">
              <a:buClr>
                <a:srgbClr val="FFFFFF"/>
              </a:buClr>
              <a:buSzPts val="500"/>
            </a:pPr>
            <a:endParaRPr lang="en-US" sz="500" dirty="0" err="1">
              <a:solidFill>
                <a:srgbClr val="FFFFFF"/>
              </a:solidFill>
              <a:latin typeface="Roboto"/>
              <a:ea typeface="Roboto"/>
              <a:cs typeface="Roboto"/>
            </a:endParaRPr>
          </a:p>
        </p:txBody>
      </p:sp>
      <p:sp>
        <p:nvSpPr>
          <p:cNvPr id="11" name="Oval 10">
            <a:extLst>
              <a:ext uri="{FF2B5EF4-FFF2-40B4-BE49-F238E27FC236}">
                <a16:creationId xmlns:a16="http://schemas.microsoft.com/office/drawing/2014/main" id="{DB842E3D-CDF5-E2E2-3BF1-DB7F204CFEDC}"/>
              </a:ext>
            </a:extLst>
          </p:cNvPr>
          <p:cNvSpPr/>
          <p:nvPr/>
        </p:nvSpPr>
        <p:spPr>
          <a:xfrm>
            <a:off x="3422548" y="4354828"/>
            <a:ext cx="164592" cy="164592"/>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lt1"/>
                </a:solidFill>
                <a:latin typeface="Arial Black" panose="020B0604020202020204" pitchFamily="34" charset="0"/>
                <a:cs typeface="Arial Black" panose="020B0604020202020204" pitchFamily="34" charset="0"/>
              </a:rPr>
              <a:t>3</a:t>
            </a:r>
          </a:p>
        </p:txBody>
      </p:sp>
      <p:sp>
        <p:nvSpPr>
          <p:cNvPr id="16" name="Google Shape;402;p53">
            <a:extLst>
              <a:ext uri="{FF2B5EF4-FFF2-40B4-BE49-F238E27FC236}">
                <a16:creationId xmlns:a16="http://schemas.microsoft.com/office/drawing/2014/main" id="{4D2AFEB0-E2AE-CF29-1ED3-C2FDAACE85A6}"/>
              </a:ext>
            </a:extLst>
          </p:cNvPr>
          <p:cNvSpPr txBox="1"/>
          <p:nvPr/>
        </p:nvSpPr>
        <p:spPr>
          <a:xfrm>
            <a:off x="354558" y="859897"/>
            <a:ext cx="3539227" cy="3743981"/>
          </a:xfrm>
          <a:prstGeom prst="rect">
            <a:avLst/>
          </a:prstGeom>
          <a:noFill/>
          <a:ln>
            <a:noFill/>
          </a:ln>
        </p:spPr>
        <p:txBody>
          <a:bodyPr spcFirstLastPara="1" wrap="square" lIns="91425" tIns="91425" rIns="91425" bIns="91425" anchor="t" anchorCtr="0">
            <a:noAutofit/>
          </a:bodyPr>
          <a:lstStyle/>
          <a:p>
            <a:pPr>
              <a:lnSpc>
                <a:spcPct val="115000"/>
              </a:lnSpc>
            </a:pPr>
            <a:r>
              <a:rPr lang="en-US" sz="1400" b="1" dirty="0">
                <a:solidFill>
                  <a:schemeClr val="tx2"/>
                </a:solidFill>
              </a:rPr>
              <a:t>Installing the Template</a:t>
            </a:r>
          </a:p>
          <a:p>
            <a:pPr>
              <a:lnSpc>
                <a:spcPct val="115000"/>
              </a:lnSpc>
            </a:pPr>
            <a:r>
              <a:rPr lang="en-US" sz="1000" dirty="0">
                <a:solidFill>
                  <a:srgbClr val="5B5B5B"/>
                </a:solidFill>
              </a:rPr>
              <a:t>From the </a:t>
            </a:r>
            <a:r>
              <a:rPr lang="en-US" sz="1000" b="1" dirty="0">
                <a:solidFill>
                  <a:schemeClr val="tx2"/>
                </a:solidFill>
              </a:rPr>
              <a:t>File</a:t>
            </a:r>
            <a:r>
              <a:rPr lang="en-US" sz="1000" dirty="0">
                <a:solidFill>
                  <a:srgbClr val="5B5B5B"/>
                </a:solidFill>
              </a:rPr>
              <a:t> menu, choose Save As Template. PowerPoint should save automatically to the default template location:  </a:t>
            </a:r>
            <a:r>
              <a:rPr lang="en-US" sz="1000" i="1" dirty="0">
                <a:solidFill>
                  <a:schemeClr val="tx1">
                    <a:lumMod val="50000"/>
                    <a:lumOff val="50000"/>
                  </a:schemeClr>
                </a:solidFill>
              </a:rPr>
              <a:t>Users/</a:t>
            </a:r>
            <a:r>
              <a:rPr lang="en-US" sz="1000" i="1" dirty="0" err="1">
                <a:solidFill>
                  <a:schemeClr val="tx1">
                    <a:lumMod val="50000"/>
                    <a:lumOff val="50000"/>
                  </a:schemeClr>
                </a:solidFill>
              </a:rPr>
              <a:t>yourusername</a:t>
            </a:r>
            <a:r>
              <a:rPr lang="en-US" sz="1000" i="1" dirty="0">
                <a:solidFill>
                  <a:schemeClr val="tx1">
                    <a:lumMod val="50000"/>
                    <a:lumOff val="50000"/>
                  </a:schemeClr>
                </a:solidFill>
              </a:rPr>
              <a:t>/Library/Group Containers/UBF8T346G9.Office/User Content/Templates</a:t>
            </a:r>
          </a:p>
          <a:p>
            <a:pPr>
              <a:lnSpc>
                <a:spcPct val="115000"/>
              </a:lnSpc>
            </a:pPr>
            <a:r>
              <a:rPr lang="en-US" sz="1200" dirty="0">
                <a:solidFill>
                  <a:srgbClr val="5B5B5B"/>
                </a:solidFill>
              </a:rPr>
              <a:t> </a:t>
            </a:r>
          </a:p>
          <a:p>
            <a:pPr>
              <a:lnSpc>
                <a:spcPct val="115000"/>
              </a:lnSpc>
            </a:pPr>
            <a:r>
              <a:rPr lang="en-US" sz="1400" b="1" dirty="0">
                <a:solidFill>
                  <a:schemeClr val="tx2"/>
                </a:solidFill>
              </a:rPr>
              <a:t>Setting the Default Theme</a:t>
            </a:r>
          </a:p>
          <a:p>
            <a:pPr marL="228600" lvl="0" indent="-228600" algn="l" rtl="0">
              <a:lnSpc>
                <a:spcPct val="115000"/>
              </a:lnSpc>
              <a:spcBef>
                <a:spcPts val="0"/>
              </a:spcBef>
              <a:spcAft>
                <a:spcPts val="0"/>
              </a:spcAft>
              <a:buFont typeface="+mj-lt"/>
              <a:buAutoNum type="arabicPeriod"/>
            </a:pPr>
            <a:r>
              <a:rPr lang="en-US" sz="1050" dirty="0">
                <a:solidFill>
                  <a:srgbClr val="5B5B5B"/>
                </a:solidFill>
              </a:rPr>
              <a:t>From the Design tab, click the pulldown arrow that appears on hover to open the </a:t>
            </a:r>
            <a:r>
              <a:rPr lang="en-US" sz="1050" b="1" dirty="0">
                <a:solidFill>
                  <a:srgbClr val="5B5B5B"/>
                </a:solidFill>
              </a:rPr>
              <a:t>Themes palette</a:t>
            </a:r>
            <a:r>
              <a:rPr lang="en-US" sz="1050" dirty="0">
                <a:solidFill>
                  <a:srgbClr val="5B5B5B"/>
                </a:solidFill>
              </a:rPr>
              <a:t>.</a:t>
            </a:r>
          </a:p>
          <a:p>
            <a:pPr marL="228600" lvl="0" indent="-228600" algn="l" rtl="0">
              <a:lnSpc>
                <a:spcPct val="115000"/>
              </a:lnSpc>
              <a:spcBef>
                <a:spcPts val="0"/>
              </a:spcBef>
              <a:spcAft>
                <a:spcPts val="0"/>
              </a:spcAft>
              <a:buFont typeface="+mj-lt"/>
              <a:buAutoNum type="arabicPeriod"/>
            </a:pPr>
            <a:endParaRPr lang="en-US" sz="1050" dirty="0">
              <a:solidFill>
                <a:srgbClr val="5B5B5B"/>
              </a:solidFill>
            </a:endParaRPr>
          </a:p>
          <a:p>
            <a:pPr marL="228600" indent="-228600">
              <a:lnSpc>
                <a:spcPct val="115000"/>
              </a:lnSpc>
              <a:buFont typeface="+mj-lt"/>
              <a:buAutoNum type="arabicPeriod"/>
            </a:pPr>
            <a:r>
              <a:rPr lang="en-US" sz="1050" dirty="0">
                <a:solidFill>
                  <a:srgbClr val="5B5B5B"/>
                </a:solidFill>
              </a:rPr>
              <a:t>Click </a:t>
            </a:r>
            <a:r>
              <a:rPr lang="en-US" sz="1050" b="1" dirty="0">
                <a:solidFill>
                  <a:schemeClr val="tx2"/>
                </a:solidFill>
              </a:rPr>
              <a:t>Save Current Theme </a:t>
            </a:r>
            <a:r>
              <a:rPr lang="en-US" sz="1050" dirty="0">
                <a:solidFill>
                  <a:srgbClr val="5B5B5B"/>
                </a:solidFill>
              </a:rPr>
              <a:t>and save in the default directory as “Snowflake_2026”</a:t>
            </a:r>
          </a:p>
          <a:p>
            <a:pPr marL="228600" indent="-228600">
              <a:lnSpc>
                <a:spcPct val="115000"/>
              </a:lnSpc>
              <a:buFont typeface="+mj-lt"/>
              <a:buAutoNum type="arabicPeriod"/>
            </a:pPr>
            <a:endParaRPr lang="en-US" sz="1050" dirty="0">
              <a:solidFill>
                <a:srgbClr val="5B5B5B"/>
              </a:solidFill>
            </a:endParaRPr>
          </a:p>
          <a:p>
            <a:pPr marL="228600" indent="-228600">
              <a:lnSpc>
                <a:spcPct val="115000"/>
              </a:lnSpc>
              <a:buFont typeface="+mj-lt"/>
              <a:buAutoNum type="arabicPeriod"/>
            </a:pPr>
            <a:r>
              <a:rPr lang="en-US" sz="1050" dirty="0">
                <a:solidFill>
                  <a:srgbClr val="5B5B5B"/>
                </a:solidFill>
              </a:rPr>
              <a:t>Then reopen the </a:t>
            </a:r>
            <a:r>
              <a:rPr lang="en-US" sz="1050" b="1" dirty="0">
                <a:solidFill>
                  <a:srgbClr val="5B5B5B"/>
                </a:solidFill>
              </a:rPr>
              <a:t>Themes palette</a:t>
            </a:r>
            <a:r>
              <a:rPr lang="en-US" sz="1050" dirty="0">
                <a:solidFill>
                  <a:srgbClr val="5B5B5B"/>
                </a:solidFill>
              </a:rPr>
              <a:t>, and </a:t>
            </a:r>
            <a:br>
              <a:rPr lang="en-US" sz="1050" dirty="0">
                <a:solidFill>
                  <a:srgbClr val="5B5B5B"/>
                </a:solidFill>
              </a:rPr>
            </a:br>
            <a:r>
              <a:rPr lang="en-US" sz="1050" dirty="0">
                <a:solidFill>
                  <a:srgbClr val="5B5B5B"/>
                </a:solidFill>
              </a:rPr>
              <a:t>right click on the first “Custom” theme </a:t>
            </a:r>
            <a:br>
              <a:rPr lang="en-US" sz="1050" dirty="0">
                <a:solidFill>
                  <a:srgbClr val="5B5B5B"/>
                </a:solidFill>
              </a:rPr>
            </a:br>
            <a:r>
              <a:rPr lang="en-US" sz="1050" dirty="0">
                <a:solidFill>
                  <a:srgbClr val="5B5B5B"/>
                </a:solidFill>
              </a:rPr>
              <a:t>in the list. Select </a:t>
            </a:r>
            <a:r>
              <a:rPr lang="en-US" sz="1050" b="1" dirty="0">
                <a:solidFill>
                  <a:schemeClr val="tx2"/>
                </a:solidFill>
              </a:rPr>
              <a:t>Set as Default Theme</a:t>
            </a:r>
          </a:p>
          <a:p>
            <a:pPr marL="228600" indent="-228600">
              <a:lnSpc>
                <a:spcPct val="115000"/>
              </a:lnSpc>
              <a:buFont typeface="+mj-lt"/>
              <a:buAutoNum type="arabicPeriod"/>
            </a:pPr>
            <a:endParaRPr lang="en-US" sz="1200" dirty="0">
              <a:solidFill>
                <a:srgbClr val="5B5B5B"/>
              </a:solidFill>
            </a:endParaRPr>
          </a:p>
          <a:p>
            <a:pPr marL="228600" lvl="0" indent="-228600" algn="l" rtl="0">
              <a:lnSpc>
                <a:spcPct val="115000"/>
              </a:lnSpc>
              <a:spcBef>
                <a:spcPts val="0"/>
              </a:spcBef>
              <a:spcAft>
                <a:spcPts val="0"/>
              </a:spcAft>
              <a:buFont typeface="+mj-lt"/>
              <a:buAutoNum type="arabicPeriod"/>
            </a:pPr>
            <a:endParaRPr lang="en-US" sz="1200" dirty="0">
              <a:solidFill>
                <a:srgbClr val="5B5B5B"/>
              </a:solidFill>
            </a:endParaRPr>
          </a:p>
        </p:txBody>
      </p:sp>
      <p:sp>
        <p:nvSpPr>
          <p:cNvPr id="17" name="Title 16">
            <a:extLst>
              <a:ext uri="{FF2B5EF4-FFF2-40B4-BE49-F238E27FC236}">
                <a16:creationId xmlns:a16="http://schemas.microsoft.com/office/drawing/2014/main" id="{20ADB8CB-FFE3-1666-65FD-B2A3D1708CA6}"/>
              </a:ext>
            </a:extLst>
          </p:cNvPr>
          <p:cNvSpPr>
            <a:spLocks noGrp="1"/>
          </p:cNvSpPr>
          <p:nvPr>
            <p:ph type="title"/>
          </p:nvPr>
        </p:nvSpPr>
        <p:spPr/>
        <p:txBody>
          <a:bodyPr/>
          <a:lstStyle/>
          <a:p>
            <a:r>
              <a:rPr lang="en-US" dirty="0"/>
              <a:t>Install the Template and Set Default Theme</a:t>
            </a:r>
          </a:p>
        </p:txBody>
      </p:sp>
      <p:sp>
        <p:nvSpPr>
          <p:cNvPr id="2" name="Oval 1">
            <a:extLst>
              <a:ext uri="{FF2B5EF4-FFF2-40B4-BE49-F238E27FC236}">
                <a16:creationId xmlns:a16="http://schemas.microsoft.com/office/drawing/2014/main" id="{A62A1CF2-EEA8-03F1-A3CF-8243A4888867}"/>
              </a:ext>
            </a:extLst>
          </p:cNvPr>
          <p:cNvSpPr/>
          <p:nvPr/>
        </p:nvSpPr>
        <p:spPr>
          <a:xfrm>
            <a:off x="6717215" y="1193439"/>
            <a:ext cx="365700" cy="365700"/>
          </a:xfrm>
          <a:prstGeom prst="ellipse">
            <a:avLst/>
          </a:prstGeom>
          <a:noFill/>
          <a:ln w="19050" cap="flat" cmpd="sng">
            <a:solidFill>
              <a:schemeClr val="accent6"/>
            </a:solidFill>
            <a:prstDash val="solid"/>
            <a:round/>
            <a:headEnd type="none" w="sm" len="sm"/>
            <a:tailEnd type="none" w="sm" len="sm"/>
          </a:ln>
        </p:spPr>
        <p:txBody>
          <a:bodyPr spcFirstLastPara="1" wrap="square" lIns="57125" tIns="57125" rIns="57125" bIns="57125" anchor="ctr" anchorCtr="0">
            <a:noAutofit/>
          </a:bodyPr>
          <a:lstStyle/>
          <a:p>
            <a:pPr algn="ctr">
              <a:buClr>
                <a:srgbClr val="FFFFFF"/>
              </a:buClr>
              <a:buSzPts val="500"/>
            </a:pPr>
            <a:endParaRPr lang="en-US" sz="500" dirty="0" err="1">
              <a:solidFill>
                <a:srgbClr val="FFFFFF"/>
              </a:solidFill>
              <a:latin typeface="Roboto"/>
              <a:ea typeface="Roboto"/>
              <a:cs typeface="Roboto"/>
            </a:endParaRPr>
          </a:p>
        </p:txBody>
      </p:sp>
      <p:sp>
        <p:nvSpPr>
          <p:cNvPr id="3" name="Oval 2">
            <a:extLst>
              <a:ext uri="{FF2B5EF4-FFF2-40B4-BE49-F238E27FC236}">
                <a16:creationId xmlns:a16="http://schemas.microsoft.com/office/drawing/2014/main" id="{146AF4DD-27EC-4C8A-848F-8AF2945CCA70}"/>
              </a:ext>
            </a:extLst>
          </p:cNvPr>
          <p:cNvSpPr/>
          <p:nvPr/>
        </p:nvSpPr>
        <p:spPr>
          <a:xfrm>
            <a:off x="6667871" y="1176963"/>
            <a:ext cx="164592" cy="164592"/>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lt1"/>
                </a:solidFill>
                <a:latin typeface="Arial Black" panose="020B0604020202020204" pitchFamily="34" charset="0"/>
                <a:cs typeface="Arial Black" panose="020B0604020202020204" pitchFamily="34" charset="0"/>
              </a:rPr>
              <a:t>1</a:t>
            </a:r>
          </a:p>
        </p:txBody>
      </p:sp>
      <p:sp>
        <p:nvSpPr>
          <p:cNvPr id="4" name="Oval 3">
            <a:extLst>
              <a:ext uri="{FF2B5EF4-FFF2-40B4-BE49-F238E27FC236}">
                <a16:creationId xmlns:a16="http://schemas.microsoft.com/office/drawing/2014/main" id="{80927898-7C41-A376-AE1E-7702ED455A5D}"/>
              </a:ext>
            </a:extLst>
          </p:cNvPr>
          <p:cNvSpPr/>
          <p:nvPr/>
        </p:nvSpPr>
        <p:spPr>
          <a:xfrm>
            <a:off x="5032188" y="2848971"/>
            <a:ext cx="365700" cy="365700"/>
          </a:xfrm>
          <a:prstGeom prst="ellipse">
            <a:avLst/>
          </a:prstGeom>
          <a:noFill/>
          <a:ln w="19050" cap="flat" cmpd="sng">
            <a:solidFill>
              <a:schemeClr val="accent6"/>
            </a:solidFill>
            <a:prstDash val="solid"/>
            <a:round/>
            <a:headEnd type="none" w="sm" len="sm"/>
            <a:tailEnd type="none" w="sm" len="sm"/>
          </a:ln>
        </p:spPr>
        <p:txBody>
          <a:bodyPr spcFirstLastPara="1" wrap="square" lIns="57125" tIns="57125" rIns="57125" bIns="57125" anchor="ctr" anchorCtr="0">
            <a:noAutofit/>
          </a:bodyPr>
          <a:lstStyle/>
          <a:p>
            <a:pPr algn="ctr">
              <a:buClr>
                <a:srgbClr val="FFFFFF"/>
              </a:buClr>
              <a:buSzPts val="500"/>
            </a:pPr>
            <a:endParaRPr lang="en-US" sz="500" dirty="0" err="1">
              <a:solidFill>
                <a:srgbClr val="FFFFFF"/>
              </a:solidFill>
              <a:latin typeface="Roboto"/>
              <a:ea typeface="Roboto"/>
              <a:cs typeface="Roboto"/>
            </a:endParaRPr>
          </a:p>
        </p:txBody>
      </p:sp>
      <p:sp>
        <p:nvSpPr>
          <p:cNvPr id="5" name="Oval 4">
            <a:extLst>
              <a:ext uri="{FF2B5EF4-FFF2-40B4-BE49-F238E27FC236}">
                <a16:creationId xmlns:a16="http://schemas.microsoft.com/office/drawing/2014/main" id="{B27BC925-F9C3-8DC0-806E-54F9977A2B6D}"/>
              </a:ext>
            </a:extLst>
          </p:cNvPr>
          <p:cNvSpPr/>
          <p:nvPr/>
        </p:nvSpPr>
        <p:spPr>
          <a:xfrm>
            <a:off x="4972290" y="2816563"/>
            <a:ext cx="164592" cy="164592"/>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solidFill>
                  <a:schemeClr val="lt1"/>
                </a:solidFill>
                <a:latin typeface="Arial Black" panose="020B0604020202020204" pitchFamily="34" charset="0"/>
                <a:cs typeface="Arial Black" panose="020B0604020202020204" pitchFamily="34" charset="0"/>
              </a:rPr>
              <a:t>2</a:t>
            </a:r>
          </a:p>
        </p:txBody>
      </p:sp>
    </p:spTree>
    <p:extLst>
      <p:ext uri="{BB962C8B-B14F-4D97-AF65-F5344CB8AC3E}">
        <p14:creationId xmlns:p14="http://schemas.microsoft.com/office/powerpoint/2010/main" val="1386101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20ADB8CB-FFE3-1666-65FD-B2A3D1708CA6}"/>
              </a:ext>
            </a:extLst>
          </p:cNvPr>
          <p:cNvSpPr>
            <a:spLocks noGrp="1"/>
          </p:cNvSpPr>
          <p:nvPr>
            <p:ph type="title"/>
          </p:nvPr>
        </p:nvSpPr>
        <p:spPr/>
        <p:txBody>
          <a:bodyPr/>
          <a:lstStyle/>
          <a:p>
            <a:r>
              <a:rPr lang="en-US" dirty="0"/>
              <a:t>Applying the New Template to Existing Decks</a:t>
            </a:r>
          </a:p>
        </p:txBody>
      </p:sp>
      <p:sp>
        <p:nvSpPr>
          <p:cNvPr id="2" name="Google Shape;529;p59">
            <a:extLst>
              <a:ext uri="{FF2B5EF4-FFF2-40B4-BE49-F238E27FC236}">
                <a16:creationId xmlns:a16="http://schemas.microsoft.com/office/drawing/2014/main" id="{74CF6B10-FD4B-7D70-FAE8-EBDEE22421AA}"/>
              </a:ext>
            </a:extLst>
          </p:cNvPr>
          <p:cNvSpPr txBox="1"/>
          <p:nvPr/>
        </p:nvSpPr>
        <p:spPr>
          <a:xfrm>
            <a:off x="354013" y="966289"/>
            <a:ext cx="3390397" cy="348041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000"/>
              </a:spcAft>
              <a:buNone/>
            </a:pPr>
            <a:r>
              <a:rPr lang="en-US" sz="1000" dirty="0">
                <a:solidFill>
                  <a:srgbClr val="5B5B5B"/>
                </a:solidFill>
                <a:latin typeface="Arial" panose="020B0604020202020204" pitchFamily="34" charset="0"/>
                <a:cs typeface="Arial" panose="020B0604020202020204" pitchFamily="34" charset="0"/>
              </a:rPr>
              <a:t>When looking to migrate slides, it’s best to </a:t>
            </a:r>
            <a:r>
              <a:rPr lang="en-US" sz="1000" b="1" dirty="0">
                <a:solidFill>
                  <a:srgbClr val="5B5B5B"/>
                </a:solidFill>
                <a:latin typeface="Arial" panose="020B0604020202020204" pitchFamily="34" charset="0"/>
                <a:cs typeface="Arial" panose="020B0604020202020204" pitchFamily="34" charset="0"/>
              </a:rPr>
              <a:t>start with a fresh PPT file opened from this template.</a:t>
            </a:r>
            <a:r>
              <a:rPr lang="en-US" sz="1000" dirty="0">
                <a:solidFill>
                  <a:srgbClr val="5B5B5B"/>
                </a:solidFill>
                <a:latin typeface="Arial" panose="020B0604020202020204" pitchFamily="34" charset="0"/>
                <a:cs typeface="Arial" panose="020B0604020202020204" pitchFamily="34" charset="0"/>
              </a:rPr>
              <a:t> This helps ensure all the needed layouts and styles are baked into your deck. </a:t>
            </a:r>
            <a:endParaRPr lang="en-US" sz="1000" b="1" dirty="0">
              <a:solidFill>
                <a:srgbClr val="5B5B5B"/>
              </a:solidFill>
              <a:latin typeface="Arial" panose="020B0604020202020204" pitchFamily="34" charset="0"/>
              <a:cs typeface="Arial" panose="020B0604020202020204" pitchFamily="34" charset="0"/>
            </a:endParaRPr>
          </a:p>
          <a:p>
            <a:pPr marL="228600" lvl="0" indent="-228600" algn="l" rtl="0">
              <a:lnSpc>
                <a:spcPct val="115000"/>
              </a:lnSpc>
              <a:spcBef>
                <a:spcPts val="0"/>
              </a:spcBef>
              <a:spcAft>
                <a:spcPts val="1000"/>
              </a:spcAft>
              <a:buFont typeface="+mj-lt"/>
              <a:buAutoNum type="arabicPeriod"/>
            </a:pPr>
            <a:r>
              <a:rPr lang="en-US" sz="1000" dirty="0">
                <a:solidFill>
                  <a:srgbClr val="5B5B5B"/>
                </a:solidFill>
                <a:latin typeface="Arial" panose="020B0604020202020204" pitchFamily="34" charset="0"/>
                <a:cs typeface="Arial" panose="020B0604020202020204" pitchFamily="34" charset="0"/>
              </a:rPr>
              <a:t>Assuming you’ve installed the template as described, open a new template copy with </a:t>
            </a:r>
            <a:r>
              <a:rPr lang="en-US" sz="1000" b="1" dirty="0">
                <a:solidFill>
                  <a:schemeClr val="accent2"/>
                </a:solidFill>
                <a:latin typeface="Arial" panose="020B0604020202020204" pitchFamily="34" charset="0"/>
                <a:cs typeface="Arial" panose="020B0604020202020204" pitchFamily="34" charset="0"/>
              </a:rPr>
              <a:t>File</a:t>
            </a:r>
            <a:r>
              <a:rPr lang="en-US" sz="1000" dirty="0">
                <a:solidFill>
                  <a:srgbClr val="5B5B5B"/>
                </a:solidFill>
                <a:latin typeface="Arial" panose="020B0604020202020204" pitchFamily="34" charset="0"/>
                <a:cs typeface="Arial" panose="020B0604020202020204" pitchFamily="34" charset="0"/>
              </a:rPr>
              <a:t> &gt; </a:t>
            </a:r>
            <a:r>
              <a:rPr lang="en-US" sz="1000" b="1" dirty="0">
                <a:solidFill>
                  <a:schemeClr val="accent2"/>
                </a:solidFill>
                <a:latin typeface="Arial" panose="020B0604020202020204" pitchFamily="34" charset="0"/>
                <a:cs typeface="Arial" panose="020B0604020202020204" pitchFamily="34" charset="0"/>
              </a:rPr>
              <a:t>New</a:t>
            </a:r>
            <a:r>
              <a:rPr lang="en-US" sz="1000" dirty="0">
                <a:solidFill>
                  <a:srgbClr val="5B5B5B"/>
                </a:solidFill>
                <a:latin typeface="Arial" panose="020B0604020202020204" pitchFamily="34" charset="0"/>
                <a:cs typeface="Arial" panose="020B0604020202020204" pitchFamily="34" charset="0"/>
              </a:rPr>
              <a:t> &gt; </a:t>
            </a:r>
            <a:r>
              <a:rPr lang="en-US" sz="1000" b="1" dirty="0">
                <a:solidFill>
                  <a:schemeClr val="accent2"/>
                </a:solidFill>
                <a:latin typeface="Arial" panose="020B0604020202020204" pitchFamily="34" charset="0"/>
                <a:cs typeface="Arial" panose="020B0604020202020204" pitchFamily="34" charset="0"/>
              </a:rPr>
              <a:t>From Template </a:t>
            </a:r>
            <a:r>
              <a:rPr lang="en-US" sz="1000" dirty="0">
                <a:solidFill>
                  <a:srgbClr val="5B5B5B"/>
                </a:solidFill>
                <a:latin typeface="Arial" panose="020B0604020202020204" pitchFamily="34" charset="0"/>
                <a:cs typeface="Arial" panose="020B0604020202020204" pitchFamily="34" charset="0"/>
              </a:rPr>
              <a:t>&gt;</a:t>
            </a:r>
            <a:r>
              <a:rPr lang="en-US" sz="1000" b="1" dirty="0">
                <a:solidFill>
                  <a:schemeClr val="accent2"/>
                </a:solidFill>
                <a:latin typeface="Arial" panose="020B0604020202020204" pitchFamily="34" charset="0"/>
                <a:cs typeface="Arial" panose="020B0604020202020204" pitchFamily="34" charset="0"/>
              </a:rPr>
              <a:t> Snowflake_Template_2026</a:t>
            </a:r>
            <a:endParaRPr lang="en-US" sz="1000" b="1" dirty="0">
              <a:solidFill>
                <a:srgbClr val="5B5B5B"/>
              </a:solidFill>
              <a:latin typeface="Arial" panose="020B0604020202020204" pitchFamily="34" charset="0"/>
              <a:cs typeface="Arial" panose="020B0604020202020204" pitchFamily="34" charset="0"/>
            </a:endParaRPr>
          </a:p>
          <a:p>
            <a:pPr marL="228600" lvl="0" indent="-228600" algn="l" rtl="0">
              <a:lnSpc>
                <a:spcPct val="115000"/>
              </a:lnSpc>
              <a:spcBef>
                <a:spcPts val="0"/>
              </a:spcBef>
              <a:spcAft>
                <a:spcPts val="1000"/>
              </a:spcAft>
              <a:buFont typeface="+mj-lt"/>
              <a:buAutoNum type="arabicPeriod"/>
            </a:pPr>
            <a:r>
              <a:rPr lang="en-US" sz="1000" dirty="0">
                <a:solidFill>
                  <a:srgbClr val="5B5B5B"/>
                </a:solidFill>
              </a:rPr>
              <a:t>In your old deck, select all slides in the thumbnail sidebar and </a:t>
            </a:r>
            <a:r>
              <a:rPr lang="en-US" sz="1000" b="1" dirty="0">
                <a:solidFill>
                  <a:schemeClr val="accent2"/>
                </a:solidFill>
                <a:latin typeface="Arial" panose="020B0604020202020204" pitchFamily="34" charset="0"/>
                <a:cs typeface="Arial" panose="020B0604020202020204" pitchFamily="34" charset="0"/>
              </a:rPr>
              <a:t>Copy</a:t>
            </a:r>
            <a:r>
              <a:rPr lang="en-US" sz="1000" dirty="0">
                <a:solidFill>
                  <a:srgbClr val="5B5B5B"/>
                </a:solidFill>
              </a:rPr>
              <a:t> the slides.</a:t>
            </a:r>
          </a:p>
          <a:p>
            <a:pPr marL="228600" lvl="0" indent="-228600" algn="l" rtl="0">
              <a:lnSpc>
                <a:spcPct val="115000"/>
              </a:lnSpc>
              <a:spcBef>
                <a:spcPts val="0"/>
              </a:spcBef>
              <a:spcAft>
                <a:spcPts val="1000"/>
              </a:spcAft>
              <a:buFont typeface="+mj-lt"/>
              <a:buAutoNum type="arabicPeriod"/>
            </a:pPr>
            <a:r>
              <a:rPr lang="en-US" sz="1000" dirty="0">
                <a:solidFill>
                  <a:srgbClr val="5B5B5B"/>
                </a:solidFill>
              </a:rPr>
              <a:t>In your fresh PPT template file, click into the thumbnail sidebar and </a:t>
            </a:r>
            <a:r>
              <a:rPr lang="en-US" sz="1000" b="1" dirty="0">
                <a:solidFill>
                  <a:schemeClr val="accent2"/>
                </a:solidFill>
                <a:latin typeface="Arial" panose="020B0604020202020204" pitchFamily="34" charset="0"/>
                <a:cs typeface="Arial" panose="020B0604020202020204" pitchFamily="34" charset="0"/>
              </a:rPr>
              <a:t>Paste</a:t>
            </a:r>
            <a:r>
              <a:rPr lang="en-US" sz="1000" dirty="0">
                <a:solidFill>
                  <a:srgbClr val="5B5B5B"/>
                </a:solidFill>
              </a:rPr>
              <a:t> the slides.</a:t>
            </a:r>
          </a:p>
          <a:p>
            <a:pPr marL="228600" lvl="0" indent="-228600" algn="l" rtl="0">
              <a:lnSpc>
                <a:spcPct val="115000"/>
              </a:lnSpc>
              <a:spcBef>
                <a:spcPts val="0"/>
              </a:spcBef>
              <a:spcAft>
                <a:spcPts val="1000"/>
              </a:spcAft>
              <a:buFont typeface="+mj-lt"/>
              <a:buAutoNum type="arabicPeriod"/>
            </a:pPr>
            <a:r>
              <a:rPr lang="en-US" sz="1000" dirty="0">
                <a:solidFill>
                  <a:srgbClr val="5B5B5B"/>
                </a:solidFill>
              </a:rPr>
              <a:t>Look for the </a:t>
            </a:r>
            <a:r>
              <a:rPr lang="en-US" sz="1000" b="1" dirty="0">
                <a:solidFill>
                  <a:schemeClr val="accent2"/>
                </a:solidFill>
                <a:latin typeface="Arial" panose="020B0604020202020204" pitchFamily="34" charset="0"/>
                <a:cs typeface="Arial" panose="020B0604020202020204" pitchFamily="34" charset="0"/>
              </a:rPr>
              <a:t>Use Destination Theme</a:t>
            </a:r>
            <a:r>
              <a:rPr lang="en-US" sz="1000" dirty="0">
                <a:solidFill>
                  <a:srgbClr val="5B5B5B"/>
                </a:solidFill>
              </a:rPr>
              <a:t> </a:t>
            </a:r>
            <a:br>
              <a:rPr lang="en-US" sz="1000" dirty="0">
                <a:solidFill>
                  <a:srgbClr val="5B5B5B"/>
                </a:solidFill>
              </a:rPr>
            </a:br>
            <a:r>
              <a:rPr lang="en-US" sz="1000" dirty="0">
                <a:solidFill>
                  <a:srgbClr val="5B5B5B"/>
                </a:solidFill>
              </a:rPr>
              <a:t>flyout menu, and make sure it’s selected. </a:t>
            </a:r>
            <a:br>
              <a:rPr lang="en-US" sz="1000" dirty="0">
                <a:solidFill>
                  <a:srgbClr val="5B5B5B"/>
                </a:solidFill>
              </a:rPr>
            </a:br>
            <a:r>
              <a:rPr lang="en-US" sz="1000" dirty="0">
                <a:solidFill>
                  <a:srgbClr val="5B5B5B"/>
                </a:solidFill>
              </a:rPr>
              <a:t>This will appear on the sidebar for a few</a:t>
            </a:r>
            <a:br>
              <a:rPr lang="en-US" sz="1000" dirty="0">
                <a:solidFill>
                  <a:srgbClr val="5B5B5B"/>
                </a:solidFill>
              </a:rPr>
            </a:br>
            <a:r>
              <a:rPr lang="en-US" sz="1000" dirty="0">
                <a:solidFill>
                  <a:srgbClr val="5B5B5B"/>
                </a:solidFill>
              </a:rPr>
              <a:t>moments after you paste slides in. </a:t>
            </a:r>
          </a:p>
        </p:txBody>
      </p:sp>
      <p:grpSp>
        <p:nvGrpSpPr>
          <p:cNvPr id="7" name="Group 6">
            <a:extLst>
              <a:ext uri="{FF2B5EF4-FFF2-40B4-BE49-F238E27FC236}">
                <a16:creationId xmlns:a16="http://schemas.microsoft.com/office/drawing/2014/main" id="{D42CABD9-0339-15A2-9DA8-99BDD7AFBF19}"/>
              </a:ext>
            </a:extLst>
          </p:cNvPr>
          <p:cNvGrpSpPr/>
          <p:nvPr/>
        </p:nvGrpSpPr>
        <p:grpSpPr>
          <a:xfrm>
            <a:off x="3075126" y="3525794"/>
            <a:ext cx="1429376" cy="920905"/>
            <a:chOff x="2684847" y="3616173"/>
            <a:chExt cx="1741620" cy="1122075"/>
          </a:xfrm>
        </p:grpSpPr>
        <p:pic>
          <p:nvPicPr>
            <p:cNvPr id="3" name="Picture 2" descr="A screenshot of a computer&#10;&#10;Description automatically generated">
              <a:extLst>
                <a:ext uri="{FF2B5EF4-FFF2-40B4-BE49-F238E27FC236}">
                  <a16:creationId xmlns:a16="http://schemas.microsoft.com/office/drawing/2014/main" id="{E2B8FA5C-968B-1D6F-A2CA-06EB88D5860D}"/>
                </a:ext>
              </a:extLst>
            </p:cNvPr>
            <p:cNvPicPr>
              <a:picLocks noChangeAspect="1"/>
            </p:cNvPicPr>
            <p:nvPr/>
          </p:nvPicPr>
          <p:blipFill rotWithShape="1">
            <a:blip r:embed="rId2"/>
            <a:srcRect r="40429" b="13282"/>
            <a:stretch/>
          </p:blipFill>
          <p:spPr>
            <a:xfrm>
              <a:off x="2684847" y="3616173"/>
              <a:ext cx="1741620" cy="1122075"/>
            </a:xfrm>
            <a:prstGeom prst="rect">
              <a:avLst/>
            </a:prstGeom>
            <a:noFill/>
            <a:ln w="9525" cap="flat" cmpd="sng">
              <a:solidFill>
                <a:srgbClr val="B7B7B7"/>
              </a:solidFill>
              <a:prstDash val="solid"/>
              <a:round/>
              <a:headEnd type="none" w="sm" len="sm"/>
              <a:tailEnd type="none" w="sm" len="sm"/>
            </a:ln>
          </p:spPr>
        </p:pic>
        <p:sp>
          <p:nvSpPr>
            <p:cNvPr id="4" name="Google Shape;519;p59">
              <a:extLst>
                <a:ext uri="{FF2B5EF4-FFF2-40B4-BE49-F238E27FC236}">
                  <a16:creationId xmlns:a16="http://schemas.microsoft.com/office/drawing/2014/main" id="{890C94F4-5AAD-E645-BB58-3D04F448698F}"/>
                </a:ext>
              </a:extLst>
            </p:cNvPr>
            <p:cNvSpPr/>
            <p:nvPr/>
          </p:nvSpPr>
          <p:spPr>
            <a:xfrm>
              <a:off x="3187209" y="4363896"/>
              <a:ext cx="1133915" cy="138810"/>
            </a:xfrm>
            <a:prstGeom prst="rect">
              <a:avLst/>
            </a:prstGeom>
            <a:noFill/>
            <a:ln w="25400" cap="flat" cmpd="sng">
              <a:solidFill>
                <a:schemeClr val="accent6"/>
              </a:solidFill>
              <a:prstDash val="solid"/>
              <a:round/>
              <a:headEnd type="none" w="med" len="med"/>
              <a:tailEnd type="none" w="med" len="med"/>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6" name="Oval 5">
              <a:extLst>
                <a:ext uri="{FF2B5EF4-FFF2-40B4-BE49-F238E27FC236}">
                  <a16:creationId xmlns:a16="http://schemas.microsoft.com/office/drawing/2014/main" id="{14FB8A13-EF8F-E2A2-5A1D-DA59CD9A34AB}"/>
                </a:ext>
              </a:extLst>
            </p:cNvPr>
            <p:cNvSpPr/>
            <p:nvPr/>
          </p:nvSpPr>
          <p:spPr>
            <a:xfrm>
              <a:off x="3073540" y="4253239"/>
              <a:ext cx="167960" cy="16796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dirty="0">
                  <a:latin typeface="Arial Black" panose="020B0604020202020204" pitchFamily="34" charset="0"/>
                  <a:cs typeface="Arial Black" panose="020B0604020202020204" pitchFamily="34" charset="0"/>
                </a:rPr>
                <a:t>4</a:t>
              </a:r>
            </a:p>
          </p:txBody>
        </p:sp>
      </p:grpSp>
      <p:sp>
        <p:nvSpPr>
          <p:cNvPr id="8" name="Google Shape;529;p59">
            <a:extLst>
              <a:ext uri="{FF2B5EF4-FFF2-40B4-BE49-F238E27FC236}">
                <a16:creationId xmlns:a16="http://schemas.microsoft.com/office/drawing/2014/main" id="{A2FAAD12-E668-601C-7373-7CFD69442369}"/>
              </a:ext>
            </a:extLst>
          </p:cNvPr>
          <p:cNvSpPr txBox="1"/>
          <p:nvPr/>
        </p:nvSpPr>
        <p:spPr>
          <a:xfrm>
            <a:off x="4487170" y="966289"/>
            <a:ext cx="2266875" cy="2918717"/>
          </a:xfrm>
          <a:prstGeom prst="rect">
            <a:avLst/>
          </a:prstGeom>
          <a:noFill/>
          <a:ln>
            <a:noFill/>
          </a:ln>
        </p:spPr>
        <p:txBody>
          <a:bodyPr spcFirstLastPara="1" wrap="square" lIns="91425" tIns="91425" rIns="91425" bIns="91425" anchor="t" anchorCtr="0">
            <a:spAutoFit/>
          </a:bodyPr>
          <a:lstStyle/>
          <a:p>
            <a:pPr marL="228600" lvl="0" indent="-228600" algn="l" rtl="0">
              <a:lnSpc>
                <a:spcPct val="115000"/>
              </a:lnSpc>
              <a:spcBef>
                <a:spcPts val="0"/>
              </a:spcBef>
              <a:spcAft>
                <a:spcPts val="1000"/>
              </a:spcAft>
              <a:buFont typeface="+mj-lt"/>
              <a:buAutoNum type="arabicPeriod" startAt="5"/>
            </a:pPr>
            <a:r>
              <a:rPr lang="en-US" sz="1000" dirty="0">
                <a:solidFill>
                  <a:srgbClr val="5B5B5B"/>
                </a:solidFill>
                <a:latin typeface="Arial" panose="020B0604020202020204" pitchFamily="34" charset="0"/>
                <a:cs typeface="Arial" panose="020B0604020202020204" pitchFamily="34" charset="0"/>
              </a:rPr>
              <a:t>Use the </a:t>
            </a:r>
            <a:r>
              <a:rPr lang="en-US" sz="1000" b="1" dirty="0">
                <a:solidFill>
                  <a:schemeClr val="accent2"/>
                </a:solidFill>
                <a:latin typeface="Arial" panose="020B0604020202020204" pitchFamily="34" charset="0"/>
                <a:cs typeface="Arial" panose="020B0604020202020204" pitchFamily="34" charset="0"/>
              </a:rPr>
              <a:t>Layout</a:t>
            </a:r>
            <a:r>
              <a:rPr lang="en-US" sz="1000" dirty="0">
                <a:solidFill>
                  <a:srgbClr val="5B5B5B"/>
                </a:solidFill>
                <a:latin typeface="Arial" panose="020B0604020202020204" pitchFamily="34" charset="0"/>
                <a:cs typeface="Arial" panose="020B0604020202020204" pitchFamily="34" charset="0"/>
              </a:rPr>
              <a:t> menu to apply the 2026 template to your slides.</a:t>
            </a:r>
          </a:p>
          <a:p>
            <a:pPr marL="228600" lvl="0" indent="-228600" algn="l" rtl="0">
              <a:lnSpc>
                <a:spcPct val="115000"/>
              </a:lnSpc>
              <a:spcBef>
                <a:spcPts val="0"/>
              </a:spcBef>
              <a:spcAft>
                <a:spcPts val="1000"/>
              </a:spcAft>
              <a:buFont typeface="+mj-lt"/>
              <a:buAutoNum type="arabicPeriod" startAt="5"/>
            </a:pPr>
            <a:r>
              <a:rPr lang="en-US" sz="1000" dirty="0">
                <a:solidFill>
                  <a:srgbClr val="5B5B5B"/>
                </a:solidFill>
                <a:latin typeface="Arial" panose="020B0604020202020204" pitchFamily="34" charset="0"/>
                <a:cs typeface="Arial" panose="020B0604020202020204" pitchFamily="34" charset="0"/>
              </a:rPr>
              <a:t>If you are having trouble getting the new template to “stick” to your slides, check that you don’t have any rogue layouts appearing after the </a:t>
            </a:r>
            <a:r>
              <a:rPr lang="en-US" sz="1000" b="1" dirty="0">
                <a:solidFill>
                  <a:srgbClr val="5B5B5B"/>
                </a:solidFill>
                <a:latin typeface="Arial" panose="020B0604020202020204" pitchFamily="34" charset="0"/>
                <a:cs typeface="Arial" panose="020B0604020202020204" pitchFamily="34" charset="0"/>
              </a:rPr>
              <a:t>LAST LAYOUT</a:t>
            </a:r>
            <a:r>
              <a:rPr lang="en-US" sz="1000" dirty="0">
                <a:solidFill>
                  <a:srgbClr val="5B5B5B"/>
                </a:solidFill>
                <a:latin typeface="Arial" panose="020B0604020202020204" pitchFamily="34" charset="0"/>
                <a:cs typeface="Arial" panose="020B0604020202020204" pitchFamily="34" charset="0"/>
              </a:rPr>
              <a:t>. If you do, reapply the correct layouts to your slides (any layouts appearing above LAST LAYOUT). Then delete any layouts appearing after the LAST LAYOUT by going to </a:t>
            </a:r>
            <a:r>
              <a:rPr lang="en-US" sz="1000" b="1" dirty="0">
                <a:solidFill>
                  <a:schemeClr val="accent2"/>
                </a:solidFill>
                <a:latin typeface="Arial" panose="020B0604020202020204" pitchFamily="34" charset="0"/>
                <a:cs typeface="Arial" panose="020B0604020202020204" pitchFamily="34" charset="0"/>
              </a:rPr>
              <a:t>View</a:t>
            </a:r>
            <a:r>
              <a:rPr lang="en-US" sz="1000" dirty="0">
                <a:solidFill>
                  <a:srgbClr val="5B5B5B"/>
                </a:solidFill>
                <a:latin typeface="Arial" panose="020B0604020202020204" pitchFamily="34" charset="0"/>
                <a:cs typeface="Arial" panose="020B0604020202020204" pitchFamily="34" charset="0"/>
              </a:rPr>
              <a:t> &gt; </a:t>
            </a:r>
            <a:r>
              <a:rPr lang="en-US" sz="1000" b="1" dirty="0">
                <a:solidFill>
                  <a:schemeClr val="accent2"/>
                </a:solidFill>
                <a:latin typeface="Arial" panose="020B0604020202020204" pitchFamily="34" charset="0"/>
                <a:cs typeface="Arial" panose="020B0604020202020204" pitchFamily="34" charset="0"/>
              </a:rPr>
              <a:t>Master</a:t>
            </a:r>
            <a:r>
              <a:rPr lang="en-US" sz="1000" dirty="0">
                <a:solidFill>
                  <a:srgbClr val="5B5B5B"/>
                </a:solidFill>
                <a:latin typeface="Arial" panose="020B0604020202020204" pitchFamily="34" charset="0"/>
                <a:cs typeface="Arial" panose="020B0604020202020204" pitchFamily="34" charset="0"/>
              </a:rPr>
              <a:t> &gt; </a:t>
            </a:r>
            <a:r>
              <a:rPr lang="en-US" sz="1000" b="1" dirty="0">
                <a:solidFill>
                  <a:schemeClr val="accent2"/>
                </a:solidFill>
                <a:latin typeface="Arial" panose="020B0604020202020204" pitchFamily="34" charset="0"/>
                <a:cs typeface="Arial" panose="020B0604020202020204" pitchFamily="34" charset="0"/>
              </a:rPr>
              <a:t>Slide Master</a:t>
            </a:r>
            <a:r>
              <a:rPr lang="en-US" sz="1000" dirty="0">
                <a:solidFill>
                  <a:srgbClr val="5B5B5B"/>
                </a:solidFill>
                <a:latin typeface="Arial" panose="020B0604020202020204" pitchFamily="34" charset="0"/>
                <a:cs typeface="Arial" panose="020B0604020202020204" pitchFamily="34" charset="0"/>
              </a:rPr>
              <a:t>.</a:t>
            </a:r>
            <a:endParaRPr lang="en-US" sz="1000" b="1" dirty="0">
              <a:solidFill>
                <a:srgbClr val="5B5B5B"/>
              </a:solidFill>
              <a:latin typeface="Arial" panose="020B0604020202020204" pitchFamily="34" charset="0"/>
              <a:cs typeface="Arial" panose="020B0604020202020204" pitchFamily="34" charset="0"/>
            </a:endParaRPr>
          </a:p>
        </p:txBody>
      </p:sp>
      <p:grpSp>
        <p:nvGrpSpPr>
          <p:cNvPr id="25" name="Group 24">
            <a:extLst>
              <a:ext uri="{FF2B5EF4-FFF2-40B4-BE49-F238E27FC236}">
                <a16:creationId xmlns:a16="http://schemas.microsoft.com/office/drawing/2014/main" id="{64BE9048-584A-93D5-481A-F2686267EA8B}"/>
              </a:ext>
            </a:extLst>
          </p:cNvPr>
          <p:cNvGrpSpPr/>
          <p:nvPr/>
        </p:nvGrpSpPr>
        <p:grpSpPr>
          <a:xfrm>
            <a:off x="6800341" y="1085528"/>
            <a:ext cx="2227914" cy="3283915"/>
            <a:chOff x="4693109" y="1452036"/>
            <a:chExt cx="2313962" cy="3410748"/>
          </a:xfrm>
        </p:grpSpPr>
        <p:pic>
          <p:nvPicPr>
            <p:cNvPr id="22" name="Picture 21" descr="A screenshot of a computer&#10;&#10;Description automatically generated">
              <a:extLst>
                <a:ext uri="{FF2B5EF4-FFF2-40B4-BE49-F238E27FC236}">
                  <a16:creationId xmlns:a16="http://schemas.microsoft.com/office/drawing/2014/main" id="{A959DFD8-0D80-476C-BEB9-34CE6D312F94}"/>
                </a:ext>
              </a:extLst>
            </p:cNvPr>
            <p:cNvPicPr>
              <a:picLocks noChangeAspect="1"/>
            </p:cNvPicPr>
            <p:nvPr/>
          </p:nvPicPr>
          <p:blipFill rotWithShape="1">
            <a:blip r:embed="rId3"/>
            <a:srcRect r="2958"/>
            <a:stretch/>
          </p:blipFill>
          <p:spPr>
            <a:xfrm>
              <a:off x="4693109" y="1452036"/>
              <a:ext cx="2313962" cy="2492897"/>
            </a:xfrm>
            <a:prstGeom prst="rect">
              <a:avLst/>
            </a:prstGeom>
          </p:spPr>
        </p:pic>
        <p:pic>
          <p:nvPicPr>
            <p:cNvPr id="24" name="Picture 23" descr="A screenshot of a computer&#10;&#10;Description automatically generated">
              <a:extLst>
                <a:ext uri="{FF2B5EF4-FFF2-40B4-BE49-F238E27FC236}">
                  <a16:creationId xmlns:a16="http://schemas.microsoft.com/office/drawing/2014/main" id="{44D583DA-B2C3-DCB7-735E-5FAFAE30C3CD}"/>
                </a:ext>
              </a:extLst>
            </p:cNvPr>
            <p:cNvPicPr>
              <a:picLocks noChangeAspect="1"/>
            </p:cNvPicPr>
            <p:nvPr/>
          </p:nvPicPr>
          <p:blipFill rotWithShape="1">
            <a:blip r:embed="rId4"/>
            <a:srcRect t="19126" r="2958" b="956"/>
            <a:stretch/>
          </p:blipFill>
          <p:spPr>
            <a:xfrm>
              <a:off x="4693109" y="2870522"/>
              <a:ext cx="2313962" cy="1992262"/>
            </a:xfrm>
            <a:prstGeom prst="rect">
              <a:avLst/>
            </a:prstGeom>
          </p:spPr>
        </p:pic>
      </p:grpSp>
      <p:sp>
        <p:nvSpPr>
          <p:cNvPr id="26" name="Google Shape;519;p59">
            <a:extLst>
              <a:ext uri="{FF2B5EF4-FFF2-40B4-BE49-F238E27FC236}">
                <a16:creationId xmlns:a16="http://schemas.microsoft.com/office/drawing/2014/main" id="{20FC3941-46A9-07C0-2692-904C9EA49DC6}"/>
              </a:ext>
            </a:extLst>
          </p:cNvPr>
          <p:cNvSpPr/>
          <p:nvPr/>
        </p:nvSpPr>
        <p:spPr>
          <a:xfrm>
            <a:off x="6791593" y="1071776"/>
            <a:ext cx="357990" cy="113924"/>
          </a:xfrm>
          <a:prstGeom prst="rect">
            <a:avLst/>
          </a:prstGeom>
          <a:noFill/>
          <a:ln w="25400" cap="flat" cmpd="sng">
            <a:solidFill>
              <a:schemeClr val="accent6"/>
            </a:solidFill>
            <a:prstDash val="solid"/>
            <a:round/>
            <a:headEnd type="none" w="med" len="med"/>
            <a:tailEnd type="none" w="med" len="med"/>
          </a:ln>
        </p:spPr>
        <p:txBody>
          <a:bodyPr spcFirstLastPara="1" wrap="square" lIns="91425" tIns="91425" rIns="91425" bIns="91425" anchor="ctr" anchorCtr="0">
            <a:noAutofit/>
          </a:bodyPr>
          <a:lstStyle/>
          <a:p>
            <a:pPr marL="0" lvl="0" indent="0" algn="l" rtl="0">
              <a:spcBef>
                <a:spcPts val="0"/>
              </a:spcBef>
              <a:spcAft>
                <a:spcPts val="0"/>
              </a:spcAft>
              <a:buNone/>
            </a:pPr>
            <a:endParaRPr sz="1600"/>
          </a:p>
        </p:txBody>
      </p:sp>
      <p:sp>
        <p:nvSpPr>
          <p:cNvPr id="27" name="Oval 26">
            <a:extLst>
              <a:ext uri="{FF2B5EF4-FFF2-40B4-BE49-F238E27FC236}">
                <a16:creationId xmlns:a16="http://schemas.microsoft.com/office/drawing/2014/main" id="{0B246E95-499A-7B24-2332-BD8E2DF7A038}"/>
              </a:ext>
            </a:extLst>
          </p:cNvPr>
          <p:cNvSpPr/>
          <p:nvPr/>
        </p:nvSpPr>
        <p:spPr>
          <a:xfrm>
            <a:off x="6701740" y="994710"/>
            <a:ext cx="137848" cy="137847"/>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700" b="1" dirty="0">
                <a:latin typeface="Arial Black" panose="020B0604020202020204" pitchFamily="34" charset="0"/>
                <a:cs typeface="Arial Black" panose="020B0604020202020204" pitchFamily="34" charset="0"/>
              </a:rPr>
              <a:t>5</a:t>
            </a:r>
          </a:p>
        </p:txBody>
      </p:sp>
    </p:spTree>
    <p:extLst>
      <p:ext uri="{BB962C8B-B14F-4D97-AF65-F5344CB8AC3E}">
        <p14:creationId xmlns:p14="http://schemas.microsoft.com/office/powerpoint/2010/main" val="24301995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pic>
        <p:nvPicPr>
          <p:cNvPr id="10" name="Picture 9" descr="A screenshot of a computer&#10;&#10;Description automatically generated">
            <a:extLst>
              <a:ext uri="{FF2B5EF4-FFF2-40B4-BE49-F238E27FC236}">
                <a16:creationId xmlns:a16="http://schemas.microsoft.com/office/drawing/2014/main" id="{3C327007-1053-6CF0-F023-FF380D2F5A5D}"/>
              </a:ext>
            </a:extLst>
          </p:cNvPr>
          <p:cNvPicPr>
            <a:picLocks noChangeAspect="1"/>
          </p:cNvPicPr>
          <p:nvPr/>
        </p:nvPicPr>
        <p:blipFill>
          <a:blip r:embed="rId3"/>
          <a:stretch>
            <a:fillRect/>
          </a:stretch>
        </p:blipFill>
        <p:spPr>
          <a:xfrm>
            <a:off x="4438428" y="139098"/>
            <a:ext cx="3633647" cy="2432652"/>
          </a:xfrm>
          <a:prstGeom prst="rect">
            <a:avLst/>
          </a:prstGeom>
        </p:spPr>
      </p:pic>
      <p:pic>
        <p:nvPicPr>
          <p:cNvPr id="19" name="Picture 18" descr="A screenshot of a computer&#10;&#10;Description automatically generated">
            <a:extLst>
              <a:ext uri="{FF2B5EF4-FFF2-40B4-BE49-F238E27FC236}">
                <a16:creationId xmlns:a16="http://schemas.microsoft.com/office/drawing/2014/main" id="{3A4A5400-3578-D83D-1F55-C7C6BB7A60DA}"/>
              </a:ext>
            </a:extLst>
          </p:cNvPr>
          <p:cNvPicPr>
            <a:picLocks noChangeAspect="1"/>
          </p:cNvPicPr>
          <p:nvPr/>
        </p:nvPicPr>
        <p:blipFill rotWithShape="1">
          <a:blip r:embed="rId4"/>
          <a:srcRect t="854" r="12062"/>
          <a:stretch/>
        </p:blipFill>
        <p:spPr>
          <a:xfrm>
            <a:off x="796347" y="2336531"/>
            <a:ext cx="2930980" cy="1464779"/>
          </a:xfrm>
          <a:prstGeom prst="rect">
            <a:avLst/>
          </a:prstGeom>
          <a:noFill/>
          <a:ln w="9525" cap="flat" cmpd="sng">
            <a:solidFill>
              <a:srgbClr val="B7B7B7"/>
            </a:solidFill>
            <a:prstDash val="solid"/>
            <a:round/>
            <a:headEnd type="none" w="sm" len="sm"/>
            <a:tailEnd type="none" w="sm" len="sm"/>
          </a:ln>
        </p:spPr>
      </p:pic>
      <p:sp>
        <p:nvSpPr>
          <p:cNvPr id="519" name="Google Shape;519;p59"/>
          <p:cNvSpPr/>
          <p:nvPr/>
        </p:nvSpPr>
        <p:spPr>
          <a:xfrm>
            <a:off x="2546235" y="3639013"/>
            <a:ext cx="1069913" cy="158626"/>
          </a:xfrm>
          <a:prstGeom prst="rect">
            <a:avLst/>
          </a:prstGeom>
          <a:noFill/>
          <a:ln w="25400" cap="flat" cmpd="sng">
            <a:solidFill>
              <a:schemeClr val="accent6"/>
            </a:solidFill>
            <a:prstDash val="solid"/>
            <a:round/>
            <a:headEnd type="none" w="med" len="med"/>
            <a:tailEnd type="none"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59"/>
          <p:cNvSpPr/>
          <p:nvPr/>
        </p:nvSpPr>
        <p:spPr>
          <a:xfrm>
            <a:off x="1012947" y="2467287"/>
            <a:ext cx="209261" cy="148869"/>
          </a:xfrm>
          <a:prstGeom prst="rect">
            <a:avLst/>
          </a:prstGeom>
          <a:noFill/>
          <a:ln w="25400" cap="flat" cmpd="sng">
            <a:solidFill>
              <a:schemeClr val="accent6"/>
            </a:solidFill>
            <a:prstDash val="solid"/>
            <a:round/>
            <a:headEnd type="none" w="med" len="med"/>
            <a:tailEnd type="none"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59"/>
          <p:cNvSpPr txBox="1"/>
          <p:nvPr/>
        </p:nvSpPr>
        <p:spPr>
          <a:xfrm>
            <a:off x="408952" y="3974529"/>
            <a:ext cx="1334100" cy="490617"/>
          </a:xfrm>
          <a:prstGeom prst="rect">
            <a:avLst/>
          </a:prstGeom>
          <a:noFill/>
          <a:ln>
            <a:noFill/>
          </a:ln>
        </p:spPr>
        <p:txBody>
          <a:bodyPr spcFirstLastPara="1" wrap="square" lIns="91425" tIns="91425" rIns="91425" bIns="91425" anchor="t" anchorCtr="0">
            <a:spAutoFit/>
          </a:bodyPr>
          <a:lstStyle/>
          <a:p>
            <a:pPr marL="0" lvl="0" indent="0" algn="l" rtl="0">
              <a:lnSpc>
                <a:spcPct val="105000"/>
              </a:lnSpc>
              <a:spcBef>
                <a:spcPts val="0"/>
              </a:spcBef>
              <a:spcAft>
                <a:spcPts val="1000"/>
              </a:spcAft>
              <a:buNone/>
            </a:pPr>
            <a:r>
              <a:rPr lang="en" sz="1000" dirty="0">
                <a:solidFill>
                  <a:srgbClr val="5B5B5B"/>
                </a:solidFill>
                <a:latin typeface="Arial" panose="020B0604020202020204" pitchFamily="34" charset="0"/>
                <a:ea typeface="Lato"/>
                <a:cs typeface="Arial" panose="020B0604020202020204" pitchFamily="34" charset="0"/>
                <a:sym typeface="Lato"/>
              </a:rPr>
              <a:t>1. Go to </a:t>
            </a:r>
            <a:r>
              <a:rPr lang="en" sz="1000" b="1" dirty="0">
                <a:solidFill>
                  <a:schemeClr val="accent2"/>
                </a:solidFill>
                <a:latin typeface="Arial" panose="020B0604020202020204" pitchFamily="34" charset="0"/>
                <a:ea typeface="Lato"/>
                <a:cs typeface="Arial" panose="020B0604020202020204" pitchFamily="34" charset="0"/>
                <a:sym typeface="Lato"/>
              </a:rPr>
              <a:t>File</a:t>
            </a:r>
            <a:endParaRPr sz="1000" b="1" dirty="0">
              <a:solidFill>
                <a:schemeClr val="accent2"/>
              </a:solidFill>
              <a:latin typeface="Arial" panose="020B0604020202020204" pitchFamily="34" charset="0"/>
              <a:ea typeface="Lato"/>
              <a:cs typeface="Arial" panose="020B0604020202020204" pitchFamily="34" charset="0"/>
              <a:sym typeface="Lato"/>
            </a:endParaRPr>
          </a:p>
        </p:txBody>
      </p:sp>
      <p:cxnSp>
        <p:nvCxnSpPr>
          <p:cNvPr id="535" name="Google Shape;535;p59"/>
          <p:cNvCxnSpPr>
            <a:cxnSpLocks/>
          </p:cNvCxnSpPr>
          <p:nvPr/>
        </p:nvCxnSpPr>
        <p:spPr>
          <a:xfrm>
            <a:off x="572733" y="2448700"/>
            <a:ext cx="453830" cy="0"/>
          </a:xfrm>
          <a:prstGeom prst="straightConnector1">
            <a:avLst/>
          </a:prstGeom>
          <a:noFill/>
          <a:ln w="19050" cap="rnd" cmpd="sng">
            <a:solidFill>
              <a:schemeClr val="accent6"/>
            </a:solidFill>
            <a:prstDash val="sysDot"/>
            <a:round/>
            <a:headEnd type="none" w="med" len="med"/>
            <a:tailEnd type="none" w="med" len="med"/>
          </a:ln>
        </p:spPr>
      </p:cxnSp>
      <p:sp>
        <p:nvSpPr>
          <p:cNvPr id="538" name="Google Shape;538;p59"/>
          <p:cNvSpPr txBox="1">
            <a:spLocks noGrp="1"/>
          </p:cNvSpPr>
          <p:nvPr>
            <p:ph type="title"/>
          </p:nvPr>
        </p:nvSpPr>
        <p:spPr/>
        <p:txBody>
          <a:bodyPr/>
          <a:lstStyle/>
          <a:p>
            <a:pPr lvl="0"/>
            <a:r>
              <a:rPr lang="en-US" dirty="0"/>
              <a:t>Importing Content </a:t>
            </a:r>
            <a:br>
              <a:rPr lang="en-US" dirty="0"/>
            </a:br>
            <a:r>
              <a:rPr lang="en-US" dirty="0"/>
              <a:t>From Google Slides</a:t>
            </a:r>
          </a:p>
        </p:txBody>
      </p:sp>
      <p:sp>
        <p:nvSpPr>
          <p:cNvPr id="5" name="Google Shape;519;p59">
            <a:extLst>
              <a:ext uri="{FF2B5EF4-FFF2-40B4-BE49-F238E27FC236}">
                <a16:creationId xmlns:a16="http://schemas.microsoft.com/office/drawing/2014/main" id="{789D2767-B334-E753-0E00-93A58B6159AF}"/>
              </a:ext>
            </a:extLst>
          </p:cNvPr>
          <p:cNvSpPr/>
          <p:nvPr/>
        </p:nvSpPr>
        <p:spPr>
          <a:xfrm>
            <a:off x="4565785" y="533401"/>
            <a:ext cx="698067" cy="1807900"/>
          </a:xfrm>
          <a:prstGeom prst="rect">
            <a:avLst/>
          </a:prstGeom>
          <a:noFill/>
          <a:ln w="25400" cap="flat" cmpd="sng">
            <a:solidFill>
              <a:schemeClr val="accent6"/>
            </a:solidFill>
            <a:prstDash val="solid"/>
            <a:round/>
            <a:headEnd type="none" w="med" len="med"/>
            <a:tailEnd type="none"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29;p59">
            <a:extLst>
              <a:ext uri="{FF2B5EF4-FFF2-40B4-BE49-F238E27FC236}">
                <a16:creationId xmlns:a16="http://schemas.microsoft.com/office/drawing/2014/main" id="{53961126-3780-E8D3-3F70-661FA5FBED57}"/>
              </a:ext>
            </a:extLst>
          </p:cNvPr>
          <p:cNvSpPr txBox="1"/>
          <p:nvPr/>
        </p:nvSpPr>
        <p:spPr>
          <a:xfrm>
            <a:off x="4475039" y="3974529"/>
            <a:ext cx="1889830" cy="1020762"/>
          </a:xfrm>
          <a:prstGeom prst="rect">
            <a:avLst/>
          </a:prstGeom>
          <a:noFill/>
          <a:ln>
            <a:noFill/>
          </a:ln>
        </p:spPr>
        <p:txBody>
          <a:bodyPr spcFirstLastPara="1" wrap="square" lIns="91425" tIns="91425" rIns="91425" bIns="91425" anchor="t" anchorCtr="0">
            <a:spAutoFit/>
          </a:bodyPr>
          <a:lstStyle>
            <a:defPPr>
              <a:defRPr lang="en-US"/>
            </a:defPPr>
            <a:lvl1pPr marL="137160" lvl="0" indent="-137160">
              <a:lnSpc>
                <a:spcPct val="115000"/>
              </a:lnSpc>
              <a:spcBef>
                <a:spcPts val="0"/>
              </a:spcBef>
              <a:spcAft>
                <a:spcPts val="1000"/>
              </a:spcAft>
              <a:buNone/>
              <a:defRPr sz="1000">
                <a:solidFill>
                  <a:srgbClr val="5B5B5B"/>
                </a:solidFill>
                <a:latin typeface="Arial" panose="020B0604020202020204" pitchFamily="34" charset="0"/>
                <a:cs typeface="Arial" panose="020B0604020202020204" pitchFamily="34" charset="0"/>
              </a:defRPr>
            </a:lvl1pPr>
          </a:lstStyle>
          <a:p>
            <a:r>
              <a:rPr lang="en-US" dirty="0"/>
              <a:t>3. Open the downloaded file in PPT, select the slides you want, and </a:t>
            </a:r>
            <a:r>
              <a:rPr lang="en-US" dirty="0" err="1"/>
              <a:t>copy+paste</a:t>
            </a:r>
            <a:r>
              <a:rPr lang="en-US" dirty="0"/>
              <a:t> </a:t>
            </a:r>
            <a:r>
              <a:rPr lang="en-US" b="1" dirty="0"/>
              <a:t>into your clean template deck.</a:t>
            </a:r>
          </a:p>
        </p:txBody>
      </p:sp>
      <p:sp>
        <p:nvSpPr>
          <p:cNvPr id="15" name="Google Shape;529;p59">
            <a:extLst>
              <a:ext uri="{FF2B5EF4-FFF2-40B4-BE49-F238E27FC236}">
                <a16:creationId xmlns:a16="http://schemas.microsoft.com/office/drawing/2014/main" id="{A6794154-DD6F-9F89-9EC0-FD899A60790C}"/>
              </a:ext>
            </a:extLst>
          </p:cNvPr>
          <p:cNvSpPr txBox="1"/>
          <p:nvPr/>
        </p:nvSpPr>
        <p:spPr>
          <a:xfrm>
            <a:off x="6731352" y="3974529"/>
            <a:ext cx="1984948" cy="1197733"/>
          </a:xfrm>
          <a:prstGeom prst="rect">
            <a:avLst/>
          </a:prstGeom>
          <a:noFill/>
          <a:ln>
            <a:noFill/>
          </a:ln>
        </p:spPr>
        <p:txBody>
          <a:bodyPr spcFirstLastPara="1" wrap="square" lIns="91425" tIns="91425" rIns="91425" bIns="91425" anchor="t" anchorCtr="0">
            <a:spAutoFit/>
          </a:bodyPr>
          <a:lstStyle>
            <a:defPPr>
              <a:defRPr lang="en-US"/>
            </a:defPPr>
            <a:lvl1pPr marL="137160" lvl="0" indent="-137160">
              <a:lnSpc>
                <a:spcPct val="115000"/>
              </a:lnSpc>
              <a:spcBef>
                <a:spcPts val="0"/>
              </a:spcBef>
              <a:spcAft>
                <a:spcPts val="1000"/>
              </a:spcAft>
              <a:buNone/>
              <a:defRPr sz="1000">
                <a:solidFill>
                  <a:srgbClr val="5B5B5B"/>
                </a:solidFill>
                <a:latin typeface="Arial" panose="020B0604020202020204" pitchFamily="34" charset="0"/>
                <a:cs typeface="Arial" panose="020B0604020202020204" pitchFamily="34" charset="0"/>
              </a:defRPr>
            </a:lvl1pPr>
          </a:lstStyle>
          <a:p>
            <a:r>
              <a:rPr lang="en-US" dirty="0"/>
              <a:t>4. When pasting, always select </a:t>
            </a:r>
            <a:br>
              <a:rPr lang="en-US" dirty="0"/>
            </a:br>
            <a:r>
              <a:rPr lang="en-US" b="1" dirty="0">
                <a:solidFill>
                  <a:schemeClr val="accent2"/>
                </a:solidFill>
              </a:rPr>
              <a:t>Use Destination Theme </a:t>
            </a:r>
            <a:br>
              <a:rPr lang="en-US" dirty="0"/>
            </a:br>
            <a:r>
              <a:rPr lang="en-US" dirty="0"/>
              <a:t>from the flyout menu and then follow steps 5 &amp; 6 from the previous slide as needed.</a:t>
            </a:r>
          </a:p>
        </p:txBody>
      </p:sp>
      <p:sp>
        <p:nvSpPr>
          <p:cNvPr id="17" name="Google Shape;529;p59">
            <a:extLst>
              <a:ext uri="{FF2B5EF4-FFF2-40B4-BE49-F238E27FC236}">
                <a16:creationId xmlns:a16="http://schemas.microsoft.com/office/drawing/2014/main" id="{EB3E2599-7776-D381-2492-D10A59645F1F}"/>
              </a:ext>
            </a:extLst>
          </p:cNvPr>
          <p:cNvSpPr txBox="1"/>
          <p:nvPr/>
        </p:nvSpPr>
        <p:spPr>
          <a:xfrm>
            <a:off x="354012" y="1047449"/>
            <a:ext cx="4084413" cy="1325974"/>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1000"/>
              </a:spcAft>
              <a:buNone/>
            </a:pPr>
            <a:r>
              <a:rPr lang="en-US" sz="1000" dirty="0">
                <a:solidFill>
                  <a:srgbClr val="5B5B5B"/>
                </a:solidFill>
                <a:latin typeface="Arial" panose="020B0604020202020204" pitchFamily="34" charset="0"/>
                <a:cs typeface="Arial" panose="020B0604020202020204" pitchFamily="34" charset="0"/>
              </a:rPr>
              <a:t>It’s not recommended to use a deck downloaded from Google as a PPT presentation. </a:t>
            </a:r>
            <a:r>
              <a:rPr lang="en-US" sz="1000" b="1" dirty="0">
                <a:solidFill>
                  <a:srgbClr val="5B5B5B"/>
                </a:solidFill>
                <a:latin typeface="Arial" panose="020B0604020202020204" pitchFamily="34" charset="0"/>
                <a:cs typeface="Arial" panose="020B0604020202020204" pitchFamily="34" charset="0"/>
              </a:rPr>
              <a:t>Always start with a clean PPT template. </a:t>
            </a:r>
          </a:p>
          <a:p>
            <a:pPr marL="0" lvl="0" indent="0" algn="l" rtl="0">
              <a:lnSpc>
                <a:spcPct val="115000"/>
              </a:lnSpc>
              <a:spcBef>
                <a:spcPts val="0"/>
              </a:spcBef>
              <a:spcAft>
                <a:spcPts val="1000"/>
              </a:spcAft>
              <a:buNone/>
            </a:pPr>
            <a:r>
              <a:rPr lang="en-US" sz="1000" dirty="0">
                <a:solidFill>
                  <a:srgbClr val="5B5B5B"/>
                </a:solidFill>
                <a:latin typeface="Arial" panose="020B0604020202020204" pitchFamily="34" charset="0"/>
                <a:cs typeface="Arial" panose="020B0604020202020204" pitchFamily="34" charset="0"/>
              </a:rPr>
              <a:t>Assuming you’ve installed the template as described, start in PPT with </a:t>
            </a:r>
            <a:r>
              <a:rPr lang="en-US" sz="1000" b="1" dirty="0">
                <a:solidFill>
                  <a:schemeClr val="accent2"/>
                </a:solidFill>
                <a:latin typeface="Arial" panose="020B0604020202020204" pitchFamily="34" charset="0"/>
                <a:cs typeface="Arial" panose="020B0604020202020204" pitchFamily="34" charset="0"/>
              </a:rPr>
              <a:t>File</a:t>
            </a:r>
            <a:r>
              <a:rPr lang="en-US" sz="1000" dirty="0">
                <a:solidFill>
                  <a:srgbClr val="5B5B5B"/>
                </a:solidFill>
                <a:latin typeface="Arial" panose="020B0604020202020204" pitchFamily="34" charset="0"/>
                <a:cs typeface="Arial" panose="020B0604020202020204" pitchFamily="34" charset="0"/>
              </a:rPr>
              <a:t> &gt; </a:t>
            </a:r>
            <a:r>
              <a:rPr lang="en-US" sz="1000" b="1" dirty="0">
                <a:solidFill>
                  <a:schemeClr val="accent2"/>
                </a:solidFill>
                <a:latin typeface="Arial" panose="020B0604020202020204" pitchFamily="34" charset="0"/>
                <a:cs typeface="Arial" panose="020B0604020202020204" pitchFamily="34" charset="0"/>
              </a:rPr>
              <a:t>New</a:t>
            </a:r>
            <a:r>
              <a:rPr lang="en-US" sz="1000" dirty="0">
                <a:solidFill>
                  <a:srgbClr val="5B5B5B"/>
                </a:solidFill>
                <a:latin typeface="Arial" panose="020B0604020202020204" pitchFamily="34" charset="0"/>
                <a:cs typeface="Arial" panose="020B0604020202020204" pitchFamily="34" charset="0"/>
              </a:rPr>
              <a:t> &gt; </a:t>
            </a:r>
            <a:r>
              <a:rPr lang="en-US" sz="1000" b="1" dirty="0">
                <a:solidFill>
                  <a:schemeClr val="accent2"/>
                </a:solidFill>
                <a:latin typeface="Arial" panose="020B0604020202020204" pitchFamily="34" charset="0"/>
                <a:cs typeface="Arial" panose="020B0604020202020204" pitchFamily="34" charset="0"/>
              </a:rPr>
              <a:t>From Template </a:t>
            </a:r>
            <a:r>
              <a:rPr lang="en-US" sz="1000" dirty="0">
                <a:solidFill>
                  <a:srgbClr val="5B5B5B"/>
                </a:solidFill>
                <a:latin typeface="Arial" panose="020B0604020202020204" pitchFamily="34" charset="0"/>
                <a:cs typeface="Arial" panose="020B0604020202020204" pitchFamily="34" charset="0"/>
              </a:rPr>
              <a:t>&gt;</a:t>
            </a:r>
            <a:r>
              <a:rPr lang="en-US" sz="1000" b="1" dirty="0">
                <a:solidFill>
                  <a:schemeClr val="accent2"/>
                </a:solidFill>
                <a:latin typeface="Arial" panose="020B0604020202020204" pitchFamily="34" charset="0"/>
                <a:cs typeface="Arial" panose="020B0604020202020204" pitchFamily="34" charset="0"/>
              </a:rPr>
              <a:t> Snowflake_Template_2026</a:t>
            </a:r>
            <a:r>
              <a:rPr lang="en-US" sz="1000" dirty="0">
                <a:solidFill>
                  <a:srgbClr val="5B5B5B"/>
                </a:solidFill>
                <a:latin typeface="Arial" panose="020B0604020202020204" pitchFamily="34" charset="0"/>
                <a:cs typeface="Arial" panose="020B0604020202020204" pitchFamily="34" charset="0"/>
              </a:rPr>
              <a:t> before heading over to your Google Slides deck to follow these steps: </a:t>
            </a:r>
          </a:p>
        </p:txBody>
      </p:sp>
      <p:sp>
        <p:nvSpPr>
          <p:cNvPr id="26" name="Oval 25">
            <a:extLst>
              <a:ext uri="{FF2B5EF4-FFF2-40B4-BE49-F238E27FC236}">
                <a16:creationId xmlns:a16="http://schemas.microsoft.com/office/drawing/2014/main" id="{8959D212-6DD9-AD12-3951-1AA0E48D8128}"/>
              </a:ext>
            </a:extLst>
          </p:cNvPr>
          <p:cNvSpPr/>
          <p:nvPr/>
        </p:nvSpPr>
        <p:spPr>
          <a:xfrm>
            <a:off x="901315" y="2361258"/>
            <a:ext cx="167960" cy="16796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latin typeface="Arial Black" panose="020B0604020202020204" pitchFamily="34" charset="0"/>
                <a:cs typeface="Arial Black" panose="020B0604020202020204" pitchFamily="34" charset="0"/>
              </a:rPr>
              <a:t>1</a:t>
            </a:r>
          </a:p>
        </p:txBody>
      </p:sp>
      <p:sp>
        <p:nvSpPr>
          <p:cNvPr id="27" name="Oval 26">
            <a:extLst>
              <a:ext uri="{FF2B5EF4-FFF2-40B4-BE49-F238E27FC236}">
                <a16:creationId xmlns:a16="http://schemas.microsoft.com/office/drawing/2014/main" id="{A481E183-787E-08D4-7D52-F52FA5058019}"/>
              </a:ext>
            </a:extLst>
          </p:cNvPr>
          <p:cNvSpPr/>
          <p:nvPr/>
        </p:nvSpPr>
        <p:spPr>
          <a:xfrm>
            <a:off x="2466290" y="3535215"/>
            <a:ext cx="167960" cy="16796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latin typeface="Arial Black" panose="020B0604020202020204" pitchFamily="34" charset="0"/>
                <a:cs typeface="Arial Black" panose="020B0604020202020204" pitchFamily="34" charset="0"/>
              </a:rPr>
              <a:t>2</a:t>
            </a:r>
          </a:p>
        </p:txBody>
      </p:sp>
      <p:pic>
        <p:nvPicPr>
          <p:cNvPr id="44" name="Picture 43" descr="A screenshot of a computer&#10;&#10;Description automatically generated">
            <a:extLst>
              <a:ext uri="{FF2B5EF4-FFF2-40B4-BE49-F238E27FC236}">
                <a16:creationId xmlns:a16="http://schemas.microsoft.com/office/drawing/2014/main" id="{67D4939A-3A5E-AC30-DF88-01C88943413B}"/>
              </a:ext>
            </a:extLst>
          </p:cNvPr>
          <p:cNvPicPr>
            <a:picLocks noChangeAspect="1"/>
          </p:cNvPicPr>
          <p:nvPr/>
        </p:nvPicPr>
        <p:blipFill rotWithShape="1">
          <a:blip r:embed="rId5"/>
          <a:srcRect r="40429" b="13282"/>
          <a:stretch/>
        </p:blipFill>
        <p:spPr>
          <a:xfrm>
            <a:off x="6372156" y="2700992"/>
            <a:ext cx="1741620" cy="1122075"/>
          </a:xfrm>
          <a:prstGeom prst="rect">
            <a:avLst/>
          </a:prstGeom>
          <a:noFill/>
          <a:ln w="9525" cap="flat" cmpd="sng">
            <a:solidFill>
              <a:srgbClr val="B7B7B7"/>
            </a:solidFill>
            <a:prstDash val="solid"/>
            <a:round/>
            <a:headEnd type="none" w="sm" len="sm"/>
            <a:tailEnd type="none" w="sm" len="sm"/>
          </a:ln>
        </p:spPr>
      </p:pic>
      <p:cxnSp>
        <p:nvCxnSpPr>
          <p:cNvPr id="32" name="Google Shape;521;p59">
            <a:extLst>
              <a:ext uri="{FF2B5EF4-FFF2-40B4-BE49-F238E27FC236}">
                <a16:creationId xmlns:a16="http://schemas.microsoft.com/office/drawing/2014/main" id="{897AB503-1DAF-69F7-530D-C1701502D916}"/>
              </a:ext>
            </a:extLst>
          </p:cNvPr>
          <p:cNvCxnSpPr>
            <a:cxnSpLocks/>
          </p:cNvCxnSpPr>
          <p:nvPr/>
        </p:nvCxnSpPr>
        <p:spPr>
          <a:xfrm>
            <a:off x="4591185" y="2274395"/>
            <a:ext cx="0" cy="1758767"/>
          </a:xfrm>
          <a:prstGeom prst="straightConnector1">
            <a:avLst/>
          </a:prstGeom>
          <a:noFill/>
          <a:ln w="19050" cap="rnd" cmpd="sng">
            <a:solidFill>
              <a:schemeClr val="accent6"/>
            </a:solidFill>
            <a:prstDash val="sysDot"/>
            <a:round/>
            <a:headEnd type="none" w="med" len="med"/>
            <a:tailEnd type="none" w="med" len="med"/>
          </a:ln>
        </p:spPr>
      </p:cxnSp>
      <p:sp>
        <p:nvSpPr>
          <p:cNvPr id="29" name="Oval 28">
            <a:extLst>
              <a:ext uri="{FF2B5EF4-FFF2-40B4-BE49-F238E27FC236}">
                <a16:creationId xmlns:a16="http://schemas.microsoft.com/office/drawing/2014/main" id="{F74F835E-8B8B-6FA7-B5A0-636D1B067276}"/>
              </a:ext>
            </a:extLst>
          </p:cNvPr>
          <p:cNvSpPr/>
          <p:nvPr/>
        </p:nvSpPr>
        <p:spPr>
          <a:xfrm>
            <a:off x="4507205" y="2245323"/>
            <a:ext cx="167960" cy="16796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latin typeface="Arial Black" panose="020B0604020202020204" pitchFamily="34" charset="0"/>
                <a:cs typeface="Arial Black" panose="020B0604020202020204" pitchFamily="34" charset="0"/>
              </a:rPr>
              <a:t>3</a:t>
            </a:r>
          </a:p>
        </p:txBody>
      </p:sp>
      <p:cxnSp>
        <p:nvCxnSpPr>
          <p:cNvPr id="47" name="Google Shape;535;p59">
            <a:extLst>
              <a:ext uri="{FF2B5EF4-FFF2-40B4-BE49-F238E27FC236}">
                <a16:creationId xmlns:a16="http://schemas.microsoft.com/office/drawing/2014/main" id="{67A287F8-3F84-70AB-FB1E-BE7DECCC4BA1}"/>
              </a:ext>
            </a:extLst>
          </p:cNvPr>
          <p:cNvCxnSpPr>
            <a:cxnSpLocks/>
          </p:cNvCxnSpPr>
          <p:nvPr/>
        </p:nvCxnSpPr>
        <p:spPr>
          <a:xfrm flipV="1">
            <a:off x="536628" y="2444436"/>
            <a:ext cx="0" cy="1612546"/>
          </a:xfrm>
          <a:prstGeom prst="straightConnector1">
            <a:avLst/>
          </a:prstGeom>
          <a:noFill/>
          <a:ln w="19050" cap="rnd" cmpd="sng">
            <a:solidFill>
              <a:schemeClr val="accent6"/>
            </a:solidFill>
            <a:prstDash val="sysDot"/>
            <a:round/>
            <a:headEnd type="none" w="med" len="med"/>
            <a:tailEnd type="none" w="med" len="med"/>
          </a:ln>
        </p:spPr>
      </p:cxnSp>
      <p:cxnSp>
        <p:nvCxnSpPr>
          <p:cNvPr id="521" name="Google Shape;521;p59"/>
          <p:cNvCxnSpPr>
            <a:cxnSpLocks/>
          </p:cNvCxnSpPr>
          <p:nvPr/>
        </p:nvCxnSpPr>
        <p:spPr>
          <a:xfrm>
            <a:off x="2546939" y="3717896"/>
            <a:ext cx="0" cy="327512"/>
          </a:xfrm>
          <a:prstGeom prst="straightConnector1">
            <a:avLst/>
          </a:prstGeom>
          <a:noFill/>
          <a:ln w="19050" cap="rnd" cmpd="sng">
            <a:solidFill>
              <a:schemeClr val="accent6"/>
            </a:solidFill>
            <a:prstDash val="sysDot"/>
            <a:round/>
            <a:headEnd type="none" w="med" len="med"/>
            <a:tailEnd type="none" w="med" len="med"/>
          </a:ln>
        </p:spPr>
      </p:cxnSp>
      <p:sp>
        <p:nvSpPr>
          <p:cNvPr id="522" name="Google Shape;522;p59"/>
          <p:cNvSpPr txBox="1"/>
          <p:nvPr/>
        </p:nvSpPr>
        <p:spPr>
          <a:xfrm>
            <a:off x="2425842" y="3974529"/>
            <a:ext cx="1562556" cy="843790"/>
          </a:xfrm>
          <a:prstGeom prst="rect">
            <a:avLst/>
          </a:prstGeom>
          <a:noFill/>
          <a:ln>
            <a:noFill/>
          </a:ln>
        </p:spPr>
        <p:txBody>
          <a:bodyPr spcFirstLastPara="1" wrap="square" lIns="91425" tIns="91425" rIns="91425" bIns="91425" anchor="t" anchorCtr="0">
            <a:spAutoFit/>
          </a:bodyPr>
          <a:lstStyle/>
          <a:p>
            <a:pPr marL="137160" lvl="0" indent="-137160" algn="l" rtl="0">
              <a:lnSpc>
                <a:spcPct val="115000"/>
              </a:lnSpc>
              <a:spcBef>
                <a:spcPts val="0"/>
              </a:spcBef>
              <a:spcAft>
                <a:spcPts val="1000"/>
              </a:spcAft>
              <a:buNone/>
            </a:pPr>
            <a:r>
              <a:rPr lang="en" sz="1000" dirty="0">
                <a:solidFill>
                  <a:srgbClr val="5B5B5B"/>
                </a:solidFill>
                <a:latin typeface="Arial" panose="020B0604020202020204" pitchFamily="34" charset="0"/>
                <a:cs typeface="Arial" panose="020B0604020202020204" pitchFamily="34" charset="0"/>
              </a:rPr>
              <a:t>2. Select </a:t>
            </a:r>
            <a:r>
              <a:rPr lang="en" sz="1000" b="1" dirty="0">
                <a:solidFill>
                  <a:schemeClr val="accent2"/>
                </a:solidFill>
                <a:latin typeface="Arial" panose="020B0604020202020204" pitchFamily="34" charset="0"/>
                <a:cs typeface="Arial" panose="020B0604020202020204" pitchFamily="34" charset="0"/>
              </a:rPr>
              <a:t>Download </a:t>
            </a:r>
            <a:r>
              <a:rPr lang="en" sz="1000" dirty="0">
                <a:solidFill>
                  <a:srgbClr val="5B5B5B"/>
                </a:solidFill>
                <a:latin typeface="Arial" panose="020B0604020202020204" pitchFamily="34" charset="0"/>
                <a:cs typeface="Arial" panose="020B0604020202020204" pitchFamily="34" charset="0"/>
              </a:rPr>
              <a:t>&gt;</a:t>
            </a:r>
            <a:br>
              <a:rPr lang="en" sz="1000" b="1" dirty="0">
                <a:solidFill>
                  <a:schemeClr val="accent2"/>
                </a:solidFill>
                <a:latin typeface="Arial" panose="020B0604020202020204" pitchFamily="34" charset="0"/>
                <a:cs typeface="Arial" panose="020B0604020202020204" pitchFamily="34" charset="0"/>
              </a:rPr>
            </a:br>
            <a:r>
              <a:rPr lang="en" sz="1000" b="1" dirty="0">
                <a:solidFill>
                  <a:schemeClr val="accent2"/>
                </a:solidFill>
                <a:latin typeface="Arial" panose="020B0604020202020204" pitchFamily="34" charset="0"/>
                <a:cs typeface="Arial" panose="020B0604020202020204" pitchFamily="34" charset="0"/>
              </a:rPr>
              <a:t>Microsoft PowerPoint</a:t>
            </a:r>
            <a:endParaRPr sz="1000" b="1" dirty="0">
              <a:solidFill>
                <a:schemeClr val="accent2"/>
              </a:solidFill>
              <a:latin typeface="Arial" panose="020B0604020202020204" pitchFamily="34" charset="0"/>
              <a:cs typeface="Arial" panose="020B0604020202020204" pitchFamily="34" charset="0"/>
            </a:endParaRPr>
          </a:p>
        </p:txBody>
      </p:sp>
      <p:cxnSp>
        <p:nvCxnSpPr>
          <p:cNvPr id="9" name="Google Shape;521;p59">
            <a:extLst>
              <a:ext uri="{FF2B5EF4-FFF2-40B4-BE49-F238E27FC236}">
                <a16:creationId xmlns:a16="http://schemas.microsoft.com/office/drawing/2014/main" id="{AED2FCE8-6FFF-1DAA-2C12-17B89E1332E7}"/>
              </a:ext>
            </a:extLst>
          </p:cNvPr>
          <p:cNvCxnSpPr>
            <a:cxnSpLocks/>
          </p:cNvCxnSpPr>
          <p:nvPr/>
        </p:nvCxnSpPr>
        <p:spPr>
          <a:xfrm>
            <a:off x="6844829" y="3560836"/>
            <a:ext cx="0" cy="472326"/>
          </a:xfrm>
          <a:prstGeom prst="straightConnector1">
            <a:avLst/>
          </a:prstGeom>
          <a:noFill/>
          <a:ln w="19050" cap="rnd" cmpd="sng">
            <a:solidFill>
              <a:schemeClr val="accent6"/>
            </a:solidFill>
            <a:prstDash val="sysDot"/>
            <a:round/>
            <a:headEnd type="none" w="med" len="med"/>
            <a:tailEnd type="none" w="med" len="med"/>
          </a:ln>
        </p:spPr>
      </p:cxnSp>
      <p:sp>
        <p:nvSpPr>
          <p:cNvPr id="14" name="Google Shape;519;p59">
            <a:extLst>
              <a:ext uri="{FF2B5EF4-FFF2-40B4-BE49-F238E27FC236}">
                <a16:creationId xmlns:a16="http://schemas.microsoft.com/office/drawing/2014/main" id="{09C18208-A37D-C19A-82F7-67A15C736946}"/>
              </a:ext>
            </a:extLst>
          </p:cNvPr>
          <p:cNvSpPr/>
          <p:nvPr/>
        </p:nvSpPr>
        <p:spPr>
          <a:xfrm>
            <a:off x="6874518" y="3448715"/>
            <a:ext cx="1133915" cy="138810"/>
          </a:xfrm>
          <a:prstGeom prst="rect">
            <a:avLst/>
          </a:prstGeom>
          <a:noFill/>
          <a:ln w="25400" cap="flat" cmpd="sng">
            <a:solidFill>
              <a:schemeClr val="accent6"/>
            </a:solidFill>
            <a:prstDash val="solid"/>
            <a:round/>
            <a:headEnd type="none" w="med" len="med"/>
            <a:tailEnd type="none" w="med" len="med"/>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Oval 27">
            <a:extLst>
              <a:ext uri="{FF2B5EF4-FFF2-40B4-BE49-F238E27FC236}">
                <a16:creationId xmlns:a16="http://schemas.microsoft.com/office/drawing/2014/main" id="{FC982324-1B95-73F0-25C0-DB139962C0C4}"/>
              </a:ext>
            </a:extLst>
          </p:cNvPr>
          <p:cNvSpPr/>
          <p:nvPr/>
        </p:nvSpPr>
        <p:spPr>
          <a:xfrm>
            <a:off x="6760849" y="3531764"/>
            <a:ext cx="167960" cy="167960"/>
          </a:xfrm>
          <a:prstGeom prst="ellipse">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b="1" dirty="0">
                <a:latin typeface="Arial Black" panose="020B0604020202020204" pitchFamily="34" charset="0"/>
                <a:cs typeface="Arial Black" panose="020B0604020202020204" pitchFamily="34" charset="0"/>
              </a:rPr>
              <a:t>4</a:t>
            </a:r>
          </a:p>
        </p:txBody>
      </p:sp>
    </p:spTree>
    <p:extLst>
      <p:ext uri="{BB962C8B-B14F-4D97-AF65-F5344CB8AC3E}">
        <p14:creationId xmlns:p14="http://schemas.microsoft.com/office/powerpoint/2010/main" val="901006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2" name="Title 1">
            <a:extLst>
              <a:ext uri="{FF2B5EF4-FFF2-40B4-BE49-F238E27FC236}">
                <a16:creationId xmlns:a16="http://schemas.microsoft.com/office/drawing/2014/main" id="{E4B60AFF-2C10-712D-E08E-302255BA1500}"/>
              </a:ext>
            </a:extLst>
          </p:cNvPr>
          <p:cNvSpPr>
            <a:spLocks noGrp="1"/>
          </p:cNvSpPr>
          <p:nvPr>
            <p:ph type="ctrTitle"/>
          </p:nvPr>
        </p:nvSpPr>
        <p:spPr/>
        <p:txBody>
          <a:bodyPr/>
          <a:lstStyle/>
          <a:p>
            <a:r>
              <a:rPr lang="en-US" dirty="0">
                <a:solidFill>
                  <a:schemeClr val="accent1"/>
                </a:solidFill>
              </a:rPr>
              <a:t>LAYOUT, DESIGN,</a:t>
            </a:r>
            <a:br>
              <a:rPr lang="en-US" dirty="0"/>
            </a:br>
            <a:r>
              <a:rPr lang="en-US" dirty="0"/>
              <a:t>Do’s &amp; Don’ts</a:t>
            </a:r>
            <a:br>
              <a:rPr lang="en-US" dirty="0"/>
            </a:br>
            <a:endParaRPr lang="en-US" dirty="0"/>
          </a:p>
        </p:txBody>
      </p:sp>
      <p:sp>
        <p:nvSpPr>
          <p:cNvPr id="3" name="Subtitle 2">
            <a:extLst>
              <a:ext uri="{FF2B5EF4-FFF2-40B4-BE49-F238E27FC236}">
                <a16:creationId xmlns:a16="http://schemas.microsoft.com/office/drawing/2014/main" id="{07B7B24F-A5F6-9A6B-2101-6400B35E568E}"/>
              </a:ext>
            </a:extLst>
          </p:cNvPr>
          <p:cNvSpPr txBox="1">
            <a:spLocks/>
          </p:cNvSpPr>
          <p:nvPr/>
        </p:nvSpPr>
        <p:spPr>
          <a:xfrm>
            <a:off x="365126" y="2968896"/>
            <a:ext cx="6050188" cy="1508614"/>
          </a:xfrm>
          <a:prstGeom prst="rect">
            <a:avLst/>
          </a:prstGeom>
        </p:spPr>
        <p:txBody>
          <a:bodyPr/>
          <a:lstStyle>
            <a:lvl1pPr marL="0" indent="0" algn="l" defTabSz="685800" rtl="0" eaLnBrk="1" latinLnBrk="0" hangingPunct="1">
              <a:lnSpc>
                <a:spcPct val="114000"/>
              </a:lnSpc>
              <a:spcBef>
                <a:spcPts val="0"/>
              </a:spcBef>
              <a:spcAft>
                <a:spcPts val="1000"/>
              </a:spcAft>
              <a:buFont typeface="Arial" panose="020B0604020202020204" pitchFamily="34" charset="0"/>
              <a:buNone/>
              <a:defRPr lang="en-US" sz="1800" kern="1200" dirty="0" smtClean="0">
                <a:solidFill>
                  <a:srgbClr val="5B5B5B"/>
                </a:solidFill>
                <a:latin typeface="+mn-lt"/>
                <a:ea typeface="+mn-ea"/>
                <a:cs typeface="+mn-cs"/>
              </a:defRPr>
            </a:lvl1pPr>
            <a:lvl2pPr marL="290513" indent="-176213"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800" kern="1200" dirty="0" smtClean="0">
                <a:solidFill>
                  <a:srgbClr val="5B5B5B"/>
                </a:solidFill>
                <a:latin typeface="+mn-lt"/>
                <a:ea typeface="+mn-ea"/>
                <a:cs typeface="+mn-cs"/>
              </a:defRPr>
            </a:lvl2pPr>
            <a:lvl3pPr marL="519113" indent="-198438"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500" kern="1200" dirty="0" smtClean="0">
                <a:solidFill>
                  <a:srgbClr val="5B5B5B"/>
                </a:solidFill>
                <a:latin typeface="+mn-lt"/>
                <a:ea typeface="+mn-ea"/>
                <a:cs typeface="+mn-cs"/>
              </a:defRPr>
            </a:lvl3pPr>
            <a:lvl4pPr marL="749300" indent="-174625"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350" kern="1200" dirty="0" smtClean="0">
                <a:solidFill>
                  <a:srgbClr val="5B5B5B"/>
                </a:solidFill>
                <a:latin typeface="+mn-lt"/>
                <a:ea typeface="+mn-ea"/>
                <a:cs typeface="+mn-cs"/>
              </a:defRPr>
            </a:lvl4pPr>
            <a:lvl5pPr marL="971550" indent="-171450"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350" kern="1200" dirty="0">
                <a:solidFill>
                  <a:srgbClr val="5B5B5B"/>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r>
              <a:rPr lang="en-US" sz="1400" dirty="0">
                <a:solidFill>
                  <a:schemeClr val="bg1"/>
                </a:solidFill>
              </a:rPr>
              <a:t>The design of this template keeps your deck clean and airy. Avoid a cluttered presentation and aim for a clear, concise, visually-engaging story. </a:t>
            </a:r>
            <a:r>
              <a:rPr lang="en-US" sz="1400" b="1" dirty="0">
                <a:solidFill>
                  <a:schemeClr val="bg1"/>
                </a:solidFill>
              </a:rPr>
              <a:t>Remember:  one key message per slide.</a:t>
            </a:r>
          </a:p>
          <a:p>
            <a:r>
              <a:rPr lang="en-US" sz="1400" dirty="0">
                <a:solidFill>
                  <a:schemeClr val="bg1"/>
                </a:solidFill>
              </a:rPr>
              <a:t>Embrace empty white space, simple design, more imagery, </a:t>
            </a:r>
            <a:br>
              <a:rPr lang="en-US" sz="1400" dirty="0">
                <a:solidFill>
                  <a:schemeClr val="bg1"/>
                </a:solidFill>
              </a:rPr>
            </a:br>
            <a:r>
              <a:rPr lang="en-US" sz="1400" dirty="0">
                <a:solidFill>
                  <a:schemeClr val="bg1"/>
                </a:solidFill>
              </a:rPr>
              <a:t>and less text. This makes content easier to digest.</a:t>
            </a:r>
          </a:p>
        </p:txBody>
      </p:sp>
    </p:spTree>
    <p:extLst>
      <p:ext uri="{BB962C8B-B14F-4D97-AF65-F5344CB8AC3E}">
        <p14:creationId xmlns:p14="http://schemas.microsoft.com/office/powerpoint/2010/main" val="36661085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13" name="Picture 12" descr="A screenshot of a screen&#10;&#10;Description automatically generated">
            <a:extLst>
              <a:ext uri="{FF2B5EF4-FFF2-40B4-BE49-F238E27FC236}">
                <a16:creationId xmlns:a16="http://schemas.microsoft.com/office/drawing/2014/main" id="{861281BB-9562-E821-E926-A113BCE2C52F}"/>
              </a:ext>
            </a:extLst>
          </p:cNvPr>
          <p:cNvPicPr>
            <a:picLocks noChangeAspect="1"/>
          </p:cNvPicPr>
          <p:nvPr/>
        </p:nvPicPr>
        <p:blipFill>
          <a:blip r:embed="rId3"/>
          <a:stretch>
            <a:fillRect/>
          </a:stretch>
        </p:blipFill>
        <p:spPr>
          <a:xfrm>
            <a:off x="7016296" y="1063169"/>
            <a:ext cx="1879600" cy="3213100"/>
          </a:xfrm>
          <a:prstGeom prst="rect">
            <a:avLst/>
          </a:prstGeom>
        </p:spPr>
      </p:pic>
      <p:sp>
        <p:nvSpPr>
          <p:cNvPr id="437" name="Google Shape;437;p55"/>
          <p:cNvSpPr/>
          <p:nvPr/>
        </p:nvSpPr>
        <p:spPr>
          <a:xfrm>
            <a:off x="7237179" y="1384175"/>
            <a:ext cx="1448850" cy="365700"/>
          </a:xfrm>
          <a:prstGeom prst="rect">
            <a:avLst/>
          </a:prstGeom>
          <a:noFill/>
          <a:ln w="19050" cap="flat" cmpd="sng">
            <a:solidFill>
              <a:schemeClr val="accent6"/>
            </a:solidFill>
            <a:prstDash val="solid"/>
            <a:round/>
            <a:headEnd type="none" w="sm" len="sm"/>
            <a:tailEnd type="none" w="sm" len="sm"/>
          </a:ln>
        </p:spPr>
        <p:txBody>
          <a:bodyPr spcFirstLastPara="1" wrap="square" lIns="57125" tIns="57125" rIns="57125" bIns="57125" anchor="ctr" anchorCtr="0">
            <a:noAutofit/>
          </a:bodyPr>
          <a:lstStyle/>
          <a:p>
            <a:pPr marL="0" marR="0" lvl="0" indent="0" algn="ctr" rtl="0">
              <a:lnSpc>
                <a:spcPct val="100000"/>
              </a:lnSpc>
              <a:spcBef>
                <a:spcPts val="0"/>
              </a:spcBef>
              <a:spcAft>
                <a:spcPts val="0"/>
              </a:spcAft>
              <a:buClr>
                <a:srgbClr val="FFFFFF"/>
              </a:buClr>
              <a:buSzPts val="500"/>
              <a:buFont typeface="Roboto"/>
              <a:buNone/>
            </a:pPr>
            <a:endParaRPr sz="500">
              <a:solidFill>
                <a:srgbClr val="FFFFFF"/>
              </a:solidFill>
              <a:latin typeface="Roboto"/>
              <a:ea typeface="Roboto"/>
              <a:cs typeface="Roboto"/>
              <a:sym typeface="Roboto"/>
            </a:endParaRPr>
          </a:p>
        </p:txBody>
      </p:sp>
      <p:sp>
        <p:nvSpPr>
          <p:cNvPr id="6" name="Title 5">
            <a:extLst>
              <a:ext uri="{FF2B5EF4-FFF2-40B4-BE49-F238E27FC236}">
                <a16:creationId xmlns:a16="http://schemas.microsoft.com/office/drawing/2014/main" id="{70D16197-0415-0F8C-9918-271BF087A1E3}"/>
              </a:ext>
            </a:extLst>
          </p:cNvPr>
          <p:cNvSpPr>
            <a:spLocks noGrp="1"/>
          </p:cNvSpPr>
          <p:nvPr>
            <p:ph type="title"/>
          </p:nvPr>
        </p:nvSpPr>
        <p:spPr/>
        <p:txBody>
          <a:bodyPr/>
          <a:lstStyle/>
          <a:p>
            <a:r>
              <a:rPr lang="en-US" dirty="0"/>
              <a:t>Brand Colors</a:t>
            </a:r>
          </a:p>
        </p:txBody>
      </p:sp>
      <p:sp>
        <p:nvSpPr>
          <p:cNvPr id="12" name="Subtitle 11">
            <a:extLst>
              <a:ext uri="{FF2B5EF4-FFF2-40B4-BE49-F238E27FC236}">
                <a16:creationId xmlns:a16="http://schemas.microsoft.com/office/drawing/2014/main" id="{3E2577C8-AF31-B64A-40F7-3805B31F87B1}"/>
              </a:ext>
            </a:extLst>
          </p:cNvPr>
          <p:cNvSpPr>
            <a:spLocks noGrp="1"/>
          </p:cNvSpPr>
          <p:nvPr>
            <p:ph type="subTitle" idx="1"/>
          </p:nvPr>
        </p:nvSpPr>
        <p:spPr/>
        <p:txBody>
          <a:bodyPr/>
          <a:lstStyle/>
          <a:p>
            <a:r>
              <a:rPr lang="en-US" dirty="0"/>
              <a:t>Use only the Theme Colors in the pulldown palette and Medium Gray</a:t>
            </a:r>
          </a:p>
        </p:txBody>
      </p:sp>
      <p:sp>
        <p:nvSpPr>
          <p:cNvPr id="14" name="Google Shape;437;p55">
            <a:extLst>
              <a:ext uri="{FF2B5EF4-FFF2-40B4-BE49-F238E27FC236}">
                <a16:creationId xmlns:a16="http://schemas.microsoft.com/office/drawing/2014/main" id="{CCA47F3F-9124-B13A-B594-607E6C46C0D9}"/>
              </a:ext>
            </a:extLst>
          </p:cNvPr>
          <p:cNvSpPr/>
          <p:nvPr/>
        </p:nvSpPr>
        <p:spPr>
          <a:xfrm>
            <a:off x="7237179" y="2987129"/>
            <a:ext cx="212371" cy="213271"/>
          </a:xfrm>
          <a:prstGeom prst="rect">
            <a:avLst/>
          </a:prstGeom>
          <a:noFill/>
          <a:ln w="19050" cap="flat" cmpd="sng">
            <a:solidFill>
              <a:schemeClr val="accent6"/>
            </a:solidFill>
            <a:prstDash val="solid"/>
            <a:round/>
            <a:headEnd type="none" w="sm" len="sm"/>
            <a:tailEnd type="none" w="sm" len="sm"/>
          </a:ln>
        </p:spPr>
        <p:txBody>
          <a:bodyPr spcFirstLastPara="1" wrap="square" lIns="57125" tIns="57125" rIns="57125" bIns="57125" anchor="ctr" anchorCtr="0">
            <a:noAutofit/>
          </a:bodyPr>
          <a:lstStyle/>
          <a:p>
            <a:pPr marL="0" marR="0" lvl="0" indent="0" algn="ctr" rtl="0">
              <a:lnSpc>
                <a:spcPct val="100000"/>
              </a:lnSpc>
              <a:spcBef>
                <a:spcPts val="0"/>
              </a:spcBef>
              <a:spcAft>
                <a:spcPts val="0"/>
              </a:spcAft>
              <a:buClr>
                <a:srgbClr val="FFFFFF"/>
              </a:buClr>
              <a:buSzPts val="500"/>
              <a:buFont typeface="Roboto"/>
              <a:buNone/>
            </a:pPr>
            <a:endParaRPr sz="500">
              <a:solidFill>
                <a:srgbClr val="FFFFFF"/>
              </a:solidFill>
              <a:latin typeface="Roboto"/>
              <a:ea typeface="Roboto"/>
              <a:cs typeface="Roboto"/>
              <a:sym typeface="Roboto"/>
            </a:endParaRPr>
          </a:p>
        </p:txBody>
      </p:sp>
      <p:sp>
        <p:nvSpPr>
          <p:cNvPr id="10" name="Google Shape;382;p40">
            <a:extLst>
              <a:ext uri="{FF2B5EF4-FFF2-40B4-BE49-F238E27FC236}">
                <a16:creationId xmlns:a16="http://schemas.microsoft.com/office/drawing/2014/main" id="{B1CA5AF5-7B26-BF62-9FCA-BDC7CBE79E93}"/>
              </a:ext>
            </a:extLst>
          </p:cNvPr>
          <p:cNvSpPr/>
          <p:nvPr/>
        </p:nvSpPr>
        <p:spPr>
          <a:xfrm>
            <a:off x="4076850" y="2857800"/>
            <a:ext cx="712200" cy="624900"/>
          </a:xfrm>
          <a:prstGeom prst="rect">
            <a:avLst/>
          </a:prstGeom>
          <a:solidFill>
            <a:schemeClr val="accent3"/>
          </a:solid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100"/>
              <a:buFont typeface="Arial"/>
              <a:buNone/>
            </a:pPr>
            <a:r>
              <a:rPr lang="en" sz="800" b="1" i="0" u="none" strike="noStrike" cap="none">
                <a:solidFill>
                  <a:srgbClr val="252525"/>
                </a:solidFill>
                <a:latin typeface="Arial"/>
                <a:ea typeface="Arial"/>
                <a:cs typeface="Arial"/>
                <a:sym typeface="Arial"/>
              </a:rPr>
              <a:t>STAR </a:t>
            </a:r>
            <a:br>
              <a:rPr lang="en" sz="800" b="1" i="0" u="none" strike="noStrike" cap="none">
                <a:solidFill>
                  <a:srgbClr val="252525"/>
                </a:solidFill>
                <a:latin typeface="Arial"/>
                <a:ea typeface="Arial"/>
                <a:cs typeface="Arial"/>
                <a:sym typeface="Arial"/>
              </a:rPr>
            </a:br>
            <a:r>
              <a:rPr lang="en" sz="800" b="1" i="0" u="none" strike="noStrike" cap="none">
                <a:solidFill>
                  <a:srgbClr val="252525"/>
                </a:solidFill>
                <a:latin typeface="Arial"/>
                <a:ea typeface="Arial"/>
                <a:cs typeface="Arial"/>
                <a:sym typeface="Arial"/>
              </a:rPr>
              <a:t>BLUE</a:t>
            </a:r>
            <a:endParaRPr sz="800" b="1" i="0" u="none" strike="noStrike" cap="none">
              <a:solidFill>
                <a:srgbClr val="252525"/>
              </a:solidFill>
              <a:latin typeface="Arial"/>
              <a:ea typeface="Arial"/>
              <a:cs typeface="Arial"/>
              <a:sym typeface="Arial"/>
            </a:endParaRPr>
          </a:p>
          <a:p>
            <a:pPr marL="0" marR="0" lvl="0" indent="0" algn="l" rtl="0">
              <a:spcBef>
                <a:spcPts val="0"/>
              </a:spcBef>
              <a:spcAft>
                <a:spcPts val="0"/>
              </a:spcAft>
              <a:buClr>
                <a:srgbClr val="000000"/>
              </a:buClr>
              <a:buSzPts val="1100"/>
              <a:buFont typeface="Arial"/>
              <a:buNone/>
            </a:pPr>
            <a:r>
              <a:rPr lang="en" sz="800" b="1" i="0" u="none" strike="noStrike" cap="none">
                <a:solidFill>
                  <a:srgbClr val="252525"/>
                </a:solidFill>
                <a:latin typeface="Arial"/>
                <a:ea typeface="Arial"/>
                <a:cs typeface="Arial"/>
                <a:sym typeface="Arial"/>
              </a:rPr>
              <a:t>#75CDD7</a:t>
            </a:r>
            <a:endParaRPr sz="2400" b="1" i="0" u="none" strike="noStrike" cap="none">
              <a:solidFill>
                <a:srgbClr val="252525"/>
              </a:solidFill>
              <a:latin typeface="Arial"/>
              <a:ea typeface="Arial"/>
              <a:cs typeface="Arial"/>
              <a:sym typeface="Arial"/>
            </a:endParaRPr>
          </a:p>
        </p:txBody>
      </p:sp>
      <p:sp>
        <p:nvSpPr>
          <p:cNvPr id="11" name="Google Shape;383;p40">
            <a:extLst>
              <a:ext uri="{FF2B5EF4-FFF2-40B4-BE49-F238E27FC236}">
                <a16:creationId xmlns:a16="http://schemas.microsoft.com/office/drawing/2014/main" id="{BC2656F8-9A3A-59A3-BE49-0BE11D1EEDA6}"/>
              </a:ext>
            </a:extLst>
          </p:cNvPr>
          <p:cNvSpPr/>
          <p:nvPr/>
        </p:nvSpPr>
        <p:spPr>
          <a:xfrm>
            <a:off x="4789071" y="2857800"/>
            <a:ext cx="712200" cy="624900"/>
          </a:xfrm>
          <a:prstGeom prst="rect">
            <a:avLst/>
          </a:prstGeom>
          <a:solidFill>
            <a:schemeClr val="accent4"/>
          </a:solid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252525"/>
              </a:buClr>
              <a:buSzPts val="800"/>
              <a:buFont typeface="Arial"/>
              <a:buNone/>
            </a:pPr>
            <a:r>
              <a:rPr lang="en" sz="800" b="1" i="0" u="none" strike="noStrike" cap="none">
                <a:solidFill>
                  <a:srgbClr val="252525"/>
                </a:solidFill>
                <a:latin typeface="Arial"/>
                <a:ea typeface="Arial"/>
                <a:cs typeface="Arial"/>
                <a:sym typeface="Arial"/>
              </a:rPr>
              <a:t>VALENCIA </a:t>
            </a:r>
            <a:br>
              <a:rPr lang="en" sz="800" b="1" i="0" u="none" strike="noStrike" cap="none">
                <a:solidFill>
                  <a:srgbClr val="252525"/>
                </a:solidFill>
                <a:latin typeface="Arial"/>
                <a:ea typeface="Arial"/>
                <a:cs typeface="Arial"/>
                <a:sym typeface="Arial"/>
              </a:rPr>
            </a:br>
            <a:r>
              <a:rPr lang="en" sz="800" b="1" i="0" u="none" strike="noStrike" cap="none">
                <a:solidFill>
                  <a:srgbClr val="252525"/>
                </a:solidFill>
                <a:latin typeface="Arial"/>
                <a:ea typeface="Arial"/>
                <a:cs typeface="Arial"/>
                <a:sym typeface="Arial"/>
              </a:rPr>
              <a:t>ORANGE</a:t>
            </a:r>
            <a:endParaRPr sz="800" b="1" i="0" u="none" strike="noStrike" cap="none">
              <a:solidFill>
                <a:srgbClr val="252525"/>
              </a:solidFill>
              <a:latin typeface="Arial"/>
              <a:ea typeface="Arial"/>
              <a:cs typeface="Arial"/>
              <a:sym typeface="Arial"/>
            </a:endParaRPr>
          </a:p>
          <a:p>
            <a:pPr marL="0" marR="0" lvl="0" indent="0" algn="l" rtl="0">
              <a:spcBef>
                <a:spcPts val="0"/>
              </a:spcBef>
              <a:spcAft>
                <a:spcPts val="0"/>
              </a:spcAft>
              <a:buClr>
                <a:srgbClr val="252525"/>
              </a:buClr>
              <a:buSzPts val="800"/>
              <a:buFont typeface="Arial"/>
              <a:buNone/>
            </a:pPr>
            <a:r>
              <a:rPr lang="en" sz="800" b="1" i="0" u="none" strike="noStrike" cap="none">
                <a:solidFill>
                  <a:srgbClr val="252525"/>
                </a:solidFill>
                <a:latin typeface="Arial"/>
                <a:ea typeface="Arial"/>
                <a:cs typeface="Arial"/>
                <a:sym typeface="Arial"/>
              </a:rPr>
              <a:t>#FF9F36</a:t>
            </a:r>
            <a:endParaRPr sz="800" b="1" i="0" u="none" strike="noStrike" cap="none">
              <a:solidFill>
                <a:srgbClr val="252525"/>
              </a:solidFill>
              <a:latin typeface="Arial"/>
              <a:ea typeface="Arial"/>
              <a:cs typeface="Arial"/>
              <a:sym typeface="Arial"/>
            </a:endParaRPr>
          </a:p>
          <a:p>
            <a:pPr marL="0" marR="0" lvl="0" indent="0" algn="l" rtl="0">
              <a:spcBef>
                <a:spcPts val="0"/>
              </a:spcBef>
              <a:spcAft>
                <a:spcPts val="0"/>
              </a:spcAft>
              <a:buClr>
                <a:srgbClr val="252525"/>
              </a:buClr>
              <a:buSzPts val="800"/>
              <a:buFont typeface="Arial"/>
              <a:buNone/>
            </a:pPr>
            <a:endParaRPr sz="800" b="1" i="0" u="none" strike="noStrike" cap="none">
              <a:solidFill>
                <a:srgbClr val="252525"/>
              </a:solidFill>
              <a:latin typeface="Arial"/>
              <a:ea typeface="Arial"/>
              <a:cs typeface="Arial"/>
              <a:sym typeface="Arial"/>
            </a:endParaRPr>
          </a:p>
        </p:txBody>
      </p:sp>
      <p:sp>
        <p:nvSpPr>
          <p:cNvPr id="15" name="Google Shape;384;p40">
            <a:extLst>
              <a:ext uri="{FF2B5EF4-FFF2-40B4-BE49-F238E27FC236}">
                <a16:creationId xmlns:a16="http://schemas.microsoft.com/office/drawing/2014/main" id="{6D521EDF-8818-6F44-D15E-B11EAB6057AB}"/>
              </a:ext>
            </a:extLst>
          </p:cNvPr>
          <p:cNvSpPr/>
          <p:nvPr/>
        </p:nvSpPr>
        <p:spPr>
          <a:xfrm>
            <a:off x="6212011" y="2857800"/>
            <a:ext cx="712200" cy="624900"/>
          </a:xfrm>
          <a:prstGeom prst="rect">
            <a:avLst/>
          </a:prstGeom>
          <a:solidFill>
            <a:schemeClr val="accent5"/>
          </a:solid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100"/>
              <a:buFont typeface="Arial"/>
              <a:buNone/>
            </a:pPr>
            <a:r>
              <a:rPr lang="en" sz="800" b="1" i="0" u="none" strike="noStrike" cap="none">
                <a:solidFill>
                  <a:srgbClr val="FFFFFF"/>
                </a:solidFill>
                <a:latin typeface="Arial"/>
                <a:ea typeface="Arial"/>
                <a:cs typeface="Arial"/>
                <a:sym typeface="Arial"/>
              </a:rPr>
              <a:t>PURPLE </a:t>
            </a:r>
            <a:br>
              <a:rPr lang="en" sz="800" b="1" i="0" u="none" strike="noStrike" cap="none">
                <a:solidFill>
                  <a:srgbClr val="FFFFFF"/>
                </a:solidFill>
                <a:latin typeface="Arial"/>
                <a:ea typeface="Arial"/>
                <a:cs typeface="Arial"/>
                <a:sym typeface="Arial"/>
              </a:rPr>
            </a:br>
            <a:r>
              <a:rPr lang="en" sz="800" b="1" i="0" u="none" strike="noStrike" cap="none">
                <a:solidFill>
                  <a:srgbClr val="FFFFFF"/>
                </a:solidFill>
                <a:latin typeface="Arial"/>
                <a:ea typeface="Arial"/>
                <a:cs typeface="Arial"/>
                <a:sym typeface="Arial"/>
              </a:rPr>
              <a:t>MOON</a:t>
            </a:r>
            <a:endParaRPr sz="800" b="1" i="0" u="none" strike="noStrike" cap="none">
              <a:solidFill>
                <a:srgbClr val="FFFFFF"/>
              </a:solidFill>
              <a:latin typeface="Arial"/>
              <a:ea typeface="Arial"/>
              <a:cs typeface="Arial"/>
              <a:sym typeface="Arial"/>
            </a:endParaRPr>
          </a:p>
          <a:p>
            <a:pPr marL="0" marR="0" lvl="0" indent="0" algn="l" rtl="0">
              <a:spcBef>
                <a:spcPts val="0"/>
              </a:spcBef>
              <a:spcAft>
                <a:spcPts val="0"/>
              </a:spcAft>
              <a:buClr>
                <a:srgbClr val="000000"/>
              </a:buClr>
              <a:buSzPts val="1100"/>
              <a:buFont typeface="Arial"/>
              <a:buNone/>
            </a:pPr>
            <a:r>
              <a:rPr lang="en" sz="800" b="1" i="0" u="none" strike="noStrike" cap="none">
                <a:solidFill>
                  <a:srgbClr val="FFFFFF"/>
                </a:solidFill>
                <a:latin typeface="Arial"/>
                <a:ea typeface="Arial"/>
                <a:cs typeface="Arial"/>
                <a:sym typeface="Arial"/>
              </a:rPr>
              <a:t>#7254A3</a:t>
            </a:r>
            <a:endParaRPr sz="2400" b="1" i="0" u="none" strike="noStrike" cap="none">
              <a:solidFill>
                <a:srgbClr val="FFFFFF"/>
              </a:solidFill>
              <a:latin typeface="Arial"/>
              <a:ea typeface="Arial"/>
              <a:cs typeface="Arial"/>
              <a:sym typeface="Arial"/>
            </a:endParaRPr>
          </a:p>
        </p:txBody>
      </p:sp>
      <p:sp>
        <p:nvSpPr>
          <p:cNvPr id="16" name="Google Shape;385;p40">
            <a:extLst>
              <a:ext uri="{FF2B5EF4-FFF2-40B4-BE49-F238E27FC236}">
                <a16:creationId xmlns:a16="http://schemas.microsoft.com/office/drawing/2014/main" id="{134027FB-1F32-B986-E577-C1D135307CC6}"/>
              </a:ext>
            </a:extLst>
          </p:cNvPr>
          <p:cNvSpPr/>
          <p:nvPr/>
        </p:nvSpPr>
        <p:spPr>
          <a:xfrm>
            <a:off x="5499782" y="2857800"/>
            <a:ext cx="712200" cy="624900"/>
          </a:xfrm>
          <a:prstGeom prst="rect">
            <a:avLst/>
          </a:prstGeom>
          <a:solidFill>
            <a:schemeClr val="accent6"/>
          </a:solid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252525"/>
              </a:buClr>
              <a:buSzPts val="800"/>
              <a:buFont typeface="Arial"/>
              <a:buNone/>
            </a:pPr>
            <a:r>
              <a:rPr lang="en" sz="800" b="1" i="0" u="none" strike="noStrike" cap="none">
                <a:solidFill>
                  <a:srgbClr val="252525"/>
                </a:solidFill>
                <a:latin typeface="Arial"/>
                <a:ea typeface="Arial"/>
                <a:cs typeface="Arial"/>
                <a:sym typeface="Arial"/>
              </a:rPr>
              <a:t>FIRST</a:t>
            </a:r>
            <a:br>
              <a:rPr lang="en" sz="800" b="1" i="0" u="none" strike="noStrike" cap="none">
                <a:solidFill>
                  <a:srgbClr val="252525"/>
                </a:solidFill>
                <a:latin typeface="Arial"/>
                <a:ea typeface="Arial"/>
                <a:cs typeface="Arial"/>
                <a:sym typeface="Arial"/>
              </a:rPr>
            </a:br>
            <a:r>
              <a:rPr lang="en" sz="800" b="1" i="0" u="none" strike="noStrike" cap="none">
                <a:solidFill>
                  <a:srgbClr val="252525"/>
                </a:solidFill>
                <a:latin typeface="Arial"/>
                <a:ea typeface="Arial"/>
                <a:cs typeface="Arial"/>
                <a:sym typeface="Arial"/>
              </a:rPr>
              <a:t>LIGHT</a:t>
            </a:r>
            <a:endParaRPr sz="800" b="1" i="0" u="none" strike="noStrike" cap="none">
              <a:solidFill>
                <a:srgbClr val="252525"/>
              </a:solidFill>
              <a:latin typeface="Arial"/>
              <a:ea typeface="Arial"/>
              <a:cs typeface="Arial"/>
              <a:sym typeface="Arial"/>
            </a:endParaRPr>
          </a:p>
          <a:p>
            <a:pPr marL="0" marR="0" lvl="0" indent="0" algn="l" rtl="0">
              <a:spcBef>
                <a:spcPts val="0"/>
              </a:spcBef>
              <a:spcAft>
                <a:spcPts val="0"/>
              </a:spcAft>
              <a:buClr>
                <a:srgbClr val="252525"/>
              </a:buClr>
              <a:buSzPts val="800"/>
              <a:buFont typeface="Arial"/>
              <a:buNone/>
            </a:pPr>
            <a:r>
              <a:rPr lang="en" sz="800" b="1" i="0" u="none" strike="noStrike" cap="none">
                <a:solidFill>
                  <a:srgbClr val="252525"/>
                </a:solidFill>
                <a:latin typeface="Arial"/>
                <a:ea typeface="Arial"/>
                <a:cs typeface="Arial"/>
                <a:sym typeface="Arial"/>
              </a:rPr>
              <a:t>#D45B90</a:t>
            </a:r>
            <a:endParaRPr sz="800" b="1" i="0" u="none" strike="noStrike" cap="none">
              <a:solidFill>
                <a:srgbClr val="252525"/>
              </a:solidFill>
              <a:latin typeface="Arial"/>
              <a:ea typeface="Arial"/>
              <a:cs typeface="Arial"/>
              <a:sym typeface="Arial"/>
            </a:endParaRPr>
          </a:p>
        </p:txBody>
      </p:sp>
      <p:sp>
        <p:nvSpPr>
          <p:cNvPr id="17" name="Google Shape;386;p40">
            <a:extLst>
              <a:ext uri="{FF2B5EF4-FFF2-40B4-BE49-F238E27FC236}">
                <a16:creationId xmlns:a16="http://schemas.microsoft.com/office/drawing/2014/main" id="{94CE0F25-F5D9-A9CA-F70E-49DF7DEE23E4}"/>
              </a:ext>
            </a:extLst>
          </p:cNvPr>
          <p:cNvSpPr/>
          <p:nvPr/>
        </p:nvSpPr>
        <p:spPr>
          <a:xfrm>
            <a:off x="1630280" y="2857000"/>
            <a:ext cx="1171200" cy="617100"/>
          </a:xfrm>
          <a:prstGeom prst="rect">
            <a:avLst/>
          </a:prstGeom>
          <a:solidFill>
            <a:schemeClr val="dk2"/>
          </a:solid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100"/>
              <a:buFont typeface="Arial"/>
              <a:buNone/>
            </a:pPr>
            <a:r>
              <a:rPr lang="en" sz="800" b="1" i="0" u="none" strike="noStrike" cap="none">
                <a:solidFill>
                  <a:srgbClr val="FFFFFF"/>
                </a:solidFill>
                <a:latin typeface="Arial"/>
                <a:ea typeface="Arial"/>
                <a:cs typeface="Arial"/>
                <a:sym typeface="Arial"/>
              </a:rPr>
              <a:t>MID</a:t>
            </a:r>
            <a:r>
              <a:rPr lang="en" sz="800" b="1">
                <a:solidFill>
                  <a:srgbClr val="FFFFFF"/>
                </a:solidFill>
              </a:rPr>
              <a:t>-</a:t>
            </a:r>
            <a:r>
              <a:rPr lang="en" sz="800" b="1" i="0" u="none" strike="noStrike" cap="none">
                <a:solidFill>
                  <a:srgbClr val="FFFFFF"/>
                </a:solidFill>
                <a:latin typeface="Arial"/>
                <a:ea typeface="Arial"/>
                <a:cs typeface="Arial"/>
                <a:sym typeface="Arial"/>
              </a:rPr>
              <a:t>BLUE</a:t>
            </a:r>
            <a:endParaRPr sz="800" b="1" i="0" u="none" strike="noStrike" cap="none">
              <a:solidFill>
                <a:srgbClr val="FFFFFF"/>
              </a:solidFill>
              <a:latin typeface="Arial"/>
              <a:ea typeface="Arial"/>
              <a:cs typeface="Arial"/>
              <a:sym typeface="Arial"/>
            </a:endParaRPr>
          </a:p>
          <a:p>
            <a:pPr marL="0" marR="0" lvl="0" indent="0" algn="l" rtl="0">
              <a:spcBef>
                <a:spcPts val="0"/>
              </a:spcBef>
              <a:spcAft>
                <a:spcPts val="0"/>
              </a:spcAft>
              <a:buClr>
                <a:srgbClr val="000000"/>
              </a:buClr>
              <a:buSzPts val="1100"/>
              <a:buFont typeface="Arial"/>
              <a:buNone/>
            </a:pPr>
            <a:r>
              <a:rPr lang="en" sz="800" b="1" i="0" u="none" strike="noStrike" cap="none">
                <a:solidFill>
                  <a:srgbClr val="FFFFFF"/>
                </a:solidFill>
                <a:latin typeface="Arial"/>
                <a:ea typeface="Arial"/>
                <a:cs typeface="Arial"/>
                <a:sym typeface="Arial"/>
              </a:rPr>
              <a:t>#105780</a:t>
            </a:r>
            <a:endParaRPr sz="2400" b="1" i="0" u="none" strike="noStrike" cap="none">
              <a:solidFill>
                <a:srgbClr val="FFFFFF"/>
              </a:solidFill>
              <a:latin typeface="Arial"/>
              <a:ea typeface="Arial"/>
              <a:cs typeface="Arial"/>
              <a:sym typeface="Arial"/>
            </a:endParaRPr>
          </a:p>
        </p:txBody>
      </p:sp>
      <p:sp>
        <p:nvSpPr>
          <p:cNvPr id="18" name="Google Shape;387;p40">
            <a:extLst>
              <a:ext uri="{FF2B5EF4-FFF2-40B4-BE49-F238E27FC236}">
                <a16:creationId xmlns:a16="http://schemas.microsoft.com/office/drawing/2014/main" id="{4AFAE566-C108-E9A5-27E9-BDFA1FED5285}"/>
              </a:ext>
            </a:extLst>
          </p:cNvPr>
          <p:cNvSpPr/>
          <p:nvPr/>
        </p:nvSpPr>
        <p:spPr>
          <a:xfrm>
            <a:off x="459250" y="1360627"/>
            <a:ext cx="6464700" cy="1388700"/>
          </a:xfrm>
          <a:prstGeom prst="rect">
            <a:avLst/>
          </a:prstGeom>
          <a:solidFill>
            <a:schemeClr val="accent1"/>
          </a:solid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100"/>
              <a:buFont typeface="Arial"/>
              <a:buNone/>
            </a:pPr>
            <a:r>
              <a:rPr lang="en" sz="800" b="1" i="0" u="none" strike="noStrike" cap="none">
                <a:solidFill>
                  <a:srgbClr val="252525"/>
                </a:solidFill>
                <a:latin typeface="Arial"/>
                <a:ea typeface="Arial"/>
                <a:cs typeface="Arial"/>
                <a:sym typeface="Arial"/>
              </a:rPr>
              <a:t>SNOWFLAKE BLUE</a:t>
            </a:r>
            <a:endParaRPr sz="800" b="1" i="0" u="none" strike="noStrike" cap="none">
              <a:solidFill>
                <a:srgbClr val="252525"/>
              </a:solidFill>
              <a:latin typeface="Arial"/>
              <a:ea typeface="Arial"/>
              <a:cs typeface="Arial"/>
              <a:sym typeface="Arial"/>
            </a:endParaRPr>
          </a:p>
          <a:p>
            <a:pPr marL="0" marR="0" lvl="0" indent="0" algn="l" rtl="0">
              <a:spcBef>
                <a:spcPts val="0"/>
              </a:spcBef>
              <a:spcAft>
                <a:spcPts val="0"/>
              </a:spcAft>
              <a:buClr>
                <a:srgbClr val="000000"/>
              </a:buClr>
              <a:buSzPts val="1100"/>
              <a:buFont typeface="Arial"/>
              <a:buNone/>
            </a:pPr>
            <a:r>
              <a:rPr lang="en" sz="800" b="1" i="0" u="none" strike="noStrike" cap="none">
                <a:solidFill>
                  <a:srgbClr val="252525"/>
                </a:solidFill>
                <a:latin typeface="Arial"/>
                <a:ea typeface="Arial"/>
                <a:cs typeface="Arial"/>
                <a:sym typeface="Arial"/>
              </a:rPr>
              <a:t>#29B5E8</a:t>
            </a:r>
            <a:endParaRPr sz="800" b="1" i="0" u="none" strike="noStrike" cap="none">
              <a:solidFill>
                <a:srgbClr val="252525"/>
              </a:solidFill>
              <a:latin typeface="Arial"/>
              <a:ea typeface="Arial"/>
              <a:cs typeface="Arial"/>
              <a:sym typeface="Arial"/>
            </a:endParaRPr>
          </a:p>
        </p:txBody>
      </p:sp>
      <p:sp>
        <p:nvSpPr>
          <p:cNvPr id="19" name="Google Shape;388;p40">
            <a:extLst>
              <a:ext uri="{FF2B5EF4-FFF2-40B4-BE49-F238E27FC236}">
                <a16:creationId xmlns:a16="http://schemas.microsoft.com/office/drawing/2014/main" id="{BB0FECD6-F8A4-5320-8468-20A5F93DE0A1}"/>
              </a:ext>
            </a:extLst>
          </p:cNvPr>
          <p:cNvSpPr/>
          <p:nvPr/>
        </p:nvSpPr>
        <p:spPr>
          <a:xfrm>
            <a:off x="2801320" y="2857000"/>
            <a:ext cx="1171200" cy="617100"/>
          </a:xfrm>
          <a:prstGeom prst="rect">
            <a:avLst/>
          </a:prstGeom>
          <a:solidFill>
            <a:srgbClr val="5B5B5B"/>
          </a:solid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100"/>
              <a:buFont typeface="Arial"/>
              <a:buNone/>
            </a:pPr>
            <a:r>
              <a:rPr lang="en" sz="800" b="1" i="0" u="none" strike="noStrike" cap="none">
                <a:solidFill>
                  <a:srgbClr val="FFFFFF"/>
                </a:solidFill>
                <a:latin typeface="Arial"/>
                <a:ea typeface="Arial"/>
                <a:cs typeface="Arial"/>
                <a:sym typeface="Arial"/>
              </a:rPr>
              <a:t>MEDIUM GRAY</a:t>
            </a:r>
            <a:endParaRPr/>
          </a:p>
          <a:p>
            <a:pPr marL="0" marR="0" lvl="0" indent="0" algn="l" rtl="0">
              <a:spcBef>
                <a:spcPts val="0"/>
              </a:spcBef>
              <a:spcAft>
                <a:spcPts val="0"/>
              </a:spcAft>
              <a:buClr>
                <a:srgbClr val="000000"/>
              </a:buClr>
              <a:buSzPts val="1100"/>
              <a:buFont typeface="Arial"/>
              <a:buNone/>
            </a:pPr>
            <a:r>
              <a:rPr lang="en" sz="800" b="1" i="0" u="none" strike="noStrike" cap="none">
                <a:solidFill>
                  <a:srgbClr val="FFFFFF"/>
                </a:solidFill>
                <a:latin typeface="Arial"/>
                <a:ea typeface="Arial"/>
                <a:cs typeface="Arial"/>
                <a:sym typeface="Arial"/>
              </a:rPr>
              <a:t>#5B5B5B</a:t>
            </a:r>
            <a:endParaRPr sz="2400" b="1" i="0" u="none" strike="noStrike" cap="none">
              <a:solidFill>
                <a:srgbClr val="FFFFFF"/>
              </a:solidFill>
              <a:latin typeface="Arial"/>
              <a:ea typeface="Arial"/>
              <a:cs typeface="Arial"/>
              <a:sym typeface="Arial"/>
            </a:endParaRPr>
          </a:p>
        </p:txBody>
      </p:sp>
      <p:sp>
        <p:nvSpPr>
          <p:cNvPr id="20" name="Google Shape;389;p40">
            <a:extLst>
              <a:ext uri="{FF2B5EF4-FFF2-40B4-BE49-F238E27FC236}">
                <a16:creationId xmlns:a16="http://schemas.microsoft.com/office/drawing/2014/main" id="{FD7C743A-DD66-5796-49AA-48A9EE9B8322}"/>
              </a:ext>
            </a:extLst>
          </p:cNvPr>
          <p:cNvSpPr/>
          <p:nvPr/>
        </p:nvSpPr>
        <p:spPr>
          <a:xfrm>
            <a:off x="459250" y="2857000"/>
            <a:ext cx="1171200" cy="617100"/>
          </a:xfrm>
          <a:prstGeom prst="rect">
            <a:avLst/>
          </a:prstGeom>
          <a:solidFill>
            <a:schemeClr val="dk1"/>
          </a:solidFill>
          <a:ln>
            <a:noFill/>
          </a:ln>
        </p:spPr>
        <p:txBody>
          <a:bodyPr spcFirstLastPara="1" wrap="square" lIns="91425" tIns="91425" rIns="91425" bIns="91425" anchor="t" anchorCtr="0">
            <a:noAutofit/>
          </a:bodyPr>
          <a:lstStyle/>
          <a:p>
            <a:pPr marL="0" marR="0" lvl="0" indent="0" algn="l" rtl="0">
              <a:spcBef>
                <a:spcPts val="0"/>
              </a:spcBef>
              <a:spcAft>
                <a:spcPts val="0"/>
              </a:spcAft>
              <a:buClr>
                <a:srgbClr val="000000"/>
              </a:buClr>
              <a:buSzPts val="1100"/>
              <a:buFont typeface="Arial"/>
              <a:buNone/>
            </a:pPr>
            <a:r>
              <a:rPr lang="en" sz="800" b="1" i="0" u="none" strike="noStrike" cap="none">
                <a:solidFill>
                  <a:srgbClr val="FFFFFF"/>
                </a:solidFill>
                <a:latin typeface="Arial"/>
                <a:ea typeface="Arial"/>
                <a:cs typeface="Arial"/>
                <a:sym typeface="Arial"/>
              </a:rPr>
              <a:t>MIDNIGHT</a:t>
            </a:r>
            <a:endParaRPr sz="800" b="1" i="0" u="none" strike="noStrike" cap="none">
              <a:solidFill>
                <a:srgbClr val="FFFFFF"/>
              </a:solidFill>
              <a:latin typeface="Arial"/>
              <a:ea typeface="Arial"/>
              <a:cs typeface="Arial"/>
              <a:sym typeface="Arial"/>
            </a:endParaRPr>
          </a:p>
          <a:p>
            <a:pPr marL="0" marR="0" lvl="0" indent="0" algn="l" rtl="0">
              <a:spcBef>
                <a:spcPts val="0"/>
              </a:spcBef>
              <a:spcAft>
                <a:spcPts val="0"/>
              </a:spcAft>
              <a:buClr>
                <a:srgbClr val="000000"/>
              </a:buClr>
              <a:buSzPts val="1100"/>
              <a:buFont typeface="Arial"/>
              <a:buNone/>
            </a:pPr>
            <a:r>
              <a:rPr lang="en" sz="800" b="1" i="0" u="none" strike="noStrike" cap="none">
                <a:solidFill>
                  <a:srgbClr val="FFFFFF"/>
                </a:solidFill>
                <a:latin typeface="Arial"/>
                <a:ea typeface="Arial"/>
                <a:cs typeface="Arial"/>
                <a:sym typeface="Arial"/>
              </a:rPr>
              <a:t>#000000</a:t>
            </a:r>
            <a:endParaRPr sz="2400" b="1" i="0" u="none" strike="noStrike" cap="none">
              <a:solidFill>
                <a:srgbClr val="252525"/>
              </a:solidFill>
              <a:latin typeface="Arial"/>
              <a:ea typeface="Arial"/>
              <a:cs typeface="Arial"/>
              <a:sym typeface="Arial"/>
            </a:endParaRPr>
          </a:p>
        </p:txBody>
      </p:sp>
      <p:sp>
        <p:nvSpPr>
          <p:cNvPr id="21" name="Google Shape;390;p40">
            <a:extLst>
              <a:ext uri="{FF2B5EF4-FFF2-40B4-BE49-F238E27FC236}">
                <a16:creationId xmlns:a16="http://schemas.microsoft.com/office/drawing/2014/main" id="{1D47F656-FA73-B820-3DF3-B6CD47F5C5B8}"/>
              </a:ext>
            </a:extLst>
          </p:cNvPr>
          <p:cNvSpPr txBox="1"/>
          <p:nvPr/>
        </p:nvSpPr>
        <p:spPr>
          <a:xfrm>
            <a:off x="459250" y="3581669"/>
            <a:ext cx="801900" cy="228900"/>
          </a:xfrm>
          <a:prstGeom prst="rect">
            <a:avLst/>
          </a:prstGeom>
          <a:noFill/>
          <a:ln>
            <a:noFill/>
          </a:ln>
        </p:spPr>
        <p:txBody>
          <a:bodyPr spcFirstLastPara="1" wrap="square" lIns="45700" tIns="0" rIns="45700" bIns="0" anchor="t" anchorCtr="0">
            <a:noAutofit/>
          </a:bodyPr>
          <a:lstStyle/>
          <a:p>
            <a:pPr marL="0" marR="0" lvl="0" indent="0" algn="l" rtl="0">
              <a:lnSpc>
                <a:spcPct val="115000"/>
              </a:lnSpc>
              <a:spcBef>
                <a:spcPts val="0"/>
              </a:spcBef>
              <a:spcAft>
                <a:spcPts val="0"/>
              </a:spcAft>
              <a:buClr>
                <a:srgbClr val="5B5B5B"/>
              </a:buClr>
              <a:buSzPts val="1000"/>
              <a:buFont typeface="Arial"/>
              <a:buNone/>
            </a:pPr>
            <a:r>
              <a:rPr lang="en" sz="1000" b="0" i="0" u="none" strike="noStrike" cap="none">
                <a:solidFill>
                  <a:srgbClr val="5B5B5B"/>
                </a:solidFill>
                <a:latin typeface="Arial"/>
                <a:ea typeface="Arial"/>
                <a:cs typeface="Arial"/>
                <a:sym typeface="Arial"/>
              </a:rPr>
              <a:t>Titles</a:t>
            </a:r>
            <a:endParaRPr sz="1000" b="0" i="0" u="none" strike="noStrike" cap="none">
              <a:solidFill>
                <a:srgbClr val="5B5B5B"/>
              </a:solidFill>
              <a:latin typeface="Arial"/>
              <a:ea typeface="Arial"/>
              <a:cs typeface="Arial"/>
              <a:sym typeface="Arial"/>
            </a:endParaRPr>
          </a:p>
        </p:txBody>
      </p:sp>
      <p:sp>
        <p:nvSpPr>
          <p:cNvPr id="22" name="Google Shape;391;p40">
            <a:extLst>
              <a:ext uri="{FF2B5EF4-FFF2-40B4-BE49-F238E27FC236}">
                <a16:creationId xmlns:a16="http://schemas.microsoft.com/office/drawing/2014/main" id="{2C9E7CDB-2538-CBA3-E2AA-AECE41772EF6}"/>
              </a:ext>
            </a:extLst>
          </p:cNvPr>
          <p:cNvSpPr txBox="1"/>
          <p:nvPr/>
        </p:nvSpPr>
        <p:spPr>
          <a:xfrm>
            <a:off x="2801465" y="3581669"/>
            <a:ext cx="964500" cy="326700"/>
          </a:xfrm>
          <a:prstGeom prst="rect">
            <a:avLst/>
          </a:prstGeom>
          <a:noFill/>
          <a:ln>
            <a:noFill/>
          </a:ln>
        </p:spPr>
        <p:txBody>
          <a:bodyPr spcFirstLastPara="1" wrap="square" lIns="45700" tIns="0" rIns="45700" bIns="0" anchor="t" anchorCtr="0">
            <a:noAutofit/>
          </a:bodyPr>
          <a:lstStyle/>
          <a:p>
            <a:pPr marL="0" marR="0" lvl="0" indent="0" algn="l" rtl="0">
              <a:lnSpc>
                <a:spcPct val="115000"/>
              </a:lnSpc>
              <a:spcBef>
                <a:spcPts val="0"/>
              </a:spcBef>
              <a:spcAft>
                <a:spcPts val="0"/>
              </a:spcAft>
              <a:buClr>
                <a:srgbClr val="5B5B5B"/>
              </a:buClr>
              <a:buSzPts val="1000"/>
              <a:buFont typeface="Arial"/>
              <a:buNone/>
            </a:pPr>
            <a:r>
              <a:rPr lang="en" sz="1000" b="0" i="0" u="none" strike="noStrike" cap="none">
                <a:solidFill>
                  <a:srgbClr val="5B5B5B"/>
                </a:solidFill>
                <a:latin typeface="Arial"/>
                <a:ea typeface="Arial"/>
                <a:cs typeface="Arial"/>
                <a:sym typeface="Arial"/>
              </a:rPr>
              <a:t>Subheads and Body Copy</a:t>
            </a:r>
            <a:endParaRPr sz="1000" b="0" i="0" u="none" strike="noStrike" cap="none">
              <a:solidFill>
                <a:srgbClr val="5B5B5B"/>
              </a:solidFill>
              <a:latin typeface="Arial"/>
              <a:ea typeface="Arial"/>
              <a:cs typeface="Arial"/>
              <a:sym typeface="Arial"/>
            </a:endParaRPr>
          </a:p>
        </p:txBody>
      </p:sp>
      <p:sp>
        <p:nvSpPr>
          <p:cNvPr id="23" name="Google Shape;392;p40">
            <a:extLst>
              <a:ext uri="{FF2B5EF4-FFF2-40B4-BE49-F238E27FC236}">
                <a16:creationId xmlns:a16="http://schemas.microsoft.com/office/drawing/2014/main" id="{AAA8AEDE-295F-00A9-C1A5-5780EE9C75D6}"/>
              </a:ext>
            </a:extLst>
          </p:cNvPr>
          <p:cNvSpPr txBox="1"/>
          <p:nvPr/>
        </p:nvSpPr>
        <p:spPr>
          <a:xfrm>
            <a:off x="1630441" y="3581669"/>
            <a:ext cx="834900" cy="326700"/>
          </a:xfrm>
          <a:prstGeom prst="rect">
            <a:avLst/>
          </a:prstGeom>
          <a:noFill/>
          <a:ln>
            <a:noFill/>
          </a:ln>
        </p:spPr>
        <p:txBody>
          <a:bodyPr spcFirstLastPara="1" wrap="square" lIns="45700" tIns="0" rIns="45700" bIns="0" anchor="t" anchorCtr="0">
            <a:noAutofit/>
          </a:bodyPr>
          <a:lstStyle/>
          <a:p>
            <a:pPr marL="0" marR="0" lvl="0" indent="0" algn="l" rtl="0">
              <a:lnSpc>
                <a:spcPct val="115000"/>
              </a:lnSpc>
              <a:spcBef>
                <a:spcPts val="0"/>
              </a:spcBef>
              <a:spcAft>
                <a:spcPts val="0"/>
              </a:spcAft>
              <a:buClr>
                <a:srgbClr val="5B5B5B"/>
              </a:buClr>
              <a:buSzPts val="1000"/>
              <a:buFont typeface="Arial"/>
              <a:buNone/>
            </a:pPr>
            <a:r>
              <a:rPr lang="en" sz="1000" b="0" i="0" u="none" strike="noStrike" cap="none">
                <a:solidFill>
                  <a:srgbClr val="5B5B5B"/>
                </a:solidFill>
                <a:latin typeface="Arial"/>
                <a:ea typeface="Arial"/>
                <a:cs typeface="Arial"/>
                <a:sym typeface="Arial"/>
              </a:rPr>
              <a:t>Accent and Sections</a:t>
            </a:r>
            <a:endParaRPr sz="1000" b="0" i="0" u="none" strike="noStrike" cap="none">
              <a:solidFill>
                <a:srgbClr val="5B5B5B"/>
              </a:solidFill>
              <a:latin typeface="Arial"/>
              <a:ea typeface="Arial"/>
              <a:cs typeface="Arial"/>
              <a:sym typeface="Arial"/>
            </a:endParaRPr>
          </a:p>
        </p:txBody>
      </p:sp>
      <p:sp>
        <p:nvSpPr>
          <p:cNvPr id="24" name="Google Shape;393;p40">
            <a:extLst>
              <a:ext uri="{FF2B5EF4-FFF2-40B4-BE49-F238E27FC236}">
                <a16:creationId xmlns:a16="http://schemas.microsoft.com/office/drawing/2014/main" id="{2310C37C-9CB6-6418-CD54-5E87F2705479}"/>
              </a:ext>
            </a:extLst>
          </p:cNvPr>
          <p:cNvSpPr txBox="1"/>
          <p:nvPr/>
        </p:nvSpPr>
        <p:spPr>
          <a:xfrm>
            <a:off x="4135819" y="3581669"/>
            <a:ext cx="2754600" cy="326700"/>
          </a:xfrm>
          <a:prstGeom prst="rect">
            <a:avLst/>
          </a:prstGeom>
          <a:noFill/>
          <a:ln>
            <a:noFill/>
          </a:ln>
        </p:spPr>
        <p:txBody>
          <a:bodyPr spcFirstLastPara="1" wrap="square" lIns="45700" tIns="0" rIns="45700" bIns="0" anchor="t" anchorCtr="0">
            <a:noAutofit/>
          </a:bodyPr>
          <a:lstStyle/>
          <a:p>
            <a:pPr marL="0" marR="0" lvl="0" indent="0" algn="ctr" rtl="0">
              <a:lnSpc>
                <a:spcPct val="115000"/>
              </a:lnSpc>
              <a:spcBef>
                <a:spcPts val="0"/>
              </a:spcBef>
              <a:spcAft>
                <a:spcPts val="0"/>
              </a:spcAft>
              <a:buClr>
                <a:srgbClr val="5B5B5B"/>
              </a:buClr>
              <a:buSzPts val="1000"/>
              <a:buFont typeface="Arial"/>
              <a:buNone/>
            </a:pPr>
            <a:r>
              <a:rPr lang="en" sz="1000">
                <a:solidFill>
                  <a:srgbClr val="5B5B5B"/>
                </a:solidFill>
              </a:rPr>
              <a:t>Most slides won’t need these secondary colors. Use very sparingly, if at all.</a:t>
            </a:r>
            <a:endParaRPr sz="1000" b="0" i="0" u="none" strike="noStrike" cap="none">
              <a:solidFill>
                <a:srgbClr val="5B5B5B"/>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DE973B9-0C7D-24EB-C505-1CF3DEDD351B}"/>
              </a:ext>
            </a:extLst>
          </p:cNvPr>
          <p:cNvSpPr>
            <a:spLocks noGrp="1"/>
          </p:cNvSpPr>
          <p:nvPr>
            <p:ph type="title"/>
          </p:nvPr>
        </p:nvSpPr>
        <p:spPr/>
        <p:txBody>
          <a:bodyPr/>
          <a:lstStyle/>
          <a:p>
            <a:r>
              <a:rPr lang="en-US" dirty="0"/>
              <a:t>Template Typography</a:t>
            </a:r>
          </a:p>
        </p:txBody>
      </p:sp>
      <p:sp>
        <p:nvSpPr>
          <p:cNvPr id="6" name="Subtitle 5">
            <a:extLst>
              <a:ext uri="{FF2B5EF4-FFF2-40B4-BE49-F238E27FC236}">
                <a16:creationId xmlns:a16="http://schemas.microsoft.com/office/drawing/2014/main" id="{D7872D91-94A8-5770-23A2-AD804EF0D726}"/>
              </a:ext>
            </a:extLst>
          </p:cNvPr>
          <p:cNvSpPr>
            <a:spLocks noGrp="1"/>
          </p:cNvSpPr>
          <p:nvPr>
            <p:ph type="subTitle" idx="1"/>
          </p:nvPr>
        </p:nvSpPr>
        <p:spPr/>
        <p:txBody>
          <a:bodyPr/>
          <a:lstStyle/>
          <a:p>
            <a:r>
              <a:rPr lang="en-US" dirty="0"/>
              <a:t>Use Arial and follow these styles</a:t>
            </a:r>
          </a:p>
        </p:txBody>
      </p:sp>
      <p:sp>
        <p:nvSpPr>
          <p:cNvPr id="10" name="Google Shape;405;p41">
            <a:extLst>
              <a:ext uri="{FF2B5EF4-FFF2-40B4-BE49-F238E27FC236}">
                <a16:creationId xmlns:a16="http://schemas.microsoft.com/office/drawing/2014/main" id="{260AD750-66B5-7200-FC84-4D10BF09CE6F}"/>
              </a:ext>
            </a:extLst>
          </p:cNvPr>
          <p:cNvSpPr txBox="1"/>
          <p:nvPr/>
        </p:nvSpPr>
        <p:spPr>
          <a:xfrm>
            <a:off x="7492325" y="805175"/>
            <a:ext cx="1499674" cy="11067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Clr>
                <a:srgbClr val="3C4043"/>
              </a:buClr>
              <a:buSzPts val="1100"/>
              <a:buFont typeface="Arial"/>
              <a:buNone/>
            </a:pPr>
            <a:r>
              <a:rPr lang="en" sz="900" b="1" dirty="0">
                <a:solidFill>
                  <a:schemeClr val="dk1"/>
                </a:solidFill>
              </a:rPr>
              <a:t>NOTE: </a:t>
            </a:r>
            <a:br>
              <a:rPr lang="en" sz="900" dirty="0">
                <a:solidFill>
                  <a:schemeClr val="dk1"/>
                </a:solidFill>
              </a:rPr>
            </a:br>
            <a:r>
              <a:rPr lang="en" sz="900" dirty="0">
                <a:solidFill>
                  <a:schemeClr val="dk1"/>
                </a:solidFill>
              </a:rPr>
              <a:t>Use all caps on chapter and titles, and please see following slide for color styling notes.</a:t>
            </a:r>
            <a:endParaRPr sz="900" dirty="0">
              <a:solidFill>
                <a:srgbClr val="5B5B5B"/>
              </a:solidFill>
            </a:endParaRPr>
          </a:p>
        </p:txBody>
      </p:sp>
      <p:sp>
        <p:nvSpPr>
          <p:cNvPr id="11" name="Google Shape;399;p41">
            <a:extLst>
              <a:ext uri="{FF2B5EF4-FFF2-40B4-BE49-F238E27FC236}">
                <a16:creationId xmlns:a16="http://schemas.microsoft.com/office/drawing/2014/main" id="{A2D0AA89-1C70-E4DF-9EBA-0C49DB2FE079}"/>
              </a:ext>
            </a:extLst>
          </p:cNvPr>
          <p:cNvSpPr txBox="1"/>
          <p:nvPr/>
        </p:nvSpPr>
        <p:spPr>
          <a:xfrm>
            <a:off x="457200" y="1972650"/>
            <a:ext cx="3755100" cy="1936654"/>
          </a:xfrm>
          <a:prstGeom prst="rect">
            <a:avLst/>
          </a:prstGeom>
          <a:noFill/>
          <a:ln>
            <a:noFill/>
          </a:ln>
        </p:spPr>
        <p:txBody>
          <a:bodyPr spcFirstLastPara="1" wrap="square" lIns="0" tIns="91425" rIns="91425" bIns="91425" anchor="t" anchorCtr="0">
            <a:spAutoFit/>
          </a:bodyPr>
          <a:lstStyle/>
          <a:p>
            <a:pPr marL="0" lvl="0" indent="0" algn="l" rtl="0">
              <a:lnSpc>
                <a:spcPct val="115000"/>
              </a:lnSpc>
              <a:spcBef>
                <a:spcPts val="0"/>
              </a:spcBef>
              <a:spcAft>
                <a:spcPts val="0"/>
              </a:spcAft>
              <a:buNone/>
            </a:pPr>
            <a:r>
              <a:rPr lang="en" sz="1000" b="1" dirty="0">
                <a:solidFill>
                  <a:schemeClr val="dk2"/>
                </a:solidFill>
              </a:rPr>
              <a:t>ARIAL BOLD</a:t>
            </a:r>
            <a:endParaRPr sz="1600" dirty="0">
              <a:solidFill>
                <a:schemeClr val="dk1"/>
              </a:solidFill>
            </a:endParaRPr>
          </a:p>
          <a:p>
            <a:pPr marL="0" lvl="0" indent="0" algn="l" rtl="0">
              <a:lnSpc>
                <a:spcPct val="115000"/>
              </a:lnSpc>
              <a:spcBef>
                <a:spcPts val="0"/>
              </a:spcBef>
              <a:spcAft>
                <a:spcPts val="0"/>
              </a:spcAft>
              <a:buClr>
                <a:srgbClr val="3C4043"/>
              </a:buClr>
              <a:buSzPts val="1100"/>
              <a:buFont typeface="Arial"/>
              <a:buNone/>
            </a:pPr>
            <a:r>
              <a:rPr lang="en" sz="1200" b="1" dirty="0">
                <a:solidFill>
                  <a:schemeClr val="dk1"/>
                </a:solidFill>
              </a:rPr>
              <a:t>ABCDEFGHIJKLMNOPQRSTUVWXYZ</a:t>
            </a:r>
            <a:endParaRPr sz="1200" b="1" dirty="0">
              <a:solidFill>
                <a:schemeClr val="dk1"/>
              </a:solidFill>
            </a:endParaRPr>
          </a:p>
          <a:p>
            <a:pPr marL="0" lvl="0" indent="0" algn="l" rtl="0">
              <a:lnSpc>
                <a:spcPct val="115000"/>
              </a:lnSpc>
              <a:spcBef>
                <a:spcPts val="0"/>
              </a:spcBef>
              <a:spcAft>
                <a:spcPts val="0"/>
              </a:spcAft>
              <a:buClr>
                <a:srgbClr val="3C4043"/>
              </a:buClr>
              <a:buSzPts val="1100"/>
              <a:buFont typeface="Arial"/>
              <a:buNone/>
            </a:pPr>
            <a:r>
              <a:rPr lang="en" sz="1200" b="1" dirty="0" err="1">
                <a:solidFill>
                  <a:schemeClr val="dk1"/>
                </a:solidFill>
              </a:rPr>
              <a:t>abcdefghijklmnopqrstuvwxyz</a:t>
            </a:r>
            <a:endParaRPr sz="1200" b="1" dirty="0">
              <a:solidFill>
                <a:schemeClr val="dk1"/>
              </a:solidFill>
            </a:endParaRPr>
          </a:p>
          <a:p>
            <a:pPr marL="0" lvl="0" indent="0" algn="l" rtl="0">
              <a:lnSpc>
                <a:spcPct val="115000"/>
              </a:lnSpc>
              <a:spcBef>
                <a:spcPts val="0"/>
              </a:spcBef>
              <a:spcAft>
                <a:spcPts val="0"/>
              </a:spcAft>
              <a:buClr>
                <a:srgbClr val="3C4043"/>
              </a:buClr>
              <a:buSzPts val="1100"/>
              <a:buFont typeface="Arial"/>
              <a:buNone/>
            </a:pPr>
            <a:r>
              <a:rPr lang="en" sz="1200" b="1" dirty="0">
                <a:solidFill>
                  <a:schemeClr val="dk1"/>
                </a:solidFill>
              </a:rPr>
              <a:t>1234567890!@#$%^&amp;*()_+</a:t>
            </a:r>
            <a:endParaRPr sz="1200" b="1" dirty="0">
              <a:solidFill>
                <a:schemeClr val="dk1"/>
              </a:solidFill>
            </a:endParaRPr>
          </a:p>
          <a:p>
            <a:pPr marL="0" lvl="0" indent="0" algn="l" rtl="0">
              <a:lnSpc>
                <a:spcPct val="115000"/>
              </a:lnSpc>
              <a:spcBef>
                <a:spcPts val="0"/>
              </a:spcBef>
              <a:spcAft>
                <a:spcPts val="0"/>
              </a:spcAft>
              <a:buClr>
                <a:srgbClr val="3C4043"/>
              </a:buClr>
              <a:buSzPts val="1100"/>
              <a:buFont typeface="Arial"/>
              <a:buNone/>
            </a:pPr>
            <a:endParaRPr sz="700" dirty="0">
              <a:solidFill>
                <a:schemeClr val="dk1"/>
              </a:solidFill>
            </a:endParaRPr>
          </a:p>
          <a:p>
            <a:pPr marL="0" lvl="0" indent="0" algn="l" rtl="0">
              <a:lnSpc>
                <a:spcPct val="115000"/>
              </a:lnSpc>
              <a:spcBef>
                <a:spcPts val="0"/>
              </a:spcBef>
              <a:spcAft>
                <a:spcPts val="0"/>
              </a:spcAft>
              <a:buNone/>
            </a:pPr>
            <a:r>
              <a:rPr lang="en" sz="1000" b="1" dirty="0">
                <a:solidFill>
                  <a:schemeClr val="dk2"/>
                </a:solidFill>
              </a:rPr>
              <a:t>ARIAL</a:t>
            </a:r>
            <a:endParaRPr sz="1600" dirty="0">
              <a:solidFill>
                <a:schemeClr val="dk1"/>
              </a:solidFill>
            </a:endParaRPr>
          </a:p>
          <a:p>
            <a:pPr marL="0" lvl="0" indent="0" algn="l" rtl="0">
              <a:lnSpc>
                <a:spcPct val="115000"/>
              </a:lnSpc>
              <a:spcBef>
                <a:spcPts val="0"/>
              </a:spcBef>
              <a:spcAft>
                <a:spcPts val="0"/>
              </a:spcAft>
              <a:buClr>
                <a:srgbClr val="3C4043"/>
              </a:buClr>
              <a:buSzPts val="1100"/>
              <a:buFont typeface="Arial"/>
              <a:buNone/>
            </a:pPr>
            <a:r>
              <a:rPr lang="en" sz="1200" dirty="0">
                <a:solidFill>
                  <a:schemeClr val="dk1"/>
                </a:solidFill>
              </a:rPr>
              <a:t>ABCDEFGHIJKLMNOPQRSTUVWXYZ</a:t>
            </a:r>
            <a:endParaRPr sz="1200" dirty="0">
              <a:solidFill>
                <a:schemeClr val="dk1"/>
              </a:solidFill>
            </a:endParaRPr>
          </a:p>
          <a:p>
            <a:pPr marL="0" lvl="0" indent="0" algn="l" rtl="0">
              <a:lnSpc>
                <a:spcPct val="115000"/>
              </a:lnSpc>
              <a:spcBef>
                <a:spcPts val="0"/>
              </a:spcBef>
              <a:spcAft>
                <a:spcPts val="0"/>
              </a:spcAft>
              <a:buClr>
                <a:srgbClr val="3C4043"/>
              </a:buClr>
              <a:buSzPts val="1100"/>
              <a:buFont typeface="Arial"/>
              <a:buNone/>
            </a:pPr>
            <a:r>
              <a:rPr lang="en" sz="1200" dirty="0" err="1">
                <a:solidFill>
                  <a:schemeClr val="dk1"/>
                </a:solidFill>
              </a:rPr>
              <a:t>abcdefghijklmnopqrstuvwxyz</a:t>
            </a:r>
            <a:endParaRPr sz="1200" dirty="0">
              <a:solidFill>
                <a:schemeClr val="dk1"/>
              </a:solidFill>
            </a:endParaRPr>
          </a:p>
          <a:p>
            <a:pPr marL="0" lvl="0" indent="0" algn="l" rtl="0">
              <a:lnSpc>
                <a:spcPct val="115000"/>
              </a:lnSpc>
              <a:spcBef>
                <a:spcPts val="0"/>
              </a:spcBef>
              <a:spcAft>
                <a:spcPts val="0"/>
              </a:spcAft>
              <a:buClr>
                <a:srgbClr val="3C4043"/>
              </a:buClr>
              <a:buSzPts val="1100"/>
              <a:buFont typeface="Arial"/>
              <a:buNone/>
            </a:pPr>
            <a:r>
              <a:rPr lang="en" sz="1200" dirty="0">
                <a:solidFill>
                  <a:schemeClr val="dk1"/>
                </a:solidFill>
              </a:rPr>
              <a:t>1234567890!@#$%^&amp;*()_+</a:t>
            </a:r>
            <a:endParaRPr sz="1200" dirty="0">
              <a:solidFill>
                <a:schemeClr val="dk1"/>
              </a:solidFill>
            </a:endParaRPr>
          </a:p>
        </p:txBody>
      </p:sp>
      <p:sp>
        <p:nvSpPr>
          <p:cNvPr id="12" name="Google Shape;403;p41">
            <a:extLst>
              <a:ext uri="{FF2B5EF4-FFF2-40B4-BE49-F238E27FC236}">
                <a16:creationId xmlns:a16="http://schemas.microsoft.com/office/drawing/2014/main" id="{4A858F32-A5DA-30F2-65E0-7372CE0260E1}"/>
              </a:ext>
            </a:extLst>
          </p:cNvPr>
          <p:cNvSpPr txBox="1"/>
          <p:nvPr/>
        </p:nvSpPr>
        <p:spPr>
          <a:xfrm>
            <a:off x="457200" y="1076100"/>
            <a:ext cx="3512820" cy="492412"/>
          </a:xfrm>
          <a:prstGeom prst="rect">
            <a:avLst/>
          </a:prstGeom>
          <a:noFill/>
          <a:ln>
            <a:noFill/>
          </a:ln>
        </p:spPr>
        <p:txBody>
          <a:bodyPr spcFirstLastPara="1" wrap="square" lIns="0" tIns="91425" rIns="91425" bIns="91425" anchor="t" anchorCtr="0">
            <a:spAutoFit/>
          </a:bodyPr>
          <a:lstStyle/>
          <a:p>
            <a:pPr marL="0" lvl="0" indent="0" algn="l" rtl="0">
              <a:spcBef>
                <a:spcPts val="0"/>
              </a:spcBef>
              <a:spcAft>
                <a:spcPts val="0"/>
              </a:spcAft>
              <a:buClr>
                <a:srgbClr val="3C4043"/>
              </a:buClr>
              <a:buSzPts val="1100"/>
              <a:buFont typeface="Arial"/>
              <a:buNone/>
            </a:pPr>
            <a:r>
              <a:rPr lang="en" sz="1000" dirty="0">
                <a:solidFill>
                  <a:srgbClr val="262626"/>
                </a:solidFill>
              </a:rPr>
              <a:t>Arial is Snowflake’s fallback type family for environments where our custom brand fonts are not practical. </a:t>
            </a:r>
            <a:endParaRPr sz="1000" dirty="0">
              <a:solidFill>
                <a:srgbClr val="262626"/>
              </a:solidFill>
            </a:endParaRPr>
          </a:p>
        </p:txBody>
      </p:sp>
      <p:pic>
        <p:nvPicPr>
          <p:cNvPr id="13" name="Google Shape;412;p42">
            <a:extLst>
              <a:ext uri="{FF2B5EF4-FFF2-40B4-BE49-F238E27FC236}">
                <a16:creationId xmlns:a16="http://schemas.microsoft.com/office/drawing/2014/main" id="{7A1DAD2A-A931-263B-BA85-67AAFC39CC32}"/>
              </a:ext>
            </a:extLst>
          </p:cNvPr>
          <p:cNvPicPr preferRelativeResize="0"/>
          <p:nvPr/>
        </p:nvPicPr>
        <p:blipFill>
          <a:blip r:embed="rId2">
            <a:alphaModFix/>
          </a:blip>
          <a:stretch>
            <a:fillRect/>
          </a:stretch>
        </p:blipFill>
        <p:spPr>
          <a:xfrm>
            <a:off x="4479400" y="923700"/>
            <a:ext cx="2936724" cy="1651908"/>
          </a:xfrm>
          <a:prstGeom prst="rect">
            <a:avLst/>
          </a:prstGeom>
          <a:noFill/>
          <a:ln>
            <a:noFill/>
          </a:ln>
        </p:spPr>
      </p:pic>
      <p:pic>
        <p:nvPicPr>
          <p:cNvPr id="14" name="Google Shape;413;p42">
            <a:extLst>
              <a:ext uri="{FF2B5EF4-FFF2-40B4-BE49-F238E27FC236}">
                <a16:creationId xmlns:a16="http://schemas.microsoft.com/office/drawing/2014/main" id="{6E0CC74B-1AB3-68D9-239B-8FEF786B7D13}"/>
              </a:ext>
            </a:extLst>
          </p:cNvPr>
          <p:cNvPicPr preferRelativeResize="0"/>
          <p:nvPr/>
        </p:nvPicPr>
        <p:blipFill>
          <a:blip r:embed="rId3">
            <a:alphaModFix/>
          </a:blip>
          <a:stretch>
            <a:fillRect/>
          </a:stretch>
        </p:blipFill>
        <p:spPr>
          <a:xfrm>
            <a:off x="5190075" y="2134050"/>
            <a:ext cx="2918543" cy="1641675"/>
          </a:xfrm>
          <a:prstGeom prst="rect">
            <a:avLst/>
          </a:prstGeom>
          <a:noFill/>
          <a:ln>
            <a:noFill/>
          </a:ln>
        </p:spPr>
      </p:pic>
      <p:pic>
        <p:nvPicPr>
          <p:cNvPr id="15" name="Google Shape;416;p42">
            <a:extLst>
              <a:ext uri="{FF2B5EF4-FFF2-40B4-BE49-F238E27FC236}">
                <a16:creationId xmlns:a16="http://schemas.microsoft.com/office/drawing/2014/main" id="{310F775E-4AEA-D83D-A660-D100A8530519}"/>
              </a:ext>
            </a:extLst>
          </p:cNvPr>
          <p:cNvPicPr preferRelativeResize="0"/>
          <p:nvPr/>
        </p:nvPicPr>
        <p:blipFill>
          <a:blip r:embed="rId4">
            <a:alphaModFix/>
          </a:blip>
          <a:stretch>
            <a:fillRect/>
          </a:stretch>
        </p:blipFill>
        <p:spPr>
          <a:xfrm>
            <a:off x="5900740" y="3344392"/>
            <a:ext cx="3047409" cy="1641683"/>
          </a:xfrm>
          <a:prstGeom prst="rect">
            <a:avLst/>
          </a:prstGeom>
          <a:noFill/>
          <a:ln w="9525" cap="flat" cmpd="sng">
            <a:solidFill>
              <a:srgbClr val="CCCCCC"/>
            </a:solidFill>
            <a:prstDash val="solid"/>
            <a:round/>
            <a:headEnd type="none" w="sm" len="sm"/>
            <a:tailEnd type="none" w="sm" len="sm"/>
          </a:ln>
        </p:spPr>
      </p:pic>
    </p:spTree>
    <p:extLst>
      <p:ext uri="{BB962C8B-B14F-4D97-AF65-F5344CB8AC3E}">
        <p14:creationId xmlns:p14="http://schemas.microsoft.com/office/powerpoint/2010/main" val="28446074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oogle Shape;413;p42">
            <a:extLst>
              <a:ext uri="{FF2B5EF4-FFF2-40B4-BE49-F238E27FC236}">
                <a16:creationId xmlns:a16="http://schemas.microsoft.com/office/drawing/2014/main" id="{14CE76D2-6C8E-E9D0-A5DC-FF39D739D91C}"/>
              </a:ext>
            </a:extLst>
          </p:cNvPr>
          <p:cNvPicPr preferRelativeResize="0"/>
          <p:nvPr/>
        </p:nvPicPr>
        <p:blipFill>
          <a:blip r:embed="rId2">
            <a:alphaModFix/>
          </a:blip>
          <a:stretch>
            <a:fillRect/>
          </a:stretch>
        </p:blipFill>
        <p:spPr>
          <a:xfrm>
            <a:off x="5872100" y="1888042"/>
            <a:ext cx="2793967" cy="1571602"/>
          </a:xfrm>
          <a:prstGeom prst="rect">
            <a:avLst/>
          </a:prstGeom>
          <a:noFill/>
          <a:ln>
            <a:noFill/>
          </a:ln>
        </p:spPr>
      </p:pic>
      <p:pic>
        <p:nvPicPr>
          <p:cNvPr id="16" name="Google Shape;412;p42">
            <a:extLst>
              <a:ext uri="{FF2B5EF4-FFF2-40B4-BE49-F238E27FC236}">
                <a16:creationId xmlns:a16="http://schemas.microsoft.com/office/drawing/2014/main" id="{99EF10D2-9810-710D-3BAF-6D2D4012240E}"/>
              </a:ext>
            </a:extLst>
          </p:cNvPr>
          <p:cNvPicPr preferRelativeResize="0"/>
          <p:nvPr/>
        </p:nvPicPr>
        <p:blipFill>
          <a:blip r:embed="rId3">
            <a:alphaModFix/>
          </a:blip>
          <a:stretch>
            <a:fillRect/>
          </a:stretch>
        </p:blipFill>
        <p:spPr>
          <a:xfrm>
            <a:off x="5872104" y="168775"/>
            <a:ext cx="2793967" cy="1571607"/>
          </a:xfrm>
          <a:prstGeom prst="rect">
            <a:avLst/>
          </a:prstGeom>
          <a:noFill/>
          <a:ln>
            <a:noFill/>
          </a:ln>
        </p:spPr>
      </p:pic>
      <p:pic>
        <p:nvPicPr>
          <p:cNvPr id="3" name="Google Shape;424;p43">
            <a:extLst>
              <a:ext uri="{FF2B5EF4-FFF2-40B4-BE49-F238E27FC236}">
                <a16:creationId xmlns:a16="http://schemas.microsoft.com/office/drawing/2014/main" id="{1DF37F81-3692-703F-E3F8-2628E6BD27CD}"/>
              </a:ext>
            </a:extLst>
          </p:cNvPr>
          <p:cNvPicPr preferRelativeResize="0"/>
          <p:nvPr/>
        </p:nvPicPr>
        <p:blipFill>
          <a:blip r:embed="rId4">
            <a:alphaModFix/>
          </a:blip>
          <a:stretch>
            <a:fillRect/>
          </a:stretch>
        </p:blipFill>
        <p:spPr>
          <a:xfrm>
            <a:off x="7422755" y="3622276"/>
            <a:ext cx="1545948" cy="869610"/>
          </a:xfrm>
          <a:prstGeom prst="rect">
            <a:avLst/>
          </a:prstGeom>
          <a:noFill/>
          <a:ln>
            <a:noFill/>
          </a:ln>
        </p:spPr>
      </p:pic>
      <p:pic>
        <p:nvPicPr>
          <p:cNvPr id="4" name="Google Shape;425;p43">
            <a:extLst>
              <a:ext uri="{FF2B5EF4-FFF2-40B4-BE49-F238E27FC236}">
                <a16:creationId xmlns:a16="http://schemas.microsoft.com/office/drawing/2014/main" id="{B1967CC2-8A03-49A0-CB5B-7811F6C32B63}"/>
              </a:ext>
            </a:extLst>
          </p:cNvPr>
          <p:cNvPicPr preferRelativeResize="0"/>
          <p:nvPr/>
        </p:nvPicPr>
        <p:blipFill>
          <a:blip r:embed="rId5">
            <a:alphaModFix/>
          </a:blip>
          <a:stretch>
            <a:fillRect/>
          </a:stretch>
        </p:blipFill>
        <p:spPr>
          <a:xfrm>
            <a:off x="5605475" y="3622275"/>
            <a:ext cx="1545948" cy="869610"/>
          </a:xfrm>
          <a:prstGeom prst="rect">
            <a:avLst/>
          </a:prstGeom>
          <a:noFill/>
          <a:ln>
            <a:noFill/>
          </a:ln>
        </p:spPr>
      </p:pic>
      <p:sp>
        <p:nvSpPr>
          <p:cNvPr id="2" name="Title 1">
            <a:extLst>
              <a:ext uri="{FF2B5EF4-FFF2-40B4-BE49-F238E27FC236}">
                <a16:creationId xmlns:a16="http://schemas.microsoft.com/office/drawing/2014/main" id="{F434989B-5215-2002-1AAB-071A200912B5}"/>
              </a:ext>
            </a:extLst>
          </p:cNvPr>
          <p:cNvSpPr>
            <a:spLocks noGrp="1"/>
          </p:cNvSpPr>
          <p:nvPr>
            <p:ph type="title"/>
          </p:nvPr>
        </p:nvSpPr>
        <p:spPr/>
        <p:txBody>
          <a:bodyPr/>
          <a:lstStyle/>
          <a:p>
            <a:r>
              <a:rPr lang="en" dirty="0"/>
              <a:t>Do’s and Don’ts:  Typography </a:t>
            </a:r>
            <a:br>
              <a:rPr lang="en" dirty="0"/>
            </a:br>
            <a:r>
              <a:rPr lang="en" dirty="0"/>
              <a:t>for Cover and Chapter Titles</a:t>
            </a:r>
            <a:endParaRPr lang="en-US" dirty="0"/>
          </a:p>
        </p:txBody>
      </p:sp>
      <p:sp>
        <p:nvSpPr>
          <p:cNvPr id="7" name="Google Shape;412;p42">
            <a:extLst>
              <a:ext uri="{FF2B5EF4-FFF2-40B4-BE49-F238E27FC236}">
                <a16:creationId xmlns:a16="http://schemas.microsoft.com/office/drawing/2014/main" id="{F95CCD00-0B2D-8356-9661-6098A0CC1C2A}"/>
              </a:ext>
            </a:extLst>
          </p:cNvPr>
          <p:cNvSpPr txBox="1"/>
          <p:nvPr/>
        </p:nvSpPr>
        <p:spPr>
          <a:xfrm>
            <a:off x="365750" y="1207953"/>
            <a:ext cx="4180500" cy="3409200"/>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n" sz="1200" b="1" dirty="0">
                <a:solidFill>
                  <a:schemeClr val="accent2"/>
                </a:solidFill>
              </a:rPr>
              <a:t>Do Use Short Titles Set in All Caps</a:t>
            </a:r>
            <a:br>
              <a:rPr lang="en" sz="1000" dirty="0">
                <a:solidFill>
                  <a:srgbClr val="5B5B5B"/>
                </a:solidFill>
              </a:rPr>
            </a:br>
            <a:r>
              <a:rPr lang="en" sz="1000" dirty="0">
                <a:solidFill>
                  <a:srgbClr val="262626"/>
                </a:solidFill>
              </a:rPr>
              <a:t>Snowflake uses uppercase headlines as part of our unique brand identity. While an effective treatment for advertising and brand assets, long titles can be difficult to read because all words have a uniform rectangular shape. </a:t>
            </a:r>
            <a:r>
              <a:rPr lang="en" sz="1000" b="1" dirty="0">
                <a:solidFill>
                  <a:srgbClr val="262626"/>
                </a:solidFill>
              </a:rPr>
              <a:t>Keep your titles short and sweet. </a:t>
            </a:r>
            <a:r>
              <a:rPr lang="en" sz="1000" dirty="0">
                <a:solidFill>
                  <a:srgbClr val="262626"/>
                </a:solidFill>
              </a:rPr>
              <a:t>If you need more detail, use a sub-head.</a:t>
            </a:r>
            <a:endParaRPr sz="1000" dirty="0">
              <a:solidFill>
                <a:srgbClr val="262626"/>
              </a:solidFill>
            </a:endParaRPr>
          </a:p>
          <a:p>
            <a:pPr marL="0" lvl="0" indent="0" algn="l" rtl="0">
              <a:lnSpc>
                <a:spcPct val="110000"/>
              </a:lnSpc>
              <a:spcBef>
                <a:spcPts val="1000"/>
              </a:spcBef>
              <a:spcAft>
                <a:spcPts val="0"/>
              </a:spcAft>
              <a:buNone/>
            </a:pPr>
            <a:r>
              <a:rPr lang="en" sz="1200" b="1" dirty="0">
                <a:solidFill>
                  <a:schemeClr val="accent2"/>
                </a:solidFill>
              </a:rPr>
              <a:t>Do Use </a:t>
            </a:r>
            <a:r>
              <a:rPr lang="en" sz="1200" b="1" dirty="0" err="1">
                <a:solidFill>
                  <a:schemeClr val="accent2"/>
                </a:solidFill>
              </a:rPr>
              <a:t>Colorstack</a:t>
            </a:r>
            <a:r>
              <a:rPr lang="en" sz="1200" b="1" dirty="0">
                <a:solidFill>
                  <a:schemeClr val="accent2"/>
                </a:solidFill>
              </a:rPr>
              <a:t> Styling on Titles Only</a:t>
            </a:r>
            <a:br>
              <a:rPr lang="en" sz="1200" b="1" dirty="0">
                <a:solidFill>
                  <a:schemeClr val="accent2"/>
                </a:solidFill>
              </a:rPr>
            </a:br>
            <a:r>
              <a:rPr lang="en" sz="1000" dirty="0">
                <a:solidFill>
                  <a:srgbClr val="262626"/>
                </a:solidFill>
              </a:rPr>
              <a:t>Infuse our brand by stacking contrasting colors in your title. Which text should be white, you ask? Whichever is the main focus. And whenever possible the word “Snowflake” should be white. </a:t>
            </a:r>
            <a:endParaRPr sz="1000" dirty="0">
              <a:solidFill>
                <a:srgbClr val="262626"/>
              </a:solidFill>
            </a:endParaRPr>
          </a:p>
          <a:p>
            <a:pPr marL="228600" lvl="0" indent="-149225" algn="l" rtl="0">
              <a:lnSpc>
                <a:spcPct val="110000"/>
              </a:lnSpc>
              <a:spcBef>
                <a:spcPts val="1000"/>
              </a:spcBef>
              <a:spcAft>
                <a:spcPts val="0"/>
              </a:spcAft>
              <a:buClr>
                <a:schemeClr val="accent1"/>
              </a:buClr>
              <a:buSzPts val="1000"/>
              <a:buChar char="●"/>
            </a:pPr>
            <a:r>
              <a:rPr lang="en" sz="1000" dirty="0">
                <a:solidFill>
                  <a:srgbClr val="262626"/>
                </a:solidFill>
              </a:rPr>
              <a:t>Use ALL CAPS Arial Bold, 44pt for your deck and chapter titles</a:t>
            </a:r>
            <a:endParaRPr sz="1000" i="1" dirty="0">
              <a:solidFill>
                <a:srgbClr val="262626"/>
              </a:solidFill>
            </a:endParaRPr>
          </a:p>
          <a:p>
            <a:pPr marL="228600" lvl="0" indent="-149225" algn="l" rtl="0">
              <a:lnSpc>
                <a:spcPct val="110000"/>
              </a:lnSpc>
              <a:spcBef>
                <a:spcPts val="0"/>
              </a:spcBef>
              <a:spcAft>
                <a:spcPts val="0"/>
              </a:spcAft>
              <a:buClr>
                <a:schemeClr val="accent1"/>
              </a:buClr>
              <a:buSzPts val="1000"/>
              <a:buChar char="●"/>
            </a:pPr>
            <a:r>
              <a:rPr lang="en" sz="1000" dirty="0" err="1">
                <a:solidFill>
                  <a:srgbClr val="262626"/>
                </a:solidFill>
              </a:rPr>
              <a:t>Colorstack</a:t>
            </a:r>
            <a:r>
              <a:rPr lang="en" sz="1000" dirty="0">
                <a:solidFill>
                  <a:srgbClr val="262626"/>
                </a:solidFill>
              </a:rPr>
              <a:t> your titles for a distinct Snowflake look:</a:t>
            </a:r>
            <a:endParaRPr sz="1000" dirty="0">
              <a:solidFill>
                <a:srgbClr val="262626"/>
              </a:solidFill>
            </a:endParaRPr>
          </a:p>
          <a:p>
            <a:pPr marL="438912" lvl="1" indent="-109220" algn="l" rtl="0">
              <a:lnSpc>
                <a:spcPct val="110000"/>
              </a:lnSpc>
              <a:spcBef>
                <a:spcPts val="0"/>
              </a:spcBef>
              <a:spcAft>
                <a:spcPts val="0"/>
              </a:spcAft>
              <a:buClr>
                <a:schemeClr val="accent1"/>
              </a:buClr>
              <a:buSzPts val="1000"/>
              <a:buChar char="•"/>
            </a:pPr>
            <a:r>
              <a:rPr lang="en" sz="1000" dirty="0">
                <a:solidFill>
                  <a:srgbClr val="262626"/>
                </a:solidFill>
              </a:rPr>
              <a:t>On Snowflake Blue:  use black and white text</a:t>
            </a:r>
            <a:endParaRPr sz="1000" dirty="0">
              <a:solidFill>
                <a:srgbClr val="262626"/>
              </a:solidFill>
            </a:endParaRPr>
          </a:p>
          <a:p>
            <a:pPr marL="438912" lvl="1" indent="-109220" algn="l" rtl="0">
              <a:lnSpc>
                <a:spcPct val="110000"/>
              </a:lnSpc>
              <a:spcBef>
                <a:spcPts val="0"/>
              </a:spcBef>
              <a:spcAft>
                <a:spcPts val="0"/>
              </a:spcAft>
              <a:buClr>
                <a:schemeClr val="accent1"/>
              </a:buClr>
              <a:buSzPts val="1000"/>
              <a:buChar char="•"/>
            </a:pPr>
            <a:r>
              <a:rPr lang="en" sz="1000" dirty="0">
                <a:solidFill>
                  <a:srgbClr val="262626"/>
                </a:solidFill>
              </a:rPr>
              <a:t>On Mid-blue:  use Snowflake Blue and white</a:t>
            </a:r>
            <a:endParaRPr sz="1000" dirty="0">
              <a:solidFill>
                <a:srgbClr val="262626"/>
              </a:solidFill>
            </a:endParaRPr>
          </a:p>
          <a:p>
            <a:pPr marL="228600" lvl="0" indent="-149225" algn="l" rtl="0">
              <a:lnSpc>
                <a:spcPct val="110000"/>
              </a:lnSpc>
              <a:spcBef>
                <a:spcPts val="0"/>
              </a:spcBef>
              <a:spcAft>
                <a:spcPts val="0"/>
              </a:spcAft>
              <a:buClr>
                <a:schemeClr val="accent1"/>
              </a:buClr>
              <a:buSzPts val="1000"/>
              <a:buChar char="●"/>
            </a:pPr>
            <a:r>
              <a:rPr lang="en" sz="1000" b="1" dirty="0">
                <a:solidFill>
                  <a:srgbClr val="262626"/>
                </a:solidFill>
              </a:rPr>
              <a:t>Do not </a:t>
            </a:r>
            <a:r>
              <a:rPr lang="en" sz="1000" dirty="0">
                <a:solidFill>
                  <a:srgbClr val="262626"/>
                </a:solidFill>
              </a:rPr>
              <a:t>use all caps elsewhere in your deck, like slide titles</a:t>
            </a:r>
            <a:endParaRPr sz="1000" dirty="0">
              <a:solidFill>
                <a:srgbClr val="262626"/>
              </a:solidFill>
            </a:endParaRPr>
          </a:p>
          <a:p>
            <a:pPr marL="228600" lvl="0" indent="-149225" algn="l" rtl="0">
              <a:lnSpc>
                <a:spcPct val="110000"/>
              </a:lnSpc>
              <a:spcBef>
                <a:spcPts val="0"/>
              </a:spcBef>
              <a:spcAft>
                <a:spcPts val="0"/>
              </a:spcAft>
              <a:buClr>
                <a:schemeClr val="accent1"/>
              </a:buClr>
              <a:buSzPts val="1000"/>
              <a:buChar char="●"/>
            </a:pPr>
            <a:r>
              <a:rPr lang="en" sz="1000" b="1" dirty="0">
                <a:solidFill>
                  <a:srgbClr val="262626"/>
                </a:solidFill>
              </a:rPr>
              <a:t>Do not</a:t>
            </a:r>
            <a:r>
              <a:rPr lang="en" sz="1000" dirty="0">
                <a:solidFill>
                  <a:srgbClr val="262626"/>
                </a:solidFill>
              </a:rPr>
              <a:t> use alternate colors</a:t>
            </a:r>
            <a:endParaRPr sz="1000" dirty="0">
              <a:solidFill>
                <a:srgbClr val="262626"/>
              </a:solidFill>
            </a:endParaRPr>
          </a:p>
          <a:p>
            <a:pPr marL="228600" lvl="0" indent="-149225" algn="l" rtl="0">
              <a:lnSpc>
                <a:spcPct val="110000"/>
              </a:lnSpc>
              <a:spcBef>
                <a:spcPts val="0"/>
              </a:spcBef>
              <a:spcAft>
                <a:spcPts val="0"/>
              </a:spcAft>
              <a:buClr>
                <a:schemeClr val="accent1"/>
              </a:buClr>
              <a:buSzPts val="1000"/>
              <a:buChar char="●"/>
            </a:pPr>
            <a:r>
              <a:rPr lang="en" sz="1000" b="1" dirty="0">
                <a:solidFill>
                  <a:srgbClr val="262626"/>
                </a:solidFill>
              </a:rPr>
              <a:t>Do not</a:t>
            </a:r>
            <a:r>
              <a:rPr lang="en" sz="1000" dirty="0">
                <a:solidFill>
                  <a:srgbClr val="262626"/>
                </a:solidFill>
              </a:rPr>
              <a:t> cherry-pick or split highlighted text across lines</a:t>
            </a:r>
            <a:endParaRPr sz="1000" dirty="0">
              <a:solidFill>
                <a:srgbClr val="262626"/>
              </a:solidFill>
            </a:endParaRPr>
          </a:p>
        </p:txBody>
      </p:sp>
      <p:sp>
        <p:nvSpPr>
          <p:cNvPr id="10" name="Google Shape;416;p42">
            <a:extLst>
              <a:ext uri="{FF2B5EF4-FFF2-40B4-BE49-F238E27FC236}">
                <a16:creationId xmlns:a16="http://schemas.microsoft.com/office/drawing/2014/main" id="{7BAA043C-17B9-65E4-167A-4BE4FA6FF7FD}"/>
              </a:ext>
            </a:extLst>
          </p:cNvPr>
          <p:cNvSpPr/>
          <p:nvPr/>
        </p:nvSpPr>
        <p:spPr>
          <a:xfrm>
            <a:off x="5605475" y="4570399"/>
            <a:ext cx="1628400" cy="2055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000000"/>
              </a:buClr>
              <a:buSzPts val="1100"/>
              <a:buFont typeface="Arial"/>
              <a:buNone/>
            </a:pPr>
            <a:r>
              <a:rPr lang="en" sz="1000" b="1" i="0" u="none" strike="noStrike" cap="none">
                <a:solidFill>
                  <a:srgbClr val="A20000"/>
                </a:solidFill>
                <a:latin typeface="Arial"/>
                <a:ea typeface="Arial"/>
                <a:cs typeface="Arial"/>
                <a:sym typeface="Arial"/>
              </a:rPr>
              <a:t>Do not</a:t>
            </a:r>
            <a:r>
              <a:rPr lang="en" sz="1000" b="0" i="0" u="none" strike="noStrike" cap="none">
                <a:solidFill>
                  <a:srgbClr val="A20000"/>
                </a:solidFill>
                <a:latin typeface="Arial"/>
                <a:ea typeface="Arial"/>
                <a:cs typeface="Arial"/>
                <a:sym typeface="Arial"/>
              </a:rPr>
              <a:t> </a:t>
            </a:r>
            <a:r>
              <a:rPr lang="en" sz="1000" b="0" i="0" u="none" strike="noStrike" cap="none">
                <a:solidFill>
                  <a:srgbClr val="5B5B5B"/>
                </a:solidFill>
                <a:latin typeface="Arial"/>
                <a:ea typeface="Arial"/>
                <a:cs typeface="Arial"/>
                <a:sym typeface="Arial"/>
              </a:rPr>
              <a:t>use alternate colors</a:t>
            </a:r>
            <a:endParaRPr sz="1000" b="1" i="0" u="none" strike="noStrike" cap="none">
              <a:solidFill>
                <a:srgbClr val="5B5B5B"/>
              </a:solidFill>
              <a:latin typeface="Arial"/>
              <a:ea typeface="Arial"/>
              <a:cs typeface="Arial"/>
              <a:sym typeface="Arial"/>
            </a:endParaRPr>
          </a:p>
        </p:txBody>
      </p:sp>
      <p:cxnSp>
        <p:nvCxnSpPr>
          <p:cNvPr id="11" name="Google Shape;417;p42">
            <a:extLst>
              <a:ext uri="{FF2B5EF4-FFF2-40B4-BE49-F238E27FC236}">
                <a16:creationId xmlns:a16="http://schemas.microsoft.com/office/drawing/2014/main" id="{FF89CB52-BCA2-EEDC-D5C6-737629FE694B}"/>
              </a:ext>
            </a:extLst>
          </p:cNvPr>
          <p:cNvCxnSpPr/>
          <p:nvPr/>
        </p:nvCxnSpPr>
        <p:spPr>
          <a:xfrm>
            <a:off x="5628537" y="3644249"/>
            <a:ext cx="1500000" cy="825000"/>
          </a:xfrm>
          <a:prstGeom prst="straightConnector1">
            <a:avLst/>
          </a:prstGeom>
          <a:noFill/>
          <a:ln w="34925" cap="rnd" cmpd="sng">
            <a:solidFill>
              <a:srgbClr val="FF0000">
                <a:alpha val="47840"/>
              </a:srgbClr>
            </a:solidFill>
            <a:prstDash val="solid"/>
            <a:round/>
            <a:headEnd type="none" w="sm" len="sm"/>
            <a:tailEnd type="none" w="sm" len="sm"/>
          </a:ln>
        </p:spPr>
      </p:cxnSp>
      <p:sp>
        <p:nvSpPr>
          <p:cNvPr id="12" name="Google Shape;418;p42">
            <a:extLst>
              <a:ext uri="{FF2B5EF4-FFF2-40B4-BE49-F238E27FC236}">
                <a16:creationId xmlns:a16="http://schemas.microsoft.com/office/drawing/2014/main" id="{AF0236A2-08F9-40AC-13A3-20BB50D12541}"/>
              </a:ext>
            </a:extLst>
          </p:cNvPr>
          <p:cNvSpPr/>
          <p:nvPr/>
        </p:nvSpPr>
        <p:spPr>
          <a:xfrm>
            <a:off x="7422738" y="4570402"/>
            <a:ext cx="1628400" cy="41010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None/>
            </a:pPr>
            <a:r>
              <a:rPr lang="en" sz="1000" b="1" i="0" u="none" strike="noStrike" cap="none">
                <a:solidFill>
                  <a:srgbClr val="A20000"/>
                </a:solidFill>
                <a:latin typeface="Arial"/>
                <a:ea typeface="Arial"/>
                <a:cs typeface="Arial"/>
                <a:sym typeface="Arial"/>
              </a:rPr>
              <a:t>Do not</a:t>
            </a:r>
            <a:r>
              <a:rPr lang="en" sz="1000" b="0" i="0" u="none" strike="noStrike" cap="none">
                <a:solidFill>
                  <a:srgbClr val="A20000"/>
                </a:solidFill>
                <a:latin typeface="Arial"/>
                <a:ea typeface="Arial"/>
                <a:cs typeface="Arial"/>
                <a:sym typeface="Arial"/>
              </a:rPr>
              <a:t> </a:t>
            </a:r>
            <a:r>
              <a:rPr lang="en" sz="1000" b="0" i="0" u="none" strike="noStrike" cap="none">
                <a:solidFill>
                  <a:srgbClr val="5B5B5B"/>
                </a:solidFill>
                <a:latin typeface="Arial"/>
                <a:ea typeface="Arial"/>
                <a:cs typeface="Arial"/>
                <a:sym typeface="Arial"/>
              </a:rPr>
              <a:t>cherry-pick or split highlighted text across lines</a:t>
            </a:r>
            <a:endParaRPr/>
          </a:p>
        </p:txBody>
      </p:sp>
      <p:cxnSp>
        <p:nvCxnSpPr>
          <p:cNvPr id="13" name="Google Shape;419;p42">
            <a:extLst>
              <a:ext uri="{FF2B5EF4-FFF2-40B4-BE49-F238E27FC236}">
                <a16:creationId xmlns:a16="http://schemas.microsoft.com/office/drawing/2014/main" id="{8D0F7946-434E-1983-D445-08E39283E34C}"/>
              </a:ext>
            </a:extLst>
          </p:cNvPr>
          <p:cNvCxnSpPr/>
          <p:nvPr/>
        </p:nvCxnSpPr>
        <p:spPr>
          <a:xfrm>
            <a:off x="7445791" y="3644249"/>
            <a:ext cx="1500000" cy="825000"/>
          </a:xfrm>
          <a:prstGeom prst="straightConnector1">
            <a:avLst/>
          </a:prstGeom>
          <a:noFill/>
          <a:ln w="34925" cap="rnd" cmpd="sng">
            <a:solidFill>
              <a:srgbClr val="FF0000">
                <a:alpha val="47840"/>
              </a:srgbClr>
            </a:solidFill>
            <a:prstDash val="solid"/>
            <a:round/>
            <a:headEnd type="none" w="sm" len="sm"/>
            <a:tailEnd type="none" w="sm" len="sm"/>
          </a:ln>
        </p:spPr>
      </p:cxnSp>
    </p:spTree>
    <p:extLst>
      <p:ext uri="{BB962C8B-B14F-4D97-AF65-F5344CB8AC3E}">
        <p14:creationId xmlns:p14="http://schemas.microsoft.com/office/powerpoint/2010/main" val="125543855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90D64B1-35A7-371E-47E6-0BB822815E6A}"/>
              </a:ext>
            </a:extLst>
          </p:cNvPr>
          <p:cNvSpPr>
            <a:spLocks noGrp="1"/>
          </p:cNvSpPr>
          <p:nvPr>
            <p:ph sz="quarter" idx="19"/>
          </p:nvPr>
        </p:nvSpPr>
        <p:spPr/>
        <p:txBody>
          <a:bodyPr/>
          <a:lstStyle/>
          <a:p>
            <a:r>
              <a:rPr lang="en-US" sz="1400" dirty="0"/>
              <a:t>Text Spacing</a:t>
            </a:r>
          </a:p>
        </p:txBody>
      </p:sp>
      <p:sp>
        <p:nvSpPr>
          <p:cNvPr id="3" name="Content Placeholder 2">
            <a:extLst>
              <a:ext uri="{FF2B5EF4-FFF2-40B4-BE49-F238E27FC236}">
                <a16:creationId xmlns:a16="http://schemas.microsoft.com/office/drawing/2014/main" id="{66D2EE4B-17E8-34A3-20AF-771493E8A42F}"/>
              </a:ext>
            </a:extLst>
          </p:cNvPr>
          <p:cNvSpPr>
            <a:spLocks noGrp="1"/>
          </p:cNvSpPr>
          <p:nvPr>
            <p:ph sz="quarter" idx="20"/>
          </p:nvPr>
        </p:nvSpPr>
        <p:spPr/>
        <p:txBody>
          <a:bodyPr/>
          <a:lstStyle/>
          <a:p>
            <a:r>
              <a:rPr lang="en-US" sz="1400" dirty="0"/>
              <a:t>Bullets</a:t>
            </a:r>
          </a:p>
        </p:txBody>
      </p:sp>
      <p:sp>
        <p:nvSpPr>
          <p:cNvPr id="4" name="Content Placeholder 3">
            <a:extLst>
              <a:ext uri="{FF2B5EF4-FFF2-40B4-BE49-F238E27FC236}">
                <a16:creationId xmlns:a16="http://schemas.microsoft.com/office/drawing/2014/main" id="{6110AD1B-63AD-4026-05B1-1683AA531222}"/>
              </a:ext>
            </a:extLst>
          </p:cNvPr>
          <p:cNvSpPr>
            <a:spLocks noGrp="1"/>
          </p:cNvSpPr>
          <p:nvPr>
            <p:ph sz="quarter" idx="21"/>
          </p:nvPr>
        </p:nvSpPr>
        <p:spPr/>
        <p:txBody>
          <a:bodyPr/>
          <a:lstStyle/>
          <a:p>
            <a:r>
              <a:rPr lang="en-US" sz="1400" dirty="0"/>
              <a:t>Pasting Text</a:t>
            </a:r>
          </a:p>
        </p:txBody>
      </p:sp>
      <p:sp>
        <p:nvSpPr>
          <p:cNvPr id="5" name="Title 4">
            <a:extLst>
              <a:ext uri="{FF2B5EF4-FFF2-40B4-BE49-F238E27FC236}">
                <a16:creationId xmlns:a16="http://schemas.microsoft.com/office/drawing/2014/main" id="{70BF4479-14F0-C4E4-069B-A9745502EB2C}"/>
              </a:ext>
            </a:extLst>
          </p:cNvPr>
          <p:cNvSpPr>
            <a:spLocks noGrp="1"/>
          </p:cNvSpPr>
          <p:nvPr>
            <p:ph type="title"/>
          </p:nvPr>
        </p:nvSpPr>
        <p:spPr/>
        <p:txBody>
          <a:bodyPr/>
          <a:lstStyle/>
          <a:p>
            <a:r>
              <a:rPr lang="en-US" dirty="0"/>
              <a:t>Dos and Don’ts:  Typography and Readability</a:t>
            </a:r>
          </a:p>
        </p:txBody>
      </p:sp>
      <p:sp>
        <p:nvSpPr>
          <p:cNvPr id="6" name="Subtitle 5">
            <a:extLst>
              <a:ext uri="{FF2B5EF4-FFF2-40B4-BE49-F238E27FC236}">
                <a16:creationId xmlns:a16="http://schemas.microsoft.com/office/drawing/2014/main" id="{CDF1B968-BDEC-A944-F75C-B1937D2D0C55}"/>
              </a:ext>
            </a:extLst>
          </p:cNvPr>
          <p:cNvSpPr>
            <a:spLocks noGrp="1"/>
          </p:cNvSpPr>
          <p:nvPr>
            <p:ph type="subTitle" idx="1"/>
          </p:nvPr>
        </p:nvSpPr>
        <p:spPr/>
        <p:txBody>
          <a:bodyPr/>
          <a:lstStyle/>
          <a:p>
            <a:r>
              <a:rPr lang="en-US" dirty="0"/>
              <a:t>“Legible” is a low bar. With good typography, your content is more “Readable”</a:t>
            </a:r>
          </a:p>
        </p:txBody>
      </p:sp>
      <p:sp>
        <p:nvSpPr>
          <p:cNvPr id="7" name="Content Placeholder 6">
            <a:extLst>
              <a:ext uri="{FF2B5EF4-FFF2-40B4-BE49-F238E27FC236}">
                <a16:creationId xmlns:a16="http://schemas.microsoft.com/office/drawing/2014/main" id="{8AB40B63-55C5-AE04-C68B-CAD5FF1C5332}"/>
              </a:ext>
            </a:extLst>
          </p:cNvPr>
          <p:cNvSpPr>
            <a:spLocks noGrp="1"/>
          </p:cNvSpPr>
          <p:nvPr>
            <p:ph sz="quarter" idx="22"/>
          </p:nvPr>
        </p:nvSpPr>
        <p:spPr>
          <a:xfrm>
            <a:off x="354558" y="1764770"/>
            <a:ext cx="2225349" cy="2940580"/>
          </a:xfrm>
        </p:spPr>
        <p:txBody>
          <a:bodyPr/>
          <a:lstStyle/>
          <a:p>
            <a:r>
              <a:rPr lang="en-US" sz="1000" dirty="0"/>
              <a:t>Body copy is set to Multiple Line Spacing of 1.14 with 0 Before and 10 After. If creating a new text box, follow these values.</a:t>
            </a:r>
          </a:p>
        </p:txBody>
      </p:sp>
      <p:sp>
        <p:nvSpPr>
          <p:cNvPr id="8" name="Content Placeholder 7">
            <a:extLst>
              <a:ext uri="{FF2B5EF4-FFF2-40B4-BE49-F238E27FC236}">
                <a16:creationId xmlns:a16="http://schemas.microsoft.com/office/drawing/2014/main" id="{224E0800-F791-0BA5-AC26-871C1BE42F6A}"/>
              </a:ext>
            </a:extLst>
          </p:cNvPr>
          <p:cNvSpPr>
            <a:spLocks noGrp="1"/>
          </p:cNvSpPr>
          <p:nvPr>
            <p:ph sz="quarter" idx="23"/>
          </p:nvPr>
        </p:nvSpPr>
        <p:spPr>
          <a:xfrm>
            <a:off x="3178605" y="1764770"/>
            <a:ext cx="2225349" cy="2940580"/>
          </a:xfrm>
        </p:spPr>
        <p:txBody>
          <a:bodyPr/>
          <a:lstStyle/>
          <a:p>
            <a:pPr defTabSz="457200">
              <a:lnSpc>
                <a:spcPct val="110000"/>
              </a:lnSpc>
              <a:spcAft>
                <a:spcPts val="0"/>
              </a:spcAft>
            </a:pPr>
            <a:r>
              <a:rPr lang="en-US" sz="1000" dirty="0">
                <a:latin typeface="Arial" panose="020B0604020202020204" pitchFamily="34" charset="0"/>
                <a:cs typeface="Arial" panose="020B0604020202020204" pitchFamily="34" charset="0"/>
              </a:rPr>
              <a:t>When practical, try using short paragraphs without bullets. You save space and gain readability.</a:t>
            </a:r>
          </a:p>
          <a:p>
            <a:pPr defTabSz="457200">
              <a:lnSpc>
                <a:spcPct val="110000"/>
              </a:lnSpc>
              <a:spcAft>
                <a:spcPts val="0"/>
              </a:spcAft>
            </a:pPr>
            <a:endParaRPr lang="en-US" sz="1000" dirty="0">
              <a:latin typeface="Arial" panose="020B0604020202020204" pitchFamily="34" charset="0"/>
              <a:cs typeface="Arial" panose="020B0604020202020204" pitchFamily="34" charset="0"/>
            </a:endParaRPr>
          </a:p>
          <a:p>
            <a:pPr defTabSz="457200">
              <a:lnSpc>
                <a:spcPct val="110000"/>
              </a:lnSpc>
              <a:spcAft>
                <a:spcPts val="0"/>
              </a:spcAft>
            </a:pPr>
            <a:r>
              <a:rPr lang="en-US" sz="1400" b="1" dirty="0">
                <a:solidFill>
                  <a:schemeClr val="tx2"/>
                </a:solidFill>
                <a:latin typeface="Arial" panose="020B0604020202020204" pitchFamily="34" charset="0"/>
                <a:cs typeface="Arial" panose="020B0604020202020204" pitchFamily="34" charset="0"/>
              </a:rPr>
              <a:t>Sub-bullets</a:t>
            </a:r>
          </a:p>
          <a:p>
            <a:pPr defTabSz="457200">
              <a:lnSpc>
                <a:spcPct val="110000"/>
              </a:lnSpc>
              <a:spcAft>
                <a:spcPts val="0"/>
              </a:spcAft>
            </a:pPr>
            <a:r>
              <a:rPr lang="en-US" sz="1000" dirty="0">
                <a:latin typeface="Arial" panose="020B0604020202020204" pitchFamily="34" charset="0"/>
                <a:cs typeface="Arial" panose="020B0604020202020204" pitchFamily="34" charset="0"/>
              </a:rPr>
              <a:t>Avoid excessive detail and multiple levels of sub-bullets.</a:t>
            </a:r>
          </a:p>
          <a:p>
            <a:pPr defTabSz="457200">
              <a:lnSpc>
                <a:spcPct val="110000"/>
              </a:lnSpc>
              <a:spcAft>
                <a:spcPts val="0"/>
              </a:spcAft>
            </a:pPr>
            <a:endParaRPr lang="en-US" sz="1000" dirty="0">
              <a:latin typeface="Arial" panose="020B0604020202020204" pitchFamily="34" charset="0"/>
              <a:cs typeface="Arial" panose="020B0604020202020204" pitchFamily="34" charset="0"/>
            </a:endParaRPr>
          </a:p>
          <a:p>
            <a:pPr defTabSz="457200">
              <a:lnSpc>
                <a:spcPct val="110000"/>
              </a:lnSpc>
              <a:spcAft>
                <a:spcPts val="0"/>
              </a:spcAft>
            </a:pPr>
            <a:r>
              <a:rPr lang="en-US" sz="1400" b="1" dirty="0">
                <a:solidFill>
                  <a:schemeClr val="tx2"/>
                </a:solidFill>
                <a:latin typeface="Arial" panose="020B0604020202020204" pitchFamily="34" charset="0"/>
                <a:cs typeface="Arial" panose="020B0604020202020204" pitchFamily="34" charset="0"/>
              </a:rPr>
              <a:t>Underlined Text</a:t>
            </a:r>
          </a:p>
          <a:p>
            <a:pPr defTabSz="457200">
              <a:lnSpc>
                <a:spcPct val="110000"/>
              </a:lnSpc>
              <a:spcAft>
                <a:spcPts val="0"/>
              </a:spcAft>
            </a:pPr>
            <a:r>
              <a:rPr lang="en-US" sz="1000" dirty="0">
                <a:latin typeface="Arial" panose="020B0604020202020204" pitchFamily="34" charset="0"/>
                <a:cs typeface="Arial" panose="020B0604020202020204" pitchFamily="34" charset="0"/>
              </a:rPr>
              <a:t>Avoid underlining, and only use on web links.</a:t>
            </a:r>
          </a:p>
        </p:txBody>
      </p:sp>
      <p:sp>
        <p:nvSpPr>
          <p:cNvPr id="9" name="Content Placeholder 8">
            <a:extLst>
              <a:ext uri="{FF2B5EF4-FFF2-40B4-BE49-F238E27FC236}">
                <a16:creationId xmlns:a16="http://schemas.microsoft.com/office/drawing/2014/main" id="{80A0A25F-D5E5-442C-FC6F-316527D00743}"/>
              </a:ext>
            </a:extLst>
          </p:cNvPr>
          <p:cNvSpPr>
            <a:spLocks noGrp="1"/>
          </p:cNvSpPr>
          <p:nvPr>
            <p:ph sz="quarter" idx="24"/>
          </p:nvPr>
        </p:nvSpPr>
        <p:spPr>
          <a:xfrm>
            <a:off x="6107843" y="1764430"/>
            <a:ext cx="2384086" cy="2940580"/>
          </a:xfrm>
        </p:spPr>
        <p:txBody>
          <a:bodyPr/>
          <a:lstStyle/>
          <a:p>
            <a:pPr defTabSz="457200">
              <a:lnSpc>
                <a:spcPct val="110000"/>
              </a:lnSpc>
              <a:spcAft>
                <a:spcPts val="0"/>
              </a:spcAft>
            </a:pPr>
            <a:r>
              <a:rPr lang="en-US" sz="1000" dirty="0">
                <a:latin typeface="Arial" panose="020B0604020202020204" pitchFamily="34" charset="0"/>
                <a:cs typeface="Arial" panose="020B0604020202020204" pitchFamily="34" charset="0"/>
              </a:rPr>
              <a:t>When copying text from other sources, paste “without formatting” to match this template. </a:t>
            </a:r>
          </a:p>
          <a:p>
            <a:pPr defTabSz="457200">
              <a:lnSpc>
                <a:spcPct val="110000"/>
              </a:lnSpc>
              <a:spcAft>
                <a:spcPts val="0"/>
              </a:spcAft>
            </a:pPr>
            <a:endParaRPr lang="en-US" sz="1000" dirty="0">
              <a:latin typeface="Arial" panose="020B0604020202020204" pitchFamily="34" charset="0"/>
              <a:cs typeface="Arial" panose="020B0604020202020204" pitchFamily="34" charset="0"/>
            </a:endParaRPr>
          </a:p>
          <a:p>
            <a:r>
              <a:rPr lang="en-US" sz="1000" dirty="0"/>
              <a:t>Use </a:t>
            </a:r>
            <a:r>
              <a:rPr lang="en-US" sz="1000" b="1" dirty="0">
                <a:solidFill>
                  <a:schemeClr val="tx2"/>
                </a:solidFill>
              </a:rPr>
              <a:t>Edit</a:t>
            </a:r>
            <a:r>
              <a:rPr lang="en-US" sz="1000" dirty="0"/>
              <a:t> &gt; </a:t>
            </a:r>
            <a:r>
              <a:rPr lang="en-US" sz="1000" b="1" dirty="0">
                <a:solidFill>
                  <a:schemeClr val="tx2"/>
                </a:solidFill>
              </a:rPr>
              <a:t>Paste without formatting</a:t>
            </a:r>
            <a:r>
              <a:rPr lang="en-US" sz="1000" dirty="0"/>
              <a:t>, or use the keyboard shortcuts below.</a:t>
            </a:r>
            <a:br>
              <a:rPr lang="en-US" sz="1000" dirty="0"/>
            </a:br>
            <a:r>
              <a:rPr lang="en-US" sz="1000" dirty="0"/>
              <a:t>Mac: </a:t>
            </a:r>
            <a:r>
              <a:rPr lang="en-US" sz="1000" b="1" dirty="0" err="1">
                <a:solidFill>
                  <a:schemeClr val="tx2"/>
                </a:solidFill>
              </a:rPr>
              <a:t>Cmd</a:t>
            </a:r>
            <a:r>
              <a:rPr lang="en-US" sz="1000" dirty="0"/>
              <a:t> + </a:t>
            </a:r>
            <a:r>
              <a:rPr lang="en-US" sz="1000" b="1" dirty="0">
                <a:solidFill>
                  <a:schemeClr val="tx2"/>
                </a:solidFill>
              </a:rPr>
              <a:t>Shift</a:t>
            </a:r>
            <a:r>
              <a:rPr lang="en-US" sz="1000" dirty="0"/>
              <a:t> + </a:t>
            </a:r>
            <a:r>
              <a:rPr lang="en-US" sz="1000" b="1" dirty="0">
                <a:solidFill>
                  <a:schemeClr val="tx2"/>
                </a:solidFill>
              </a:rPr>
              <a:t>V</a:t>
            </a:r>
            <a:br>
              <a:rPr lang="en-US" sz="1000" dirty="0"/>
            </a:br>
            <a:r>
              <a:rPr lang="en-US" sz="1000" dirty="0"/>
              <a:t>PC: </a:t>
            </a:r>
            <a:r>
              <a:rPr lang="en-US" sz="1000" b="1" dirty="0">
                <a:solidFill>
                  <a:schemeClr val="tx2"/>
                </a:solidFill>
              </a:rPr>
              <a:t>Ctrl</a:t>
            </a:r>
            <a:r>
              <a:rPr lang="en-US" sz="1000" dirty="0"/>
              <a:t> + </a:t>
            </a:r>
            <a:r>
              <a:rPr lang="en-US" sz="1000" b="1" dirty="0">
                <a:solidFill>
                  <a:schemeClr val="tx2"/>
                </a:solidFill>
              </a:rPr>
              <a:t>Shift</a:t>
            </a:r>
            <a:r>
              <a:rPr lang="en-US" sz="1000" dirty="0"/>
              <a:t> + </a:t>
            </a:r>
            <a:r>
              <a:rPr lang="en-US" sz="1000" b="1" dirty="0">
                <a:solidFill>
                  <a:schemeClr val="tx2"/>
                </a:solidFill>
              </a:rPr>
              <a:t>V</a:t>
            </a:r>
            <a:endParaRPr lang="en-US" sz="1000" dirty="0"/>
          </a:p>
        </p:txBody>
      </p:sp>
      <p:pic>
        <p:nvPicPr>
          <p:cNvPr id="10" name="Picture 9" descr="A screenshot of a computer&#10;&#10;Description automatically generated">
            <a:extLst>
              <a:ext uri="{FF2B5EF4-FFF2-40B4-BE49-F238E27FC236}">
                <a16:creationId xmlns:a16="http://schemas.microsoft.com/office/drawing/2014/main" id="{629CB40F-FB30-4E30-0835-45118E499FE1}"/>
              </a:ext>
            </a:extLst>
          </p:cNvPr>
          <p:cNvPicPr>
            <a:picLocks noChangeAspect="1"/>
          </p:cNvPicPr>
          <p:nvPr/>
        </p:nvPicPr>
        <p:blipFill>
          <a:blip r:embed="rId3"/>
          <a:stretch>
            <a:fillRect/>
          </a:stretch>
        </p:blipFill>
        <p:spPr>
          <a:xfrm>
            <a:off x="212507" y="2695398"/>
            <a:ext cx="2606427" cy="1952802"/>
          </a:xfrm>
          <a:prstGeom prst="rect">
            <a:avLst/>
          </a:prstGeom>
        </p:spPr>
      </p:pic>
    </p:spTree>
    <p:extLst>
      <p:ext uri="{BB962C8B-B14F-4D97-AF65-F5344CB8AC3E}">
        <p14:creationId xmlns:p14="http://schemas.microsoft.com/office/powerpoint/2010/main" val="24187020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p53"/>
          <p:cNvSpPr txBox="1"/>
          <p:nvPr/>
        </p:nvSpPr>
        <p:spPr>
          <a:xfrm>
            <a:off x="5959183" y="948092"/>
            <a:ext cx="2765711" cy="1385534"/>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US" sz="1400" b="1" dirty="0">
                <a:solidFill>
                  <a:schemeClr val="dk2"/>
                </a:solidFill>
              </a:rPr>
              <a:t>For </a:t>
            </a:r>
            <a:r>
              <a:rPr lang="en" sz="1400" b="1" dirty="0">
                <a:solidFill>
                  <a:schemeClr val="dk2"/>
                </a:solidFill>
              </a:rPr>
              <a:t>Narrow Columns</a:t>
            </a:r>
            <a:br>
              <a:rPr lang="en" sz="1200" b="1" dirty="0">
                <a:solidFill>
                  <a:srgbClr val="BDC1C6"/>
                </a:solidFill>
              </a:rPr>
            </a:br>
            <a:r>
              <a:rPr lang="en" sz="1000" dirty="0">
                <a:solidFill>
                  <a:srgbClr val="5B5B5B"/>
                </a:solidFill>
              </a:rPr>
              <a:t>Aim for 15-40 characters, including spaces. This column is 37 characters.</a:t>
            </a:r>
            <a:endParaRPr sz="1000" dirty="0">
              <a:solidFill>
                <a:srgbClr val="5B5B5B"/>
              </a:solidFill>
              <a:highlight>
                <a:srgbClr val="FFFFFF"/>
              </a:highlight>
            </a:endParaRPr>
          </a:p>
          <a:p>
            <a:pPr marL="0" lvl="0" indent="0" algn="l" rtl="0">
              <a:lnSpc>
                <a:spcPct val="115000"/>
              </a:lnSpc>
              <a:spcBef>
                <a:spcPts val="1000"/>
              </a:spcBef>
              <a:spcAft>
                <a:spcPts val="1000"/>
              </a:spcAft>
              <a:buNone/>
            </a:pPr>
            <a:r>
              <a:rPr lang="en" sz="1000" dirty="0">
                <a:solidFill>
                  <a:srgbClr val="5B5B5B"/>
                </a:solidFill>
              </a:rPr>
              <a:t>123456789&gt;123456789&gt;12356789&gt;1234567</a:t>
            </a:r>
            <a:endParaRPr sz="1000" dirty="0">
              <a:solidFill>
                <a:srgbClr val="5B5B5B"/>
              </a:solidFill>
              <a:highlight>
                <a:srgbClr val="FFFFFF"/>
              </a:highlight>
            </a:endParaRPr>
          </a:p>
        </p:txBody>
      </p:sp>
      <p:sp>
        <p:nvSpPr>
          <p:cNvPr id="403" name="Google Shape;403;p53"/>
          <p:cNvSpPr txBox="1"/>
          <p:nvPr/>
        </p:nvSpPr>
        <p:spPr>
          <a:xfrm>
            <a:off x="365750" y="948091"/>
            <a:ext cx="4333664" cy="3638143"/>
          </a:xfrm>
          <a:prstGeom prst="rect">
            <a:avLst/>
          </a:prstGeom>
          <a:noFill/>
          <a:ln>
            <a:noFill/>
          </a:ln>
        </p:spPr>
        <p:txBody>
          <a:bodyPr spcFirstLastPara="1" wrap="square" lIns="91425" tIns="91425" rIns="91425" bIns="91425" anchor="t" anchorCtr="0">
            <a:noAutofit/>
          </a:bodyPr>
          <a:lstStyle/>
          <a:p>
            <a:pPr marL="0" lvl="0" indent="0" algn="l" rtl="0">
              <a:lnSpc>
                <a:spcPct val="110000"/>
              </a:lnSpc>
              <a:spcBef>
                <a:spcPts val="0"/>
              </a:spcBef>
              <a:spcAft>
                <a:spcPts val="0"/>
              </a:spcAft>
              <a:buNone/>
            </a:pPr>
            <a:r>
              <a:rPr lang="en" sz="1400" b="1" dirty="0">
                <a:solidFill>
                  <a:schemeClr val="accent2"/>
                </a:solidFill>
                <a:latin typeface="Arial" panose="020B0604020202020204" pitchFamily="34" charset="0"/>
                <a:cs typeface="Arial" panose="020B0604020202020204" pitchFamily="34" charset="0"/>
              </a:rPr>
              <a:t>Line Length</a:t>
            </a:r>
            <a:endParaRPr lang="en" sz="1200" b="1" dirty="0">
              <a:solidFill>
                <a:srgbClr val="BDC1C6"/>
              </a:solidFill>
              <a:latin typeface="Arial" panose="020B0604020202020204" pitchFamily="34" charset="0"/>
              <a:cs typeface="Arial" panose="020B0604020202020204" pitchFamily="34" charset="0"/>
            </a:endParaRPr>
          </a:p>
          <a:p>
            <a:pPr marL="0" lvl="0" indent="0" algn="l" rtl="0">
              <a:lnSpc>
                <a:spcPct val="110000"/>
              </a:lnSpc>
              <a:spcBef>
                <a:spcPts val="0"/>
              </a:spcBef>
              <a:spcAft>
                <a:spcPts val="0"/>
              </a:spcAft>
              <a:buNone/>
            </a:pPr>
            <a:r>
              <a:rPr lang="en" sz="1000" dirty="0">
                <a:solidFill>
                  <a:srgbClr val="5B5B5B"/>
                </a:solidFill>
                <a:latin typeface="Arial" panose="020B0604020202020204" pitchFamily="34" charset="0"/>
                <a:cs typeface="Arial" panose="020B0604020202020204" pitchFamily="34" charset="0"/>
              </a:rPr>
              <a:t>Shorter column widths are easier to read. Best practices for an average line of text is 40-60 characters, including spaces.</a:t>
            </a:r>
            <a:endParaRPr sz="1000" dirty="0">
              <a:solidFill>
                <a:srgbClr val="5B5B5B"/>
              </a:solidFill>
              <a:latin typeface="Arial" panose="020B0604020202020204" pitchFamily="34" charset="0"/>
              <a:cs typeface="Arial" panose="020B0604020202020204" pitchFamily="34" charset="0"/>
            </a:endParaRPr>
          </a:p>
          <a:p>
            <a:pPr marL="0" lvl="0" indent="0" algn="l" rtl="0">
              <a:lnSpc>
                <a:spcPct val="110000"/>
              </a:lnSpc>
              <a:spcBef>
                <a:spcPts val="1000"/>
              </a:spcBef>
              <a:spcAft>
                <a:spcPts val="1000"/>
              </a:spcAft>
              <a:buNone/>
            </a:pPr>
            <a:r>
              <a:rPr lang="en" sz="1000" dirty="0">
                <a:solidFill>
                  <a:srgbClr val="5B5B5B"/>
                </a:solidFill>
                <a:latin typeface="Arial" panose="020B0604020202020204" pitchFamily="34" charset="0"/>
                <a:cs typeface="Arial" panose="020B0604020202020204" pitchFamily="34" charset="0"/>
              </a:rPr>
              <a:t>The character count in this column is 59.</a:t>
            </a:r>
            <a:br>
              <a:rPr lang="en" sz="1000" dirty="0">
                <a:solidFill>
                  <a:srgbClr val="5B5B5B"/>
                </a:solidFill>
                <a:latin typeface="Arial" panose="020B0604020202020204" pitchFamily="34" charset="0"/>
                <a:cs typeface="Arial" panose="020B0604020202020204" pitchFamily="34" charset="0"/>
              </a:rPr>
            </a:br>
            <a:r>
              <a:rPr lang="en" sz="1000" dirty="0">
                <a:solidFill>
                  <a:srgbClr val="5B5B5B"/>
                </a:solidFill>
                <a:latin typeface="Arial" panose="020B0604020202020204" pitchFamily="34" charset="0"/>
                <a:cs typeface="Arial" panose="020B0604020202020204" pitchFamily="34" charset="0"/>
              </a:rPr>
              <a:t>123456789&gt;123456789&gt;123456789&gt;123456789&gt;123456789&gt;123456789</a:t>
            </a:r>
          </a:p>
          <a:p>
            <a:pPr marL="0" lvl="0" indent="0" algn="l" rtl="0">
              <a:lnSpc>
                <a:spcPct val="110000"/>
              </a:lnSpc>
              <a:spcBef>
                <a:spcPts val="1000"/>
              </a:spcBef>
              <a:spcAft>
                <a:spcPts val="1000"/>
              </a:spcAft>
              <a:buNone/>
            </a:pPr>
            <a:endParaRPr lang="en" sz="300" dirty="0">
              <a:solidFill>
                <a:srgbClr val="5B5B5B"/>
              </a:solidFill>
              <a:latin typeface="Arial" panose="020B0604020202020204" pitchFamily="34" charset="0"/>
              <a:cs typeface="Arial" panose="020B0604020202020204" pitchFamily="34" charset="0"/>
            </a:endParaRPr>
          </a:p>
          <a:p>
            <a:pPr defTabSz="685800">
              <a:lnSpc>
                <a:spcPct val="114000"/>
              </a:lnSpc>
              <a:spcAft>
                <a:spcPts val="1000"/>
              </a:spcAft>
              <a:defRPr/>
            </a:pPr>
            <a:r>
              <a:rPr kumimoji="0" lang="en-US" sz="1400" b="1" i="0" u="none" strike="noStrike" kern="1200" cap="none" spc="0" normalizeH="0" baseline="0" noProof="0" dirty="0">
                <a:ln>
                  <a:noFill/>
                </a:ln>
                <a:solidFill>
                  <a:srgbClr val="11567E"/>
                </a:solidFill>
                <a:effectLst/>
                <a:uLnTx/>
                <a:uFillTx/>
                <a:latin typeface="Arial" panose="020B0604020202020204" pitchFamily="34" charset="0"/>
                <a:cs typeface="Arial" panose="020B0604020202020204" pitchFamily="34" charset="0"/>
              </a:rPr>
              <a:t>Set Slide Titles In Title Case</a:t>
            </a:r>
            <a:br>
              <a:rPr kumimoji="0" lang="en-US" sz="12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br>
            <a:r>
              <a:rPr kumimoji="0" lang="en-US" sz="10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Use AP style and capitalize the first letter of each word of 4 letters or more, as well as “To” and “In”. For details, check </a:t>
            </a:r>
            <a:r>
              <a:rPr kumimoji="0" lang="en-US" sz="10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hlinkClick r:id="rId3"/>
              </a:rPr>
              <a:t>capitalizemytitle.com</a:t>
            </a:r>
            <a:r>
              <a:rPr kumimoji="0" lang="en-US" sz="1000" b="0" i="0" u="none" strike="noStrike" kern="1200" cap="none" spc="0" normalizeH="0" baseline="0" noProof="0" dirty="0">
                <a:ln>
                  <a:noFill/>
                </a:ln>
                <a:solidFill>
                  <a:srgbClr val="5B5B5B"/>
                </a:solidFill>
                <a:effectLst/>
                <a:uLnTx/>
                <a:uFillTx/>
                <a:latin typeface="Arial" panose="020B0604020202020204" pitchFamily="34" charset="0"/>
                <a:cs typeface="Arial" panose="020B0604020202020204" pitchFamily="34" charset="0"/>
              </a:rPr>
              <a:t>   Only your deck </a:t>
            </a:r>
            <a:r>
              <a:rPr lang="en-US" sz="1000" dirty="0">
                <a:solidFill>
                  <a:srgbClr val="5B5B5B"/>
                </a:solidFill>
                <a:latin typeface="Arial" panose="020B0604020202020204" pitchFamily="34" charset="0"/>
                <a:cs typeface="Arial" panose="020B0604020202020204" pitchFamily="34" charset="0"/>
              </a:rPr>
              <a:t>cover slide and section/chapter titles should be set in all caps (see styling notes on following slide). </a:t>
            </a:r>
          </a:p>
          <a:p>
            <a:pPr defTabSz="685800">
              <a:lnSpc>
                <a:spcPct val="114000"/>
              </a:lnSpc>
              <a:spcAft>
                <a:spcPts val="1000"/>
              </a:spcAft>
              <a:defRPr/>
            </a:pPr>
            <a:r>
              <a:rPr lang="en-US" sz="1400" b="1" dirty="0">
                <a:solidFill>
                  <a:srgbClr val="11567E"/>
                </a:solidFill>
                <a:latin typeface="Arial" panose="020B0604020202020204" pitchFamily="34" charset="0"/>
                <a:cs typeface="Arial" panose="020B0604020202020204" pitchFamily="34" charset="0"/>
              </a:rPr>
              <a:t>Use Left-Aligned Text</a:t>
            </a:r>
            <a:br>
              <a:rPr lang="en-US" sz="1200" b="1" dirty="0">
                <a:solidFill>
                  <a:srgbClr val="11567E"/>
                </a:solidFill>
                <a:latin typeface="Arial" panose="020B0604020202020204" pitchFamily="34" charset="0"/>
                <a:cs typeface="Arial" panose="020B0604020202020204" pitchFamily="34" charset="0"/>
              </a:rPr>
            </a:br>
            <a:r>
              <a:rPr lang="en-US" sz="1000" dirty="0">
                <a:solidFill>
                  <a:srgbClr val="5B5B5B"/>
                </a:solidFill>
                <a:latin typeface="Arial" panose="020B0604020202020204" pitchFamily="34" charset="0"/>
                <a:cs typeface="Arial" panose="020B0604020202020204" pitchFamily="34" charset="0"/>
              </a:rPr>
              <a:t>Set your text left-aligned, even on slide titles. A consistent left margin helps your audience read your content. </a:t>
            </a:r>
          </a:p>
          <a:p>
            <a:pPr marL="0" lvl="0" indent="0" algn="l" rtl="0">
              <a:lnSpc>
                <a:spcPct val="110000"/>
              </a:lnSpc>
              <a:spcBef>
                <a:spcPts val="1000"/>
              </a:spcBef>
              <a:spcAft>
                <a:spcPts val="1000"/>
              </a:spcAft>
              <a:buNone/>
            </a:pPr>
            <a:endParaRPr sz="1200" dirty="0">
              <a:solidFill>
                <a:srgbClr val="5B5B5B"/>
              </a:solidFill>
            </a:endParaRPr>
          </a:p>
        </p:txBody>
      </p:sp>
      <p:cxnSp>
        <p:nvCxnSpPr>
          <p:cNvPr id="404" name="Google Shape;404;p53"/>
          <p:cNvCxnSpPr>
            <a:cxnSpLocks/>
          </p:cNvCxnSpPr>
          <p:nvPr/>
        </p:nvCxnSpPr>
        <p:spPr>
          <a:xfrm>
            <a:off x="461621" y="2239242"/>
            <a:ext cx="4163099" cy="0"/>
          </a:xfrm>
          <a:prstGeom prst="straightConnector1">
            <a:avLst/>
          </a:prstGeom>
          <a:noFill/>
          <a:ln w="9525" cap="flat" cmpd="sng">
            <a:solidFill>
              <a:srgbClr val="3C4043"/>
            </a:solidFill>
            <a:prstDash val="solid"/>
            <a:round/>
            <a:headEnd type="triangle" w="med" len="med"/>
            <a:tailEnd type="triangle" w="med" len="med"/>
          </a:ln>
        </p:spPr>
      </p:cxnSp>
      <p:cxnSp>
        <p:nvCxnSpPr>
          <p:cNvPr id="405" name="Google Shape;405;p53"/>
          <p:cNvCxnSpPr/>
          <p:nvPr/>
        </p:nvCxnSpPr>
        <p:spPr>
          <a:xfrm>
            <a:off x="461258" y="2150217"/>
            <a:ext cx="0" cy="184500"/>
          </a:xfrm>
          <a:prstGeom prst="straightConnector1">
            <a:avLst/>
          </a:prstGeom>
          <a:noFill/>
          <a:ln w="19050" cap="flat" cmpd="sng">
            <a:solidFill>
              <a:schemeClr val="accent6"/>
            </a:solidFill>
            <a:prstDash val="solid"/>
            <a:round/>
            <a:headEnd type="none" w="med" len="med"/>
            <a:tailEnd type="none" w="med" len="med"/>
          </a:ln>
        </p:spPr>
      </p:cxnSp>
      <p:cxnSp>
        <p:nvCxnSpPr>
          <p:cNvPr id="406" name="Google Shape;406;p53"/>
          <p:cNvCxnSpPr>
            <a:cxnSpLocks/>
          </p:cNvCxnSpPr>
          <p:nvPr/>
        </p:nvCxnSpPr>
        <p:spPr>
          <a:xfrm>
            <a:off x="4624720" y="2150217"/>
            <a:ext cx="0" cy="184500"/>
          </a:xfrm>
          <a:prstGeom prst="straightConnector1">
            <a:avLst/>
          </a:prstGeom>
          <a:noFill/>
          <a:ln w="19050" cap="flat" cmpd="sng">
            <a:solidFill>
              <a:schemeClr val="accent6"/>
            </a:solidFill>
            <a:prstDash val="solid"/>
            <a:round/>
            <a:headEnd type="none" w="med" len="med"/>
            <a:tailEnd type="none" w="med" len="med"/>
          </a:ln>
        </p:spPr>
      </p:cxnSp>
      <p:cxnSp>
        <p:nvCxnSpPr>
          <p:cNvPr id="407" name="Google Shape;407;p53"/>
          <p:cNvCxnSpPr>
            <a:cxnSpLocks/>
          </p:cNvCxnSpPr>
          <p:nvPr/>
        </p:nvCxnSpPr>
        <p:spPr>
          <a:xfrm>
            <a:off x="6076592" y="2242476"/>
            <a:ext cx="2481775" cy="0"/>
          </a:xfrm>
          <a:prstGeom prst="straightConnector1">
            <a:avLst/>
          </a:prstGeom>
          <a:noFill/>
          <a:ln w="9525" cap="flat" cmpd="sng">
            <a:solidFill>
              <a:srgbClr val="3C4043"/>
            </a:solidFill>
            <a:prstDash val="solid"/>
            <a:round/>
            <a:headEnd type="triangle" w="med" len="med"/>
            <a:tailEnd type="triangle" w="med" len="med"/>
          </a:ln>
        </p:spPr>
      </p:cxnSp>
      <p:cxnSp>
        <p:nvCxnSpPr>
          <p:cNvPr id="408" name="Google Shape;408;p53"/>
          <p:cNvCxnSpPr/>
          <p:nvPr/>
        </p:nvCxnSpPr>
        <p:spPr>
          <a:xfrm>
            <a:off x="6076592" y="2150226"/>
            <a:ext cx="0" cy="184500"/>
          </a:xfrm>
          <a:prstGeom prst="straightConnector1">
            <a:avLst/>
          </a:prstGeom>
          <a:noFill/>
          <a:ln w="19050" cap="flat" cmpd="sng">
            <a:solidFill>
              <a:schemeClr val="accent6"/>
            </a:solidFill>
            <a:prstDash val="solid"/>
            <a:round/>
            <a:headEnd type="none" w="med" len="med"/>
            <a:tailEnd type="none" w="med" len="med"/>
          </a:ln>
        </p:spPr>
      </p:cxnSp>
      <p:cxnSp>
        <p:nvCxnSpPr>
          <p:cNvPr id="409" name="Google Shape;409;p53"/>
          <p:cNvCxnSpPr/>
          <p:nvPr/>
        </p:nvCxnSpPr>
        <p:spPr>
          <a:xfrm>
            <a:off x="8558367" y="2150226"/>
            <a:ext cx="0" cy="184500"/>
          </a:xfrm>
          <a:prstGeom prst="straightConnector1">
            <a:avLst/>
          </a:prstGeom>
          <a:noFill/>
          <a:ln w="19050" cap="flat" cmpd="sng">
            <a:solidFill>
              <a:schemeClr val="accent6"/>
            </a:solidFill>
            <a:prstDash val="solid"/>
            <a:round/>
            <a:headEnd type="none" w="med" len="med"/>
            <a:tailEnd type="none" w="med" len="med"/>
          </a:ln>
        </p:spPr>
      </p:cxnSp>
      <p:sp>
        <p:nvSpPr>
          <p:cNvPr id="411" name="Google Shape;411;p53"/>
          <p:cNvSpPr txBox="1">
            <a:spLocks noGrp="1"/>
          </p:cNvSpPr>
          <p:nvPr>
            <p:ph type="title"/>
          </p:nvPr>
        </p:nvSpPr>
        <p:spPr/>
        <p:txBody>
          <a:bodyPr/>
          <a:lstStyle/>
          <a:p>
            <a:pPr lvl="0"/>
            <a:r>
              <a:rPr lang="en-US" dirty="0"/>
              <a:t>Dos and Don’ts:  Readability cont.</a:t>
            </a:r>
          </a:p>
        </p:txBody>
      </p:sp>
    </p:spTree>
    <p:extLst>
      <p:ext uri="{BB962C8B-B14F-4D97-AF65-F5344CB8AC3E}">
        <p14:creationId xmlns:p14="http://schemas.microsoft.com/office/powerpoint/2010/main" val="448709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5" name="Google Shape;455;p56"/>
          <p:cNvSpPr/>
          <p:nvPr/>
        </p:nvSpPr>
        <p:spPr>
          <a:xfrm>
            <a:off x="2009865" y="1618665"/>
            <a:ext cx="1565252" cy="424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1400" b="1" dirty="0">
                <a:solidFill>
                  <a:schemeClr val="dk1"/>
                </a:solidFill>
              </a:rPr>
              <a:t>Black text</a:t>
            </a:r>
            <a:endParaRPr sz="1400" b="1" dirty="0">
              <a:solidFill>
                <a:schemeClr val="dk1"/>
              </a:solidFill>
            </a:endParaRPr>
          </a:p>
        </p:txBody>
      </p:sp>
      <p:sp>
        <p:nvSpPr>
          <p:cNvPr id="456" name="Google Shape;456;p56"/>
          <p:cNvSpPr/>
          <p:nvPr/>
        </p:nvSpPr>
        <p:spPr>
          <a:xfrm>
            <a:off x="3707622" y="1618665"/>
            <a:ext cx="1570016" cy="4242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chemeClr val="dk1"/>
                </a:solidFill>
              </a:rPr>
              <a:t>Black text</a:t>
            </a:r>
            <a:endParaRPr sz="1400" b="1" dirty="0">
              <a:solidFill>
                <a:schemeClr val="dk1"/>
              </a:solidFill>
            </a:endParaRPr>
          </a:p>
        </p:txBody>
      </p:sp>
      <p:sp>
        <p:nvSpPr>
          <p:cNvPr id="457" name="Google Shape;457;p56"/>
          <p:cNvSpPr/>
          <p:nvPr/>
        </p:nvSpPr>
        <p:spPr>
          <a:xfrm>
            <a:off x="5410143" y="1618665"/>
            <a:ext cx="1570016" cy="424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chemeClr val="dk1"/>
                </a:solidFill>
              </a:rPr>
              <a:t>Black text</a:t>
            </a:r>
            <a:endParaRPr sz="1400" b="1" dirty="0">
              <a:solidFill>
                <a:schemeClr val="dk1"/>
              </a:solidFill>
            </a:endParaRPr>
          </a:p>
        </p:txBody>
      </p:sp>
      <p:sp>
        <p:nvSpPr>
          <p:cNvPr id="459" name="Google Shape;459;p56"/>
          <p:cNvSpPr/>
          <p:nvPr/>
        </p:nvSpPr>
        <p:spPr>
          <a:xfrm>
            <a:off x="7112664" y="1618665"/>
            <a:ext cx="1570016" cy="4242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chemeClr val="dk1"/>
                </a:solidFill>
              </a:rPr>
              <a:t>Black text</a:t>
            </a:r>
            <a:endParaRPr sz="1400" b="1" dirty="0">
              <a:solidFill>
                <a:schemeClr val="dk1"/>
              </a:solidFill>
            </a:endParaRPr>
          </a:p>
        </p:txBody>
      </p:sp>
      <p:sp>
        <p:nvSpPr>
          <p:cNvPr id="458" name="Google Shape;458;p56"/>
          <p:cNvSpPr/>
          <p:nvPr/>
        </p:nvSpPr>
        <p:spPr>
          <a:xfrm>
            <a:off x="7112664" y="2191000"/>
            <a:ext cx="1563035" cy="420624"/>
          </a:xfrm>
          <a:prstGeom prst="rect">
            <a:avLst/>
          </a:prstGeom>
          <a:solidFill>
            <a:schemeClr val="accent5"/>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chemeClr val="lt1"/>
                </a:solidFill>
              </a:rPr>
              <a:t>White text</a:t>
            </a:r>
            <a:endParaRPr sz="1400" b="1" dirty="0">
              <a:solidFill>
                <a:srgbClr val="FFFFFF"/>
              </a:solidFill>
            </a:endParaRPr>
          </a:p>
        </p:txBody>
      </p:sp>
      <p:sp>
        <p:nvSpPr>
          <p:cNvPr id="460" name="Google Shape;460;p56"/>
          <p:cNvSpPr/>
          <p:nvPr/>
        </p:nvSpPr>
        <p:spPr>
          <a:xfrm>
            <a:off x="3707622" y="2191007"/>
            <a:ext cx="1565250" cy="420624"/>
          </a:xfrm>
          <a:prstGeom prst="rect">
            <a:avLst/>
          </a:prstGeom>
          <a:solidFill>
            <a:srgbClr val="5B5B5B"/>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chemeClr val="lt1"/>
                </a:solidFill>
              </a:rPr>
              <a:t>White text</a:t>
            </a:r>
            <a:endParaRPr sz="1400" b="1" dirty="0">
              <a:solidFill>
                <a:schemeClr val="lt1"/>
              </a:solidFill>
            </a:endParaRPr>
          </a:p>
        </p:txBody>
      </p:sp>
      <p:sp>
        <p:nvSpPr>
          <p:cNvPr id="462" name="Google Shape;462;p56"/>
          <p:cNvSpPr/>
          <p:nvPr/>
        </p:nvSpPr>
        <p:spPr>
          <a:xfrm>
            <a:off x="5410143" y="2191000"/>
            <a:ext cx="1565250" cy="420624"/>
          </a:xfrm>
          <a:prstGeom prst="rect">
            <a:avLst/>
          </a:prstGeom>
          <a:solidFill>
            <a:schemeClr val="dk2"/>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chemeClr val="lt1"/>
                </a:solidFill>
              </a:rPr>
              <a:t>White text</a:t>
            </a:r>
            <a:endParaRPr sz="1400" b="1" dirty="0">
              <a:solidFill>
                <a:schemeClr val="lt1"/>
              </a:solidFill>
            </a:endParaRPr>
          </a:p>
        </p:txBody>
      </p:sp>
      <p:sp>
        <p:nvSpPr>
          <p:cNvPr id="463" name="Google Shape;463;p56"/>
          <p:cNvSpPr/>
          <p:nvPr/>
        </p:nvSpPr>
        <p:spPr>
          <a:xfrm>
            <a:off x="2009865" y="2191007"/>
            <a:ext cx="1565251" cy="420624"/>
          </a:xfrm>
          <a:prstGeom prst="rect">
            <a:avLst/>
          </a:prstGeom>
          <a:solidFill>
            <a:srgbClr val="000000"/>
          </a:solidFill>
          <a:ln w="9525" cap="flat" cmpd="sng">
            <a:no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1400" b="1" dirty="0">
                <a:solidFill>
                  <a:srgbClr val="FFFFFF"/>
                </a:solidFill>
              </a:rPr>
              <a:t>White text</a:t>
            </a:r>
            <a:endParaRPr sz="1400" b="1" dirty="0"/>
          </a:p>
        </p:txBody>
      </p:sp>
      <p:sp>
        <p:nvSpPr>
          <p:cNvPr id="464" name="Google Shape;464;p56"/>
          <p:cNvSpPr txBox="1">
            <a:spLocks noGrp="1"/>
          </p:cNvSpPr>
          <p:nvPr>
            <p:ph type="title"/>
          </p:nvPr>
        </p:nvSpPr>
        <p:spPr/>
        <p:txBody>
          <a:bodyPr/>
          <a:lstStyle/>
          <a:p>
            <a:pPr lvl="0"/>
            <a:r>
              <a:rPr lang="en-US" dirty="0"/>
              <a:t>Dos and Don’ts:  Contrast and Accessibility</a:t>
            </a:r>
          </a:p>
        </p:txBody>
      </p:sp>
      <p:sp>
        <p:nvSpPr>
          <p:cNvPr id="7" name="TextBox 6">
            <a:extLst>
              <a:ext uri="{FF2B5EF4-FFF2-40B4-BE49-F238E27FC236}">
                <a16:creationId xmlns:a16="http://schemas.microsoft.com/office/drawing/2014/main" id="{A591EBFF-1F86-30E5-2A44-E78CDF4C7BA1}"/>
              </a:ext>
            </a:extLst>
          </p:cNvPr>
          <p:cNvSpPr txBox="1"/>
          <p:nvPr/>
        </p:nvSpPr>
        <p:spPr>
          <a:xfrm>
            <a:off x="367900" y="1618665"/>
            <a:ext cx="1717519" cy="446261"/>
          </a:xfrm>
          <a:prstGeom prst="rect">
            <a:avLst/>
          </a:prstGeom>
          <a:noFill/>
          <a:ln>
            <a:noFill/>
          </a:ln>
        </p:spPr>
        <p:txBody>
          <a:bodyPr spcFirstLastPara="1" wrap="square" lIns="91425" tIns="0" rIns="91425" bIns="91425" anchor="t" anchorCtr="0">
            <a:spAutoFit/>
          </a:bodyPr>
          <a:lstStyle>
            <a:defPPr>
              <a:defRPr lang="en-US"/>
            </a:defPPr>
            <a:lvl1pPr lvl="0" indent="0">
              <a:lnSpc>
                <a:spcPct val="115000"/>
              </a:lnSpc>
              <a:spcBef>
                <a:spcPts val="0"/>
              </a:spcBef>
              <a:spcAft>
                <a:spcPts val="0"/>
              </a:spcAft>
              <a:buNone/>
              <a:defRPr sz="1000">
                <a:solidFill>
                  <a:srgbClr val="5B5B5B"/>
                </a:solidFill>
              </a:defRPr>
            </a:lvl1pPr>
          </a:lstStyle>
          <a:p>
            <a:r>
              <a:rPr lang="en-US" dirty="0"/>
              <a:t>Use </a:t>
            </a:r>
            <a:r>
              <a:rPr lang="en-US" b="1" dirty="0"/>
              <a:t>Black Text </a:t>
            </a:r>
            <a:r>
              <a:rPr lang="en-US" dirty="0"/>
              <a:t>on these background colors:</a:t>
            </a:r>
          </a:p>
        </p:txBody>
      </p:sp>
      <p:sp>
        <p:nvSpPr>
          <p:cNvPr id="8" name="TextBox 7">
            <a:extLst>
              <a:ext uri="{FF2B5EF4-FFF2-40B4-BE49-F238E27FC236}">
                <a16:creationId xmlns:a16="http://schemas.microsoft.com/office/drawing/2014/main" id="{4925C25E-B3BC-11B4-DDE3-6BEA3F4D9FCE}"/>
              </a:ext>
            </a:extLst>
          </p:cNvPr>
          <p:cNvSpPr txBox="1"/>
          <p:nvPr/>
        </p:nvSpPr>
        <p:spPr>
          <a:xfrm>
            <a:off x="367900" y="2191000"/>
            <a:ext cx="1632845" cy="446261"/>
          </a:xfrm>
          <a:prstGeom prst="rect">
            <a:avLst/>
          </a:prstGeom>
          <a:noFill/>
          <a:ln>
            <a:noFill/>
          </a:ln>
        </p:spPr>
        <p:txBody>
          <a:bodyPr spcFirstLastPara="1" wrap="square" lIns="91425" tIns="0" rIns="91425" bIns="91425" anchor="t" anchorCtr="0">
            <a:spAutoFit/>
          </a:bodyPr>
          <a:lstStyle>
            <a:defPPr>
              <a:defRPr lang="en-US"/>
            </a:defPPr>
            <a:lvl1pPr lvl="0" indent="0">
              <a:lnSpc>
                <a:spcPct val="115000"/>
              </a:lnSpc>
              <a:spcBef>
                <a:spcPts val="0"/>
              </a:spcBef>
              <a:spcAft>
                <a:spcPts val="0"/>
              </a:spcAft>
              <a:buNone/>
              <a:defRPr sz="1000">
                <a:solidFill>
                  <a:srgbClr val="5B5B5B"/>
                </a:solidFill>
              </a:defRPr>
            </a:lvl1pPr>
          </a:lstStyle>
          <a:p>
            <a:r>
              <a:rPr lang="en-US" dirty="0"/>
              <a:t>Use </a:t>
            </a:r>
            <a:r>
              <a:rPr lang="en-US" b="1" dirty="0"/>
              <a:t>White Text </a:t>
            </a:r>
            <a:r>
              <a:rPr lang="en-US" dirty="0"/>
              <a:t>on these background colors:</a:t>
            </a:r>
          </a:p>
        </p:txBody>
      </p:sp>
      <p:sp>
        <p:nvSpPr>
          <p:cNvPr id="15" name="Google Shape;468;p56">
            <a:extLst>
              <a:ext uri="{FF2B5EF4-FFF2-40B4-BE49-F238E27FC236}">
                <a16:creationId xmlns:a16="http://schemas.microsoft.com/office/drawing/2014/main" id="{00D8F929-5CEB-5F5B-7536-E2FD0382D717}"/>
              </a:ext>
            </a:extLst>
          </p:cNvPr>
          <p:cNvSpPr txBox="1"/>
          <p:nvPr/>
        </p:nvSpPr>
        <p:spPr>
          <a:xfrm>
            <a:off x="367900" y="681541"/>
            <a:ext cx="4550090" cy="71555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dirty="0">
                <a:solidFill>
                  <a:srgbClr val="5B5B5B"/>
                </a:solidFill>
              </a:rPr>
              <a:t>Ensuring sufficient contrast on your text means that people with disabilities can access your content, with the added benefit of improving the experience for other groups as well. Everyone appreciates clear and easy-to-read text!</a:t>
            </a:r>
          </a:p>
        </p:txBody>
      </p:sp>
      <p:sp>
        <p:nvSpPr>
          <p:cNvPr id="16" name="Google Shape;468;p56">
            <a:extLst>
              <a:ext uri="{FF2B5EF4-FFF2-40B4-BE49-F238E27FC236}">
                <a16:creationId xmlns:a16="http://schemas.microsoft.com/office/drawing/2014/main" id="{E471491A-D56A-B391-5B1E-0F20F3E5B369}"/>
              </a:ext>
            </a:extLst>
          </p:cNvPr>
          <p:cNvSpPr txBox="1"/>
          <p:nvPr/>
        </p:nvSpPr>
        <p:spPr>
          <a:xfrm>
            <a:off x="4917990" y="681541"/>
            <a:ext cx="3443415" cy="71555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000" dirty="0">
                <a:solidFill>
                  <a:srgbClr val="5B5B5B"/>
                </a:solidFill>
              </a:rPr>
              <a:t>Accessibility is important to Snowflake. If you aren’t sure how your color combinations will perform, use this tool:</a:t>
            </a:r>
            <a:r>
              <a:rPr lang="en" sz="1000" dirty="0">
                <a:solidFill>
                  <a:schemeClr val="accent5"/>
                </a:solidFill>
              </a:rPr>
              <a:t> </a:t>
            </a:r>
            <a:r>
              <a:rPr lang="en" sz="1000" u="sng" dirty="0">
                <a:solidFill>
                  <a:schemeClr val="dk2"/>
                </a:solidFill>
                <a:hlinkClick r:id="rId3">
                  <a:extLst>
                    <a:ext uri="{A12FA001-AC4F-418D-AE19-62706E023703}">
                      <ahyp:hlinkClr xmlns:ahyp="http://schemas.microsoft.com/office/drawing/2018/hyperlinkcolor" val="tx"/>
                    </a:ext>
                  </a:extLst>
                </a:hlinkClick>
              </a:rPr>
              <a:t>webaim.org/resources/contrastchecker</a:t>
            </a:r>
            <a:endParaRPr sz="1200" dirty="0">
              <a:solidFill>
                <a:schemeClr val="dk2"/>
              </a:solidFill>
            </a:endParaRPr>
          </a:p>
        </p:txBody>
      </p:sp>
      <p:sp>
        <p:nvSpPr>
          <p:cNvPr id="17" name="Google Shape;453;p56">
            <a:extLst>
              <a:ext uri="{FF2B5EF4-FFF2-40B4-BE49-F238E27FC236}">
                <a16:creationId xmlns:a16="http://schemas.microsoft.com/office/drawing/2014/main" id="{F479581E-BA78-4502-9F35-76998BDB4E30}"/>
              </a:ext>
            </a:extLst>
          </p:cNvPr>
          <p:cNvSpPr/>
          <p:nvPr/>
        </p:nvSpPr>
        <p:spPr>
          <a:xfrm>
            <a:off x="367900" y="2906503"/>
            <a:ext cx="3589503" cy="269289"/>
          </a:xfrm>
          <a:prstGeom prst="rect">
            <a:avLst/>
          </a:prstGeom>
          <a:noFill/>
          <a:ln>
            <a:noFill/>
          </a:ln>
        </p:spPr>
        <p:txBody>
          <a:bodyPr spcFirstLastPara="1" wrap="square" lIns="91425" tIns="0" rIns="91425" bIns="91425" anchor="t" anchorCtr="0">
            <a:spAutoFit/>
          </a:bodyPr>
          <a:lstStyle/>
          <a:p>
            <a:pPr>
              <a:lnSpc>
                <a:spcPct val="115000"/>
              </a:lnSpc>
            </a:pPr>
            <a:r>
              <a:rPr lang="en" sz="1000" dirty="0">
                <a:solidFill>
                  <a:srgbClr val="5B5B5B"/>
                </a:solidFill>
              </a:rPr>
              <a:t>When using </a:t>
            </a:r>
            <a:r>
              <a:rPr lang="en" sz="1000" b="1" dirty="0">
                <a:solidFill>
                  <a:srgbClr val="5B5B5B"/>
                </a:solidFill>
              </a:rPr>
              <a:t>Snowflake Blue</a:t>
            </a:r>
            <a:r>
              <a:rPr lang="en" sz="1000" dirty="0">
                <a:solidFill>
                  <a:srgbClr val="5B5B5B"/>
                </a:solidFill>
              </a:rPr>
              <a:t>, make your type at least 28pt.</a:t>
            </a:r>
            <a:endParaRPr sz="1000" dirty="0">
              <a:solidFill>
                <a:srgbClr val="5B5B5B"/>
              </a:solidFill>
            </a:endParaRPr>
          </a:p>
        </p:txBody>
      </p:sp>
      <p:sp>
        <p:nvSpPr>
          <p:cNvPr id="18" name="Google Shape;454;p56">
            <a:extLst>
              <a:ext uri="{FF2B5EF4-FFF2-40B4-BE49-F238E27FC236}">
                <a16:creationId xmlns:a16="http://schemas.microsoft.com/office/drawing/2014/main" id="{205607B7-00CF-BB2C-0146-701C88C81AE6}"/>
              </a:ext>
            </a:extLst>
          </p:cNvPr>
          <p:cNvSpPr/>
          <p:nvPr/>
        </p:nvSpPr>
        <p:spPr>
          <a:xfrm>
            <a:off x="4746781" y="3332107"/>
            <a:ext cx="3768672" cy="143961"/>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Clr>
                <a:srgbClr val="000000"/>
              </a:buClr>
              <a:buSzPts val="1100"/>
              <a:buFont typeface="Arial"/>
              <a:buNone/>
            </a:pPr>
            <a:r>
              <a:rPr lang="en" sz="1000" b="1" dirty="0">
                <a:solidFill>
                  <a:srgbClr val="A20000"/>
                </a:solidFill>
              </a:rPr>
              <a:t>Do not</a:t>
            </a:r>
            <a:r>
              <a:rPr lang="en" sz="1000" dirty="0">
                <a:solidFill>
                  <a:srgbClr val="A20000"/>
                </a:solidFill>
              </a:rPr>
              <a:t> </a:t>
            </a:r>
            <a:r>
              <a:rPr lang="en" sz="1000" dirty="0">
                <a:solidFill>
                  <a:srgbClr val="5B5B5B"/>
                </a:solidFill>
              </a:rPr>
              <a:t>use white text on these background colors:</a:t>
            </a:r>
            <a:endParaRPr sz="1000" b="1" dirty="0">
              <a:solidFill>
                <a:srgbClr val="5B5B5B"/>
              </a:solidFill>
            </a:endParaRPr>
          </a:p>
        </p:txBody>
      </p:sp>
      <p:sp>
        <p:nvSpPr>
          <p:cNvPr id="22" name="Google Shape;466;p56">
            <a:extLst>
              <a:ext uri="{FF2B5EF4-FFF2-40B4-BE49-F238E27FC236}">
                <a16:creationId xmlns:a16="http://schemas.microsoft.com/office/drawing/2014/main" id="{90CE0932-5D81-7CA3-8C18-D3032E26B9D4}"/>
              </a:ext>
            </a:extLst>
          </p:cNvPr>
          <p:cNvSpPr/>
          <p:nvPr/>
        </p:nvSpPr>
        <p:spPr>
          <a:xfrm>
            <a:off x="468301" y="3175725"/>
            <a:ext cx="1601470" cy="76648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2800" b="1" dirty="0">
                <a:solidFill>
                  <a:schemeClr val="lt1"/>
                </a:solidFill>
              </a:rPr>
              <a:t>28pt </a:t>
            </a:r>
            <a:endParaRPr sz="2800" b="1" dirty="0">
              <a:solidFill>
                <a:schemeClr val="lt1"/>
              </a:solidFill>
            </a:endParaRPr>
          </a:p>
        </p:txBody>
      </p:sp>
      <p:sp>
        <p:nvSpPr>
          <p:cNvPr id="23" name="Google Shape;471;p56">
            <a:extLst>
              <a:ext uri="{FF2B5EF4-FFF2-40B4-BE49-F238E27FC236}">
                <a16:creationId xmlns:a16="http://schemas.microsoft.com/office/drawing/2014/main" id="{34E70A03-F005-07B1-C22D-8771C449ADD7}"/>
              </a:ext>
            </a:extLst>
          </p:cNvPr>
          <p:cNvSpPr/>
          <p:nvPr/>
        </p:nvSpPr>
        <p:spPr>
          <a:xfrm>
            <a:off x="2159232" y="3175725"/>
            <a:ext cx="1601470" cy="766488"/>
          </a:xfrm>
          <a:prstGeom prst="rect">
            <a:avLst/>
          </a:prstGeom>
          <a:no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Clr>
                <a:srgbClr val="000000"/>
              </a:buClr>
              <a:buSzPts val="1100"/>
              <a:buFont typeface="Arial"/>
              <a:buNone/>
            </a:pPr>
            <a:r>
              <a:rPr lang="en" sz="2800" b="1">
                <a:solidFill>
                  <a:schemeClr val="accent1"/>
                </a:solidFill>
              </a:rPr>
              <a:t>28pt</a:t>
            </a:r>
            <a:endParaRPr sz="2800" b="1">
              <a:solidFill>
                <a:schemeClr val="accent1"/>
              </a:solidFill>
            </a:endParaRPr>
          </a:p>
        </p:txBody>
      </p:sp>
      <p:sp>
        <p:nvSpPr>
          <p:cNvPr id="27" name="Rectangle 26">
            <a:extLst>
              <a:ext uri="{FF2B5EF4-FFF2-40B4-BE49-F238E27FC236}">
                <a16:creationId xmlns:a16="http://schemas.microsoft.com/office/drawing/2014/main" id="{D73B5E35-8C83-E422-F58F-8211C2AEA393}"/>
              </a:ext>
            </a:extLst>
          </p:cNvPr>
          <p:cNvSpPr/>
          <p:nvPr/>
        </p:nvSpPr>
        <p:spPr>
          <a:xfrm>
            <a:off x="4714181" y="3175725"/>
            <a:ext cx="3961518" cy="1415064"/>
          </a:xfrm>
          <a:prstGeom prst="rect">
            <a:avLst/>
          </a:prstGeom>
          <a:noFill/>
          <a:ln w="9525" cap="flat" cmpd="sng">
            <a:solidFill>
              <a:srgbClr val="B7B7B7"/>
            </a:solidFill>
            <a:prstDash val="solid"/>
            <a:round/>
            <a:headEnd type="none" w="sm" len="sm"/>
            <a:tailEnd type="none" w="sm" len="sm"/>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39" name="Google Shape;454;p56">
            <a:extLst>
              <a:ext uri="{FF2B5EF4-FFF2-40B4-BE49-F238E27FC236}">
                <a16:creationId xmlns:a16="http://schemas.microsoft.com/office/drawing/2014/main" id="{91E81F42-4ACB-058D-B00A-AA1F056A18EE}"/>
              </a:ext>
            </a:extLst>
          </p:cNvPr>
          <p:cNvSpPr/>
          <p:nvPr/>
        </p:nvSpPr>
        <p:spPr>
          <a:xfrm>
            <a:off x="4746781" y="3999961"/>
            <a:ext cx="3768672" cy="143961"/>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Clr>
                <a:srgbClr val="000000"/>
              </a:buClr>
              <a:buSzPts val="1100"/>
              <a:buFont typeface="Arial"/>
              <a:buNone/>
            </a:pPr>
            <a:r>
              <a:rPr lang="en" sz="1000" b="1" dirty="0">
                <a:solidFill>
                  <a:srgbClr val="A20000"/>
                </a:solidFill>
              </a:rPr>
              <a:t>Do not</a:t>
            </a:r>
            <a:r>
              <a:rPr lang="en" sz="1000" dirty="0">
                <a:solidFill>
                  <a:srgbClr val="A20000"/>
                </a:solidFill>
              </a:rPr>
              <a:t> </a:t>
            </a:r>
            <a:r>
              <a:rPr lang="en" sz="1000" dirty="0">
                <a:solidFill>
                  <a:srgbClr val="5B5B5B"/>
                </a:solidFill>
              </a:rPr>
              <a:t>use these colors for text:</a:t>
            </a:r>
            <a:endParaRPr sz="1000" b="1" dirty="0">
              <a:solidFill>
                <a:srgbClr val="5B5B5B"/>
              </a:solidFill>
            </a:endParaRPr>
          </a:p>
        </p:txBody>
      </p:sp>
      <p:sp>
        <p:nvSpPr>
          <p:cNvPr id="56" name="Google Shape;454;p56">
            <a:extLst>
              <a:ext uri="{FF2B5EF4-FFF2-40B4-BE49-F238E27FC236}">
                <a16:creationId xmlns:a16="http://schemas.microsoft.com/office/drawing/2014/main" id="{E5210F41-7627-FAD9-89D3-A5C5BF959D29}"/>
              </a:ext>
            </a:extLst>
          </p:cNvPr>
          <p:cNvSpPr/>
          <p:nvPr/>
        </p:nvSpPr>
        <p:spPr>
          <a:xfrm>
            <a:off x="372417" y="3999961"/>
            <a:ext cx="3335205" cy="120905"/>
          </a:xfrm>
          <a:prstGeom prst="rect">
            <a:avLst/>
          </a:prstGeom>
          <a:noFill/>
          <a:ln>
            <a:noFill/>
          </a:ln>
        </p:spPr>
        <p:txBody>
          <a:bodyPr spcFirstLastPara="1" wrap="square" lIns="91425" tIns="0" rIns="91425" bIns="0" anchor="t" anchorCtr="0">
            <a:noAutofit/>
          </a:bodyPr>
          <a:lstStyle/>
          <a:p>
            <a:pPr marL="0" lvl="0" indent="0" algn="l" rtl="0">
              <a:spcBef>
                <a:spcPts val="0"/>
              </a:spcBef>
              <a:spcAft>
                <a:spcPts val="0"/>
              </a:spcAft>
              <a:buClr>
                <a:srgbClr val="000000"/>
              </a:buClr>
              <a:buSzPts val="1100"/>
              <a:buFont typeface="Arial"/>
              <a:buNone/>
            </a:pPr>
            <a:r>
              <a:rPr lang="en" sz="1000" b="1" dirty="0">
                <a:solidFill>
                  <a:srgbClr val="A20000"/>
                </a:solidFill>
              </a:rPr>
              <a:t>Do not</a:t>
            </a:r>
            <a:r>
              <a:rPr lang="en" sz="1000" dirty="0">
                <a:solidFill>
                  <a:srgbClr val="A20000"/>
                </a:solidFill>
              </a:rPr>
              <a:t> </a:t>
            </a:r>
            <a:r>
              <a:rPr lang="en" sz="1000" dirty="0">
                <a:solidFill>
                  <a:srgbClr val="5B5B5B"/>
                </a:solidFill>
              </a:rPr>
              <a:t>use Snowflake Blue for text smaller than 28pt:</a:t>
            </a:r>
            <a:endParaRPr sz="1000" b="1" dirty="0">
              <a:solidFill>
                <a:srgbClr val="5B5B5B"/>
              </a:solidFill>
            </a:endParaRPr>
          </a:p>
        </p:txBody>
      </p:sp>
      <p:grpSp>
        <p:nvGrpSpPr>
          <p:cNvPr id="9" name="Group 8">
            <a:extLst>
              <a:ext uri="{FF2B5EF4-FFF2-40B4-BE49-F238E27FC236}">
                <a16:creationId xmlns:a16="http://schemas.microsoft.com/office/drawing/2014/main" id="{30D41191-23C3-6916-61DC-83614E8C2267}"/>
              </a:ext>
            </a:extLst>
          </p:cNvPr>
          <p:cNvGrpSpPr/>
          <p:nvPr/>
        </p:nvGrpSpPr>
        <p:grpSpPr>
          <a:xfrm>
            <a:off x="4855815" y="3549930"/>
            <a:ext cx="1161760" cy="241874"/>
            <a:chOff x="4855815" y="3462248"/>
            <a:chExt cx="1161760" cy="241874"/>
          </a:xfrm>
        </p:grpSpPr>
        <p:sp>
          <p:nvSpPr>
            <p:cNvPr id="20" name="Google Shape;467;p56">
              <a:extLst>
                <a:ext uri="{FF2B5EF4-FFF2-40B4-BE49-F238E27FC236}">
                  <a16:creationId xmlns:a16="http://schemas.microsoft.com/office/drawing/2014/main" id="{31A2763E-1FDD-86FA-C2BE-2AACC38544F5}"/>
                </a:ext>
              </a:extLst>
            </p:cNvPr>
            <p:cNvSpPr/>
            <p:nvPr/>
          </p:nvSpPr>
          <p:spPr>
            <a:xfrm>
              <a:off x="4855815" y="3462248"/>
              <a:ext cx="1161760" cy="241874"/>
            </a:xfrm>
            <a:prstGeom prst="rect">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900" b="1" dirty="0">
                  <a:solidFill>
                    <a:schemeClr val="lt1"/>
                  </a:solidFill>
                </a:rPr>
                <a:t>Hard to read</a:t>
              </a:r>
              <a:endParaRPr sz="900" b="1" dirty="0">
                <a:solidFill>
                  <a:schemeClr val="lt1"/>
                </a:solidFill>
              </a:endParaRPr>
            </a:p>
          </p:txBody>
        </p:sp>
        <p:cxnSp>
          <p:nvCxnSpPr>
            <p:cNvPr id="21" name="Google Shape;469;p56">
              <a:extLst>
                <a:ext uri="{FF2B5EF4-FFF2-40B4-BE49-F238E27FC236}">
                  <a16:creationId xmlns:a16="http://schemas.microsoft.com/office/drawing/2014/main" id="{7923A52B-957D-64D2-9CF3-CFD097FAF166}"/>
                </a:ext>
              </a:extLst>
            </p:cNvPr>
            <p:cNvCxnSpPr>
              <a:cxnSpLocks/>
            </p:cNvCxnSpPr>
            <p:nvPr/>
          </p:nvCxnSpPr>
          <p:spPr>
            <a:xfrm>
              <a:off x="4856543" y="3470637"/>
              <a:ext cx="1155915" cy="228028"/>
            </a:xfrm>
            <a:prstGeom prst="straightConnector1">
              <a:avLst/>
            </a:prstGeom>
            <a:noFill/>
            <a:ln w="15875" cap="flat" cmpd="sng">
              <a:solidFill>
                <a:srgbClr val="FF0000">
                  <a:alpha val="48230"/>
                </a:srgbClr>
              </a:solidFill>
              <a:prstDash val="solid"/>
              <a:round/>
              <a:headEnd type="none" w="med" len="med"/>
              <a:tailEnd type="none" w="med" len="med"/>
            </a:ln>
          </p:spPr>
        </p:cxnSp>
      </p:grpSp>
      <p:grpSp>
        <p:nvGrpSpPr>
          <p:cNvPr id="13" name="Group 12">
            <a:extLst>
              <a:ext uri="{FF2B5EF4-FFF2-40B4-BE49-F238E27FC236}">
                <a16:creationId xmlns:a16="http://schemas.microsoft.com/office/drawing/2014/main" id="{E1AD5A75-D5E2-111F-5FE8-4FF2CC8E6654}"/>
              </a:ext>
            </a:extLst>
          </p:cNvPr>
          <p:cNvGrpSpPr/>
          <p:nvPr/>
        </p:nvGrpSpPr>
        <p:grpSpPr>
          <a:xfrm>
            <a:off x="4856543" y="4255364"/>
            <a:ext cx="1157300" cy="228028"/>
            <a:chOff x="4856543" y="4061211"/>
            <a:chExt cx="1157300" cy="228028"/>
          </a:xfrm>
        </p:grpSpPr>
        <p:sp>
          <p:nvSpPr>
            <p:cNvPr id="33" name="Google Shape;429;p55">
              <a:extLst>
                <a:ext uri="{FF2B5EF4-FFF2-40B4-BE49-F238E27FC236}">
                  <a16:creationId xmlns:a16="http://schemas.microsoft.com/office/drawing/2014/main" id="{DF3E647A-5071-03B8-15F4-F66BA8AA7408}"/>
                </a:ext>
              </a:extLst>
            </p:cNvPr>
            <p:cNvSpPr/>
            <p:nvPr/>
          </p:nvSpPr>
          <p:spPr>
            <a:xfrm>
              <a:off x="4857488" y="4096994"/>
              <a:ext cx="1156355" cy="152106"/>
            </a:xfrm>
            <a:prstGeom prst="rect">
              <a:avLst/>
            </a:prstGeom>
            <a:noFill/>
            <a:ln>
              <a:noFill/>
            </a:ln>
          </p:spPr>
          <p:txBody>
            <a:bodyPr spcFirstLastPara="1" wrap="square" lIns="91440" tIns="0" rIns="0" bIns="0" anchor="t" anchorCtr="0">
              <a:noAutofit/>
            </a:bodyPr>
            <a:lstStyle/>
            <a:p>
              <a:pPr marL="0" lvl="0" indent="0" algn="ctr" rtl="0">
                <a:spcBef>
                  <a:spcPts val="0"/>
                </a:spcBef>
                <a:spcAft>
                  <a:spcPts val="0"/>
                </a:spcAft>
                <a:buClr>
                  <a:srgbClr val="000000"/>
                </a:buClr>
                <a:buSzPts val="1100"/>
                <a:buFont typeface="Arial"/>
                <a:buNone/>
              </a:pPr>
              <a:r>
                <a:rPr lang="en-US" sz="900" b="1" dirty="0">
                  <a:solidFill>
                    <a:schemeClr val="accent3"/>
                  </a:solidFill>
                </a:rPr>
                <a:t>Hard to read</a:t>
              </a:r>
              <a:endParaRPr sz="2800" b="1" dirty="0">
                <a:solidFill>
                  <a:schemeClr val="accent3"/>
                </a:solidFill>
              </a:endParaRPr>
            </a:p>
          </p:txBody>
        </p:sp>
        <p:cxnSp>
          <p:nvCxnSpPr>
            <p:cNvPr id="45" name="Google Shape;469;p56">
              <a:extLst>
                <a:ext uri="{FF2B5EF4-FFF2-40B4-BE49-F238E27FC236}">
                  <a16:creationId xmlns:a16="http://schemas.microsoft.com/office/drawing/2014/main" id="{1DB633F6-E1BC-30F0-049A-41B48FB27767}"/>
                </a:ext>
              </a:extLst>
            </p:cNvPr>
            <p:cNvCxnSpPr>
              <a:cxnSpLocks/>
            </p:cNvCxnSpPr>
            <p:nvPr/>
          </p:nvCxnSpPr>
          <p:spPr>
            <a:xfrm>
              <a:off x="4856543" y="4061211"/>
              <a:ext cx="1155915" cy="228028"/>
            </a:xfrm>
            <a:prstGeom prst="straightConnector1">
              <a:avLst/>
            </a:prstGeom>
            <a:noFill/>
            <a:ln w="15875" cap="flat" cmpd="sng">
              <a:solidFill>
                <a:srgbClr val="FF0000">
                  <a:alpha val="48230"/>
                </a:srgbClr>
              </a:solidFill>
              <a:prstDash val="solid"/>
              <a:round/>
              <a:headEnd type="none" w="med" len="med"/>
              <a:tailEnd type="none" w="med" len="med"/>
            </a:ln>
          </p:spPr>
        </p:cxnSp>
      </p:grpSp>
      <p:grpSp>
        <p:nvGrpSpPr>
          <p:cNvPr id="10" name="Group 9">
            <a:extLst>
              <a:ext uri="{FF2B5EF4-FFF2-40B4-BE49-F238E27FC236}">
                <a16:creationId xmlns:a16="http://schemas.microsoft.com/office/drawing/2014/main" id="{4460E5B1-EBE6-78B0-EFAE-02C9D9833E02}"/>
              </a:ext>
            </a:extLst>
          </p:cNvPr>
          <p:cNvGrpSpPr/>
          <p:nvPr/>
        </p:nvGrpSpPr>
        <p:grpSpPr>
          <a:xfrm>
            <a:off x="6173478" y="3549930"/>
            <a:ext cx="1161760" cy="241874"/>
            <a:chOff x="6173478" y="3462248"/>
            <a:chExt cx="1161760" cy="241874"/>
          </a:xfrm>
        </p:grpSpPr>
        <p:sp>
          <p:nvSpPr>
            <p:cNvPr id="25" name="Google Shape;472;p56">
              <a:extLst>
                <a:ext uri="{FF2B5EF4-FFF2-40B4-BE49-F238E27FC236}">
                  <a16:creationId xmlns:a16="http://schemas.microsoft.com/office/drawing/2014/main" id="{5F42A256-692B-BC0D-44D9-286FA1E3D4A7}"/>
                </a:ext>
              </a:extLst>
            </p:cNvPr>
            <p:cNvSpPr/>
            <p:nvPr/>
          </p:nvSpPr>
          <p:spPr>
            <a:xfrm>
              <a:off x="6173478" y="3462248"/>
              <a:ext cx="1161760" cy="241874"/>
            </a:xfrm>
            <a:prstGeom prst="rect">
              <a:avLst/>
            </a:prstGeom>
            <a:solidFill>
              <a:schemeClr val="accent4"/>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900" b="1" dirty="0">
                  <a:solidFill>
                    <a:schemeClr val="lt1"/>
                  </a:solidFill>
                </a:rPr>
                <a:t>Hard to read</a:t>
              </a:r>
              <a:endParaRPr sz="900" b="1" dirty="0">
                <a:solidFill>
                  <a:schemeClr val="lt1"/>
                </a:solidFill>
              </a:endParaRPr>
            </a:p>
          </p:txBody>
        </p:sp>
        <p:cxnSp>
          <p:nvCxnSpPr>
            <p:cNvPr id="26" name="Google Shape;473;p56">
              <a:extLst>
                <a:ext uri="{FF2B5EF4-FFF2-40B4-BE49-F238E27FC236}">
                  <a16:creationId xmlns:a16="http://schemas.microsoft.com/office/drawing/2014/main" id="{8A3A6340-19BA-DB54-B2E4-24E9A6F69AC0}"/>
                </a:ext>
              </a:extLst>
            </p:cNvPr>
            <p:cNvCxnSpPr>
              <a:cxnSpLocks/>
            </p:cNvCxnSpPr>
            <p:nvPr/>
          </p:nvCxnSpPr>
          <p:spPr>
            <a:xfrm>
              <a:off x="6178597" y="3470637"/>
              <a:ext cx="1155915" cy="228028"/>
            </a:xfrm>
            <a:prstGeom prst="straightConnector1">
              <a:avLst/>
            </a:prstGeom>
            <a:noFill/>
            <a:ln w="15875" cap="flat" cmpd="sng">
              <a:solidFill>
                <a:srgbClr val="FF0000">
                  <a:alpha val="48230"/>
                </a:srgbClr>
              </a:solidFill>
              <a:prstDash val="solid"/>
              <a:round/>
              <a:headEnd type="none" w="med" len="med"/>
              <a:tailEnd type="none" w="med" len="med"/>
            </a:ln>
          </p:spPr>
        </p:cxnSp>
      </p:grpSp>
      <p:grpSp>
        <p:nvGrpSpPr>
          <p:cNvPr id="12" name="Group 11">
            <a:extLst>
              <a:ext uri="{FF2B5EF4-FFF2-40B4-BE49-F238E27FC236}">
                <a16:creationId xmlns:a16="http://schemas.microsoft.com/office/drawing/2014/main" id="{AFA90533-BA82-1930-169A-94566F778E41}"/>
              </a:ext>
            </a:extLst>
          </p:cNvPr>
          <p:cNvGrpSpPr/>
          <p:nvPr/>
        </p:nvGrpSpPr>
        <p:grpSpPr>
          <a:xfrm>
            <a:off x="6178212" y="4255364"/>
            <a:ext cx="1156355" cy="228028"/>
            <a:chOff x="6178212" y="4061211"/>
            <a:chExt cx="1156355" cy="228028"/>
          </a:xfrm>
        </p:grpSpPr>
        <p:sp>
          <p:nvSpPr>
            <p:cNvPr id="50" name="Google Shape;429;p55">
              <a:extLst>
                <a:ext uri="{FF2B5EF4-FFF2-40B4-BE49-F238E27FC236}">
                  <a16:creationId xmlns:a16="http://schemas.microsoft.com/office/drawing/2014/main" id="{D96E1545-DA6C-CCD5-B5EF-6B6EA3271BC0}"/>
                </a:ext>
              </a:extLst>
            </p:cNvPr>
            <p:cNvSpPr/>
            <p:nvPr/>
          </p:nvSpPr>
          <p:spPr>
            <a:xfrm>
              <a:off x="6178212" y="4096994"/>
              <a:ext cx="1156355" cy="152106"/>
            </a:xfrm>
            <a:prstGeom prst="rect">
              <a:avLst/>
            </a:prstGeom>
            <a:noFill/>
            <a:ln>
              <a:noFill/>
            </a:ln>
          </p:spPr>
          <p:txBody>
            <a:bodyPr spcFirstLastPara="1" wrap="square" lIns="91440" tIns="0" rIns="0" bIns="0" anchor="t" anchorCtr="0">
              <a:noAutofit/>
            </a:bodyPr>
            <a:lstStyle/>
            <a:p>
              <a:pPr algn="ctr">
                <a:buClr>
                  <a:srgbClr val="000000"/>
                </a:buClr>
                <a:buSzPts val="1100"/>
              </a:pPr>
              <a:r>
                <a:rPr lang="en-US" sz="900" b="1" dirty="0">
                  <a:solidFill>
                    <a:schemeClr val="accent4"/>
                  </a:solidFill>
                </a:rPr>
                <a:t>Hard to read</a:t>
              </a:r>
              <a:endParaRPr sz="900" b="1" dirty="0">
                <a:solidFill>
                  <a:schemeClr val="accent4"/>
                </a:solidFill>
              </a:endParaRPr>
            </a:p>
          </p:txBody>
        </p:sp>
        <p:cxnSp>
          <p:nvCxnSpPr>
            <p:cNvPr id="51" name="Google Shape;469;p56">
              <a:extLst>
                <a:ext uri="{FF2B5EF4-FFF2-40B4-BE49-F238E27FC236}">
                  <a16:creationId xmlns:a16="http://schemas.microsoft.com/office/drawing/2014/main" id="{04EC0BDC-6CA6-A073-1BB8-DA667C9A7620}"/>
                </a:ext>
              </a:extLst>
            </p:cNvPr>
            <p:cNvCxnSpPr>
              <a:cxnSpLocks/>
            </p:cNvCxnSpPr>
            <p:nvPr/>
          </p:nvCxnSpPr>
          <p:spPr>
            <a:xfrm>
              <a:off x="6178597" y="4061211"/>
              <a:ext cx="1155915" cy="228028"/>
            </a:xfrm>
            <a:prstGeom prst="straightConnector1">
              <a:avLst/>
            </a:prstGeom>
            <a:noFill/>
            <a:ln w="15875" cap="flat" cmpd="sng">
              <a:solidFill>
                <a:srgbClr val="FF0000">
                  <a:alpha val="48230"/>
                </a:srgbClr>
              </a:solidFill>
              <a:prstDash val="solid"/>
              <a:round/>
              <a:headEnd type="none" w="med" len="med"/>
              <a:tailEnd type="none" w="med" len="med"/>
            </a:ln>
          </p:spPr>
        </p:cxnSp>
      </p:grpSp>
      <p:grpSp>
        <p:nvGrpSpPr>
          <p:cNvPr id="11" name="Group 10">
            <a:extLst>
              <a:ext uri="{FF2B5EF4-FFF2-40B4-BE49-F238E27FC236}">
                <a16:creationId xmlns:a16="http://schemas.microsoft.com/office/drawing/2014/main" id="{CA590E46-CCA8-71EE-A4F4-145845BBBAE4}"/>
              </a:ext>
            </a:extLst>
          </p:cNvPr>
          <p:cNvGrpSpPr/>
          <p:nvPr/>
        </p:nvGrpSpPr>
        <p:grpSpPr>
          <a:xfrm>
            <a:off x="7409891" y="4255364"/>
            <a:ext cx="1181849" cy="228028"/>
            <a:chOff x="7409891" y="4061211"/>
            <a:chExt cx="1181849" cy="228028"/>
          </a:xfrm>
        </p:grpSpPr>
        <p:sp>
          <p:nvSpPr>
            <p:cNvPr id="52" name="Google Shape;429;p55">
              <a:extLst>
                <a:ext uri="{FF2B5EF4-FFF2-40B4-BE49-F238E27FC236}">
                  <a16:creationId xmlns:a16="http://schemas.microsoft.com/office/drawing/2014/main" id="{3A1906A6-D6E3-1A28-ABB7-237E0961778E}"/>
                </a:ext>
              </a:extLst>
            </p:cNvPr>
            <p:cNvSpPr/>
            <p:nvPr/>
          </p:nvSpPr>
          <p:spPr>
            <a:xfrm>
              <a:off x="7435385" y="4096994"/>
              <a:ext cx="1156355" cy="152106"/>
            </a:xfrm>
            <a:prstGeom prst="rect">
              <a:avLst/>
            </a:prstGeom>
            <a:noFill/>
            <a:ln>
              <a:noFill/>
            </a:ln>
          </p:spPr>
          <p:txBody>
            <a:bodyPr spcFirstLastPara="1" wrap="square" lIns="91440" tIns="0" rIns="0" bIns="0" anchor="t" anchorCtr="0">
              <a:noAutofit/>
            </a:bodyPr>
            <a:lstStyle/>
            <a:p>
              <a:pPr algn="ctr">
                <a:buClr>
                  <a:srgbClr val="000000"/>
                </a:buClr>
                <a:buSzPts val="1100"/>
              </a:pPr>
              <a:r>
                <a:rPr lang="en-US" sz="900" b="1" dirty="0">
                  <a:solidFill>
                    <a:schemeClr val="accent6"/>
                  </a:solidFill>
                </a:rPr>
                <a:t>Hard to read</a:t>
              </a:r>
              <a:endParaRPr sz="900" b="1" dirty="0">
                <a:solidFill>
                  <a:schemeClr val="accent6"/>
                </a:solidFill>
              </a:endParaRPr>
            </a:p>
          </p:txBody>
        </p:sp>
        <p:cxnSp>
          <p:nvCxnSpPr>
            <p:cNvPr id="53" name="Google Shape;469;p56">
              <a:extLst>
                <a:ext uri="{FF2B5EF4-FFF2-40B4-BE49-F238E27FC236}">
                  <a16:creationId xmlns:a16="http://schemas.microsoft.com/office/drawing/2014/main" id="{9A2C0932-9E17-FD2E-5C04-54D588924483}"/>
                </a:ext>
              </a:extLst>
            </p:cNvPr>
            <p:cNvCxnSpPr>
              <a:cxnSpLocks/>
            </p:cNvCxnSpPr>
            <p:nvPr/>
          </p:nvCxnSpPr>
          <p:spPr>
            <a:xfrm>
              <a:off x="7409891" y="4061211"/>
              <a:ext cx="1155915" cy="228028"/>
            </a:xfrm>
            <a:prstGeom prst="straightConnector1">
              <a:avLst/>
            </a:prstGeom>
            <a:noFill/>
            <a:ln w="15875" cap="flat" cmpd="sng">
              <a:solidFill>
                <a:srgbClr val="FF0000">
                  <a:alpha val="48230"/>
                </a:srgbClr>
              </a:solidFill>
              <a:prstDash val="solid"/>
              <a:round/>
              <a:headEnd type="none" w="med" len="med"/>
              <a:tailEnd type="none" w="med" len="med"/>
            </a:ln>
          </p:spPr>
        </p:cxnSp>
      </p:grpSp>
      <p:grpSp>
        <p:nvGrpSpPr>
          <p:cNvPr id="6" name="Group 5">
            <a:extLst>
              <a:ext uri="{FF2B5EF4-FFF2-40B4-BE49-F238E27FC236}">
                <a16:creationId xmlns:a16="http://schemas.microsoft.com/office/drawing/2014/main" id="{7C89F335-E4A0-EC22-F312-B45ABD8703DB}"/>
              </a:ext>
            </a:extLst>
          </p:cNvPr>
          <p:cNvGrpSpPr/>
          <p:nvPr/>
        </p:nvGrpSpPr>
        <p:grpSpPr>
          <a:xfrm>
            <a:off x="2159232" y="4255364"/>
            <a:ext cx="1601470" cy="241874"/>
            <a:chOff x="2186816" y="4061655"/>
            <a:chExt cx="1546303" cy="241874"/>
          </a:xfrm>
        </p:grpSpPr>
        <p:sp>
          <p:nvSpPr>
            <p:cNvPr id="58" name="Google Shape;472;p56">
              <a:extLst>
                <a:ext uri="{FF2B5EF4-FFF2-40B4-BE49-F238E27FC236}">
                  <a16:creationId xmlns:a16="http://schemas.microsoft.com/office/drawing/2014/main" id="{BF73350D-75C6-AB47-E826-3257FACAD766}"/>
                </a:ext>
              </a:extLst>
            </p:cNvPr>
            <p:cNvSpPr/>
            <p:nvPr/>
          </p:nvSpPr>
          <p:spPr>
            <a:xfrm>
              <a:off x="2186816" y="4061655"/>
              <a:ext cx="1546303" cy="241874"/>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Clr>
                  <a:srgbClr val="000000"/>
                </a:buClr>
                <a:buSzPts val="1100"/>
                <a:buFont typeface="Arial"/>
                <a:buNone/>
              </a:pPr>
              <a:r>
                <a:rPr lang="en" sz="900" b="1" dirty="0">
                  <a:solidFill>
                    <a:schemeClr val="lt1"/>
                  </a:solidFill>
                </a:rPr>
                <a:t>Hard to read</a:t>
              </a:r>
              <a:endParaRPr sz="900" b="1" dirty="0">
                <a:solidFill>
                  <a:schemeClr val="lt1"/>
                </a:solidFill>
              </a:endParaRPr>
            </a:p>
          </p:txBody>
        </p:sp>
        <p:cxnSp>
          <p:nvCxnSpPr>
            <p:cNvPr id="59" name="Google Shape;473;p56">
              <a:extLst>
                <a:ext uri="{FF2B5EF4-FFF2-40B4-BE49-F238E27FC236}">
                  <a16:creationId xmlns:a16="http://schemas.microsoft.com/office/drawing/2014/main" id="{617F983F-38C7-2A02-3863-5452097C2004}"/>
                </a:ext>
              </a:extLst>
            </p:cNvPr>
            <p:cNvCxnSpPr>
              <a:cxnSpLocks/>
            </p:cNvCxnSpPr>
            <p:nvPr/>
          </p:nvCxnSpPr>
          <p:spPr>
            <a:xfrm>
              <a:off x="2190705" y="4070044"/>
              <a:ext cx="1538524" cy="228028"/>
            </a:xfrm>
            <a:prstGeom prst="straightConnector1">
              <a:avLst/>
            </a:prstGeom>
            <a:noFill/>
            <a:ln w="15875" cap="flat" cmpd="sng">
              <a:solidFill>
                <a:srgbClr val="FF0000">
                  <a:alpha val="48230"/>
                </a:srgbClr>
              </a:solidFill>
              <a:prstDash val="solid"/>
              <a:round/>
              <a:headEnd type="none" w="med" len="med"/>
              <a:tailEnd type="none" w="med" len="med"/>
            </a:ln>
          </p:spPr>
        </p:cxnSp>
      </p:grpSp>
      <p:grpSp>
        <p:nvGrpSpPr>
          <p:cNvPr id="14" name="Group 13">
            <a:extLst>
              <a:ext uri="{FF2B5EF4-FFF2-40B4-BE49-F238E27FC236}">
                <a16:creationId xmlns:a16="http://schemas.microsoft.com/office/drawing/2014/main" id="{413590A5-E633-04BB-F207-244A7DD8DCD0}"/>
              </a:ext>
            </a:extLst>
          </p:cNvPr>
          <p:cNvGrpSpPr/>
          <p:nvPr/>
        </p:nvGrpSpPr>
        <p:grpSpPr>
          <a:xfrm>
            <a:off x="468301" y="4255364"/>
            <a:ext cx="1539982" cy="228028"/>
            <a:chOff x="468301" y="4066293"/>
            <a:chExt cx="1539982" cy="228028"/>
          </a:xfrm>
        </p:grpSpPr>
        <p:sp>
          <p:nvSpPr>
            <p:cNvPr id="54" name="Google Shape;429;p55">
              <a:extLst>
                <a:ext uri="{FF2B5EF4-FFF2-40B4-BE49-F238E27FC236}">
                  <a16:creationId xmlns:a16="http://schemas.microsoft.com/office/drawing/2014/main" id="{FC23718C-9623-BDC3-30E8-6BD42290D9B0}"/>
                </a:ext>
              </a:extLst>
            </p:cNvPr>
            <p:cNvSpPr/>
            <p:nvPr/>
          </p:nvSpPr>
          <p:spPr>
            <a:xfrm>
              <a:off x="469174" y="4102076"/>
              <a:ext cx="1539109" cy="152106"/>
            </a:xfrm>
            <a:prstGeom prst="rect">
              <a:avLst/>
            </a:prstGeom>
            <a:noFill/>
            <a:ln>
              <a:noFill/>
            </a:ln>
          </p:spPr>
          <p:txBody>
            <a:bodyPr spcFirstLastPara="1" wrap="square" lIns="91440" tIns="0" rIns="0" bIns="0" anchor="t" anchorCtr="0">
              <a:noAutofit/>
            </a:bodyPr>
            <a:lstStyle/>
            <a:p>
              <a:pPr marL="0" lvl="0" indent="0" algn="ctr" rtl="0">
                <a:spcBef>
                  <a:spcPts val="0"/>
                </a:spcBef>
                <a:spcAft>
                  <a:spcPts val="0"/>
                </a:spcAft>
                <a:buClr>
                  <a:srgbClr val="000000"/>
                </a:buClr>
                <a:buSzPts val="1100"/>
                <a:buFont typeface="Arial"/>
                <a:buNone/>
              </a:pPr>
              <a:r>
                <a:rPr lang="en-US" sz="900" b="1" dirty="0">
                  <a:solidFill>
                    <a:schemeClr val="accent1"/>
                  </a:solidFill>
                </a:rPr>
                <a:t>Hard to read</a:t>
              </a:r>
              <a:endParaRPr sz="2800" b="1" dirty="0">
                <a:solidFill>
                  <a:schemeClr val="accent1"/>
                </a:solidFill>
              </a:endParaRPr>
            </a:p>
          </p:txBody>
        </p:sp>
        <p:cxnSp>
          <p:nvCxnSpPr>
            <p:cNvPr id="55" name="Google Shape;469;p56">
              <a:extLst>
                <a:ext uri="{FF2B5EF4-FFF2-40B4-BE49-F238E27FC236}">
                  <a16:creationId xmlns:a16="http://schemas.microsoft.com/office/drawing/2014/main" id="{88E8EF74-8F18-D8FF-4181-FCA499356DF3}"/>
                </a:ext>
              </a:extLst>
            </p:cNvPr>
            <p:cNvCxnSpPr>
              <a:cxnSpLocks/>
            </p:cNvCxnSpPr>
            <p:nvPr/>
          </p:nvCxnSpPr>
          <p:spPr>
            <a:xfrm>
              <a:off x="468301" y="4066293"/>
              <a:ext cx="1538524" cy="228028"/>
            </a:xfrm>
            <a:prstGeom prst="straightConnector1">
              <a:avLst/>
            </a:prstGeom>
            <a:noFill/>
            <a:ln w="15875" cap="flat" cmpd="sng">
              <a:solidFill>
                <a:srgbClr val="FF0000">
                  <a:alpha val="48230"/>
                </a:srgbClr>
              </a:solidFill>
              <a:prstDash val="solid"/>
              <a:round/>
              <a:headEnd type="none" w="med" len="med"/>
              <a:tailEnd type="none" w="med" len="med"/>
            </a:ln>
          </p:spPr>
        </p:cxnSp>
      </p:grpSp>
    </p:spTree>
    <p:extLst>
      <p:ext uri="{BB962C8B-B14F-4D97-AF65-F5344CB8AC3E}">
        <p14:creationId xmlns:p14="http://schemas.microsoft.com/office/powerpoint/2010/main" val="9220874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B8436B-5B4E-6170-19BC-EB41FBD2F3AC}"/>
              </a:ext>
            </a:extLst>
          </p:cNvPr>
          <p:cNvSpPr>
            <a:spLocks noGrp="1"/>
          </p:cNvSpPr>
          <p:nvPr>
            <p:ph type="title"/>
          </p:nvPr>
        </p:nvSpPr>
        <p:spPr/>
        <p:txBody>
          <a:bodyPr/>
          <a:lstStyle/>
          <a:p>
            <a:r>
              <a:rPr lang="en-US" dirty="0"/>
              <a:t>Do’s</a:t>
            </a:r>
          </a:p>
        </p:txBody>
      </p:sp>
      <p:sp>
        <p:nvSpPr>
          <p:cNvPr id="5" name="Google Shape;497;p46">
            <a:extLst>
              <a:ext uri="{FF2B5EF4-FFF2-40B4-BE49-F238E27FC236}">
                <a16:creationId xmlns:a16="http://schemas.microsoft.com/office/drawing/2014/main" id="{98302DFB-BC7E-9216-AE6B-AEECCE889119}"/>
              </a:ext>
            </a:extLst>
          </p:cNvPr>
          <p:cNvSpPr txBox="1"/>
          <p:nvPr/>
        </p:nvSpPr>
        <p:spPr>
          <a:xfrm>
            <a:off x="720525" y="2149825"/>
            <a:ext cx="2118600" cy="6540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None/>
            </a:pPr>
            <a:r>
              <a:rPr lang="en" sz="1200">
                <a:solidFill>
                  <a:srgbClr val="4E4E4E"/>
                </a:solidFill>
              </a:rPr>
              <a:t>Do use Snowflake template and master slides</a:t>
            </a:r>
            <a:endParaRPr sz="1200" i="0" u="none" strike="noStrike" cap="none">
              <a:solidFill>
                <a:srgbClr val="4E4E4E"/>
              </a:solidFill>
            </a:endParaRPr>
          </a:p>
        </p:txBody>
      </p:sp>
      <p:sp>
        <p:nvSpPr>
          <p:cNvPr id="6" name="Google Shape;498;p46">
            <a:extLst>
              <a:ext uri="{FF2B5EF4-FFF2-40B4-BE49-F238E27FC236}">
                <a16:creationId xmlns:a16="http://schemas.microsoft.com/office/drawing/2014/main" id="{8A095658-A7D8-51AE-B428-F39BB4E731C3}"/>
              </a:ext>
            </a:extLst>
          </p:cNvPr>
          <p:cNvSpPr txBox="1"/>
          <p:nvPr/>
        </p:nvSpPr>
        <p:spPr>
          <a:xfrm>
            <a:off x="3283000" y="2149825"/>
            <a:ext cx="2514600" cy="5487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None/>
            </a:pPr>
            <a:r>
              <a:rPr lang="en" sz="1200">
                <a:solidFill>
                  <a:srgbClr val="4E4E4E"/>
                </a:solidFill>
              </a:rPr>
              <a:t>Do use approved fonts</a:t>
            </a:r>
            <a:endParaRPr sz="1200" i="0" u="none" strike="noStrike" cap="none">
              <a:solidFill>
                <a:srgbClr val="4E4E4E"/>
              </a:solidFill>
            </a:endParaRPr>
          </a:p>
        </p:txBody>
      </p:sp>
      <p:sp>
        <p:nvSpPr>
          <p:cNvPr id="7" name="Google Shape;499;p46">
            <a:extLst>
              <a:ext uri="{FF2B5EF4-FFF2-40B4-BE49-F238E27FC236}">
                <a16:creationId xmlns:a16="http://schemas.microsoft.com/office/drawing/2014/main" id="{2FA1D6AE-2E41-3194-C5B4-F8B7E105D35B}"/>
              </a:ext>
            </a:extLst>
          </p:cNvPr>
          <p:cNvSpPr txBox="1"/>
          <p:nvPr/>
        </p:nvSpPr>
        <p:spPr>
          <a:xfrm>
            <a:off x="3283000" y="4074425"/>
            <a:ext cx="2514600" cy="548700"/>
          </a:xfrm>
          <a:prstGeom prst="rect">
            <a:avLst/>
          </a:prstGeom>
          <a:noFill/>
          <a:ln>
            <a:noFill/>
          </a:ln>
        </p:spPr>
        <p:txBody>
          <a:bodyPr spcFirstLastPara="1" wrap="square" lIns="68575" tIns="34275" rIns="68575" bIns="34275" anchor="t" anchorCtr="0">
            <a:noAutofit/>
          </a:bodyPr>
          <a:lstStyle/>
          <a:p>
            <a:pPr marL="0" lvl="0" indent="0" algn="ctr" rtl="0">
              <a:lnSpc>
                <a:spcPct val="115000"/>
              </a:lnSpc>
              <a:spcBef>
                <a:spcPts val="1000"/>
              </a:spcBef>
              <a:spcAft>
                <a:spcPts val="0"/>
              </a:spcAft>
              <a:buNone/>
            </a:pPr>
            <a:r>
              <a:rPr lang="en" sz="1200">
                <a:solidFill>
                  <a:srgbClr val="4E4E4E"/>
                </a:solidFill>
              </a:rPr>
              <a:t>Do keep slides simple </a:t>
            </a:r>
            <a:br>
              <a:rPr lang="en" sz="1200">
                <a:solidFill>
                  <a:srgbClr val="4E4E4E"/>
                </a:solidFill>
              </a:rPr>
            </a:br>
            <a:r>
              <a:rPr lang="en" sz="1200">
                <a:solidFill>
                  <a:srgbClr val="4E4E4E"/>
                </a:solidFill>
              </a:rPr>
              <a:t>and uncluttered</a:t>
            </a:r>
            <a:endParaRPr sz="1200" i="0" u="none" strike="noStrike" cap="none">
              <a:solidFill>
                <a:srgbClr val="4E4E4E"/>
              </a:solidFill>
            </a:endParaRPr>
          </a:p>
        </p:txBody>
      </p:sp>
      <p:sp>
        <p:nvSpPr>
          <p:cNvPr id="8" name="Google Shape;500;p46">
            <a:extLst>
              <a:ext uri="{FF2B5EF4-FFF2-40B4-BE49-F238E27FC236}">
                <a16:creationId xmlns:a16="http://schemas.microsoft.com/office/drawing/2014/main" id="{63A40E2B-CD53-8481-B440-30A52255F486}"/>
              </a:ext>
            </a:extLst>
          </p:cNvPr>
          <p:cNvSpPr txBox="1"/>
          <p:nvPr/>
        </p:nvSpPr>
        <p:spPr>
          <a:xfrm>
            <a:off x="3669125" y="1038848"/>
            <a:ext cx="1886400" cy="954900"/>
          </a:xfrm>
          <a:prstGeom prst="rect">
            <a:avLst/>
          </a:prstGeom>
          <a:noFill/>
          <a:ln>
            <a:noFill/>
          </a:ln>
        </p:spPr>
        <p:txBody>
          <a:bodyPr spcFirstLastPara="1" wrap="square" lIns="68575" tIns="34275" rIns="68575" bIns="34275" anchor="t" anchorCtr="0">
            <a:noAutofit/>
          </a:bodyPr>
          <a:lstStyle/>
          <a:p>
            <a:pPr marL="0" marR="0" lvl="0" indent="0" algn="l" rtl="0">
              <a:lnSpc>
                <a:spcPct val="115000"/>
              </a:lnSpc>
              <a:spcBef>
                <a:spcPts val="0"/>
              </a:spcBef>
              <a:spcAft>
                <a:spcPts val="0"/>
              </a:spcAft>
              <a:buNone/>
            </a:pPr>
            <a:r>
              <a:rPr lang="en" sz="1800" b="1" dirty="0">
                <a:solidFill>
                  <a:schemeClr val="dk1"/>
                </a:solidFill>
              </a:rPr>
              <a:t>Arial Bold</a:t>
            </a:r>
            <a:endParaRPr sz="1800" b="1" dirty="0">
              <a:solidFill>
                <a:schemeClr val="dk1"/>
              </a:solidFill>
            </a:endParaRPr>
          </a:p>
          <a:p>
            <a:pPr marL="0" marR="0" lvl="0" indent="0" algn="l" rtl="0">
              <a:lnSpc>
                <a:spcPct val="115000"/>
              </a:lnSpc>
              <a:spcBef>
                <a:spcPts val="0"/>
              </a:spcBef>
              <a:spcAft>
                <a:spcPts val="0"/>
              </a:spcAft>
              <a:buNone/>
            </a:pPr>
            <a:r>
              <a:rPr lang="en" sz="1300" dirty="0">
                <a:solidFill>
                  <a:schemeClr val="dk1"/>
                </a:solidFill>
              </a:rPr>
              <a:t>Arial</a:t>
            </a:r>
            <a:endParaRPr sz="1300" dirty="0">
              <a:solidFill>
                <a:schemeClr val="dk1"/>
              </a:solidFill>
            </a:endParaRPr>
          </a:p>
        </p:txBody>
      </p:sp>
      <p:pic>
        <p:nvPicPr>
          <p:cNvPr id="9" name="Google Shape;501;p46">
            <a:extLst>
              <a:ext uri="{FF2B5EF4-FFF2-40B4-BE49-F238E27FC236}">
                <a16:creationId xmlns:a16="http://schemas.microsoft.com/office/drawing/2014/main" id="{03D616A2-21B9-535C-EE20-EDF3E86585D0}"/>
              </a:ext>
            </a:extLst>
          </p:cNvPr>
          <p:cNvPicPr preferRelativeResize="0"/>
          <p:nvPr/>
        </p:nvPicPr>
        <p:blipFill rotWithShape="1">
          <a:blip r:embed="rId2">
            <a:alphaModFix/>
          </a:blip>
          <a:srcRect t="19" b="19"/>
          <a:stretch/>
        </p:blipFill>
        <p:spPr>
          <a:xfrm>
            <a:off x="3525925" y="2854609"/>
            <a:ext cx="1973033" cy="1110302"/>
          </a:xfrm>
          <a:prstGeom prst="rect">
            <a:avLst/>
          </a:prstGeom>
          <a:noFill/>
          <a:ln>
            <a:noFill/>
          </a:ln>
          <a:effectLst>
            <a:outerShdw blurRad="57150" dist="19050" dir="5400000" algn="bl" rotWithShape="0">
              <a:srgbClr val="666666">
                <a:alpha val="50000"/>
              </a:srgbClr>
            </a:outerShdw>
          </a:effectLst>
        </p:spPr>
      </p:pic>
      <p:sp>
        <p:nvSpPr>
          <p:cNvPr id="10" name="Google Shape;502;p46">
            <a:extLst>
              <a:ext uri="{FF2B5EF4-FFF2-40B4-BE49-F238E27FC236}">
                <a16:creationId xmlns:a16="http://schemas.microsoft.com/office/drawing/2014/main" id="{36853882-E087-A8A2-EEB9-3F88AC101AC9}"/>
              </a:ext>
            </a:extLst>
          </p:cNvPr>
          <p:cNvSpPr txBox="1"/>
          <p:nvPr/>
        </p:nvSpPr>
        <p:spPr>
          <a:xfrm>
            <a:off x="522550" y="4074425"/>
            <a:ext cx="2514600" cy="6540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None/>
            </a:pPr>
            <a:r>
              <a:rPr lang="en" sz="1200">
                <a:solidFill>
                  <a:srgbClr val="4E4E4E"/>
                </a:solidFill>
              </a:rPr>
              <a:t>Do use color background and</a:t>
            </a:r>
            <a:endParaRPr sz="1200">
              <a:solidFill>
                <a:srgbClr val="4E4E4E"/>
              </a:solidFill>
            </a:endParaRPr>
          </a:p>
          <a:p>
            <a:pPr marL="0" marR="0" lvl="0" indent="0" algn="ctr" rtl="0">
              <a:lnSpc>
                <a:spcPct val="115000"/>
              </a:lnSpc>
              <a:spcBef>
                <a:spcPts val="0"/>
              </a:spcBef>
              <a:spcAft>
                <a:spcPts val="0"/>
              </a:spcAft>
              <a:buNone/>
            </a:pPr>
            <a:r>
              <a:rPr lang="en" sz="1200">
                <a:solidFill>
                  <a:srgbClr val="4E4E4E"/>
                </a:solidFill>
              </a:rPr>
              <a:t>text color with high contrast</a:t>
            </a:r>
            <a:endParaRPr sz="1200" i="0" u="none" strike="noStrike" cap="none">
              <a:solidFill>
                <a:srgbClr val="4E4E4E"/>
              </a:solidFill>
            </a:endParaRPr>
          </a:p>
        </p:txBody>
      </p:sp>
      <p:sp>
        <p:nvSpPr>
          <p:cNvPr id="11" name="Google Shape;503;p46">
            <a:extLst>
              <a:ext uri="{FF2B5EF4-FFF2-40B4-BE49-F238E27FC236}">
                <a16:creationId xmlns:a16="http://schemas.microsoft.com/office/drawing/2014/main" id="{716D2834-38E3-57C1-9F99-AFCD1D9F0479}"/>
              </a:ext>
            </a:extLst>
          </p:cNvPr>
          <p:cNvSpPr txBox="1"/>
          <p:nvPr/>
        </p:nvSpPr>
        <p:spPr>
          <a:xfrm>
            <a:off x="6157750" y="2149825"/>
            <a:ext cx="2286000" cy="5487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None/>
            </a:pPr>
            <a:r>
              <a:rPr lang="en" sz="1200">
                <a:solidFill>
                  <a:srgbClr val="4E4E4E"/>
                </a:solidFill>
              </a:rPr>
              <a:t>Do use Snowflake brand colors</a:t>
            </a:r>
            <a:endParaRPr sz="1200" i="0" u="none" strike="noStrike" cap="none">
              <a:solidFill>
                <a:srgbClr val="4E4E4E"/>
              </a:solidFill>
            </a:endParaRPr>
          </a:p>
        </p:txBody>
      </p:sp>
      <p:sp>
        <p:nvSpPr>
          <p:cNvPr id="12" name="Google Shape;504;p46">
            <a:extLst>
              <a:ext uri="{FF2B5EF4-FFF2-40B4-BE49-F238E27FC236}">
                <a16:creationId xmlns:a16="http://schemas.microsoft.com/office/drawing/2014/main" id="{0A364304-2931-578D-AF79-A461121E3BFA}"/>
              </a:ext>
            </a:extLst>
          </p:cNvPr>
          <p:cNvSpPr txBox="1"/>
          <p:nvPr/>
        </p:nvSpPr>
        <p:spPr>
          <a:xfrm>
            <a:off x="6043450" y="4074425"/>
            <a:ext cx="2514600" cy="548700"/>
          </a:xfrm>
          <a:prstGeom prst="rect">
            <a:avLst/>
          </a:prstGeom>
          <a:noFill/>
          <a:ln>
            <a:noFill/>
          </a:ln>
        </p:spPr>
        <p:txBody>
          <a:bodyPr spcFirstLastPara="1" wrap="square" lIns="68575" tIns="34275" rIns="68575" bIns="34275" anchor="t" anchorCtr="0">
            <a:noAutofit/>
          </a:bodyPr>
          <a:lstStyle/>
          <a:p>
            <a:pPr marL="0" lvl="0" indent="0" algn="ctr" rtl="0">
              <a:lnSpc>
                <a:spcPct val="115000"/>
              </a:lnSpc>
              <a:spcBef>
                <a:spcPts val="1000"/>
              </a:spcBef>
              <a:spcAft>
                <a:spcPts val="0"/>
              </a:spcAft>
              <a:buNone/>
            </a:pPr>
            <a:r>
              <a:rPr lang="en" sz="1200">
                <a:solidFill>
                  <a:srgbClr val="4E4E4E"/>
                </a:solidFill>
              </a:rPr>
              <a:t>Do use high quality images</a:t>
            </a:r>
            <a:endParaRPr sz="1200" i="0" u="none" strike="noStrike" cap="none">
              <a:solidFill>
                <a:srgbClr val="4E4E4E"/>
              </a:solidFill>
            </a:endParaRPr>
          </a:p>
        </p:txBody>
      </p:sp>
      <p:sp>
        <p:nvSpPr>
          <p:cNvPr id="13" name="Google Shape;505;p46">
            <a:extLst>
              <a:ext uri="{FF2B5EF4-FFF2-40B4-BE49-F238E27FC236}">
                <a16:creationId xmlns:a16="http://schemas.microsoft.com/office/drawing/2014/main" id="{13F8B934-9844-C06D-D008-8A0EE51B95DB}"/>
              </a:ext>
            </a:extLst>
          </p:cNvPr>
          <p:cNvSpPr/>
          <p:nvPr/>
        </p:nvSpPr>
        <p:spPr>
          <a:xfrm>
            <a:off x="773950" y="2858510"/>
            <a:ext cx="2011800" cy="1106400"/>
          </a:xfrm>
          <a:prstGeom prst="rect">
            <a:avLst/>
          </a:prstGeom>
          <a:solidFill>
            <a:schemeClr val="accen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lt1"/>
                </a:solidFill>
              </a:rPr>
              <a:t>Know Your Data</a:t>
            </a:r>
            <a:endParaRPr sz="1600" b="1">
              <a:solidFill>
                <a:schemeClr val="lt1"/>
              </a:solidFill>
            </a:endParaRPr>
          </a:p>
        </p:txBody>
      </p:sp>
      <p:sp>
        <p:nvSpPr>
          <p:cNvPr id="14" name="Google Shape;507;p46">
            <a:extLst>
              <a:ext uri="{FF2B5EF4-FFF2-40B4-BE49-F238E27FC236}">
                <a16:creationId xmlns:a16="http://schemas.microsoft.com/office/drawing/2014/main" id="{505041D1-EE27-08E3-C49E-D5EF021B96A6}"/>
              </a:ext>
            </a:extLst>
          </p:cNvPr>
          <p:cNvSpPr/>
          <p:nvPr/>
        </p:nvSpPr>
        <p:spPr>
          <a:xfrm>
            <a:off x="6393025" y="1328200"/>
            <a:ext cx="376200" cy="376200"/>
          </a:xfrm>
          <a:prstGeom prst="ellips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508;p46">
            <a:extLst>
              <a:ext uri="{FF2B5EF4-FFF2-40B4-BE49-F238E27FC236}">
                <a16:creationId xmlns:a16="http://schemas.microsoft.com/office/drawing/2014/main" id="{85D91A34-8568-B774-3C8E-F589A08D675C}"/>
              </a:ext>
            </a:extLst>
          </p:cNvPr>
          <p:cNvSpPr/>
          <p:nvPr/>
        </p:nvSpPr>
        <p:spPr>
          <a:xfrm>
            <a:off x="6860567" y="1328200"/>
            <a:ext cx="376200" cy="376200"/>
          </a:xfrm>
          <a:prstGeom prst="ellipse">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509;p46">
            <a:extLst>
              <a:ext uri="{FF2B5EF4-FFF2-40B4-BE49-F238E27FC236}">
                <a16:creationId xmlns:a16="http://schemas.microsoft.com/office/drawing/2014/main" id="{0424C482-0A2B-A22D-9412-7D13498A2A67}"/>
              </a:ext>
            </a:extLst>
          </p:cNvPr>
          <p:cNvSpPr/>
          <p:nvPr/>
        </p:nvSpPr>
        <p:spPr>
          <a:xfrm>
            <a:off x="7328109" y="1328200"/>
            <a:ext cx="376200" cy="376200"/>
          </a:xfrm>
          <a:prstGeom prst="ellipse">
            <a:avLst/>
          </a:pr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7" name="Google Shape;510;p46">
            <a:extLst>
              <a:ext uri="{FF2B5EF4-FFF2-40B4-BE49-F238E27FC236}">
                <a16:creationId xmlns:a16="http://schemas.microsoft.com/office/drawing/2014/main" id="{98626E28-AD53-A694-3CFD-D25493EAAE33}"/>
              </a:ext>
            </a:extLst>
          </p:cNvPr>
          <p:cNvPicPr preferRelativeResize="0"/>
          <p:nvPr/>
        </p:nvPicPr>
        <p:blipFill rotWithShape="1">
          <a:blip r:embed="rId3">
            <a:alphaModFix/>
          </a:blip>
          <a:srcRect l="5221" t="10063" r="5221" b="10071"/>
          <a:stretch/>
        </p:blipFill>
        <p:spPr>
          <a:xfrm>
            <a:off x="6294850" y="2865175"/>
            <a:ext cx="2011802" cy="1106401"/>
          </a:xfrm>
          <a:prstGeom prst="rect">
            <a:avLst/>
          </a:prstGeom>
          <a:noFill/>
          <a:ln>
            <a:noFill/>
          </a:ln>
        </p:spPr>
      </p:pic>
      <p:sp>
        <p:nvSpPr>
          <p:cNvPr id="18" name="Google Shape;511;p46">
            <a:extLst>
              <a:ext uri="{FF2B5EF4-FFF2-40B4-BE49-F238E27FC236}">
                <a16:creationId xmlns:a16="http://schemas.microsoft.com/office/drawing/2014/main" id="{8A5438A1-F536-AB3F-BDCE-0B3D4CA3AE9D}"/>
              </a:ext>
            </a:extLst>
          </p:cNvPr>
          <p:cNvSpPr/>
          <p:nvPr/>
        </p:nvSpPr>
        <p:spPr>
          <a:xfrm>
            <a:off x="7795659" y="1328200"/>
            <a:ext cx="376200" cy="376200"/>
          </a:xfrm>
          <a:prstGeom prst="ellipse">
            <a:avLst/>
          </a:prstGeom>
          <a:solidFill>
            <a:schemeClr val="lt1"/>
          </a:solidFill>
          <a:ln w="9525"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 name="Google Shape;509;p47">
            <a:extLst>
              <a:ext uri="{FF2B5EF4-FFF2-40B4-BE49-F238E27FC236}">
                <a16:creationId xmlns:a16="http://schemas.microsoft.com/office/drawing/2014/main" id="{32772EF3-D5FB-92E7-FEFD-B33C5E3742BF}"/>
              </a:ext>
            </a:extLst>
          </p:cNvPr>
          <p:cNvPicPr preferRelativeResize="0"/>
          <p:nvPr/>
        </p:nvPicPr>
        <p:blipFill>
          <a:blip r:embed="rId4">
            <a:alphaModFix/>
          </a:blip>
          <a:stretch>
            <a:fillRect/>
          </a:stretch>
        </p:blipFill>
        <p:spPr>
          <a:xfrm>
            <a:off x="773950" y="940650"/>
            <a:ext cx="2011802" cy="1131638"/>
          </a:xfrm>
          <a:prstGeom prst="rect">
            <a:avLst/>
          </a:prstGeom>
          <a:noFill/>
          <a:ln>
            <a:noFill/>
          </a:ln>
        </p:spPr>
      </p:pic>
    </p:spTree>
    <p:extLst>
      <p:ext uri="{BB962C8B-B14F-4D97-AF65-F5344CB8AC3E}">
        <p14:creationId xmlns:p14="http://schemas.microsoft.com/office/powerpoint/2010/main" val="12136464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3DA7C21-50E8-0C4C-104F-E64D0FC6B44B}"/>
              </a:ext>
            </a:extLst>
          </p:cNvPr>
          <p:cNvSpPr>
            <a:spLocks noGrp="1"/>
          </p:cNvSpPr>
          <p:nvPr>
            <p:ph type="title"/>
          </p:nvPr>
        </p:nvSpPr>
        <p:spPr/>
        <p:txBody>
          <a:bodyPr/>
          <a:lstStyle/>
          <a:p>
            <a:r>
              <a:rPr lang="en-US" dirty="0"/>
              <a:t>Don’ts</a:t>
            </a:r>
          </a:p>
        </p:txBody>
      </p:sp>
      <p:sp>
        <p:nvSpPr>
          <p:cNvPr id="7" name="Google Shape;517;p47">
            <a:extLst>
              <a:ext uri="{FF2B5EF4-FFF2-40B4-BE49-F238E27FC236}">
                <a16:creationId xmlns:a16="http://schemas.microsoft.com/office/drawing/2014/main" id="{4A0AD5E4-C3BA-339B-723E-CB1D73BCEE9A}"/>
              </a:ext>
            </a:extLst>
          </p:cNvPr>
          <p:cNvSpPr txBox="1"/>
          <p:nvPr/>
        </p:nvSpPr>
        <p:spPr>
          <a:xfrm>
            <a:off x="522550" y="2149825"/>
            <a:ext cx="2514600" cy="6540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None/>
            </a:pPr>
            <a:r>
              <a:rPr lang="en" sz="1200">
                <a:solidFill>
                  <a:srgbClr val="4E4E4E"/>
                </a:solidFill>
              </a:rPr>
              <a:t>Don’t use non-brand colors</a:t>
            </a:r>
            <a:endParaRPr sz="1200" i="0" u="none" strike="noStrike" cap="none">
              <a:solidFill>
                <a:srgbClr val="4E4E4E"/>
              </a:solidFill>
            </a:endParaRPr>
          </a:p>
        </p:txBody>
      </p:sp>
      <p:sp>
        <p:nvSpPr>
          <p:cNvPr id="8" name="Google Shape;518;p47">
            <a:extLst>
              <a:ext uri="{FF2B5EF4-FFF2-40B4-BE49-F238E27FC236}">
                <a16:creationId xmlns:a16="http://schemas.microsoft.com/office/drawing/2014/main" id="{C683C146-C1E3-F957-B4C8-D4439E9B170F}"/>
              </a:ext>
            </a:extLst>
          </p:cNvPr>
          <p:cNvSpPr txBox="1"/>
          <p:nvPr/>
        </p:nvSpPr>
        <p:spPr>
          <a:xfrm>
            <a:off x="3283000" y="2149825"/>
            <a:ext cx="2514600" cy="5487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None/>
            </a:pPr>
            <a:r>
              <a:rPr lang="en" sz="1200">
                <a:solidFill>
                  <a:srgbClr val="4E4E4E"/>
                </a:solidFill>
              </a:rPr>
              <a:t>Don’t use non-brand fonts </a:t>
            </a:r>
            <a:endParaRPr sz="1200" i="0" u="none" strike="noStrike" cap="none">
              <a:solidFill>
                <a:srgbClr val="4E4E4E"/>
              </a:solidFill>
            </a:endParaRPr>
          </a:p>
        </p:txBody>
      </p:sp>
      <p:sp>
        <p:nvSpPr>
          <p:cNvPr id="9" name="Google Shape;519;p47">
            <a:extLst>
              <a:ext uri="{FF2B5EF4-FFF2-40B4-BE49-F238E27FC236}">
                <a16:creationId xmlns:a16="http://schemas.microsoft.com/office/drawing/2014/main" id="{938DA7B7-AC58-687C-58EA-A9A21FD5E1B5}"/>
              </a:ext>
            </a:extLst>
          </p:cNvPr>
          <p:cNvSpPr txBox="1"/>
          <p:nvPr/>
        </p:nvSpPr>
        <p:spPr>
          <a:xfrm>
            <a:off x="3283000" y="4120975"/>
            <a:ext cx="2514600" cy="548700"/>
          </a:xfrm>
          <a:prstGeom prst="rect">
            <a:avLst/>
          </a:prstGeom>
          <a:noFill/>
          <a:ln>
            <a:noFill/>
          </a:ln>
        </p:spPr>
        <p:txBody>
          <a:bodyPr spcFirstLastPara="1" wrap="square" lIns="68575" tIns="34275" rIns="68575" bIns="34275" anchor="t" anchorCtr="0">
            <a:noAutofit/>
          </a:bodyPr>
          <a:lstStyle/>
          <a:p>
            <a:pPr marL="0" lvl="0" indent="0" algn="ctr" rtl="0">
              <a:lnSpc>
                <a:spcPct val="115000"/>
              </a:lnSpc>
              <a:spcBef>
                <a:spcPts val="1000"/>
              </a:spcBef>
              <a:spcAft>
                <a:spcPts val="0"/>
              </a:spcAft>
              <a:buNone/>
            </a:pPr>
            <a:r>
              <a:rPr lang="en" sz="1200">
                <a:solidFill>
                  <a:srgbClr val="4E4E4E"/>
                </a:solidFill>
              </a:rPr>
              <a:t>Don’t clutter your slides</a:t>
            </a:r>
            <a:endParaRPr sz="1200" i="0" u="none" strike="noStrike" cap="none">
              <a:solidFill>
                <a:srgbClr val="4E4E4E"/>
              </a:solidFill>
            </a:endParaRPr>
          </a:p>
        </p:txBody>
      </p:sp>
      <p:sp>
        <p:nvSpPr>
          <p:cNvPr id="10" name="Google Shape;520;p47">
            <a:extLst>
              <a:ext uri="{FF2B5EF4-FFF2-40B4-BE49-F238E27FC236}">
                <a16:creationId xmlns:a16="http://schemas.microsoft.com/office/drawing/2014/main" id="{FCB96B72-AB01-4D26-EB95-431110CC0BE6}"/>
              </a:ext>
            </a:extLst>
          </p:cNvPr>
          <p:cNvSpPr/>
          <p:nvPr/>
        </p:nvSpPr>
        <p:spPr>
          <a:xfrm>
            <a:off x="928250" y="1215887"/>
            <a:ext cx="488700" cy="488700"/>
          </a:xfrm>
          <a:prstGeom prst="ellipse">
            <a:avLst/>
          </a:prstGeom>
          <a:solidFill>
            <a:srgbClr val="B45F0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521;p47">
            <a:extLst>
              <a:ext uri="{FF2B5EF4-FFF2-40B4-BE49-F238E27FC236}">
                <a16:creationId xmlns:a16="http://schemas.microsoft.com/office/drawing/2014/main" id="{41E789E8-5695-FCA0-1693-35E92C302DA1}"/>
              </a:ext>
            </a:extLst>
          </p:cNvPr>
          <p:cNvSpPr/>
          <p:nvPr/>
        </p:nvSpPr>
        <p:spPr>
          <a:xfrm>
            <a:off x="1535500" y="1215887"/>
            <a:ext cx="488700" cy="488700"/>
          </a:xfrm>
          <a:prstGeom prst="ellipse">
            <a:avLst/>
          </a:prstGeom>
          <a:solidFill>
            <a:srgbClr val="45818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522;p47">
            <a:extLst>
              <a:ext uri="{FF2B5EF4-FFF2-40B4-BE49-F238E27FC236}">
                <a16:creationId xmlns:a16="http://schemas.microsoft.com/office/drawing/2014/main" id="{F6130516-EBC6-CACE-DBB3-4FB01EC6FA26}"/>
              </a:ext>
            </a:extLst>
          </p:cNvPr>
          <p:cNvSpPr/>
          <p:nvPr/>
        </p:nvSpPr>
        <p:spPr>
          <a:xfrm>
            <a:off x="2142750" y="1215887"/>
            <a:ext cx="488700" cy="488700"/>
          </a:xfrm>
          <a:prstGeom prst="ellipse">
            <a:avLst/>
          </a:prstGeom>
          <a:solidFill>
            <a:srgbClr val="4A86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523;p47">
            <a:extLst>
              <a:ext uri="{FF2B5EF4-FFF2-40B4-BE49-F238E27FC236}">
                <a16:creationId xmlns:a16="http://schemas.microsoft.com/office/drawing/2014/main" id="{C2E402C3-81C2-A620-770D-B7A2802E0877}"/>
              </a:ext>
            </a:extLst>
          </p:cNvPr>
          <p:cNvSpPr txBox="1"/>
          <p:nvPr/>
        </p:nvSpPr>
        <p:spPr>
          <a:xfrm>
            <a:off x="3397300" y="1065263"/>
            <a:ext cx="2286000" cy="939300"/>
          </a:xfrm>
          <a:prstGeom prst="rect">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None/>
            </a:pPr>
            <a:r>
              <a:rPr lang="en" sz="1800" dirty="0">
                <a:solidFill>
                  <a:schemeClr val="dk1"/>
                </a:solidFill>
                <a:latin typeface="Impact"/>
                <a:ea typeface="Impact"/>
                <a:cs typeface="Impact"/>
                <a:sym typeface="Impact"/>
              </a:rPr>
              <a:t>IMPACT, </a:t>
            </a:r>
            <a:r>
              <a:rPr lang="en" sz="1800" dirty="0">
                <a:solidFill>
                  <a:schemeClr val="dk1"/>
                </a:solidFill>
                <a:latin typeface="EB Garamond SemiBold"/>
                <a:ea typeface="EB Garamond SemiBold"/>
                <a:cs typeface="EB Garamond SemiBold"/>
                <a:sym typeface="EB Garamond SemiBold"/>
              </a:rPr>
              <a:t>Garamond, </a:t>
            </a:r>
            <a:endParaRPr sz="1800" dirty="0">
              <a:solidFill>
                <a:schemeClr val="dk1"/>
              </a:solidFill>
              <a:latin typeface="EB Garamond SemiBold"/>
              <a:ea typeface="EB Garamond SemiBold"/>
              <a:cs typeface="EB Garamond SemiBold"/>
              <a:sym typeface="EB Garamond SemiBold"/>
            </a:endParaRPr>
          </a:p>
          <a:p>
            <a:pPr marL="0" marR="0" lvl="0" indent="0" algn="ctr" rtl="0">
              <a:lnSpc>
                <a:spcPct val="100000"/>
              </a:lnSpc>
              <a:spcBef>
                <a:spcPts val="0"/>
              </a:spcBef>
              <a:spcAft>
                <a:spcPts val="0"/>
              </a:spcAft>
              <a:buNone/>
            </a:pPr>
            <a:r>
              <a:rPr lang="en" sz="1800" dirty="0">
                <a:solidFill>
                  <a:schemeClr val="dk1"/>
                </a:solidFill>
                <a:latin typeface="Calibri"/>
                <a:ea typeface="Calibri"/>
                <a:cs typeface="Calibri"/>
                <a:sym typeface="Calibri"/>
              </a:rPr>
              <a:t>Calibri, </a:t>
            </a:r>
            <a:r>
              <a:rPr lang="en" sz="1800" dirty="0">
                <a:solidFill>
                  <a:schemeClr val="dk1"/>
                </a:solidFill>
                <a:latin typeface="Lobster"/>
                <a:ea typeface="Lobster"/>
                <a:cs typeface="Lobster"/>
                <a:sym typeface="Lobster"/>
              </a:rPr>
              <a:t>Lobster, </a:t>
            </a:r>
            <a:r>
              <a:rPr lang="en" sz="1800" dirty="0">
                <a:solidFill>
                  <a:schemeClr val="dk1"/>
                </a:solidFill>
                <a:latin typeface="Amatic SC"/>
                <a:ea typeface="Amatic SC"/>
                <a:cs typeface="Amatic SC"/>
                <a:sym typeface="Amatic SC"/>
              </a:rPr>
              <a:t>AMATIC, </a:t>
            </a:r>
            <a:r>
              <a:rPr lang="en" sz="1800" dirty="0">
                <a:solidFill>
                  <a:schemeClr val="dk1"/>
                </a:solidFill>
                <a:latin typeface="Trebuchet MS"/>
                <a:ea typeface="Trebuchet MS"/>
                <a:cs typeface="Trebuchet MS"/>
                <a:sym typeface="Trebuchet MS"/>
              </a:rPr>
              <a:t>Trebuchet, </a:t>
            </a:r>
            <a:r>
              <a:rPr lang="en" sz="1800" dirty="0">
                <a:solidFill>
                  <a:schemeClr val="dk1"/>
                </a:solidFill>
                <a:latin typeface="Roboto Light"/>
                <a:ea typeface="Roboto Light"/>
                <a:cs typeface="Roboto Light"/>
                <a:sym typeface="Roboto Light"/>
              </a:rPr>
              <a:t>Roboto </a:t>
            </a:r>
            <a:endParaRPr sz="1000" dirty="0">
              <a:solidFill>
                <a:schemeClr val="dk1"/>
              </a:solidFill>
              <a:latin typeface="Trebuchet MS"/>
              <a:ea typeface="Trebuchet MS"/>
              <a:cs typeface="Trebuchet MS"/>
              <a:sym typeface="Trebuchet MS"/>
            </a:endParaRPr>
          </a:p>
          <a:p>
            <a:pPr marL="0" marR="0" lvl="0" indent="0" algn="ctr" rtl="0">
              <a:lnSpc>
                <a:spcPct val="100000"/>
              </a:lnSpc>
              <a:spcBef>
                <a:spcPts val="0"/>
              </a:spcBef>
              <a:spcAft>
                <a:spcPts val="0"/>
              </a:spcAft>
              <a:buNone/>
            </a:pPr>
            <a:r>
              <a:rPr lang="en" sz="1000" dirty="0">
                <a:solidFill>
                  <a:schemeClr val="dk1"/>
                </a:solidFill>
                <a:latin typeface="Lato"/>
                <a:ea typeface="Lato"/>
                <a:cs typeface="Lato"/>
                <a:sym typeface="Lato"/>
              </a:rPr>
              <a:t>ETC.</a:t>
            </a:r>
            <a:endParaRPr sz="1000" dirty="0">
              <a:solidFill>
                <a:schemeClr val="dk1"/>
              </a:solidFill>
              <a:latin typeface="Lato"/>
              <a:ea typeface="Lato"/>
              <a:cs typeface="Lato"/>
              <a:sym typeface="Lato"/>
            </a:endParaRPr>
          </a:p>
        </p:txBody>
      </p:sp>
      <p:pic>
        <p:nvPicPr>
          <p:cNvPr id="14" name="Google Shape;524;p47">
            <a:extLst>
              <a:ext uri="{FF2B5EF4-FFF2-40B4-BE49-F238E27FC236}">
                <a16:creationId xmlns:a16="http://schemas.microsoft.com/office/drawing/2014/main" id="{0DE09DAC-55A2-D58F-6808-815E43FF06D7}"/>
              </a:ext>
            </a:extLst>
          </p:cNvPr>
          <p:cNvPicPr preferRelativeResize="0"/>
          <p:nvPr/>
        </p:nvPicPr>
        <p:blipFill rotWithShape="1">
          <a:blip r:embed="rId2">
            <a:alphaModFix/>
          </a:blip>
          <a:srcRect l="19" r="19"/>
          <a:stretch/>
        </p:blipFill>
        <p:spPr>
          <a:xfrm>
            <a:off x="3525925" y="2854609"/>
            <a:ext cx="1973033" cy="1110300"/>
          </a:xfrm>
          <a:prstGeom prst="rect">
            <a:avLst/>
          </a:prstGeom>
          <a:noFill/>
          <a:ln>
            <a:noFill/>
          </a:ln>
          <a:effectLst>
            <a:outerShdw blurRad="57150" dist="19050" dir="5400000" algn="bl" rotWithShape="0">
              <a:srgbClr val="666666">
                <a:alpha val="50000"/>
              </a:srgbClr>
            </a:outerShdw>
          </a:effectLst>
        </p:spPr>
      </p:pic>
      <p:sp>
        <p:nvSpPr>
          <p:cNvPr id="15" name="Google Shape;525;p47">
            <a:extLst>
              <a:ext uri="{FF2B5EF4-FFF2-40B4-BE49-F238E27FC236}">
                <a16:creationId xmlns:a16="http://schemas.microsoft.com/office/drawing/2014/main" id="{320B2606-6AC5-2B57-008B-FB7B0273D184}"/>
              </a:ext>
            </a:extLst>
          </p:cNvPr>
          <p:cNvSpPr txBox="1"/>
          <p:nvPr/>
        </p:nvSpPr>
        <p:spPr>
          <a:xfrm>
            <a:off x="522550" y="4074425"/>
            <a:ext cx="2514600" cy="6540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None/>
            </a:pPr>
            <a:r>
              <a:rPr lang="en" sz="1200">
                <a:solidFill>
                  <a:srgbClr val="4E4E4E"/>
                </a:solidFill>
              </a:rPr>
              <a:t>Don’t use low-contrast text/background combinations</a:t>
            </a:r>
            <a:endParaRPr sz="1200" i="0" u="none" strike="noStrike" cap="none">
              <a:solidFill>
                <a:srgbClr val="4E4E4E"/>
              </a:solidFill>
            </a:endParaRPr>
          </a:p>
        </p:txBody>
      </p:sp>
      <p:sp>
        <p:nvSpPr>
          <p:cNvPr id="16" name="Google Shape;526;p47">
            <a:extLst>
              <a:ext uri="{FF2B5EF4-FFF2-40B4-BE49-F238E27FC236}">
                <a16:creationId xmlns:a16="http://schemas.microsoft.com/office/drawing/2014/main" id="{3108BE3A-F144-E253-3944-D700E3C58ADC}"/>
              </a:ext>
            </a:extLst>
          </p:cNvPr>
          <p:cNvSpPr txBox="1"/>
          <p:nvPr/>
        </p:nvSpPr>
        <p:spPr>
          <a:xfrm>
            <a:off x="6157750" y="4120975"/>
            <a:ext cx="2286000" cy="548700"/>
          </a:xfrm>
          <a:prstGeom prst="rect">
            <a:avLst/>
          </a:prstGeom>
          <a:noFill/>
          <a:ln>
            <a:noFill/>
          </a:ln>
        </p:spPr>
        <p:txBody>
          <a:bodyPr spcFirstLastPara="1" wrap="square" lIns="68575" tIns="34275" rIns="68575" bIns="34275" anchor="t" anchorCtr="0">
            <a:noAutofit/>
          </a:bodyPr>
          <a:lstStyle/>
          <a:p>
            <a:pPr marL="0" marR="0" lvl="0" indent="0" algn="ctr" rtl="0">
              <a:lnSpc>
                <a:spcPct val="115000"/>
              </a:lnSpc>
              <a:spcBef>
                <a:spcPts val="0"/>
              </a:spcBef>
              <a:spcAft>
                <a:spcPts val="0"/>
              </a:spcAft>
              <a:buNone/>
            </a:pPr>
            <a:r>
              <a:rPr lang="en" sz="1200">
                <a:solidFill>
                  <a:srgbClr val="4E4E4E"/>
                </a:solidFill>
              </a:rPr>
              <a:t>Don’t use low quality or pixelated images</a:t>
            </a:r>
            <a:endParaRPr sz="1200" i="0" u="none" strike="noStrike" cap="none">
              <a:solidFill>
                <a:srgbClr val="4E4E4E"/>
              </a:solidFill>
            </a:endParaRPr>
          </a:p>
        </p:txBody>
      </p:sp>
      <p:sp>
        <p:nvSpPr>
          <p:cNvPr id="17" name="Google Shape;527;p47">
            <a:extLst>
              <a:ext uri="{FF2B5EF4-FFF2-40B4-BE49-F238E27FC236}">
                <a16:creationId xmlns:a16="http://schemas.microsoft.com/office/drawing/2014/main" id="{A4ADBD51-EAC8-973F-0C5E-FD2D5270F316}"/>
              </a:ext>
            </a:extLst>
          </p:cNvPr>
          <p:cNvSpPr txBox="1"/>
          <p:nvPr/>
        </p:nvSpPr>
        <p:spPr>
          <a:xfrm>
            <a:off x="6043450" y="2149825"/>
            <a:ext cx="2514600" cy="548700"/>
          </a:xfrm>
          <a:prstGeom prst="rect">
            <a:avLst/>
          </a:prstGeom>
          <a:noFill/>
          <a:ln>
            <a:noFill/>
          </a:ln>
        </p:spPr>
        <p:txBody>
          <a:bodyPr spcFirstLastPara="1" wrap="square" lIns="68575" tIns="34275" rIns="68575" bIns="34275" anchor="t" anchorCtr="0">
            <a:noAutofit/>
          </a:bodyPr>
          <a:lstStyle/>
          <a:p>
            <a:pPr marL="0" lvl="0" indent="0" algn="ctr" rtl="0">
              <a:lnSpc>
                <a:spcPct val="115000"/>
              </a:lnSpc>
              <a:spcBef>
                <a:spcPts val="1000"/>
              </a:spcBef>
              <a:spcAft>
                <a:spcPts val="0"/>
              </a:spcAft>
              <a:buNone/>
            </a:pPr>
            <a:r>
              <a:rPr lang="en" sz="1200">
                <a:solidFill>
                  <a:srgbClr val="4E4E4E"/>
                </a:solidFill>
              </a:rPr>
              <a:t>Don’t make text too small</a:t>
            </a:r>
            <a:endParaRPr sz="1200" i="0" u="none" strike="noStrike" cap="none">
              <a:solidFill>
                <a:srgbClr val="4E4E4E"/>
              </a:solidFill>
            </a:endParaRPr>
          </a:p>
        </p:txBody>
      </p:sp>
      <p:sp>
        <p:nvSpPr>
          <p:cNvPr id="18" name="Google Shape;528;p47">
            <a:extLst>
              <a:ext uri="{FF2B5EF4-FFF2-40B4-BE49-F238E27FC236}">
                <a16:creationId xmlns:a16="http://schemas.microsoft.com/office/drawing/2014/main" id="{6F5181AB-E57C-1D5A-8D73-029C5EC76475}"/>
              </a:ext>
            </a:extLst>
          </p:cNvPr>
          <p:cNvSpPr/>
          <p:nvPr/>
        </p:nvSpPr>
        <p:spPr>
          <a:xfrm>
            <a:off x="773950" y="2856563"/>
            <a:ext cx="2011800" cy="1106400"/>
          </a:xfrm>
          <a:prstGeom prst="rect">
            <a:avLst/>
          </a:pr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600" b="1">
                <a:solidFill>
                  <a:schemeClr val="accent2"/>
                </a:solidFill>
              </a:rPr>
              <a:t>Know Your Data</a:t>
            </a:r>
            <a:endParaRPr sz="1600" b="1">
              <a:solidFill>
                <a:schemeClr val="accent2"/>
              </a:solidFill>
            </a:endParaRPr>
          </a:p>
        </p:txBody>
      </p:sp>
      <p:pic>
        <p:nvPicPr>
          <p:cNvPr id="19" name="Google Shape;529;p47">
            <a:extLst>
              <a:ext uri="{FF2B5EF4-FFF2-40B4-BE49-F238E27FC236}">
                <a16:creationId xmlns:a16="http://schemas.microsoft.com/office/drawing/2014/main" id="{7750A798-4915-7229-17D4-321258C50451}"/>
              </a:ext>
            </a:extLst>
          </p:cNvPr>
          <p:cNvPicPr preferRelativeResize="0"/>
          <p:nvPr/>
        </p:nvPicPr>
        <p:blipFill rotWithShape="1">
          <a:blip r:embed="rId3">
            <a:alphaModFix/>
          </a:blip>
          <a:srcRect l="5993" t="10967" r="6001" b="10967"/>
          <a:stretch/>
        </p:blipFill>
        <p:spPr>
          <a:xfrm>
            <a:off x="6294850" y="2865175"/>
            <a:ext cx="2011800" cy="1106400"/>
          </a:xfrm>
          <a:prstGeom prst="rect">
            <a:avLst/>
          </a:prstGeom>
          <a:noFill/>
          <a:ln>
            <a:noFill/>
          </a:ln>
        </p:spPr>
      </p:pic>
      <p:sp>
        <p:nvSpPr>
          <p:cNvPr id="20" name="Google Shape;530;p47">
            <a:extLst>
              <a:ext uri="{FF2B5EF4-FFF2-40B4-BE49-F238E27FC236}">
                <a16:creationId xmlns:a16="http://schemas.microsoft.com/office/drawing/2014/main" id="{AFF3BB12-70B1-CC8F-077F-14709B9EEE47}"/>
              </a:ext>
            </a:extLst>
          </p:cNvPr>
          <p:cNvSpPr/>
          <p:nvPr/>
        </p:nvSpPr>
        <p:spPr>
          <a:xfrm>
            <a:off x="6294850" y="903783"/>
            <a:ext cx="2011800" cy="1106400"/>
          </a:xfrm>
          <a:prstGeom prst="rect">
            <a:avLst/>
          </a:prstGeom>
          <a:noFill/>
          <a:ln w="9525" cap="flat" cmpd="sng">
            <a:solidFill>
              <a:srgbClr val="CCCCCC"/>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sz="600" b="1">
                <a:solidFill>
                  <a:schemeClr val="accent2"/>
                </a:solidFill>
              </a:rPr>
              <a:t>Know Your Data</a:t>
            </a:r>
            <a:endParaRPr sz="600" b="1">
              <a:solidFill>
                <a:schemeClr val="accent2"/>
              </a:solidFill>
            </a:endParaRPr>
          </a:p>
          <a:p>
            <a:pPr marL="0" lvl="0" indent="0" algn="ctr" rtl="0">
              <a:spcBef>
                <a:spcPts val="300"/>
              </a:spcBef>
              <a:spcAft>
                <a:spcPts val="0"/>
              </a:spcAft>
              <a:buNone/>
            </a:pPr>
            <a:r>
              <a:rPr lang="en" sz="600">
                <a:solidFill>
                  <a:srgbClr val="5B5B5B"/>
                </a:solidFill>
              </a:rPr>
              <a:t>Understand, classify, and track data</a:t>
            </a:r>
            <a:endParaRPr sz="600">
              <a:solidFill>
                <a:srgbClr val="5B5B5B"/>
              </a:solidFill>
            </a:endParaRPr>
          </a:p>
          <a:p>
            <a:pPr marL="0" lvl="0" indent="0" algn="ctr" rtl="0">
              <a:spcBef>
                <a:spcPts val="0"/>
              </a:spcBef>
              <a:spcAft>
                <a:spcPts val="0"/>
              </a:spcAft>
              <a:buNone/>
            </a:pPr>
            <a:r>
              <a:rPr lang="en" sz="600">
                <a:solidFill>
                  <a:srgbClr val="5B5B5B"/>
                </a:solidFill>
              </a:rPr>
              <a:t>and its usage</a:t>
            </a:r>
            <a:endParaRPr sz="600">
              <a:solidFill>
                <a:srgbClr val="5B5B5B"/>
              </a:solidFill>
            </a:endParaRPr>
          </a:p>
        </p:txBody>
      </p:sp>
      <p:cxnSp>
        <p:nvCxnSpPr>
          <p:cNvPr id="21" name="Google Shape;531;p47">
            <a:extLst>
              <a:ext uri="{FF2B5EF4-FFF2-40B4-BE49-F238E27FC236}">
                <a16:creationId xmlns:a16="http://schemas.microsoft.com/office/drawing/2014/main" id="{44D424B8-CB34-3FCC-6C8B-C889EA88096B}"/>
              </a:ext>
            </a:extLst>
          </p:cNvPr>
          <p:cNvCxnSpPr>
            <a:cxnSpLocks/>
          </p:cNvCxnSpPr>
          <p:nvPr/>
        </p:nvCxnSpPr>
        <p:spPr>
          <a:xfrm rot="10800000" flipH="1">
            <a:off x="692900" y="1057212"/>
            <a:ext cx="2152800" cy="812700"/>
          </a:xfrm>
          <a:prstGeom prst="straightConnector1">
            <a:avLst/>
          </a:prstGeom>
          <a:noFill/>
          <a:ln w="19050" cap="flat" cmpd="sng">
            <a:solidFill>
              <a:srgbClr val="CC0000"/>
            </a:solidFill>
            <a:prstDash val="solid"/>
            <a:round/>
            <a:headEnd type="none" w="med" len="med"/>
            <a:tailEnd type="none" w="med" len="med"/>
          </a:ln>
        </p:spPr>
      </p:cxnSp>
      <p:cxnSp>
        <p:nvCxnSpPr>
          <p:cNvPr id="22" name="Google Shape;532;p47">
            <a:extLst>
              <a:ext uri="{FF2B5EF4-FFF2-40B4-BE49-F238E27FC236}">
                <a16:creationId xmlns:a16="http://schemas.microsoft.com/office/drawing/2014/main" id="{96AD6701-AE78-54A5-E8D6-AF5E33C8929A}"/>
              </a:ext>
            </a:extLst>
          </p:cNvPr>
          <p:cNvCxnSpPr>
            <a:cxnSpLocks/>
          </p:cNvCxnSpPr>
          <p:nvPr/>
        </p:nvCxnSpPr>
        <p:spPr>
          <a:xfrm rot="10800000" flipH="1">
            <a:off x="3386750" y="1057212"/>
            <a:ext cx="2152800" cy="812700"/>
          </a:xfrm>
          <a:prstGeom prst="straightConnector1">
            <a:avLst/>
          </a:prstGeom>
          <a:noFill/>
          <a:ln w="19050" cap="flat" cmpd="sng">
            <a:solidFill>
              <a:srgbClr val="CC0000"/>
            </a:solidFill>
            <a:prstDash val="solid"/>
            <a:round/>
            <a:headEnd type="none" w="med" len="med"/>
            <a:tailEnd type="none" w="med" len="med"/>
          </a:ln>
        </p:spPr>
      </p:cxnSp>
      <p:cxnSp>
        <p:nvCxnSpPr>
          <p:cNvPr id="23" name="Google Shape;533;p47">
            <a:extLst>
              <a:ext uri="{FF2B5EF4-FFF2-40B4-BE49-F238E27FC236}">
                <a16:creationId xmlns:a16="http://schemas.microsoft.com/office/drawing/2014/main" id="{4A13BFE4-63C4-97AA-DF05-17CBC553E50B}"/>
              </a:ext>
            </a:extLst>
          </p:cNvPr>
          <p:cNvCxnSpPr>
            <a:cxnSpLocks/>
          </p:cNvCxnSpPr>
          <p:nvPr/>
        </p:nvCxnSpPr>
        <p:spPr>
          <a:xfrm rot="10800000" flipH="1">
            <a:off x="6224350" y="1057213"/>
            <a:ext cx="2152800" cy="812700"/>
          </a:xfrm>
          <a:prstGeom prst="straightConnector1">
            <a:avLst/>
          </a:prstGeom>
          <a:noFill/>
          <a:ln w="19050" cap="flat" cmpd="sng">
            <a:solidFill>
              <a:srgbClr val="CC0000"/>
            </a:solidFill>
            <a:prstDash val="solid"/>
            <a:round/>
            <a:headEnd type="none" w="med" len="med"/>
            <a:tailEnd type="none" w="med" len="med"/>
          </a:ln>
        </p:spPr>
      </p:cxnSp>
      <p:cxnSp>
        <p:nvCxnSpPr>
          <p:cNvPr id="24" name="Google Shape;534;p47">
            <a:extLst>
              <a:ext uri="{FF2B5EF4-FFF2-40B4-BE49-F238E27FC236}">
                <a16:creationId xmlns:a16="http://schemas.microsoft.com/office/drawing/2014/main" id="{E0B7E199-5AAE-F327-1175-5FF8E5BD55BD}"/>
              </a:ext>
            </a:extLst>
          </p:cNvPr>
          <p:cNvCxnSpPr/>
          <p:nvPr/>
        </p:nvCxnSpPr>
        <p:spPr>
          <a:xfrm rot="10800000" flipH="1">
            <a:off x="703450" y="3066500"/>
            <a:ext cx="2152800" cy="812700"/>
          </a:xfrm>
          <a:prstGeom prst="straightConnector1">
            <a:avLst/>
          </a:prstGeom>
          <a:noFill/>
          <a:ln w="19050" cap="flat" cmpd="sng">
            <a:solidFill>
              <a:srgbClr val="CC0000"/>
            </a:solidFill>
            <a:prstDash val="solid"/>
            <a:round/>
            <a:headEnd type="none" w="med" len="med"/>
            <a:tailEnd type="none" w="med" len="med"/>
          </a:ln>
        </p:spPr>
      </p:cxnSp>
      <p:cxnSp>
        <p:nvCxnSpPr>
          <p:cNvPr id="25" name="Google Shape;535;p47">
            <a:extLst>
              <a:ext uri="{FF2B5EF4-FFF2-40B4-BE49-F238E27FC236}">
                <a16:creationId xmlns:a16="http://schemas.microsoft.com/office/drawing/2014/main" id="{3ADA07B3-7C87-2F75-9D20-AD3817D73B27}"/>
              </a:ext>
            </a:extLst>
          </p:cNvPr>
          <p:cNvCxnSpPr/>
          <p:nvPr/>
        </p:nvCxnSpPr>
        <p:spPr>
          <a:xfrm rot="10800000" flipH="1">
            <a:off x="3436038" y="3066500"/>
            <a:ext cx="2152800" cy="812700"/>
          </a:xfrm>
          <a:prstGeom prst="straightConnector1">
            <a:avLst/>
          </a:prstGeom>
          <a:noFill/>
          <a:ln w="19050" cap="flat" cmpd="sng">
            <a:solidFill>
              <a:srgbClr val="CC0000"/>
            </a:solidFill>
            <a:prstDash val="solid"/>
            <a:round/>
            <a:headEnd type="none" w="med" len="med"/>
            <a:tailEnd type="none" w="med" len="med"/>
          </a:ln>
        </p:spPr>
      </p:cxnSp>
      <p:cxnSp>
        <p:nvCxnSpPr>
          <p:cNvPr id="26" name="Google Shape;536;p47">
            <a:extLst>
              <a:ext uri="{FF2B5EF4-FFF2-40B4-BE49-F238E27FC236}">
                <a16:creationId xmlns:a16="http://schemas.microsoft.com/office/drawing/2014/main" id="{370DD44F-F8CB-64A7-810B-4677E6D189BF}"/>
              </a:ext>
            </a:extLst>
          </p:cNvPr>
          <p:cNvCxnSpPr/>
          <p:nvPr/>
        </p:nvCxnSpPr>
        <p:spPr>
          <a:xfrm rot="10800000" flipH="1">
            <a:off x="6239138" y="3066500"/>
            <a:ext cx="2152800" cy="812700"/>
          </a:xfrm>
          <a:prstGeom prst="straightConnector1">
            <a:avLst/>
          </a:prstGeom>
          <a:noFill/>
          <a:ln w="19050" cap="flat" cmpd="sng">
            <a:solidFill>
              <a:srgbClr val="CC0000"/>
            </a:solidFill>
            <a:prstDash val="solid"/>
            <a:round/>
            <a:headEnd type="none" w="med" len="med"/>
            <a:tailEnd type="none" w="med" len="med"/>
          </a:ln>
        </p:spPr>
      </p:cxnSp>
    </p:spTree>
    <p:extLst>
      <p:ext uri="{BB962C8B-B14F-4D97-AF65-F5344CB8AC3E}">
        <p14:creationId xmlns:p14="http://schemas.microsoft.com/office/powerpoint/2010/main" val="224573657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43"/>
        <p:cNvGrpSpPr/>
        <p:nvPr/>
      </p:nvGrpSpPr>
      <p:grpSpPr>
        <a:xfrm>
          <a:off x="0" y="0"/>
          <a:ext cx="0" cy="0"/>
          <a:chOff x="0" y="0"/>
          <a:chExt cx="0" cy="0"/>
        </a:xfrm>
      </p:grpSpPr>
      <p:sp>
        <p:nvSpPr>
          <p:cNvPr id="2" name="Title 1">
            <a:extLst>
              <a:ext uri="{FF2B5EF4-FFF2-40B4-BE49-F238E27FC236}">
                <a16:creationId xmlns:a16="http://schemas.microsoft.com/office/drawing/2014/main" id="{F863F992-05FD-1C63-4147-5FB62EEB687B}"/>
              </a:ext>
            </a:extLst>
          </p:cNvPr>
          <p:cNvSpPr>
            <a:spLocks noGrp="1"/>
          </p:cNvSpPr>
          <p:nvPr>
            <p:ph type="title"/>
          </p:nvPr>
        </p:nvSpPr>
        <p:spPr/>
        <p:txBody>
          <a:bodyPr/>
          <a:lstStyle/>
          <a:p>
            <a:r>
              <a:rPr lang="en" dirty="0"/>
              <a:t>Page Guides</a:t>
            </a:r>
            <a:endParaRPr lang="en-US" dirty="0"/>
          </a:p>
        </p:txBody>
      </p:sp>
      <p:sp>
        <p:nvSpPr>
          <p:cNvPr id="545" name="Google Shape;545;p60"/>
          <p:cNvSpPr txBox="1"/>
          <p:nvPr/>
        </p:nvSpPr>
        <p:spPr>
          <a:xfrm>
            <a:off x="457200" y="1363175"/>
            <a:ext cx="2796000" cy="3175198"/>
          </a:xfrm>
          <a:prstGeom prst="rect">
            <a:avLst/>
          </a:prstGeom>
          <a:noFill/>
          <a:ln>
            <a:noFill/>
          </a:ln>
        </p:spPr>
        <p:txBody>
          <a:bodyPr spcFirstLastPara="1" wrap="square" lIns="0" tIns="91425" rIns="91425" bIns="91425" anchor="t" anchorCtr="0">
            <a:spAutoFit/>
          </a:bodyPr>
          <a:lstStyle/>
          <a:p>
            <a:pPr marL="0" lvl="0" indent="0" algn="l" rtl="0">
              <a:lnSpc>
                <a:spcPct val="115000"/>
              </a:lnSpc>
              <a:spcBef>
                <a:spcPts val="0"/>
              </a:spcBef>
              <a:spcAft>
                <a:spcPts val="0"/>
              </a:spcAft>
              <a:buClr>
                <a:srgbClr val="3C4043"/>
              </a:buClr>
              <a:buSzPts val="1100"/>
              <a:buFont typeface="Arial"/>
              <a:buNone/>
            </a:pPr>
            <a:r>
              <a:rPr lang="en-US" sz="1000" dirty="0">
                <a:solidFill>
                  <a:srgbClr val="5B5B5B"/>
                </a:solidFill>
              </a:rPr>
              <a:t>They are lines that appear on all pages in the same spot, but don’t show up when you print or view in Present Mode.</a:t>
            </a:r>
          </a:p>
          <a:p>
            <a:pPr marL="0" lvl="0" indent="0" algn="l" rtl="0">
              <a:lnSpc>
                <a:spcPct val="115000"/>
              </a:lnSpc>
              <a:spcBef>
                <a:spcPts val="1000"/>
              </a:spcBef>
              <a:spcAft>
                <a:spcPts val="0"/>
              </a:spcAft>
              <a:buClr>
                <a:srgbClr val="3C4043"/>
              </a:buClr>
              <a:buSzPts val="1100"/>
              <a:buFont typeface="Arial"/>
              <a:buNone/>
            </a:pPr>
            <a:r>
              <a:rPr lang="en-US" sz="1000" dirty="0">
                <a:solidFill>
                  <a:srgbClr val="5B5B5B"/>
                </a:solidFill>
              </a:rPr>
              <a:t>Think of them as internal margins for the proper alignment and consistent placement of content. Objects will snap to them and they are also perfect for cropping an image to.</a:t>
            </a:r>
          </a:p>
          <a:p>
            <a:pPr marL="0" lvl="0" indent="0" algn="l" rtl="0">
              <a:lnSpc>
                <a:spcPct val="115000"/>
              </a:lnSpc>
              <a:spcBef>
                <a:spcPts val="1000"/>
              </a:spcBef>
              <a:spcAft>
                <a:spcPts val="0"/>
              </a:spcAft>
              <a:buClr>
                <a:srgbClr val="3C4043"/>
              </a:buClr>
              <a:buSzPts val="1100"/>
              <a:buFont typeface="Arial"/>
              <a:buNone/>
            </a:pPr>
            <a:r>
              <a:rPr lang="en-US" sz="1000" dirty="0">
                <a:solidFill>
                  <a:srgbClr val="5B5B5B"/>
                </a:solidFill>
              </a:rPr>
              <a:t>On all pages there is a 0.4” left and right margin for text. Headers are left justified to this margin. Two, three and four column template pages will have vertical guides to help you distribute your content in a balanced manner.</a:t>
            </a:r>
          </a:p>
          <a:p>
            <a:pPr marL="0" lvl="0" indent="0" algn="l" rtl="0">
              <a:lnSpc>
                <a:spcPct val="115000"/>
              </a:lnSpc>
              <a:spcBef>
                <a:spcPts val="1000"/>
              </a:spcBef>
              <a:spcAft>
                <a:spcPts val="1000"/>
              </a:spcAft>
              <a:buClr>
                <a:srgbClr val="3C4043"/>
              </a:buClr>
              <a:buSzPts val="1100"/>
              <a:buFont typeface="Arial"/>
              <a:buNone/>
            </a:pPr>
            <a:r>
              <a:rPr lang="en-US" sz="1000" dirty="0">
                <a:solidFill>
                  <a:srgbClr val="5B5B5B"/>
                </a:solidFill>
              </a:rPr>
              <a:t>You can turn guides on under the</a:t>
            </a:r>
            <a:r>
              <a:rPr lang="en-US" sz="1000" dirty="0">
                <a:solidFill>
                  <a:srgbClr val="5F6368"/>
                </a:solidFill>
              </a:rPr>
              <a:t> </a:t>
            </a:r>
            <a:r>
              <a:rPr lang="en-US" sz="1000" b="1" dirty="0">
                <a:solidFill>
                  <a:schemeClr val="accent2"/>
                </a:solidFill>
              </a:rPr>
              <a:t>View</a:t>
            </a:r>
            <a:r>
              <a:rPr lang="en-US" sz="1000" dirty="0">
                <a:solidFill>
                  <a:srgbClr val="5F6368"/>
                </a:solidFill>
              </a:rPr>
              <a:t> </a:t>
            </a:r>
            <a:r>
              <a:rPr lang="en-US" sz="1000" dirty="0">
                <a:solidFill>
                  <a:srgbClr val="5B5B5B"/>
                </a:solidFill>
              </a:rPr>
              <a:t>&gt; </a:t>
            </a:r>
            <a:r>
              <a:rPr lang="en-US" sz="1000" b="1" dirty="0">
                <a:solidFill>
                  <a:schemeClr val="accent2"/>
                </a:solidFill>
              </a:rPr>
              <a:t>Guides</a:t>
            </a:r>
            <a:r>
              <a:rPr lang="en-US" sz="1000" dirty="0">
                <a:solidFill>
                  <a:srgbClr val="5F6368"/>
                </a:solidFill>
              </a:rPr>
              <a:t> &gt; </a:t>
            </a:r>
            <a:r>
              <a:rPr lang="en-US" sz="1000" b="1" dirty="0">
                <a:solidFill>
                  <a:schemeClr val="accent2"/>
                </a:solidFill>
              </a:rPr>
              <a:t>Show Guides</a:t>
            </a:r>
            <a:r>
              <a:rPr lang="en-US" sz="1000" dirty="0">
                <a:solidFill>
                  <a:srgbClr val="5F6368"/>
                </a:solidFill>
              </a:rPr>
              <a:t>.</a:t>
            </a:r>
          </a:p>
        </p:txBody>
      </p:sp>
      <p:sp>
        <p:nvSpPr>
          <p:cNvPr id="546" name="Google Shape;546;p60"/>
          <p:cNvSpPr txBox="1"/>
          <p:nvPr/>
        </p:nvSpPr>
        <p:spPr>
          <a:xfrm>
            <a:off x="457200" y="977850"/>
            <a:ext cx="2743200" cy="444600"/>
          </a:xfrm>
          <a:prstGeom prst="rect">
            <a:avLst/>
          </a:prstGeom>
          <a:noFill/>
          <a:ln>
            <a:noFill/>
          </a:ln>
        </p:spPr>
        <p:txBody>
          <a:bodyPr spcFirstLastPara="1" wrap="square" lIns="0" tIns="91425" rIns="91425" bIns="91425" anchor="t" anchorCtr="0">
            <a:noAutofit/>
          </a:bodyPr>
          <a:lstStyle/>
          <a:p>
            <a:pPr marL="0" lvl="0" indent="0" algn="l" rtl="0">
              <a:lnSpc>
                <a:spcPct val="115000"/>
              </a:lnSpc>
              <a:spcBef>
                <a:spcPts val="0"/>
              </a:spcBef>
              <a:spcAft>
                <a:spcPts val="0"/>
              </a:spcAft>
              <a:buNone/>
            </a:pPr>
            <a:r>
              <a:rPr lang="en" sz="1600" b="1" dirty="0">
                <a:solidFill>
                  <a:schemeClr val="accent2"/>
                </a:solidFill>
              </a:rPr>
              <a:t>What are drawing guides?</a:t>
            </a:r>
            <a:endParaRPr sz="1600" b="1" dirty="0">
              <a:solidFill>
                <a:schemeClr val="accent2"/>
              </a:solidFill>
            </a:endParaRPr>
          </a:p>
        </p:txBody>
      </p:sp>
      <p:grpSp>
        <p:nvGrpSpPr>
          <p:cNvPr id="547" name="Google Shape;547;p60"/>
          <p:cNvGrpSpPr/>
          <p:nvPr/>
        </p:nvGrpSpPr>
        <p:grpSpPr>
          <a:xfrm>
            <a:off x="3445189" y="1051979"/>
            <a:ext cx="5303521" cy="3498267"/>
            <a:chOff x="3445189" y="1051979"/>
            <a:chExt cx="5303521" cy="3498267"/>
          </a:xfrm>
        </p:grpSpPr>
        <p:pic>
          <p:nvPicPr>
            <p:cNvPr id="548" name="Google Shape;548;p60"/>
            <p:cNvPicPr preferRelativeResize="0"/>
            <p:nvPr/>
          </p:nvPicPr>
          <p:blipFill>
            <a:blip r:embed="rId3">
              <a:alphaModFix/>
            </a:blip>
            <a:stretch>
              <a:fillRect/>
            </a:stretch>
          </p:blipFill>
          <p:spPr>
            <a:xfrm>
              <a:off x="3445189" y="1512633"/>
              <a:ext cx="5303521" cy="3037613"/>
            </a:xfrm>
            <a:prstGeom prst="rect">
              <a:avLst/>
            </a:prstGeom>
            <a:noFill/>
            <a:ln>
              <a:noFill/>
            </a:ln>
          </p:spPr>
        </p:pic>
        <p:cxnSp>
          <p:nvCxnSpPr>
            <p:cNvPr id="549" name="Google Shape;549;p60"/>
            <p:cNvCxnSpPr/>
            <p:nvPr/>
          </p:nvCxnSpPr>
          <p:spPr>
            <a:xfrm rot="10800000">
              <a:off x="3837890" y="1358967"/>
              <a:ext cx="0" cy="339000"/>
            </a:xfrm>
            <a:prstGeom prst="straightConnector1">
              <a:avLst/>
            </a:prstGeom>
            <a:noFill/>
            <a:ln w="9525" cap="flat" cmpd="sng">
              <a:solidFill>
                <a:schemeClr val="accent6"/>
              </a:solidFill>
              <a:prstDash val="solid"/>
              <a:round/>
              <a:headEnd type="none" w="med" len="med"/>
              <a:tailEnd type="none" w="med" len="med"/>
            </a:ln>
          </p:spPr>
        </p:cxnSp>
        <p:cxnSp>
          <p:nvCxnSpPr>
            <p:cNvPr id="550" name="Google Shape;550;p60"/>
            <p:cNvCxnSpPr/>
            <p:nvPr/>
          </p:nvCxnSpPr>
          <p:spPr>
            <a:xfrm>
              <a:off x="3598698" y="1598967"/>
              <a:ext cx="0" cy="99000"/>
            </a:xfrm>
            <a:prstGeom prst="straightConnector1">
              <a:avLst/>
            </a:prstGeom>
            <a:noFill/>
            <a:ln w="9525" cap="flat" cmpd="sng">
              <a:solidFill>
                <a:schemeClr val="accent6"/>
              </a:solidFill>
              <a:prstDash val="solid"/>
              <a:round/>
              <a:headEnd type="none" w="med" len="med"/>
              <a:tailEnd type="none" w="med" len="med"/>
            </a:ln>
          </p:spPr>
        </p:cxnSp>
        <p:cxnSp>
          <p:nvCxnSpPr>
            <p:cNvPr id="551" name="Google Shape;551;p60"/>
            <p:cNvCxnSpPr/>
            <p:nvPr/>
          </p:nvCxnSpPr>
          <p:spPr>
            <a:xfrm>
              <a:off x="3598698" y="1650145"/>
              <a:ext cx="243000" cy="0"/>
            </a:xfrm>
            <a:prstGeom prst="straightConnector1">
              <a:avLst/>
            </a:prstGeom>
            <a:noFill/>
            <a:ln w="9525" cap="flat" cmpd="sng">
              <a:solidFill>
                <a:schemeClr val="accent6"/>
              </a:solidFill>
              <a:prstDash val="solid"/>
              <a:round/>
              <a:headEnd type="none" w="med" len="med"/>
              <a:tailEnd type="none" w="med" len="med"/>
            </a:ln>
          </p:spPr>
        </p:cxnSp>
        <p:cxnSp>
          <p:nvCxnSpPr>
            <p:cNvPr id="552" name="Google Shape;552;p60"/>
            <p:cNvCxnSpPr/>
            <p:nvPr/>
          </p:nvCxnSpPr>
          <p:spPr>
            <a:xfrm>
              <a:off x="8216922" y="1593570"/>
              <a:ext cx="0" cy="99000"/>
            </a:xfrm>
            <a:prstGeom prst="straightConnector1">
              <a:avLst/>
            </a:prstGeom>
            <a:noFill/>
            <a:ln w="9525" cap="flat" cmpd="sng">
              <a:solidFill>
                <a:schemeClr val="accent6"/>
              </a:solidFill>
              <a:prstDash val="solid"/>
              <a:round/>
              <a:headEnd type="none" w="med" len="med"/>
              <a:tailEnd type="none" w="med" len="med"/>
            </a:ln>
          </p:spPr>
        </p:cxnSp>
        <p:cxnSp>
          <p:nvCxnSpPr>
            <p:cNvPr id="553" name="Google Shape;553;p60"/>
            <p:cNvCxnSpPr/>
            <p:nvPr/>
          </p:nvCxnSpPr>
          <p:spPr>
            <a:xfrm>
              <a:off x="8222170" y="1643070"/>
              <a:ext cx="0" cy="339300"/>
            </a:xfrm>
            <a:prstGeom prst="straightConnector1">
              <a:avLst/>
            </a:prstGeom>
            <a:noFill/>
            <a:ln w="9525" cap="flat" cmpd="sng">
              <a:solidFill>
                <a:schemeClr val="accent6"/>
              </a:solidFill>
              <a:prstDash val="solid"/>
              <a:round/>
              <a:headEnd type="none" w="med" len="med"/>
              <a:tailEnd type="none" w="med" len="med"/>
            </a:ln>
          </p:spPr>
        </p:cxnSp>
        <p:cxnSp>
          <p:nvCxnSpPr>
            <p:cNvPr id="554" name="Google Shape;554;p60"/>
            <p:cNvCxnSpPr/>
            <p:nvPr/>
          </p:nvCxnSpPr>
          <p:spPr>
            <a:xfrm rot="10800000">
              <a:off x="6142427" y="1358967"/>
              <a:ext cx="0" cy="339000"/>
            </a:xfrm>
            <a:prstGeom prst="straightConnector1">
              <a:avLst/>
            </a:prstGeom>
            <a:noFill/>
            <a:ln w="9525" cap="flat" cmpd="sng">
              <a:solidFill>
                <a:schemeClr val="accent6"/>
              </a:solidFill>
              <a:prstDash val="solid"/>
              <a:round/>
              <a:headEnd type="none" w="med" len="med"/>
              <a:tailEnd type="none" w="med" len="med"/>
            </a:ln>
          </p:spPr>
        </p:cxnSp>
        <p:sp>
          <p:nvSpPr>
            <p:cNvPr id="555" name="Google Shape;555;p60"/>
            <p:cNvSpPr txBox="1"/>
            <p:nvPr/>
          </p:nvSpPr>
          <p:spPr>
            <a:xfrm>
              <a:off x="5850814" y="1175279"/>
              <a:ext cx="583500" cy="215400"/>
            </a:xfrm>
            <a:prstGeom prst="rect">
              <a:avLst/>
            </a:prstGeom>
            <a:noFill/>
            <a:ln>
              <a:noFill/>
            </a:ln>
          </p:spPr>
          <p:txBody>
            <a:bodyPr spcFirstLastPara="1" wrap="square" lIns="0" tIns="0" rIns="0" bIns="91425" anchor="b" anchorCtr="0">
              <a:spAutoFit/>
            </a:bodyPr>
            <a:lstStyle/>
            <a:p>
              <a:pPr marL="0" lvl="0" indent="0" algn="ctr" rtl="0">
                <a:lnSpc>
                  <a:spcPct val="100000"/>
                </a:lnSpc>
                <a:spcBef>
                  <a:spcPts val="0"/>
                </a:spcBef>
                <a:spcAft>
                  <a:spcPts val="0"/>
                </a:spcAft>
                <a:buNone/>
              </a:pPr>
              <a:r>
                <a:rPr lang="en" sz="800" b="1">
                  <a:solidFill>
                    <a:schemeClr val="accent6"/>
                  </a:solidFill>
                  <a:latin typeface="Arial" panose="020B0604020202020204" pitchFamily="34" charset="0"/>
                  <a:ea typeface="Lato"/>
                  <a:cs typeface="Arial" panose="020B0604020202020204" pitchFamily="34" charset="0"/>
                  <a:sym typeface="Lato"/>
                </a:rPr>
                <a:t>Center</a:t>
              </a:r>
              <a:endParaRPr sz="800" b="1">
                <a:solidFill>
                  <a:schemeClr val="accent6"/>
                </a:solidFill>
                <a:latin typeface="Arial" panose="020B0604020202020204" pitchFamily="34" charset="0"/>
                <a:ea typeface="Lato"/>
                <a:cs typeface="Arial" panose="020B0604020202020204" pitchFamily="34" charset="0"/>
                <a:sym typeface="Lato"/>
              </a:endParaRPr>
            </a:p>
          </p:txBody>
        </p:sp>
        <p:cxnSp>
          <p:nvCxnSpPr>
            <p:cNvPr id="556" name="Google Shape;556;p60"/>
            <p:cNvCxnSpPr/>
            <p:nvPr/>
          </p:nvCxnSpPr>
          <p:spPr>
            <a:xfrm rot="10800000">
              <a:off x="4849996" y="1358967"/>
              <a:ext cx="0" cy="339000"/>
            </a:xfrm>
            <a:prstGeom prst="straightConnector1">
              <a:avLst/>
            </a:prstGeom>
            <a:noFill/>
            <a:ln w="9525" cap="flat" cmpd="sng">
              <a:solidFill>
                <a:schemeClr val="accent6"/>
              </a:solidFill>
              <a:prstDash val="solid"/>
              <a:round/>
              <a:headEnd type="none" w="med" len="med"/>
              <a:tailEnd type="none" w="med" len="med"/>
            </a:ln>
          </p:spPr>
        </p:cxnSp>
        <p:cxnSp>
          <p:nvCxnSpPr>
            <p:cNvPr id="557" name="Google Shape;557;p60"/>
            <p:cNvCxnSpPr/>
            <p:nvPr/>
          </p:nvCxnSpPr>
          <p:spPr>
            <a:xfrm rot="10800000">
              <a:off x="4964893" y="1358967"/>
              <a:ext cx="0" cy="339000"/>
            </a:xfrm>
            <a:prstGeom prst="straightConnector1">
              <a:avLst/>
            </a:prstGeom>
            <a:noFill/>
            <a:ln w="9525" cap="flat" cmpd="sng">
              <a:solidFill>
                <a:schemeClr val="accent6"/>
              </a:solidFill>
              <a:prstDash val="solid"/>
              <a:round/>
              <a:headEnd type="none" w="med" len="med"/>
              <a:tailEnd type="none" w="med" len="med"/>
            </a:ln>
          </p:spPr>
        </p:cxnSp>
        <p:cxnSp>
          <p:nvCxnSpPr>
            <p:cNvPr id="558" name="Google Shape;558;p60"/>
            <p:cNvCxnSpPr/>
            <p:nvPr/>
          </p:nvCxnSpPr>
          <p:spPr>
            <a:xfrm>
              <a:off x="4849987" y="1650145"/>
              <a:ext cx="120600" cy="0"/>
            </a:xfrm>
            <a:prstGeom prst="straightConnector1">
              <a:avLst/>
            </a:prstGeom>
            <a:noFill/>
            <a:ln w="9525" cap="flat" cmpd="sng">
              <a:solidFill>
                <a:schemeClr val="accent6"/>
              </a:solidFill>
              <a:prstDash val="solid"/>
              <a:round/>
              <a:headEnd type="none" w="med" len="med"/>
              <a:tailEnd type="none" w="med" len="med"/>
            </a:ln>
          </p:spPr>
        </p:cxnSp>
        <p:sp>
          <p:nvSpPr>
            <p:cNvPr id="559" name="Google Shape;559;p60"/>
            <p:cNvSpPr txBox="1"/>
            <p:nvPr/>
          </p:nvSpPr>
          <p:spPr>
            <a:xfrm>
              <a:off x="4596535" y="1051979"/>
              <a:ext cx="641100" cy="338700"/>
            </a:xfrm>
            <a:prstGeom prst="rect">
              <a:avLst/>
            </a:prstGeom>
            <a:noFill/>
            <a:ln>
              <a:noFill/>
            </a:ln>
          </p:spPr>
          <p:txBody>
            <a:bodyPr spcFirstLastPara="1" wrap="square" lIns="0" tIns="0" rIns="0" bIns="91425" anchor="b" anchorCtr="0">
              <a:spAutoFit/>
            </a:bodyPr>
            <a:lstStyle/>
            <a:p>
              <a:pPr marL="0" lvl="0" indent="0" algn="ctr" rtl="0">
                <a:lnSpc>
                  <a:spcPct val="100000"/>
                </a:lnSpc>
                <a:spcBef>
                  <a:spcPts val="0"/>
                </a:spcBef>
                <a:spcAft>
                  <a:spcPts val="0"/>
                </a:spcAft>
                <a:buNone/>
              </a:pPr>
              <a:r>
                <a:rPr lang="en" sz="800" b="1">
                  <a:solidFill>
                    <a:schemeClr val="accent6"/>
                  </a:solidFill>
                  <a:latin typeface="Arial" panose="020B0604020202020204" pitchFamily="34" charset="0"/>
                  <a:ea typeface="Lato"/>
                  <a:cs typeface="Arial" panose="020B0604020202020204" pitchFamily="34" charset="0"/>
                  <a:sym typeface="Lato"/>
                </a:rPr>
                <a:t>Column</a:t>
              </a:r>
              <a:br>
                <a:rPr lang="en" sz="800" b="1">
                  <a:solidFill>
                    <a:schemeClr val="accent6"/>
                  </a:solidFill>
                  <a:latin typeface="Arial" panose="020B0604020202020204" pitchFamily="34" charset="0"/>
                  <a:ea typeface="Lato"/>
                  <a:cs typeface="Arial" panose="020B0604020202020204" pitchFamily="34" charset="0"/>
                  <a:sym typeface="Lato"/>
                </a:rPr>
              </a:br>
              <a:r>
                <a:rPr lang="en" sz="800" b="1">
                  <a:solidFill>
                    <a:schemeClr val="accent6"/>
                  </a:solidFill>
                  <a:latin typeface="Arial" panose="020B0604020202020204" pitchFamily="34" charset="0"/>
                  <a:ea typeface="Lato"/>
                  <a:cs typeface="Arial" panose="020B0604020202020204" pitchFamily="34" charset="0"/>
                  <a:sym typeface="Lato"/>
                </a:rPr>
                <a:t>Gutters</a:t>
              </a:r>
              <a:endParaRPr sz="800" b="1">
                <a:solidFill>
                  <a:schemeClr val="accent6"/>
                </a:solidFill>
                <a:latin typeface="Arial" panose="020B0604020202020204" pitchFamily="34" charset="0"/>
                <a:ea typeface="Lato"/>
                <a:cs typeface="Arial" panose="020B0604020202020204" pitchFamily="34" charset="0"/>
                <a:sym typeface="Lato"/>
              </a:endParaRPr>
            </a:p>
          </p:txBody>
        </p:sp>
        <p:sp>
          <p:nvSpPr>
            <p:cNvPr id="560" name="Google Shape;560;p60"/>
            <p:cNvSpPr txBox="1"/>
            <p:nvPr/>
          </p:nvSpPr>
          <p:spPr>
            <a:xfrm>
              <a:off x="3534207" y="1051979"/>
              <a:ext cx="583500" cy="338700"/>
            </a:xfrm>
            <a:prstGeom prst="rect">
              <a:avLst/>
            </a:prstGeom>
            <a:noFill/>
            <a:ln>
              <a:noFill/>
            </a:ln>
          </p:spPr>
          <p:txBody>
            <a:bodyPr spcFirstLastPara="1" wrap="square" lIns="0" tIns="0" rIns="0" bIns="91425" anchor="b" anchorCtr="0">
              <a:spAutoFit/>
            </a:bodyPr>
            <a:lstStyle/>
            <a:p>
              <a:pPr marL="0" lvl="0" indent="0" algn="ctr" rtl="0">
                <a:lnSpc>
                  <a:spcPct val="100000"/>
                </a:lnSpc>
                <a:spcBef>
                  <a:spcPts val="0"/>
                </a:spcBef>
                <a:spcAft>
                  <a:spcPts val="0"/>
                </a:spcAft>
                <a:buNone/>
              </a:pPr>
              <a:r>
                <a:rPr lang="en" sz="800" b="1" dirty="0">
                  <a:solidFill>
                    <a:schemeClr val="accent6"/>
                  </a:solidFill>
                  <a:latin typeface="Arial" panose="020B0604020202020204" pitchFamily="34" charset="0"/>
                  <a:ea typeface="Lato"/>
                  <a:cs typeface="Arial" panose="020B0604020202020204" pitchFamily="34" charset="0"/>
                  <a:sym typeface="Lato"/>
                </a:rPr>
                <a:t>0.5”</a:t>
              </a:r>
              <a:br>
                <a:rPr lang="en" sz="800" b="1" dirty="0">
                  <a:solidFill>
                    <a:schemeClr val="accent6"/>
                  </a:solidFill>
                  <a:latin typeface="Arial" panose="020B0604020202020204" pitchFamily="34" charset="0"/>
                  <a:ea typeface="Lato"/>
                  <a:cs typeface="Arial" panose="020B0604020202020204" pitchFamily="34" charset="0"/>
                  <a:sym typeface="Lato"/>
                </a:rPr>
              </a:br>
              <a:r>
                <a:rPr lang="en" sz="800" b="1" dirty="0">
                  <a:solidFill>
                    <a:schemeClr val="accent6"/>
                  </a:solidFill>
                  <a:latin typeface="Arial" panose="020B0604020202020204" pitchFamily="34" charset="0"/>
                  <a:ea typeface="Lato"/>
                  <a:cs typeface="Arial" panose="020B0604020202020204" pitchFamily="34" charset="0"/>
                  <a:sym typeface="Lato"/>
                </a:rPr>
                <a:t>Margins</a:t>
              </a:r>
              <a:endParaRPr sz="800" b="1" dirty="0">
                <a:solidFill>
                  <a:schemeClr val="accent6"/>
                </a:solidFill>
                <a:latin typeface="Arial" panose="020B0604020202020204" pitchFamily="34" charset="0"/>
                <a:ea typeface="Lato"/>
                <a:cs typeface="Arial" panose="020B0604020202020204" pitchFamily="34" charset="0"/>
                <a:sym typeface="Lato"/>
              </a:endParaRPr>
            </a:p>
          </p:txBody>
        </p:sp>
        <p:sp>
          <p:nvSpPr>
            <p:cNvPr id="561" name="Google Shape;561;p60"/>
            <p:cNvSpPr txBox="1"/>
            <p:nvPr/>
          </p:nvSpPr>
          <p:spPr>
            <a:xfrm>
              <a:off x="7322000" y="1697975"/>
              <a:ext cx="900175" cy="291300"/>
            </a:xfrm>
            <a:prstGeom prst="rect">
              <a:avLst/>
            </a:prstGeom>
            <a:noFill/>
            <a:ln>
              <a:noFill/>
            </a:ln>
          </p:spPr>
          <p:txBody>
            <a:bodyPr spcFirstLastPara="1" wrap="square" lIns="91425" tIns="91425" rIns="91425" bIns="91425" anchor="ctr" anchorCtr="0">
              <a:noAutofit/>
            </a:bodyPr>
            <a:lstStyle/>
            <a:p>
              <a:pPr marL="0" lvl="0" indent="0" algn="r" rtl="0">
                <a:lnSpc>
                  <a:spcPct val="105000"/>
                </a:lnSpc>
                <a:spcBef>
                  <a:spcPts val="0"/>
                </a:spcBef>
                <a:spcAft>
                  <a:spcPts val="0"/>
                </a:spcAft>
                <a:buNone/>
              </a:pPr>
              <a:r>
                <a:rPr lang="en" sz="800" b="1" dirty="0">
                  <a:solidFill>
                    <a:schemeClr val="accent6"/>
                  </a:solidFill>
                  <a:latin typeface="Arial" panose="020B0604020202020204" pitchFamily="34" charset="0"/>
                  <a:ea typeface="Lato"/>
                  <a:cs typeface="Arial" panose="020B0604020202020204" pitchFamily="34" charset="0"/>
                  <a:sym typeface="Lato"/>
                </a:rPr>
                <a:t>Title sits 0.7”</a:t>
              </a:r>
              <a:br>
                <a:rPr lang="en" sz="800" b="1" dirty="0">
                  <a:solidFill>
                    <a:schemeClr val="accent6"/>
                  </a:solidFill>
                  <a:latin typeface="Arial" panose="020B0604020202020204" pitchFamily="34" charset="0"/>
                  <a:ea typeface="Lato"/>
                  <a:cs typeface="Arial" panose="020B0604020202020204" pitchFamily="34" charset="0"/>
                  <a:sym typeface="Lato"/>
                </a:rPr>
              </a:br>
              <a:r>
                <a:rPr lang="en" sz="800" b="1" dirty="0">
                  <a:solidFill>
                    <a:schemeClr val="accent6"/>
                  </a:solidFill>
                  <a:latin typeface="Arial" panose="020B0604020202020204" pitchFamily="34" charset="0"/>
                  <a:ea typeface="Lato"/>
                  <a:cs typeface="Arial" panose="020B0604020202020204" pitchFamily="34" charset="0"/>
                  <a:sym typeface="Lato"/>
                </a:rPr>
                <a:t>From top</a:t>
              </a:r>
              <a:endParaRPr sz="800" b="1" dirty="0">
                <a:solidFill>
                  <a:schemeClr val="accent6"/>
                </a:solidFill>
                <a:latin typeface="Arial" panose="020B0604020202020204" pitchFamily="34" charset="0"/>
                <a:ea typeface="Lato"/>
                <a:cs typeface="Arial" panose="020B0604020202020204" pitchFamily="34" charset="0"/>
                <a:sym typeface="Lato"/>
              </a:endParaRPr>
            </a:p>
          </p:txBody>
        </p:sp>
        <p:cxnSp>
          <p:nvCxnSpPr>
            <p:cNvPr id="562" name="Google Shape;562;p60"/>
            <p:cNvCxnSpPr/>
            <p:nvPr/>
          </p:nvCxnSpPr>
          <p:spPr>
            <a:xfrm rot="10800000">
              <a:off x="7322009" y="1358967"/>
              <a:ext cx="0" cy="339000"/>
            </a:xfrm>
            <a:prstGeom prst="straightConnector1">
              <a:avLst/>
            </a:prstGeom>
            <a:noFill/>
            <a:ln w="9525" cap="flat" cmpd="sng">
              <a:solidFill>
                <a:schemeClr val="accent6"/>
              </a:solidFill>
              <a:prstDash val="solid"/>
              <a:round/>
              <a:headEnd type="none" w="med" len="med"/>
              <a:tailEnd type="none" w="med" len="med"/>
            </a:ln>
          </p:spPr>
        </p:cxnSp>
        <p:cxnSp>
          <p:nvCxnSpPr>
            <p:cNvPr id="563" name="Google Shape;563;p60"/>
            <p:cNvCxnSpPr/>
            <p:nvPr/>
          </p:nvCxnSpPr>
          <p:spPr>
            <a:xfrm rot="10800000">
              <a:off x="7436906" y="1358967"/>
              <a:ext cx="0" cy="339000"/>
            </a:xfrm>
            <a:prstGeom prst="straightConnector1">
              <a:avLst/>
            </a:prstGeom>
            <a:noFill/>
            <a:ln w="9525" cap="flat" cmpd="sng">
              <a:solidFill>
                <a:schemeClr val="accent6"/>
              </a:solidFill>
              <a:prstDash val="solid"/>
              <a:round/>
              <a:headEnd type="none" w="med" len="med"/>
              <a:tailEnd type="none" w="med" len="med"/>
            </a:ln>
          </p:spPr>
        </p:cxnSp>
        <p:cxnSp>
          <p:nvCxnSpPr>
            <p:cNvPr id="564" name="Google Shape;564;p60"/>
            <p:cNvCxnSpPr/>
            <p:nvPr/>
          </p:nvCxnSpPr>
          <p:spPr>
            <a:xfrm>
              <a:off x="7322000" y="1650145"/>
              <a:ext cx="120600" cy="0"/>
            </a:xfrm>
            <a:prstGeom prst="straightConnector1">
              <a:avLst/>
            </a:prstGeom>
            <a:noFill/>
            <a:ln w="9525" cap="flat" cmpd="sng">
              <a:solidFill>
                <a:schemeClr val="accent6"/>
              </a:solidFill>
              <a:prstDash val="solid"/>
              <a:round/>
              <a:headEnd type="none" w="med" len="med"/>
              <a:tailEnd type="none" w="med" len="med"/>
            </a:ln>
          </p:spPr>
        </p:cxnSp>
        <p:sp>
          <p:nvSpPr>
            <p:cNvPr id="565" name="Google Shape;565;p60"/>
            <p:cNvSpPr txBox="1"/>
            <p:nvPr/>
          </p:nvSpPr>
          <p:spPr>
            <a:xfrm>
              <a:off x="7068547" y="1051979"/>
              <a:ext cx="641100" cy="338700"/>
            </a:xfrm>
            <a:prstGeom prst="rect">
              <a:avLst/>
            </a:prstGeom>
            <a:noFill/>
            <a:ln>
              <a:noFill/>
            </a:ln>
          </p:spPr>
          <p:txBody>
            <a:bodyPr spcFirstLastPara="1" wrap="square" lIns="0" tIns="0" rIns="0" bIns="91425" anchor="b" anchorCtr="0">
              <a:spAutoFit/>
            </a:bodyPr>
            <a:lstStyle/>
            <a:p>
              <a:pPr marL="0" lvl="0" indent="0" algn="ctr" rtl="0">
                <a:lnSpc>
                  <a:spcPct val="100000"/>
                </a:lnSpc>
                <a:spcBef>
                  <a:spcPts val="0"/>
                </a:spcBef>
                <a:spcAft>
                  <a:spcPts val="0"/>
                </a:spcAft>
                <a:buNone/>
              </a:pPr>
              <a:r>
                <a:rPr lang="en" sz="800" b="1">
                  <a:solidFill>
                    <a:schemeClr val="accent6"/>
                  </a:solidFill>
                  <a:latin typeface="Arial" panose="020B0604020202020204" pitchFamily="34" charset="0"/>
                  <a:ea typeface="Lato"/>
                  <a:cs typeface="Arial" panose="020B0604020202020204" pitchFamily="34" charset="0"/>
                  <a:sym typeface="Lato"/>
                </a:rPr>
                <a:t>Column</a:t>
              </a:r>
              <a:br>
                <a:rPr lang="en" sz="800" b="1">
                  <a:solidFill>
                    <a:schemeClr val="accent6"/>
                  </a:solidFill>
                  <a:latin typeface="Arial" panose="020B0604020202020204" pitchFamily="34" charset="0"/>
                  <a:ea typeface="Lato"/>
                  <a:cs typeface="Arial" panose="020B0604020202020204" pitchFamily="34" charset="0"/>
                  <a:sym typeface="Lato"/>
                </a:rPr>
              </a:br>
              <a:r>
                <a:rPr lang="en" sz="800" b="1">
                  <a:solidFill>
                    <a:schemeClr val="accent6"/>
                  </a:solidFill>
                  <a:latin typeface="Arial" panose="020B0604020202020204" pitchFamily="34" charset="0"/>
                  <a:ea typeface="Lato"/>
                  <a:cs typeface="Arial" panose="020B0604020202020204" pitchFamily="34" charset="0"/>
                  <a:sym typeface="Lato"/>
                </a:rPr>
                <a:t>Gutters</a:t>
              </a:r>
              <a:endParaRPr sz="800" b="1">
                <a:solidFill>
                  <a:schemeClr val="accent6"/>
                </a:solidFill>
                <a:latin typeface="Arial" panose="020B0604020202020204" pitchFamily="34" charset="0"/>
                <a:ea typeface="Lato"/>
                <a:cs typeface="Arial" panose="020B0604020202020204" pitchFamily="34" charset="0"/>
                <a:sym typeface="Lato"/>
              </a:endParaRPr>
            </a:p>
          </p:txBody>
        </p:sp>
        <p:cxnSp>
          <p:nvCxnSpPr>
            <p:cNvPr id="566" name="Google Shape;566;p60"/>
            <p:cNvCxnSpPr/>
            <p:nvPr/>
          </p:nvCxnSpPr>
          <p:spPr>
            <a:xfrm rot="10800000">
              <a:off x="3597332" y="1989293"/>
              <a:ext cx="5118600" cy="0"/>
            </a:xfrm>
            <a:prstGeom prst="straightConnector1">
              <a:avLst/>
            </a:prstGeom>
            <a:noFill/>
            <a:ln w="9525" cap="flat" cmpd="sng">
              <a:solidFill>
                <a:schemeClr val="accent6"/>
              </a:solidFill>
              <a:prstDash val="solid"/>
              <a:round/>
              <a:headEnd type="none" w="med" len="med"/>
              <a:tailEnd type="none" w="med" len="med"/>
            </a:ln>
          </p:spPr>
        </p:cxnSp>
        <p:cxnSp>
          <p:nvCxnSpPr>
            <p:cNvPr id="567" name="Google Shape;567;p60"/>
            <p:cNvCxnSpPr/>
            <p:nvPr/>
          </p:nvCxnSpPr>
          <p:spPr>
            <a:xfrm rot="10800000">
              <a:off x="8417999" y="1358967"/>
              <a:ext cx="0" cy="339000"/>
            </a:xfrm>
            <a:prstGeom prst="straightConnector1">
              <a:avLst/>
            </a:prstGeom>
            <a:noFill/>
            <a:ln w="9525" cap="flat" cmpd="sng">
              <a:solidFill>
                <a:schemeClr val="accent6"/>
              </a:solidFill>
              <a:prstDash val="solid"/>
              <a:round/>
              <a:headEnd type="none" w="med" len="med"/>
              <a:tailEnd type="none" w="med" len="med"/>
            </a:ln>
          </p:spPr>
        </p:cxnSp>
        <p:cxnSp>
          <p:nvCxnSpPr>
            <p:cNvPr id="568" name="Google Shape;568;p60"/>
            <p:cNvCxnSpPr/>
            <p:nvPr/>
          </p:nvCxnSpPr>
          <p:spPr>
            <a:xfrm rot="10800000">
              <a:off x="8697357" y="1598967"/>
              <a:ext cx="0" cy="99000"/>
            </a:xfrm>
            <a:prstGeom prst="straightConnector1">
              <a:avLst/>
            </a:prstGeom>
            <a:noFill/>
            <a:ln w="9525" cap="flat" cmpd="sng">
              <a:solidFill>
                <a:schemeClr val="accent6"/>
              </a:solidFill>
              <a:prstDash val="solid"/>
              <a:round/>
              <a:headEnd type="none" w="med" len="med"/>
              <a:tailEnd type="none" w="med" len="med"/>
            </a:ln>
          </p:spPr>
        </p:cxnSp>
        <p:cxnSp>
          <p:nvCxnSpPr>
            <p:cNvPr id="569" name="Google Shape;569;p60"/>
            <p:cNvCxnSpPr/>
            <p:nvPr/>
          </p:nvCxnSpPr>
          <p:spPr>
            <a:xfrm flipH="1">
              <a:off x="8423457" y="1646789"/>
              <a:ext cx="273900" cy="2700"/>
            </a:xfrm>
            <a:prstGeom prst="straightConnector1">
              <a:avLst/>
            </a:prstGeom>
            <a:noFill/>
            <a:ln w="9525" cap="flat" cmpd="sng">
              <a:solidFill>
                <a:schemeClr val="accent6"/>
              </a:solidFill>
              <a:prstDash val="solid"/>
              <a:round/>
              <a:headEnd type="none" w="med" len="med"/>
              <a:tailEnd type="none" w="med" len="med"/>
            </a:ln>
          </p:spPr>
        </p:cxnSp>
        <p:sp>
          <p:nvSpPr>
            <p:cNvPr id="570" name="Google Shape;570;p60"/>
            <p:cNvSpPr txBox="1"/>
            <p:nvPr/>
          </p:nvSpPr>
          <p:spPr>
            <a:xfrm>
              <a:off x="8167417" y="1051979"/>
              <a:ext cx="520800" cy="338700"/>
            </a:xfrm>
            <a:prstGeom prst="rect">
              <a:avLst/>
            </a:prstGeom>
            <a:noFill/>
            <a:ln>
              <a:noFill/>
            </a:ln>
          </p:spPr>
          <p:txBody>
            <a:bodyPr spcFirstLastPara="1" wrap="square" lIns="0" tIns="0" rIns="0" bIns="91425" anchor="b" anchorCtr="0">
              <a:spAutoFit/>
            </a:bodyPr>
            <a:lstStyle/>
            <a:p>
              <a:pPr marL="0" lvl="0" indent="0" algn="ctr" rtl="0">
                <a:lnSpc>
                  <a:spcPct val="100000"/>
                </a:lnSpc>
                <a:spcBef>
                  <a:spcPts val="0"/>
                </a:spcBef>
                <a:spcAft>
                  <a:spcPts val="0"/>
                </a:spcAft>
                <a:buNone/>
              </a:pPr>
              <a:r>
                <a:rPr lang="en" sz="800" b="1">
                  <a:solidFill>
                    <a:schemeClr val="accent6"/>
                  </a:solidFill>
                  <a:latin typeface="Arial" panose="020B0604020202020204" pitchFamily="34" charset="0"/>
                  <a:ea typeface="Lato"/>
                  <a:cs typeface="Arial" panose="020B0604020202020204" pitchFamily="34" charset="0"/>
                  <a:sym typeface="Lato"/>
                </a:rPr>
                <a:t>0.5”</a:t>
              </a:r>
              <a:br>
                <a:rPr lang="en" sz="800" b="1">
                  <a:solidFill>
                    <a:schemeClr val="accent6"/>
                  </a:solidFill>
                  <a:latin typeface="Arial" panose="020B0604020202020204" pitchFamily="34" charset="0"/>
                  <a:ea typeface="Lato"/>
                  <a:cs typeface="Arial" panose="020B0604020202020204" pitchFamily="34" charset="0"/>
                  <a:sym typeface="Lato"/>
                </a:rPr>
              </a:br>
              <a:r>
                <a:rPr lang="en" sz="800" b="1">
                  <a:solidFill>
                    <a:schemeClr val="accent6"/>
                  </a:solidFill>
                  <a:latin typeface="Arial" panose="020B0604020202020204" pitchFamily="34" charset="0"/>
                  <a:ea typeface="Lato"/>
                  <a:cs typeface="Arial" panose="020B0604020202020204" pitchFamily="34" charset="0"/>
                  <a:sym typeface="Lato"/>
                </a:rPr>
                <a:t>Margins</a:t>
              </a:r>
              <a:endParaRPr sz="800" b="1">
                <a:solidFill>
                  <a:schemeClr val="accent6"/>
                </a:solidFill>
                <a:latin typeface="Arial" panose="020B0604020202020204" pitchFamily="34" charset="0"/>
                <a:ea typeface="Lato"/>
                <a:cs typeface="Arial" panose="020B0604020202020204" pitchFamily="34" charset="0"/>
                <a:sym typeface="Lato"/>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53FA6-1437-AE0D-4CAA-5ABB5F70BB17}"/>
              </a:ext>
            </a:extLst>
          </p:cNvPr>
          <p:cNvSpPr>
            <a:spLocks noGrp="1"/>
          </p:cNvSpPr>
          <p:nvPr>
            <p:ph type="ctrTitle"/>
          </p:nvPr>
        </p:nvSpPr>
        <p:spPr/>
        <p:txBody>
          <a:bodyPr/>
          <a:lstStyle/>
          <a:p>
            <a:r>
              <a:rPr lang="en-US" dirty="0"/>
              <a:t>Sample</a:t>
            </a:r>
            <a:br>
              <a:rPr lang="en-US" dirty="0"/>
            </a:br>
            <a:r>
              <a:rPr lang="en-US" dirty="0">
                <a:solidFill>
                  <a:schemeClr val="accent1"/>
                </a:solidFill>
              </a:rPr>
              <a:t>Slides</a:t>
            </a:r>
          </a:p>
        </p:txBody>
      </p:sp>
    </p:spTree>
    <p:extLst>
      <p:ext uri="{BB962C8B-B14F-4D97-AF65-F5344CB8AC3E}">
        <p14:creationId xmlns:p14="http://schemas.microsoft.com/office/powerpoint/2010/main" val="6087077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22" name="Title 21">
            <a:extLst>
              <a:ext uri="{FF2B5EF4-FFF2-40B4-BE49-F238E27FC236}">
                <a16:creationId xmlns:a16="http://schemas.microsoft.com/office/drawing/2014/main" id="{E7D36C19-0A23-8B2E-26B8-35B0349ACA3E}"/>
              </a:ext>
            </a:extLst>
          </p:cNvPr>
          <p:cNvSpPr>
            <a:spLocks noGrp="1"/>
          </p:cNvSpPr>
          <p:nvPr>
            <p:ph type="ctrTitle"/>
          </p:nvPr>
        </p:nvSpPr>
        <p:spPr>
          <a:xfrm>
            <a:off x="352602" y="1956685"/>
            <a:ext cx="7807107" cy="1162750"/>
          </a:xfrm>
        </p:spPr>
        <p:txBody>
          <a:bodyPr/>
          <a:lstStyle/>
          <a:p>
            <a:r>
              <a:rPr lang="en-US" dirty="0">
                <a:solidFill>
                  <a:schemeClr val="bg1"/>
                </a:solidFill>
              </a:rPr>
              <a:t>TITLE IN ARIAL Bold,</a:t>
            </a:r>
            <a:br>
              <a:rPr lang="en-US" dirty="0">
                <a:solidFill>
                  <a:schemeClr val="bg1"/>
                </a:solidFill>
              </a:rPr>
            </a:br>
            <a:r>
              <a:rPr lang="en-US" dirty="0"/>
              <a:t>44pt ALL CAPS</a:t>
            </a:r>
          </a:p>
        </p:txBody>
      </p:sp>
      <p:sp>
        <p:nvSpPr>
          <p:cNvPr id="2" name="Subtitle 1">
            <a:extLst>
              <a:ext uri="{FF2B5EF4-FFF2-40B4-BE49-F238E27FC236}">
                <a16:creationId xmlns:a16="http://schemas.microsoft.com/office/drawing/2014/main" id="{6FA0AD38-84A3-FEDA-E6DE-A8F8A2DC81BC}"/>
              </a:ext>
            </a:extLst>
          </p:cNvPr>
          <p:cNvSpPr>
            <a:spLocks noGrp="1"/>
          </p:cNvSpPr>
          <p:nvPr>
            <p:ph type="subTitle" idx="1"/>
          </p:nvPr>
        </p:nvSpPr>
        <p:spPr/>
        <p:txBody>
          <a:bodyPr/>
          <a:lstStyle/>
          <a:p>
            <a:r>
              <a:rPr lang="en-US" dirty="0"/>
              <a:t>Subtitle in Arial Bold, 18pt</a:t>
            </a:r>
          </a:p>
        </p:txBody>
      </p:sp>
      <p:sp>
        <p:nvSpPr>
          <p:cNvPr id="8" name="Content Placeholder 7">
            <a:extLst>
              <a:ext uri="{FF2B5EF4-FFF2-40B4-BE49-F238E27FC236}">
                <a16:creationId xmlns:a16="http://schemas.microsoft.com/office/drawing/2014/main" id="{C5346B6A-A908-F6B5-93BF-847C4929E0E1}"/>
              </a:ext>
            </a:extLst>
          </p:cNvPr>
          <p:cNvSpPr>
            <a:spLocks noGrp="1"/>
          </p:cNvSpPr>
          <p:nvPr>
            <p:ph sz="quarter" idx="10"/>
          </p:nvPr>
        </p:nvSpPr>
        <p:spPr/>
        <p:txBody>
          <a:bodyPr/>
          <a:lstStyle/>
          <a:p>
            <a:r>
              <a:rPr lang="en-US" dirty="0"/>
              <a:t>First Lastname  |  Date</a:t>
            </a:r>
          </a:p>
        </p:txBody>
      </p:sp>
    </p:spTree>
    <p:extLst>
      <p:ext uri="{BB962C8B-B14F-4D97-AF65-F5344CB8AC3E}">
        <p14:creationId xmlns:p14="http://schemas.microsoft.com/office/powerpoint/2010/main" val="33418443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22" name="Title 21">
            <a:extLst>
              <a:ext uri="{FF2B5EF4-FFF2-40B4-BE49-F238E27FC236}">
                <a16:creationId xmlns:a16="http://schemas.microsoft.com/office/drawing/2014/main" id="{E7D36C19-0A23-8B2E-26B8-35B0349ACA3E}"/>
              </a:ext>
            </a:extLst>
          </p:cNvPr>
          <p:cNvSpPr>
            <a:spLocks noGrp="1"/>
          </p:cNvSpPr>
          <p:nvPr>
            <p:ph type="ctrTitle"/>
          </p:nvPr>
        </p:nvSpPr>
        <p:spPr>
          <a:xfrm>
            <a:off x="352602" y="1956685"/>
            <a:ext cx="7620733" cy="1162750"/>
          </a:xfrm>
        </p:spPr>
        <p:txBody>
          <a:bodyPr/>
          <a:lstStyle/>
          <a:p>
            <a:r>
              <a:rPr lang="en-US" dirty="0">
                <a:solidFill>
                  <a:schemeClr val="bg1"/>
                </a:solidFill>
              </a:rPr>
              <a:t>TITLE IN ARIAL Bold,</a:t>
            </a:r>
            <a:br>
              <a:rPr lang="en-US" dirty="0">
                <a:solidFill>
                  <a:schemeClr val="bg1"/>
                </a:solidFill>
              </a:rPr>
            </a:br>
            <a:r>
              <a:rPr lang="en-US" dirty="0"/>
              <a:t>44pt ALL CAPS</a:t>
            </a:r>
          </a:p>
        </p:txBody>
      </p:sp>
      <p:sp>
        <p:nvSpPr>
          <p:cNvPr id="2" name="Subtitle 1">
            <a:extLst>
              <a:ext uri="{FF2B5EF4-FFF2-40B4-BE49-F238E27FC236}">
                <a16:creationId xmlns:a16="http://schemas.microsoft.com/office/drawing/2014/main" id="{6FA0AD38-84A3-FEDA-E6DE-A8F8A2DC81BC}"/>
              </a:ext>
            </a:extLst>
          </p:cNvPr>
          <p:cNvSpPr>
            <a:spLocks noGrp="1"/>
          </p:cNvSpPr>
          <p:nvPr>
            <p:ph type="subTitle" idx="1"/>
          </p:nvPr>
        </p:nvSpPr>
        <p:spPr/>
        <p:txBody>
          <a:bodyPr/>
          <a:lstStyle/>
          <a:p>
            <a:r>
              <a:rPr lang="en-US" dirty="0"/>
              <a:t>Additional cover slide option</a:t>
            </a:r>
          </a:p>
        </p:txBody>
      </p:sp>
      <p:sp>
        <p:nvSpPr>
          <p:cNvPr id="8" name="Content Placeholder 7">
            <a:extLst>
              <a:ext uri="{FF2B5EF4-FFF2-40B4-BE49-F238E27FC236}">
                <a16:creationId xmlns:a16="http://schemas.microsoft.com/office/drawing/2014/main" id="{C5346B6A-A908-F6B5-93BF-847C4929E0E1}"/>
              </a:ext>
            </a:extLst>
          </p:cNvPr>
          <p:cNvSpPr>
            <a:spLocks noGrp="1"/>
          </p:cNvSpPr>
          <p:nvPr>
            <p:ph sz="quarter" idx="10"/>
          </p:nvPr>
        </p:nvSpPr>
        <p:spPr/>
        <p:txBody>
          <a:bodyPr/>
          <a:lstStyle/>
          <a:p>
            <a:r>
              <a:rPr lang="en-US" dirty="0"/>
              <a:t>First Lastname  |  Date</a:t>
            </a:r>
          </a:p>
        </p:txBody>
      </p:sp>
    </p:spTree>
    <p:extLst>
      <p:ext uri="{BB962C8B-B14F-4D97-AF65-F5344CB8AC3E}">
        <p14:creationId xmlns:p14="http://schemas.microsoft.com/office/powerpoint/2010/main" val="21494340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13" name="Title 12">
            <a:extLst>
              <a:ext uri="{FF2B5EF4-FFF2-40B4-BE49-F238E27FC236}">
                <a16:creationId xmlns:a16="http://schemas.microsoft.com/office/drawing/2014/main" id="{404DF8EE-1809-E555-FDF8-70216B43FAB5}"/>
              </a:ext>
            </a:extLst>
          </p:cNvPr>
          <p:cNvSpPr>
            <a:spLocks noGrp="1"/>
          </p:cNvSpPr>
          <p:nvPr>
            <p:ph type="ctrTitle"/>
          </p:nvPr>
        </p:nvSpPr>
        <p:spPr/>
        <p:txBody>
          <a:bodyPr/>
          <a:lstStyle/>
          <a:p>
            <a:r>
              <a:rPr lang="en-US" dirty="0">
                <a:solidFill>
                  <a:schemeClr val="bg1"/>
                </a:solidFill>
              </a:rPr>
              <a:t>COVER SLIDE</a:t>
            </a:r>
            <a:r>
              <a:rPr lang="en-US" dirty="0"/>
              <a:t> </a:t>
            </a:r>
            <a:br>
              <a:rPr lang="en-US" dirty="0"/>
            </a:br>
            <a:r>
              <a:rPr lang="en-US" dirty="0"/>
              <a:t>WITH CUSTOMER LOGO, All caps</a:t>
            </a:r>
          </a:p>
        </p:txBody>
      </p:sp>
      <p:sp>
        <p:nvSpPr>
          <p:cNvPr id="2" name="Subtitle 1">
            <a:extLst>
              <a:ext uri="{FF2B5EF4-FFF2-40B4-BE49-F238E27FC236}">
                <a16:creationId xmlns:a16="http://schemas.microsoft.com/office/drawing/2014/main" id="{6FA0AD38-84A3-FEDA-E6DE-A8F8A2DC81BC}"/>
              </a:ext>
            </a:extLst>
          </p:cNvPr>
          <p:cNvSpPr>
            <a:spLocks noGrp="1"/>
          </p:cNvSpPr>
          <p:nvPr>
            <p:ph type="subTitle" idx="1"/>
          </p:nvPr>
        </p:nvSpPr>
        <p:spPr/>
        <p:txBody>
          <a:bodyPr/>
          <a:lstStyle/>
          <a:p>
            <a:r>
              <a:rPr lang="en-US" dirty="0"/>
              <a:t>Useful for customer sales presentations</a:t>
            </a:r>
          </a:p>
          <a:p>
            <a:endParaRPr lang="en-US" dirty="0"/>
          </a:p>
        </p:txBody>
      </p:sp>
      <p:sp>
        <p:nvSpPr>
          <p:cNvPr id="8" name="Content Placeholder 7">
            <a:extLst>
              <a:ext uri="{FF2B5EF4-FFF2-40B4-BE49-F238E27FC236}">
                <a16:creationId xmlns:a16="http://schemas.microsoft.com/office/drawing/2014/main" id="{C5346B6A-A908-F6B5-93BF-847C4929E0E1}"/>
              </a:ext>
            </a:extLst>
          </p:cNvPr>
          <p:cNvSpPr>
            <a:spLocks noGrp="1"/>
          </p:cNvSpPr>
          <p:nvPr>
            <p:ph sz="quarter" idx="10"/>
          </p:nvPr>
        </p:nvSpPr>
        <p:spPr/>
        <p:txBody>
          <a:bodyPr/>
          <a:lstStyle/>
          <a:p>
            <a:r>
              <a:rPr lang="en-US" dirty="0"/>
              <a:t>First Lastname  |  Date</a:t>
            </a:r>
          </a:p>
        </p:txBody>
      </p:sp>
      <p:sp>
        <p:nvSpPr>
          <p:cNvPr id="22" name="Content Placeholder 21">
            <a:extLst>
              <a:ext uri="{FF2B5EF4-FFF2-40B4-BE49-F238E27FC236}">
                <a16:creationId xmlns:a16="http://schemas.microsoft.com/office/drawing/2014/main" id="{9E4144C3-6514-ECDB-862E-C695274EC1E3}"/>
              </a:ext>
            </a:extLst>
          </p:cNvPr>
          <p:cNvSpPr>
            <a:spLocks noGrp="1"/>
          </p:cNvSpPr>
          <p:nvPr>
            <p:ph sz="quarter" idx="11"/>
          </p:nvPr>
        </p:nvSpPr>
        <p:spPr/>
        <p:txBody>
          <a:bodyPr/>
          <a:lstStyle/>
          <a:p>
            <a:endParaRPr lang="en-US"/>
          </a:p>
        </p:txBody>
      </p:sp>
      <p:pic>
        <p:nvPicPr>
          <p:cNvPr id="3" name="Google Shape;375;p50">
            <a:extLst>
              <a:ext uri="{FF2B5EF4-FFF2-40B4-BE49-F238E27FC236}">
                <a16:creationId xmlns:a16="http://schemas.microsoft.com/office/drawing/2014/main" id="{F10B42B3-F3AC-285A-D57E-3644889BF1B5}"/>
              </a:ext>
            </a:extLst>
          </p:cNvPr>
          <p:cNvPicPr preferRelativeResize="0"/>
          <p:nvPr/>
        </p:nvPicPr>
        <p:blipFill>
          <a:blip r:embed="rId3">
            <a:alphaModFix/>
          </a:blip>
          <a:stretch>
            <a:fillRect/>
          </a:stretch>
        </p:blipFill>
        <p:spPr>
          <a:xfrm>
            <a:off x="6567805" y="2164074"/>
            <a:ext cx="2103120" cy="747971"/>
          </a:xfrm>
          <a:prstGeom prst="rect">
            <a:avLst/>
          </a:prstGeom>
          <a:noFill/>
          <a:ln>
            <a:noFill/>
          </a:ln>
        </p:spPr>
      </p:pic>
    </p:spTree>
    <p:extLst>
      <p:ext uri="{BB962C8B-B14F-4D97-AF65-F5344CB8AC3E}">
        <p14:creationId xmlns:p14="http://schemas.microsoft.com/office/powerpoint/2010/main" val="20870934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2" name="Title 1">
            <a:extLst>
              <a:ext uri="{FF2B5EF4-FFF2-40B4-BE49-F238E27FC236}">
                <a16:creationId xmlns:a16="http://schemas.microsoft.com/office/drawing/2014/main" id="{BBEBCA8A-89EC-4F21-C63A-41F7A9DAC1DE}"/>
              </a:ext>
            </a:extLst>
          </p:cNvPr>
          <p:cNvSpPr>
            <a:spLocks noGrp="1"/>
          </p:cNvSpPr>
          <p:nvPr>
            <p:ph type="ctrTitle"/>
          </p:nvPr>
        </p:nvSpPr>
        <p:spPr/>
        <p:txBody>
          <a:bodyPr/>
          <a:lstStyle/>
          <a:p>
            <a:r>
              <a:rPr lang="en-US" dirty="0"/>
              <a:t>CH. 1 TITLE, ALL CAPS</a:t>
            </a:r>
            <a:br>
              <a:rPr lang="en-US" dirty="0"/>
            </a:br>
            <a:r>
              <a:rPr lang="en-US" dirty="0">
                <a:solidFill>
                  <a:schemeClr val="accent1"/>
                </a:solidFill>
              </a:rPr>
              <a:t>OPTION 1</a:t>
            </a:r>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2" name="Title 1">
            <a:extLst>
              <a:ext uri="{FF2B5EF4-FFF2-40B4-BE49-F238E27FC236}">
                <a16:creationId xmlns:a16="http://schemas.microsoft.com/office/drawing/2014/main" id="{71C63E9D-1B3A-AD17-EE4D-5D952D182E91}"/>
              </a:ext>
            </a:extLst>
          </p:cNvPr>
          <p:cNvSpPr>
            <a:spLocks noGrp="1"/>
          </p:cNvSpPr>
          <p:nvPr>
            <p:ph type="ctrTitle"/>
          </p:nvPr>
        </p:nvSpPr>
        <p:spPr/>
        <p:txBody>
          <a:bodyPr/>
          <a:lstStyle/>
          <a:p>
            <a:r>
              <a:rPr lang="en-US" dirty="0"/>
              <a:t>CH. 2 TITLE, ALL CAPS</a:t>
            </a:r>
            <a:br>
              <a:rPr lang="en-US" dirty="0"/>
            </a:br>
            <a:r>
              <a:rPr lang="en-US" dirty="0">
                <a:solidFill>
                  <a:schemeClr val="accent1"/>
                </a:solidFill>
              </a:rPr>
              <a:t>OPTION 2</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4" name="Title 3">
            <a:extLst>
              <a:ext uri="{FF2B5EF4-FFF2-40B4-BE49-F238E27FC236}">
                <a16:creationId xmlns:a16="http://schemas.microsoft.com/office/drawing/2014/main" id="{A7385F88-55B2-C9AA-A136-C904D0D0368B}"/>
              </a:ext>
            </a:extLst>
          </p:cNvPr>
          <p:cNvSpPr>
            <a:spLocks noGrp="1"/>
          </p:cNvSpPr>
          <p:nvPr>
            <p:ph type="ctrTitle"/>
          </p:nvPr>
        </p:nvSpPr>
        <p:spPr/>
        <p:txBody>
          <a:bodyPr/>
          <a:lstStyle/>
          <a:p>
            <a:r>
              <a:rPr lang="en-US" dirty="0"/>
              <a:t>CH. 3 TITLE, ALL CAPS</a:t>
            </a:r>
            <a:br>
              <a:rPr lang="en-US" dirty="0"/>
            </a:br>
            <a:r>
              <a:rPr lang="en-US" dirty="0">
                <a:solidFill>
                  <a:schemeClr val="accent1"/>
                </a:solidFill>
              </a:rPr>
              <a:t>OPTION 3</a:t>
            </a:r>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0"/>
        <p:cNvGrpSpPr/>
        <p:nvPr/>
      </p:nvGrpSpPr>
      <p:grpSpPr>
        <a:xfrm>
          <a:off x="0" y="0"/>
          <a:ext cx="0" cy="0"/>
          <a:chOff x="0" y="0"/>
          <a:chExt cx="0" cy="0"/>
        </a:xfrm>
      </p:grpSpPr>
      <p:sp>
        <p:nvSpPr>
          <p:cNvPr id="4" name="Title 3">
            <a:extLst>
              <a:ext uri="{FF2B5EF4-FFF2-40B4-BE49-F238E27FC236}">
                <a16:creationId xmlns:a16="http://schemas.microsoft.com/office/drawing/2014/main" id="{ECBCC56B-4699-1A78-641F-8CA0E47B5697}"/>
              </a:ext>
            </a:extLst>
          </p:cNvPr>
          <p:cNvSpPr>
            <a:spLocks noGrp="1"/>
          </p:cNvSpPr>
          <p:nvPr>
            <p:ph type="ctrTitle"/>
          </p:nvPr>
        </p:nvSpPr>
        <p:spPr/>
        <p:txBody>
          <a:bodyPr/>
          <a:lstStyle/>
          <a:p>
            <a:r>
              <a:rPr lang="en-US" dirty="0"/>
              <a:t>CH. 4 TITLE, ALL CAPS</a:t>
            </a:r>
            <a:br>
              <a:rPr lang="en-US" dirty="0"/>
            </a:br>
            <a:r>
              <a:rPr lang="en-US" dirty="0">
                <a:solidFill>
                  <a:schemeClr val="accent1"/>
                </a:solidFill>
              </a:rPr>
              <a:t>OPTION 4</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4" name="Title 3">
            <a:extLst>
              <a:ext uri="{FF2B5EF4-FFF2-40B4-BE49-F238E27FC236}">
                <a16:creationId xmlns:a16="http://schemas.microsoft.com/office/drawing/2014/main" id="{310FABDA-741A-210B-2F00-5C4D84616319}"/>
              </a:ext>
            </a:extLst>
          </p:cNvPr>
          <p:cNvSpPr>
            <a:spLocks noGrp="1"/>
          </p:cNvSpPr>
          <p:nvPr>
            <p:ph type="ctrTitle"/>
          </p:nvPr>
        </p:nvSpPr>
        <p:spPr/>
        <p:txBody>
          <a:bodyPr/>
          <a:lstStyle/>
          <a:p>
            <a:r>
              <a:rPr lang="en-US" dirty="0"/>
              <a:t>CH. 5 TITLE, ALL CAPS</a:t>
            </a:r>
            <a:br>
              <a:rPr lang="en-US" dirty="0"/>
            </a:br>
            <a:r>
              <a:rPr lang="en-US" dirty="0">
                <a:solidFill>
                  <a:schemeClr val="accent1"/>
                </a:solidFill>
              </a:rPr>
              <a:t>OPTION 5</a:t>
            </a:r>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7" name="Google Shape;607;p67"/>
          <p:cNvSpPr txBox="1">
            <a:spLocks noGrp="1"/>
          </p:cNvSpPr>
          <p:nvPr>
            <p:ph type="title"/>
          </p:nvPr>
        </p:nvSpPr>
        <p:spPr/>
        <p:txBody>
          <a:bodyPr/>
          <a:lstStyle/>
          <a:p>
            <a:pPr lvl="0"/>
            <a:r>
              <a:rPr lang="en-US" dirty="0"/>
              <a:t>Multi-use Slide</a:t>
            </a:r>
          </a:p>
        </p:txBody>
      </p:sp>
      <p:sp>
        <p:nvSpPr>
          <p:cNvPr id="608" name="Google Shape;608;p67"/>
          <p:cNvSpPr txBox="1">
            <a:spLocks noGrp="1"/>
          </p:cNvSpPr>
          <p:nvPr>
            <p:ph type="subTitle" idx="1"/>
          </p:nvPr>
        </p:nvSpPr>
        <p:spPr/>
        <p:txBody>
          <a:bodyPr/>
          <a:lstStyle/>
          <a:p>
            <a:pPr lvl="0"/>
            <a:r>
              <a:rPr lang="en-US" dirty="0"/>
              <a:t>Subtitle if needed</a:t>
            </a:r>
          </a:p>
        </p:txBody>
      </p:sp>
    </p:spTree>
    <p:extLst>
      <p:ext uri="{BB962C8B-B14F-4D97-AF65-F5344CB8AC3E}">
        <p14:creationId xmlns:p14="http://schemas.microsoft.com/office/powerpoint/2010/main" val="31564751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7" name="Google Shape;607;p67"/>
          <p:cNvSpPr txBox="1">
            <a:spLocks noGrp="1"/>
          </p:cNvSpPr>
          <p:nvPr>
            <p:ph type="title"/>
          </p:nvPr>
        </p:nvSpPr>
        <p:spPr/>
        <p:txBody>
          <a:bodyPr/>
          <a:lstStyle/>
          <a:p>
            <a:pPr lvl="0"/>
            <a:r>
              <a:rPr lang="en-US" dirty="0"/>
              <a:t>Multi-use Slide</a:t>
            </a:r>
          </a:p>
        </p:txBody>
      </p:sp>
      <p:sp>
        <p:nvSpPr>
          <p:cNvPr id="608" name="Google Shape;608;p67"/>
          <p:cNvSpPr txBox="1">
            <a:spLocks noGrp="1"/>
          </p:cNvSpPr>
          <p:nvPr>
            <p:ph type="subTitle" idx="1"/>
          </p:nvPr>
        </p:nvSpPr>
        <p:spPr/>
        <p:txBody>
          <a:bodyPr/>
          <a:lstStyle/>
          <a:p>
            <a:pPr lvl="0"/>
            <a:r>
              <a:rPr lang="en-US" dirty="0"/>
              <a:t>With image placeholder</a:t>
            </a:r>
          </a:p>
        </p:txBody>
      </p:sp>
      <p:pic>
        <p:nvPicPr>
          <p:cNvPr id="4" name="Content Placeholder 3" descr="A group of people sitting in a room&#10;&#10;Description automatically generated with low confidence">
            <a:extLst>
              <a:ext uri="{FF2B5EF4-FFF2-40B4-BE49-F238E27FC236}">
                <a16:creationId xmlns:a16="http://schemas.microsoft.com/office/drawing/2014/main" id="{C7E53F37-7349-32FE-DFAF-7AACD9EBB885}"/>
              </a:ext>
            </a:extLst>
          </p:cNvPr>
          <p:cNvPicPr>
            <a:picLocks noGrp="1" noChangeAspect="1"/>
          </p:cNvPicPr>
          <p:nvPr>
            <p:ph sz="quarter" idx="10"/>
          </p:nvPr>
        </p:nvPicPr>
        <p:blipFill>
          <a:blip r:embed="rId3"/>
          <a:stretch>
            <a:fillRect/>
          </a:stretch>
        </p:blipFill>
        <p:spPr>
          <a:xfrm>
            <a:off x="476250" y="1225550"/>
            <a:ext cx="8229600" cy="3479800"/>
          </a:xfrm>
        </p:spPr>
      </p:pic>
    </p:spTree>
    <p:extLst>
      <p:ext uri="{BB962C8B-B14F-4D97-AF65-F5344CB8AC3E}">
        <p14:creationId xmlns:p14="http://schemas.microsoft.com/office/powerpoint/2010/main" val="352390843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7" name="Google Shape;607;p67"/>
          <p:cNvSpPr txBox="1">
            <a:spLocks noGrp="1"/>
          </p:cNvSpPr>
          <p:nvPr>
            <p:ph type="title"/>
          </p:nvPr>
        </p:nvSpPr>
        <p:spPr/>
        <p:txBody>
          <a:bodyPr/>
          <a:lstStyle/>
          <a:p>
            <a:pPr lvl="0"/>
            <a:r>
              <a:rPr lang="en-US" dirty="0"/>
              <a:t>Multi-use Slide</a:t>
            </a:r>
          </a:p>
        </p:txBody>
      </p:sp>
      <p:sp>
        <p:nvSpPr>
          <p:cNvPr id="608" name="Google Shape;608;p67"/>
          <p:cNvSpPr txBox="1">
            <a:spLocks noGrp="1"/>
          </p:cNvSpPr>
          <p:nvPr>
            <p:ph type="subTitle" idx="1"/>
          </p:nvPr>
        </p:nvSpPr>
        <p:spPr/>
        <p:txBody>
          <a:bodyPr/>
          <a:lstStyle/>
          <a:p>
            <a:pPr lvl="0"/>
            <a:r>
              <a:rPr lang="en-US" dirty="0"/>
              <a:t>Subtitle if needed</a:t>
            </a:r>
          </a:p>
        </p:txBody>
      </p:sp>
    </p:spTree>
    <p:extLst>
      <p:ext uri="{BB962C8B-B14F-4D97-AF65-F5344CB8AC3E}">
        <p14:creationId xmlns:p14="http://schemas.microsoft.com/office/powerpoint/2010/main" val="3421390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12"/>
        <p:cNvGrpSpPr/>
        <p:nvPr/>
      </p:nvGrpSpPr>
      <p:grpSpPr>
        <a:xfrm>
          <a:off x="0" y="0"/>
          <a:ext cx="0" cy="0"/>
          <a:chOff x="0" y="0"/>
          <a:chExt cx="0" cy="0"/>
        </a:xfrm>
      </p:grpSpPr>
      <p:sp>
        <p:nvSpPr>
          <p:cNvPr id="7" name="Subtitle 6">
            <a:extLst>
              <a:ext uri="{FF2B5EF4-FFF2-40B4-BE49-F238E27FC236}">
                <a16:creationId xmlns:a16="http://schemas.microsoft.com/office/drawing/2014/main" id="{B02B492C-802A-0B4D-C2E4-54DAAD4B02DC}"/>
              </a:ext>
            </a:extLst>
          </p:cNvPr>
          <p:cNvSpPr>
            <a:spLocks noGrp="1"/>
          </p:cNvSpPr>
          <p:nvPr>
            <p:ph type="subTitle" idx="1"/>
          </p:nvPr>
        </p:nvSpPr>
        <p:spPr/>
        <p:txBody>
          <a:bodyPr/>
          <a:lstStyle/>
          <a:p>
            <a:r>
              <a:rPr lang="en-US" dirty="0"/>
              <a:t>Subtitle if needed</a:t>
            </a:r>
          </a:p>
        </p:txBody>
      </p:sp>
      <p:sp>
        <p:nvSpPr>
          <p:cNvPr id="614" name="Google Shape;614;p68"/>
          <p:cNvSpPr txBox="1">
            <a:spLocks noGrp="1"/>
          </p:cNvSpPr>
          <p:nvPr>
            <p:ph type="title"/>
          </p:nvPr>
        </p:nvSpPr>
        <p:spPr/>
        <p:txBody>
          <a:bodyPr/>
          <a:lstStyle/>
          <a:p>
            <a:pPr lvl="0"/>
            <a:r>
              <a:rPr lang="en-US" dirty="0"/>
              <a:t>Multi-use Slide to Be Used When Your Title is Long and Falls on Two Lines</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1" name="Google Shape;621;p69"/>
          <p:cNvSpPr txBox="1">
            <a:spLocks noGrp="1"/>
          </p:cNvSpPr>
          <p:nvPr>
            <p:ph type="title"/>
          </p:nvPr>
        </p:nvSpPr>
        <p:spPr/>
        <p:txBody>
          <a:bodyPr/>
          <a:lstStyle/>
          <a:p>
            <a:pPr lvl="0"/>
            <a:r>
              <a:rPr lang="en-US"/>
              <a:t>Multi-use Slide w/ Dotted Lines Wave 1</a:t>
            </a:r>
          </a:p>
        </p:txBody>
      </p:sp>
      <p:sp>
        <p:nvSpPr>
          <p:cNvPr id="622" name="Google Shape;622;p69"/>
          <p:cNvSpPr txBox="1">
            <a:spLocks noGrp="1"/>
          </p:cNvSpPr>
          <p:nvPr>
            <p:ph type="subTitle" idx="1"/>
          </p:nvPr>
        </p:nvSpPr>
        <p:spPr/>
        <p:txBody>
          <a:bodyPr/>
          <a:lstStyle/>
          <a:p>
            <a:pPr lvl="0"/>
            <a:r>
              <a:rPr lang="en-US" dirty="0"/>
              <a:t>Subtitle if needed</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05"/>
        <p:cNvGrpSpPr/>
        <p:nvPr/>
      </p:nvGrpSpPr>
      <p:grpSpPr>
        <a:xfrm>
          <a:off x="0" y="0"/>
          <a:ext cx="0" cy="0"/>
          <a:chOff x="0" y="0"/>
          <a:chExt cx="0" cy="0"/>
        </a:xfrm>
      </p:grpSpPr>
      <p:sp>
        <p:nvSpPr>
          <p:cNvPr id="607" name="Google Shape;607;p67"/>
          <p:cNvSpPr txBox="1">
            <a:spLocks noGrp="1"/>
          </p:cNvSpPr>
          <p:nvPr>
            <p:ph type="title"/>
          </p:nvPr>
        </p:nvSpPr>
        <p:spPr/>
        <p:txBody>
          <a:bodyPr/>
          <a:lstStyle/>
          <a:p>
            <a:pPr lvl="0"/>
            <a:r>
              <a:rPr lang="en-US" dirty="0"/>
              <a:t>Multi-use Slide</a:t>
            </a:r>
          </a:p>
        </p:txBody>
      </p:sp>
      <p:sp>
        <p:nvSpPr>
          <p:cNvPr id="608" name="Google Shape;608;p67"/>
          <p:cNvSpPr txBox="1">
            <a:spLocks noGrp="1"/>
          </p:cNvSpPr>
          <p:nvPr>
            <p:ph type="subTitle" idx="1"/>
          </p:nvPr>
        </p:nvSpPr>
        <p:spPr/>
        <p:txBody>
          <a:bodyPr/>
          <a:lstStyle/>
          <a:p>
            <a:pPr lvl="0"/>
            <a:r>
              <a:rPr lang="en-US" dirty="0"/>
              <a:t>Subtitle if needed</a:t>
            </a:r>
          </a:p>
        </p:txBody>
      </p:sp>
    </p:spTree>
    <p:extLst>
      <p:ext uri="{BB962C8B-B14F-4D97-AF65-F5344CB8AC3E}">
        <p14:creationId xmlns:p14="http://schemas.microsoft.com/office/powerpoint/2010/main" val="34180535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sp>
        <p:nvSpPr>
          <p:cNvPr id="628" name="Google Shape;628;p70"/>
          <p:cNvSpPr txBox="1">
            <a:spLocks noGrp="1"/>
          </p:cNvSpPr>
          <p:nvPr>
            <p:ph type="title"/>
          </p:nvPr>
        </p:nvSpPr>
        <p:spPr/>
        <p:txBody>
          <a:bodyPr/>
          <a:lstStyle/>
          <a:p>
            <a:pPr lvl="0"/>
            <a:r>
              <a:rPr lang="en-US" dirty="0"/>
              <a:t>Multi-use Slide w/ Dotted Lines Wave 2</a:t>
            </a:r>
          </a:p>
        </p:txBody>
      </p:sp>
      <p:sp>
        <p:nvSpPr>
          <p:cNvPr id="629" name="Google Shape;629;p70"/>
          <p:cNvSpPr txBox="1">
            <a:spLocks noGrp="1"/>
          </p:cNvSpPr>
          <p:nvPr>
            <p:ph type="subTitle" idx="1"/>
          </p:nvPr>
        </p:nvSpPr>
        <p:spPr/>
        <p:txBody>
          <a:bodyPr/>
          <a:lstStyle/>
          <a:p>
            <a:pPr lvl="0"/>
            <a:r>
              <a:rPr lang="en-US" dirty="0"/>
              <a:t>Subtitle if needed</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5" name="Google Shape;635;p71"/>
          <p:cNvSpPr txBox="1">
            <a:spLocks noGrp="1"/>
          </p:cNvSpPr>
          <p:nvPr>
            <p:ph type="title"/>
          </p:nvPr>
        </p:nvSpPr>
        <p:spPr/>
        <p:txBody>
          <a:bodyPr/>
          <a:lstStyle/>
          <a:p>
            <a:pPr lvl="0"/>
            <a:r>
              <a:rPr lang="en-US"/>
              <a:t>Multi-use Slide w/ Dotted Arrows</a:t>
            </a:r>
          </a:p>
        </p:txBody>
      </p:sp>
      <p:sp>
        <p:nvSpPr>
          <p:cNvPr id="636" name="Google Shape;636;p71"/>
          <p:cNvSpPr txBox="1">
            <a:spLocks noGrp="1"/>
          </p:cNvSpPr>
          <p:nvPr>
            <p:ph type="subTitle" idx="1"/>
          </p:nvPr>
        </p:nvSpPr>
        <p:spPr/>
        <p:txBody>
          <a:bodyPr/>
          <a:lstStyle/>
          <a:p>
            <a:pPr lvl="0"/>
            <a:r>
              <a:rPr lang="en-US" dirty="0"/>
              <a:t>Subtitle if needed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FD939F3F-9DAF-88BC-3387-3241C00FA4F7}"/>
              </a:ext>
            </a:extLst>
          </p:cNvPr>
          <p:cNvSpPr>
            <a:spLocks noGrp="1"/>
          </p:cNvSpPr>
          <p:nvPr>
            <p:ph sz="quarter" idx="15"/>
          </p:nvPr>
        </p:nvSpPr>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a:p>
            <a:endParaRPr lang="en-US" dirty="0"/>
          </a:p>
        </p:txBody>
      </p:sp>
      <p:sp>
        <p:nvSpPr>
          <p:cNvPr id="642" name="Google Shape;642;p72"/>
          <p:cNvSpPr txBox="1">
            <a:spLocks noGrp="1"/>
          </p:cNvSpPr>
          <p:nvPr>
            <p:ph type="title"/>
          </p:nvPr>
        </p:nvSpPr>
        <p:spPr/>
        <p:txBody>
          <a:bodyPr/>
          <a:lstStyle/>
          <a:p>
            <a:pPr lvl="0"/>
            <a:r>
              <a:rPr lang="en-US"/>
              <a:t>One Column Layout with White Background</a:t>
            </a:r>
          </a:p>
        </p:txBody>
      </p:sp>
      <p:sp>
        <p:nvSpPr>
          <p:cNvPr id="644" name="Google Shape;644;p72"/>
          <p:cNvSpPr txBox="1">
            <a:spLocks noGrp="1"/>
          </p:cNvSpPr>
          <p:nvPr>
            <p:ph type="subTitle" idx="1"/>
          </p:nvPr>
        </p:nvSpPr>
        <p:spPr/>
        <p:txBody>
          <a:bodyPr/>
          <a:lstStyle/>
          <a:p>
            <a:pPr lvl="0"/>
            <a:r>
              <a:rPr lang="en-US"/>
              <a:t>Subtitle if needed</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2" name="Google Shape;642;p72"/>
          <p:cNvSpPr txBox="1">
            <a:spLocks noGrp="1"/>
          </p:cNvSpPr>
          <p:nvPr>
            <p:ph type="title"/>
          </p:nvPr>
        </p:nvSpPr>
        <p:spPr/>
        <p:txBody>
          <a:bodyPr/>
          <a:lstStyle/>
          <a:p>
            <a:pPr lvl="0"/>
            <a:r>
              <a:rPr lang="en-US"/>
              <a:t>One Column Layout with White Background</a:t>
            </a:r>
          </a:p>
        </p:txBody>
      </p:sp>
      <p:sp>
        <p:nvSpPr>
          <p:cNvPr id="644" name="Google Shape;644;p72"/>
          <p:cNvSpPr txBox="1">
            <a:spLocks noGrp="1"/>
          </p:cNvSpPr>
          <p:nvPr>
            <p:ph type="subTitle" idx="1"/>
          </p:nvPr>
        </p:nvSpPr>
        <p:spPr/>
        <p:txBody>
          <a:bodyPr/>
          <a:lstStyle/>
          <a:p>
            <a:pPr lvl="0"/>
            <a:r>
              <a:rPr lang="en-US" dirty="0"/>
              <a:t>With image placeholder</a:t>
            </a:r>
          </a:p>
        </p:txBody>
      </p:sp>
      <p:pic>
        <p:nvPicPr>
          <p:cNvPr id="4" name="Content Placeholder 3" descr="A picture containing text, person, building, person&#10;&#10;Description automatically generated">
            <a:extLst>
              <a:ext uri="{FF2B5EF4-FFF2-40B4-BE49-F238E27FC236}">
                <a16:creationId xmlns:a16="http://schemas.microsoft.com/office/drawing/2014/main" id="{E63C3993-B721-0041-FED9-4DE47B04B0B5}"/>
              </a:ext>
            </a:extLst>
          </p:cNvPr>
          <p:cNvPicPr>
            <a:picLocks noGrp="1" noChangeAspect="1"/>
          </p:cNvPicPr>
          <p:nvPr>
            <p:ph sz="quarter" idx="10"/>
          </p:nvPr>
        </p:nvPicPr>
        <p:blipFill>
          <a:blip r:embed="rId3"/>
          <a:stretch>
            <a:fillRect/>
          </a:stretch>
        </p:blipFill>
        <p:spPr>
          <a:xfrm>
            <a:off x="4687275" y="1417638"/>
            <a:ext cx="4036650" cy="3287712"/>
          </a:xfrm>
        </p:spPr>
      </p:pic>
      <p:sp>
        <p:nvSpPr>
          <p:cNvPr id="14" name="Content Placeholder 13">
            <a:extLst>
              <a:ext uri="{FF2B5EF4-FFF2-40B4-BE49-F238E27FC236}">
                <a16:creationId xmlns:a16="http://schemas.microsoft.com/office/drawing/2014/main" id="{8108925C-1A22-46CF-4E26-D567051E2D84}"/>
              </a:ext>
            </a:extLst>
          </p:cNvPr>
          <p:cNvSpPr>
            <a:spLocks noGrp="1"/>
          </p:cNvSpPr>
          <p:nvPr>
            <p:ph sz="quarter" idx="15"/>
          </p:nvPr>
        </p:nvSpPr>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a:t>
            </a:r>
          </a:p>
          <a:p>
            <a:endParaRPr lang="en-US" dirty="0"/>
          </a:p>
        </p:txBody>
      </p:sp>
    </p:spTree>
    <p:extLst>
      <p:ext uri="{BB962C8B-B14F-4D97-AF65-F5344CB8AC3E}">
        <p14:creationId xmlns:p14="http://schemas.microsoft.com/office/powerpoint/2010/main" val="25619626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73"/>
          <p:cNvSpPr txBox="1">
            <a:spLocks noGrp="1"/>
          </p:cNvSpPr>
          <p:nvPr>
            <p:ph type="title"/>
          </p:nvPr>
        </p:nvSpPr>
        <p:spPr/>
        <p:txBody>
          <a:bodyPr/>
          <a:lstStyle/>
          <a:p>
            <a:pPr lvl="0"/>
            <a:r>
              <a:rPr lang="en-US" dirty="0"/>
              <a:t>Two Column Layout</a:t>
            </a:r>
          </a:p>
        </p:txBody>
      </p:sp>
      <p:sp>
        <p:nvSpPr>
          <p:cNvPr id="653" name="Google Shape;653;p73"/>
          <p:cNvSpPr txBox="1">
            <a:spLocks noGrp="1"/>
          </p:cNvSpPr>
          <p:nvPr>
            <p:ph type="subTitle" idx="1"/>
          </p:nvPr>
        </p:nvSpPr>
        <p:spPr/>
        <p:txBody>
          <a:bodyPr/>
          <a:lstStyle/>
          <a:p>
            <a:pPr lvl="0"/>
            <a:r>
              <a:rPr lang="en-US" dirty="0"/>
              <a:t>Subtitle if needed</a:t>
            </a:r>
          </a:p>
        </p:txBody>
      </p:sp>
      <p:sp>
        <p:nvSpPr>
          <p:cNvPr id="12" name="Content Placeholder 11">
            <a:extLst>
              <a:ext uri="{FF2B5EF4-FFF2-40B4-BE49-F238E27FC236}">
                <a16:creationId xmlns:a16="http://schemas.microsoft.com/office/drawing/2014/main" id="{600FE9B5-6098-C979-12AA-072C001F4BD8}"/>
              </a:ext>
            </a:extLst>
          </p:cNvPr>
          <p:cNvSpPr>
            <a:spLocks noGrp="1"/>
          </p:cNvSpPr>
          <p:nvPr>
            <p:ph sz="quarter" idx="16"/>
          </p:nvPr>
        </p:nvSpPr>
        <p:spPr/>
        <p:txBody>
          <a:bodyPr/>
          <a:lstStyle/>
          <a:p>
            <a:r>
              <a:rPr lang="en-US" dirty="0"/>
              <a:t>Lorem ipsum dolor sit </a:t>
            </a:r>
            <a:r>
              <a:rPr lang="en-US" dirty="0" err="1"/>
              <a:t>amet</a:t>
            </a:r>
            <a:r>
              <a:rPr lang="en-US" dirty="0"/>
              <a:t>, </a:t>
            </a:r>
            <a:r>
              <a:rPr lang="en-US" dirty="0" err="1"/>
              <a:t>consectur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a:t>
            </a:r>
          </a:p>
          <a:p>
            <a:endParaRPr lang="en-US" dirty="0"/>
          </a:p>
        </p:txBody>
      </p:sp>
      <p:sp>
        <p:nvSpPr>
          <p:cNvPr id="13" name="Content Placeholder 12">
            <a:extLst>
              <a:ext uri="{FF2B5EF4-FFF2-40B4-BE49-F238E27FC236}">
                <a16:creationId xmlns:a16="http://schemas.microsoft.com/office/drawing/2014/main" id="{D60C528C-1EA1-A91F-491A-CAE659BE79BE}"/>
              </a:ext>
            </a:extLst>
          </p:cNvPr>
          <p:cNvSpPr>
            <a:spLocks noGrp="1"/>
          </p:cNvSpPr>
          <p:nvPr>
            <p:ph sz="quarter" idx="17"/>
          </p:nvPr>
        </p:nvSpPr>
        <p:spPr/>
        <p:txBody>
          <a:bodyPr/>
          <a:lstStyle/>
          <a:p>
            <a:r>
              <a:rPr lang="en-US" dirty="0"/>
              <a:t>Lorem ipsum dolor sit </a:t>
            </a:r>
            <a:r>
              <a:rPr lang="en-US" dirty="0" err="1"/>
              <a:t>amet</a:t>
            </a:r>
            <a:r>
              <a:rPr lang="en-US" dirty="0"/>
              <a:t>, </a:t>
            </a:r>
            <a:r>
              <a:rPr lang="en-US" dirty="0" err="1"/>
              <a:t>consectur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a:t>
            </a:r>
          </a:p>
          <a:p>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657"/>
        <p:cNvGrpSpPr/>
        <p:nvPr/>
      </p:nvGrpSpPr>
      <p:grpSpPr>
        <a:xfrm>
          <a:off x="0" y="0"/>
          <a:ext cx="0" cy="0"/>
          <a:chOff x="0" y="0"/>
          <a:chExt cx="0" cy="0"/>
        </a:xfrm>
      </p:grpSpPr>
      <p:sp>
        <p:nvSpPr>
          <p:cNvPr id="8" name="Content Placeholder 7">
            <a:extLst>
              <a:ext uri="{FF2B5EF4-FFF2-40B4-BE49-F238E27FC236}">
                <a16:creationId xmlns:a16="http://schemas.microsoft.com/office/drawing/2014/main" id="{DE3E2CD8-EEE4-86BF-6EBC-29972680746A}"/>
              </a:ext>
            </a:extLst>
          </p:cNvPr>
          <p:cNvSpPr>
            <a:spLocks noGrp="1"/>
          </p:cNvSpPr>
          <p:nvPr>
            <p:ph sz="quarter" idx="17"/>
          </p:nvPr>
        </p:nvSpPr>
        <p:spPr/>
        <p:txBody>
          <a:bodyPr/>
          <a:lstStyle/>
          <a:p>
            <a:r>
              <a:rPr lang="en-US" dirty="0"/>
              <a:t>Paragraph Title</a:t>
            </a:r>
          </a:p>
        </p:txBody>
      </p:sp>
      <p:sp>
        <p:nvSpPr>
          <p:cNvPr id="9" name="Content Placeholder 8">
            <a:extLst>
              <a:ext uri="{FF2B5EF4-FFF2-40B4-BE49-F238E27FC236}">
                <a16:creationId xmlns:a16="http://schemas.microsoft.com/office/drawing/2014/main" id="{9B39B5EB-5955-DD85-82CA-1E0ECBB122A4}"/>
              </a:ext>
            </a:extLst>
          </p:cNvPr>
          <p:cNvSpPr>
            <a:spLocks noGrp="1"/>
          </p:cNvSpPr>
          <p:nvPr>
            <p:ph sz="quarter" idx="18"/>
          </p:nvPr>
        </p:nvSpPr>
        <p:spPr/>
        <p:txBody>
          <a:bodyPr/>
          <a:lstStyle/>
          <a:p>
            <a:r>
              <a:rPr lang="en-US" dirty="0"/>
              <a:t>Paragraph Title</a:t>
            </a:r>
          </a:p>
        </p:txBody>
      </p:sp>
      <p:sp>
        <p:nvSpPr>
          <p:cNvPr id="658" name="Google Shape;658;p74"/>
          <p:cNvSpPr txBox="1">
            <a:spLocks noGrp="1"/>
          </p:cNvSpPr>
          <p:nvPr>
            <p:ph type="title"/>
          </p:nvPr>
        </p:nvSpPr>
        <p:spPr/>
        <p:txBody>
          <a:bodyPr/>
          <a:lstStyle/>
          <a:p>
            <a:pPr lvl="0"/>
            <a:r>
              <a:rPr lang="en-US" dirty="0"/>
              <a:t>Two Column Layout w/ Paragraph Titles</a:t>
            </a:r>
          </a:p>
        </p:txBody>
      </p:sp>
      <p:sp>
        <p:nvSpPr>
          <p:cNvPr id="664" name="Google Shape;664;p74"/>
          <p:cNvSpPr txBox="1">
            <a:spLocks noGrp="1"/>
          </p:cNvSpPr>
          <p:nvPr>
            <p:ph type="subTitle" idx="1"/>
          </p:nvPr>
        </p:nvSpPr>
        <p:spPr/>
        <p:txBody>
          <a:bodyPr/>
          <a:lstStyle/>
          <a:p>
            <a:pPr lvl="0"/>
            <a:r>
              <a:rPr lang="en-US"/>
              <a:t>Subtitle if needed</a:t>
            </a:r>
          </a:p>
        </p:txBody>
      </p:sp>
      <p:sp>
        <p:nvSpPr>
          <p:cNvPr id="26" name="Content Placeholder 25">
            <a:extLst>
              <a:ext uri="{FF2B5EF4-FFF2-40B4-BE49-F238E27FC236}">
                <a16:creationId xmlns:a16="http://schemas.microsoft.com/office/drawing/2014/main" id="{88737441-C895-DABA-6BFF-3A2BF947617F}"/>
              </a:ext>
            </a:extLst>
          </p:cNvPr>
          <p:cNvSpPr>
            <a:spLocks noGrp="1"/>
          </p:cNvSpPr>
          <p:nvPr>
            <p:ph sz="quarter" idx="16"/>
          </p:nvPr>
        </p:nvSpPr>
        <p:spPr/>
        <p:txBody>
          <a:bodyPr/>
          <a:lstStyle/>
          <a:p>
            <a:r>
              <a:rPr lang="en-US" dirty="0"/>
              <a:t>Lorem ipsum dolor sit </a:t>
            </a:r>
            <a:r>
              <a:rPr lang="en-US" dirty="0" err="1"/>
              <a:t>amet</a:t>
            </a:r>
            <a:r>
              <a:rPr lang="en-US" dirty="0"/>
              <a:t>, </a:t>
            </a:r>
            <a:r>
              <a:rPr lang="en-US" dirty="0" err="1"/>
              <a:t>consectur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a:t>
            </a:r>
          </a:p>
          <a:p>
            <a:endParaRPr lang="en-US" dirty="0"/>
          </a:p>
        </p:txBody>
      </p:sp>
      <p:sp>
        <p:nvSpPr>
          <p:cNvPr id="27" name="Content Placeholder 26">
            <a:extLst>
              <a:ext uri="{FF2B5EF4-FFF2-40B4-BE49-F238E27FC236}">
                <a16:creationId xmlns:a16="http://schemas.microsoft.com/office/drawing/2014/main" id="{275862C9-3DEE-B6B2-48B7-629272C46D1E}"/>
              </a:ext>
            </a:extLst>
          </p:cNvPr>
          <p:cNvSpPr>
            <a:spLocks noGrp="1"/>
          </p:cNvSpPr>
          <p:nvPr>
            <p:ph sz="quarter" idx="19"/>
          </p:nvPr>
        </p:nvSpPr>
        <p:spPr/>
        <p:txBody>
          <a:bodyPr/>
          <a:lstStyle/>
          <a:p>
            <a:r>
              <a:rPr lang="en-US" dirty="0"/>
              <a:t>Lorem ipsum dolor sit </a:t>
            </a:r>
            <a:r>
              <a:rPr lang="en-US" dirty="0" err="1"/>
              <a:t>amet</a:t>
            </a:r>
            <a:r>
              <a:rPr lang="en-US" dirty="0"/>
              <a:t>, </a:t>
            </a:r>
            <a:r>
              <a:rPr lang="en-US" dirty="0" err="1"/>
              <a:t>consectur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 et dolore magna.</a:t>
            </a:r>
          </a:p>
          <a:p>
            <a:endParaRPr 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669" name="Google Shape;669;p75"/>
          <p:cNvSpPr txBox="1">
            <a:spLocks noGrp="1"/>
          </p:cNvSpPr>
          <p:nvPr>
            <p:ph type="title"/>
          </p:nvPr>
        </p:nvSpPr>
        <p:spPr/>
        <p:txBody>
          <a:bodyPr/>
          <a:lstStyle/>
          <a:p>
            <a:pPr lvl="0"/>
            <a:r>
              <a:rPr lang="en-US" dirty="0"/>
              <a:t>Three Column Layout</a:t>
            </a:r>
          </a:p>
        </p:txBody>
      </p:sp>
      <p:sp>
        <p:nvSpPr>
          <p:cNvPr id="674" name="Google Shape;674;p75"/>
          <p:cNvSpPr txBox="1">
            <a:spLocks noGrp="1"/>
          </p:cNvSpPr>
          <p:nvPr>
            <p:ph type="subTitle" idx="1"/>
          </p:nvPr>
        </p:nvSpPr>
        <p:spPr/>
        <p:txBody>
          <a:bodyPr/>
          <a:lstStyle/>
          <a:p>
            <a:pPr lvl="0"/>
            <a:r>
              <a:rPr lang="en-US" dirty="0"/>
              <a:t>Subtitle if needed</a:t>
            </a:r>
          </a:p>
        </p:txBody>
      </p:sp>
      <p:sp>
        <p:nvSpPr>
          <p:cNvPr id="15" name="Content Placeholder 14">
            <a:extLst>
              <a:ext uri="{FF2B5EF4-FFF2-40B4-BE49-F238E27FC236}">
                <a16:creationId xmlns:a16="http://schemas.microsoft.com/office/drawing/2014/main" id="{2005E4B7-5C51-6D3D-2AA6-1A3E58BB7C51}"/>
              </a:ext>
            </a:extLst>
          </p:cNvPr>
          <p:cNvSpPr>
            <a:spLocks noGrp="1"/>
          </p:cNvSpPr>
          <p:nvPr>
            <p:ph sz="quarter" idx="19"/>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a:p>
            <a:endParaRPr lang="en-US" dirty="0"/>
          </a:p>
        </p:txBody>
      </p:sp>
      <p:sp>
        <p:nvSpPr>
          <p:cNvPr id="16" name="Content Placeholder 15">
            <a:extLst>
              <a:ext uri="{FF2B5EF4-FFF2-40B4-BE49-F238E27FC236}">
                <a16:creationId xmlns:a16="http://schemas.microsoft.com/office/drawing/2014/main" id="{34A087F2-9EE1-4F4B-4EE5-7B16A7952FBD}"/>
              </a:ext>
            </a:extLst>
          </p:cNvPr>
          <p:cNvSpPr>
            <a:spLocks noGrp="1"/>
          </p:cNvSpPr>
          <p:nvPr>
            <p:ph sz="quarter" idx="20"/>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a:p>
            <a:endParaRPr lang="en-US" dirty="0"/>
          </a:p>
        </p:txBody>
      </p:sp>
      <p:sp>
        <p:nvSpPr>
          <p:cNvPr id="17" name="Content Placeholder 16">
            <a:extLst>
              <a:ext uri="{FF2B5EF4-FFF2-40B4-BE49-F238E27FC236}">
                <a16:creationId xmlns:a16="http://schemas.microsoft.com/office/drawing/2014/main" id="{2B5FE5E6-A62F-FFB1-F89D-985D04342C10}"/>
              </a:ext>
            </a:extLst>
          </p:cNvPr>
          <p:cNvSpPr>
            <a:spLocks noGrp="1"/>
          </p:cNvSpPr>
          <p:nvPr>
            <p:ph sz="quarter" idx="21"/>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a:p>
            <a:endParaRPr lang="en-US"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668"/>
        <p:cNvGrpSpPr/>
        <p:nvPr/>
      </p:nvGrpSpPr>
      <p:grpSpPr>
        <a:xfrm>
          <a:off x="0" y="0"/>
          <a:ext cx="0" cy="0"/>
          <a:chOff x="0" y="0"/>
          <a:chExt cx="0" cy="0"/>
        </a:xfrm>
      </p:grpSpPr>
      <p:sp>
        <p:nvSpPr>
          <p:cNvPr id="36" name="Content Placeholder 35">
            <a:extLst>
              <a:ext uri="{FF2B5EF4-FFF2-40B4-BE49-F238E27FC236}">
                <a16:creationId xmlns:a16="http://schemas.microsoft.com/office/drawing/2014/main" id="{8F2B7663-E321-1A01-8E01-F519A6AF447B}"/>
              </a:ext>
            </a:extLst>
          </p:cNvPr>
          <p:cNvSpPr>
            <a:spLocks noGrp="1"/>
          </p:cNvSpPr>
          <p:nvPr>
            <p:ph sz="quarter" idx="18"/>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37" name="Content Placeholder 36">
            <a:extLst>
              <a:ext uri="{FF2B5EF4-FFF2-40B4-BE49-F238E27FC236}">
                <a16:creationId xmlns:a16="http://schemas.microsoft.com/office/drawing/2014/main" id="{FC4081BB-286D-7BE9-46C3-831034A03F30}"/>
              </a:ext>
            </a:extLst>
          </p:cNvPr>
          <p:cNvSpPr>
            <a:spLocks noGrp="1"/>
          </p:cNvSpPr>
          <p:nvPr>
            <p:ph sz="quarter" idx="19"/>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669" name="Google Shape;669;p75"/>
          <p:cNvSpPr txBox="1">
            <a:spLocks noGrp="1"/>
          </p:cNvSpPr>
          <p:nvPr>
            <p:ph type="title"/>
          </p:nvPr>
        </p:nvSpPr>
        <p:spPr/>
        <p:txBody>
          <a:bodyPr/>
          <a:lstStyle/>
          <a:p>
            <a:pPr lvl="0"/>
            <a:r>
              <a:rPr lang="en-US" dirty="0"/>
              <a:t>Three Column Layout</a:t>
            </a:r>
          </a:p>
        </p:txBody>
      </p:sp>
      <p:sp>
        <p:nvSpPr>
          <p:cNvPr id="674" name="Google Shape;674;p75"/>
          <p:cNvSpPr txBox="1">
            <a:spLocks noGrp="1"/>
          </p:cNvSpPr>
          <p:nvPr>
            <p:ph type="subTitle" idx="1"/>
          </p:nvPr>
        </p:nvSpPr>
        <p:spPr/>
        <p:txBody>
          <a:bodyPr/>
          <a:lstStyle/>
          <a:p>
            <a:pPr lvl="0"/>
            <a:r>
              <a:rPr lang="en-US" dirty="0"/>
              <a:t>With image placeholder</a:t>
            </a:r>
          </a:p>
        </p:txBody>
      </p:sp>
      <p:pic>
        <p:nvPicPr>
          <p:cNvPr id="8" name="Content Placeholder 7" descr="A picture containing person, people&#10;&#10;Description automatically generated">
            <a:extLst>
              <a:ext uri="{FF2B5EF4-FFF2-40B4-BE49-F238E27FC236}">
                <a16:creationId xmlns:a16="http://schemas.microsoft.com/office/drawing/2014/main" id="{048CA818-4213-DBDB-48DB-2730380E6777}"/>
              </a:ext>
            </a:extLst>
          </p:cNvPr>
          <p:cNvPicPr>
            <a:picLocks noGrp="1" noChangeAspect="1"/>
          </p:cNvPicPr>
          <p:nvPr>
            <p:ph sz="quarter" idx="10"/>
          </p:nvPr>
        </p:nvPicPr>
        <p:blipFill rotWithShape="1">
          <a:blip r:embed="rId3"/>
          <a:stretch/>
        </p:blipFill>
        <p:spPr>
          <a:xfrm>
            <a:off x="6119647" y="1417638"/>
            <a:ext cx="2602243" cy="3287712"/>
          </a:xfrm>
        </p:spPr>
      </p:pic>
    </p:spTree>
    <p:extLst>
      <p:ext uri="{BB962C8B-B14F-4D97-AF65-F5344CB8AC3E}">
        <p14:creationId xmlns:p14="http://schemas.microsoft.com/office/powerpoint/2010/main" val="150871635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10" name="Content Placeholder 9">
            <a:extLst>
              <a:ext uri="{FF2B5EF4-FFF2-40B4-BE49-F238E27FC236}">
                <a16:creationId xmlns:a16="http://schemas.microsoft.com/office/drawing/2014/main" id="{3408F570-E87B-3F9E-EC92-34886223EC72}"/>
              </a:ext>
            </a:extLst>
          </p:cNvPr>
          <p:cNvSpPr>
            <a:spLocks noGrp="1"/>
          </p:cNvSpPr>
          <p:nvPr>
            <p:ph sz="quarter" idx="19"/>
          </p:nvPr>
        </p:nvSpPr>
        <p:spPr/>
        <p:txBody>
          <a:bodyPr/>
          <a:lstStyle/>
          <a:p>
            <a:r>
              <a:rPr lang="en-US" dirty="0"/>
              <a:t>Paragraph Title</a:t>
            </a:r>
          </a:p>
        </p:txBody>
      </p:sp>
      <p:sp>
        <p:nvSpPr>
          <p:cNvPr id="11" name="Content Placeholder 10">
            <a:extLst>
              <a:ext uri="{FF2B5EF4-FFF2-40B4-BE49-F238E27FC236}">
                <a16:creationId xmlns:a16="http://schemas.microsoft.com/office/drawing/2014/main" id="{CF3200CC-2477-8F58-A60C-51CCE49AF043}"/>
              </a:ext>
            </a:extLst>
          </p:cNvPr>
          <p:cNvSpPr>
            <a:spLocks noGrp="1"/>
          </p:cNvSpPr>
          <p:nvPr>
            <p:ph sz="quarter" idx="20"/>
          </p:nvPr>
        </p:nvSpPr>
        <p:spPr/>
        <p:txBody>
          <a:bodyPr/>
          <a:lstStyle/>
          <a:p>
            <a:pPr lvl="0"/>
            <a:r>
              <a:rPr lang="en-US" dirty="0"/>
              <a:t>Paragraph Title</a:t>
            </a:r>
          </a:p>
        </p:txBody>
      </p:sp>
      <p:sp>
        <p:nvSpPr>
          <p:cNvPr id="12" name="Content Placeholder 11">
            <a:extLst>
              <a:ext uri="{FF2B5EF4-FFF2-40B4-BE49-F238E27FC236}">
                <a16:creationId xmlns:a16="http://schemas.microsoft.com/office/drawing/2014/main" id="{EE0E575E-6CAE-ECEC-F681-4F0327056DF1}"/>
              </a:ext>
            </a:extLst>
          </p:cNvPr>
          <p:cNvSpPr>
            <a:spLocks noGrp="1"/>
          </p:cNvSpPr>
          <p:nvPr>
            <p:ph sz="quarter" idx="21"/>
          </p:nvPr>
        </p:nvSpPr>
        <p:spPr/>
        <p:txBody>
          <a:bodyPr/>
          <a:lstStyle/>
          <a:p>
            <a:r>
              <a:rPr lang="en-US" dirty="0"/>
              <a:t>Paragraph Title</a:t>
            </a:r>
          </a:p>
        </p:txBody>
      </p:sp>
      <p:sp>
        <p:nvSpPr>
          <p:cNvPr id="679" name="Google Shape;679;p76"/>
          <p:cNvSpPr txBox="1">
            <a:spLocks noGrp="1"/>
          </p:cNvSpPr>
          <p:nvPr>
            <p:ph type="title"/>
          </p:nvPr>
        </p:nvSpPr>
        <p:spPr/>
        <p:txBody>
          <a:bodyPr/>
          <a:lstStyle/>
          <a:p>
            <a:pPr lvl="0"/>
            <a:r>
              <a:rPr lang="en-US" dirty="0"/>
              <a:t>Three Column Layout w/ Paragraph Titles</a:t>
            </a:r>
          </a:p>
        </p:txBody>
      </p:sp>
      <p:sp>
        <p:nvSpPr>
          <p:cNvPr id="687" name="Google Shape;687;p76"/>
          <p:cNvSpPr txBox="1">
            <a:spLocks noGrp="1"/>
          </p:cNvSpPr>
          <p:nvPr>
            <p:ph type="subTitle" idx="1"/>
          </p:nvPr>
        </p:nvSpPr>
        <p:spPr/>
        <p:txBody>
          <a:bodyPr/>
          <a:lstStyle/>
          <a:p>
            <a:pPr lvl="0"/>
            <a:r>
              <a:rPr lang="en-US"/>
              <a:t>Subtitle if needed</a:t>
            </a:r>
          </a:p>
        </p:txBody>
      </p:sp>
      <p:sp>
        <p:nvSpPr>
          <p:cNvPr id="28" name="Content Placeholder 27">
            <a:extLst>
              <a:ext uri="{FF2B5EF4-FFF2-40B4-BE49-F238E27FC236}">
                <a16:creationId xmlns:a16="http://schemas.microsoft.com/office/drawing/2014/main" id="{5CC46F9A-4481-BFF7-9465-249654CF0AB6}"/>
              </a:ext>
            </a:extLst>
          </p:cNvPr>
          <p:cNvSpPr>
            <a:spLocks noGrp="1"/>
          </p:cNvSpPr>
          <p:nvPr>
            <p:ph sz="quarter" idx="22"/>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a:p>
            <a:endParaRPr lang="en-US" dirty="0"/>
          </a:p>
        </p:txBody>
      </p:sp>
      <p:sp>
        <p:nvSpPr>
          <p:cNvPr id="44" name="Content Placeholder 43">
            <a:extLst>
              <a:ext uri="{FF2B5EF4-FFF2-40B4-BE49-F238E27FC236}">
                <a16:creationId xmlns:a16="http://schemas.microsoft.com/office/drawing/2014/main" id="{1ED27DFF-1693-F9ED-463E-977C5ACBF7C5}"/>
              </a:ext>
            </a:extLst>
          </p:cNvPr>
          <p:cNvSpPr>
            <a:spLocks noGrp="1"/>
          </p:cNvSpPr>
          <p:nvPr>
            <p:ph sz="quarter" idx="23"/>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a:p>
            <a:endParaRPr lang="en-US" dirty="0"/>
          </a:p>
        </p:txBody>
      </p:sp>
      <p:sp>
        <p:nvSpPr>
          <p:cNvPr id="52" name="Content Placeholder 51">
            <a:extLst>
              <a:ext uri="{FF2B5EF4-FFF2-40B4-BE49-F238E27FC236}">
                <a16:creationId xmlns:a16="http://schemas.microsoft.com/office/drawing/2014/main" id="{EF78339D-05ED-044B-D889-AB12A79D2321}"/>
              </a:ext>
            </a:extLst>
          </p:cNvPr>
          <p:cNvSpPr>
            <a:spLocks noGrp="1"/>
          </p:cNvSpPr>
          <p:nvPr>
            <p:ph sz="quarter" idx="24"/>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a:p>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91"/>
        <p:cNvGrpSpPr/>
        <p:nvPr/>
      </p:nvGrpSpPr>
      <p:grpSpPr>
        <a:xfrm>
          <a:off x="0" y="0"/>
          <a:ext cx="0" cy="0"/>
          <a:chOff x="0" y="0"/>
          <a:chExt cx="0" cy="0"/>
        </a:xfrm>
      </p:grpSpPr>
      <p:sp>
        <p:nvSpPr>
          <p:cNvPr id="36" name="Content Placeholder 1">
            <a:extLst>
              <a:ext uri="{FF2B5EF4-FFF2-40B4-BE49-F238E27FC236}">
                <a16:creationId xmlns:a16="http://schemas.microsoft.com/office/drawing/2014/main" id="{18CB61C3-02B6-6489-E2AB-35CD467FCBC0}"/>
              </a:ext>
            </a:extLst>
          </p:cNvPr>
          <p:cNvSpPr>
            <a:spLocks noGrp="1"/>
          </p:cNvSpPr>
          <p:nvPr>
            <p:ph sz="quarter" idx="19"/>
          </p:nvPr>
        </p:nvSpPr>
        <p:spPr>
          <a:xfrm>
            <a:off x="457200" y="2242318"/>
            <a:ext cx="2607518" cy="387350"/>
          </a:xfrm>
        </p:spPr>
        <p:txBody>
          <a:bodyPr/>
          <a:lstStyle/>
          <a:p>
            <a:r>
              <a:rPr lang="en-US" dirty="0"/>
              <a:t>Paragraph Title</a:t>
            </a:r>
          </a:p>
        </p:txBody>
      </p:sp>
      <p:sp>
        <p:nvSpPr>
          <p:cNvPr id="37" name="Content Placeholder 2">
            <a:extLst>
              <a:ext uri="{FF2B5EF4-FFF2-40B4-BE49-F238E27FC236}">
                <a16:creationId xmlns:a16="http://schemas.microsoft.com/office/drawing/2014/main" id="{08C56596-125B-1538-EED5-4D9B70DF4E13}"/>
              </a:ext>
            </a:extLst>
          </p:cNvPr>
          <p:cNvSpPr>
            <a:spLocks noGrp="1"/>
          </p:cNvSpPr>
          <p:nvPr>
            <p:ph sz="quarter" idx="20"/>
          </p:nvPr>
        </p:nvSpPr>
        <p:spPr>
          <a:xfrm>
            <a:off x="3229927" y="2243887"/>
            <a:ext cx="2684145" cy="387350"/>
          </a:xfrm>
        </p:spPr>
        <p:txBody>
          <a:bodyPr/>
          <a:lstStyle/>
          <a:p>
            <a:pPr lvl="0"/>
            <a:r>
              <a:rPr lang="en-US" dirty="0"/>
              <a:t>Paragraph Title</a:t>
            </a:r>
          </a:p>
        </p:txBody>
      </p:sp>
      <p:sp>
        <p:nvSpPr>
          <p:cNvPr id="38" name="Content Placeholder 3">
            <a:extLst>
              <a:ext uri="{FF2B5EF4-FFF2-40B4-BE49-F238E27FC236}">
                <a16:creationId xmlns:a16="http://schemas.microsoft.com/office/drawing/2014/main" id="{DAAF7BE5-A5CE-6602-0029-FC82D0DAB04E}"/>
              </a:ext>
            </a:extLst>
          </p:cNvPr>
          <p:cNvSpPr>
            <a:spLocks noGrp="1"/>
          </p:cNvSpPr>
          <p:nvPr>
            <p:ph sz="quarter" idx="21"/>
          </p:nvPr>
        </p:nvSpPr>
        <p:spPr>
          <a:xfrm>
            <a:off x="6107841" y="2242318"/>
            <a:ext cx="2617059" cy="387350"/>
          </a:xfrm>
        </p:spPr>
        <p:txBody>
          <a:bodyPr/>
          <a:lstStyle/>
          <a:p>
            <a:pPr lvl="0"/>
            <a:r>
              <a:rPr lang="en-US" dirty="0"/>
              <a:t>Paragraph Title</a:t>
            </a:r>
          </a:p>
        </p:txBody>
      </p:sp>
      <p:sp>
        <p:nvSpPr>
          <p:cNvPr id="692" name="Google Shape;692;p77"/>
          <p:cNvSpPr txBox="1">
            <a:spLocks noGrp="1"/>
          </p:cNvSpPr>
          <p:nvPr>
            <p:ph type="title"/>
          </p:nvPr>
        </p:nvSpPr>
        <p:spPr/>
        <p:txBody>
          <a:bodyPr/>
          <a:lstStyle/>
          <a:p>
            <a:pPr lvl="0"/>
            <a:r>
              <a:rPr lang="en-US"/>
              <a:t>Three Column Layout w/ Icons</a:t>
            </a:r>
          </a:p>
        </p:txBody>
      </p:sp>
      <p:sp>
        <p:nvSpPr>
          <p:cNvPr id="697" name="Google Shape;697;p77"/>
          <p:cNvSpPr txBox="1">
            <a:spLocks noGrp="1"/>
          </p:cNvSpPr>
          <p:nvPr>
            <p:ph type="subTitle" idx="1"/>
          </p:nvPr>
        </p:nvSpPr>
        <p:spPr/>
        <p:txBody>
          <a:bodyPr/>
          <a:lstStyle/>
          <a:p>
            <a:pPr lvl="0"/>
            <a:r>
              <a:rPr lang="en-US" dirty="0"/>
              <a:t>Subtitle if needed</a:t>
            </a:r>
          </a:p>
        </p:txBody>
      </p:sp>
      <p:sp>
        <p:nvSpPr>
          <p:cNvPr id="42" name="Content Placeholder 41">
            <a:extLst>
              <a:ext uri="{FF2B5EF4-FFF2-40B4-BE49-F238E27FC236}">
                <a16:creationId xmlns:a16="http://schemas.microsoft.com/office/drawing/2014/main" id="{9B9BC7DA-729B-AEA5-C8B8-8F6C7859BB4A}"/>
              </a:ext>
            </a:extLst>
          </p:cNvPr>
          <p:cNvSpPr>
            <a:spLocks noGrp="1"/>
          </p:cNvSpPr>
          <p:nvPr>
            <p:ph sz="quarter" idx="22"/>
          </p:nvPr>
        </p:nvSpPr>
        <p:spPr>
          <a:xfrm>
            <a:off x="457200" y="2633050"/>
            <a:ext cx="2578958" cy="2133260"/>
          </a:xfrm>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et magna.</a:t>
            </a:r>
          </a:p>
          <a:p>
            <a:endParaRPr lang="en-US" dirty="0"/>
          </a:p>
        </p:txBody>
      </p:sp>
      <p:sp>
        <p:nvSpPr>
          <p:cNvPr id="25" name="Content Placeholder 24">
            <a:extLst>
              <a:ext uri="{FF2B5EF4-FFF2-40B4-BE49-F238E27FC236}">
                <a16:creationId xmlns:a16="http://schemas.microsoft.com/office/drawing/2014/main" id="{329D202B-0B1C-5808-356E-A1654C003E6C}"/>
              </a:ext>
            </a:extLst>
          </p:cNvPr>
          <p:cNvSpPr>
            <a:spLocks noGrp="1"/>
          </p:cNvSpPr>
          <p:nvPr>
            <p:ph sz="quarter" idx="23"/>
          </p:nvPr>
        </p:nvSpPr>
        <p:spPr>
          <a:xfrm>
            <a:off x="3231899" y="2633050"/>
            <a:ext cx="2682144" cy="2133260"/>
          </a:xfrm>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sed </a:t>
            </a:r>
            <a:r>
              <a:rPr lang="en-US" dirty="0" err="1"/>
              <a:t>incididunt</a:t>
            </a:r>
            <a:r>
              <a:rPr lang="en-US" dirty="0"/>
              <a:t> </a:t>
            </a:r>
            <a:r>
              <a:rPr lang="en-US" dirty="0" err="1"/>
              <a:t>ut</a:t>
            </a:r>
            <a:r>
              <a:rPr lang="en-US" dirty="0"/>
              <a:t> labore et dolore.</a:t>
            </a:r>
          </a:p>
          <a:p>
            <a:endParaRPr lang="en-US" dirty="0"/>
          </a:p>
        </p:txBody>
      </p:sp>
      <p:sp>
        <p:nvSpPr>
          <p:cNvPr id="17" name="Content Placeholder 16">
            <a:extLst>
              <a:ext uri="{FF2B5EF4-FFF2-40B4-BE49-F238E27FC236}">
                <a16:creationId xmlns:a16="http://schemas.microsoft.com/office/drawing/2014/main" id="{19263660-C4C2-2E5A-6AAC-F96695350B02}"/>
              </a:ext>
            </a:extLst>
          </p:cNvPr>
          <p:cNvSpPr>
            <a:spLocks noGrp="1"/>
          </p:cNvSpPr>
          <p:nvPr>
            <p:ph sz="quarter" idx="24"/>
          </p:nvPr>
        </p:nvSpPr>
        <p:spPr>
          <a:xfrm>
            <a:off x="6107842" y="2632710"/>
            <a:ext cx="2617057" cy="2133260"/>
          </a:xfrm>
        </p:spPr>
        <p:txBody>
          <a:bodyPr/>
          <a:lstStyle/>
          <a:p>
            <a:r>
              <a:rPr lang="en-US" dirty="0"/>
              <a:t>Lorem ipsum dolor sit </a:t>
            </a:r>
            <a:r>
              <a:rPr lang="en-US" dirty="0" err="1"/>
              <a:t>amet</a:t>
            </a:r>
            <a:r>
              <a:rPr lang="en-US" dirty="0"/>
              <a:t>, </a:t>
            </a:r>
            <a:r>
              <a:rPr lang="en-US" dirty="0" err="1"/>
              <a:t>eiusmod</a:t>
            </a:r>
            <a:r>
              <a:rPr lang="en-US" dirty="0"/>
              <a:t> </a:t>
            </a:r>
            <a:r>
              <a:rPr lang="en-US" dirty="0" err="1"/>
              <a:t>tempor</a:t>
            </a:r>
            <a:r>
              <a:rPr lang="en-US" dirty="0"/>
              <a:t> sed et dolore magna.</a:t>
            </a:r>
          </a:p>
        </p:txBody>
      </p:sp>
      <p:sp>
        <p:nvSpPr>
          <p:cNvPr id="39" name="Google Shape;698;p77">
            <a:extLst>
              <a:ext uri="{FF2B5EF4-FFF2-40B4-BE49-F238E27FC236}">
                <a16:creationId xmlns:a16="http://schemas.microsoft.com/office/drawing/2014/main" id="{B7E512C7-E2ED-5035-BD50-9514FBAB494C}"/>
              </a:ext>
            </a:extLst>
          </p:cNvPr>
          <p:cNvSpPr/>
          <p:nvPr/>
        </p:nvSpPr>
        <p:spPr>
          <a:xfrm>
            <a:off x="489248" y="1486807"/>
            <a:ext cx="794356" cy="702366"/>
          </a:xfrm>
          <a:custGeom>
            <a:avLst/>
            <a:gdLst/>
            <a:ahLst/>
            <a:cxnLst/>
            <a:rect l="l" t="t" r="r" b="b"/>
            <a:pathLst>
              <a:path w="1985891" h="1778143" extrusionOk="0">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0" name="Google Shape;699;p77">
            <a:extLst>
              <a:ext uri="{FF2B5EF4-FFF2-40B4-BE49-F238E27FC236}">
                <a16:creationId xmlns:a16="http://schemas.microsoft.com/office/drawing/2014/main" id="{63DEFE98-91F5-C2A7-C38D-24AAF9599137}"/>
              </a:ext>
            </a:extLst>
          </p:cNvPr>
          <p:cNvSpPr/>
          <p:nvPr/>
        </p:nvSpPr>
        <p:spPr>
          <a:xfrm>
            <a:off x="3310575" y="1547277"/>
            <a:ext cx="900104" cy="623608"/>
          </a:xfrm>
          <a:custGeom>
            <a:avLst/>
            <a:gdLst/>
            <a:ahLst/>
            <a:cxnLst/>
            <a:rect l="l" t="t" r="r" b="b"/>
            <a:pathLst>
              <a:path w="628345" h="469761" extrusionOk="0">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41" name="Google Shape;700;p77">
            <a:extLst>
              <a:ext uri="{FF2B5EF4-FFF2-40B4-BE49-F238E27FC236}">
                <a16:creationId xmlns:a16="http://schemas.microsoft.com/office/drawing/2014/main" id="{96C005C8-56A3-3433-57A4-A74EBE47A6FE}"/>
              </a:ext>
            </a:extLst>
          </p:cNvPr>
          <p:cNvSpPr/>
          <p:nvPr/>
        </p:nvSpPr>
        <p:spPr>
          <a:xfrm>
            <a:off x="6173643" y="1399669"/>
            <a:ext cx="726739" cy="823117"/>
          </a:xfrm>
          <a:custGeom>
            <a:avLst/>
            <a:gdLst/>
            <a:ahLst/>
            <a:cxnLst/>
            <a:rect l="l" t="t" r="r" b="b"/>
            <a:pathLst>
              <a:path w="556888" h="627137" extrusionOk="0">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707"/>
        <p:cNvGrpSpPr/>
        <p:nvPr/>
      </p:nvGrpSpPr>
      <p:grpSpPr>
        <a:xfrm>
          <a:off x="0" y="0"/>
          <a:ext cx="0" cy="0"/>
          <a:chOff x="0" y="0"/>
          <a:chExt cx="0" cy="0"/>
        </a:xfrm>
      </p:grpSpPr>
      <p:sp>
        <p:nvSpPr>
          <p:cNvPr id="708" name="Google Shape;708;p78"/>
          <p:cNvSpPr txBox="1">
            <a:spLocks noGrp="1"/>
          </p:cNvSpPr>
          <p:nvPr>
            <p:ph type="title"/>
          </p:nvPr>
        </p:nvSpPr>
        <p:spPr/>
        <p:txBody>
          <a:bodyPr/>
          <a:lstStyle/>
          <a:p>
            <a:pPr lvl="0"/>
            <a:r>
              <a:rPr lang="en-US"/>
              <a:t>Four Column Layout w/ Big Numbers</a:t>
            </a:r>
          </a:p>
        </p:txBody>
      </p:sp>
      <p:sp>
        <p:nvSpPr>
          <p:cNvPr id="718" name="Google Shape;718;p78"/>
          <p:cNvSpPr txBox="1">
            <a:spLocks noGrp="1"/>
          </p:cNvSpPr>
          <p:nvPr>
            <p:ph type="subTitle" idx="1"/>
          </p:nvPr>
        </p:nvSpPr>
        <p:spPr/>
        <p:txBody>
          <a:bodyPr/>
          <a:lstStyle/>
          <a:p>
            <a:pPr lvl="0"/>
            <a:r>
              <a:rPr lang="en-US"/>
              <a:t>Subtitle if needed</a:t>
            </a:r>
          </a:p>
        </p:txBody>
      </p:sp>
      <p:sp>
        <p:nvSpPr>
          <p:cNvPr id="22" name="Content Placeholder 21">
            <a:extLst>
              <a:ext uri="{FF2B5EF4-FFF2-40B4-BE49-F238E27FC236}">
                <a16:creationId xmlns:a16="http://schemas.microsoft.com/office/drawing/2014/main" id="{C5896781-8F4A-2FDC-3016-2ED101AC315C}"/>
              </a:ext>
            </a:extLst>
          </p:cNvPr>
          <p:cNvSpPr>
            <a:spLocks noGrp="1"/>
          </p:cNvSpPr>
          <p:nvPr>
            <p:ph sz="quarter" idx="20"/>
          </p:nvPr>
        </p:nvSpPr>
        <p:spPr>
          <a:xfrm>
            <a:off x="354013" y="2271439"/>
            <a:ext cx="1866900" cy="2433911"/>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ed </a:t>
            </a:r>
            <a:r>
              <a:rPr lang="en-US" dirty="0" err="1"/>
              <a:t>incididunt</a:t>
            </a:r>
            <a:r>
              <a:rPr lang="en-US" dirty="0"/>
              <a:t> </a:t>
            </a:r>
            <a:r>
              <a:rPr lang="en-US" dirty="0" err="1"/>
              <a:t>ut</a:t>
            </a:r>
            <a:r>
              <a:rPr lang="en-US" dirty="0"/>
              <a:t> labore et dolore magna </a:t>
            </a:r>
            <a:r>
              <a:rPr lang="en-US" dirty="0" err="1"/>
              <a:t>aliqua</a:t>
            </a:r>
            <a:r>
              <a:rPr lang="en-US" dirty="0"/>
              <a:t>. </a:t>
            </a:r>
          </a:p>
          <a:p>
            <a:endParaRPr lang="en-US" dirty="0"/>
          </a:p>
        </p:txBody>
      </p:sp>
      <p:sp>
        <p:nvSpPr>
          <p:cNvPr id="23" name="Content Placeholder 22">
            <a:extLst>
              <a:ext uri="{FF2B5EF4-FFF2-40B4-BE49-F238E27FC236}">
                <a16:creationId xmlns:a16="http://schemas.microsoft.com/office/drawing/2014/main" id="{69503E44-9D13-2DFB-7C37-FE021302E261}"/>
              </a:ext>
            </a:extLst>
          </p:cNvPr>
          <p:cNvSpPr>
            <a:spLocks noGrp="1"/>
          </p:cNvSpPr>
          <p:nvPr>
            <p:ph sz="quarter" idx="21"/>
          </p:nvPr>
        </p:nvSpPr>
        <p:spPr>
          <a:xfrm>
            <a:off x="2516188" y="2271439"/>
            <a:ext cx="1866900" cy="2433911"/>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ed </a:t>
            </a:r>
            <a:r>
              <a:rPr lang="en-US" dirty="0" err="1"/>
              <a:t>incididunt</a:t>
            </a:r>
            <a:r>
              <a:rPr lang="en-US" dirty="0"/>
              <a:t> </a:t>
            </a:r>
            <a:r>
              <a:rPr lang="en-US" dirty="0" err="1"/>
              <a:t>ut</a:t>
            </a:r>
            <a:r>
              <a:rPr lang="en-US" dirty="0"/>
              <a:t> labore et dolore magna </a:t>
            </a:r>
            <a:r>
              <a:rPr lang="en-US" dirty="0" err="1"/>
              <a:t>aliqua</a:t>
            </a:r>
            <a:r>
              <a:rPr lang="en-US" dirty="0"/>
              <a:t>. </a:t>
            </a:r>
          </a:p>
          <a:p>
            <a:endParaRPr lang="en-US" dirty="0"/>
          </a:p>
        </p:txBody>
      </p:sp>
      <p:sp>
        <p:nvSpPr>
          <p:cNvPr id="24" name="Content Placeholder 23">
            <a:extLst>
              <a:ext uri="{FF2B5EF4-FFF2-40B4-BE49-F238E27FC236}">
                <a16:creationId xmlns:a16="http://schemas.microsoft.com/office/drawing/2014/main" id="{32191B91-D4FF-8F0E-F6FC-352A25E76FCB}"/>
              </a:ext>
            </a:extLst>
          </p:cNvPr>
          <p:cNvSpPr>
            <a:spLocks noGrp="1"/>
          </p:cNvSpPr>
          <p:nvPr>
            <p:ph sz="quarter" idx="22"/>
          </p:nvPr>
        </p:nvSpPr>
        <p:spPr>
          <a:xfrm>
            <a:off x="4678363" y="2271439"/>
            <a:ext cx="1895475" cy="2433911"/>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ed </a:t>
            </a:r>
            <a:r>
              <a:rPr lang="en-US" dirty="0" err="1"/>
              <a:t>incididunt</a:t>
            </a:r>
            <a:r>
              <a:rPr lang="en-US" dirty="0"/>
              <a:t> </a:t>
            </a:r>
            <a:r>
              <a:rPr lang="en-US" dirty="0" err="1"/>
              <a:t>ut</a:t>
            </a:r>
            <a:r>
              <a:rPr lang="en-US" dirty="0"/>
              <a:t> labore et dolore magna </a:t>
            </a:r>
            <a:r>
              <a:rPr lang="en-US" dirty="0" err="1"/>
              <a:t>aliqua</a:t>
            </a:r>
            <a:r>
              <a:rPr lang="en-US" dirty="0"/>
              <a:t>. </a:t>
            </a:r>
          </a:p>
          <a:p>
            <a:endParaRPr lang="en-US" dirty="0"/>
          </a:p>
        </p:txBody>
      </p:sp>
      <p:sp>
        <p:nvSpPr>
          <p:cNvPr id="25" name="Content Placeholder 24">
            <a:extLst>
              <a:ext uri="{FF2B5EF4-FFF2-40B4-BE49-F238E27FC236}">
                <a16:creationId xmlns:a16="http://schemas.microsoft.com/office/drawing/2014/main" id="{671D539D-9CA8-73B7-6876-27F36F52EB35}"/>
              </a:ext>
            </a:extLst>
          </p:cNvPr>
          <p:cNvSpPr>
            <a:spLocks noGrp="1"/>
          </p:cNvSpPr>
          <p:nvPr>
            <p:ph sz="quarter" idx="23"/>
          </p:nvPr>
        </p:nvSpPr>
        <p:spPr>
          <a:xfrm>
            <a:off x="6869113" y="2271439"/>
            <a:ext cx="1857375" cy="2433911"/>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ed </a:t>
            </a:r>
            <a:r>
              <a:rPr lang="en-US" dirty="0" err="1"/>
              <a:t>incididunt</a:t>
            </a:r>
            <a:r>
              <a:rPr lang="en-US" dirty="0"/>
              <a:t> </a:t>
            </a:r>
            <a:r>
              <a:rPr lang="en-US" dirty="0" err="1"/>
              <a:t>ut</a:t>
            </a:r>
            <a:r>
              <a:rPr lang="en-US" dirty="0"/>
              <a:t> labore et dolore magna </a:t>
            </a:r>
            <a:r>
              <a:rPr lang="en-US" dirty="0" err="1"/>
              <a:t>aliqua</a:t>
            </a:r>
            <a:r>
              <a:rPr lang="en-US" dirty="0"/>
              <a:t>. </a:t>
            </a:r>
          </a:p>
          <a:p>
            <a:endParaRPr lang="en-US" dirty="0"/>
          </a:p>
        </p:txBody>
      </p:sp>
      <p:sp>
        <p:nvSpPr>
          <p:cNvPr id="713" name="Google Shape;713;p78"/>
          <p:cNvSpPr txBox="1"/>
          <p:nvPr/>
        </p:nvSpPr>
        <p:spPr>
          <a:xfrm>
            <a:off x="365760" y="1511916"/>
            <a:ext cx="1920300"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400" dirty="0">
                <a:solidFill>
                  <a:schemeClr val="accent1"/>
                </a:solidFill>
                <a:latin typeface="Arial Black" panose="020B0604020202020204" pitchFamily="34" charset="0"/>
                <a:cs typeface="Arial Black" panose="020B0604020202020204" pitchFamily="34" charset="0"/>
              </a:rPr>
              <a:t>67%</a:t>
            </a:r>
            <a:endParaRPr sz="4400" dirty="0">
              <a:solidFill>
                <a:schemeClr val="accent1"/>
              </a:solidFill>
              <a:latin typeface="Arial Black" panose="020B0604020202020204" pitchFamily="34" charset="0"/>
              <a:cs typeface="Arial Black" panose="020B0604020202020204" pitchFamily="34" charset="0"/>
            </a:endParaRPr>
          </a:p>
        </p:txBody>
      </p:sp>
      <p:sp>
        <p:nvSpPr>
          <p:cNvPr id="714" name="Google Shape;714;p78"/>
          <p:cNvSpPr txBox="1"/>
          <p:nvPr/>
        </p:nvSpPr>
        <p:spPr>
          <a:xfrm>
            <a:off x="2459413" y="1511916"/>
            <a:ext cx="1920300"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400">
                <a:solidFill>
                  <a:schemeClr val="accent1"/>
                </a:solidFill>
                <a:latin typeface="Arial Black" panose="020B0604020202020204" pitchFamily="34" charset="0"/>
                <a:cs typeface="Arial Black" panose="020B0604020202020204" pitchFamily="34" charset="0"/>
              </a:rPr>
              <a:t>&gt;10M</a:t>
            </a:r>
            <a:endParaRPr sz="4400">
              <a:solidFill>
                <a:schemeClr val="accent1"/>
              </a:solidFill>
              <a:latin typeface="Arial Black" panose="020B0604020202020204" pitchFamily="34" charset="0"/>
              <a:cs typeface="Arial Black" panose="020B0604020202020204" pitchFamily="34" charset="0"/>
            </a:endParaRPr>
          </a:p>
        </p:txBody>
      </p:sp>
      <p:sp>
        <p:nvSpPr>
          <p:cNvPr id="715" name="Google Shape;715;p78"/>
          <p:cNvSpPr txBox="1"/>
          <p:nvPr/>
        </p:nvSpPr>
        <p:spPr>
          <a:xfrm>
            <a:off x="4673191" y="1511916"/>
            <a:ext cx="1920300"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4400">
                <a:solidFill>
                  <a:schemeClr val="accent1"/>
                </a:solidFill>
                <a:latin typeface="Arial Black" panose="020B0604020202020204" pitchFamily="34" charset="0"/>
                <a:cs typeface="Arial Black" panose="020B0604020202020204" pitchFamily="34" charset="0"/>
              </a:rPr>
              <a:t>+55%</a:t>
            </a:r>
            <a:endParaRPr sz="4400">
              <a:solidFill>
                <a:schemeClr val="accent1"/>
              </a:solidFill>
              <a:latin typeface="Arial Black" panose="020B0604020202020204" pitchFamily="34" charset="0"/>
              <a:cs typeface="Arial Black" panose="020B0604020202020204" pitchFamily="34" charset="0"/>
            </a:endParaRPr>
          </a:p>
        </p:txBody>
      </p:sp>
      <p:sp>
        <p:nvSpPr>
          <p:cNvPr id="716" name="Google Shape;716;p78"/>
          <p:cNvSpPr txBox="1"/>
          <p:nvPr/>
        </p:nvSpPr>
        <p:spPr>
          <a:xfrm>
            <a:off x="6886969" y="1494791"/>
            <a:ext cx="1920300" cy="861744"/>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4400" dirty="0">
                <a:solidFill>
                  <a:schemeClr val="accent1"/>
                </a:solidFill>
                <a:latin typeface="Arial Black" panose="020B0604020202020204" pitchFamily="34" charset="0"/>
                <a:cs typeface="Arial Black" panose="020B0604020202020204" pitchFamily="34" charset="0"/>
              </a:rPr>
              <a:t>110B</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737"/>
        <p:cNvGrpSpPr/>
        <p:nvPr/>
      </p:nvGrpSpPr>
      <p:grpSpPr>
        <a:xfrm>
          <a:off x="0" y="0"/>
          <a:ext cx="0" cy="0"/>
          <a:chOff x="0" y="0"/>
          <a:chExt cx="0" cy="0"/>
        </a:xfrm>
      </p:grpSpPr>
      <p:sp>
        <p:nvSpPr>
          <p:cNvPr id="12" name="Content Placeholder 11">
            <a:extLst>
              <a:ext uri="{FF2B5EF4-FFF2-40B4-BE49-F238E27FC236}">
                <a16:creationId xmlns:a16="http://schemas.microsoft.com/office/drawing/2014/main" id="{E0B51D5A-BFE5-DDD7-71A1-650CA739F7C5}"/>
              </a:ext>
            </a:extLst>
          </p:cNvPr>
          <p:cNvSpPr>
            <a:spLocks noGrp="1"/>
          </p:cNvSpPr>
          <p:nvPr>
            <p:ph sz="quarter" idx="19"/>
          </p:nvPr>
        </p:nvSpPr>
        <p:spPr>
          <a:xfrm>
            <a:off x="354013" y="2188014"/>
            <a:ext cx="1876425" cy="387350"/>
          </a:xfrm>
        </p:spPr>
        <p:txBody>
          <a:bodyPr/>
          <a:lstStyle/>
          <a:p>
            <a:r>
              <a:rPr lang="en-US" dirty="0"/>
              <a:t>Education</a:t>
            </a:r>
          </a:p>
        </p:txBody>
      </p:sp>
      <p:sp>
        <p:nvSpPr>
          <p:cNvPr id="13" name="Content Placeholder 12">
            <a:extLst>
              <a:ext uri="{FF2B5EF4-FFF2-40B4-BE49-F238E27FC236}">
                <a16:creationId xmlns:a16="http://schemas.microsoft.com/office/drawing/2014/main" id="{DABE0DD0-56DA-25B9-9B38-9C1C87F01A01}"/>
              </a:ext>
            </a:extLst>
          </p:cNvPr>
          <p:cNvSpPr>
            <a:spLocks noGrp="1"/>
          </p:cNvSpPr>
          <p:nvPr>
            <p:ph sz="quarter" idx="20"/>
          </p:nvPr>
        </p:nvSpPr>
        <p:spPr>
          <a:xfrm>
            <a:off x="2506663" y="2188014"/>
            <a:ext cx="1876425" cy="387350"/>
          </a:xfrm>
        </p:spPr>
        <p:txBody>
          <a:bodyPr/>
          <a:lstStyle/>
          <a:p>
            <a:r>
              <a:rPr lang="en-US" dirty="0"/>
              <a:t>Mining</a:t>
            </a:r>
          </a:p>
        </p:txBody>
      </p:sp>
      <p:sp>
        <p:nvSpPr>
          <p:cNvPr id="14" name="Content Placeholder 13">
            <a:extLst>
              <a:ext uri="{FF2B5EF4-FFF2-40B4-BE49-F238E27FC236}">
                <a16:creationId xmlns:a16="http://schemas.microsoft.com/office/drawing/2014/main" id="{61D7B458-0B15-764B-7A08-5766AF13F544}"/>
              </a:ext>
            </a:extLst>
          </p:cNvPr>
          <p:cNvSpPr>
            <a:spLocks noGrp="1"/>
          </p:cNvSpPr>
          <p:nvPr>
            <p:ph sz="quarter" idx="21"/>
          </p:nvPr>
        </p:nvSpPr>
        <p:spPr>
          <a:xfrm>
            <a:off x="4659313" y="2188014"/>
            <a:ext cx="1922462" cy="387350"/>
          </a:xfrm>
        </p:spPr>
        <p:txBody>
          <a:bodyPr/>
          <a:lstStyle/>
          <a:p>
            <a:r>
              <a:rPr lang="en-US" dirty="0"/>
              <a:t>Data Providers</a:t>
            </a:r>
          </a:p>
        </p:txBody>
      </p:sp>
      <p:sp>
        <p:nvSpPr>
          <p:cNvPr id="15" name="Content Placeholder 14">
            <a:extLst>
              <a:ext uri="{FF2B5EF4-FFF2-40B4-BE49-F238E27FC236}">
                <a16:creationId xmlns:a16="http://schemas.microsoft.com/office/drawing/2014/main" id="{40494FF1-E4F4-3EE7-A589-2810AA8AA4E5}"/>
              </a:ext>
            </a:extLst>
          </p:cNvPr>
          <p:cNvSpPr>
            <a:spLocks noGrp="1"/>
          </p:cNvSpPr>
          <p:nvPr>
            <p:ph sz="quarter" idx="22"/>
          </p:nvPr>
        </p:nvSpPr>
        <p:spPr>
          <a:xfrm>
            <a:off x="6858000" y="2188014"/>
            <a:ext cx="1866900" cy="387350"/>
          </a:xfrm>
        </p:spPr>
        <p:txBody>
          <a:bodyPr/>
          <a:lstStyle/>
          <a:p>
            <a:r>
              <a:rPr lang="en-US" dirty="0"/>
              <a:t>Banking</a:t>
            </a:r>
          </a:p>
        </p:txBody>
      </p:sp>
      <p:sp>
        <p:nvSpPr>
          <p:cNvPr id="738" name="Google Shape;738;p80"/>
          <p:cNvSpPr txBox="1">
            <a:spLocks noGrp="1"/>
          </p:cNvSpPr>
          <p:nvPr>
            <p:ph type="title"/>
          </p:nvPr>
        </p:nvSpPr>
        <p:spPr/>
        <p:txBody>
          <a:bodyPr/>
          <a:lstStyle/>
          <a:p>
            <a:pPr lvl="0"/>
            <a:r>
              <a:rPr lang="en-US"/>
              <a:t>Four Column Layout w/ Icons</a:t>
            </a:r>
          </a:p>
        </p:txBody>
      </p:sp>
      <p:sp>
        <p:nvSpPr>
          <p:cNvPr id="744" name="Google Shape;744;p80"/>
          <p:cNvSpPr txBox="1">
            <a:spLocks noGrp="1"/>
          </p:cNvSpPr>
          <p:nvPr>
            <p:ph type="subTitle" idx="1"/>
          </p:nvPr>
        </p:nvSpPr>
        <p:spPr/>
        <p:txBody>
          <a:bodyPr/>
          <a:lstStyle/>
          <a:p>
            <a:pPr lvl="0"/>
            <a:r>
              <a:rPr lang="en-US"/>
              <a:t>Subtitle if needed</a:t>
            </a:r>
          </a:p>
        </p:txBody>
      </p:sp>
      <p:sp>
        <p:nvSpPr>
          <p:cNvPr id="52" name="Content Placeholder 51">
            <a:extLst>
              <a:ext uri="{FF2B5EF4-FFF2-40B4-BE49-F238E27FC236}">
                <a16:creationId xmlns:a16="http://schemas.microsoft.com/office/drawing/2014/main" id="{40E718D5-1996-9962-7106-B1C0232D1A86}"/>
              </a:ext>
            </a:extLst>
          </p:cNvPr>
          <p:cNvSpPr>
            <a:spLocks noGrp="1"/>
          </p:cNvSpPr>
          <p:nvPr>
            <p:ph sz="quarter" idx="23"/>
          </p:nvPr>
        </p:nvSpPr>
        <p:spPr>
          <a:xfrm>
            <a:off x="354013" y="2586477"/>
            <a:ext cx="1866900" cy="2090359"/>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ed </a:t>
            </a:r>
            <a:r>
              <a:rPr lang="en-US" dirty="0" err="1"/>
              <a:t>incididunt</a:t>
            </a:r>
            <a:r>
              <a:rPr lang="en-US" dirty="0"/>
              <a:t> </a:t>
            </a:r>
            <a:r>
              <a:rPr lang="en-US" dirty="0" err="1"/>
              <a:t>ut</a:t>
            </a:r>
            <a:r>
              <a:rPr lang="en-US" dirty="0"/>
              <a:t> labore et dolore magna </a:t>
            </a:r>
            <a:r>
              <a:rPr lang="en-US" dirty="0" err="1"/>
              <a:t>aliqua</a:t>
            </a:r>
            <a:r>
              <a:rPr lang="en-US" dirty="0"/>
              <a:t>. </a:t>
            </a:r>
          </a:p>
          <a:p>
            <a:endParaRPr lang="en-US" dirty="0"/>
          </a:p>
        </p:txBody>
      </p:sp>
      <p:sp>
        <p:nvSpPr>
          <p:cNvPr id="53" name="Content Placeholder 52">
            <a:extLst>
              <a:ext uri="{FF2B5EF4-FFF2-40B4-BE49-F238E27FC236}">
                <a16:creationId xmlns:a16="http://schemas.microsoft.com/office/drawing/2014/main" id="{4F4809C7-8522-BF77-DB0F-D5968B696B1F}"/>
              </a:ext>
            </a:extLst>
          </p:cNvPr>
          <p:cNvSpPr>
            <a:spLocks noGrp="1"/>
          </p:cNvSpPr>
          <p:nvPr>
            <p:ph sz="quarter" idx="24"/>
          </p:nvPr>
        </p:nvSpPr>
        <p:spPr>
          <a:xfrm>
            <a:off x="2506663" y="2586477"/>
            <a:ext cx="1866900" cy="2090359"/>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ed </a:t>
            </a:r>
            <a:r>
              <a:rPr lang="en-US" dirty="0" err="1"/>
              <a:t>incididunt</a:t>
            </a:r>
            <a:r>
              <a:rPr lang="en-US" dirty="0"/>
              <a:t> </a:t>
            </a:r>
            <a:r>
              <a:rPr lang="en-US" dirty="0" err="1"/>
              <a:t>ut</a:t>
            </a:r>
            <a:r>
              <a:rPr lang="en-US" dirty="0"/>
              <a:t> labore et dolore magna </a:t>
            </a:r>
            <a:r>
              <a:rPr lang="en-US" dirty="0" err="1"/>
              <a:t>aliqua</a:t>
            </a:r>
            <a:r>
              <a:rPr lang="en-US" dirty="0"/>
              <a:t>. </a:t>
            </a:r>
          </a:p>
          <a:p>
            <a:endParaRPr lang="en-US" dirty="0"/>
          </a:p>
        </p:txBody>
      </p:sp>
      <p:sp>
        <p:nvSpPr>
          <p:cNvPr id="54" name="Content Placeholder 53">
            <a:extLst>
              <a:ext uri="{FF2B5EF4-FFF2-40B4-BE49-F238E27FC236}">
                <a16:creationId xmlns:a16="http://schemas.microsoft.com/office/drawing/2014/main" id="{BBAF73E0-A3A0-ABA1-D6F2-A3009608EA14}"/>
              </a:ext>
            </a:extLst>
          </p:cNvPr>
          <p:cNvSpPr>
            <a:spLocks noGrp="1"/>
          </p:cNvSpPr>
          <p:nvPr>
            <p:ph sz="quarter" idx="25"/>
          </p:nvPr>
        </p:nvSpPr>
        <p:spPr>
          <a:xfrm>
            <a:off x="4659313" y="2586477"/>
            <a:ext cx="1884362" cy="2090359"/>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ed </a:t>
            </a:r>
            <a:r>
              <a:rPr lang="en-US" dirty="0" err="1"/>
              <a:t>incididunt</a:t>
            </a:r>
            <a:r>
              <a:rPr lang="en-US" dirty="0"/>
              <a:t> </a:t>
            </a:r>
            <a:r>
              <a:rPr lang="en-US" dirty="0" err="1"/>
              <a:t>ut</a:t>
            </a:r>
            <a:r>
              <a:rPr lang="en-US" dirty="0"/>
              <a:t> labore et dolore magna </a:t>
            </a:r>
            <a:r>
              <a:rPr lang="en-US" dirty="0" err="1"/>
              <a:t>aliqua</a:t>
            </a:r>
            <a:r>
              <a:rPr lang="en-US" dirty="0"/>
              <a:t>. </a:t>
            </a:r>
          </a:p>
          <a:p>
            <a:endParaRPr lang="en-US" dirty="0"/>
          </a:p>
        </p:txBody>
      </p:sp>
      <p:sp>
        <p:nvSpPr>
          <p:cNvPr id="55" name="Content Placeholder 54">
            <a:extLst>
              <a:ext uri="{FF2B5EF4-FFF2-40B4-BE49-F238E27FC236}">
                <a16:creationId xmlns:a16="http://schemas.microsoft.com/office/drawing/2014/main" id="{F01510F1-62E2-F36A-567E-EB76FCD319A7}"/>
              </a:ext>
            </a:extLst>
          </p:cNvPr>
          <p:cNvSpPr>
            <a:spLocks noGrp="1"/>
          </p:cNvSpPr>
          <p:nvPr>
            <p:ph sz="quarter" idx="26"/>
          </p:nvPr>
        </p:nvSpPr>
        <p:spPr>
          <a:xfrm>
            <a:off x="6858000" y="2586477"/>
            <a:ext cx="1857375" cy="2090359"/>
          </a:xfrm>
        </p:spPr>
        <p:txBody>
          <a:bodyPr/>
          <a:lstStyle/>
          <a:p>
            <a:r>
              <a:rPr lang="en-US" dirty="0"/>
              <a:t>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ed </a:t>
            </a:r>
            <a:r>
              <a:rPr lang="en-US" dirty="0" err="1"/>
              <a:t>incididunt</a:t>
            </a:r>
            <a:r>
              <a:rPr lang="en-US" dirty="0"/>
              <a:t> </a:t>
            </a:r>
            <a:r>
              <a:rPr lang="en-US" dirty="0" err="1"/>
              <a:t>ut</a:t>
            </a:r>
            <a:r>
              <a:rPr lang="en-US" dirty="0"/>
              <a:t> labore et dolore magna </a:t>
            </a:r>
            <a:r>
              <a:rPr lang="en-US" dirty="0" err="1"/>
              <a:t>aliqua</a:t>
            </a:r>
            <a:r>
              <a:rPr lang="en-US" dirty="0"/>
              <a:t>. </a:t>
            </a:r>
          </a:p>
          <a:p>
            <a:endParaRPr lang="en-US" dirty="0"/>
          </a:p>
        </p:txBody>
      </p:sp>
      <p:sp>
        <p:nvSpPr>
          <p:cNvPr id="745" name="Google Shape;745;p80"/>
          <p:cNvSpPr/>
          <p:nvPr/>
        </p:nvSpPr>
        <p:spPr>
          <a:xfrm>
            <a:off x="544112" y="1720456"/>
            <a:ext cx="615626" cy="546779"/>
          </a:xfrm>
          <a:custGeom>
            <a:avLst/>
            <a:gdLst/>
            <a:ahLst/>
            <a:cxnLst/>
            <a:rect l="l" t="t" r="r" b="b"/>
            <a:pathLst>
              <a:path w="1985891" h="1778143" extrusionOk="0">
                <a:moveTo>
                  <a:pt x="1984833" y="1484821"/>
                </a:moveTo>
                <a:cubicBezTo>
                  <a:pt x="1982909" y="1475749"/>
                  <a:pt x="1978785" y="1467227"/>
                  <a:pt x="1972737" y="1460355"/>
                </a:cubicBezTo>
                <a:lnTo>
                  <a:pt x="1972737" y="1460355"/>
                </a:lnTo>
                <a:cubicBezTo>
                  <a:pt x="1896864" y="1374859"/>
                  <a:pt x="1896864" y="1236033"/>
                  <a:pt x="1972737" y="1150538"/>
                </a:cubicBezTo>
                <a:cubicBezTo>
                  <a:pt x="1973287" y="1149988"/>
                  <a:pt x="1973287" y="1149438"/>
                  <a:pt x="1973837" y="1148888"/>
                </a:cubicBezTo>
                <a:cubicBezTo>
                  <a:pt x="1974387" y="1148338"/>
                  <a:pt x="1975211" y="1147789"/>
                  <a:pt x="1975761" y="1146964"/>
                </a:cubicBezTo>
                <a:cubicBezTo>
                  <a:pt x="1976311" y="1146139"/>
                  <a:pt x="1976586" y="1144490"/>
                  <a:pt x="1977411" y="1143390"/>
                </a:cubicBezTo>
                <a:cubicBezTo>
                  <a:pt x="1979885" y="1139542"/>
                  <a:pt x="1981809" y="1135693"/>
                  <a:pt x="1983184" y="1131294"/>
                </a:cubicBezTo>
                <a:cubicBezTo>
                  <a:pt x="1983733" y="1129370"/>
                  <a:pt x="1984283" y="1127171"/>
                  <a:pt x="1984833" y="1125247"/>
                </a:cubicBezTo>
                <a:cubicBezTo>
                  <a:pt x="1985658" y="1120848"/>
                  <a:pt x="1985933" y="1116450"/>
                  <a:pt x="1985383" y="1112051"/>
                </a:cubicBezTo>
                <a:cubicBezTo>
                  <a:pt x="1985383" y="1110402"/>
                  <a:pt x="1985383" y="1108752"/>
                  <a:pt x="1985108" y="1106828"/>
                </a:cubicBezTo>
                <a:cubicBezTo>
                  <a:pt x="1984283" y="1100780"/>
                  <a:pt x="1982084" y="1095007"/>
                  <a:pt x="1979060" y="1089784"/>
                </a:cubicBezTo>
                <a:lnTo>
                  <a:pt x="1978785" y="1089509"/>
                </a:lnTo>
                <a:cubicBezTo>
                  <a:pt x="1978235" y="1088684"/>
                  <a:pt x="1977686" y="1088409"/>
                  <a:pt x="1977136" y="1087585"/>
                </a:cubicBezTo>
                <a:cubicBezTo>
                  <a:pt x="1974112" y="1082911"/>
                  <a:pt x="1970538" y="1078788"/>
                  <a:pt x="1966140" y="1075214"/>
                </a:cubicBezTo>
                <a:cubicBezTo>
                  <a:pt x="1965590" y="1074664"/>
                  <a:pt x="1965315" y="1074114"/>
                  <a:pt x="1964765" y="1073564"/>
                </a:cubicBezTo>
                <a:lnTo>
                  <a:pt x="1430351" y="677153"/>
                </a:lnTo>
                <a:cubicBezTo>
                  <a:pt x="1471037" y="544924"/>
                  <a:pt x="1462240" y="414619"/>
                  <a:pt x="1426503" y="325550"/>
                </a:cubicBezTo>
                <a:cubicBezTo>
                  <a:pt x="1413857" y="292837"/>
                  <a:pt x="1395438" y="262322"/>
                  <a:pt x="1372072" y="235931"/>
                </a:cubicBezTo>
                <a:cubicBezTo>
                  <a:pt x="1384442" y="225485"/>
                  <a:pt x="1397638" y="215589"/>
                  <a:pt x="1411383" y="207066"/>
                </a:cubicBezTo>
                <a:cubicBezTo>
                  <a:pt x="1436674" y="193046"/>
                  <a:pt x="1445746" y="161157"/>
                  <a:pt x="1431726" y="135866"/>
                </a:cubicBezTo>
                <a:cubicBezTo>
                  <a:pt x="1428977" y="130918"/>
                  <a:pt x="1425403" y="126520"/>
                  <a:pt x="1421280" y="122671"/>
                </a:cubicBezTo>
                <a:cubicBezTo>
                  <a:pt x="1417431" y="119097"/>
                  <a:pt x="1323689" y="34702"/>
                  <a:pt x="1180463" y="54770"/>
                </a:cubicBezTo>
                <a:cubicBezTo>
                  <a:pt x="1085347" y="68515"/>
                  <a:pt x="1020744" y="133667"/>
                  <a:pt x="980333" y="193321"/>
                </a:cubicBezTo>
                <a:cubicBezTo>
                  <a:pt x="958341" y="132842"/>
                  <a:pt x="921504" y="60817"/>
                  <a:pt x="859650" y="7761"/>
                </a:cubicBezTo>
                <a:cubicBezTo>
                  <a:pt x="845355" y="-4060"/>
                  <a:pt x="824188" y="-2136"/>
                  <a:pt x="812367" y="11885"/>
                </a:cubicBezTo>
                <a:cubicBezTo>
                  <a:pt x="800821" y="25905"/>
                  <a:pt x="802195" y="46522"/>
                  <a:pt x="815666" y="58343"/>
                </a:cubicBezTo>
                <a:cubicBezTo>
                  <a:pt x="854977" y="92157"/>
                  <a:pt x="882467" y="136691"/>
                  <a:pt x="901711" y="179026"/>
                </a:cubicBezTo>
                <a:cubicBezTo>
                  <a:pt x="872296" y="169954"/>
                  <a:pt x="841507" y="165556"/>
                  <a:pt x="810717" y="166106"/>
                </a:cubicBezTo>
                <a:cubicBezTo>
                  <a:pt x="719174" y="166106"/>
                  <a:pt x="629281" y="231533"/>
                  <a:pt x="591619" y="325000"/>
                </a:cubicBezTo>
                <a:cubicBezTo>
                  <a:pt x="560005" y="404448"/>
                  <a:pt x="549558" y="516334"/>
                  <a:pt x="575949" y="632893"/>
                </a:cubicBezTo>
                <a:lnTo>
                  <a:pt x="185585" y="725536"/>
                </a:lnTo>
                <a:cubicBezTo>
                  <a:pt x="64352" y="749452"/>
                  <a:pt x="-17844" y="874809"/>
                  <a:pt x="3324" y="1005388"/>
                </a:cubicBezTo>
                <a:cubicBezTo>
                  <a:pt x="11571" y="1057895"/>
                  <a:pt x="36862" y="1106278"/>
                  <a:pt x="75074" y="1143115"/>
                </a:cubicBezTo>
                <a:lnTo>
                  <a:pt x="617735" y="1696772"/>
                </a:lnTo>
                <a:lnTo>
                  <a:pt x="618284" y="1697322"/>
                </a:lnTo>
                <a:cubicBezTo>
                  <a:pt x="631205" y="1712442"/>
                  <a:pt x="645775" y="1725637"/>
                  <a:pt x="661994" y="1737183"/>
                </a:cubicBezTo>
                <a:cubicBezTo>
                  <a:pt x="699106" y="1763574"/>
                  <a:pt x="743366" y="1777869"/>
                  <a:pt x="788725" y="1778144"/>
                </a:cubicBezTo>
                <a:cubicBezTo>
                  <a:pt x="802470" y="1778144"/>
                  <a:pt x="815940" y="1776769"/>
                  <a:pt x="829411" y="1774295"/>
                </a:cubicBezTo>
                <a:lnTo>
                  <a:pt x="1177439" y="1700621"/>
                </a:lnTo>
                <a:lnTo>
                  <a:pt x="1943872" y="1546675"/>
                </a:lnTo>
                <a:cubicBezTo>
                  <a:pt x="1972188" y="1540902"/>
                  <a:pt x="1990606" y="1513411"/>
                  <a:pt x="1984833" y="1484821"/>
                </a:cubicBezTo>
                <a:close/>
                <a:moveTo>
                  <a:pt x="1195858" y="158683"/>
                </a:moveTo>
                <a:cubicBezTo>
                  <a:pt x="1228022" y="154010"/>
                  <a:pt x="1260461" y="157034"/>
                  <a:pt x="1291250" y="167480"/>
                </a:cubicBezTo>
                <a:cubicBezTo>
                  <a:pt x="1280529" y="177377"/>
                  <a:pt x="1269258" y="188373"/>
                  <a:pt x="1257437" y="200469"/>
                </a:cubicBezTo>
                <a:cubicBezTo>
                  <a:pt x="1256062" y="201843"/>
                  <a:pt x="1254962" y="203218"/>
                  <a:pt x="1253863" y="204592"/>
                </a:cubicBezTo>
                <a:cubicBezTo>
                  <a:pt x="1243142" y="215314"/>
                  <a:pt x="1232145" y="226585"/>
                  <a:pt x="1221149" y="237306"/>
                </a:cubicBezTo>
                <a:cubicBezTo>
                  <a:pt x="1210153" y="248027"/>
                  <a:pt x="1198607" y="258748"/>
                  <a:pt x="1187336" y="268370"/>
                </a:cubicBezTo>
                <a:cubicBezTo>
                  <a:pt x="1173041" y="280466"/>
                  <a:pt x="1157097" y="290912"/>
                  <a:pt x="1140327" y="299159"/>
                </a:cubicBezTo>
                <a:cubicBezTo>
                  <a:pt x="1125208" y="306582"/>
                  <a:pt x="1109263" y="311805"/>
                  <a:pt x="1092769" y="314554"/>
                </a:cubicBezTo>
                <a:cubicBezTo>
                  <a:pt x="1083422" y="316203"/>
                  <a:pt x="1073801" y="316203"/>
                  <a:pt x="1064179" y="315104"/>
                </a:cubicBezTo>
                <a:cubicBezTo>
                  <a:pt x="1057581" y="314004"/>
                  <a:pt x="1051258" y="312080"/>
                  <a:pt x="1045211" y="308781"/>
                </a:cubicBezTo>
                <a:cubicBezTo>
                  <a:pt x="1043836" y="308231"/>
                  <a:pt x="1042736" y="307407"/>
                  <a:pt x="1041637" y="306857"/>
                </a:cubicBezTo>
                <a:cubicBezTo>
                  <a:pt x="1040537" y="306307"/>
                  <a:pt x="1039713" y="304932"/>
                  <a:pt x="1038888" y="304108"/>
                </a:cubicBezTo>
                <a:cubicBezTo>
                  <a:pt x="1059506" y="258748"/>
                  <a:pt x="1111188" y="170779"/>
                  <a:pt x="1195858" y="158683"/>
                </a:cubicBezTo>
                <a:close/>
                <a:moveTo>
                  <a:pt x="689759" y="364037"/>
                </a:moveTo>
                <a:cubicBezTo>
                  <a:pt x="714226" y="303008"/>
                  <a:pt x="769482" y="271119"/>
                  <a:pt x="811542" y="271119"/>
                </a:cubicBezTo>
                <a:cubicBezTo>
                  <a:pt x="889065" y="271119"/>
                  <a:pt x="908583" y="297510"/>
                  <a:pt x="927277" y="326925"/>
                </a:cubicBezTo>
                <a:cubicBezTo>
                  <a:pt x="928376" y="329124"/>
                  <a:pt x="929476" y="331323"/>
                  <a:pt x="930301" y="332973"/>
                </a:cubicBezTo>
                <a:lnTo>
                  <a:pt x="930850" y="334347"/>
                </a:lnTo>
                <a:cubicBezTo>
                  <a:pt x="932225" y="339295"/>
                  <a:pt x="934424" y="343969"/>
                  <a:pt x="937173" y="348092"/>
                </a:cubicBezTo>
                <a:cubicBezTo>
                  <a:pt x="947345" y="363212"/>
                  <a:pt x="960265" y="376682"/>
                  <a:pt x="974835" y="387404"/>
                </a:cubicBezTo>
                <a:cubicBezTo>
                  <a:pt x="978409" y="390153"/>
                  <a:pt x="981433" y="393177"/>
                  <a:pt x="985281" y="395651"/>
                </a:cubicBezTo>
                <a:cubicBezTo>
                  <a:pt x="985831" y="395926"/>
                  <a:pt x="986381" y="396201"/>
                  <a:pt x="986656" y="396475"/>
                </a:cubicBezTo>
                <a:cubicBezTo>
                  <a:pt x="995728" y="401974"/>
                  <a:pt x="1005350" y="406647"/>
                  <a:pt x="1015246" y="410496"/>
                </a:cubicBezTo>
                <a:lnTo>
                  <a:pt x="1015521" y="410496"/>
                </a:lnTo>
                <a:cubicBezTo>
                  <a:pt x="1026242" y="414344"/>
                  <a:pt x="1037513" y="417093"/>
                  <a:pt x="1048784" y="418743"/>
                </a:cubicBezTo>
                <a:lnTo>
                  <a:pt x="1049059" y="418743"/>
                </a:lnTo>
                <a:cubicBezTo>
                  <a:pt x="1057581" y="419842"/>
                  <a:pt x="1066378" y="420392"/>
                  <a:pt x="1074900" y="420667"/>
                </a:cubicBezTo>
                <a:lnTo>
                  <a:pt x="1075725" y="420667"/>
                </a:lnTo>
                <a:cubicBezTo>
                  <a:pt x="1083422" y="420667"/>
                  <a:pt x="1091395" y="420117"/>
                  <a:pt x="1099092" y="419293"/>
                </a:cubicBezTo>
                <a:cubicBezTo>
                  <a:pt x="1101291" y="419018"/>
                  <a:pt x="1103215" y="418468"/>
                  <a:pt x="1105415" y="418193"/>
                </a:cubicBezTo>
                <a:cubicBezTo>
                  <a:pt x="1111462" y="417368"/>
                  <a:pt x="1117510" y="416269"/>
                  <a:pt x="1123833" y="415169"/>
                </a:cubicBezTo>
                <a:cubicBezTo>
                  <a:pt x="1126857" y="414619"/>
                  <a:pt x="1130156" y="413520"/>
                  <a:pt x="1133180" y="412695"/>
                </a:cubicBezTo>
                <a:cubicBezTo>
                  <a:pt x="1138403" y="411320"/>
                  <a:pt x="1143626" y="409946"/>
                  <a:pt x="1148849" y="408296"/>
                </a:cubicBezTo>
                <a:cubicBezTo>
                  <a:pt x="1152148" y="407197"/>
                  <a:pt x="1155722" y="405822"/>
                  <a:pt x="1159021" y="404723"/>
                </a:cubicBezTo>
                <a:cubicBezTo>
                  <a:pt x="1163969" y="402798"/>
                  <a:pt x="1168918" y="400874"/>
                  <a:pt x="1173866" y="398675"/>
                </a:cubicBezTo>
                <a:cubicBezTo>
                  <a:pt x="1177165" y="397300"/>
                  <a:pt x="1180738" y="395651"/>
                  <a:pt x="1184037" y="394001"/>
                </a:cubicBezTo>
                <a:cubicBezTo>
                  <a:pt x="1188985" y="391527"/>
                  <a:pt x="1193934" y="389053"/>
                  <a:pt x="1198882" y="386304"/>
                </a:cubicBezTo>
                <a:cubicBezTo>
                  <a:pt x="1202181" y="384655"/>
                  <a:pt x="1205480" y="382730"/>
                  <a:pt x="1208504" y="380806"/>
                </a:cubicBezTo>
                <a:cubicBezTo>
                  <a:pt x="1213727" y="377782"/>
                  <a:pt x="1218950" y="374208"/>
                  <a:pt x="1224173" y="370909"/>
                </a:cubicBezTo>
                <a:cubicBezTo>
                  <a:pt x="1226922" y="368985"/>
                  <a:pt x="1229671" y="367336"/>
                  <a:pt x="1232420" y="365411"/>
                </a:cubicBezTo>
                <a:cubicBezTo>
                  <a:pt x="1239843" y="360188"/>
                  <a:pt x="1246990" y="354690"/>
                  <a:pt x="1254138" y="348642"/>
                </a:cubicBezTo>
                <a:cubicBezTo>
                  <a:pt x="1254413" y="348367"/>
                  <a:pt x="1254962" y="348092"/>
                  <a:pt x="1255237" y="347817"/>
                </a:cubicBezTo>
                <a:cubicBezTo>
                  <a:pt x="1256062" y="347268"/>
                  <a:pt x="1256612" y="346443"/>
                  <a:pt x="1257437" y="345618"/>
                </a:cubicBezTo>
                <a:cubicBezTo>
                  <a:pt x="1270907" y="334072"/>
                  <a:pt x="1283827" y="321976"/>
                  <a:pt x="1296473" y="309606"/>
                </a:cubicBezTo>
                <a:cubicBezTo>
                  <a:pt x="1296748" y="309331"/>
                  <a:pt x="1297298" y="308781"/>
                  <a:pt x="1297847" y="308506"/>
                </a:cubicBezTo>
                <a:cubicBezTo>
                  <a:pt x="1311043" y="325275"/>
                  <a:pt x="1321764" y="343969"/>
                  <a:pt x="1329187" y="364037"/>
                </a:cubicBezTo>
                <a:cubicBezTo>
                  <a:pt x="1369598" y="464377"/>
                  <a:pt x="1366024" y="631793"/>
                  <a:pt x="1267058" y="779142"/>
                </a:cubicBezTo>
                <a:cubicBezTo>
                  <a:pt x="1217576" y="853091"/>
                  <a:pt x="1169192" y="893777"/>
                  <a:pt x="1130431" y="893777"/>
                </a:cubicBezTo>
                <a:cubicBezTo>
                  <a:pt x="1097168" y="893777"/>
                  <a:pt x="1071876" y="861338"/>
                  <a:pt x="1069402" y="858040"/>
                </a:cubicBezTo>
                <a:cubicBezTo>
                  <a:pt x="1056207" y="837972"/>
                  <a:pt x="1033665" y="826151"/>
                  <a:pt x="1009473" y="826426"/>
                </a:cubicBezTo>
                <a:cubicBezTo>
                  <a:pt x="986106" y="826426"/>
                  <a:pt x="964114" y="837697"/>
                  <a:pt x="950644" y="856940"/>
                </a:cubicBezTo>
                <a:cubicBezTo>
                  <a:pt x="950369" y="857490"/>
                  <a:pt x="949819" y="858040"/>
                  <a:pt x="949544" y="858589"/>
                </a:cubicBezTo>
                <a:cubicBezTo>
                  <a:pt x="947070" y="861613"/>
                  <a:pt x="922328" y="894052"/>
                  <a:pt x="888515" y="894052"/>
                </a:cubicBezTo>
                <a:cubicBezTo>
                  <a:pt x="871471" y="894052"/>
                  <a:pt x="852503" y="886080"/>
                  <a:pt x="831610" y="870135"/>
                </a:cubicBezTo>
                <a:cubicBezTo>
                  <a:pt x="806319" y="850892"/>
                  <a:pt x="779653" y="820378"/>
                  <a:pt x="752163" y="779417"/>
                </a:cubicBezTo>
                <a:cubicBezTo>
                  <a:pt x="653472" y="632068"/>
                  <a:pt x="649623" y="464652"/>
                  <a:pt x="689759" y="364037"/>
                </a:cubicBezTo>
                <a:close/>
                <a:moveTo>
                  <a:pt x="1036139" y="917419"/>
                </a:moveTo>
                <a:cubicBezTo>
                  <a:pt x="1035589" y="918244"/>
                  <a:pt x="1035039" y="919068"/>
                  <a:pt x="1034489" y="919618"/>
                </a:cubicBezTo>
                <a:cubicBezTo>
                  <a:pt x="1035039" y="918793"/>
                  <a:pt x="1035589" y="917969"/>
                  <a:pt x="1036139" y="917419"/>
                </a:cubicBezTo>
                <a:lnTo>
                  <a:pt x="1036139" y="917419"/>
                </a:lnTo>
                <a:close/>
                <a:moveTo>
                  <a:pt x="608938" y="732958"/>
                </a:moveTo>
                <a:cubicBezTo>
                  <a:pt x="624332" y="769520"/>
                  <a:pt x="643026" y="804708"/>
                  <a:pt x="665293" y="837422"/>
                </a:cubicBezTo>
                <a:cubicBezTo>
                  <a:pt x="699106" y="887729"/>
                  <a:pt x="733744" y="926766"/>
                  <a:pt x="768107" y="952882"/>
                </a:cubicBezTo>
                <a:cubicBezTo>
                  <a:pt x="807419" y="983121"/>
                  <a:pt x="848104" y="998241"/>
                  <a:pt x="888515" y="998241"/>
                </a:cubicBezTo>
                <a:cubicBezTo>
                  <a:pt x="942396" y="998241"/>
                  <a:pt x="983632" y="971850"/>
                  <a:pt x="1009473" y="947383"/>
                </a:cubicBezTo>
                <a:cubicBezTo>
                  <a:pt x="1036414" y="972400"/>
                  <a:pt x="1078199" y="998241"/>
                  <a:pt x="1130706" y="998241"/>
                </a:cubicBezTo>
                <a:cubicBezTo>
                  <a:pt x="1207129" y="998241"/>
                  <a:pt x="1282178" y="944085"/>
                  <a:pt x="1353928" y="837147"/>
                </a:cubicBezTo>
                <a:cubicBezTo>
                  <a:pt x="1366849" y="817629"/>
                  <a:pt x="1378944" y="797561"/>
                  <a:pt x="1389391" y="776668"/>
                </a:cubicBezTo>
                <a:lnTo>
                  <a:pt x="1806970" y="1086760"/>
                </a:lnTo>
                <a:lnTo>
                  <a:pt x="771406" y="1289089"/>
                </a:lnTo>
                <a:lnTo>
                  <a:pt x="298571" y="806358"/>
                </a:lnTo>
                <a:lnTo>
                  <a:pt x="608938" y="732958"/>
                </a:lnTo>
                <a:close/>
                <a:moveTo>
                  <a:pt x="561379" y="1489495"/>
                </a:moveTo>
                <a:lnTo>
                  <a:pt x="148473" y="1068341"/>
                </a:lnTo>
                <a:cubicBezTo>
                  <a:pt x="126206" y="1047174"/>
                  <a:pt x="111361" y="1019133"/>
                  <a:pt x="106688" y="988619"/>
                </a:cubicBezTo>
                <a:cubicBezTo>
                  <a:pt x="96241" y="923742"/>
                  <a:pt x="128130" y="861613"/>
                  <a:pt x="181462" y="837147"/>
                </a:cubicBezTo>
                <a:lnTo>
                  <a:pt x="662819" y="1328676"/>
                </a:lnTo>
                <a:cubicBezTo>
                  <a:pt x="609762" y="1364688"/>
                  <a:pt x="572925" y="1423243"/>
                  <a:pt x="561379" y="1489495"/>
                </a:cubicBezTo>
                <a:close/>
                <a:moveTo>
                  <a:pt x="1156272" y="1597807"/>
                </a:moveTo>
                <a:lnTo>
                  <a:pt x="808793" y="1671481"/>
                </a:lnTo>
                <a:cubicBezTo>
                  <a:pt x="779378" y="1676979"/>
                  <a:pt x="748589" y="1670107"/>
                  <a:pt x="722198" y="1651413"/>
                </a:cubicBezTo>
                <a:cubicBezTo>
                  <a:pt x="691134" y="1629421"/>
                  <a:pt x="670241" y="1595607"/>
                  <a:pt x="664193" y="1557946"/>
                </a:cubicBezTo>
                <a:cubicBezTo>
                  <a:pt x="652098" y="1482622"/>
                  <a:pt x="696632" y="1410872"/>
                  <a:pt x="763709" y="1397951"/>
                </a:cubicBezTo>
                <a:lnTo>
                  <a:pt x="1831437" y="1189299"/>
                </a:lnTo>
                <a:cubicBezTo>
                  <a:pt x="1800922" y="1276719"/>
                  <a:pt x="1806145" y="1376234"/>
                  <a:pt x="1846831" y="1459255"/>
                </a:cubicBezTo>
                <a:lnTo>
                  <a:pt x="1156272" y="1597807"/>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46" name="Google Shape;746;p80"/>
          <p:cNvSpPr/>
          <p:nvPr/>
        </p:nvSpPr>
        <p:spPr>
          <a:xfrm>
            <a:off x="2505882" y="1751332"/>
            <a:ext cx="699034" cy="485028"/>
          </a:xfrm>
          <a:custGeom>
            <a:avLst/>
            <a:gdLst/>
            <a:ahLst/>
            <a:cxnLst/>
            <a:rect l="l" t="t" r="r" b="b"/>
            <a:pathLst>
              <a:path w="628345" h="469761" extrusionOk="0">
                <a:moveTo>
                  <a:pt x="627315" y="305350"/>
                </a:moveTo>
                <a:lnTo>
                  <a:pt x="599996" y="225765"/>
                </a:lnTo>
                <a:cubicBezTo>
                  <a:pt x="599377" y="224013"/>
                  <a:pt x="598553" y="222260"/>
                  <a:pt x="597419" y="220714"/>
                </a:cubicBezTo>
                <a:cubicBezTo>
                  <a:pt x="582368" y="199684"/>
                  <a:pt x="560100" y="168860"/>
                  <a:pt x="540307" y="143809"/>
                </a:cubicBezTo>
                <a:cubicBezTo>
                  <a:pt x="532679" y="134222"/>
                  <a:pt x="523401" y="127830"/>
                  <a:pt x="513298" y="124944"/>
                </a:cubicBezTo>
                <a:lnTo>
                  <a:pt x="513298" y="45978"/>
                </a:lnTo>
                <a:cubicBezTo>
                  <a:pt x="513298" y="35153"/>
                  <a:pt x="504535" y="26288"/>
                  <a:pt x="493608" y="26288"/>
                </a:cubicBezTo>
                <a:lnTo>
                  <a:pt x="328975" y="26288"/>
                </a:lnTo>
                <a:cubicBezTo>
                  <a:pt x="309079" y="5258"/>
                  <a:pt x="277739" y="-515"/>
                  <a:pt x="251658" y="12165"/>
                </a:cubicBezTo>
                <a:cubicBezTo>
                  <a:pt x="231246" y="-2268"/>
                  <a:pt x="202794" y="-3814"/>
                  <a:pt x="181042" y="8453"/>
                </a:cubicBezTo>
                <a:cubicBezTo>
                  <a:pt x="171145" y="2886"/>
                  <a:pt x="160012" y="0"/>
                  <a:pt x="148672" y="0"/>
                </a:cubicBezTo>
                <a:cubicBezTo>
                  <a:pt x="123312" y="103"/>
                  <a:pt x="100220" y="14536"/>
                  <a:pt x="88983" y="37215"/>
                </a:cubicBezTo>
                <a:cubicBezTo>
                  <a:pt x="49603" y="32164"/>
                  <a:pt x="14347" y="63812"/>
                  <a:pt x="14347" y="103192"/>
                </a:cubicBezTo>
                <a:cubicBezTo>
                  <a:pt x="14450" y="108140"/>
                  <a:pt x="14965" y="113089"/>
                  <a:pt x="16203" y="117831"/>
                </a:cubicBezTo>
                <a:cubicBezTo>
                  <a:pt x="6512" y="119480"/>
                  <a:pt x="-395" y="128140"/>
                  <a:pt x="18" y="137933"/>
                </a:cubicBezTo>
                <a:lnTo>
                  <a:pt x="4553" y="246589"/>
                </a:lnTo>
                <a:cubicBezTo>
                  <a:pt x="4966" y="256383"/>
                  <a:pt x="12491" y="264423"/>
                  <a:pt x="22285" y="265351"/>
                </a:cubicBezTo>
                <a:lnTo>
                  <a:pt x="82798" y="271330"/>
                </a:lnTo>
                <a:lnTo>
                  <a:pt x="104344" y="312978"/>
                </a:lnTo>
                <a:cubicBezTo>
                  <a:pt x="64964" y="338957"/>
                  <a:pt x="54036" y="391945"/>
                  <a:pt x="80015" y="431325"/>
                </a:cubicBezTo>
                <a:cubicBezTo>
                  <a:pt x="105993" y="470705"/>
                  <a:pt x="158775" y="481632"/>
                  <a:pt x="198155" y="455654"/>
                </a:cubicBezTo>
                <a:cubicBezTo>
                  <a:pt x="222174" y="439881"/>
                  <a:pt x="236607" y="412975"/>
                  <a:pt x="236607" y="384316"/>
                </a:cubicBezTo>
                <a:cubicBezTo>
                  <a:pt x="236607" y="381017"/>
                  <a:pt x="236401" y="377718"/>
                  <a:pt x="235988" y="374419"/>
                </a:cubicBezTo>
                <a:lnTo>
                  <a:pt x="393715" y="374419"/>
                </a:lnTo>
                <a:cubicBezTo>
                  <a:pt x="388251" y="421325"/>
                  <a:pt x="421755" y="463695"/>
                  <a:pt x="468660" y="469158"/>
                </a:cubicBezTo>
                <a:cubicBezTo>
                  <a:pt x="515566" y="474622"/>
                  <a:pt x="557936" y="441118"/>
                  <a:pt x="563399" y="394213"/>
                </a:cubicBezTo>
                <a:cubicBezTo>
                  <a:pt x="563812" y="390914"/>
                  <a:pt x="564018" y="387615"/>
                  <a:pt x="564018" y="384316"/>
                </a:cubicBezTo>
                <a:cubicBezTo>
                  <a:pt x="564018" y="381120"/>
                  <a:pt x="563812" y="378028"/>
                  <a:pt x="563502" y="374832"/>
                </a:cubicBezTo>
                <a:lnTo>
                  <a:pt x="601336" y="374832"/>
                </a:lnTo>
                <a:cubicBezTo>
                  <a:pt x="616284" y="374832"/>
                  <a:pt x="628345" y="362770"/>
                  <a:pt x="628345" y="347823"/>
                </a:cubicBezTo>
                <a:lnTo>
                  <a:pt x="628345" y="311741"/>
                </a:lnTo>
                <a:cubicBezTo>
                  <a:pt x="628345" y="309576"/>
                  <a:pt x="627933" y="307412"/>
                  <a:pt x="627315" y="305350"/>
                </a:cubicBezTo>
                <a:close/>
                <a:moveTo>
                  <a:pt x="80839" y="60307"/>
                </a:moveTo>
                <a:cubicBezTo>
                  <a:pt x="84963" y="60307"/>
                  <a:pt x="89086" y="60926"/>
                  <a:pt x="93004" y="62060"/>
                </a:cubicBezTo>
                <a:cubicBezTo>
                  <a:pt x="99189" y="63915"/>
                  <a:pt x="105787" y="60307"/>
                  <a:pt x="107643" y="54122"/>
                </a:cubicBezTo>
                <a:cubicBezTo>
                  <a:pt x="113209" y="36081"/>
                  <a:pt x="129807" y="23607"/>
                  <a:pt x="148775" y="23607"/>
                </a:cubicBezTo>
                <a:cubicBezTo>
                  <a:pt x="157950" y="23607"/>
                  <a:pt x="166816" y="26494"/>
                  <a:pt x="174135" y="31958"/>
                </a:cubicBezTo>
                <a:cubicBezTo>
                  <a:pt x="178259" y="35050"/>
                  <a:pt x="183928" y="35050"/>
                  <a:pt x="188155" y="31958"/>
                </a:cubicBezTo>
                <a:cubicBezTo>
                  <a:pt x="204340" y="19999"/>
                  <a:pt x="227844" y="21339"/>
                  <a:pt x="242689" y="35050"/>
                </a:cubicBezTo>
                <a:cubicBezTo>
                  <a:pt x="246710" y="38761"/>
                  <a:pt x="252689" y="39277"/>
                  <a:pt x="257225" y="36184"/>
                </a:cubicBezTo>
                <a:cubicBezTo>
                  <a:pt x="264235" y="31545"/>
                  <a:pt x="272482" y="29071"/>
                  <a:pt x="280832" y="29071"/>
                </a:cubicBezTo>
                <a:lnTo>
                  <a:pt x="280935" y="29071"/>
                </a:lnTo>
                <a:cubicBezTo>
                  <a:pt x="278255" y="30617"/>
                  <a:pt x="275987" y="32782"/>
                  <a:pt x="274338" y="35463"/>
                </a:cubicBezTo>
                <a:lnTo>
                  <a:pt x="243720" y="84018"/>
                </a:lnTo>
                <a:lnTo>
                  <a:pt x="39501" y="114223"/>
                </a:lnTo>
                <a:cubicBezTo>
                  <a:pt x="33212" y="91440"/>
                  <a:pt x="46614" y="67936"/>
                  <a:pt x="69396" y="61750"/>
                </a:cubicBezTo>
                <a:cubicBezTo>
                  <a:pt x="73005" y="60823"/>
                  <a:pt x="76922" y="60307"/>
                  <a:pt x="80839" y="60307"/>
                </a:cubicBezTo>
                <a:close/>
                <a:moveTo>
                  <a:pt x="39913" y="154015"/>
                </a:moveTo>
                <a:lnTo>
                  <a:pt x="258359" y="121645"/>
                </a:lnTo>
                <a:cubicBezTo>
                  <a:pt x="264029" y="120820"/>
                  <a:pt x="269080" y="117522"/>
                  <a:pt x="272070" y="112676"/>
                </a:cubicBezTo>
                <a:lnTo>
                  <a:pt x="301656" y="65668"/>
                </a:lnTo>
                <a:lnTo>
                  <a:pt x="473918" y="65668"/>
                </a:lnTo>
                <a:lnTo>
                  <a:pt x="473918" y="123191"/>
                </a:lnTo>
                <a:lnTo>
                  <a:pt x="385777" y="123191"/>
                </a:lnTo>
                <a:lnTo>
                  <a:pt x="384334" y="123501"/>
                </a:lnTo>
                <a:lnTo>
                  <a:pt x="380519" y="124222"/>
                </a:lnTo>
                <a:lnTo>
                  <a:pt x="377014" y="125459"/>
                </a:lnTo>
                <a:lnTo>
                  <a:pt x="374025" y="127418"/>
                </a:lnTo>
                <a:lnTo>
                  <a:pt x="371138" y="130098"/>
                </a:lnTo>
                <a:lnTo>
                  <a:pt x="369076" y="133088"/>
                </a:lnTo>
                <a:lnTo>
                  <a:pt x="367324" y="136696"/>
                </a:lnTo>
                <a:lnTo>
                  <a:pt x="366705" y="138036"/>
                </a:lnTo>
                <a:lnTo>
                  <a:pt x="336706" y="256795"/>
                </a:lnTo>
                <a:lnTo>
                  <a:pt x="43006" y="227827"/>
                </a:lnTo>
                <a:lnTo>
                  <a:pt x="39913" y="154015"/>
                </a:lnTo>
                <a:close/>
                <a:moveTo>
                  <a:pt x="151146" y="430500"/>
                </a:moveTo>
                <a:cubicBezTo>
                  <a:pt x="125683" y="430500"/>
                  <a:pt x="104962" y="409779"/>
                  <a:pt x="104962" y="384316"/>
                </a:cubicBezTo>
                <a:cubicBezTo>
                  <a:pt x="104962" y="358853"/>
                  <a:pt x="125683" y="338132"/>
                  <a:pt x="151146" y="338132"/>
                </a:cubicBezTo>
                <a:cubicBezTo>
                  <a:pt x="176609" y="338132"/>
                  <a:pt x="197330" y="358853"/>
                  <a:pt x="197330" y="384316"/>
                </a:cubicBezTo>
                <a:lnTo>
                  <a:pt x="197330" y="384316"/>
                </a:lnTo>
                <a:cubicBezTo>
                  <a:pt x="197330" y="409779"/>
                  <a:pt x="176609" y="430500"/>
                  <a:pt x="151146" y="430500"/>
                </a:cubicBezTo>
                <a:close/>
                <a:moveTo>
                  <a:pt x="478557" y="430500"/>
                </a:moveTo>
                <a:cubicBezTo>
                  <a:pt x="453094" y="430500"/>
                  <a:pt x="432373" y="409882"/>
                  <a:pt x="432373" y="384316"/>
                </a:cubicBezTo>
                <a:cubicBezTo>
                  <a:pt x="432373" y="358853"/>
                  <a:pt x="452991" y="338132"/>
                  <a:pt x="478557" y="338132"/>
                </a:cubicBezTo>
                <a:cubicBezTo>
                  <a:pt x="504020" y="338132"/>
                  <a:pt x="524741" y="358750"/>
                  <a:pt x="524741" y="384316"/>
                </a:cubicBezTo>
                <a:cubicBezTo>
                  <a:pt x="524741" y="384316"/>
                  <a:pt x="524741" y="384316"/>
                  <a:pt x="524741" y="384316"/>
                </a:cubicBezTo>
                <a:cubicBezTo>
                  <a:pt x="524741" y="409779"/>
                  <a:pt x="504020" y="430397"/>
                  <a:pt x="478557" y="430500"/>
                </a:cubicBezTo>
                <a:close/>
                <a:moveTo>
                  <a:pt x="589068" y="335555"/>
                </a:moveTo>
                <a:lnTo>
                  <a:pt x="557317" y="335555"/>
                </a:lnTo>
                <a:cubicBezTo>
                  <a:pt x="554740" y="335555"/>
                  <a:pt x="552163" y="336070"/>
                  <a:pt x="549792" y="337101"/>
                </a:cubicBezTo>
                <a:cubicBezTo>
                  <a:pt x="523813" y="297824"/>
                  <a:pt x="470825" y="287000"/>
                  <a:pt x="431548" y="313082"/>
                </a:cubicBezTo>
                <a:cubicBezTo>
                  <a:pt x="422580" y="319061"/>
                  <a:pt x="414848" y="326586"/>
                  <a:pt x="408663" y="335452"/>
                </a:cubicBezTo>
                <a:lnTo>
                  <a:pt x="407529" y="335246"/>
                </a:lnTo>
                <a:lnTo>
                  <a:pt x="222381" y="335246"/>
                </a:lnTo>
                <a:lnTo>
                  <a:pt x="221040" y="335452"/>
                </a:lnTo>
                <a:cubicBezTo>
                  <a:pt x="203206" y="309576"/>
                  <a:pt x="172486" y="295763"/>
                  <a:pt x="141250" y="299474"/>
                </a:cubicBezTo>
                <a:lnTo>
                  <a:pt x="129085" y="275866"/>
                </a:lnTo>
                <a:lnTo>
                  <a:pt x="349593" y="297618"/>
                </a:lnTo>
                <a:lnTo>
                  <a:pt x="351551" y="297721"/>
                </a:lnTo>
                <a:cubicBezTo>
                  <a:pt x="360520" y="297721"/>
                  <a:pt x="368355" y="291639"/>
                  <a:pt x="370623" y="282876"/>
                </a:cubicBezTo>
                <a:lnTo>
                  <a:pt x="401137" y="162571"/>
                </a:lnTo>
                <a:lnTo>
                  <a:pt x="493196" y="162571"/>
                </a:lnTo>
                <a:lnTo>
                  <a:pt x="493608" y="162675"/>
                </a:lnTo>
                <a:lnTo>
                  <a:pt x="494020" y="162571"/>
                </a:lnTo>
                <a:lnTo>
                  <a:pt x="501340" y="162571"/>
                </a:lnTo>
                <a:cubicBezTo>
                  <a:pt x="504535" y="162571"/>
                  <a:pt x="508040" y="166592"/>
                  <a:pt x="509381" y="168241"/>
                </a:cubicBezTo>
                <a:cubicBezTo>
                  <a:pt x="529586" y="193807"/>
                  <a:pt x="553812" y="227518"/>
                  <a:pt x="563709" y="241228"/>
                </a:cubicBezTo>
                <a:lnTo>
                  <a:pt x="589068" y="314937"/>
                </a:lnTo>
                <a:lnTo>
                  <a:pt x="589068" y="335555"/>
                </a:lnTo>
                <a:close/>
                <a:moveTo>
                  <a:pt x="498350" y="187931"/>
                </a:moveTo>
                <a:lnTo>
                  <a:pt x="497628" y="187004"/>
                </a:lnTo>
                <a:cubicBezTo>
                  <a:pt x="492577" y="181952"/>
                  <a:pt x="485670" y="178963"/>
                  <a:pt x="478454" y="178756"/>
                </a:cubicBezTo>
                <a:lnTo>
                  <a:pt x="438662" y="178756"/>
                </a:lnTo>
                <a:cubicBezTo>
                  <a:pt x="428765" y="178860"/>
                  <a:pt x="420724" y="187004"/>
                  <a:pt x="420827" y="196900"/>
                </a:cubicBezTo>
                <a:lnTo>
                  <a:pt x="420827" y="245352"/>
                </a:lnTo>
                <a:cubicBezTo>
                  <a:pt x="420827" y="255352"/>
                  <a:pt x="428868" y="263496"/>
                  <a:pt x="438868" y="263496"/>
                </a:cubicBezTo>
                <a:lnTo>
                  <a:pt x="522164" y="263496"/>
                </a:lnTo>
                <a:cubicBezTo>
                  <a:pt x="528452" y="263496"/>
                  <a:pt x="534328" y="259372"/>
                  <a:pt x="537112" y="252877"/>
                </a:cubicBezTo>
                <a:cubicBezTo>
                  <a:pt x="539895" y="246383"/>
                  <a:pt x="538864" y="239579"/>
                  <a:pt x="535359" y="235868"/>
                </a:cubicBezTo>
                <a:lnTo>
                  <a:pt x="498350" y="187931"/>
                </a:lnTo>
                <a:close/>
                <a:moveTo>
                  <a:pt x="444331" y="239991"/>
                </a:moveTo>
                <a:lnTo>
                  <a:pt x="444331" y="202364"/>
                </a:lnTo>
                <a:lnTo>
                  <a:pt x="478351" y="202364"/>
                </a:lnTo>
                <a:lnTo>
                  <a:pt x="480310" y="203189"/>
                </a:lnTo>
                <a:lnTo>
                  <a:pt x="508659" y="240094"/>
                </a:lnTo>
                <a:lnTo>
                  <a:pt x="444331" y="239991"/>
                </a:lnTo>
                <a:close/>
              </a:path>
            </a:pathLst>
          </a:custGeom>
          <a:solidFill>
            <a:schemeClr val="accent1"/>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47" name="Google Shape;747;p80"/>
          <p:cNvSpPr/>
          <p:nvPr/>
        </p:nvSpPr>
        <p:spPr>
          <a:xfrm>
            <a:off x="7071573" y="1742463"/>
            <a:ext cx="536083" cy="502765"/>
          </a:xfrm>
          <a:custGeom>
            <a:avLst/>
            <a:gdLst/>
            <a:ahLst/>
            <a:cxnLst/>
            <a:rect l="l" t="t" r="r" b="b"/>
            <a:pathLst>
              <a:path w="529465" h="502765" extrusionOk="0">
                <a:moveTo>
                  <a:pt x="529053" y="56080"/>
                </a:moveTo>
                <a:cubicBezTo>
                  <a:pt x="525136" y="17628"/>
                  <a:pt x="462870" y="0"/>
                  <a:pt x="404831" y="0"/>
                </a:cubicBezTo>
                <a:cubicBezTo>
                  <a:pt x="346792" y="0"/>
                  <a:pt x="284629" y="17628"/>
                  <a:pt x="280608" y="56080"/>
                </a:cubicBezTo>
                <a:lnTo>
                  <a:pt x="280196" y="57936"/>
                </a:lnTo>
                <a:lnTo>
                  <a:pt x="280196" y="442768"/>
                </a:lnTo>
                <a:cubicBezTo>
                  <a:pt x="280196" y="484003"/>
                  <a:pt x="344833" y="502765"/>
                  <a:pt x="404831" y="502765"/>
                </a:cubicBezTo>
                <a:cubicBezTo>
                  <a:pt x="464829" y="502765"/>
                  <a:pt x="529465" y="484003"/>
                  <a:pt x="529465" y="442768"/>
                </a:cubicBezTo>
                <a:lnTo>
                  <a:pt x="529465" y="58039"/>
                </a:lnTo>
                <a:lnTo>
                  <a:pt x="529053" y="56080"/>
                </a:lnTo>
                <a:close/>
                <a:moveTo>
                  <a:pt x="490189" y="277516"/>
                </a:moveTo>
                <a:cubicBezTo>
                  <a:pt x="487096" y="283804"/>
                  <a:pt x="457509" y="299268"/>
                  <a:pt x="404831" y="299268"/>
                </a:cubicBezTo>
                <a:cubicBezTo>
                  <a:pt x="351843" y="299268"/>
                  <a:pt x="322256" y="283701"/>
                  <a:pt x="319576" y="278650"/>
                </a:cubicBezTo>
                <a:lnTo>
                  <a:pt x="319576" y="269269"/>
                </a:lnTo>
                <a:cubicBezTo>
                  <a:pt x="343287" y="279268"/>
                  <a:pt x="374626" y="284010"/>
                  <a:pt x="404831" y="284010"/>
                </a:cubicBezTo>
                <a:cubicBezTo>
                  <a:pt x="435036" y="284010"/>
                  <a:pt x="466478" y="279268"/>
                  <a:pt x="490189" y="269166"/>
                </a:cubicBezTo>
                <a:lnTo>
                  <a:pt x="490189" y="277516"/>
                </a:lnTo>
                <a:close/>
                <a:moveTo>
                  <a:pt x="490189" y="222982"/>
                </a:moveTo>
                <a:cubicBezTo>
                  <a:pt x="486993" y="229270"/>
                  <a:pt x="457509" y="244630"/>
                  <a:pt x="404831" y="244630"/>
                </a:cubicBezTo>
                <a:cubicBezTo>
                  <a:pt x="351843" y="244630"/>
                  <a:pt x="322256" y="229064"/>
                  <a:pt x="319576" y="224013"/>
                </a:cubicBezTo>
                <a:lnTo>
                  <a:pt x="319576" y="214425"/>
                </a:lnTo>
                <a:cubicBezTo>
                  <a:pt x="343287" y="224425"/>
                  <a:pt x="374626" y="229167"/>
                  <a:pt x="404831" y="229167"/>
                </a:cubicBezTo>
                <a:cubicBezTo>
                  <a:pt x="435036" y="229167"/>
                  <a:pt x="466478" y="224425"/>
                  <a:pt x="490189" y="214322"/>
                </a:cubicBezTo>
                <a:lnTo>
                  <a:pt x="490189" y="222982"/>
                </a:lnTo>
                <a:close/>
                <a:moveTo>
                  <a:pt x="490189" y="168241"/>
                </a:moveTo>
                <a:cubicBezTo>
                  <a:pt x="486993" y="174530"/>
                  <a:pt x="457406" y="189890"/>
                  <a:pt x="404831" y="189890"/>
                </a:cubicBezTo>
                <a:cubicBezTo>
                  <a:pt x="351843" y="189890"/>
                  <a:pt x="322256" y="174324"/>
                  <a:pt x="319576" y="169272"/>
                </a:cubicBezTo>
                <a:lnTo>
                  <a:pt x="319576" y="159891"/>
                </a:lnTo>
                <a:cubicBezTo>
                  <a:pt x="343287" y="169891"/>
                  <a:pt x="374626" y="174633"/>
                  <a:pt x="404831" y="174633"/>
                </a:cubicBezTo>
                <a:cubicBezTo>
                  <a:pt x="435036" y="174633"/>
                  <a:pt x="466478" y="169891"/>
                  <a:pt x="490189" y="159891"/>
                </a:cubicBezTo>
                <a:lnTo>
                  <a:pt x="490189" y="168241"/>
                </a:lnTo>
                <a:close/>
                <a:moveTo>
                  <a:pt x="319473" y="323803"/>
                </a:moveTo>
                <a:cubicBezTo>
                  <a:pt x="343184" y="333802"/>
                  <a:pt x="374523" y="338545"/>
                  <a:pt x="404728" y="338545"/>
                </a:cubicBezTo>
                <a:cubicBezTo>
                  <a:pt x="434933" y="338545"/>
                  <a:pt x="466478" y="333699"/>
                  <a:pt x="490189" y="323700"/>
                </a:cubicBezTo>
                <a:lnTo>
                  <a:pt x="490189" y="332462"/>
                </a:lnTo>
                <a:cubicBezTo>
                  <a:pt x="487199" y="338648"/>
                  <a:pt x="457612" y="354214"/>
                  <a:pt x="404728" y="354214"/>
                </a:cubicBezTo>
                <a:cubicBezTo>
                  <a:pt x="351740" y="354214"/>
                  <a:pt x="322153" y="338648"/>
                  <a:pt x="319473" y="333596"/>
                </a:cubicBezTo>
                <a:lnTo>
                  <a:pt x="319473" y="323803"/>
                </a:lnTo>
                <a:close/>
                <a:moveTo>
                  <a:pt x="490085" y="113707"/>
                </a:moveTo>
                <a:cubicBezTo>
                  <a:pt x="486787" y="119996"/>
                  <a:pt x="457303" y="135356"/>
                  <a:pt x="404728" y="135356"/>
                </a:cubicBezTo>
                <a:cubicBezTo>
                  <a:pt x="351740" y="135356"/>
                  <a:pt x="322153" y="119789"/>
                  <a:pt x="319473" y="114738"/>
                </a:cubicBezTo>
                <a:lnTo>
                  <a:pt x="319473" y="105151"/>
                </a:lnTo>
                <a:cubicBezTo>
                  <a:pt x="343184" y="115150"/>
                  <a:pt x="374523" y="119893"/>
                  <a:pt x="404728" y="119893"/>
                </a:cubicBezTo>
                <a:cubicBezTo>
                  <a:pt x="434933" y="119893"/>
                  <a:pt x="466375" y="115150"/>
                  <a:pt x="490085" y="105151"/>
                </a:cubicBezTo>
                <a:lnTo>
                  <a:pt x="490085" y="113707"/>
                </a:lnTo>
                <a:close/>
                <a:moveTo>
                  <a:pt x="319473" y="378749"/>
                </a:moveTo>
                <a:cubicBezTo>
                  <a:pt x="343184" y="388749"/>
                  <a:pt x="374523" y="393491"/>
                  <a:pt x="404728" y="393491"/>
                </a:cubicBezTo>
                <a:cubicBezTo>
                  <a:pt x="434933" y="393491"/>
                  <a:pt x="466478" y="388646"/>
                  <a:pt x="490189" y="378646"/>
                </a:cubicBezTo>
                <a:lnTo>
                  <a:pt x="490189" y="386996"/>
                </a:lnTo>
                <a:cubicBezTo>
                  <a:pt x="487302" y="393182"/>
                  <a:pt x="457612" y="408748"/>
                  <a:pt x="404728" y="408748"/>
                </a:cubicBezTo>
                <a:cubicBezTo>
                  <a:pt x="351843" y="408748"/>
                  <a:pt x="322153" y="393182"/>
                  <a:pt x="319473" y="388130"/>
                </a:cubicBezTo>
                <a:lnTo>
                  <a:pt x="319473" y="378749"/>
                </a:lnTo>
                <a:close/>
                <a:moveTo>
                  <a:pt x="404831" y="39277"/>
                </a:moveTo>
                <a:cubicBezTo>
                  <a:pt x="454829" y="39277"/>
                  <a:pt x="484003" y="53091"/>
                  <a:pt x="489570" y="59895"/>
                </a:cubicBezTo>
                <a:cubicBezTo>
                  <a:pt x="484003" y="66699"/>
                  <a:pt x="454829" y="80513"/>
                  <a:pt x="404831" y="80513"/>
                </a:cubicBezTo>
                <a:cubicBezTo>
                  <a:pt x="354833" y="80513"/>
                  <a:pt x="325658" y="66699"/>
                  <a:pt x="320092" y="59895"/>
                </a:cubicBezTo>
                <a:cubicBezTo>
                  <a:pt x="325658" y="53194"/>
                  <a:pt x="354833" y="39277"/>
                  <a:pt x="404831" y="39277"/>
                </a:cubicBezTo>
                <a:close/>
                <a:moveTo>
                  <a:pt x="404831" y="463488"/>
                </a:moveTo>
                <a:cubicBezTo>
                  <a:pt x="351843" y="463488"/>
                  <a:pt x="322256" y="447922"/>
                  <a:pt x="319576" y="442871"/>
                </a:cubicBezTo>
                <a:lnTo>
                  <a:pt x="319576" y="433386"/>
                </a:lnTo>
                <a:cubicBezTo>
                  <a:pt x="343287" y="443386"/>
                  <a:pt x="374626" y="448128"/>
                  <a:pt x="404831" y="448128"/>
                </a:cubicBezTo>
                <a:cubicBezTo>
                  <a:pt x="435036" y="448128"/>
                  <a:pt x="466581" y="443283"/>
                  <a:pt x="490292" y="433283"/>
                </a:cubicBezTo>
                <a:lnTo>
                  <a:pt x="490292" y="441737"/>
                </a:lnTo>
                <a:cubicBezTo>
                  <a:pt x="487405" y="447922"/>
                  <a:pt x="457819" y="463488"/>
                  <a:pt x="404831" y="463488"/>
                </a:cubicBezTo>
                <a:close/>
                <a:moveTo>
                  <a:pt x="124635" y="163499"/>
                </a:moveTo>
                <a:cubicBezTo>
                  <a:pt x="64637" y="163499"/>
                  <a:pt x="0" y="182261"/>
                  <a:pt x="0" y="223394"/>
                </a:cubicBezTo>
                <a:lnTo>
                  <a:pt x="103" y="223909"/>
                </a:lnTo>
                <a:lnTo>
                  <a:pt x="0" y="224116"/>
                </a:lnTo>
                <a:lnTo>
                  <a:pt x="0" y="442149"/>
                </a:lnTo>
                <a:cubicBezTo>
                  <a:pt x="0" y="483385"/>
                  <a:pt x="64637" y="502147"/>
                  <a:pt x="124635" y="502147"/>
                </a:cubicBezTo>
                <a:cubicBezTo>
                  <a:pt x="184633" y="502147"/>
                  <a:pt x="249269" y="483385"/>
                  <a:pt x="249269" y="442149"/>
                </a:cubicBezTo>
                <a:lnTo>
                  <a:pt x="249269" y="224219"/>
                </a:lnTo>
                <a:lnTo>
                  <a:pt x="249269" y="224013"/>
                </a:lnTo>
                <a:lnTo>
                  <a:pt x="249269" y="223497"/>
                </a:lnTo>
                <a:cubicBezTo>
                  <a:pt x="249166" y="182261"/>
                  <a:pt x="184633" y="163499"/>
                  <a:pt x="124635" y="163499"/>
                </a:cubicBezTo>
                <a:close/>
                <a:moveTo>
                  <a:pt x="39277" y="323390"/>
                </a:moveTo>
                <a:cubicBezTo>
                  <a:pt x="62987" y="333390"/>
                  <a:pt x="94326" y="338132"/>
                  <a:pt x="124532" y="338132"/>
                </a:cubicBezTo>
                <a:cubicBezTo>
                  <a:pt x="154737" y="338132"/>
                  <a:pt x="186179" y="333287"/>
                  <a:pt x="209889" y="323287"/>
                </a:cubicBezTo>
                <a:lnTo>
                  <a:pt x="209889" y="331638"/>
                </a:lnTo>
                <a:cubicBezTo>
                  <a:pt x="206797" y="337926"/>
                  <a:pt x="177210" y="353286"/>
                  <a:pt x="124532" y="353286"/>
                </a:cubicBezTo>
                <a:cubicBezTo>
                  <a:pt x="71544" y="353286"/>
                  <a:pt x="41957" y="337720"/>
                  <a:pt x="39277" y="332668"/>
                </a:cubicBezTo>
                <a:lnTo>
                  <a:pt x="39277" y="323390"/>
                </a:lnTo>
                <a:close/>
                <a:moveTo>
                  <a:pt x="209889" y="277207"/>
                </a:moveTo>
                <a:cubicBezTo>
                  <a:pt x="206694" y="283495"/>
                  <a:pt x="177107" y="298855"/>
                  <a:pt x="124532" y="298855"/>
                </a:cubicBezTo>
                <a:cubicBezTo>
                  <a:pt x="71544" y="298855"/>
                  <a:pt x="41957" y="283289"/>
                  <a:pt x="39277" y="278237"/>
                </a:cubicBezTo>
                <a:lnTo>
                  <a:pt x="39277" y="268753"/>
                </a:lnTo>
                <a:cubicBezTo>
                  <a:pt x="62987" y="278753"/>
                  <a:pt x="94326" y="283495"/>
                  <a:pt x="124532" y="283495"/>
                </a:cubicBezTo>
                <a:cubicBezTo>
                  <a:pt x="154737" y="283495"/>
                  <a:pt x="186179" y="278753"/>
                  <a:pt x="209889" y="268753"/>
                </a:cubicBezTo>
                <a:lnTo>
                  <a:pt x="209889" y="277207"/>
                </a:lnTo>
                <a:close/>
                <a:moveTo>
                  <a:pt x="39277" y="377925"/>
                </a:moveTo>
                <a:cubicBezTo>
                  <a:pt x="62987" y="387924"/>
                  <a:pt x="94326" y="392666"/>
                  <a:pt x="124532" y="392666"/>
                </a:cubicBezTo>
                <a:cubicBezTo>
                  <a:pt x="154737" y="392666"/>
                  <a:pt x="186282" y="387924"/>
                  <a:pt x="209992" y="377821"/>
                </a:cubicBezTo>
                <a:lnTo>
                  <a:pt x="209992" y="386584"/>
                </a:lnTo>
                <a:cubicBezTo>
                  <a:pt x="207003" y="392769"/>
                  <a:pt x="177416" y="408336"/>
                  <a:pt x="124532" y="408336"/>
                </a:cubicBezTo>
                <a:cubicBezTo>
                  <a:pt x="71647" y="408336"/>
                  <a:pt x="41957" y="392769"/>
                  <a:pt x="39277" y="387718"/>
                </a:cubicBezTo>
                <a:lnTo>
                  <a:pt x="39277" y="377925"/>
                </a:lnTo>
                <a:close/>
                <a:moveTo>
                  <a:pt x="124532" y="202776"/>
                </a:moveTo>
                <a:cubicBezTo>
                  <a:pt x="174530" y="202776"/>
                  <a:pt x="203704" y="216590"/>
                  <a:pt x="209271" y="223394"/>
                </a:cubicBezTo>
                <a:cubicBezTo>
                  <a:pt x="203704" y="230198"/>
                  <a:pt x="174530" y="244012"/>
                  <a:pt x="124532" y="244012"/>
                </a:cubicBezTo>
                <a:cubicBezTo>
                  <a:pt x="74533" y="244012"/>
                  <a:pt x="45359" y="230198"/>
                  <a:pt x="39792" y="223394"/>
                </a:cubicBezTo>
                <a:cubicBezTo>
                  <a:pt x="45462" y="216693"/>
                  <a:pt x="74636" y="202776"/>
                  <a:pt x="124532" y="202776"/>
                </a:cubicBezTo>
                <a:lnTo>
                  <a:pt x="124532" y="202776"/>
                </a:lnTo>
                <a:close/>
                <a:moveTo>
                  <a:pt x="124532" y="462870"/>
                </a:moveTo>
                <a:cubicBezTo>
                  <a:pt x="71544" y="462870"/>
                  <a:pt x="41957" y="447303"/>
                  <a:pt x="39277" y="442252"/>
                </a:cubicBezTo>
                <a:lnTo>
                  <a:pt x="39277" y="432974"/>
                </a:lnTo>
                <a:cubicBezTo>
                  <a:pt x="62987" y="442974"/>
                  <a:pt x="94326" y="447716"/>
                  <a:pt x="124532" y="447716"/>
                </a:cubicBezTo>
                <a:cubicBezTo>
                  <a:pt x="154737" y="447716"/>
                  <a:pt x="186282" y="442871"/>
                  <a:pt x="209992" y="432871"/>
                </a:cubicBezTo>
                <a:lnTo>
                  <a:pt x="209992" y="441118"/>
                </a:lnTo>
                <a:cubicBezTo>
                  <a:pt x="207209" y="447303"/>
                  <a:pt x="177622" y="462870"/>
                  <a:pt x="124532" y="462870"/>
                </a:cubicBezTo>
                <a:lnTo>
                  <a:pt x="124532" y="462870"/>
                </a:lnTo>
                <a:close/>
              </a:path>
            </a:pathLst>
          </a:custGeom>
          <a:solidFill>
            <a:srgbClr val="2C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
        <p:nvSpPr>
          <p:cNvPr id="751" name="Google Shape;751;p80"/>
          <p:cNvSpPr/>
          <p:nvPr/>
        </p:nvSpPr>
        <p:spPr>
          <a:xfrm>
            <a:off x="4849511" y="1674006"/>
            <a:ext cx="565241" cy="639680"/>
          </a:xfrm>
          <a:custGeom>
            <a:avLst/>
            <a:gdLst/>
            <a:ahLst/>
            <a:cxnLst/>
            <a:rect l="l" t="t" r="r" b="b"/>
            <a:pathLst>
              <a:path w="556888" h="627137" extrusionOk="0">
                <a:moveTo>
                  <a:pt x="278821" y="197954"/>
                </a:moveTo>
                <a:cubicBezTo>
                  <a:pt x="226246" y="197954"/>
                  <a:pt x="173052" y="215480"/>
                  <a:pt x="173052" y="248983"/>
                </a:cubicBezTo>
                <a:lnTo>
                  <a:pt x="173052" y="378154"/>
                </a:lnTo>
                <a:cubicBezTo>
                  <a:pt x="173052" y="411658"/>
                  <a:pt x="226246" y="429183"/>
                  <a:pt x="278821" y="429183"/>
                </a:cubicBezTo>
                <a:cubicBezTo>
                  <a:pt x="331397" y="429183"/>
                  <a:pt x="384591" y="411658"/>
                  <a:pt x="384591" y="378154"/>
                </a:cubicBezTo>
                <a:lnTo>
                  <a:pt x="384591" y="248880"/>
                </a:lnTo>
                <a:cubicBezTo>
                  <a:pt x="384591" y="215376"/>
                  <a:pt x="331397" y="197954"/>
                  <a:pt x="278821" y="197954"/>
                </a:cubicBezTo>
                <a:close/>
                <a:moveTo>
                  <a:pt x="360983" y="378051"/>
                </a:moveTo>
                <a:cubicBezTo>
                  <a:pt x="360983" y="387329"/>
                  <a:pt x="332015" y="405473"/>
                  <a:pt x="278821" y="405473"/>
                </a:cubicBezTo>
                <a:cubicBezTo>
                  <a:pt x="225627" y="405473"/>
                  <a:pt x="196659" y="387329"/>
                  <a:pt x="196659" y="378051"/>
                </a:cubicBezTo>
                <a:lnTo>
                  <a:pt x="196659" y="368464"/>
                </a:lnTo>
                <a:cubicBezTo>
                  <a:pt x="217071" y="380216"/>
                  <a:pt x="247998" y="386298"/>
                  <a:pt x="278821" y="386298"/>
                </a:cubicBezTo>
                <a:cubicBezTo>
                  <a:pt x="309645" y="386298"/>
                  <a:pt x="340572" y="380216"/>
                  <a:pt x="360983" y="368464"/>
                </a:cubicBezTo>
                <a:lnTo>
                  <a:pt x="360983" y="378051"/>
                </a:lnTo>
                <a:close/>
                <a:moveTo>
                  <a:pt x="360983" y="335269"/>
                </a:moveTo>
                <a:cubicBezTo>
                  <a:pt x="360983" y="344547"/>
                  <a:pt x="332015" y="362691"/>
                  <a:pt x="278821" y="362691"/>
                </a:cubicBezTo>
                <a:cubicBezTo>
                  <a:pt x="225627" y="362691"/>
                  <a:pt x="196659" y="344547"/>
                  <a:pt x="196659" y="335269"/>
                </a:cubicBezTo>
                <a:lnTo>
                  <a:pt x="196659" y="323723"/>
                </a:lnTo>
                <a:cubicBezTo>
                  <a:pt x="217071" y="335475"/>
                  <a:pt x="247998" y="341557"/>
                  <a:pt x="278821" y="341557"/>
                </a:cubicBezTo>
                <a:cubicBezTo>
                  <a:pt x="309645" y="341557"/>
                  <a:pt x="340572" y="335475"/>
                  <a:pt x="360983" y="323723"/>
                </a:cubicBezTo>
                <a:lnTo>
                  <a:pt x="360983" y="335269"/>
                </a:lnTo>
                <a:close/>
                <a:moveTo>
                  <a:pt x="360983" y="290528"/>
                </a:moveTo>
                <a:cubicBezTo>
                  <a:pt x="360983" y="299806"/>
                  <a:pt x="332015" y="317950"/>
                  <a:pt x="278821" y="317950"/>
                </a:cubicBezTo>
                <a:cubicBezTo>
                  <a:pt x="225627" y="317950"/>
                  <a:pt x="196659" y="299806"/>
                  <a:pt x="196659" y="290528"/>
                </a:cubicBezTo>
                <a:lnTo>
                  <a:pt x="196659" y="282075"/>
                </a:lnTo>
                <a:cubicBezTo>
                  <a:pt x="217071" y="293827"/>
                  <a:pt x="247998" y="299909"/>
                  <a:pt x="278821" y="299909"/>
                </a:cubicBezTo>
                <a:cubicBezTo>
                  <a:pt x="309645" y="299909"/>
                  <a:pt x="340572" y="293827"/>
                  <a:pt x="360983" y="282075"/>
                </a:cubicBezTo>
                <a:lnTo>
                  <a:pt x="360983" y="290528"/>
                </a:lnTo>
                <a:close/>
                <a:moveTo>
                  <a:pt x="278821" y="276302"/>
                </a:moveTo>
                <a:lnTo>
                  <a:pt x="278821" y="276302"/>
                </a:lnTo>
                <a:cubicBezTo>
                  <a:pt x="225627" y="276302"/>
                  <a:pt x="196659" y="258262"/>
                  <a:pt x="196659" y="248880"/>
                </a:cubicBezTo>
                <a:cubicBezTo>
                  <a:pt x="196659" y="239499"/>
                  <a:pt x="225730" y="221459"/>
                  <a:pt x="278821" y="221459"/>
                </a:cubicBezTo>
                <a:cubicBezTo>
                  <a:pt x="332015" y="221459"/>
                  <a:pt x="360983" y="239602"/>
                  <a:pt x="360983" y="248880"/>
                </a:cubicBezTo>
                <a:cubicBezTo>
                  <a:pt x="360983" y="258158"/>
                  <a:pt x="332015" y="276302"/>
                  <a:pt x="278821" y="276302"/>
                </a:cubicBezTo>
                <a:close/>
                <a:moveTo>
                  <a:pt x="531905" y="402792"/>
                </a:moveTo>
                <a:lnTo>
                  <a:pt x="531905" y="402792"/>
                </a:lnTo>
                <a:cubicBezTo>
                  <a:pt x="512215" y="391246"/>
                  <a:pt x="487164" y="394854"/>
                  <a:pt x="471495" y="411452"/>
                </a:cubicBezTo>
                <a:lnTo>
                  <a:pt x="452939" y="400731"/>
                </a:lnTo>
                <a:cubicBezTo>
                  <a:pt x="480979" y="345887"/>
                  <a:pt x="481082" y="281044"/>
                  <a:pt x="453454" y="225995"/>
                </a:cubicBezTo>
                <a:lnTo>
                  <a:pt x="471495" y="215480"/>
                </a:lnTo>
                <a:cubicBezTo>
                  <a:pt x="477680" y="222077"/>
                  <a:pt x="485618" y="226716"/>
                  <a:pt x="494381" y="229087"/>
                </a:cubicBezTo>
                <a:cubicBezTo>
                  <a:pt x="507060" y="232489"/>
                  <a:pt x="520565" y="230737"/>
                  <a:pt x="532008" y="224036"/>
                </a:cubicBezTo>
                <a:cubicBezTo>
                  <a:pt x="555719" y="210428"/>
                  <a:pt x="563966" y="180120"/>
                  <a:pt x="550255" y="156409"/>
                </a:cubicBezTo>
                <a:cubicBezTo>
                  <a:pt x="536647" y="132699"/>
                  <a:pt x="506339" y="124452"/>
                  <a:pt x="482628" y="138163"/>
                </a:cubicBezTo>
                <a:cubicBezTo>
                  <a:pt x="462732" y="149606"/>
                  <a:pt x="453351" y="173110"/>
                  <a:pt x="459743" y="195068"/>
                </a:cubicBezTo>
                <a:lnTo>
                  <a:pt x="441702" y="205583"/>
                </a:lnTo>
                <a:cubicBezTo>
                  <a:pt x="407889" y="154348"/>
                  <a:pt x="351911" y="121978"/>
                  <a:pt x="290573" y="118267"/>
                </a:cubicBezTo>
                <a:lnTo>
                  <a:pt x="290573" y="97649"/>
                </a:lnTo>
                <a:cubicBezTo>
                  <a:pt x="317170" y="91154"/>
                  <a:pt x="333459" y="64351"/>
                  <a:pt x="326861" y="37754"/>
                </a:cubicBezTo>
                <a:cubicBezTo>
                  <a:pt x="320366" y="11157"/>
                  <a:pt x="293563" y="-5131"/>
                  <a:pt x="266966" y="1467"/>
                </a:cubicBezTo>
                <a:cubicBezTo>
                  <a:pt x="240369" y="7961"/>
                  <a:pt x="224081" y="34764"/>
                  <a:pt x="230679" y="61361"/>
                </a:cubicBezTo>
                <a:cubicBezTo>
                  <a:pt x="235112" y="79299"/>
                  <a:pt x="249029" y="93319"/>
                  <a:pt x="266966" y="97649"/>
                </a:cubicBezTo>
                <a:lnTo>
                  <a:pt x="266966" y="118163"/>
                </a:lnTo>
                <a:cubicBezTo>
                  <a:pt x="205628" y="121875"/>
                  <a:pt x="149651" y="154245"/>
                  <a:pt x="115837" y="205583"/>
                </a:cubicBezTo>
                <a:lnTo>
                  <a:pt x="97900" y="195171"/>
                </a:lnTo>
                <a:cubicBezTo>
                  <a:pt x="105735" y="168677"/>
                  <a:pt x="90581" y="140843"/>
                  <a:pt x="64087" y="133111"/>
                </a:cubicBezTo>
                <a:cubicBezTo>
                  <a:pt x="37593" y="125380"/>
                  <a:pt x="9759" y="140431"/>
                  <a:pt x="2027" y="166925"/>
                </a:cubicBezTo>
                <a:cubicBezTo>
                  <a:pt x="-5705" y="193418"/>
                  <a:pt x="9346" y="221253"/>
                  <a:pt x="35840" y="228984"/>
                </a:cubicBezTo>
                <a:cubicBezTo>
                  <a:pt x="53778" y="234242"/>
                  <a:pt x="73159" y="229087"/>
                  <a:pt x="86148" y="215583"/>
                </a:cubicBezTo>
                <a:lnTo>
                  <a:pt x="104188" y="226098"/>
                </a:lnTo>
                <a:cubicBezTo>
                  <a:pt x="76457" y="281044"/>
                  <a:pt x="76664" y="345990"/>
                  <a:pt x="104704" y="400834"/>
                </a:cubicBezTo>
                <a:lnTo>
                  <a:pt x="86148" y="411555"/>
                </a:lnTo>
                <a:cubicBezTo>
                  <a:pt x="67179" y="391865"/>
                  <a:pt x="35840" y="391143"/>
                  <a:pt x="16047" y="410112"/>
                </a:cubicBezTo>
                <a:cubicBezTo>
                  <a:pt x="-3746" y="429080"/>
                  <a:pt x="-4364" y="460419"/>
                  <a:pt x="14604" y="480212"/>
                </a:cubicBezTo>
                <a:cubicBezTo>
                  <a:pt x="33572" y="500005"/>
                  <a:pt x="64911" y="500624"/>
                  <a:pt x="84705" y="481655"/>
                </a:cubicBezTo>
                <a:cubicBezTo>
                  <a:pt x="98003" y="468872"/>
                  <a:pt x="103158" y="449698"/>
                  <a:pt x="97900" y="431967"/>
                </a:cubicBezTo>
                <a:lnTo>
                  <a:pt x="116456" y="421245"/>
                </a:lnTo>
                <a:cubicBezTo>
                  <a:pt x="150372" y="471965"/>
                  <a:pt x="206040" y="503923"/>
                  <a:pt x="266966" y="507634"/>
                </a:cubicBezTo>
                <a:lnTo>
                  <a:pt x="266966" y="529489"/>
                </a:lnTo>
                <a:cubicBezTo>
                  <a:pt x="240369" y="535983"/>
                  <a:pt x="224081" y="562787"/>
                  <a:pt x="230679" y="589384"/>
                </a:cubicBezTo>
                <a:cubicBezTo>
                  <a:pt x="237173" y="615981"/>
                  <a:pt x="263976" y="632269"/>
                  <a:pt x="290573" y="625671"/>
                </a:cubicBezTo>
                <a:cubicBezTo>
                  <a:pt x="317170" y="619176"/>
                  <a:pt x="333459" y="592373"/>
                  <a:pt x="326861" y="565776"/>
                </a:cubicBezTo>
                <a:cubicBezTo>
                  <a:pt x="322428" y="547839"/>
                  <a:pt x="308511" y="533819"/>
                  <a:pt x="290573" y="529489"/>
                </a:cubicBezTo>
                <a:lnTo>
                  <a:pt x="290573" y="507634"/>
                </a:lnTo>
                <a:cubicBezTo>
                  <a:pt x="351499" y="503923"/>
                  <a:pt x="407167" y="471965"/>
                  <a:pt x="441083" y="421245"/>
                </a:cubicBezTo>
                <a:lnTo>
                  <a:pt x="459639" y="431967"/>
                </a:lnTo>
                <a:cubicBezTo>
                  <a:pt x="452011" y="458254"/>
                  <a:pt x="467165" y="485676"/>
                  <a:pt x="493350" y="493305"/>
                </a:cubicBezTo>
                <a:cubicBezTo>
                  <a:pt x="519637" y="500933"/>
                  <a:pt x="547059" y="485779"/>
                  <a:pt x="554688" y="459594"/>
                </a:cubicBezTo>
                <a:cubicBezTo>
                  <a:pt x="561079" y="437533"/>
                  <a:pt x="551698" y="414235"/>
                  <a:pt x="531905" y="402792"/>
                </a:cubicBezTo>
                <a:close/>
                <a:moveTo>
                  <a:pt x="498092" y="165688"/>
                </a:moveTo>
                <a:cubicBezTo>
                  <a:pt x="506751" y="160636"/>
                  <a:pt x="517782" y="163626"/>
                  <a:pt x="522833" y="172285"/>
                </a:cubicBezTo>
                <a:cubicBezTo>
                  <a:pt x="527884" y="180945"/>
                  <a:pt x="524895" y="191975"/>
                  <a:pt x="516235" y="197027"/>
                </a:cubicBezTo>
                <a:cubicBezTo>
                  <a:pt x="512112" y="199501"/>
                  <a:pt x="507060" y="200119"/>
                  <a:pt x="502421" y="198882"/>
                </a:cubicBezTo>
                <a:lnTo>
                  <a:pt x="502525" y="198882"/>
                </a:lnTo>
                <a:cubicBezTo>
                  <a:pt x="497886" y="197645"/>
                  <a:pt x="493968" y="194656"/>
                  <a:pt x="491494" y="190429"/>
                </a:cubicBezTo>
                <a:cubicBezTo>
                  <a:pt x="486443" y="181769"/>
                  <a:pt x="489432" y="170636"/>
                  <a:pt x="498092" y="165688"/>
                </a:cubicBezTo>
                <a:close/>
                <a:moveTo>
                  <a:pt x="66045" y="189913"/>
                </a:moveTo>
                <a:cubicBezTo>
                  <a:pt x="61200" y="198676"/>
                  <a:pt x="50170" y="201769"/>
                  <a:pt x="41407" y="196924"/>
                </a:cubicBezTo>
                <a:cubicBezTo>
                  <a:pt x="41201" y="196820"/>
                  <a:pt x="40995" y="196717"/>
                  <a:pt x="40892" y="196614"/>
                </a:cubicBezTo>
                <a:cubicBezTo>
                  <a:pt x="32335" y="191460"/>
                  <a:pt x="29552" y="180326"/>
                  <a:pt x="34706" y="171770"/>
                </a:cubicBezTo>
                <a:cubicBezTo>
                  <a:pt x="39861" y="163213"/>
                  <a:pt x="50994" y="160430"/>
                  <a:pt x="59551" y="165584"/>
                </a:cubicBezTo>
                <a:cubicBezTo>
                  <a:pt x="67901" y="170636"/>
                  <a:pt x="70788" y="181460"/>
                  <a:pt x="66045" y="189913"/>
                </a:cubicBezTo>
                <a:close/>
                <a:moveTo>
                  <a:pt x="59551" y="461347"/>
                </a:moveTo>
                <a:cubicBezTo>
                  <a:pt x="50891" y="466398"/>
                  <a:pt x="39861" y="463409"/>
                  <a:pt x="34809" y="454749"/>
                </a:cubicBezTo>
                <a:cubicBezTo>
                  <a:pt x="29758" y="446090"/>
                  <a:pt x="32748" y="435059"/>
                  <a:pt x="41407" y="430008"/>
                </a:cubicBezTo>
                <a:cubicBezTo>
                  <a:pt x="44191" y="428358"/>
                  <a:pt x="47283" y="427534"/>
                  <a:pt x="50479" y="427534"/>
                </a:cubicBezTo>
                <a:cubicBezTo>
                  <a:pt x="52025" y="427534"/>
                  <a:pt x="53675" y="427740"/>
                  <a:pt x="55221" y="428152"/>
                </a:cubicBezTo>
                <a:lnTo>
                  <a:pt x="55221" y="428152"/>
                </a:lnTo>
                <a:cubicBezTo>
                  <a:pt x="59860" y="429389"/>
                  <a:pt x="63778" y="432379"/>
                  <a:pt x="66252" y="436606"/>
                </a:cubicBezTo>
                <a:cubicBezTo>
                  <a:pt x="71200" y="445265"/>
                  <a:pt x="68210" y="456296"/>
                  <a:pt x="59551" y="461347"/>
                </a:cubicBezTo>
                <a:close/>
                <a:moveTo>
                  <a:pt x="260678" y="49712"/>
                </a:moveTo>
                <a:cubicBezTo>
                  <a:pt x="260678" y="39713"/>
                  <a:pt x="268822" y="31569"/>
                  <a:pt x="278821" y="31569"/>
                </a:cubicBezTo>
                <a:cubicBezTo>
                  <a:pt x="288821" y="31569"/>
                  <a:pt x="296965" y="39713"/>
                  <a:pt x="296965" y="49712"/>
                </a:cubicBezTo>
                <a:cubicBezTo>
                  <a:pt x="296965" y="59712"/>
                  <a:pt x="288821" y="67856"/>
                  <a:pt x="278821" y="67856"/>
                </a:cubicBezTo>
                <a:cubicBezTo>
                  <a:pt x="268822" y="67753"/>
                  <a:pt x="260678" y="59712"/>
                  <a:pt x="260678" y="49712"/>
                </a:cubicBezTo>
                <a:close/>
                <a:moveTo>
                  <a:pt x="296862" y="577322"/>
                </a:moveTo>
                <a:cubicBezTo>
                  <a:pt x="296862" y="587322"/>
                  <a:pt x="288718" y="595466"/>
                  <a:pt x="278718" y="595466"/>
                </a:cubicBezTo>
                <a:cubicBezTo>
                  <a:pt x="268719" y="595466"/>
                  <a:pt x="260575" y="587322"/>
                  <a:pt x="260575" y="577322"/>
                </a:cubicBezTo>
                <a:cubicBezTo>
                  <a:pt x="260575" y="567323"/>
                  <a:pt x="268822" y="559178"/>
                  <a:pt x="278821" y="559178"/>
                </a:cubicBezTo>
                <a:cubicBezTo>
                  <a:pt x="288821" y="559178"/>
                  <a:pt x="296862" y="567323"/>
                  <a:pt x="296862" y="577322"/>
                </a:cubicBezTo>
                <a:close/>
                <a:moveTo>
                  <a:pt x="278821" y="468769"/>
                </a:moveTo>
                <a:cubicBezTo>
                  <a:pt x="192845" y="468769"/>
                  <a:pt x="122848" y="398772"/>
                  <a:pt x="122848" y="312796"/>
                </a:cubicBezTo>
                <a:cubicBezTo>
                  <a:pt x="122848" y="226819"/>
                  <a:pt x="192845" y="156822"/>
                  <a:pt x="278821" y="156822"/>
                </a:cubicBezTo>
                <a:cubicBezTo>
                  <a:pt x="364798" y="156822"/>
                  <a:pt x="434692" y="226819"/>
                  <a:pt x="434692" y="312796"/>
                </a:cubicBezTo>
                <a:cubicBezTo>
                  <a:pt x="434692" y="398772"/>
                  <a:pt x="364798" y="468769"/>
                  <a:pt x="278821" y="468769"/>
                </a:cubicBezTo>
                <a:close/>
                <a:moveTo>
                  <a:pt x="511803" y="463203"/>
                </a:moveTo>
                <a:cubicBezTo>
                  <a:pt x="502112" y="465780"/>
                  <a:pt x="492216" y="460007"/>
                  <a:pt x="489638" y="450316"/>
                </a:cubicBezTo>
                <a:cubicBezTo>
                  <a:pt x="487061" y="440626"/>
                  <a:pt x="492834" y="430730"/>
                  <a:pt x="502525" y="428152"/>
                </a:cubicBezTo>
                <a:cubicBezTo>
                  <a:pt x="504071" y="427740"/>
                  <a:pt x="505617" y="427534"/>
                  <a:pt x="507267" y="427534"/>
                </a:cubicBezTo>
                <a:cubicBezTo>
                  <a:pt x="510462" y="427534"/>
                  <a:pt x="513555" y="428358"/>
                  <a:pt x="516338" y="430008"/>
                </a:cubicBezTo>
                <a:cubicBezTo>
                  <a:pt x="520462" y="432379"/>
                  <a:pt x="523555" y="436399"/>
                  <a:pt x="524792" y="441038"/>
                </a:cubicBezTo>
                <a:cubicBezTo>
                  <a:pt x="527266" y="450729"/>
                  <a:pt x="521493" y="460625"/>
                  <a:pt x="511803" y="463203"/>
                </a:cubicBezTo>
                <a:close/>
              </a:path>
            </a:pathLst>
          </a:custGeom>
          <a:solidFill>
            <a:srgbClr val="2C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8" name="Google Shape;758;p81"/>
          <p:cNvSpPr txBox="1">
            <a:spLocks noGrp="1"/>
          </p:cNvSpPr>
          <p:nvPr>
            <p:ph type="title"/>
          </p:nvPr>
        </p:nvSpPr>
        <p:spPr/>
        <p:txBody>
          <a:bodyPr/>
          <a:lstStyle/>
          <a:p>
            <a:pPr lvl="0"/>
            <a:r>
              <a:rPr lang="en-US"/>
              <a:t>Split Slide</a:t>
            </a:r>
          </a:p>
        </p:txBody>
      </p:sp>
      <p:sp>
        <p:nvSpPr>
          <p:cNvPr id="761" name="Google Shape;761;p81"/>
          <p:cNvSpPr txBox="1">
            <a:spLocks noGrp="1"/>
          </p:cNvSpPr>
          <p:nvPr>
            <p:ph type="subTitle" idx="1"/>
          </p:nvPr>
        </p:nvSpPr>
        <p:spPr/>
        <p:txBody>
          <a:bodyPr/>
          <a:lstStyle/>
          <a:p>
            <a:pPr lvl="0"/>
            <a:r>
              <a:rPr lang="en-US" dirty="0"/>
              <a:t>One side for graphic, the other for text</a:t>
            </a:r>
          </a:p>
        </p:txBody>
      </p:sp>
      <p:pic>
        <p:nvPicPr>
          <p:cNvPr id="9" name="Google Shape;760;p81">
            <a:extLst>
              <a:ext uri="{FF2B5EF4-FFF2-40B4-BE49-F238E27FC236}">
                <a16:creationId xmlns:a16="http://schemas.microsoft.com/office/drawing/2014/main" id="{A23A6D18-4613-14B1-25D5-5054968501DF}"/>
              </a:ext>
            </a:extLst>
          </p:cNvPr>
          <p:cNvPicPr preferRelativeResize="0">
            <a:picLocks noGrp="1"/>
          </p:cNvPicPr>
          <p:nvPr>
            <p:ph sz="quarter" idx="21"/>
          </p:nvPr>
        </p:nvPicPr>
        <p:blipFill rotWithShape="1">
          <a:blip r:embed="rId3">
            <a:alphaModFix/>
          </a:blip>
          <a:stretch/>
        </p:blipFill>
        <p:spPr>
          <a:xfrm>
            <a:off x="457200" y="1771101"/>
            <a:ext cx="4000500" cy="2707785"/>
          </a:xfrm>
        </p:spPr>
      </p:pic>
      <p:sp>
        <p:nvSpPr>
          <p:cNvPr id="10" name="Content Placeholder 9">
            <a:extLst>
              <a:ext uri="{FF2B5EF4-FFF2-40B4-BE49-F238E27FC236}">
                <a16:creationId xmlns:a16="http://schemas.microsoft.com/office/drawing/2014/main" id="{56D6510D-7EDD-1E77-4CD3-D9439A42FEAF}"/>
              </a:ext>
            </a:extLst>
          </p:cNvPr>
          <p:cNvSpPr>
            <a:spLocks noGrp="1"/>
          </p:cNvSpPr>
          <p:nvPr>
            <p:ph sz="quarter" idx="22"/>
          </p:nvPr>
        </p:nvSpPr>
        <p:spPr/>
        <p:txBody>
          <a:bodyPr/>
          <a:lstStyle/>
          <a:p>
            <a:pPr lvl="0"/>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labore</a:t>
            </a:r>
          </a:p>
          <a:p>
            <a:pPr lvl="1"/>
            <a:r>
              <a:rPr lang="en-US" dirty="0"/>
              <a:t>Labore et dolore magna </a:t>
            </a:r>
            <a:r>
              <a:rPr lang="en-US" dirty="0" err="1"/>
              <a:t>teneranum</a:t>
            </a:r>
            <a:endParaRPr lang="en-US" dirty="0"/>
          </a:p>
          <a:p>
            <a:endParaRPr lang="en-US"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2" name="Title 1">
            <a:extLst>
              <a:ext uri="{FF2B5EF4-FFF2-40B4-BE49-F238E27FC236}">
                <a16:creationId xmlns:a16="http://schemas.microsoft.com/office/drawing/2014/main" id="{6D4FA014-6056-BE47-FF31-8D202F10192E}"/>
              </a:ext>
            </a:extLst>
          </p:cNvPr>
          <p:cNvSpPr>
            <a:spLocks noGrp="1"/>
          </p:cNvSpPr>
          <p:nvPr>
            <p:ph type="ctrTitle"/>
          </p:nvPr>
        </p:nvSpPr>
        <p:spPr/>
        <p:txBody>
          <a:bodyPr/>
          <a:lstStyle/>
          <a:p>
            <a:r>
              <a:rPr lang="en-US" dirty="0"/>
              <a:t>The wisdom of the wise, and the experience of ages, may be preserved by quotation.</a:t>
            </a:r>
          </a:p>
        </p:txBody>
      </p:sp>
      <p:sp>
        <p:nvSpPr>
          <p:cNvPr id="768" name="Google Shape;768;p82"/>
          <p:cNvSpPr txBox="1">
            <a:spLocks noGrp="1"/>
          </p:cNvSpPr>
          <p:nvPr>
            <p:ph type="subTitle" idx="1"/>
          </p:nvPr>
        </p:nvSpPr>
        <p:spPr/>
        <p:txBody>
          <a:bodyPr/>
          <a:lstStyle/>
          <a:p>
            <a:pPr lvl="0"/>
            <a:r>
              <a:rPr lang="en-US" dirty="0"/>
              <a:t>Name  |  Title</a:t>
            </a:r>
            <a:br>
              <a:rPr lang="en-US" dirty="0"/>
            </a:br>
            <a:r>
              <a:rPr lang="en-US" b="0" dirty="0"/>
              <a:t>Company Name</a:t>
            </a:r>
          </a:p>
        </p:txBody>
      </p:sp>
    </p:spTree>
    <p:extLst>
      <p:ext uri="{BB962C8B-B14F-4D97-AF65-F5344CB8AC3E}">
        <p14:creationId xmlns:p14="http://schemas.microsoft.com/office/powerpoint/2010/main" val="182590309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2" name="Title 1">
            <a:extLst>
              <a:ext uri="{FF2B5EF4-FFF2-40B4-BE49-F238E27FC236}">
                <a16:creationId xmlns:a16="http://schemas.microsoft.com/office/drawing/2014/main" id="{18216B12-1BD2-9FD2-9C98-8F847D7AE87F}"/>
              </a:ext>
            </a:extLst>
          </p:cNvPr>
          <p:cNvSpPr>
            <a:spLocks noGrp="1"/>
          </p:cNvSpPr>
          <p:nvPr>
            <p:ph type="ctrTitle"/>
          </p:nvPr>
        </p:nvSpPr>
        <p:spPr>
          <a:xfrm>
            <a:off x="352603" y="1956685"/>
            <a:ext cx="6081148" cy="1162750"/>
          </a:xfrm>
        </p:spPr>
        <p:txBody>
          <a:bodyPr/>
          <a:lstStyle/>
          <a:p>
            <a:r>
              <a:rPr lang="en-US" dirty="0"/>
              <a:t>Quotation lorem ipsum dolor sit </a:t>
            </a:r>
            <a:r>
              <a:rPr lang="en-US" dirty="0" err="1"/>
              <a:t>amet</a:t>
            </a:r>
            <a:r>
              <a:rPr lang="en-US" dirty="0"/>
              <a:t>, </a:t>
            </a:r>
            <a:r>
              <a:rPr lang="en-US" dirty="0" err="1"/>
              <a:t>elit</a:t>
            </a:r>
            <a:r>
              <a:rPr lang="en-US" dirty="0"/>
              <a:t> </a:t>
            </a:r>
            <a:r>
              <a:rPr lang="en-US" dirty="0" err="1"/>
              <a:t>consectetur</a:t>
            </a:r>
            <a:r>
              <a:rPr lang="en-US" dirty="0"/>
              <a:t> </a:t>
            </a:r>
            <a:r>
              <a:rPr lang="en-US" dirty="0" err="1"/>
              <a:t>adipiscing</a:t>
            </a:r>
            <a:r>
              <a:rPr lang="en-US" dirty="0"/>
              <a:t>.</a:t>
            </a:r>
          </a:p>
        </p:txBody>
      </p:sp>
      <p:sp>
        <p:nvSpPr>
          <p:cNvPr id="775" name="Google Shape;775;p83"/>
          <p:cNvSpPr txBox="1">
            <a:spLocks noGrp="1"/>
          </p:cNvSpPr>
          <p:nvPr>
            <p:ph type="subTitle" idx="1"/>
          </p:nvPr>
        </p:nvSpPr>
        <p:spPr>
          <a:prstGeom prst="rect">
            <a:avLst/>
          </a:prstGeom>
        </p:spPr>
        <p:txBody>
          <a:bodyPr spcFirstLastPara="1" wrap="square" lIns="91425" tIns="91425" rIns="91425" bIns="91425" anchor="b" anchorCtr="0">
            <a:noAutofit/>
          </a:bodyPr>
          <a:lstStyle/>
          <a:p>
            <a:pPr marL="0" lvl="0" indent="0" algn="r" rtl="0">
              <a:spcBef>
                <a:spcPts val="0"/>
              </a:spcBef>
              <a:spcAft>
                <a:spcPts val="1000"/>
              </a:spcAft>
              <a:buNone/>
            </a:pPr>
            <a:r>
              <a:rPr lang="en" dirty="0"/>
              <a:t>Name  |  Title</a:t>
            </a:r>
            <a:br>
              <a:rPr lang="en" dirty="0"/>
            </a:br>
            <a:r>
              <a:rPr lang="en" b="0" dirty="0"/>
              <a:t>Company Name</a:t>
            </a:r>
            <a:endParaRPr b="0" dirty="0"/>
          </a:p>
        </p:txBody>
      </p:sp>
      <p:pic>
        <p:nvPicPr>
          <p:cNvPr id="776" name="Google Shape;776;p83"/>
          <p:cNvPicPr preferRelativeResize="0"/>
          <p:nvPr/>
        </p:nvPicPr>
        <p:blipFill rotWithShape="1">
          <a:blip r:embed="rId3">
            <a:alphaModFix/>
          </a:blip>
          <a:srcRect l="24234" t="3433" r="16568" b="9199"/>
          <a:stretch/>
        </p:blipFill>
        <p:spPr>
          <a:xfrm>
            <a:off x="7341793" y="3349407"/>
            <a:ext cx="1280100" cy="1280100"/>
          </a:xfrm>
          <a:prstGeom prst="ellipse">
            <a:avLst/>
          </a:prstGeom>
          <a:noFill/>
          <a:ln w="38100" cap="flat" cmpd="sng">
            <a:solidFill>
              <a:srgbClr val="29B5E8"/>
            </a:solidFill>
            <a:prstDash val="solid"/>
            <a:round/>
            <a:headEnd type="none" w="sm" len="sm"/>
            <a:tailEnd type="none" w="sm" len="sm"/>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765"/>
        <p:cNvGrpSpPr/>
        <p:nvPr/>
      </p:nvGrpSpPr>
      <p:grpSpPr>
        <a:xfrm>
          <a:off x="0" y="0"/>
          <a:ext cx="0" cy="0"/>
          <a:chOff x="0" y="0"/>
          <a:chExt cx="0" cy="0"/>
        </a:xfrm>
      </p:grpSpPr>
      <p:sp>
        <p:nvSpPr>
          <p:cNvPr id="2" name="Title 1">
            <a:extLst>
              <a:ext uri="{FF2B5EF4-FFF2-40B4-BE49-F238E27FC236}">
                <a16:creationId xmlns:a16="http://schemas.microsoft.com/office/drawing/2014/main" id="{6D4FA014-6056-BE47-FF31-8D202F10192E}"/>
              </a:ext>
            </a:extLst>
          </p:cNvPr>
          <p:cNvSpPr>
            <a:spLocks noGrp="1"/>
          </p:cNvSpPr>
          <p:nvPr>
            <p:ph type="ctrTitle"/>
          </p:nvPr>
        </p:nvSpPr>
        <p:spPr/>
        <p:txBody>
          <a:bodyPr/>
          <a:lstStyle/>
          <a:p>
            <a:r>
              <a:rPr lang="en-US" dirty="0"/>
              <a:t>The wisdom of the wise, and the experience of ages, may be preserved by quotation.</a:t>
            </a:r>
          </a:p>
        </p:txBody>
      </p:sp>
      <p:sp>
        <p:nvSpPr>
          <p:cNvPr id="768" name="Google Shape;768;p82"/>
          <p:cNvSpPr txBox="1">
            <a:spLocks noGrp="1"/>
          </p:cNvSpPr>
          <p:nvPr>
            <p:ph type="subTitle" idx="1"/>
          </p:nvPr>
        </p:nvSpPr>
        <p:spPr/>
        <p:txBody>
          <a:bodyPr/>
          <a:lstStyle/>
          <a:p>
            <a:pPr lvl="0"/>
            <a:r>
              <a:rPr lang="en-US" dirty="0"/>
              <a:t>Name  |  Title</a:t>
            </a:r>
            <a:br>
              <a:rPr lang="en-US" dirty="0"/>
            </a:br>
            <a:r>
              <a:rPr lang="en-US" b="0" dirty="0"/>
              <a:t>Company Name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787"/>
        <p:cNvGrpSpPr/>
        <p:nvPr/>
      </p:nvGrpSpPr>
      <p:grpSpPr>
        <a:xfrm>
          <a:off x="0" y="0"/>
          <a:ext cx="0" cy="0"/>
          <a:chOff x="0" y="0"/>
          <a:chExt cx="0" cy="0"/>
        </a:xfrm>
      </p:grpSpPr>
      <p:sp>
        <p:nvSpPr>
          <p:cNvPr id="4" name="Title 3">
            <a:extLst>
              <a:ext uri="{FF2B5EF4-FFF2-40B4-BE49-F238E27FC236}">
                <a16:creationId xmlns:a16="http://schemas.microsoft.com/office/drawing/2014/main" id="{440D86B3-D27A-B0AB-20EA-9A65F585F54C}"/>
              </a:ext>
            </a:extLst>
          </p:cNvPr>
          <p:cNvSpPr>
            <a:spLocks noGrp="1"/>
          </p:cNvSpPr>
          <p:nvPr>
            <p:ph type="title"/>
          </p:nvPr>
        </p:nvSpPr>
        <p:spPr/>
        <p:txBody>
          <a:bodyPr/>
          <a:lstStyle/>
          <a:p>
            <a:r>
              <a:rPr lang="en-US" dirty="0"/>
              <a:t>Agenda</a:t>
            </a:r>
          </a:p>
        </p:txBody>
      </p:sp>
      <p:sp>
        <p:nvSpPr>
          <p:cNvPr id="789" name="Google Shape;789;p85"/>
          <p:cNvSpPr txBox="1">
            <a:spLocks noGrp="1"/>
          </p:cNvSpPr>
          <p:nvPr>
            <p:ph sz="quarter" idx="22"/>
          </p:nvPr>
        </p:nvSpPr>
        <p:spPr>
          <a:xfrm>
            <a:off x="3471878" y="1046202"/>
            <a:ext cx="5261732" cy="3863500"/>
          </a:xfrm>
          <a:prstGeom prst="rect">
            <a:avLst/>
          </a:prstGeom>
        </p:spPr>
        <p:txBody>
          <a:bodyPr/>
          <a:lstStyle/>
          <a:p>
            <a:pPr lvl="0"/>
            <a:r>
              <a:rPr lang="en-US" dirty="0">
                <a:solidFill>
                  <a:schemeClr val="bg1"/>
                </a:solidFill>
              </a:rPr>
              <a:t>Lorem Ipsum</a:t>
            </a:r>
          </a:p>
          <a:p>
            <a:pPr lvl="0"/>
            <a:r>
              <a:rPr lang="en-US" dirty="0">
                <a:solidFill>
                  <a:schemeClr val="bg1"/>
                </a:solidFill>
              </a:rPr>
              <a:t>Lorem Ipsum</a:t>
            </a:r>
          </a:p>
          <a:p>
            <a:pPr lvl="0"/>
            <a:r>
              <a:rPr lang="en-US" dirty="0">
                <a:solidFill>
                  <a:schemeClr val="bg1"/>
                </a:solidFill>
              </a:rPr>
              <a:t>Lorem Ipsum</a:t>
            </a:r>
          </a:p>
          <a:p>
            <a:pPr lvl="0"/>
            <a:r>
              <a:rPr lang="en-US" dirty="0">
                <a:solidFill>
                  <a:schemeClr val="bg1"/>
                </a:solidFill>
              </a:rPr>
              <a:t>Lorem Ipsum</a:t>
            </a:r>
          </a:p>
          <a:p>
            <a:pPr lvl="0"/>
            <a:r>
              <a:rPr lang="en-US" dirty="0">
                <a:solidFill>
                  <a:schemeClr val="bg1"/>
                </a:solidFill>
              </a:rPr>
              <a:t>Lorem Ipsum</a:t>
            </a:r>
          </a:p>
          <a:p>
            <a:pPr lvl="0"/>
            <a:r>
              <a:rPr lang="en-US" dirty="0">
                <a:solidFill>
                  <a:schemeClr val="bg1"/>
                </a:solidFill>
              </a:rPr>
              <a:t>Lorem Ipsum</a:t>
            </a:r>
          </a:p>
          <a:p>
            <a:pPr lvl="0"/>
            <a:r>
              <a:rPr lang="en-US" dirty="0">
                <a:solidFill>
                  <a:schemeClr val="bg1"/>
                </a:solidFill>
              </a:rPr>
              <a:t>Lorem Ipsum</a:t>
            </a:r>
          </a:p>
        </p:txBody>
      </p:sp>
      <p:sp>
        <p:nvSpPr>
          <p:cNvPr id="790" name="Google Shape;790;p85"/>
          <p:cNvSpPr/>
          <p:nvPr/>
        </p:nvSpPr>
        <p:spPr>
          <a:xfrm>
            <a:off x="3235412" y="1612507"/>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791" name="Google Shape;791;p85"/>
          <p:cNvSpPr/>
          <p:nvPr/>
        </p:nvSpPr>
        <p:spPr>
          <a:xfrm>
            <a:off x="3235412" y="2051477"/>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792" name="Google Shape;792;p85"/>
          <p:cNvSpPr/>
          <p:nvPr/>
        </p:nvSpPr>
        <p:spPr>
          <a:xfrm>
            <a:off x="3235412" y="2490447"/>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793" name="Google Shape;793;p85"/>
          <p:cNvSpPr/>
          <p:nvPr/>
        </p:nvSpPr>
        <p:spPr>
          <a:xfrm>
            <a:off x="3235412" y="2929417"/>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794" name="Google Shape;794;p85"/>
          <p:cNvSpPr/>
          <p:nvPr/>
        </p:nvSpPr>
        <p:spPr>
          <a:xfrm>
            <a:off x="3235412" y="3368387"/>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795" name="Google Shape;795;p85"/>
          <p:cNvSpPr/>
          <p:nvPr/>
        </p:nvSpPr>
        <p:spPr>
          <a:xfrm>
            <a:off x="3235412" y="3807355"/>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
        <p:nvSpPr>
          <p:cNvPr id="796" name="Google Shape;796;p85"/>
          <p:cNvSpPr/>
          <p:nvPr/>
        </p:nvSpPr>
        <p:spPr>
          <a:xfrm>
            <a:off x="3235412" y="1173537"/>
            <a:ext cx="168110" cy="184161"/>
          </a:xfrm>
          <a:custGeom>
            <a:avLst/>
            <a:gdLst/>
            <a:ahLst/>
            <a:cxnLst/>
            <a:rect l="l" t="t" r="r" b="b"/>
            <a:pathLst>
              <a:path w="3056545" h="3348378" extrusionOk="0">
                <a:moveTo>
                  <a:pt x="3030586" y="1839314"/>
                </a:moveTo>
                <a:cubicBezTo>
                  <a:pt x="3049302" y="1779704"/>
                  <a:pt x="3058009" y="1717406"/>
                  <a:pt x="3056345" y="1654957"/>
                </a:cubicBezTo>
                <a:cubicBezTo>
                  <a:pt x="3054596" y="1609803"/>
                  <a:pt x="3047677" y="1564992"/>
                  <a:pt x="3035719" y="1521415"/>
                </a:cubicBezTo>
                <a:cubicBezTo>
                  <a:pt x="2996395" y="1377786"/>
                  <a:pt x="2901628" y="1255622"/>
                  <a:pt x="2772233" y="1181766"/>
                </a:cubicBezTo>
                <a:lnTo>
                  <a:pt x="849600" y="72682"/>
                </a:lnTo>
                <a:cubicBezTo>
                  <a:pt x="577049" y="-80422"/>
                  <a:pt x="231891" y="16239"/>
                  <a:pt x="78670" y="288582"/>
                </a:cubicBezTo>
                <a:cubicBezTo>
                  <a:pt x="-72025" y="556433"/>
                  <a:pt x="18814" y="895508"/>
                  <a:pt x="283275" y="1052308"/>
                </a:cubicBezTo>
                <a:lnTo>
                  <a:pt x="1357372" y="1673193"/>
                </a:lnTo>
                <a:lnTo>
                  <a:pt x="283275" y="2292274"/>
                </a:lnTo>
                <a:cubicBezTo>
                  <a:pt x="12395" y="2448545"/>
                  <a:pt x="-80421" y="2794643"/>
                  <a:pt x="75965" y="3065318"/>
                </a:cubicBezTo>
                <a:cubicBezTo>
                  <a:pt x="232351" y="3335992"/>
                  <a:pt x="578719" y="3428740"/>
                  <a:pt x="849600" y="3272470"/>
                </a:cubicBezTo>
                <a:lnTo>
                  <a:pt x="2772233" y="2162246"/>
                </a:lnTo>
                <a:cubicBezTo>
                  <a:pt x="2896324" y="2091362"/>
                  <a:pt x="2988715" y="1975876"/>
                  <a:pt x="3030586" y="1839314"/>
                </a:cubicBezTo>
              </a:path>
            </a:pathLst>
          </a:custGeom>
          <a:solidFill>
            <a:srgbClr val="29B5E8"/>
          </a:solidFill>
          <a:ln>
            <a:noFill/>
          </a:ln>
        </p:spPr>
        <p:txBody>
          <a:bodyPr spcFirstLastPara="1" wrap="square" lIns="68575" tIns="34275" rIns="68575" bIns="34275" anchor="ctr" anchorCtr="0">
            <a:noAutofit/>
          </a:bodyPr>
          <a:lstStyle/>
          <a:p>
            <a:pPr marL="0" marR="0" lvl="0" indent="0" algn="l" rtl="0">
              <a:spcBef>
                <a:spcPts val="0"/>
              </a:spcBef>
              <a:spcAft>
                <a:spcPts val="0"/>
              </a:spcAft>
              <a:buNone/>
            </a:pPr>
            <a:endParaRPr sz="1400">
              <a:solidFill>
                <a:srgbClr val="262626"/>
              </a:solidFill>
              <a:latin typeface="Calibri"/>
              <a:ea typeface="Calibri"/>
              <a:cs typeface="Calibri"/>
              <a:sym typeface="Calibri"/>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2" name="Title 1">
            <a:extLst>
              <a:ext uri="{FF2B5EF4-FFF2-40B4-BE49-F238E27FC236}">
                <a16:creationId xmlns:a16="http://schemas.microsoft.com/office/drawing/2014/main" id="{C7CE784D-C006-256B-13DA-A24AF95902F8}"/>
              </a:ext>
            </a:extLst>
          </p:cNvPr>
          <p:cNvSpPr>
            <a:spLocks noGrp="1"/>
          </p:cNvSpPr>
          <p:nvPr>
            <p:ph type="title"/>
          </p:nvPr>
        </p:nvSpPr>
        <p:spPr/>
        <p:txBody>
          <a:bodyPr/>
          <a:lstStyle/>
          <a:p>
            <a:r>
              <a:rPr lang="en-US" dirty="0"/>
              <a:t>Agenda</a:t>
            </a:r>
          </a:p>
        </p:txBody>
      </p:sp>
      <p:sp>
        <p:nvSpPr>
          <p:cNvPr id="8" name="Text Placeholder 7">
            <a:extLst>
              <a:ext uri="{FF2B5EF4-FFF2-40B4-BE49-F238E27FC236}">
                <a16:creationId xmlns:a16="http://schemas.microsoft.com/office/drawing/2014/main" id="{C0AD0D94-00FE-030D-57F9-8629653CB1E5}"/>
              </a:ext>
            </a:extLst>
          </p:cNvPr>
          <p:cNvSpPr>
            <a:spLocks noGrp="1"/>
          </p:cNvSpPr>
          <p:nvPr>
            <p:ph sz="quarter" idx="22"/>
          </p:nvPr>
        </p:nvSpPr>
        <p:spPr>
          <a:xfrm>
            <a:off x="3187107" y="1045028"/>
            <a:ext cx="5814811" cy="3362678"/>
          </a:xfrm>
          <a:prstGeom prst="rect">
            <a:avLst/>
          </a:prstGeom>
        </p:spPr>
        <p:txBody>
          <a:bodyPr/>
          <a:lstStyle/>
          <a:p>
            <a:pPr marL="285750" lvl="0" indent="-285750">
              <a:buClr>
                <a:schemeClr val="accent1"/>
              </a:buClr>
              <a:buFont typeface="Arial" panose="020B0604020202020204" pitchFamily="34" charset="0"/>
              <a:buChar char="•"/>
            </a:pPr>
            <a:r>
              <a:rPr lang="en-US" dirty="0">
                <a:solidFill>
                  <a:schemeClr val="bg1"/>
                </a:solidFill>
              </a:rPr>
              <a:t>Lorem Ipsum</a:t>
            </a:r>
          </a:p>
          <a:p>
            <a:pPr marL="285750" lvl="0" indent="-285750">
              <a:buClr>
                <a:schemeClr val="accent1"/>
              </a:buClr>
              <a:buFont typeface="Arial" panose="020B0604020202020204" pitchFamily="34" charset="0"/>
              <a:buChar char="•"/>
            </a:pPr>
            <a:r>
              <a:rPr lang="en-US" dirty="0">
                <a:solidFill>
                  <a:schemeClr val="bg1"/>
                </a:solidFill>
              </a:rPr>
              <a:t>Lorem Ipsum</a:t>
            </a:r>
          </a:p>
          <a:p>
            <a:pPr marL="285750" lvl="0" indent="-285750">
              <a:buClr>
                <a:schemeClr val="accent1"/>
              </a:buClr>
              <a:buFont typeface="Arial" panose="020B0604020202020204" pitchFamily="34" charset="0"/>
              <a:buChar char="•"/>
            </a:pPr>
            <a:r>
              <a:rPr lang="en-US" dirty="0">
                <a:solidFill>
                  <a:schemeClr val="bg1"/>
                </a:solidFill>
              </a:rPr>
              <a:t>Lorem Ipsum</a:t>
            </a:r>
          </a:p>
          <a:p>
            <a:pPr marL="285750" lvl="0" indent="-285750">
              <a:buClr>
                <a:schemeClr val="accent1"/>
              </a:buClr>
              <a:buFont typeface="Arial" panose="020B0604020202020204" pitchFamily="34" charset="0"/>
              <a:buChar char="•"/>
            </a:pPr>
            <a:r>
              <a:rPr lang="en-US" dirty="0">
                <a:solidFill>
                  <a:schemeClr val="bg1"/>
                </a:solidFill>
              </a:rPr>
              <a:t>Lorem Ipsum</a:t>
            </a:r>
          </a:p>
          <a:p>
            <a:pPr marL="285750" lvl="0" indent="-285750">
              <a:buClr>
                <a:schemeClr val="accent1"/>
              </a:buClr>
              <a:buFont typeface="Arial" panose="020B0604020202020204" pitchFamily="34" charset="0"/>
              <a:buChar char="•"/>
            </a:pPr>
            <a:r>
              <a:rPr lang="en-US" dirty="0">
                <a:solidFill>
                  <a:schemeClr val="bg1"/>
                </a:solidFill>
              </a:rPr>
              <a:t>Lorem Ipsum</a:t>
            </a:r>
          </a:p>
          <a:p>
            <a:pPr marL="285750" lvl="0" indent="-285750">
              <a:buClr>
                <a:schemeClr val="accent1"/>
              </a:buClr>
              <a:buFont typeface="Arial" panose="020B0604020202020204" pitchFamily="34" charset="0"/>
              <a:buChar char="•"/>
            </a:pPr>
            <a:r>
              <a:rPr lang="en-US" dirty="0">
                <a:solidFill>
                  <a:schemeClr val="bg1"/>
                </a:solidFill>
              </a:rPr>
              <a:t>Lorem Ipsum</a:t>
            </a:r>
          </a:p>
          <a:p>
            <a:pPr marL="285750" indent="-285750">
              <a:buClr>
                <a:schemeClr val="accent1"/>
              </a:buClr>
              <a:buFont typeface="Arial" panose="020B0604020202020204" pitchFamily="34" charset="0"/>
              <a:buChar char="•"/>
            </a:pPr>
            <a:r>
              <a:rPr lang="en-US" dirty="0">
                <a:solidFill>
                  <a:schemeClr val="bg1"/>
                </a:solidFill>
              </a:rPr>
              <a:t>Lorem Ipsum</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08"/>
        <p:cNvGrpSpPr/>
        <p:nvPr/>
      </p:nvGrpSpPr>
      <p:grpSpPr>
        <a:xfrm>
          <a:off x="0" y="0"/>
          <a:ext cx="0" cy="0"/>
          <a:chOff x="0" y="0"/>
          <a:chExt cx="0" cy="0"/>
        </a:xfrm>
      </p:grpSpPr>
      <p:sp>
        <p:nvSpPr>
          <p:cNvPr id="809" name="Google Shape;809;p87"/>
          <p:cNvSpPr txBox="1">
            <a:spLocks noGrp="1"/>
          </p:cNvSpPr>
          <p:nvPr>
            <p:ph type="title"/>
          </p:nvPr>
        </p:nvSpPr>
        <p:spPr/>
        <p:txBody>
          <a:bodyPr/>
          <a:lstStyle/>
          <a:p>
            <a:pPr lvl="0"/>
            <a:r>
              <a:rPr lang="en-US"/>
              <a:t>Speaker Headshots</a:t>
            </a:r>
          </a:p>
        </p:txBody>
      </p:sp>
      <p:pic>
        <p:nvPicPr>
          <p:cNvPr id="810" name="Google Shape;810;p87"/>
          <p:cNvPicPr preferRelativeResize="0"/>
          <p:nvPr/>
        </p:nvPicPr>
        <p:blipFill rotWithShape="1">
          <a:blip r:embed="rId3">
            <a:alphaModFix/>
          </a:blip>
          <a:srcRect l="16125" r="16118"/>
          <a:stretch/>
        </p:blipFill>
        <p:spPr>
          <a:xfrm>
            <a:off x="505556" y="1843777"/>
            <a:ext cx="1463100" cy="1463100"/>
          </a:xfrm>
          <a:prstGeom prst="ellipse">
            <a:avLst/>
          </a:prstGeom>
          <a:noFill/>
          <a:ln w="38100" cap="flat" cmpd="sng">
            <a:solidFill>
              <a:srgbClr val="29B5E8"/>
            </a:solidFill>
            <a:prstDash val="solid"/>
            <a:round/>
            <a:headEnd type="none" w="sm" len="sm"/>
            <a:tailEnd type="none" w="sm" len="sm"/>
          </a:ln>
        </p:spPr>
      </p:pic>
      <p:pic>
        <p:nvPicPr>
          <p:cNvPr id="811" name="Google Shape;811;p87"/>
          <p:cNvPicPr preferRelativeResize="0"/>
          <p:nvPr/>
        </p:nvPicPr>
        <p:blipFill rotWithShape="1">
          <a:blip r:embed="rId4">
            <a:alphaModFix/>
          </a:blip>
          <a:srcRect l="24234" t="3433" r="16568" b="9199"/>
          <a:stretch/>
        </p:blipFill>
        <p:spPr>
          <a:xfrm>
            <a:off x="2729101" y="1843777"/>
            <a:ext cx="1463100" cy="1463100"/>
          </a:xfrm>
          <a:prstGeom prst="ellipse">
            <a:avLst/>
          </a:prstGeom>
          <a:noFill/>
          <a:ln w="38100" cap="flat" cmpd="sng">
            <a:solidFill>
              <a:srgbClr val="29B5E8"/>
            </a:solidFill>
            <a:prstDash val="solid"/>
            <a:round/>
            <a:headEnd type="none" w="sm" len="sm"/>
            <a:tailEnd type="none" w="sm" len="sm"/>
          </a:ln>
        </p:spPr>
      </p:pic>
      <p:pic>
        <p:nvPicPr>
          <p:cNvPr id="812" name="Google Shape;812;p87"/>
          <p:cNvPicPr preferRelativeResize="0"/>
          <p:nvPr/>
        </p:nvPicPr>
        <p:blipFill rotWithShape="1">
          <a:blip r:embed="rId5">
            <a:alphaModFix/>
          </a:blip>
          <a:srcRect l="22739" t="705" r="18937" b="13220"/>
          <a:stretch/>
        </p:blipFill>
        <p:spPr>
          <a:xfrm>
            <a:off x="4952647" y="1843777"/>
            <a:ext cx="1463100" cy="1463100"/>
          </a:xfrm>
          <a:prstGeom prst="ellipse">
            <a:avLst/>
          </a:prstGeom>
          <a:noFill/>
          <a:ln w="38100" cap="flat" cmpd="sng">
            <a:solidFill>
              <a:srgbClr val="29B5E8"/>
            </a:solidFill>
            <a:prstDash val="solid"/>
            <a:round/>
            <a:headEnd type="none" w="sm" len="sm"/>
            <a:tailEnd type="none" w="sm" len="sm"/>
          </a:ln>
        </p:spPr>
      </p:pic>
      <p:pic>
        <p:nvPicPr>
          <p:cNvPr id="813" name="Google Shape;813;p87"/>
          <p:cNvPicPr preferRelativeResize="0"/>
          <p:nvPr/>
        </p:nvPicPr>
        <p:blipFill rotWithShape="1">
          <a:blip r:embed="rId6">
            <a:alphaModFix/>
          </a:blip>
          <a:srcRect l="19033" t="1904" r="19822" b="7851"/>
          <a:stretch/>
        </p:blipFill>
        <p:spPr>
          <a:xfrm>
            <a:off x="7176192" y="1843777"/>
            <a:ext cx="1463100" cy="1463100"/>
          </a:xfrm>
          <a:prstGeom prst="ellipse">
            <a:avLst/>
          </a:prstGeom>
          <a:noFill/>
          <a:ln w="38100" cap="flat" cmpd="sng">
            <a:solidFill>
              <a:srgbClr val="29B5E8"/>
            </a:solidFill>
            <a:prstDash val="solid"/>
            <a:round/>
            <a:headEnd type="none" w="sm" len="sm"/>
            <a:tailEnd type="none" w="sm" len="sm"/>
          </a:ln>
        </p:spPr>
      </p:pic>
      <p:sp>
        <p:nvSpPr>
          <p:cNvPr id="814" name="Google Shape;814;p87"/>
          <p:cNvSpPr txBox="1"/>
          <p:nvPr/>
        </p:nvSpPr>
        <p:spPr>
          <a:xfrm>
            <a:off x="365750" y="3383280"/>
            <a:ext cx="1602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FFFFFF"/>
                </a:solidFill>
              </a:rPr>
              <a:t>Firstname Lastname</a:t>
            </a:r>
            <a:endParaRPr sz="1100" b="1">
              <a:solidFill>
                <a:srgbClr val="FFFFFF"/>
              </a:solidFill>
            </a:endParaRPr>
          </a:p>
        </p:txBody>
      </p:sp>
      <p:sp>
        <p:nvSpPr>
          <p:cNvPr id="815" name="Google Shape;815;p87"/>
          <p:cNvSpPr txBox="1"/>
          <p:nvPr/>
        </p:nvSpPr>
        <p:spPr>
          <a:xfrm>
            <a:off x="365750" y="3607305"/>
            <a:ext cx="1602900"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dirty="0">
                <a:solidFill>
                  <a:srgbClr val="FFFFFF"/>
                </a:solidFill>
              </a:rPr>
              <a:t>Title</a:t>
            </a:r>
          </a:p>
          <a:p>
            <a:pPr marL="0" lvl="0" indent="0" algn="ctr" rtl="0">
              <a:spcBef>
                <a:spcPts val="0"/>
              </a:spcBef>
              <a:spcAft>
                <a:spcPts val="0"/>
              </a:spcAft>
              <a:buNone/>
            </a:pPr>
            <a:r>
              <a:rPr lang="en" sz="1100" dirty="0">
                <a:solidFill>
                  <a:srgbClr val="FFFFFF"/>
                </a:solidFill>
              </a:rPr>
              <a:t>Company</a:t>
            </a:r>
            <a:endParaRPr sz="1100" dirty="0">
              <a:solidFill>
                <a:srgbClr val="FFFFFF"/>
              </a:solidFill>
            </a:endParaRPr>
          </a:p>
        </p:txBody>
      </p:sp>
      <p:sp>
        <p:nvSpPr>
          <p:cNvPr id="816" name="Google Shape;816;p87"/>
          <p:cNvSpPr txBox="1"/>
          <p:nvPr/>
        </p:nvSpPr>
        <p:spPr>
          <a:xfrm>
            <a:off x="2676415" y="3383280"/>
            <a:ext cx="1602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dirty="0" err="1">
                <a:solidFill>
                  <a:srgbClr val="FFFFFF"/>
                </a:solidFill>
              </a:rPr>
              <a:t>Firstname</a:t>
            </a:r>
            <a:r>
              <a:rPr lang="en" sz="1100" b="1" dirty="0">
                <a:solidFill>
                  <a:srgbClr val="FFFFFF"/>
                </a:solidFill>
              </a:rPr>
              <a:t> </a:t>
            </a:r>
            <a:r>
              <a:rPr lang="en" sz="1100" b="1" dirty="0" err="1">
                <a:solidFill>
                  <a:srgbClr val="FFFFFF"/>
                </a:solidFill>
              </a:rPr>
              <a:t>Lastname</a:t>
            </a:r>
            <a:endParaRPr sz="1100" b="1" dirty="0">
              <a:solidFill>
                <a:srgbClr val="FFFFFF"/>
              </a:solidFill>
            </a:endParaRPr>
          </a:p>
        </p:txBody>
      </p:sp>
      <p:sp>
        <p:nvSpPr>
          <p:cNvPr id="817" name="Google Shape;817;p87"/>
          <p:cNvSpPr txBox="1"/>
          <p:nvPr/>
        </p:nvSpPr>
        <p:spPr>
          <a:xfrm>
            <a:off x="2676415" y="3607305"/>
            <a:ext cx="1602900"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100" dirty="0">
                <a:solidFill>
                  <a:srgbClr val="FFFFFF"/>
                </a:solidFill>
              </a:rPr>
              <a:t>Title</a:t>
            </a:r>
          </a:p>
          <a:p>
            <a:pPr marL="0" lvl="0" indent="0" algn="ctr" rtl="0">
              <a:spcBef>
                <a:spcPts val="0"/>
              </a:spcBef>
              <a:spcAft>
                <a:spcPts val="0"/>
              </a:spcAft>
              <a:buNone/>
            </a:pPr>
            <a:r>
              <a:rPr lang="en-US" sz="1100" dirty="0">
                <a:solidFill>
                  <a:srgbClr val="FFFFFF"/>
                </a:solidFill>
              </a:rPr>
              <a:t>Company</a:t>
            </a:r>
          </a:p>
        </p:txBody>
      </p:sp>
      <p:sp>
        <p:nvSpPr>
          <p:cNvPr id="818" name="Google Shape;818;p87"/>
          <p:cNvSpPr txBox="1"/>
          <p:nvPr/>
        </p:nvSpPr>
        <p:spPr>
          <a:xfrm>
            <a:off x="4888155" y="3383280"/>
            <a:ext cx="1602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FFFFFF"/>
                </a:solidFill>
              </a:rPr>
              <a:t>Firstname Lastname</a:t>
            </a:r>
            <a:endParaRPr sz="1100" b="1">
              <a:solidFill>
                <a:srgbClr val="FFFFFF"/>
              </a:solidFill>
            </a:endParaRPr>
          </a:p>
        </p:txBody>
      </p:sp>
      <p:sp>
        <p:nvSpPr>
          <p:cNvPr id="819" name="Google Shape;819;p87"/>
          <p:cNvSpPr txBox="1"/>
          <p:nvPr/>
        </p:nvSpPr>
        <p:spPr>
          <a:xfrm>
            <a:off x="4888155" y="3607305"/>
            <a:ext cx="1602900"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100" dirty="0">
                <a:solidFill>
                  <a:srgbClr val="FFFFFF"/>
                </a:solidFill>
              </a:rPr>
              <a:t>Title</a:t>
            </a:r>
          </a:p>
          <a:p>
            <a:pPr marL="0" lvl="0" indent="0" algn="ctr" rtl="0">
              <a:spcBef>
                <a:spcPts val="0"/>
              </a:spcBef>
              <a:spcAft>
                <a:spcPts val="0"/>
              </a:spcAft>
              <a:buNone/>
            </a:pPr>
            <a:r>
              <a:rPr lang="en-US" sz="1100" dirty="0">
                <a:solidFill>
                  <a:srgbClr val="FFFFFF"/>
                </a:solidFill>
              </a:rPr>
              <a:t>Company</a:t>
            </a:r>
          </a:p>
        </p:txBody>
      </p:sp>
      <p:sp>
        <p:nvSpPr>
          <p:cNvPr id="820" name="Google Shape;820;p87"/>
          <p:cNvSpPr txBox="1"/>
          <p:nvPr/>
        </p:nvSpPr>
        <p:spPr>
          <a:xfrm>
            <a:off x="7135214" y="3383280"/>
            <a:ext cx="1602900" cy="354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100" b="1">
                <a:solidFill>
                  <a:srgbClr val="FFFFFF"/>
                </a:solidFill>
              </a:rPr>
              <a:t>Firstname Lastname</a:t>
            </a:r>
            <a:endParaRPr sz="1100" b="1">
              <a:solidFill>
                <a:srgbClr val="FFFFFF"/>
              </a:solidFill>
            </a:endParaRPr>
          </a:p>
        </p:txBody>
      </p:sp>
      <p:sp>
        <p:nvSpPr>
          <p:cNvPr id="821" name="Google Shape;821;p87"/>
          <p:cNvSpPr txBox="1"/>
          <p:nvPr/>
        </p:nvSpPr>
        <p:spPr>
          <a:xfrm>
            <a:off x="7135214" y="3607305"/>
            <a:ext cx="1602900" cy="52319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US" sz="1100" dirty="0">
                <a:solidFill>
                  <a:srgbClr val="FFFFFF"/>
                </a:solidFill>
              </a:rPr>
              <a:t>Title</a:t>
            </a:r>
          </a:p>
          <a:p>
            <a:pPr marL="0" lvl="0" indent="0" algn="ctr" rtl="0">
              <a:spcBef>
                <a:spcPts val="0"/>
              </a:spcBef>
              <a:spcAft>
                <a:spcPts val="0"/>
              </a:spcAft>
              <a:buNone/>
            </a:pPr>
            <a:r>
              <a:rPr lang="en-US" sz="1100" dirty="0">
                <a:solidFill>
                  <a:srgbClr val="FFFFFF"/>
                </a:solidFill>
              </a:rPr>
              <a:t>Company</a:t>
            </a:r>
          </a:p>
        </p:txBody>
      </p:sp>
      <p:sp>
        <p:nvSpPr>
          <p:cNvPr id="823" name="Google Shape;823;p87"/>
          <p:cNvSpPr/>
          <p:nvPr/>
        </p:nvSpPr>
        <p:spPr>
          <a:xfrm>
            <a:off x="3726600" y="0"/>
            <a:ext cx="5417400" cy="11265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dirty="0">
                <a:solidFill>
                  <a:srgbClr val="FFFFFF"/>
                </a:solidFill>
              </a:rPr>
              <a:t>INSTRUCTIONS:</a:t>
            </a:r>
            <a:r>
              <a:rPr lang="en" sz="1100" dirty="0">
                <a:solidFill>
                  <a:srgbClr val="FFFFFF"/>
                </a:solidFill>
              </a:rPr>
              <a:t> To change the photos, right click on the one you want to replace,  select “Change Picture” &gt; “From File” and navigate your files to choose the headshot you’ve previously saved to your computer. </a:t>
            </a:r>
            <a:endParaRPr sz="1100" dirty="0">
              <a:solidFill>
                <a:srgbClr val="FFFFFF"/>
              </a:solidFill>
            </a:endParaRPr>
          </a:p>
          <a:p>
            <a:pPr marL="0" lvl="0" indent="0" algn="l" rtl="0">
              <a:lnSpc>
                <a:spcPct val="110000"/>
              </a:lnSpc>
              <a:spcBef>
                <a:spcPts val="0"/>
              </a:spcBef>
              <a:spcAft>
                <a:spcPts val="0"/>
              </a:spcAft>
              <a:buNone/>
            </a:pPr>
            <a:r>
              <a:rPr lang="en" sz="2000" b="1" dirty="0">
                <a:solidFill>
                  <a:srgbClr val="FFFFFF"/>
                </a:solidFill>
              </a:rPr>
              <a:t>DELETE THIS BOX AFTER.</a:t>
            </a:r>
            <a:endParaRPr sz="2300" dirty="0">
              <a:solidFill>
                <a:srgbClr val="FFFFFF"/>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27"/>
        <p:cNvGrpSpPr/>
        <p:nvPr/>
      </p:nvGrpSpPr>
      <p:grpSpPr>
        <a:xfrm>
          <a:off x="0" y="0"/>
          <a:ext cx="0" cy="0"/>
          <a:chOff x="0" y="0"/>
          <a:chExt cx="0" cy="0"/>
        </a:xfrm>
      </p:grpSpPr>
      <p:sp>
        <p:nvSpPr>
          <p:cNvPr id="828" name="Google Shape;828;p88"/>
          <p:cNvSpPr txBox="1">
            <a:spLocks noGrp="1"/>
          </p:cNvSpPr>
          <p:nvPr>
            <p:ph type="title"/>
          </p:nvPr>
        </p:nvSpPr>
        <p:spPr/>
        <p:txBody>
          <a:bodyPr/>
          <a:lstStyle/>
          <a:p>
            <a:pPr lvl="0"/>
            <a:r>
              <a:rPr lang="en-US"/>
              <a:t>World Map</a:t>
            </a:r>
          </a:p>
        </p:txBody>
      </p:sp>
      <p:grpSp>
        <p:nvGrpSpPr>
          <p:cNvPr id="2" name="Google Shape;835;p78">
            <a:extLst>
              <a:ext uri="{FF2B5EF4-FFF2-40B4-BE49-F238E27FC236}">
                <a16:creationId xmlns:a16="http://schemas.microsoft.com/office/drawing/2014/main" id="{42B06FC4-0E5A-79AE-576A-3340A6018D06}"/>
              </a:ext>
            </a:extLst>
          </p:cNvPr>
          <p:cNvGrpSpPr/>
          <p:nvPr/>
        </p:nvGrpSpPr>
        <p:grpSpPr>
          <a:xfrm>
            <a:off x="453589" y="640207"/>
            <a:ext cx="8156679" cy="3968098"/>
            <a:chOff x="240025" y="1120750"/>
            <a:chExt cx="7139950" cy="3473475"/>
          </a:xfrm>
        </p:grpSpPr>
        <p:sp>
          <p:nvSpPr>
            <p:cNvPr id="3" name="Google Shape;836;p78">
              <a:extLst>
                <a:ext uri="{FF2B5EF4-FFF2-40B4-BE49-F238E27FC236}">
                  <a16:creationId xmlns:a16="http://schemas.microsoft.com/office/drawing/2014/main" id="{0C850501-4A12-9281-5388-D673D393398B}"/>
                </a:ext>
              </a:extLst>
            </p:cNvPr>
            <p:cNvSpPr/>
            <p:nvPr/>
          </p:nvSpPr>
          <p:spPr>
            <a:xfrm>
              <a:off x="4485775" y="2511600"/>
              <a:ext cx="59775" cy="55625"/>
            </a:xfrm>
            <a:custGeom>
              <a:avLst/>
              <a:gdLst/>
              <a:ahLst/>
              <a:cxnLst/>
              <a:rect l="l" t="t" r="r" b="b"/>
              <a:pathLst>
                <a:path w="2391" h="2225" extrusionOk="0">
                  <a:moveTo>
                    <a:pt x="1176" y="1"/>
                  </a:moveTo>
                  <a:lnTo>
                    <a:pt x="499" y="231"/>
                  </a:lnTo>
                  <a:lnTo>
                    <a:pt x="0" y="563"/>
                  </a:lnTo>
                  <a:lnTo>
                    <a:pt x="90" y="1112"/>
                  </a:lnTo>
                  <a:lnTo>
                    <a:pt x="626" y="1112"/>
                  </a:lnTo>
                  <a:lnTo>
                    <a:pt x="652" y="1125"/>
                  </a:lnTo>
                  <a:lnTo>
                    <a:pt x="844" y="1355"/>
                  </a:lnTo>
                  <a:lnTo>
                    <a:pt x="933" y="1458"/>
                  </a:lnTo>
                  <a:lnTo>
                    <a:pt x="1214" y="1406"/>
                  </a:lnTo>
                  <a:lnTo>
                    <a:pt x="1240" y="1419"/>
                  </a:lnTo>
                  <a:lnTo>
                    <a:pt x="1495" y="1598"/>
                  </a:lnTo>
                  <a:lnTo>
                    <a:pt x="1904" y="1815"/>
                  </a:lnTo>
                  <a:lnTo>
                    <a:pt x="1917" y="1828"/>
                  </a:lnTo>
                  <a:lnTo>
                    <a:pt x="2122" y="2224"/>
                  </a:lnTo>
                  <a:lnTo>
                    <a:pt x="2134" y="2224"/>
                  </a:lnTo>
                  <a:lnTo>
                    <a:pt x="2390" y="2173"/>
                  </a:lnTo>
                  <a:lnTo>
                    <a:pt x="2019" y="1611"/>
                  </a:lnTo>
                  <a:lnTo>
                    <a:pt x="1738" y="1419"/>
                  </a:lnTo>
                  <a:lnTo>
                    <a:pt x="1725" y="1394"/>
                  </a:lnTo>
                  <a:lnTo>
                    <a:pt x="1738" y="1368"/>
                  </a:lnTo>
                  <a:lnTo>
                    <a:pt x="1866" y="1240"/>
                  </a:lnTo>
                  <a:lnTo>
                    <a:pt x="1866" y="1061"/>
                  </a:lnTo>
                  <a:lnTo>
                    <a:pt x="1598" y="1342"/>
                  </a:lnTo>
                  <a:lnTo>
                    <a:pt x="1406" y="1189"/>
                  </a:lnTo>
                  <a:lnTo>
                    <a:pt x="1304" y="934"/>
                  </a:lnTo>
                  <a:lnTo>
                    <a:pt x="1406" y="857"/>
                  </a:lnTo>
                  <a:lnTo>
                    <a:pt x="1598" y="1010"/>
                  </a:lnTo>
                  <a:lnTo>
                    <a:pt x="1725" y="959"/>
                  </a:lnTo>
                  <a:lnTo>
                    <a:pt x="1649" y="959"/>
                  </a:lnTo>
                  <a:lnTo>
                    <a:pt x="1623" y="946"/>
                  </a:lnTo>
                  <a:lnTo>
                    <a:pt x="1380" y="665"/>
                  </a:lnTo>
                  <a:lnTo>
                    <a:pt x="1368" y="640"/>
                  </a:lnTo>
                  <a:lnTo>
                    <a:pt x="1380" y="614"/>
                  </a:lnTo>
                  <a:lnTo>
                    <a:pt x="1572" y="473"/>
                  </a:lnTo>
                  <a:lnTo>
                    <a:pt x="1559" y="320"/>
                  </a:lnTo>
                  <a:lnTo>
                    <a:pt x="1189" y="282"/>
                  </a:lnTo>
                  <a:lnTo>
                    <a:pt x="1176" y="269"/>
                  </a:lnTo>
                  <a:lnTo>
                    <a:pt x="1163" y="256"/>
                  </a:lnTo>
                  <a:lnTo>
                    <a:pt x="1163" y="243"/>
                  </a:lnTo>
                  <a:lnTo>
                    <a:pt x="1163" y="218"/>
                  </a:lnTo>
                  <a:lnTo>
                    <a:pt x="1240" y="128"/>
                  </a:lnTo>
                  <a:lnTo>
                    <a:pt x="117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 name="Google Shape;837;p78">
              <a:extLst>
                <a:ext uri="{FF2B5EF4-FFF2-40B4-BE49-F238E27FC236}">
                  <a16:creationId xmlns:a16="http://schemas.microsoft.com/office/drawing/2014/main" id="{A8FC00B8-63A2-F1F7-E933-F2BB19E0248E}"/>
                </a:ext>
              </a:extLst>
            </p:cNvPr>
            <p:cNvSpPr/>
            <p:nvPr/>
          </p:nvSpPr>
          <p:spPr>
            <a:xfrm>
              <a:off x="4991250" y="2468775"/>
              <a:ext cx="203550" cy="90775"/>
            </a:xfrm>
            <a:custGeom>
              <a:avLst/>
              <a:gdLst/>
              <a:ahLst/>
              <a:cxnLst/>
              <a:rect l="l" t="t" r="r" b="b"/>
              <a:pathLst>
                <a:path w="8142" h="3631" extrusionOk="0">
                  <a:moveTo>
                    <a:pt x="7042" y="602"/>
                  </a:moveTo>
                  <a:lnTo>
                    <a:pt x="7170" y="691"/>
                  </a:lnTo>
                  <a:lnTo>
                    <a:pt x="6736" y="1075"/>
                  </a:lnTo>
                  <a:lnTo>
                    <a:pt x="6327" y="1126"/>
                  </a:lnTo>
                  <a:lnTo>
                    <a:pt x="5956" y="998"/>
                  </a:lnTo>
                  <a:lnTo>
                    <a:pt x="5700" y="998"/>
                  </a:lnTo>
                  <a:lnTo>
                    <a:pt x="5662" y="870"/>
                  </a:lnTo>
                  <a:lnTo>
                    <a:pt x="5905" y="793"/>
                  </a:lnTo>
                  <a:lnTo>
                    <a:pt x="6045" y="602"/>
                  </a:lnTo>
                  <a:lnTo>
                    <a:pt x="6263" y="602"/>
                  </a:lnTo>
                  <a:lnTo>
                    <a:pt x="6557" y="717"/>
                  </a:lnTo>
                  <a:lnTo>
                    <a:pt x="7042" y="602"/>
                  </a:lnTo>
                  <a:close/>
                  <a:moveTo>
                    <a:pt x="3911" y="1"/>
                  </a:moveTo>
                  <a:lnTo>
                    <a:pt x="3323" y="308"/>
                  </a:lnTo>
                  <a:lnTo>
                    <a:pt x="3323" y="704"/>
                  </a:lnTo>
                  <a:lnTo>
                    <a:pt x="2620" y="474"/>
                  </a:lnTo>
                  <a:lnTo>
                    <a:pt x="1585" y="474"/>
                  </a:lnTo>
                  <a:lnTo>
                    <a:pt x="1393" y="832"/>
                  </a:lnTo>
                  <a:lnTo>
                    <a:pt x="1227" y="972"/>
                  </a:lnTo>
                  <a:lnTo>
                    <a:pt x="1432" y="1241"/>
                  </a:lnTo>
                  <a:lnTo>
                    <a:pt x="1086" y="1611"/>
                  </a:lnTo>
                  <a:lnTo>
                    <a:pt x="1189" y="1829"/>
                  </a:lnTo>
                  <a:lnTo>
                    <a:pt x="1393" y="2046"/>
                  </a:lnTo>
                  <a:lnTo>
                    <a:pt x="1853" y="1931"/>
                  </a:lnTo>
                  <a:lnTo>
                    <a:pt x="2071" y="1662"/>
                  </a:lnTo>
                  <a:lnTo>
                    <a:pt x="2339" y="1944"/>
                  </a:lnTo>
                  <a:lnTo>
                    <a:pt x="3221" y="2353"/>
                  </a:lnTo>
                  <a:lnTo>
                    <a:pt x="2646" y="2455"/>
                  </a:lnTo>
                  <a:lnTo>
                    <a:pt x="2211" y="2864"/>
                  </a:lnTo>
                  <a:lnTo>
                    <a:pt x="1713" y="2762"/>
                  </a:lnTo>
                  <a:lnTo>
                    <a:pt x="1240" y="2864"/>
                  </a:lnTo>
                  <a:lnTo>
                    <a:pt x="856" y="2966"/>
                  </a:lnTo>
                  <a:lnTo>
                    <a:pt x="153" y="3081"/>
                  </a:lnTo>
                  <a:lnTo>
                    <a:pt x="0" y="3452"/>
                  </a:lnTo>
                  <a:lnTo>
                    <a:pt x="307" y="3554"/>
                  </a:lnTo>
                  <a:lnTo>
                    <a:pt x="652" y="3554"/>
                  </a:lnTo>
                  <a:lnTo>
                    <a:pt x="971" y="3375"/>
                  </a:lnTo>
                  <a:lnTo>
                    <a:pt x="1150" y="3541"/>
                  </a:lnTo>
                  <a:lnTo>
                    <a:pt x="1419" y="3388"/>
                  </a:lnTo>
                  <a:lnTo>
                    <a:pt x="1789" y="3464"/>
                  </a:lnTo>
                  <a:lnTo>
                    <a:pt x="1789" y="3631"/>
                  </a:lnTo>
                  <a:lnTo>
                    <a:pt x="2275" y="3362"/>
                  </a:lnTo>
                  <a:lnTo>
                    <a:pt x="2927" y="3401"/>
                  </a:lnTo>
                  <a:lnTo>
                    <a:pt x="3106" y="3286"/>
                  </a:lnTo>
                  <a:lnTo>
                    <a:pt x="3093" y="2966"/>
                  </a:lnTo>
                  <a:lnTo>
                    <a:pt x="3770" y="2493"/>
                  </a:lnTo>
                  <a:lnTo>
                    <a:pt x="4064" y="2493"/>
                  </a:lnTo>
                  <a:lnTo>
                    <a:pt x="4512" y="2276"/>
                  </a:lnTo>
                  <a:lnTo>
                    <a:pt x="4691" y="2570"/>
                  </a:lnTo>
                  <a:lnTo>
                    <a:pt x="5125" y="2468"/>
                  </a:lnTo>
                  <a:lnTo>
                    <a:pt x="5521" y="1841"/>
                  </a:lnTo>
                  <a:lnTo>
                    <a:pt x="6505" y="1841"/>
                  </a:lnTo>
                  <a:lnTo>
                    <a:pt x="6838" y="1420"/>
                  </a:lnTo>
                  <a:lnTo>
                    <a:pt x="8141" y="959"/>
                  </a:lnTo>
                  <a:lnTo>
                    <a:pt x="8116" y="781"/>
                  </a:lnTo>
                  <a:lnTo>
                    <a:pt x="7720" y="576"/>
                  </a:lnTo>
                  <a:lnTo>
                    <a:pt x="6838" y="282"/>
                  </a:lnTo>
                  <a:lnTo>
                    <a:pt x="5815" y="346"/>
                  </a:lnTo>
                  <a:lnTo>
                    <a:pt x="5483" y="487"/>
                  </a:lnTo>
                  <a:lnTo>
                    <a:pt x="5189" y="244"/>
                  </a:lnTo>
                  <a:lnTo>
                    <a:pt x="4844" y="487"/>
                  </a:lnTo>
                  <a:lnTo>
                    <a:pt x="4371" y="193"/>
                  </a:lnTo>
                  <a:lnTo>
                    <a:pt x="391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 name="Google Shape;838;p78">
              <a:extLst>
                <a:ext uri="{FF2B5EF4-FFF2-40B4-BE49-F238E27FC236}">
                  <a16:creationId xmlns:a16="http://schemas.microsoft.com/office/drawing/2014/main" id="{EB49BC35-82FC-A699-704D-5C0807FCBA7E}"/>
                </a:ext>
              </a:extLst>
            </p:cNvPr>
            <p:cNvSpPr/>
            <p:nvPr/>
          </p:nvSpPr>
          <p:spPr>
            <a:xfrm>
              <a:off x="4138775" y="2494025"/>
              <a:ext cx="369375" cy="141250"/>
            </a:xfrm>
            <a:custGeom>
              <a:avLst/>
              <a:gdLst/>
              <a:ahLst/>
              <a:cxnLst/>
              <a:rect l="l" t="t" r="r" b="b"/>
              <a:pathLst>
                <a:path w="14775" h="5650" extrusionOk="0">
                  <a:moveTo>
                    <a:pt x="13548" y="3157"/>
                  </a:moveTo>
                  <a:lnTo>
                    <a:pt x="13803" y="3234"/>
                  </a:lnTo>
                  <a:lnTo>
                    <a:pt x="13701" y="3324"/>
                  </a:lnTo>
                  <a:lnTo>
                    <a:pt x="13701" y="3490"/>
                  </a:lnTo>
                  <a:lnTo>
                    <a:pt x="13803" y="3490"/>
                  </a:lnTo>
                  <a:lnTo>
                    <a:pt x="13752" y="3554"/>
                  </a:lnTo>
                  <a:lnTo>
                    <a:pt x="13509" y="3669"/>
                  </a:lnTo>
                  <a:lnTo>
                    <a:pt x="13407" y="3541"/>
                  </a:lnTo>
                  <a:lnTo>
                    <a:pt x="12973" y="3541"/>
                  </a:lnTo>
                  <a:lnTo>
                    <a:pt x="13024" y="3439"/>
                  </a:lnTo>
                  <a:lnTo>
                    <a:pt x="13548" y="3157"/>
                  </a:lnTo>
                  <a:close/>
                  <a:moveTo>
                    <a:pt x="5790" y="1"/>
                  </a:moveTo>
                  <a:lnTo>
                    <a:pt x="5292" y="243"/>
                  </a:lnTo>
                  <a:lnTo>
                    <a:pt x="5202" y="192"/>
                  </a:lnTo>
                  <a:lnTo>
                    <a:pt x="4256" y="640"/>
                  </a:lnTo>
                  <a:lnTo>
                    <a:pt x="4218" y="844"/>
                  </a:lnTo>
                  <a:lnTo>
                    <a:pt x="3668" y="857"/>
                  </a:lnTo>
                  <a:lnTo>
                    <a:pt x="3413" y="819"/>
                  </a:lnTo>
                  <a:lnTo>
                    <a:pt x="3093" y="844"/>
                  </a:lnTo>
                  <a:lnTo>
                    <a:pt x="2454" y="793"/>
                  </a:lnTo>
                  <a:lnTo>
                    <a:pt x="2326" y="678"/>
                  </a:lnTo>
                  <a:lnTo>
                    <a:pt x="2160" y="716"/>
                  </a:lnTo>
                  <a:lnTo>
                    <a:pt x="1892" y="691"/>
                  </a:lnTo>
                  <a:lnTo>
                    <a:pt x="1841" y="767"/>
                  </a:lnTo>
                  <a:lnTo>
                    <a:pt x="1917" y="946"/>
                  </a:lnTo>
                  <a:lnTo>
                    <a:pt x="2390" y="1061"/>
                  </a:lnTo>
                  <a:lnTo>
                    <a:pt x="2659" y="1164"/>
                  </a:lnTo>
                  <a:lnTo>
                    <a:pt x="2978" y="1253"/>
                  </a:lnTo>
                  <a:lnTo>
                    <a:pt x="2902" y="1304"/>
                  </a:lnTo>
                  <a:lnTo>
                    <a:pt x="2250" y="1381"/>
                  </a:lnTo>
                  <a:lnTo>
                    <a:pt x="2135" y="1534"/>
                  </a:lnTo>
                  <a:lnTo>
                    <a:pt x="2237" y="1598"/>
                  </a:lnTo>
                  <a:lnTo>
                    <a:pt x="1790" y="1662"/>
                  </a:lnTo>
                  <a:lnTo>
                    <a:pt x="1572" y="1547"/>
                  </a:lnTo>
                  <a:lnTo>
                    <a:pt x="1470" y="1521"/>
                  </a:lnTo>
                  <a:lnTo>
                    <a:pt x="1278" y="1573"/>
                  </a:lnTo>
                  <a:lnTo>
                    <a:pt x="1023" y="1585"/>
                  </a:lnTo>
                  <a:lnTo>
                    <a:pt x="869" y="1509"/>
                  </a:lnTo>
                  <a:lnTo>
                    <a:pt x="703" y="1547"/>
                  </a:lnTo>
                  <a:lnTo>
                    <a:pt x="563" y="1560"/>
                  </a:lnTo>
                  <a:lnTo>
                    <a:pt x="77" y="1905"/>
                  </a:lnTo>
                  <a:lnTo>
                    <a:pt x="13" y="2276"/>
                  </a:lnTo>
                  <a:lnTo>
                    <a:pt x="0" y="2391"/>
                  </a:lnTo>
                  <a:lnTo>
                    <a:pt x="550" y="2391"/>
                  </a:lnTo>
                  <a:lnTo>
                    <a:pt x="639" y="2480"/>
                  </a:lnTo>
                  <a:lnTo>
                    <a:pt x="371" y="2672"/>
                  </a:lnTo>
                  <a:lnTo>
                    <a:pt x="639" y="2736"/>
                  </a:lnTo>
                  <a:lnTo>
                    <a:pt x="665" y="2915"/>
                  </a:lnTo>
                  <a:lnTo>
                    <a:pt x="818" y="2978"/>
                  </a:lnTo>
                  <a:lnTo>
                    <a:pt x="767" y="3119"/>
                  </a:lnTo>
                  <a:lnTo>
                    <a:pt x="627" y="3170"/>
                  </a:lnTo>
                  <a:lnTo>
                    <a:pt x="639" y="3336"/>
                  </a:lnTo>
                  <a:lnTo>
                    <a:pt x="550" y="3451"/>
                  </a:lnTo>
                  <a:lnTo>
                    <a:pt x="639" y="3630"/>
                  </a:lnTo>
                  <a:lnTo>
                    <a:pt x="895" y="3758"/>
                  </a:lnTo>
                  <a:lnTo>
                    <a:pt x="895" y="4142"/>
                  </a:lnTo>
                  <a:lnTo>
                    <a:pt x="831" y="4295"/>
                  </a:lnTo>
                  <a:lnTo>
                    <a:pt x="869" y="4372"/>
                  </a:lnTo>
                  <a:lnTo>
                    <a:pt x="1048" y="4384"/>
                  </a:lnTo>
                  <a:lnTo>
                    <a:pt x="1202" y="4550"/>
                  </a:lnTo>
                  <a:lnTo>
                    <a:pt x="1010" y="4602"/>
                  </a:lnTo>
                  <a:lnTo>
                    <a:pt x="1036" y="4666"/>
                  </a:lnTo>
                  <a:lnTo>
                    <a:pt x="1266" y="4666"/>
                  </a:lnTo>
                  <a:lnTo>
                    <a:pt x="1445" y="4742"/>
                  </a:lnTo>
                  <a:lnTo>
                    <a:pt x="1675" y="4717"/>
                  </a:lnTo>
                  <a:lnTo>
                    <a:pt x="1611" y="4819"/>
                  </a:lnTo>
                  <a:lnTo>
                    <a:pt x="1841" y="4908"/>
                  </a:lnTo>
                  <a:lnTo>
                    <a:pt x="2071" y="4921"/>
                  </a:lnTo>
                  <a:lnTo>
                    <a:pt x="2096" y="4998"/>
                  </a:lnTo>
                  <a:lnTo>
                    <a:pt x="2365" y="4998"/>
                  </a:lnTo>
                  <a:lnTo>
                    <a:pt x="2582" y="5458"/>
                  </a:lnTo>
                  <a:lnTo>
                    <a:pt x="2889" y="5509"/>
                  </a:lnTo>
                  <a:lnTo>
                    <a:pt x="3362" y="5381"/>
                  </a:lnTo>
                  <a:lnTo>
                    <a:pt x="3502" y="5445"/>
                  </a:lnTo>
                  <a:lnTo>
                    <a:pt x="3643" y="4883"/>
                  </a:lnTo>
                  <a:lnTo>
                    <a:pt x="4346" y="4959"/>
                  </a:lnTo>
                  <a:lnTo>
                    <a:pt x="4870" y="5164"/>
                  </a:lnTo>
                  <a:lnTo>
                    <a:pt x="5228" y="5573"/>
                  </a:lnTo>
                  <a:lnTo>
                    <a:pt x="6148" y="5432"/>
                  </a:lnTo>
                  <a:lnTo>
                    <a:pt x="6442" y="5151"/>
                  </a:lnTo>
                  <a:lnTo>
                    <a:pt x="6608" y="4832"/>
                  </a:lnTo>
                  <a:lnTo>
                    <a:pt x="7042" y="4857"/>
                  </a:lnTo>
                  <a:lnTo>
                    <a:pt x="7132" y="5049"/>
                  </a:lnTo>
                  <a:lnTo>
                    <a:pt x="7592" y="5049"/>
                  </a:lnTo>
                  <a:lnTo>
                    <a:pt x="7822" y="4832"/>
                  </a:lnTo>
                  <a:lnTo>
                    <a:pt x="8039" y="4883"/>
                  </a:lnTo>
                  <a:lnTo>
                    <a:pt x="8039" y="5151"/>
                  </a:lnTo>
                  <a:lnTo>
                    <a:pt x="7822" y="5292"/>
                  </a:lnTo>
                  <a:lnTo>
                    <a:pt x="7899" y="5650"/>
                  </a:lnTo>
                  <a:lnTo>
                    <a:pt x="8103" y="5483"/>
                  </a:lnTo>
                  <a:lnTo>
                    <a:pt x="8333" y="5343"/>
                  </a:lnTo>
                  <a:lnTo>
                    <a:pt x="8257" y="5049"/>
                  </a:lnTo>
                  <a:lnTo>
                    <a:pt x="8257" y="5023"/>
                  </a:lnTo>
                  <a:lnTo>
                    <a:pt x="8333" y="4832"/>
                  </a:lnTo>
                  <a:lnTo>
                    <a:pt x="8359" y="4819"/>
                  </a:lnTo>
                  <a:lnTo>
                    <a:pt x="8384" y="4819"/>
                  </a:lnTo>
                  <a:lnTo>
                    <a:pt x="9075" y="5023"/>
                  </a:lnTo>
                  <a:lnTo>
                    <a:pt x="9650" y="4691"/>
                  </a:lnTo>
                  <a:lnTo>
                    <a:pt x="9662" y="4678"/>
                  </a:lnTo>
                  <a:lnTo>
                    <a:pt x="9688" y="4691"/>
                  </a:lnTo>
                  <a:lnTo>
                    <a:pt x="10238" y="4972"/>
                  </a:lnTo>
                  <a:lnTo>
                    <a:pt x="10659" y="4806"/>
                  </a:lnTo>
                  <a:lnTo>
                    <a:pt x="10685" y="4806"/>
                  </a:lnTo>
                  <a:lnTo>
                    <a:pt x="11081" y="4883"/>
                  </a:lnTo>
                  <a:lnTo>
                    <a:pt x="11631" y="4614"/>
                  </a:lnTo>
                  <a:lnTo>
                    <a:pt x="12219" y="4614"/>
                  </a:lnTo>
                  <a:lnTo>
                    <a:pt x="12819" y="4448"/>
                  </a:lnTo>
                  <a:lnTo>
                    <a:pt x="12845" y="4448"/>
                  </a:lnTo>
                  <a:lnTo>
                    <a:pt x="12858" y="4461"/>
                  </a:lnTo>
                  <a:lnTo>
                    <a:pt x="12934" y="4563"/>
                  </a:lnTo>
                  <a:lnTo>
                    <a:pt x="13292" y="4346"/>
                  </a:lnTo>
                  <a:lnTo>
                    <a:pt x="13318" y="4346"/>
                  </a:lnTo>
                  <a:lnTo>
                    <a:pt x="13740" y="4435"/>
                  </a:lnTo>
                  <a:lnTo>
                    <a:pt x="14289" y="4346"/>
                  </a:lnTo>
                  <a:lnTo>
                    <a:pt x="14302" y="4346"/>
                  </a:lnTo>
                  <a:lnTo>
                    <a:pt x="14327" y="4359"/>
                  </a:lnTo>
                  <a:lnTo>
                    <a:pt x="14430" y="4729"/>
                  </a:lnTo>
                  <a:lnTo>
                    <a:pt x="14775" y="4512"/>
                  </a:lnTo>
                  <a:lnTo>
                    <a:pt x="14609" y="4103"/>
                  </a:lnTo>
                  <a:lnTo>
                    <a:pt x="14366" y="3950"/>
                  </a:lnTo>
                  <a:lnTo>
                    <a:pt x="14353" y="3937"/>
                  </a:lnTo>
                  <a:lnTo>
                    <a:pt x="14353" y="3911"/>
                  </a:lnTo>
                  <a:lnTo>
                    <a:pt x="14430" y="3630"/>
                  </a:lnTo>
                  <a:lnTo>
                    <a:pt x="14442" y="3618"/>
                  </a:lnTo>
                  <a:lnTo>
                    <a:pt x="14583" y="3554"/>
                  </a:lnTo>
                  <a:lnTo>
                    <a:pt x="14481" y="3362"/>
                  </a:lnTo>
                  <a:lnTo>
                    <a:pt x="14481" y="3349"/>
                  </a:lnTo>
                  <a:lnTo>
                    <a:pt x="14442" y="3055"/>
                  </a:lnTo>
                  <a:lnTo>
                    <a:pt x="14085" y="2710"/>
                  </a:lnTo>
                  <a:lnTo>
                    <a:pt x="14072" y="2672"/>
                  </a:lnTo>
                  <a:lnTo>
                    <a:pt x="14085" y="2646"/>
                  </a:lnTo>
                  <a:lnTo>
                    <a:pt x="14276" y="2493"/>
                  </a:lnTo>
                  <a:lnTo>
                    <a:pt x="14289" y="2480"/>
                  </a:lnTo>
                  <a:lnTo>
                    <a:pt x="14545" y="2429"/>
                  </a:lnTo>
                  <a:lnTo>
                    <a:pt x="14660" y="2084"/>
                  </a:lnTo>
                  <a:lnTo>
                    <a:pt x="14481" y="1879"/>
                  </a:lnTo>
                  <a:lnTo>
                    <a:pt x="13944" y="1879"/>
                  </a:lnTo>
                  <a:lnTo>
                    <a:pt x="13918" y="1867"/>
                  </a:lnTo>
                  <a:lnTo>
                    <a:pt x="13906" y="1854"/>
                  </a:lnTo>
                  <a:lnTo>
                    <a:pt x="13803" y="1253"/>
                  </a:lnTo>
                  <a:lnTo>
                    <a:pt x="13803" y="1240"/>
                  </a:lnTo>
                  <a:lnTo>
                    <a:pt x="13816" y="1215"/>
                  </a:lnTo>
                  <a:lnTo>
                    <a:pt x="14161" y="997"/>
                  </a:lnTo>
                  <a:lnTo>
                    <a:pt x="13982" y="870"/>
                  </a:lnTo>
                  <a:lnTo>
                    <a:pt x="13624" y="870"/>
                  </a:lnTo>
                  <a:lnTo>
                    <a:pt x="13318" y="576"/>
                  </a:lnTo>
                  <a:lnTo>
                    <a:pt x="13100" y="652"/>
                  </a:lnTo>
                  <a:lnTo>
                    <a:pt x="13075" y="665"/>
                  </a:lnTo>
                  <a:lnTo>
                    <a:pt x="12807" y="563"/>
                  </a:lnTo>
                  <a:lnTo>
                    <a:pt x="12513" y="563"/>
                  </a:lnTo>
                  <a:lnTo>
                    <a:pt x="12206" y="499"/>
                  </a:lnTo>
                  <a:lnTo>
                    <a:pt x="12065" y="742"/>
                  </a:lnTo>
                  <a:lnTo>
                    <a:pt x="11695" y="819"/>
                  </a:lnTo>
                  <a:lnTo>
                    <a:pt x="11592" y="959"/>
                  </a:lnTo>
                  <a:lnTo>
                    <a:pt x="11516" y="997"/>
                  </a:lnTo>
                  <a:lnTo>
                    <a:pt x="11362" y="1049"/>
                  </a:lnTo>
                  <a:lnTo>
                    <a:pt x="11132" y="1113"/>
                  </a:lnTo>
                  <a:lnTo>
                    <a:pt x="10685" y="997"/>
                  </a:lnTo>
                  <a:lnTo>
                    <a:pt x="10135" y="997"/>
                  </a:lnTo>
                  <a:lnTo>
                    <a:pt x="9445" y="1087"/>
                  </a:lnTo>
                  <a:lnTo>
                    <a:pt x="9266" y="908"/>
                  </a:lnTo>
                  <a:lnTo>
                    <a:pt x="9075" y="946"/>
                  </a:lnTo>
                  <a:lnTo>
                    <a:pt x="8870" y="844"/>
                  </a:lnTo>
                  <a:lnTo>
                    <a:pt x="8666" y="844"/>
                  </a:lnTo>
                  <a:lnTo>
                    <a:pt x="8525" y="627"/>
                  </a:lnTo>
                  <a:lnTo>
                    <a:pt x="8257" y="742"/>
                  </a:lnTo>
                  <a:lnTo>
                    <a:pt x="8027" y="563"/>
                  </a:lnTo>
                  <a:lnTo>
                    <a:pt x="7924" y="333"/>
                  </a:lnTo>
                  <a:lnTo>
                    <a:pt x="7669" y="333"/>
                  </a:lnTo>
                  <a:lnTo>
                    <a:pt x="7477" y="371"/>
                  </a:lnTo>
                  <a:lnTo>
                    <a:pt x="7209" y="141"/>
                  </a:lnTo>
                  <a:lnTo>
                    <a:pt x="7273" y="65"/>
                  </a:lnTo>
                  <a:lnTo>
                    <a:pt x="7106" y="1"/>
                  </a:lnTo>
                  <a:lnTo>
                    <a:pt x="6902" y="128"/>
                  </a:lnTo>
                  <a:lnTo>
                    <a:pt x="579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 name="Google Shape;839;p78">
              <a:extLst>
                <a:ext uri="{FF2B5EF4-FFF2-40B4-BE49-F238E27FC236}">
                  <a16:creationId xmlns:a16="http://schemas.microsoft.com/office/drawing/2014/main" id="{F617CA66-6513-C88E-70CE-DE09267B6A0F}"/>
                </a:ext>
              </a:extLst>
            </p:cNvPr>
            <p:cNvSpPr/>
            <p:nvPr/>
          </p:nvSpPr>
          <p:spPr>
            <a:xfrm>
              <a:off x="4516750" y="2499450"/>
              <a:ext cx="104200" cy="80550"/>
            </a:xfrm>
            <a:custGeom>
              <a:avLst/>
              <a:gdLst/>
              <a:ahLst/>
              <a:cxnLst/>
              <a:rect l="l" t="t" r="r" b="b"/>
              <a:pathLst>
                <a:path w="4168" h="3222" extrusionOk="0">
                  <a:moveTo>
                    <a:pt x="2761" y="1"/>
                  </a:moveTo>
                  <a:lnTo>
                    <a:pt x="2659" y="244"/>
                  </a:lnTo>
                  <a:lnTo>
                    <a:pt x="2646" y="269"/>
                  </a:lnTo>
                  <a:lnTo>
                    <a:pt x="2634" y="269"/>
                  </a:lnTo>
                  <a:lnTo>
                    <a:pt x="2276" y="346"/>
                  </a:lnTo>
                  <a:lnTo>
                    <a:pt x="2225" y="538"/>
                  </a:lnTo>
                  <a:lnTo>
                    <a:pt x="2212" y="550"/>
                  </a:lnTo>
                  <a:lnTo>
                    <a:pt x="2199" y="563"/>
                  </a:lnTo>
                  <a:lnTo>
                    <a:pt x="1841" y="589"/>
                  </a:lnTo>
                  <a:lnTo>
                    <a:pt x="1803" y="576"/>
                  </a:lnTo>
                  <a:lnTo>
                    <a:pt x="1522" y="295"/>
                  </a:lnTo>
                  <a:lnTo>
                    <a:pt x="1304" y="154"/>
                  </a:lnTo>
                  <a:lnTo>
                    <a:pt x="1253" y="218"/>
                  </a:lnTo>
                  <a:lnTo>
                    <a:pt x="1253" y="755"/>
                  </a:lnTo>
                  <a:lnTo>
                    <a:pt x="1241" y="780"/>
                  </a:lnTo>
                  <a:lnTo>
                    <a:pt x="1215" y="793"/>
                  </a:lnTo>
                  <a:lnTo>
                    <a:pt x="819" y="704"/>
                  </a:lnTo>
                  <a:lnTo>
                    <a:pt x="806" y="704"/>
                  </a:lnTo>
                  <a:lnTo>
                    <a:pt x="180" y="410"/>
                  </a:lnTo>
                  <a:lnTo>
                    <a:pt x="1" y="461"/>
                  </a:lnTo>
                  <a:lnTo>
                    <a:pt x="78" y="602"/>
                  </a:lnTo>
                  <a:lnTo>
                    <a:pt x="78" y="614"/>
                  </a:lnTo>
                  <a:lnTo>
                    <a:pt x="65" y="640"/>
                  </a:lnTo>
                  <a:lnTo>
                    <a:pt x="26" y="704"/>
                  </a:lnTo>
                  <a:lnTo>
                    <a:pt x="346" y="729"/>
                  </a:lnTo>
                  <a:lnTo>
                    <a:pt x="371" y="742"/>
                  </a:lnTo>
                  <a:lnTo>
                    <a:pt x="384" y="768"/>
                  </a:lnTo>
                  <a:lnTo>
                    <a:pt x="410" y="959"/>
                  </a:lnTo>
                  <a:lnTo>
                    <a:pt x="410" y="985"/>
                  </a:lnTo>
                  <a:lnTo>
                    <a:pt x="397" y="998"/>
                  </a:lnTo>
                  <a:lnTo>
                    <a:pt x="218" y="1138"/>
                  </a:lnTo>
                  <a:lnTo>
                    <a:pt x="423" y="1368"/>
                  </a:lnTo>
                  <a:lnTo>
                    <a:pt x="665" y="1368"/>
                  </a:lnTo>
                  <a:lnTo>
                    <a:pt x="691" y="1381"/>
                  </a:lnTo>
                  <a:lnTo>
                    <a:pt x="704" y="1407"/>
                  </a:lnTo>
                  <a:lnTo>
                    <a:pt x="704" y="1739"/>
                  </a:lnTo>
                  <a:lnTo>
                    <a:pt x="691" y="1765"/>
                  </a:lnTo>
                  <a:lnTo>
                    <a:pt x="576" y="1880"/>
                  </a:lnTo>
                  <a:lnTo>
                    <a:pt x="832" y="2046"/>
                  </a:lnTo>
                  <a:lnTo>
                    <a:pt x="832" y="2059"/>
                  </a:lnTo>
                  <a:lnTo>
                    <a:pt x="1215" y="2646"/>
                  </a:lnTo>
                  <a:lnTo>
                    <a:pt x="1279" y="2646"/>
                  </a:lnTo>
                  <a:lnTo>
                    <a:pt x="1637" y="2301"/>
                  </a:lnTo>
                  <a:lnTo>
                    <a:pt x="1662" y="2289"/>
                  </a:lnTo>
                  <a:lnTo>
                    <a:pt x="1713" y="2289"/>
                  </a:lnTo>
                  <a:lnTo>
                    <a:pt x="2007" y="2174"/>
                  </a:lnTo>
                  <a:lnTo>
                    <a:pt x="2020" y="2174"/>
                  </a:lnTo>
                  <a:lnTo>
                    <a:pt x="2097" y="2186"/>
                  </a:lnTo>
                  <a:lnTo>
                    <a:pt x="2237" y="2084"/>
                  </a:lnTo>
                  <a:lnTo>
                    <a:pt x="2455" y="2084"/>
                  </a:lnTo>
                  <a:lnTo>
                    <a:pt x="2480" y="2097"/>
                  </a:lnTo>
                  <a:lnTo>
                    <a:pt x="2493" y="2122"/>
                  </a:lnTo>
                  <a:lnTo>
                    <a:pt x="2493" y="2327"/>
                  </a:lnTo>
                  <a:lnTo>
                    <a:pt x="2480" y="2352"/>
                  </a:lnTo>
                  <a:lnTo>
                    <a:pt x="2391" y="2429"/>
                  </a:lnTo>
                  <a:lnTo>
                    <a:pt x="2416" y="2557"/>
                  </a:lnTo>
                  <a:lnTo>
                    <a:pt x="2404" y="2583"/>
                  </a:lnTo>
                  <a:lnTo>
                    <a:pt x="2340" y="2749"/>
                  </a:lnTo>
                  <a:lnTo>
                    <a:pt x="2365" y="2889"/>
                  </a:lnTo>
                  <a:lnTo>
                    <a:pt x="2570" y="3004"/>
                  </a:lnTo>
                  <a:lnTo>
                    <a:pt x="2787" y="3222"/>
                  </a:lnTo>
                  <a:lnTo>
                    <a:pt x="3017" y="3183"/>
                  </a:lnTo>
                  <a:lnTo>
                    <a:pt x="3004" y="2646"/>
                  </a:lnTo>
                  <a:lnTo>
                    <a:pt x="3030" y="2531"/>
                  </a:lnTo>
                  <a:lnTo>
                    <a:pt x="3196" y="2646"/>
                  </a:lnTo>
                  <a:lnTo>
                    <a:pt x="3400" y="2250"/>
                  </a:lnTo>
                  <a:lnTo>
                    <a:pt x="3400" y="1982"/>
                  </a:lnTo>
                  <a:lnTo>
                    <a:pt x="3503" y="1790"/>
                  </a:lnTo>
                  <a:lnTo>
                    <a:pt x="3477" y="1598"/>
                  </a:lnTo>
                  <a:lnTo>
                    <a:pt x="3682" y="1445"/>
                  </a:lnTo>
                  <a:lnTo>
                    <a:pt x="3976" y="1356"/>
                  </a:lnTo>
                  <a:lnTo>
                    <a:pt x="4167" y="1356"/>
                  </a:lnTo>
                  <a:lnTo>
                    <a:pt x="4129" y="1202"/>
                  </a:lnTo>
                  <a:lnTo>
                    <a:pt x="3822" y="1202"/>
                  </a:lnTo>
                  <a:lnTo>
                    <a:pt x="3464" y="1074"/>
                  </a:lnTo>
                  <a:lnTo>
                    <a:pt x="276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 name="Google Shape;840;p78">
              <a:extLst>
                <a:ext uri="{FF2B5EF4-FFF2-40B4-BE49-F238E27FC236}">
                  <a16:creationId xmlns:a16="http://schemas.microsoft.com/office/drawing/2014/main" id="{6193A8A7-0ED8-B039-6589-C2425D71AD68}"/>
                </a:ext>
              </a:extLst>
            </p:cNvPr>
            <p:cNvSpPr/>
            <p:nvPr/>
          </p:nvSpPr>
          <p:spPr>
            <a:xfrm>
              <a:off x="4510375" y="2548675"/>
              <a:ext cx="26525" cy="19825"/>
            </a:xfrm>
            <a:custGeom>
              <a:avLst/>
              <a:gdLst/>
              <a:ahLst/>
              <a:cxnLst/>
              <a:rect l="l" t="t" r="r" b="b"/>
              <a:pathLst>
                <a:path w="1061" h="793" extrusionOk="0">
                  <a:moveTo>
                    <a:pt x="230" y="0"/>
                  </a:moveTo>
                  <a:lnTo>
                    <a:pt x="0" y="38"/>
                  </a:lnTo>
                  <a:lnTo>
                    <a:pt x="371" y="511"/>
                  </a:lnTo>
                  <a:lnTo>
                    <a:pt x="780" y="792"/>
                  </a:lnTo>
                  <a:lnTo>
                    <a:pt x="1061" y="754"/>
                  </a:lnTo>
                  <a:lnTo>
                    <a:pt x="869" y="396"/>
                  </a:lnTo>
                  <a:lnTo>
                    <a:pt x="473" y="179"/>
                  </a:lnTo>
                  <a:lnTo>
                    <a:pt x="473" y="166"/>
                  </a:lnTo>
                  <a:lnTo>
                    <a:pt x="23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 name="Google Shape;841;p78">
              <a:extLst>
                <a:ext uri="{FF2B5EF4-FFF2-40B4-BE49-F238E27FC236}">
                  <a16:creationId xmlns:a16="http://schemas.microsoft.com/office/drawing/2014/main" id="{360418F6-9A26-A3B0-E183-4F58DD7015A4}"/>
                </a:ext>
              </a:extLst>
            </p:cNvPr>
            <p:cNvSpPr/>
            <p:nvPr/>
          </p:nvSpPr>
          <p:spPr>
            <a:xfrm>
              <a:off x="4627000" y="2849650"/>
              <a:ext cx="16950" cy="33575"/>
            </a:xfrm>
            <a:custGeom>
              <a:avLst/>
              <a:gdLst/>
              <a:ahLst/>
              <a:cxnLst/>
              <a:rect l="l" t="t" r="r" b="b"/>
              <a:pathLst>
                <a:path w="678" h="1343" extrusionOk="0">
                  <a:moveTo>
                    <a:pt x="486" y="0"/>
                  </a:moveTo>
                  <a:lnTo>
                    <a:pt x="294" y="64"/>
                  </a:lnTo>
                  <a:lnTo>
                    <a:pt x="205" y="358"/>
                  </a:lnTo>
                  <a:lnTo>
                    <a:pt x="0" y="678"/>
                  </a:lnTo>
                  <a:lnTo>
                    <a:pt x="77" y="1125"/>
                  </a:lnTo>
                  <a:lnTo>
                    <a:pt x="205" y="1253"/>
                  </a:lnTo>
                  <a:lnTo>
                    <a:pt x="447" y="1342"/>
                  </a:lnTo>
                  <a:lnTo>
                    <a:pt x="678" y="1036"/>
                  </a:lnTo>
                  <a:lnTo>
                    <a:pt x="614" y="614"/>
                  </a:lnTo>
                  <a:lnTo>
                    <a:pt x="678" y="243"/>
                  </a:lnTo>
                  <a:lnTo>
                    <a:pt x="550" y="103"/>
                  </a:lnTo>
                  <a:lnTo>
                    <a:pt x="48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 name="Google Shape;842;p78">
              <a:extLst>
                <a:ext uri="{FF2B5EF4-FFF2-40B4-BE49-F238E27FC236}">
                  <a16:creationId xmlns:a16="http://schemas.microsoft.com/office/drawing/2014/main" id="{BE680021-6EED-8CF5-D51B-20ADEE2E0C1D}"/>
                </a:ext>
              </a:extLst>
            </p:cNvPr>
            <p:cNvSpPr/>
            <p:nvPr/>
          </p:nvSpPr>
          <p:spPr>
            <a:xfrm>
              <a:off x="4625400" y="2839425"/>
              <a:ext cx="3850" cy="12800"/>
            </a:xfrm>
            <a:custGeom>
              <a:avLst/>
              <a:gdLst/>
              <a:ahLst/>
              <a:cxnLst/>
              <a:rect l="l" t="t" r="r" b="b"/>
              <a:pathLst>
                <a:path w="154" h="512" extrusionOk="0">
                  <a:moveTo>
                    <a:pt x="64" y="0"/>
                  </a:moveTo>
                  <a:lnTo>
                    <a:pt x="0" y="77"/>
                  </a:lnTo>
                  <a:lnTo>
                    <a:pt x="0" y="294"/>
                  </a:lnTo>
                  <a:lnTo>
                    <a:pt x="64" y="512"/>
                  </a:lnTo>
                  <a:lnTo>
                    <a:pt x="154" y="409"/>
                  </a:lnTo>
                  <a:lnTo>
                    <a:pt x="154" y="218"/>
                  </a:lnTo>
                  <a:lnTo>
                    <a:pt x="6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843;p78">
              <a:extLst>
                <a:ext uri="{FF2B5EF4-FFF2-40B4-BE49-F238E27FC236}">
                  <a16:creationId xmlns:a16="http://schemas.microsoft.com/office/drawing/2014/main" id="{54F2CF58-273F-303D-B6A1-275024A90621}"/>
                </a:ext>
              </a:extLst>
            </p:cNvPr>
            <p:cNvSpPr/>
            <p:nvPr/>
          </p:nvSpPr>
          <p:spPr>
            <a:xfrm>
              <a:off x="4307475" y="2721850"/>
              <a:ext cx="417000" cy="326875"/>
            </a:xfrm>
            <a:custGeom>
              <a:avLst/>
              <a:gdLst/>
              <a:ahLst/>
              <a:cxnLst/>
              <a:rect l="l" t="t" r="r" b="b"/>
              <a:pathLst>
                <a:path w="16680" h="13075" extrusionOk="0">
                  <a:moveTo>
                    <a:pt x="3707" y="0"/>
                  </a:moveTo>
                  <a:lnTo>
                    <a:pt x="3681" y="51"/>
                  </a:lnTo>
                  <a:lnTo>
                    <a:pt x="3656" y="64"/>
                  </a:lnTo>
                  <a:lnTo>
                    <a:pt x="2058" y="460"/>
                  </a:lnTo>
                  <a:lnTo>
                    <a:pt x="2122" y="690"/>
                  </a:lnTo>
                  <a:lnTo>
                    <a:pt x="2352" y="908"/>
                  </a:lnTo>
                  <a:lnTo>
                    <a:pt x="2787" y="1304"/>
                  </a:lnTo>
                  <a:lnTo>
                    <a:pt x="2799" y="1317"/>
                  </a:lnTo>
                  <a:lnTo>
                    <a:pt x="2787" y="1342"/>
                  </a:lnTo>
                  <a:lnTo>
                    <a:pt x="2416" y="1904"/>
                  </a:lnTo>
                  <a:lnTo>
                    <a:pt x="2403" y="1917"/>
                  </a:lnTo>
                  <a:lnTo>
                    <a:pt x="1930" y="1917"/>
                  </a:lnTo>
                  <a:lnTo>
                    <a:pt x="1521" y="2313"/>
                  </a:lnTo>
                  <a:lnTo>
                    <a:pt x="1509" y="2326"/>
                  </a:lnTo>
                  <a:lnTo>
                    <a:pt x="1023" y="2531"/>
                  </a:lnTo>
                  <a:lnTo>
                    <a:pt x="997" y="2531"/>
                  </a:lnTo>
                  <a:lnTo>
                    <a:pt x="294" y="2339"/>
                  </a:lnTo>
                  <a:lnTo>
                    <a:pt x="269" y="2428"/>
                  </a:lnTo>
                  <a:lnTo>
                    <a:pt x="282" y="2569"/>
                  </a:lnTo>
                  <a:lnTo>
                    <a:pt x="205" y="2761"/>
                  </a:lnTo>
                  <a:lnTo>
                    <a:pt x="243" y="3119"/>
                  </a:lnTo>
                  <a:lnTo>
                    <a:pt x="0" y="3400"/>
                  </a:lnTo>
                  <a:lnTo>
                    <a:pt x="422" y="3438"/>
                  </a:lnTo>
                  <a:lnTo>
                    <a:pt x="652" y="3668"/>
                  </a:lnTo>
                  <a:lnTo>
                    <a:pt x="1534" y="5061"/>
                  </a:lnTo>
                  <a:lnTo>
                    <a:pt x="1700" y="5304"/>
                  </a:lnTo>
                  <a:lnTo>
                    <a:pt x="1700" y="5470"/>
                  </a:lnTo>
                  <a:lnTo>
                    <a:pt x="1892" y="5496"/>
                  </a:lnTo>
                  <a:lnTo>
                    <a:pt x="2109" y="5905"/>
                  </a:lnTo>
                  <a:lnTo>
                    <a:pt x="2071" y="6263"/>
                  </a:lnTo>
                  <a:lnTo>
                    <a:pt x="2339" y="6582"/>
                  </a:lnTo>
                  <a:lnTo>
                    <a:pt x="2902" y="6914"/>
                  </a:lnTo>
                  <a:lnTo>
                    <a:pt x="3669" y="8269"/>
                  </a:lnTo>
                  <a:lnTo>
                    <a:pt x="3477" y="8870"/>
                  </a:lnTo>
                  <a:lnTo>
                    <a:pt x="4116" y="10058"/>
                  </a:lnTo>
                  <a:lnTo>
                    <a:pt x="4691" y="10225"/>
                  </a:lnTo>
                  <a:lnTo>
                    <a:pt x="5304" y="11247"/>
                  </a:lnTo>
                  <a:lnTo>
                    <a:pt x="5547" y="11771"/>
                  </a:lnTo>
                  <a:lnTo>
                    <a:pt x="6174" y="12448"/>
                  </a:lnTo>
                  <a:lnTo>
                    <a:pt x="6225" y="12615"/>
                  </a:lnTo>
                  <a:lnTo>
                    <a:pt x="6506" y="12972"/>
                  </a:lnTo>
                  <a:lnTo>
                    <a:pt x="6519" y="13075"/>
                  </a:lnTo>
                  <a:lnTo>
                    <a:pt x="6736" y="12883"/>
                  </a:lnTo>
                  <a:lnTo>
                    <a:pt x="6736" y="12257"/>
                  </a:lnTo>
                  <a:lnTo>
                    <a:pt x="6749" y="12231"/>
                  </a:lnTo>
                  <a:lnTo>
                    <a:pt x="6761" y="12218"/>
                  </a:lnTo>
                  <a:lnTo>
                    <a:pt x="7004" y="12167"/>
                  </a:lnTo>
                  <a:lnTo>
                    <a:pt x="7030" y="12180"/>
                  </a:lnTo>
                  <a:lnTo>
                    <a:pt x="7260" y="12346"/>
                  </a:lnTo>
                  <a:lnTo>
                    <a:pt x="8231" y="12244"/>
                  </a:lnTo>
                  <a:lnTo>
                    <a:pt x="8244" y="12244"/>
                  </a:lnTo>
                  <a:lnTo>
                    <a:pt x="9177" y="12474"/>
                  </a:lnTo>
                  <a:lnTo>
                    <a:pt x="9688" y="12474"/>
                  </a:lnTo>
                  <a:lnTo>
                    <a:pt x="9701" y="12487"/>
                  </a:lnTo>
                  <a:lnTo>
                    <a:pt x="9816" y="12691"/>
                  </a:lnTo>
                  <a:lnTo>
                    <a:pt x="10225" y="12525"/>
                  </a:lnTo>
                  <a:lnTo>
                    <a:pt x="10340" y="12206"/>
                  </a:lnTo>
                  <a:lnTo>
                    <a:pt x="10353" y="12193"/>
                  </a:lnTo>
                  <a:lnTo>
                    <a:pt x="10711" y="11771"/>
                  </a:lnTo>
                  <a:lnTo>
                    <a:pt x="10711" y="11758"/>
                  </a:lnTo>
                  <a:lnTo>
                    <a:pt x="11247" y="11439"/>
                  </a:lnTo>
                  <a:lnTo>
                    <a:pt x="11260" y="11439"/>
                  </a:lnTo>
                  <a:lnTo>
                    <a:pt x="13740" y="11055"/>
                  </a:lnTo>
                  <a:lnTo>
                    <a:pt x="16155" y="10135"/>
                  </a:lnTo>
                  <a:lnTo>
                    <a:pt x="16679" y="8614"/>
                  </a:lnTo>
                  <a:lnTo>
                    <a:pt x="16283" y="8077"/>
                  </a:lnTo>
                  <a:lnTo>
                    <a:pt x="15478" y="8077"/>
                  </a:lnTo>
                  <a:lnTo>
                    <a:pt x="15235" y="7924"/>
                  </a:lnTo>
                  <a:lnTo>
                    <a:pt x="14302" y="7924"/>
                  </a:lnTo>
                  <a:lnTo>
                    <a:pt x="14276" y="7911"/>
                  </a:lnTo>
                  <a:lnTo>
                    <a:pt x="14264" y="7899"/>
                  </a:lnTo>
                  <a:lnTo>
                    <a:pt x="13714" y="6991"/>
                  </a:lnTo>
                  <a:lnTo>
                    <a:pt x="13752" y="6978"/>
                  </a:lnTo>
                  <a:lnTo>
                    <a:pt x="13292" y="6684"/>
                  </a:lnTo>
                  <a:lnTo>
                    <a:pt x="13075" y="6518"/>
                  </a:lnTo>
                  <a:lnTo>
                    <a:pt x="12628" y="6186"/>
                  </a:lnTo>
                  <a:lnTo>
                    <a:pt x="12551" y="5649"/>
                  </a:lnTo>
                  <a:lnTo>
                    <a:pt x="12679" y="5381"/>
                  </a:lnTo>
                  <a:lnTo>
                    <a:pt x="12359" y="5010"/>
                  </a:lnTo>
                  <a:lnTo>
                    <a:pt x="12027" y="4422"/>
                  </a:lnTo>
                  <a:lnTo>
                    <a:pt x="11593" y="3988"/>
                  </a:lnTo>
                  <a:lnTo>
                    <a:pt x="11363" y="3860"/>
                  </a:lnTo>
                  <a:lnTo>
                    <a:pt x="11286" y="3643"/>
                  </a:lnTo>
                  <a:lnTo>
                    <a:pt x="10992" y="3080"/>
                  </a:lnTo>
                  <a:lnTo>
                    <a:pt x="10493" y="3080"/>
                  </a:lnTo>
                  <a:lnTo>
                    <a:pt x="10468" y="3067"/>
                  </a:lnTo>
                  <a:lnTo>
                    <a:pt x="10110" y="2659"/>
                  </a:lnTo>
                  <a:lnTo>
                    <a:pt x="9752" y="2659"/>
                  </a:lnTo>
                  <a:lnTo>
                    <a:pt x="9739" y="2646"/>
                  </a:lnTo>
                  <a:lnTo>
                    <a:pt x="9509" y="2531"/>
                  </a:lnTo>
                  <a:lnTo>
                    <a:pt x="9190" y="2646"/>
                  </a:lnTo>
                  <a:lnTo>
                    <a:pt x="9164" y="2646"/>
                  </a:lnTo>
                  <a:lnTo>
                    <a:pt x="8883" y="2531"/>
                  </a:lnTo>
                  <a:lnTo>
                    <a:pt x="8321" y="2531"/>
                  </a:lnTo>
                  <a:lnTo>
                    <a:pt x="7733" y="2352"/>
                  </a:lnTo>
                  <a:lnTo>
                    <a:pt x="7720" y="2352"/>
                  </a:lnTo>
                  <a:lnTo>
                    <a:pt x="6161" y="1061"/>
                  </a:lnTo>
                  <a:lnTo>
                    <a:pt x="5573" y="678"/>
                  </a:lnTo>
                  <a:lnTo>
                    <a:pt x="4448" y="90"/>
                  </a:lnTo>
                  <a:lnTo>
                    <a:pt x="370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844;p78">
              <a:extLst>
                <a:ext uri="{FF2B5EF4-FFF2-40B4-BE49-F238E27FC236}">
                  <a16:creationId xmlns:a16="http://schemas.microsoft.com/office/drawing/2014/main" id="{0EB140C7-9676-461E-0850-C49ACEFFB25E}"/>
                </a:ext>
              </a:extLst>
            </p:cNvPr>
            <p:cNvSpPr/>
            <p:nvPr/>
          </p:nvSpPr>
          <p:spPr>
            <a:xfrm>
              <a:off x="4391200" y="2604250"/>
              <a:ext cx="190775" cy="182150"/>
            </a:xfrm>
            <a:custGeom>
              <a:avLst/>
              <a:gdLst/>
              <a:ahLst/>
              <a:cxnLst/>
              <a:rect l="l" t="t" r="r" b="b"/>
              <a:pathLst>
                <a:path w="7631" h="7286" extrusionOk="0">
                  <a:moveTo>
                    <a:pt x="3604" y="2877"/>
                  </a:moveTo>
                  <a:lnTo>
                    <a:pt x="3668" y="3119"/>
                  </a:lnTo>
                  <a:lnTo>
                    <a:pt x="3821" y="3119"/>
                  </a:lnTo>
                  <a:lnTo>
                    <a:pt x="3821" y="3260"/>
                  </a:lnTo>
                  <a:lnTo>
                    <a:pt x="3706" y="3349"/>
                  </a:lnTo>
                  <a:lnTo>
                    <a:pt x="3527" y="3170"/>
                  </a:lnTo>
                  <a:lnTo>
                    <a:pt x="3604" y="2877"/>
                  </a:lnTo>
                  <a:close/>
                  <a:moveTo>
                    <a:pt x="4051" y="4014"/>
                  </a:moveTo>
                  <a:lnTo>
                    <a:pt x="3949" y="4206"/>
                  </a:lnTo>
                  <a:lnTo>
                    <a:pt x="4294" y="4206"/>
                  </a:lnTo>
                  <a:lnTo>
                    <a:pt x="4064" y="4397"/>
                  </a:lnTo>
                  <a:lnTo>
                    <a:pt x="3821" y="4282"/>
                  </a:lnTo>
                  <a:lnTo>
                    <a:pt x="3821" y="4014"/>
                  </a:lnTo>
                  <a:close/>
                  <a:moveTo>
                    <a:pt x="3221" y="1"/>
                  </a:moveTo>
                  <a:lnTo>
                    <a:pt x="2863" y="231"/>
                  </a:lnTo>
                  <a:lnTo>
                    <a:pt x="2812" y="397"/>
                  </a:lnTo>
                  <a:lnTo>
                    <a:pt x="2799" y="423"/>
                  </a:lnTo>
                  <a:lnTo>
                    <a:pt x="2441" y="691"/>
                  </a:lnTo>
                  <a:lnTo>
                    <a:pt x="2416" y="704"/>
                  </a:lnTo>
                  <a:lnTo>
                    <a:pt x="2262" y="704"/>
                  </a:lnTo>
                  <a:lnTo>
                    <a:pt x="1917" y="1011"/>
                  </a:lnTo>
                  <a:lnTo>
                    <a:pt x="2122" y="1381"/>
                  </a:lnTo>
                  <a:lnTo>
                    <a:pt x="2122" y="1394"/>
                  </a:lnTo>
                  <a:lnTo>
                    <a:pt x="2109" y="1420"/>
                  </a:lnTo>
                  <a:lnTo>
                    <a:pt x="2019" y="1547"/>
                  </a:lnTo>
                  <a:lnTo>
                    <a:pt x="1904" y="1956"/>
                  </a:lnTo>
                  <a:lnTo>
                    <a:pt x="1904" y="2468"/>
                  </a:lnTo>
                  <a:lnTo>
                    <a:pt x="1904" y="2493"/>
                  </a:lnTo>
                  <a:lnTo>
                    <a:pt x="1674" y="2800"/>
                  </a:lnTo>
                  <a:lnTo>
                    <a:pt x="1662" y="2813"/>
                  </a:lnTo>
                  <a:lnTo>
                    <a:pt x="51" y="3490"/>
                  </a:lnTo>
                  <a:lnTo>
                    <a:pt x="0" y="3528"/>
                  </a:lnTo>
                  <a:lnTo>
                    <a:pt x="268" y="4295"/>
                  </a:lnTo>
                  <a:lnTo>
                    <a:pt x="268" y="4321"/>
                  </a:lnTo>
                  <a:lnTo>
                    <a:pt x="256" y="4334"/>
                  </a:lnTo>
                  <a:lnTo>
                    <a:pt x="205" y="4397"/>
                  </a:lnTo>
                  <a:lnTo>
                    <a:pt x="205" y="4436"/>
                  </a:lnTo>
                  <a:lnTo>
                    <a:pt x="409" y="4436"/>
                  </a:lnTo>
                  <a:lnTo>
                    <a:pt x="435" y="4449"/>
                  </a:lnTo>
                  <a:lnTo>
                    <a:pt x="435" y="4474"/>
                  </a:lnTo>
                  <a:lnTo>
                    <a:pt x="435" y="4551"/>
                  </a:lnTo>
                  <a:lnTo>
                    <a:pt x="435" y="4564"/>
                  </a:lnTo>
                  <a:lnTo>
                    <a:pt x="396" y="4627"/>
                  </a:lnTo>
                  <a:lnTo>
                    <a:pt x="1112" y="4730"/>
                  </a:lnTo>
                  <a:lnTo>
                    <a:pt x="1125" y="4730"/>
                  </a:lnTo>
                  <a:lnTo>
                    <a:pt x="2262" y="5318"/>
                  </a:lnTo>
                  <a:lnTo>
                    <a:pt x="2262" y="5330"/>
                  </a:lnTo>
                  <a:lnTo>
                    <a:pt x="2850" y="5701"/>
                  </a:lnTo>
                  <a:lnTo>
                    <a:pt x="4409" y="6992"/>
                  </a:lnTo>
                  <a:lnTo>
                    <a:pt x="4984" y="7158"/>
                  </a:lnTo>
                  <a:lnTo>
                    <a:pt x="5547" y="7158"/>
                  </a:lnTo>
                  <a:lnTo>
                    <a:pt x="5560" y="7171"/>
                  </a:lnTo>
                  <a:lnTo>
                    <a:pt x="5828" y="7286"/>
                  </a:lnTo>
                  <a:lnTo>
                    <a:pt x="6148" y="7171"/>
                  </a:lnTo>
                  <a:lnTo>
                    <a:pt x="6173" y="7171"/>
                  </a:lnTo>
                  <a:lnTo>
                    <a:pt x="6211" y="7184"/>
                  </a:lnTo>
                  <a:lnTo>
                    <a:pt x="6365" y="6813"/>
                  </a:lnTo>
                  <a:lnTo>
                    <a:pt x="6365" y="6800"/>
                  </a:lnTo>
                  <a:lnTo>
                    <a:pt x="6646" y="6468"/>
                  </a:lnTo>
                  <a:lnTo>
                    <a:pt x="6672" y="6455"/>
                  </a:lnTo>
                  <a:lnTo>
                    <a:pt x="6965" y="6378"/>
                  </a:lnTo>
                  <a:lnTo>
                    <a:pt x="6978" y="6378"/>
                  </a:lnTo>
                  <a:lnTo>
                    <a:pt x="7311" y="6455"/>
                  </a:lnTo>
                  <a:lnTo>
                    <a:pt x="7323" y="6468"/>
                  </a:lnTo>
                  <a:lnTo>
                    <a:pt x="7336" y="6481"/>
                  </a:lnTo>
                  <a:lnTo>
                    <a:pt x="7387" y="6634"/>
                  </a:lnTo>
                  <a:lnTo>
                    <a:pt x="7489" y="6621"/>
                  </a:lnTo>
                  <a:lnTo>
                    <a:pt x="7477" y="6570"/>
                  </a:lnTo>
                  <a:lnTo>
                    <a:pt x="7617" y="6519"/>
                  </a:lnTo>
                  <a:lnTo>
                    <a:pt x="7630" y="6519"/>
                  </a:lnTo>
                  <a:lnTo>
                    <a:pt x="7566" y="6442"/>
                  </a:lnTo>
                  <a:lnTo>
                    <a:pt x="7323" y="6123"/>
                  </a:lnTo>
                  <a:lnTo>
                    <a:pt x="7311" y="6097"/>
                  </a:lnTo>
                  <a:lnTo>
                    <a:pt x="7311" y="5714"/>
                  </a:lnTo>
                  <a:lnTo>
                    <a:pt x="6991" y="5714"/>
                  </a:lnTo>
                  <a:lnTo>
                    <a:pt x="6965" y="5701"/>
                  </a:lnTo>
                  <a:lnTo>
                    <a:pt x="6953" y="5675"/>
                  </a:lnTo>
                  <a:lnTo>
                    <a:pt x="6953" y="5177"/>
                  </a:lnTo>
                  <a:lnTo>
                    <a:pt x="6965" y="5151"/>
                  </a:lnTo>
                  <a:lnTo>
                    <a:pt x="6978" y="5139"/>
                  </a:lnTo>
                  <a:lnTo>
                    <a:pt x="7170" y="5036"/>
                  </a:lnTo>
                  <a:lnTo>
                    <a:pt x="7119" y="4883"/>
                  </a:lnTo>
                  <a:lnTo>
                    <a:pt x="6620" y="4385"/>
                  </a:lnTo>
                  <a:lnTo>
                    <a:pt x="5892" y="3873"/>
                  </a:lnTo>
                  <a:lnTo>
                    <a:pt x="5636" y="3822"/>
                  </a:lnTo>
                  <a:lnTo>
                    <a:pt x="5624" y="3822"/>
                  </a:lnTo>
                  <a:lnTo>
                    <a:pt x="5611" y="3797"/>
                  </a:lnTo>
                  <a:lnTo>
                    <a:pt x="5611" y="3426"/>
                  </a:lnTo>
                  <a:lnTo>
                    <a:pt x="5483" y="3349"/>
                  </a:lnTo>
                  <a:lnTo>
                    <a:pt x="5470" y="3337"/>
                  </a:lnTo>
                  <a:lnTo>
                    <a:pt x="5393" y="3183"/>
                  </a:lnTo>
                  <a:lnTo>
                    <a:pt x="5202" y="2966"/>
                  </a:lnTo>
                  <a:lnTo>
                    <a:pt x="5189" y="2953"/>
                  </a:lnTo>
                  <a:lnTo>
                    <a:pt x="5189" y="2928"/>
                  </a:lnTo>
                  <a:lnTo>
                    <a:pt x="5432" y="2327"/>
                  </a:lnTo>
                  <a:lnTo>
                    <a:pt x="5445" y="2314"/>
                  </a:lnTo>
                  <a:lnTo>
                    <a:pt x="5777" y="2007"/>
                  </a:lnTo>
                  <a:lnTo>
                    <a:pt x="5841" y="1829"/>
                  </a:lnTo>
                  <a:lnTo>
                    <a:pt x="5751" y="1637"/>
                  </a:lnTo>
                  <a:lnTo>
                    <a:pt x="5751" y="1611"/>
                  </a:lnTo>
                  <a:lnTo>
                    <a:pt x="5751" y="1598"/>
                  </a:lnTo>
                  <a:lnTo>
                    <a:pt x="5879" y="1445"/>
                  </a:lnTo>
                  <a:lnTo>
                    <a:pt x="5777" y="1356"/>
                  </a:lnTo>
                  <a:lnTo>
                    <a:pt x="5508" y="1356"/>
                  </a:lnTo>
                  <a:lnTo>
                    <a:pt x="5483" y="1343"/>
                  </a:lnTo>
                  <a:lnTo>
                    <a:pt x="5202" y="1100"/>
                  </a:lnTo>
                  <a:lnTo>
                    <a:pt x="5189" y="1074"/>
                  </a:lnTo>
                  <a:lnTo>
                    <a:pt x="5189" y="678"/>
                  </a:lnTo>
                  <a:lnTo>
                    <a:pt x="4895" y="525"/>
                  </a:lnTo>
                  <a:lnTo>
                    <a:pt x="4869" y="512"/>
                  </a:lnTo>
                  <a:lnTo>
                    <a:pt x="4703" y="167"/>
                  </a:lnTo>
                  <a:lnTo>
                    <a:pt x="4333" y="410"/>
                  </a:lnTo>
                  <a:lnTo>
                    <a:pt x="4294" y="410"/>
                  </a:lnTo>
                  <a:lnTo>
                    <a:pt x="4282" y="397"/>
                  </a:lnTo>
                  <a:lnTo>
                    <a:pt x="4282" y="384"/>
                  </a:lnTo>
                  <a:lnTo>
                    <a:pt x="4167" y="1"/>
                  </a:lnTo>
                  <a:lnTo>
                    <a:pt x="3643" y="90"/>
                  </a:lnTo>
                  <a:lnTo>
                    <a:pt x="3630" y="90"/>
                  </a:lnTo>
                  <a:lnTo>
                    <a:pt x="322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845;p78">
              <a:extLst>
                <a:ext uri="{FF2B5EF4-FFF2-40B4-BE49-F238E27FC236}">
                  <a16:creationId xmlns:a16="http://schemas.microsoft.com/office/drawing/2014/main" id="{61E03C21-F95A-9A19-E2C7-1D8E0B27E423}"/>
                </a:ext>
              </a:extLst>
            </p:cNvPr>
            <p:cNvSpPr/>
            <p:nvPr/>
          </p:nvSpPr>
          <p:spPr>
            <a:xfrm>
              <a:off x="6191975" y="2608100"/>
              <a:ext cx="3225" cy="3225"/>
            </a:xfrm>
            <a:custGeom>
              <a:avLst/>
              <a:gdLst/>
              <a:ahLst/>
              <a:cxnLst/>
              <a:rect l="l" t="t" r="r" b="b"/>
              <a:pathLst>
                <a:path w="129" h="129" extrusionOk="0">
                  <a:moveTo>
                    <a:pt x="26" y="0"/>
                  </a:moveTo>
                  <a:lnTo>
                    <a:pt x="1" y="128"/>
                  </a:lnTo>
                  <a:lnTo>
                    <a:pt x="103" y="128"/>
                  </a:lnTo>
                  <a:lnTo>
                    <a:pt x="12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846;p78">
              <a:extLst>
                <a:ext uri="{FF2B5EF4-FFF2-40B4-BE49-F238E27FC236}">
                  <a16:creationId xmlns:a16="http://schemas.microsoft.com/office/drawing/2014/main" id="{94F0D0DA-41C5-9F37-F13D-855E15715500}"/>
                </a:ext>
              </a:extLst>
            </p:cNvPr>
            <p:cNvSpPr/>
            <p:nvPr/>
          </p:nvSpPr>
          <p:spPr>
            <a:xfrm>
              <a:off x="4651925" y="2846775"/>
              <a:ext cx="89150" cy="75425"/>
            </a:xfrm>
            <a:custGeom>
              <a:avLst/>
              <a:gdLst/>
              <a:ahLst/>
              <a:cxnLst/>
              <a:rect l="l" t="t" r="r" b="b"/>
              <a:pathLst>
                <a:path w="3566" h="3017" extrusionOk="0">
                  <a:moveTo>
                    <a:pt x="3361" y="0"/>
                  </a:moveTo>
                  <a:lnTo>
                    <a:pt x="3234" y="230"/>
                  </a:lnTo>
                  <a:lnTo>
                    <a:pt x="3093" y="448"/>
                  </a:lnTo>
                  <a:lnTo>
                    <a:pt x="2825" y="652"/>
                  </a:lnTo>
                  <a:lnTo>
                    <a:pt x="2403" y="1151"/>
                  </a:lnTo>
                  <a:lnTo>
                    <a:pt x="1892" y="1687"/>
                  </a:lnTo>
                  <a:lnTo>
                    <a:pt x="1201" y="1981"/>
                  </a:lnTo>
                  <a:lnTo>
                    <a:pt x="294" y="1828"/>
                  </a:lnTo>
                  <a:lnTo>
                    <a:pt x="0" y="1956"/>
                  </a:lnTo>
                  <a:lnTo>
                    <a:pt x="537" y="2850"/>
                  </a:lnTo>
                  <a:lnTo>
                    <a:pt x="1470" y="2850"/>
                  </a:lnTo>
                  <a:lnTo>
                    <a:pt x="1495" y="2863"/>
                  </a:lnTo>
                  <a:lnTo>
                    <a:pt x="1738" y="3017"/>
                  </a:lnTo>
                  <a:lnTo>
                    <a:pt x="2492" y="3017"/>
                  </a:lnTo>
                  <a:lnTo>
                    <a:pt x="2582" y="2620"/>
                  </a:lnTo>
                  <a:lnTo>
                    <a:pt x="2582" y="2608"/>
                  </a:lnTo>
                  <a:lnTo>
                    <a:pt x="2812" y="2199"/>
                  </a:lnTo>
                  <a:lnTo>
                    <a:pt x="2812" y="1981"/>
                  </a:lnTo>
                  <a:lnTo>
                    <a:pt x="2825" y="1956"/>
                  </a:lnTo>
                  <a:lnTo>
                    <a:pt x="2837" y="1943"/>
                  </a:lnTo>
                  <a:lnTo>
                    <a:pt x="3131" y="1879"/>
                  </a:lnTo>
                  <a:lnTo>
                    <a:pt x="3131" y="1777"/>
                  </a:lnTo>
                  <a:lnTo>
                    <a:pt x="3055" y="1777"/>
                  </a:lnTo>
                  <a:lnTo>
                    <a:pt x="3016" y="1764"/>
                  </a:lnTo>
                  <a:lnTo>
                    <a:pt x="3016" y="1726"/>
                  </a:lnTo>
                  <a:lnTo>
                    <a:pt x="3080" y="1163"/>
                  </a:lnTo>
                  <a:lnTo>
                    <a:pt x="3093" y="1138"/>
                  </a:lnTo>
                  <a:lnTo>
                    <a:pt x="3144" y="1074"/>
                  </a:lnTo>
                  <a:lnTo>
                    <a:pt x="3157" y="1074"/>
                  </a:lnTo>
                  <a:lnTo>
                    <a:pt x="3170" y="1061"/>
                  </a:lnTo>
                  <a:lnTo>
                    <a:pt x="3182" y="1074"/>
                  </a:lnTo>
                  <a:lnTo>
                    <a:pt x="3195" y="1087"/>
                  </a:lnTo>
                  <a:lnTo>
                    <a:pt x="3310" y="1266"/>
                  </a:lnTo>
                  <a:lnTo>
                    <a:pt x="3566" y="1202"/>
                  </a:lnTo>
                  <a:lnTo>
                    <a:pt x="3489" y="908"/>
                  </a:lnTo>
                  <a:lnTo>
                    <a:pt x="3528" y="665"/>
                  </a:lnTo>
                  <a:lnTo>
                    <a:pt x="3349" y="486"/>
                  </a:lnTo>
                  <a:lnTo>
                    <a:pt x="3528" y="282"/>
                  </a:lnTo>
                  <a:lnTo>
                    <a:pt x="352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847;p78">
              <a:extLst>
                <a:ext uri="{FF2B5EF4-FFF2-40B4-BE49-F238E27FC236}">
                  <a16:creationId xmlns:a16="http://schemas.microsoft.com/office/drawing/2014/main" id="{B340FF8D-C271-2F93-AA66-93ACAD372A30}"/>
                </a:ext>
              </a:extLst>
            </p:cNvPr>
            <p:cNvSpPr/>
            <p:nvPr/>
          </p:nvSpPr>
          <p:spPr>
            <a:xfrm>
              <a:off x="6069600" y="2469750"/>
              <a:ext cx="133600" cy="131025"/>
            </a:xfrm>
            <a:custGeom>
              <a:avLst/>
              <a:gdLst/>
              <a:ahLst/>
              <a:cxnLst/>
              <a:rect l="l" t="t" r="r" b="b"/>
              <a:pathLst>
                <a:path w="5344" h="5241" extrusionOk="0">
                  <a:moveTo>
                    <a:pt x="4551" y="0"/>
                  </a:moveTo>
                  <a:lnTo>
                    <a:pt x="4500" y="230"/>
                  </a:lnTo>
                  <a:lnTo>
                    <a:pt x="4359" y="652"/>
                  </a:lnTo>
                  <a:lnTo>
                    <a:pt x="4346" y="678"/>
                  </a:lnTo>
                  <a:lnTo>
                    <a:pt x="4116" y="678"/>
                  </a:lnTo>
                  <a:lnTo>
                    <a:pt x="3848" y="1138"/>
                  </a:lnTo>
                  <a:lnTo>
                    <a:pt x="3835" y="1151"/>
                  </a:lnTo>
                  <a:lnTo>
                    <a:pt x="2992" y="1151"/>
                  </a:lnTo>
                  <a:lnTo>
                    <a:pt x="3094" y="1253"/>
                  </a:lnTo>
                  <a:lnTo>
                    <a:pt x="3107" y="1278"/>
                  </a:lnTo>
                  <a:lnTo>
                    <a:pt x="3170" y="1738"/>
                  </a:lnTo>
                  <a:lnTo>
                    <a:pt x="3170" y="1751"/>
                  </a:lnTo>
                  <a:lnTo>
                    <a:pt x="3170" y="1764"/>
                  </a:lnTo>
                  <a:lnTo>
                    <a:pt x="3145" y="1777"/>
                  </a:lnTo>
                  <a:lnTo>
                    <a:pt x="3132" y="1777"/>
                  </a:lnTo>
                  <a:lnTo>
                    <a:pt x="2544" y="1649"/>
                  </a:lnTo>
                  <a:lnTo>
                    <a:pt x="2531" y="1649"/>
                  </a:lnTo>
                  <a:lnTo>
                    <a:pt x="2084" y="1214"/>
                  </a:lnTo>
                  <a:lnTo>
                    <a:pt x="1918" y="1368"/>
                  </a:lnTo>
                  <a:lnTo>
                    <a:pt x="1918" y="1649"/>
                  </a:lnTo>
                  <a:lnTo>
                    <a:pt x="1918" y="1675"/>
                  </a:lnTo>
                  <a:lnTo>
                    <a:pt x="1509" y="2237"/>
                  </a:lnTo>
                  <a:lnTo>
                    <a:pt x="1496" y="2250"/>
                  </a:lnTo>
                  <a:lnTo>
                    <a:pt x="1228" y="2250"/>
                  </a:lnTo>
                  <a:lnTo>
                    <a:pt x="1062" y="2467"/>
                  </a:lnTo>
                  <a:lnTo>
                    <a:pt x="1049" y="2492"/>
                  </a:lnTo>
                  <a:lnTo>
                    <a:pt x="717" y="2556"/>
                  </a:lnTo>
                  <a:lnTo>
                    <a:pt x="269" y="2914"/>
                  </a:lnTo>
                  <a:lnTo>
                    <a:pt x="269" y="2927"/>
                  </a:lnTo>
                  <a:lnTo>
                    <a:pt x="78" y="2991"/>
                  </a:lnTo>
                  <a:lnTo>
                    <a:pt x="1" y="3234"/>
                  </a:lnTo>
                  <a:lnTo>
                    <a:pt x="282" y="3425"/>
                  </a:lnTo>
                  <a:lnTo>
                    <a:pt x="435" y="3413"/>
                  </a:lnTo>
                  <a:lnTo>
                    <a:pt x="614" y="3451"/>
                  </a:lnTo>
                  <a:lnTo>
                    <a:pt x="819" y="3566"/>
                  </a:lnTo>
                  <a:lnTo>
                    <a:pt x="947" y="3732"/>
                  </a:lnTo>
                  <a:lnTo>
                    <a:pt x="780" y="3911"/>
                  </a:lnTo>
                  <a:lnTo>
                    <a:pt x="857" y="4154"/>
                  </a:lnTo>
                  <a:lnTo>
                    <a:pt x="947" y="4256"/>
                  </a:lnTo>
                  <a:lnTo>
                    <a:pt x="806" y="4371"/>
                  </a:lnTo>
                  <a:lnTo>
                    <a:pt x="499" y="4473"/>
                  </a:lnTo>
                  <a:lnTo>
                    <a:pt x="397" y="4589"/>
                  </a:lnTo>
                  <a:lnTo>
                    <a:pt x="448" y="4767"/>
                  </a:lnTo>
                  <a:lnTo>
                    <a:pt x="474" y="4844"/>
                  </a:lnTo>
                  <a:lnTo>
                    <a:pt x="640" y="4844"/>
                  </a:lnTo>
                  <a:lnTo>
                    <a:pt x="665" y="4895"/>
                  </a:lnTo>
                  <a:lnTo>
                    <a:pt x="665" y="4934"/>
                  </a:lnTo>
                  <a:lnTo>
                    <a:pt x="665" y="4959"/>
                  </a:lnTo>
                  <a:lnTo>
                    <a:pt x="589" y="5049"/>
                  </a:lnTo>
                  <a:lnTo>
                    <a:pt x="806" y="5049"/>
                  </a:lnTo>
                  <a:lnTo>
                    <a:pt x="883" y="5240"/>
                  </a:lnTo>
                  <a:lnTo>
                    <a:pt x="959" y="5215"/>
                  </a:lnTo>
                  <a:lnTo>
                    <a:pt x="1036" y="5100"/>
                  </a:lnTo>
                  <a:lnTo>
                    <a:pt x="1138" y="4972"/>
                  </a:lnTo>
                  <a:lnTo>
                    <a:pt x="1304" y="5049"/>
                  </a:lnTo>
                  <a:lnTo>
                    <a:pt x="1432" y="5176"/>
                  </a:lnTo>
                  <a:lnTo>
                    <a:pt x="1624" y="5113"/>
                  </a:lnTo>
                  <a:lnTo>
                    <a:pt x="1726" y="5176"/>
                  </a:lnTo>
                  <a:lnTo>
                    <a:pt x="1995" y="4882"/>
                  </a:lnTo>
                  <a:lnTo>
                    <a:pt x="1995" y="4870"/>
                  </a:lnTo>
                  <a:lnTo>
                    <a:pt x="2378" y="4563"/>
                  </a:lnTo>
                  <a:lnTo>
                    <a:pt x="2404" y="4550"/>
                  </a:lnTo>
                  <a:lnTo>
                    <a:pt x="2966" y="4550"/>
                  </a:lnTo>
                  <a:lnTo>
                    <a:pt x="3375" y="4243"/>
                  </a:lnTo>
                  <a:lnTo>
                    <a:pt x="3362" y="4231"/>
                  </a:lnTo>
                  <a:lnTo>
                    <a:pt x="3298" y="4243"/>
                  </a:lnTo>
                  <a:lnTo>
                    <a:pt x="3107" y="4026"/>
                  </a:lnTo>
                  <a:lnTo>
                    <a:pt x="2685" y="3886"/>
                  </a:lnTo>
                  <a:lnTo>
                    <a:pt x="2570" y="3451"/>
                  </a:lnTo>
                  <a:lnTo>
                    <a:pt x="2455" y="3362"/>
                  </a:lnTo>
                  <a:lnTo>
                    <a:pt x="2608" y="3221"/>
                  </a:lnTo>
                  <a:lnTo>
                    <a:pt x="2646" y="3259"/>
                  </a:lnTo>
                  <a:lnTo>
                    <a:pt x="2685" y="3285"/>
                  </a:lnTo>
                  <a:lnTo>
                    <a:pt x="2698" y="3298"/>
                  </a:lnTo>
                  <a:lnTo>
                    <a:pt x="2710" y="3285"/>
                  </a:lnTo>
                  <a:lnTo>
                    <a:pt x="2749" y="3259"/>
                  </a:lnTo>
                  <a:lnTo>
                    <a:pt x="2825" y="3221"/>
                  </a:lnTo>
                  <a:lnTo>
                    <a:pt x="2928" y="3195"/>
                  </a:lnTo>
                  <a:lnTo>
                    <a:pt x="3107" y="3183"/>
                  </a:lnTo>
                  <a:lnTo>
                    <a:pt x="3260" y="3068"/>
                  </a:lnTo>
                  <a:lnTo>
                    <a:pt x="3554" y="2825"/>
                  </a:lnTo>
                  <a:lnTo>
                    <a:pt x="3784" y="2812"/>
                  </a:lnTo>
                  <a:lnTo>
                    <a:pt x="3809" y="2671"/>
                  </a:lnTo>
                  <a:lnTo>
                    <a:pt x="3912" y="2569"/>
                  </a:lnTo>
                  <a:lnTo>
                    <a:pt x="4129" y="2556"/>
                  </a:lnTo>
                  <a:lnTo>
                    <a:pt x="4423" y="2250"/>
                  </a:lnTo>
                  <a:lnTo>
                    <a:pt x="4397" y="2058"/>
                  </a:lnTo>
                  <a:lnTo>
                    <a:pt x="4564" y="2020"/>
                  </a:lnTo>
                  <a:lnTo>
                    <a:pt x="4564" y="1764"/>
                  </a:lnTo>
                  <a:lnTo>
                    <a:pt x="4359" y="1751"/>
                  </a:lnTo>
                  <a:lnTo>
                    <a:pt x="4346" y="1534"/>
                  </a:lnTo>
                  <a:lnTo>
                    <a:pt x="4576" y="1355"/>
                  </a:lnTo>
                  <a:lnTo>
                    <a:pt x="4883" y="984"/>
                  </a:lnTo>
                  <a:lnTo>
                    <a:pt x="5241" y="997"/>
                  </a:lnTo>
                  <a:lnTo>
                    <a:pt x="5343" y="857"/>
                  </a:lnTo>
                  <a:lnTo>
                    <a:pt x="5266" y="614"/>
                  </a:lnTo>
                  <a:lnTo>
                    <a:pt x="5254" y="486"/>
                  </a:lnTo>
                  <a:lnTo>
                    <a:pt x="5241" y="486"/>
                  </a:lnTo>
                  <a:lnTo>
                    <a:pt x="4896" y="473"/>
                  </a:lnTo>
                  <a:lnTo>
                    <a:pt x="4870" y="460"/>
                  </a:lnTo>
                  <a:lnTo>
                    <a:pt x="4857" y="448"/>
                  </a:lnTo>
                  <a:lnTo>
                    <a:pt x="4806" y="243"/>
                  </a:lnTo>
                  <a:lnTo>
                    <a:pt x="455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848;p78">
              <a:extLst>
                <a:ext uri="{FF2B5EF4-FFF2-40B4-BE49-F238E27FC236}">
                  <a16:creationId xmlns:a16="http://schemas.microsoft.com/office/drawing/2014/main" id="{B7A32B6F-AD03-E35F-F29D-9C8BDD1C9BCF}"/>
                </a:ext>
              </a:extLst>
            </p:cNvPr>
            <p:cNvSpPr/>
            <p:nvPr/>
          </p:nvSpPr>
          <p:spPr>
            <a:xfrm>
              <a:off x="6193900" y="2710650"/>
              <a:ext cx="4825" cy="3550"/>
            </a:xfrm>
            <a:custGeom>
              <a:avLst/>
              <a:gdLst/>
              <a:ahLst/>
              <a:cxnLst/>
              <a:rect l="l" t="t" r="r" b="b"/>
              <a:pathLst>
                <a:path w="193" h="142" extrusionOk="0">
                  <a:moveTo>
                    <a:pt x="141" y="1"/>
                  </a:moveTo>
                  <a:lnTo>
                    <a:pt x="52" y="26"/>
                  </a:lnTo>
                  <a:lnTo>
                    <a:pt x="1" y="78"/>
                  </a:lnTo>
                  <a:lnTo>
                    <a:pt x="26" y="141"/>
                  </a:lnTo>
                  <a:lnTo>
                    <a:pt x="154" y="129"/>
                  </a:lnTo>
                  <a:lnTo>
                    <a:pt x="192" y="39"/>
                  </a:lnTo>
                  <a:lnTo>
                    <a:pt x="14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849;p78">
              <a:extLst>
                <a:ext uri="{FF2B5EF4-FFF2-40B4-BE49-F238E27FC236}">
                  <a16:creationId xmlns:a16="http://schemas.microsoft.com/office/drawing/2014/main" id="{FBBD8D57-C685-3C99-EBE7-1C2ED9C34E66}"/>
                </a:ext>
              </a:extLst>
            </p:cNvPr>
            <p:cNvSpPr/>
            <p:nvPr/>
          </p:nvSpPr>
          <p:spPr>
            <a:xfrm>
              <a:off x="6188150" y="2709375"/>
              <a:ext cx="5450" cy="8325"/>
            </a:xfrm>
            <a:custGeom>
              <a:avLst/>
              <a:gdLst/>
              <a:ahLst/>
              <a:cxnLst/>
              <a:rect l="l" t="t" r="r" b="b"/>
              <a:pathLst>
                <a:path w="218" h="333" extrusionOk="0">
                  <a:moveTo>
                    <a:pt x="90" y="1"/>
                  </a:moveTo>
                  <a:lnTo>
                    <a:pt x="0" y="192"/>
                  </a:lnTo>
                  <a:lnTo>
                    <a:pt x="26" y="244"/>
                  </a:lnTo>
                  <a:lnTo>
                    <a:pt x="39" y="333"/>
                  </a:lnTo>
                  <a:lnTo>
                    <a:pt x="90" y="307"/>
                  </a:lnTo>
                  <a:lnTo>
                    <a:pt x="192" y="205"/>
                  </a:lnTo>
                  <a:lnTo>
                    <a:pt x="218" y="39"/>
                  </a:lnTo>
                  <a:lnTo>
                    <a:pt x="9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850;p78">
              <a:extLst>
                <a:ext uri="{FF2B5EF4-FFF2-40B4-BE49-F238E27FC236}">
                  <a16:creationId xmlns:a16="http://schemas.microsoft.com/office/drawing/2014/main" id="{D352E648-0814-1223-E6A3-5B10564570B0}"/>
                </a:ext>
              </a:extLst>
            </p:cNvPr>
            <p:cNvSpPr/>
            <p:nvPr/>
          </p:nvSpPr>
          <p:spPr>
            <a:xfrm>
              <a:off x="5190950" y="2757625"/>
              <a:ext cx="164875" cy="86925"/>
            </a:xfrm>
            <a:custGeom>
              <a:avLst/>
              <a:gdLst/>
              <a:ahLst/>
              <a:cxnLst/>
              <a:rect l="l" t="t" r="r" b="b"/>
              <a:pathLst>
                <a:path w="6595" h="3477" extrusionOk="0">
                  <a:moveTo>
                    <a:pt x="1444" y="1"/>
                  </a:moveTo>
                  <a:lnTo>
                    <a:pt x="971" y="358"/>
                  </a:lnTo>
                  <a:lnTo>
                    <a:pt x="933" y="358"/>
                  </a:lnTo>
                  <a:lnTo>
                    <a:pt x="780" y="243"/>
                  </a:lnTo>
                  <a:lnTo>
                    <a:pt x="473" y="448"/>
                  </a:lnTo>
                  <a:lnTo>
                    <a:pt x="383" y="665"/>
                  </a:lnTo>
                  <a:lnTo>
                    <a:pt x="294" y="831"/>
                  </a:lnTo>
                  <a:lnTo>
                    <a:pt x="281" y="831"/>
                  </a:lnTo>
                  <a:lnTo>
                    <a:pt x="153" y="1036"/>
                  </a:lnTo>
                  <a:lnTo>
                    <a:pt x="0" y="1266"/>
                  </a:lnTo>
                  <a:lnTo>
                    <a:pt x="486" y="1419"/>
                  </a:lnTo>
                  <a:lnTo>
                    <a:pt x="511" y="1419"/>
                  </a:lnTo>
                  <a:lnTo>
                    <a:pt x="703" y="1649"/>
                  </a:lnTo>
                  <a:lnTo>
                    <a:pt x="895" y="1649"/>
                  </a:lnTo>
                  <a:lnTo>
                    <a:pt x="907" y="1662"/>
                  </a:lnTo>
                  <a:lnTo>
                    <a:pt x="1150" y="1854"/>
                  </a:lnTo>
                  <a:lnTo>
                    <a:pt x="1163" y="1854"/>
                  </a:lnTo>
                  <a:lnTo>
                    <a:pt x="1393" y="2071"/>
                  </a:lnTo>
                  <a:lnTo>
                    <a:pt x="1636" y="2071"/>
                  </a:lnTo>
                  <a:lnTo>
                    <a:pt x="2045" y="2339"/>
                  </a:lnTo>
                  <a:lnTo>
                    <a:pt x="2058" y="2352"/>
                  </a:lnTo>
                  <a:lnTo>
                    <a:pt x="2326" y="2557"/>
                  </a:lnTo>
                  <a:lnTo>
                    <a:pt x="2505" y="2557"/>
                  </a:lnTo>
                  <a:lnTo>
                    <a:pt x="2658" y="2429"/>
                  </a:lnTo>
                  <a:lnTo>
                    <a:pt x="2684" y="2416"/>
                  </a:lnTo>
                  <a:lnTo>
                    <a:pt x="2697" y="2429"/>
                  </a:lnTo>
                  <a:lnTo>
                    <a:pt x="2952" y="2544"/>
                  </a:lnTo>
                  <a:lnTo>
                    <a:pt x="3119" y="2352"/>
                  </a:lnTo>
                  <a:lnTo>
                    <a:pt x="3144" y="2339"/>
                  </a:lnTo>
                  <a:lnTo>
                    <a:pt x="3157" y="2339"/>
                  </a:lnTo>
                  <a:lnTo>
                    <a:pt x="3745" y="2557"/>
                  </a:lnTo>
                  <a:lnTo>
                    <a:pt x="3758" y="2569"/>
                  </a:lnTo>
                  <a:lnTo>
                    <a:pt x="3770" y="2582"/>
                  </a:lnTo>
                  <a:lnTo>
                    <a:pt x="3770" y="2902"/>
                  </a:lnTo>
                  <a:lnTo>
                    <a:pt x="4205" y="3055"/>
                  </a:lnTo>
                  <a:lnTo>
                    <a:pt x="4358" y="2915"/>
                  </a:lnTo>
                  <a:lnTo>
                    <a:pt x="4384" y="2902"/>
                  </a:lnTo>
                  <a:lnTo>
                    <a:pt x="4409" y="2915"/>
                  </a:lnTo>
                  <a:lnTo>
                    <a:pt x="4729" y="3208"/>
                  </a:lnTo>
                  <a:lnTo>
                    <a:pt x="5087" y="3208"/>
                  </a:lnTo>
                  <a:lnTo>
                    <a:pt x="5112" y="3221"/>
                  </a:lnTo>
                  <a:lnTo>
                    <a:pt x="5381" y="3375"/>
                  </a:lnTo>
                  <a:lnTo>
                    <a:pt x="5611" y="3375"/>
                  </a:lnTo>
                  <a:lnTo>
                    <a:pt x="5802" y="3477"/>
                  </a:lnTo>
                  <a:lnTo>
                    <a:pt x="6326" y="3324"/>
                  </a:lnTo>
                  <a:lnTo>
                    <a:pt x="6595" y="3157"/>
                  </a:lnTo>
                  <a:lnTo>
                    <a:pt x="6314" y="2851"/>
                  </a:lnTo>
                  <a:lnTo>
                    <a:pt x="6301" y="2838"/>
                  </a:lnTo>
                  <a:lnTo>
                    <a:pt x="6301" y="2825"/>
                  </a:lnTo>
                  <a:lnTo>
                    <a:pt x="6480" y="2212"/>
                  </a:lnTo>
                  <a:lnTo>
                    <a:pt x="6403" y="2263"/>
                  </a:lnTo>
                  <a:lnTo>
                    <a:pt x="6378" y="2263"/>
                  </a:lnTo>
                  <a:lnTo>
                    <a:pt x="5726" y="2173"/>
                  </a:lnTo>
                  <a:lnTo>
                    <a:pt x="5266" y="2084"/>
                  </a:lnTo>
                  <a:lnTo>
                    <a:pt x="5266" y="2224"/>
                  </a:lnTo>
                  <a:lnTo>
                    <a:pt x="5266" y="2250"/>
                  </a:lnTo>
                  <a:lnTo>
                    <a:pt x="5253" y="2263"/>
                  </a:lnTo>
                  <a:lnTo>
                    <a:pt x="5227" y="2263"/>
                  </a:lnTo>
                  <a:lnTo>
                    <a:pt x="4997" y="2173"/>
                  </a:lnTo>
                  <a:lnTo>
                    <a:pt x="4844" y="2173"/>
                  </a:lnTo>
                  <a:lnTo>
                    <a:pt x="4818" y="2160"/>
                  </a:lnTo>
                  <a:lnTo>
                    <a:pt x="4601" y="1905"/>
                  </a:lnTo>
                  <a:lnTo>
                    <a:pt x="4307" y="1905"/>
                  </a:lnTo>
                  <a:lnTo>
                    <a:pt x="4294" y="1892"/>
                  </a:lnTo>
                  <a:lnTo>
                    <a:pt x="4282" y="1879"/>
                  </a:lnTo>
                  <a:lnTo>
                    <a:pt x="4205" y="1726"/>
                  </a:lnTo>
                  <a:lnTo>
                    <a:pt x="4051" y="1624"/>
                  </a:lnTo>
                  <a:lnTo>
                    <a:pt x="3783" y="1688"/>
                  </a:lnTo>
                  <a:lnTo>
                    <a:pt x="3758" y="1688"/>
                  </a:lnTo>
                  <a:lnTo>
                    <a:pt x="3502" y="1509"/>
                  </a:lnTo>
                  <a:lnTo>
                    <a:pt x="3502" y="1496"/>
                  </a:lnTo>
                  <a:lnTo>
                    <a:pt x="3259" y="1036"/>
                  </a:lnTo>
                  <a:lnTo>
                    <a:pt x="2786" y="1036"/>
                  </a:lnTo>
                  <a:lnTo>
                    <a:pt x="2761" y="1023"/>
                  </a:lnTo>
                  <a:lnTo>
                    <a:pt x="2748" y="1010"/>
                  </a:lnTo>
                  <a:lnTo>
                    <a:pt x="2582" y="678"/>
                  </a:lnTo>
                  <a:lnTo>
                    <a:pt x="2352" y="678"/>
                  </a:lnTo>
                  <a:lnTo>
                    <a:pt x="144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851;p78">
              <a:extLst>
                <a:ext uri="{FF2B5EF4-FFF2-40B4-BE49-F238E27FC236}">
                  <a16:creationId xmlns:a16="http://schemas.microsoft.com/office/drawing/2014/main" id="{A1D381E0-76DB-7A53-BD2C-0FADD7819E5A}"/>
                </a:ext>
              </a:extLst>
            </p:cNvPr>
            <p:cNvSpPr/>
            <p:nvPr/>
          </p:nvSpPr>
          <p:spPr>
            <a:xfrm>
              <a:off x="4823825" y="2580925"/>
              <a:ext cx="210250" cy="194625"/>
            </a:xfrm>
            <a:custGeom>
              <a:avLst/>
              <a:gdLst/>
              <a:ahLst/>
              <a:cxnLst/>
              <a:rect l="l" t="t" r="r" b="b"/>
              <a:pathLst>
                <a:path w="8410" h="7785" extrusionOk="0">
                  <a:moveTo>
                    <a:pt x="7771" y="1"/>
                  </a:moveTo>
                  <a:lnTo>
                    <a:pt x="7400" y="397"/>
                  </a:lnTo>
                  <a:lnTo>
                    <a:pt x="7400" y="806"/>
                  </a:lnTo>
                  <a:lnTo>
                    <a:pt x="6927" y="742"/>
                  </a:lnTo>
                  <a:lnTo>
                    <a:pt x="6735" y="1228"/>
                  </a:lnTo>
                  <a:lnTo>
                    <a:pt x="6569" y="1228"/>
                  </a:lnTo>
                  <a:lnTo>
                    <a:pt x="6352" y="985"/>
                  </a:lnTo>
                  <a:lnTo>
                    <a:pt x="5700" y="1317"/>
                  </a:lnTo>
                  <a:lnTo>
                    <a:pt x="5393" y="1087"/>
                  </a:lnTo>
                  <a:lnTo>
                    <a:pt x="4959" y="1087"/>
                  </a:lnTo>
                  <a:lnTo>
                    <a:pt x="4716" y="972"/>
                  </a:lnTo>
                  <a:lnTo>
                    <a:pt x="4345" y="972"/>
                  </a:lnTo>
                  <a:lnTo>
                    <a:pt x="3911" y="768"/>
                  </a:lnTo>
                  <a:lnTo>
                    <a:pt x="3655" y="959"/>
                  </a:lnTo>
                  <a:lnTo>
                    <a:pt x="3655" y="1087"/>
                  </a:lnTo>
                  <a:lnTo>
                    <a:pt x="3208" y="1087"/>
                  </a:lnTo>
                  <a:lnTo>
                    <a:pt x="3003" y="1969"/>
                  </a:lnTo>
                  <a:lnTo>
                    <a:pt x="2186" y="2212"/>
                  </a:lnTo>
                  <a:lnTo>
                    <a:pt x="1853" y="2404"/>
                  </a:lnTo>
                  <a:lnTo>
                    <a:pt x="1853" y="2685"/>
                  </a:lnTo>
                  <a:lnTo>
                    <a:pt x="1265" y="2966"/>
                  </a:lnTo>
                  <a:lnTo>
                    <a:pt x="818" y="2710"/>
                  </a:lnTo>
                  <a:lnTo>
                    <a:pt x="588" y="2698"/>
                  </a:lnTo>
                  <a:lnTo>
                    <a:pt x="460" y="2672"/>
                  </a:lnTo>
                  <a:lnTo>
                    <a:pt x="371" y="3337"/>
                  </a:lnTo>
                  <a:lnTo>
                    <a:pt x="51" y="3477"/>
                  </a:lnTo>
                  <a:lnTo>
                    <a:pt x="141" y="3733"/>
                  </a:lnTo>
                  <a:lnTo>
                    <a:pt x="0" y="4027"/>
                  </a:lnTo>
                  <a:lnTo>
                    <a:pt x="166" y="4436"/>
                  </a:lnTo>
                  <a:lnTo>
                    <a:pt x="0" y="4730"/>
                  </a:lnTo>
                  <a:lnTo>
                    <a:pt x="205" y="5036"/>
                  </a:lnTo>
                  <a:lnTo>
                    <a:pt x="205" y="6021"/>
                  </a:lnTo>
                  <a:lnTo>
                    <a:pt x="371" y="6136"/>
                  </a:lnTo>
                  <a:lnTo>
                    <a:pt x="754" y="6263"/>
                  </a:lnTo>
                  <a:lnTo>
                    <a:pt x="856" y="6391"/>
                  </a:lnTo>
                  <a:lnTo>
                    <a:pt x="665" y="6557"/>
                  </a:lnTo>
                  <a:lnTo>
                    <a:pt x="959" y="6723"/>
                  </a:lnTo>
                  <a:lnTo>
                    <a:pt x="959" y="6787"/>
                  </a:lnTo>
                  <a:lnTo>
                    <a:pt x="243" y="7299"/>
                  </a:lnTo>
                  <a:lnTo>
                    <a:pt x="435" y="7669"/>
                  </a:lnTo>
                  <a:lnTo>
                    <a:pt x="818" y="7772"/>
                  </a:lnTo>
                  <a:lnTo>
                    <a:pt x="2122" y="7784"/>
                  </a:lnTo>
                  <a:lnTo>
                    <a:pt x="3796" y="7337"/>
                  </a:lnTo>
                  <a:lnTo>
                    <a:pt x="3809" y="6621"/>
                  </a:lnTo>
                  <a:lnTo>
                    <a:pt x="4179" y="6263"/>
                  </a:lnTo>
                  <a:lnTo>
                    <a:pt x="4933" y="6289"/>
                  </a:lnTo>
                  <a:lnTo>
                    <a:pt x="4972" y="5931"/>
                  </a:lnTo>
                  <a:lnTo>
                    <a:pt x="5419" y="5714"/>
                  </a:lnTo>
                  <a:lnTo>
                    <a:pt x="5866" y="5854"/>
                  </a:lnTo>
                  <a:lnTo>
                    <a:pt x="6160" y="5714"/>
                  </a:lnTo>
                  <a:lnTo>
                    <a:pt x="6135" y="5113"/>
                  </a:lnTo>
                  <a:lnTo>
                    <a:pt x="6505" y="4666"/>
                  </a:lnTo>
                  <a:lnTo>
                    <a:pt x="6838" y="4564"/>
                  </a:lnTo>
                  <a:lnTo>
                    <a:pt x="6812" y="4142"/>
                  </a:lnTo>
                  <a:lnTo>
                    <a:pt x="6544" y="3950"/>
                  </a:lnTo>
                  <a:lnTo>
                    <a:pt x="6787" y="3695"/>
                  </a:lnTo>
                  <a:lnTo>
                    <a:pt x="7349" y="3707"/>
                  </a:lnTo>
                  <a:lnTo>
                    <a:pt x="7579" y="3605"/>
                  </a:lnTo>
                  <a:lnTo>
                    <a:pt x="7464" y="3298"/>
                  </a:lnTo>
                  <a:lnTo>
                    <a:pt x="7924" y="2940"/>
                  </a:lnTo>
                  <a:lnTo>
                    <a:pt x="8026" y="2519"/>
                  </a:lnTo>
                  <a:lnTo>
                    <a:pt x="7668" y="1982"/>
                  </a:lnTo>
                  <a:lnTo>
                    <a:pt x="8410" y="1471"/>
                  </a:lnTo>
                  <a:lnTo>
                    <a:pt x="8410" y="653"/>
                  </a:lnTo>
                  <a:lnTo>
                    <a:pt x="8282" y="550"/>
                  </a:lnTo>
                  <a:lnTo>
                    <a:pt x="816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852;p78">
              <a:extLst>
                <a:ext uri="{FF2B5EF4-FFF2-40B4-BE49-F238E27FC236}">
                  <a16:creationId xmlns:a16="http://schemas.microsoft.com/office/drawing/2014/main" id="{51D2EB41-FCFA-5D6A-DE07-65EA1D522846}"/>
                </a:ext>
              </a:extLst>
            </p:cNvPr>
            <p:cNvSpPr/>
            <p:nvPr/>
          </p:nvSpPr>
          <p:spPr>
            <a:xfrm>
              <a:off x="4658300" y="2480600"/>
              <a:ext cx="277050" cy="172250"/>
            </a:xfrm>
            <a:custGeom>
              <a:avLst/>
              <a:gdLst/>
              <a:ahLst/>
              <a:cxnLst/>
              <a:rect l="l" t="t" r="r" b="b"/>
              <a:pathLst>
                <a:path w="11082" h="6890" extrusionOk="0">
                  <a:moveTo>
                    <a:pt x="4538" y="1"/>
                  </a:moveTo>
                  <a:lnTo>
                    <a:pt x="4717" y="423"/>
                  </a:lnTo>
                  <a:lnTo>
                    <a:pt x="4372" y="218"/>
                  </a:lnTo>
                  <a:lnTo>
                    <a:pt x="4231" y="346"/>
                  </a:lnTo>
                  <a:lnTo>
                    <a:pt x="4231" y="525"/>
                  </a:lnTo>
                  <a:lnTo>
                    <a:pt x="4321" y="538"/>
                  </a:lnTo>
                  <a:lnTo>
                    <a:pt x="4308" y="717"/>
                  </a:lnTo>
                  <a:lnTo>
                    <a:pt x="4499" y="998"/>
                  </a:lnTo>
                  <a:lnTo>
                    <a:pt x="4499" y="1074"/>
                  </a:lnTo>
                  <a:lnTo>
                    <a:pt x="4167" y="1215"/>
                  </a:lnTo>
                  <a:lnTo>
                    <a:pt x="3912" y="832"/>
                  </a:lnTo>
                  <a:lnTo>
                    <a:pt x="3963" y="538"/>
                  </a:lnTo>
                  <a:lnTo>
                    <a:pt x="3771" y="384"/>
                  </a:lnTo>
                  <a:lnTo>
                    <a:pt x="3579" y="768"/>
                  </a:lnTo>
                  <a:lnTo>
                    <a:pt x="3669" y="1241"/>
                  </a:lnTo>
                  <a:lnTo>
                    <a:pt x="3554" y="1534"/>
                  </a:lnTo>
                  <a:lnTo>
                    <a:pt x="2736" y="1368"/>
                  </a:lnTo>
                  <a:lnTo>
                    <a:pt x="2403" y="1547"/>
                  </a:lnTo>
                  <a:lnTo>
                    <a:pt x="2046" y="1023"/>
                  </a:lnTo>
                  <a:lnTo>
                    <a:pt x="1432" y="474"/>
                  </a:lnTo>
                  <a:lnTo>
                    <a:pt x="895" y="448"/>
                  </a:lnTo>
                  <a:lnTo>
                    <a:pt x="397" y="576"/>
                  </a:lnTo>
                  <a:lnTo>
                    <a:pt x="1" y="934"/>
                  </a:lnTo>
                  <a:lnTo>
                    <a:pt x="39" y="1241"/>
                  </a:lnTo>
                  <a:lnTo>
                    <a:pt x="269" y="1368"/>
                  </a:lnTo>
                  <a:lnTo>
                    <a:pt x="346" y="1241"/>
                  </a:lnTo>
                  <a:lnTo>
                    <a:pt x="384" y="755"/>
                  </a:lnTo>
                  <a:lnTo>
                    <a:pt x="704" y="665"/>
                  </a:lnTo>
                  <a:lnTo>
                    <a:pt x="1061" y="589"/>
                  </a:lnTo>
                  <a:lnTo>
                    <a:pt x="1202" y="1036"/>
                  </a:lnTo>
                  <a:lnTo>
                    <a:pt x="1432" y="1343"/>
                  </a:lnTo>
                  <a:lnTo>
                    <a:pt x="1777" y="1496"/>
                  </a:lnTo>
                  <a:lnTo>
                    <a:pt x="1764" y="1726"/>
                  </a:lnTo>
                  <a:lnTo>
                    <a:pt x="1522" y="1777"/>
                  </a:lnTo>
                  <a:lnTo>
                    <a:pt x="1419" y="1803"/>
                  </a:lnTo>
                  <a:lnTo>
                    <a:pt x="1343" y="1828"/>
                  </a:lnTo>
                  <a:lnTo>
                    <a:pt x="1304" y="1854"/>
                  </a:lnTo>
                  <a:lnTo>
                    <a:pt x="1266" y="1880"/>
                  </a:lnTo>
                  <a:lnTo>
                    <a:pt x="1087" y="1880"/>
                  </a:lnTo>
                  <a:lnTo>
                    <a:pt x="972" y="1701"/>
                  </a:lnTo>
                  <a:lnTo>
                    <a:pt x="716" y="1688"/>
                  </a:lnTo>
                  <a:lnTo>
                    <a:pt x="499" y="1662"/>
                  </a:lnTo>
                  <a:lnTo>
                    <a:pt x="333" y="1407"/>
                  </a:lnTo>
                  <a:lnTo>
                    <a:pt x="359" y="1816"/>
                  </a:lnTo>
                  <a:lnTo>
                    <a:pt x="295" y="1982"/>
                  </a:lnTo>
                  <a:lnTo>
                    <a:pt x="141" y="2097"/>
                  </a:lnTo>
                  <a:lnTo>
                    <a:pt x="128" y="2429"/>
                  </a:lnTo>
                  <a:lnTo>
                    <a:pt x="422" y="2557"/>
                  </a:lnTo>
                  <a:lnTo>
                    <a:pt x="793" y="2685"/>
                  </a:lnTo>
                  <a:lnTo>
                    <a:pt x="831" y="2876"/>
                  </a:lnTo>
                  <a:lnTo>
                    <a:pt x="652" y="3030"/>
                  </a:lnTo>
                  <a:lnTo>
                    <a:pt x="486" y="3119"/>
                  </a:lnTo>
                  <a:lnTo>
                    <a:pt x="512" y="3273"/>
                  </a:lnTo>
                  <a:lnTo>
                    <a:pt x="972" y="3311"/>
                  </a:lnTo>
                  <a:lnTo>
                    <a:pt x="1125" y="3515"/>
                  </a:lnTo>
                  <a:lnTo>
                    <a:pt x="1061" y="3924"/>
                  </a:lnTo>
                  <a:lnTo>
                    <a:pt x="1087" y="4410"/>
                  </a:lnTo>
                  <a:lnTo>
                    <a:pt x="1164" y="4551"/>
                  </a:lnTo>
                  <a:lnTo>
                    <a:pt x="1330" y="4909"/>
                  </a:lnTo>
                  <a:lnTo>
                    <a:pt x="1892" y="4845"/>
                  </a:lnTo>
                  <a:lnTo>
                    <a:pt x="1892" y="4500"/>
                  </a:lnTo>
                  <a:lnTo>
                    <a:pt x="2685" y="4193"/>
                  </a:lnTo>
                  <a:lnTo>
                    <a:pt x="3081" y="4321"/>
                  </a:lnTo>
                  <a:lnTo>
                    <a:pt x="3477" y="4103"/>
                  </a:lnTo>
                  <a:lnTo>
                    <a:pt x="3950" y="4116"/>
                  </a:lnTo>
                  <a:lnTo>
                    <a:pt x="4154" y="4359"/>
                  </a:lnTo>
                  <a:lnTo>
                    <a:pt x="4896" y="4576"/>
                  </a:lnTo>
                  <a:lnTo>
                    <a:pt x="5138" y="4576"/>
                  </a:lnTo>
                  <a:lnTo>
                    <a:pt x="5624" y="4742"/>
                  </a:lnTo>
                  <a:lnTo>
                    <a:pt x="5803" y="5126"/>
                  </a:lnTo>
                  <a:lnTo>
                    <a:pt x="6123" y="5190"/>
                  </a:lnTo>
                  <a:lnTo>
                    <a:pt x="6391" y="5496"/>
                  </a:lnTo>
                  <a:lnTo>
                    <a:pt x="7043" y="5496"/>
                  </a:lnTo>
                  <a:lnTo>
                    <a:pt x="7107" y="6493"/>
                  </a:lnTo>
                  <a:lnTo>
                    <a:pt x="7094" y="6608"/>
                  </a:lnTo>
                  <a:lnTo>
                    <a:pt x="7222" y="6647"/>
                  </a:lnTo>
                  <a:lnTo>
                    <a:pt x="7452" y="6647"/>
                  </a:lnTo>
                  <a:lnTo>
                    <a:pt x="7886" y="6890"/>
                  </a:lnTo>
                  <a:lnTo>
                    <a:pt x="8398" y="6659"/>
                  </a:lnTo>
                  <a:lnTo>
                    <a:pt x="8398" y="6378"/>
                  </a:lnTo>
                  <a:lnTo>
                    <a:pt x="8781" y="6148"/>
                  </a:lnTo>
                  <a:lnTo>
                    <a:pt x="9561" y="5918"/>
                  </a:lnTo>
                  <a:lnTo>
                    <a:pt x="9778" y="5024"/>
                  </a:lnTo>
                  <a:lnTo>
                    <a:pt x="10200" y="5024"/>
                  </a:lnTo>
                  <a:lnTo>
                    <a:pt x="10200" y="4934"/>
                  </a:lnTo>
                  <a:lnTo>
                    <a:pt x="10519" y="4691"/>
                  </a:lnTo>
                  <a:lnTo>
                    <a:pt x="10992" y="4909"/>
                  </a:lnTo>
                  <a:lnTo>
                    <a:pt x="11081" y="4909"/>
                  </a:lnTo>
                  <a:lnTo>
                    <a:pt x="11081" y="4410"/>
                  </a:lnTo>
                  <a:lnTo>
                    <a:pt x="10570" y="4180"/>
                  </a:lnTo>
                  <a:lnTo>
                    <a:pt x="10110" y="4180"/>
                  </a:lnTo>
                  <a:lnTo>
                    <a:pt x="9612" y="3835"/>
                  </a:lnTo>
                  <a:lnTo>
                    <a:pt x="8193" y="2902"/>
                  </a:lnTo>
                  <a:lnTo>
                    <a:pt x="7720" y="2710"/>
                  </a:lnTo>
                  <a:lnTo>
                    <a:pt x="7861" y="2135"/>
                  </a:lnTo>
                  <a:lnTo>
                    <a:pt x="7580" y="2046"/>
                  </a:lnTo>
                  <a:lnTo>
                    <a:pt x="7580" y="1675"/>
                  </a:lnTo>
                  <a:lnTo>
                    <a:pt x="7235" y="1432"/>
                  </a:lnTo>
                  <a:lnTo>
                    <a:pt x="6902" y="1534"/>
                  </a:lnTo>
                  <a:lnTo>
                    <a:pt x="6544" y="1432"/>
                  </a:lnTo>
                  <a:lnTo>
                    <a:pt x="6199" y="1432"/>
                  </a:lnTo>
                  <a:lnTo>
                    <a:pt x="5944" y="1266"/>
                  </a:lnTo>
                  <a:lnTo>
                    <a:pt x="5944" y="768"/>
                  </a:lnTo>
                  <a:lnTo>
                    <a:pt x="5854" y="474"/>
                  </a:lnTo>
                  <a:lnTo>
                    <a:pt x="5650" y="371"/>
                  </a:lnTo>
                  <a:lnTo>
                    <a:pt x="5381" y="371"/>
                  </a:lnTo>
                  <a:lnTo>
                    <a:pt x="5279" y="256"/>
                  </a:lnTo>
                  <a:lnTo>
                    <a:pt x="5138" y="256"/>
                  </a:lnTo>
                  <a:lnTo>
                    <a:pt x="490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853;p78">
              <a:extLst>
                <a:ext uri="{FF2B5EF4-FFF2-40B4-BE49-F238E27FC236}">
                  <a16:creationId xmlns:a16="http://schemas.microsoft.com/office/drawing/2014/main" id="{F42A30E0-6A5C-060C-7347-9A6ACB70C5EE}"/>
                </a:ext>
              </a:extLst>
            </p:cNvPr>
            <p:cNvSpPr/>
            <p:nvPr/>
          </p:nvSpPr>
          <p:spPr>
            <a:xfrm>
              <a:off x="4946825" y="2525350"/>
              <a:ext cx="143800" cy="91075"/>
            </a:xfrm>
            <a:custGeom>
              <a:avLst/>
              <a:gdLst/>
              <a:ahLst/>
              <a:cxnLst/>
              <a:rect l="l" t="t" r="r" b="b"/>
              <a:pathLst>
                <a:path w="5752" h="3643" extrusionOk="0">
                  <a:moveTo>
                    <a:pt x="2365" y="0"/>
                  </a:moveTo>
                  <a:lnTo>
                    <a:pt x="2071" y="102"/>
                  </a:lnTo>
                  <a:lnTo>
                    <a:pt x="1841" y="358"/>
                  </a:lnTo>
                  <a:lnTo>
                    <a:pt x="1573" y="614"/>
                  </a:lnTo>
                  <a:lnTo>
                    <a:pt x="1215" y="690"/>
                  </a:lnTo>
                  <a:lnTo>
                    <a:pt x="1317" y="933"/>
                  </a:lnTo>
                  <a:lnTo>
                    <a:pt x="1036" y="959"/>
                  </a:lnTo>
                  <a:lnTo>
                    <a:pt x="1125" y="1253"/>
                  </a:lnTo>
                  <a:lnTo>
                    <a:pt x="154" y="1253"/>
                  </a:lnTo>
                  <a:lnTo>
                    <a:pt x="1" y="1432"/>
                  </a:lnTo>
                  <a:lnTo>
                    <a:pt x="128" y="1687"/>
                  </a:lnTo>
                  <a:lnTo>
                    <a:pt x="691" y="1687"/>
                  </a:lnTo>
                  <a:lnTo>
                    <a:pt x="729" y="2160"/>
                  </a:lnTo>
                  <a:lnTo>
                    <a:pt x="870" y="2237"/>
                  </a:lnTo>
                  <a:lnTo>
                    <a:pt x="1049" y="2607"/>
                  </a:lnTo>
                  <a:lnTo>
                    <a:pt x="767" y="2850"/>
                  </a:lnTo>
                  <a:lnTo>
                    <a:pt x="729" y="3400"/>
                  </a:lnTo>
                  <a:lnTo>
                    <a:pt x="793" y="3451"/>
                  </a:lnTo>
                  <a:lnTo>
                    <a:pt x="1445" y="3106"/>
                  </a:lnTo>
                  <a:lnTo>
                    <a:pt x="1675" y="3374"/>
                  </a:lnTo>
                  <a:lnTo>
                    <a:pt x="1764" y="3374"/>
                  </a:lnTo>
                  <a:lnTo>
                    <a:pt x="1956" y="2889"/>
                  </a:lnTo>
                  <a:lnTo>
                    <a:pt x="2403" y="2940"/>
                  </a:lnTo>
                  <a:lnTo>
                    <a:pt x="2403" y="2582"/>
                  </a:lnTo>
                  <a:lnTo>
                    <a:pt x="2825" y="2147"/>
                  </a:lnTo>
                  <a:lnTo>
                    <a:pt x="3311" y="2147"/>
                  </a:lnTo>
                  <a:lnTo>
                    <a:pt x="3426" y="2735"/>
                  </a:lnTo>
                  <a:lnTo>
                    <a:pt x="3566" y="2825"/>
                  </a:lnTo>
                  <a:lnTo>
                    <a:pt x="3566" y="3643"/>
                  </a:lnTo>
                  <a:lnTo>
                    <a:pt x="4461" y="3515"/>
                  </a:lnTo>
                  <a:lnTo>
                    <a:pt x="5177" y="3515"/>
                  </a:lnTo>
                  <a:lnTo>
                    <a:pt x="5381" y="3361"/>
                  </a:lnTo>
                  <a:lnTo>
                    <a:pt x="5343" y="3055"/>
                  </a:lnTo>
                  <a:lnTo>
                    <a:pt x="5752" y="3055"/>
                  </a:lnTo>
                  <a:lnTo>
                    <a:pt x="5624" y="2812"/>
                  </a:lnTo>
                  <a:lnTo>
                    <a:pt x="5714" y="2595"/>
                  </a:lnTo>
                  <a:lnTo>
                    <a:pt x="5547" y="2441"/>
                  </a:lnTo>
                  <a:lnTo>
                    <a:pt x="5560" y="2186"/>
                  </a:lnTo>
                  <a:lnTo>
                    <a:pt x="5202" y="1968"/>
                  </a:lnTo>
                  <a:lnTo>
                    <a:pt x="4959" y="1994"/>
                  </a:lnTo>
                  <a:lnTo>
                    <a:pt x="4551" y="1240"/>
                  </a:lnTo>
                  <a:lnTo>
                    <a:pt x="4602" y="1201"/>
                  </a:lnTo>
                  <a:lnTo>
                    <a:pt x="4065" y="1176"/>
                  </a:lnTo>
                  <a:lnTo>
                    <a:pt x="3490" y="1483"/>
                  </a:lnTo>
                  <a:lnTo>
                    <a:pt x="3490" y="1265"/>
                  </a:lnTo>
                  <a:lnTo>
                    <a:pt x="3209" y="1201"/>
                  </a:lnTo>
                  <a:lnTo>
                    <a:pt x="2915" y="1368"/>
                  </a:lnTo>
                  <a:lnTo>
                    <a:pt x="2736" y="1201"/>
                  </a:lnTo>
                  <a:lnTo>
                    <a:pt x="2454" y="1368"/>
                  </a:lnTo>
                  <a:lnTo>
                    <a:pt x="2071" y="1368"/>
                  </a:lnTo>
                  <a:lnTo>
                    <a:pt x="1662" y="1240"/>
                  </a:lnTo>
                  <a:lnTo>
                    <a:pt x="1879" y="741"/>
                  </a:lnTo>
                  <a:lnTo>
                    <a:pt x="2339" y="677"/>
                  </a:lnTo>
                  <a:lnTo>
                    <a:pt x="2531" y="307"/>
                  </a:lnTo>
                  <a:lnTo>
                    <a:pt x="2633" y="166"/>
                  </a:lnTo>
                  <a:lnTo>
                    <a:pt x="236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854;p78">
              <a:extLst>
                <a:ext uri="{FF2B5EF4-FFF2-40B4-BE49-F238E27FC236}">
                  <a16:creationId xmlns:a16="http://schemas.microsoft.com/office/drawing/2014/main" id="{4E68AC67-BBDA-9DE4-D5F8-135842C3C1E4}"/>
                </a:ext>
              </a:extLst>
            </p:cNvPr>
            <p:cNvSpPr/>
            <p:nvPr/>
          </p:nvSpPr>
          <p:spPr>
            <a:xfrm>
              <a:off x="4727650" y="2412875"/>
              <a:ext cx="337750" cy="196200"/>
            </a:xfrm>
            <a:custGeom>
              <a:avLst/>
              <a:gdLst/>
              <a:ahLst/>
              <a:cxnLst/>
              <a:rect l="l" t="t" r="r" b="b"/>
              <a:pathLst>
                <a:path w="13510" h="7848" extrusionOk="0">
                  <a:moveTo>
                    <a:pt x="2032" y="0"/>
                  </a:moveTo>
                  <a:lnTo>
                    <a:pt x="0" y="563"/>
                  </a:lnTo>
                  <a:lnTo>
                    <a:pt x="0" y="4013"/>
                  </a:lnTo>
                  <a:lnTo>
                    <a:pt x="741" y="4167"/>
                  </a:lnTo>
                  <a:lnTo>
                    <a:pt x="818" y="3950"/>
                  </a:lnTo>
                  <a:lnTo>
                    <a:pt x="716" y="3464"/>
                  </a:lnTo>
                  <a:lnTo>
                    <a:pt x="971" y="2978"/>
                  </a:lnTo>
                  <a:lnTo>
                    <a:pt x="1265" y="3208"/>
                  </a:lnTo>
                  <a:lnTo>
                    <a:pt x="1393" y="3208"/>
                  </a:lnTo>
                  <a:lnTo>
                    <a:pt x="1393" y="3017"/>
                  </a:lnTo>
                  <a:lnTo>
                    <a:pt x="1598" y="2838"/>
                  </a:lnTo>
                  <a:lnTo>
                    <a:pt x="1789" y="2953"/>
                  </a:lnTo>
                  <a:lnTo>
                    <a:pt x="1649" y="2633"/>
                  </a:lnTo>
                  <a:lnTo>
                    <a:pt x="2160" y="2633"/>
                  </a:lnTo>
                  <a:lnTo>
                    <a:pt x="2390" y="2889"/>
                  </a:lnTo>
                  <a:lnTo>
                    <a:pt x="2543" y="2889"/>
                  </a:lnTo>
                  <a:lnTo>
                    <a:pt x="2646" y="3004"/>
                  </a:lnTo>
                  <a:lnTo>
                    <a:pt x="2901" y="3004"/>
                  </a:lnTo>
                  <a:lnTo>
                    <a:pt x="3144" y="3119"/>
                  </a:lnTo>
                  <a:lnTo>
                    <a:pt x="3246" y="3464"/>
                  </a:lnTo>
                  <a:lnTo>
                    <a:pt x="3246" y="3937"/>
                  </a:lnTo>
                  <a:lnTo>
                    <a:pt x="3451" y="4065"/>
                  </a:lnTo>
                  <a:lnTo>
                    <a:pt x="3796" y="4065"/>
                  </a:lnTo>
                  <a:lnTo>
                    <a:pt x="4128" y="4167"/>
                  </a:lnTo>
                  <a:lnTo>
                    <a:pt x="4473" y="4065"/>
                  </a:lnTo>
                  <a:lnTo>
                    <a:pt x="4882" y="4346"/>
                  </a:lnTo>
                  <a:lnTo>
                    <a:pt x="4882" y="4704"/>
                  </a:lnTo>
                  <a:lnTo>
                    <a:pt x="5176" y="4793"/>
                  </a:lnTo>
                  <a:lnTo>
                    <a:pt x="5036" y="5381"/>
                  </a:lnTo>
                  <a:lnTo>
                    <a:pt x="5457" y="5547"/>
                  </a:lnTo>
                  <a:lnTo>
                    <a:pt x="6876" y="6480"/>
                  </a:lnTo>
                  <a:lnTo>
                    <a:pt x="7362" y="6812"/>
                  </a:lnTo>
                  <a:lnTo>
                    <a:pt x="7822" y="6812"/>
                  </a:lnTo>
                  <a:lnTo>
                    <a:pt x="8384" y="7068"/>
                  </a:lnTo>
                  <a:lnTo>
                    <a:pt x="8384" y="7618"/>
                  </a:lnTo>
                  <a:lnTo>
                    <a:pt x="8576" y="7618"/>
                  </a:lnTo>
                  <a:lnTo>
                    <a:pt x="8819" y="7733"/>
                  </a:lnTo>
                  <a:lnTo>
                    <a:pt x="9266" y="7733"/>
                  </a:lnTo>
                  <a:lnTo>
                    <a:pt x="9419" y="7848"/>
                  </a:lnTo>
                  <a:lnTo>
                    <a:pt x="9458" y="7311"/>
                  </a:lnTo>
                  <a:lnTo>
                    <a:pt x="9713" y="7094"/>
                  </a:lnTo>
                  <a:lnTo>
                    <a:pt x="9586" y="6787"/>
                  </a:lnTo>
                  <a:lnTo>
                    <a:pt x="9419" y="6710"/>
                  </a:lnTo>
                  <a:lnTo>
                    <a:pt x="9394" y="6263"/>
                  </a:lnTo>
                  <a:lnTo>
                    <a:pt x="8844" y="6263"/>
                  </a:lnTo>
                  <a:lnTo>
                    <a:pt x="8678" y="5918"/>
                  </a:lnTo>
                  <a:lnTo>
                    <a:pt x="8895" y="5675"/>
                  </a:lnTo>
                  <a:lnTo>
                    <a:pt x="9790" y="5675"/>
                  </a:lnTo>
                  <a:lnTo>
                    <a:pt x="9701" y="5394"/>
                  </a:lnTo>
                  <a:lnTo>
                    <a:pt x="9982" y="5368"/>
                  </a:lnTo>
                  <a:lnTo>
                    <a:pt x="9880" y="5138"/>
                  </a:lnTo>
                  <a:lnTo>
                    <a:pt x="10301" y="5036"/>
                  </a:lnTo>
                  <a:lnTo>
                    <a:pt x="10557" y="4806"/>
                  </a:lnTo>
                  <a:lnTo>
                    <a:pt x="10787" y="4537"/>
                  </a:lnTo>
                  <a:lnTo>
                    <a:pt x="11132" y="4422"/>
                  </a:lnTo>
                  <a:lnTo>
                    <a:pt x="11515" y="4640"/>
                  </a:lnTo>
                  <a:lnTo>
                    <a:pt x="11349" y="4844"/>
                  </a:lnTo>
                  <a:lnTo>
                    <a:pt x="11196" y="5164"/>
                  </a:lnTo>
                  <a:lnTo>
                    <a:pt x="11388" y="5125"/>
                  </a:lnTo>
                  <a:lnTo>
                    <a:pt x="11771" y="5023"/>
                  </a:lnTo>
                  <a:lnTo>
                    <a:pt x="12257" y="4921"/>
                  </a:lnTo>
                  <a:lnTo>
                    <a:pt x="12730" y="5023"/>
                  </a:lnTo>
                  <a:lnTo>
                    <a:pt x="13151" y="4614"/>
                  </a:lnTo>
                  <a:lnTo>
                    <a:pt x="13509" y="4550"/>
                  </a:lnTo>
                  <a:lnTo>
                    <a:pt x="12845" y="4231"/>
                  </a:lnTo>
                  <a:lnTo>
                    <a:pt x="12615" y="4013"/>
                  </a:lnTo>
                  <a:lnTo>
                    <a:pt x="12448" y="4243"/>
                  </a:lnTo>
                  <a:lnTo>
                    <a:pt x="11912" y="4371"/>
                  </a:lnTo>
                  <a:lnTo>
                    <a:pt x="11669" y="4103"/>
                  </a:lnTo>
                  <a:lnTo>
                    <a:pt x="11541" y="3822"/>
                  </a:lnTo>
                  <a:lnTo>
                    <a:pt x="11886" y="3464"/>
                  </a:lnTo>
                  <a:lnTo>
                    <a:pt x="11720" y="3259"/>
                  </a:lnTo>
                  <a:lnTo>
                    <a:pt x="11196" y="3745"/>
                  </a:lnTo>
                  <a:lnTo>
                    <a:pt x="10634" y="3988"/>
                  </a:lnTo>
                  <a:lnTo>
                    <a:pt x="10161" y="4371"/>
                  </a:lnTo>
                  <a:lnTo>
                    <a:pt x="10058" y="4691"/>
                  </a:lnTo>
                  <a:lnTo>
                    <a:pt x="9701" y="4691"/>
                  </a:lnTo>
                  <a:lnTo>
                    <a:pt x="9509" y="4243"/>
                  </a:lnTo>
                  <a:lnTo>
                    <a:pt x="8576" y="4243"/>
                  </a:lnTo>
                  <a:lnTo>
                    <a:pt x="8307" y="4065"/>
                  </a:lnTo>
                  <a:lnTo>
                    <a:pt x="8231" y="3489"/>
                  </a:lnTo>
                  <a:lnTo>
                    <a:pt x="7911" y="3272"/>
                  </a:lnTo>
                  <a:lnTo>
                    <a:pt x="7758" y="3144"/>
                  </a:lnTo>
                  <a:lnTo>
                    <a:pt x="8001" y="3017"/>
                  </a:lnTo>
                  <a:lnTo>
                    <a:pt x="8001" y="2467"/>
                  </a:lnTo>
                  <a:lnTo>
                    <a:pt x="7732" y="2493"/>
                  </a:lnTo>
                  <a:lnTo>
                    <a:pt x="7566" y="2288"/>
                  </a:lnTo>
                  <a:lnTo>
                    <a:pt x="7285" y="1905"/>
                  </a:lnTo>
                  <a:lnTo>
                    <a:pt x="6978" y="1738"/>
                  </a:lnTo>
                  <a:lnTo>
                    <a:pt x="6684" y="2045"/>
                  </a:lnTo>
                  <a:lnTo>
                    <a:pt x="5930" y="1905"/>
                  </a:lnTo>
                  <a:lnTo>
                    <a:pt x="4780" y="1905"/>
                  </a:lnTo>
                  <a:lnTo>
                    <a:pt x="4384" y="1623"/>
                  </a:lnTo>
                  <a:lnTo>
                    <a:pt x="3988" y="1151"/>
                  </a:lnTo>
                  <a:lnTo>
                    <a:pt x="3451" y="844"/>
                  </a:lnTo>
                  <a:lnTo>
                    <a:pt x="3451" y="895"/>
                  </a:lnTo>
                  <a:lnTo>
                    <a:pt x="3387" y="1023"/>
                  </a:lnTo>
                  <a:lnTo>
                    <a:pt x="3451" y="1189"/>
                  </a:lnTo>
                  <a:lnTo>
                    <a:pt x="3119" y="1419"/>
                  </a:lnTo>
                  <a:lnTo>
                    <a:pt x="3055" y="1278"/>
                  </a:lnTo>
                  <a:lnTo>
                    <a:pt x="2863" y="1023"/>
                  </a:lnTo>
                  <a:lnTo>
                    <a:pt x="2863" y="780"/>
                  </a:lnTo>
                  <a:lnTo>
                    <a:pt x="2965" y="639"/>
                  </a:lnTo>
                  <a:lnTo>
                    <a:pt x="2965" y="550"/>
                  </a:lnTo>
                  <a:lnTo>
                    <a:pt x="2480" y="269"/>
                  </a:lnTo>
                  <a:lnTo>
                    <a:pt x="2454" y="601"/>
                  </a:lnTo>
                  <a:lnTo>
                    <a:pt x="2441" y="946"/>
                  </a:lnTo>
                  <a:lnTo>
                    <a:pt x="2416" y="984"/>
                  </a:lnTo>
                  <a:lnTo>
                    <a:pt x="2364" y="1061"/>
                  </a:lnTo>
                  <a:lnTo>
                    <a:pt x="2275" y="1163"/>
                  </a:lnTo>
                  <a:lnTo>
                    <a:pt x="2173" y="1176"/>
                  </a:lnTo>
                  <a:lnTo>
                    <a:pt x="2109" y="1163"/>
                  </a:lnTo>
                  <a:lnTo>
                    <a:pt x="2083" y="1151"/>
                  </a:lnTo>
                  <a:lnTo>
                    <a:pt x="2083" y="1138"/>
                  </a:lnTo>
                  <a:lnTo>
                    <a:pt x="2058" y="921"/>
                  </a:lnTo>
                  <a:lnTo>
                    <a:pt x="2045" y="780"/>
                  </a:lnTo>
                  <a:lnTo>
                    <a:pt x="2045" y="690"/>
                  </a:lnTo>
                  <a:lnTo>
                    <a:pt x="2122" y="575"/>
                  </a:lnTo>
                  <a:lnTo>
                    <a:pt x="2173" y="460"/>
                  </a:lnTo>
                  <a:lnTo>
                    <a:pt x="2262" y="141"/>
                  </a:lnTo>
                  <a:lnTo>
                    <a:pt x="203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855;p78">
              <a:extLst>
                <a:ext uri="{FF2B5EF4-FFF2-40B4-BE49-F238E27FC236}">
                  <a16:creationId xmlns:a16="http://schemas.microsoft.com/office/drawing/2014/main" id="{CA12F925-CEB7-9F47-74D8-2B2129083176}"/>
                </a:ext>
              </a:extLst>
            </p:cNvPr>
            <p:cNvSpPr/>
            <p:nvPr/>
          </p:nvSpPr>
          <p:spPr>
            <a:xfrm>
              <a:off x="3663000" y="2486050"/>
              <a:ext cx="8650" cy="7675"/>
            </a:xfrm>
            <a:custGeom>
              <a:avLst/>
              <a:gdLst/>
              <a:ahLst/>
              <a:cxnLst/>
              <a:rect l="l" t="t" r="r" b="b"/>
              <a:pathLst>
                <a:path w="346" h="307" extrusionOk="0">
                  <a:moveTo>
                    <a:pt x="1" y="0"/>
                  </a:moveTo>
                  <a:lnTo>
                    <a:pt x="65" y="256"/>
                  </a:lnTo>
                  <a:lnTo>
                    <a:pt x="193" y="307"/>
                  </a:lnTo>
                  <a:lnTo>
                    <a:pt x="346" y="230"/>
                  </a:lnTo>
                  <a:lnTo>
                    <a:pt x="244" y="77"/>
                  </a:lnTo>
                  <a:lnTo>
                    <a:pt x="65" y="26"/>
                  </a:lnTo>
                  <a:lnTo>
                    <a:pt x="52" y="26"/>
                  </a:lnTo>
                  <a:lnTo>
                    <a:pt x="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856;p78">
              <a:extLst>
                <a:ext uri="{FF2B5EF4-FFF2-40B4-BE49-F238E27FC236}">
                  <a16:creationId xmlns:a16="http://schemas.microsoft.com/office/drawing/2014/main" id="{B29B25AA-912B-6A58-1E27-0438C762D577}"/>
                </a:ext>
              </a:extLst>
            </p:cNvPr>
            <p:cNvSpPr/>
            <p:nvPr/>
          </p:nvSpPr>
          <p:spPr>
            <a:xfrm>
              <a:off x="3282475" y="2810350"/>
              <a:ext cx="243475" cy="263625"/>
            </a:xfrm>
            <a:custGeom>
              <a:avLst/>
              <a:gdLst/>
              <a:ahLst/>
              <a:cxnLst/>
              <a:rect l="l" t="t" r="r" b="b"/>
              <a:pathLst>
                <a:path w="9739" h="10545" extrusionOk="0">
                  <a:moveTo>
                    <a:pt x="7285" y="0"/>
                  </a:moveTo>
                  <a:lnTo>
                    <a:pt x="7183" y="972"/>
                  </a:lnTo>
                  <a:lnTo>
                    <a:pt x="7170" y="1010"/>
                  </a:lnTo>
                  <a:lnTo>
                    <a:pt x="7132" y="1023"/>
                  </a:lnTo>
                  <a:lnTo>
                    <a:pt x="4678" y="997"/>
                  </a:lnTo>
                  <a:lnTo>
                    <a:pt x="4371" y="2914"/>
                  </a:lnTo>
                  <a:lnTo>
                    <a:pt x="4358" y="2940"/>
                  </a:lnTo>
                  <a:lnTo>
                    <a:pt x="4320" y="2953"/>
                  </a:lnTo>
                  <a:lnTo>
                    <a:pt x="3655" y="3093"/>
                  </a:lnTo>
                  <a:lnTo>
                    <a:pt x="3144" y="3362"/>
                  </a:lnTo>
                  <a:lnTo>
                    <a:pt x="3042" y="3822"/>
                  </a:lnTo>
                  <a:lnTo>
                    <a:pt x="3029" y="4652"/>
                  </a:lnTo>
                  <a:lnTo>
                    <a:pt x="3029" y="4665"/>
                  </a:lnTo>
                  <a:lnTo>
                    <a:pt x="3016" y="4691"/>
                  </a:lnTo>
                  <a:lnTo>
                    <a:pt x="2991" y="4691"/>
                  </a:lnTo>
                  <a:lnTo>
                    <a:pt x="2978" y="4704"/>
                  </a:lnTo>
                  <a:lnTo>
                    <a:pt x="256" y="4550"/>
                  </a:lnTo>
                  <a:lnTo>
                    <a:pt x="115" y="4908"/>
                  </a:lnTo>
                  <a:lnTo>
                    <a:pt x="217" y="4934"/>
                  </a:lnTo>
                  <a:lnTo>
                    <a:pt x="345" y="5036"/>
                  </a:lnTo>
                  <a:lnTo>
                    <a:pt x="550" y="5470"/>
                  </a:lnTo>
                  <a:lnTo>
                    <a:pt x="639" y="5994"/>
                  </a:lnTo>
                  <a:lnTo>
                    <a:pt x="486" y="6161"/>
                  </a:lnTo>
                  <a:lnTo>
                    <a:pt x="486" y="6314"/>
                  </a:lnTo>
                  <a:lnTo>
                    <a:pt x="422" y="6493"/>
                  </a:lnTo>
                  <a:lnTo>
                    <a:pt x="588" y="7221"/>
                  </a:lnTo>
                  <a:lnTo>
                    <a:pt x="294" y="8231"/>
                  </a:lnTo>
                  <a:lnTo>
                    <a:pt x="179" y="8410"/>
                  </a:lnTo>
                  <a:lnTo>
                    <a:pt x="102" y="8525"/>
                  </a:lnTo>
                  <a:lnTo>
                    <a:pt x="77" y="8602"/>
                  </a:lnTo>
                  <a:lnTo>
                    <a:pt x="0" y="9011"/>
                  </a:lnTo>
                  <a:lnTo>
                    <a:pt x="166" y="8755"/>
                  </a:lnTo>
                  <a:lnTo>
                    <a:pt x="192" y="8742"/>
                  </a:lnTo>
                  <a:lnTo>
                    <a:pt x="205" y="8730"/>
                  </a:lnTo>
                  <a:lnTo>
                    <a:pt x="230" y="8730"/>
                  </a:lnTo>
                  <a:lnTo>
                    <a:pt x="243" y="8742"/>
                  </a:lnTo>
                  <a:lnTo>
                    <a:pt x="409" y="8832"/>
                  </a:lnTo>
                  <a:lnTo>
                    <a:pt x="1010" y="8845"/>
                  </a:lnTo>
                  <a:lnTo>
                    <a:pt x="1253" y="8742"/>
                  </a:lnTo>
                  <a:lnTo>
                    <a:pt x="1291" y="8742"/>
                  </a:lnTo>
                  <a:lnTo>
                    <a:pt x="1457" y="8819"/>
                  </a:lnTo>
                  <a:lnTo>
                    <a:pt x="1751" y="8819"/>
                  </a:lnTo>
                  <a:lnTo>
                    <a:pt x="1777" y="8832"/>
                  </a:lnTo>
                  <a:lnTo>
                    <a:pt x="1789" y="8845"/>
                  </a:lnTo>
                  <a:lnTo>
                    <a:pt x="1994" y="9202"/>
                  </a:lnTo>
                  <a:lnTo>
                    <a:pt x="2365" y="9215"/>
                  </a:lnTo>
                  <a:lnTo>
                    <a:pt x="2403" y="9228"/>
                  </a:lnTo>
                  <a:lnTo>
                    <a:pt x="2416" y="9254"/>
                  </a:lnTo>
                  <a:lnTo>
                    <a:pt x="2543" y="9739"/>
                  </a:lnTo>
                  <a:lnTo>
                    <a:pt x="3323" y="10544"/>
                  </a:lnTo>
                  <a:lnTo>
                    <a:pt x="3451" y="10365"/>
                  </a:lnTo>
                  <a:lnTo>
                    <a:pt x="3464" y="10123"/>
                  </a:lnTo>
                  <a:lnTo>
                    <a:pt x="3464" y="10084"/>
                  </a:lnTo>
                  <a:lnTo>
                    <a:pt x="3489" y="10071"/>
                  </a:lnTo>
                  <a:lnTo>
                    <a:pt x="3988" y="9841"/>
                  </a:lnTo>
                  <a:lnTo>
                    <a:pt x="4013" y="9829"/>
                  </a:lnTo>
                  <a:lnTo>
                    <a:pt x="4052" y="9854"/>
                  </a:lnTo>
                  <a:lnTo>
                    <a:pt x="4397" y="10238"/>
                  </a:lnTo>
                  <a:lnTo>
                    <a:pt x="4499" y="10071"/>
                  </a:lnTo>
                  <a:lnTo>
                    <a:pt x="4524" y="10046"/>
                  </a:lnTo>
                  <a:lnTo>
                    <a:pt x="4550" y="10046"/>
                  </a:lnTo>
                  <a:lnTo>
                    <a:pt x="5176" y="10148"/>
                  </a:lnTo>
                  <a:lnTo>
                    <a:pt x="5534" y="9944"/>
                  </a:lnTo>
                  <a:lnTo>
                    <a:pt x="5560" y="9931"/>
                  </a:lnTo>
                  <a:lnTo>
                    <a:pt x="5573" y="9944"/>
                  </a:lnTo>
                  <a:lnTo>
                    <a:pt x="5803" y="10020"/>
                  </a:lnTo>
                  <a:lnTo>
                    <a:pt x="8576" y="10161"/>
                  </a:lnTo>
                  <a:lnTo>
                    <a:pt x="8883" y="9739"/>
                  </a:lnTo>
                  <a:lnTo>
                    <a:pt x="8653" y="9535"/>
                  </a:lnTo>
                  <a:lnTo>
                    <a:pt x="8640" y="9522"/>
                  </a:lnTo>
                  <a:lnTo>
                    <a:pt x="8627" y="9496"/>
                  </a:lnTo>
                  <a:lnTo>
                    <a:pt x="8525" y="2084"/>
                  </a:lnTo>
                  <a:lnTo>
                    <a:pt x="8525" y="2058"/>
                  </a:lnTo>
                  <a:lnTo>
                    <a:pt x="8538" y="2045"/>
                  </a:lnTo>
                  <a:lnTo>
                    <a:pt x="8550" y="2032"/>
                  </a:lnTo>
                  <a:lnTo>
                    <a:pt x="8576" y="2020"/>
                  </a:lnTo>
                  <a:lnTo>
                    <a:pt x="9739" y="2032"/>
                  </a:lnTo>
                  <a:lnTo>
                    <a:pt x="728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857;p78">
              <a:extLst>
                <a:ext uri="{FF2B5EF4-FFF2-40B4-BE49-F238E27FC236}">
                  <a16:creationId xmlns:a16="http://schemas.microsoft.com/office/drawing/2014/main" id="{E41B5B80-EFA6-9402-FD09-16F15BC964D2}"/>
                </a:ext>
              </a:extLst>
            </p:cNvPr>
            <p:cNvSpPr/>
            <p:nvPr/>
          </p:nvSpPr>
          <p:spPr>
            <a:xfrm>
              <a:off x="3366825" y="2863700"/>
              <a:ext cx="329750" cy="313475"/>
            </a:xfrm>
            <a:custGeom>
              <a:avLst/>
              <a:gdLst/>
              <a:ahLst/>
              <a:cxnLst/>
              <a:rect l="l" t="t" r="r" b="b"/>
              <a:pathLst>
                <a:path w="13190" h="12539" extrusionOk="0">
                  <a:moveTo>
                    <a:pt x="5253" y="1"/>
                  </a:moveTo>
                  <a:lnTo>
                    <a:pt x="5368" y="7337"/>
                  </a:lnTo>
                  <a:lnTo>
                    <a:pt x="5624" y="7567"/>
                  </a:lnTo>
                  <a:lnTo>
                    <a:pt x="5649" y="7592"/>
                  </a:lnTo>
                  <a:lnTo>
                    <a:pt x="5637" y="7631"/>
                  </a:lnTo>
                  <a:lnTo>
                    <a:pt x="5266" y="8116"/>
                  </a:lnTo>
                  <a:lnTo>
                    <a:pt x="5253" y="8142"/>
                  </a:lnTo>
                  <a:lnTo>
                    <a:pt x="5228" y="8142"/>
                  </a:lnTo>
                  <a:lnTo>
                    <a:pt x="2416" y="8001"/>
                  </a:lnTo>
                  <a:lnTo>
                    <a:pt x="2403" y="7989"/>
                  </a:lnTo>
                  <a:lnTo>
                    <a:pt x="2186" y="7912"/>
                  </a:lnTo>
                  <a:lnTo>
                    <a:pt x="1841" y="8116"/>
                  </a:lnTo>
                  <a:lnTo>
                    <a:pt x="1802" y="8116"/>
                  </a:lnTo>
                  <a:lnTo>
                    <a:pt x="1202" y="8027"/>
                  </a:lnTo>
                  <a:lnTo>
                    <a:pt x="1074" y="8219"/>
                  </a:lnTo>
                  <a:lnTo>
                    <a:pt x="1061" y="8231"/>
                  </a:lnTo>
                  <a:lnTo>
                    <a:pt x="1035" y="8244"/>
                  </a:lnTo>
                  <a:lnTo>
                    <a:pt x="1010" y="8244"/>
                  </a:lnTo>
                  <a:lnTo>
                    <a:pt x="984" y="8219"/>
                  </a:lnTo>
                  <a:lnTo>
                    <a:pt x="614" y="7822"/>
                  </a:lnTo>
                  <a:lnTo>
                    <a:pt x="192" y="8014"/>
                  </a:lnTo>
                  <a:lnTo>
                    <a:pt x="192" y="8244"/>
                  </a:lnTo>
                  <a:lnTo>
                    <a:pt x="179" y="8283"/>
                  </a:lnTo>
                  <a:lnTo>
                    <a:pt x="0" y="8513"/>
                  </a:lnTo>
                  <a:lnTo>
                    <a:pt x="0" y="8870"/>
                  </a:lnTo>
                  <a:lnTo>
                    <a:pt x="64" y="9407"/>
                  </a:lnTo>
                  <a:lnTo>
                    <a:pt x="345" y="9561"/>
                  </a:lnTo>
                  <a:lnTo>
                    <a:pt x="358" y="9586"/>
                  </a:lnTo>
                  <a:lnTo>
                    <a:pt x="371" y="9599"/>
                  </a:lnTo>
                  <a:lnTo>
                    <a:pt x="460" y="9970"/>
                  </a:lnTo>
                  <a:lnTo>
                    <a:pt x="460" y="10008"/>
                  </a:lnTo>
                  <a:lnTo>
                    <a:pt x="269" y="10391"/>
                  </a:lnTo>
                  <a:lnTo>
                    <a:pt x="396" y="10698"/>
                  </a:lnTo>
                  <a:lnTo>
                    <a:pt x="626" y="10698"/>
                  </a:lnTo>
                  <a:lnTo>
                    <a:pt x="652" y="10711"/>
                  </a:lnTo>
                  <a:lnTo>
                    <a:pt x="665" y="10724"/>
                  </a:lnTo>
                  <a:lnTo>
                    <a:pt x="780" y="10839"/>
                  </a:lnTo>
                  <a:lnTo>
                    <a:pt x="1074" y="10660"/>
                  </a:lnTo>
                  <a:lnTo>
                    <a:pt x="1112" y="10647"/>
                  </a:lnTo>
                  <a:lnTo>
                    <a:pt x="1138" y="10660"/>
                  </a:lnTo>
                  <a:lnTo>
                    <a:pt x="1406" y="10826"/>
                  </a:lnTo>
                  <a:lnTo>
                    <a:pt x="1905" y="10557"/>
                  </a:lnTo>
                  <a:lnTo>
                    <a:pt x="1930" y="10545"/>
                  </a:lnTo>
                  <a:lnTo>
                    <a:pt x="2122" y="10557"/>
                  </a:lnTo>
                  <a:lnTo>
                    <a:pt x="2147" y="10557"/>
                  </a:lnTo>
                  <a:lnTo>
                    <a:pt x="2160" y="10570"/>
                  </a:lnTo>
                  <a:lnTo>
                    <a:pt x="2173" y="10583"/>
                  </a:lnTo>
                  <a:lnTo>
                    <a:pt x="2173" y="10609"/>
                  </a:lnTo>
                  <a:lnTo>
                    <a:pt x="2173" y="10813"/>
                  </a:lnTo>
                  <a:lnTo>
                    <a:pt x="2377" y="10992"/>
                  </a:lnTo>
                  <a:lnTo>
                    <a:pt x="2390" y="11005"/>
                  </a:lnTo>
                  <a:lnTo>
                    <a:pt x="2390" y="11030"/>
                  </a:lnTo>
                  <a:lnTo>
                    <a:pt x="2339" y="11337"/>
                  </a:lnTo>
                  <a:lnTo>
                    <a:pt x="2582" y="11542"/>
                  </a:lnTo>
                  <a:lnTo>
                    <a:pt x="2595" y="11567"/>
                  </a:lnTo>
                  <a:lnTo>
                    <a:pt x="2595" y="11605"/>
                  </a:lnTo>
                  <a:lnTo>
                    <a:pt x="2480" y="11874"/>
                  </a:lnTo>
                  <a:lnTo>
                    <a:pt x="2518" y="11887"/>
                  </a:lnTo>
                  <a:lnTo>
                    <a:pt x="2735" y="11874"/>
                  </a:lnTo>
                  <a:lnTo>
                    <a:pt x="2761" y="11874"/>
                  </a:lnTo>
                  <a:lnTo>
                    <a:pt x="2786" y="11887"/>
                  </a:lnTo>
                  <a:lnTo>
                    <a:pt x="2799" y="11912"/>
                  </a:lnTo>
                  <a:lnTo>
                    <a:pt x="2799" y="11925"/>
                  </a:lnTo>
                  <a:lnTo>
                    <a:pt x="2799" y="12078"/>
                  </a:lnTo>
                  <a:lnTo>
                    <a:pt x="3093" y="12155"/>
                  </a:lnTo>
                  <a:lnTo>
                    <a:pt x="3131" y="12181"/>
                  </a:lnTo>
                  <a:lnTo>
                    <a:pt x="3131" y="12206"/>
                  </a:lnTo>
                  <a:lnTo>
                    <a:pt x="3131" y="12321"/>
                  </a:lnTo>
                  <a:lnTo>
                    <a:pt x="3438" y="12334"/>
                  </a:lnTo>
                  <a:lnTo>
                    <a:pt x="3451" y="12334"/>
                  </a:lnTo>
                  <a:lnTo>
                    <a:pt x="3477" y="12347"/>
                  </a:lnTo>
                  <a:lnTo>
                    <a:pt x="3681" y="12538"/>
                  </a:lnTo>
                  <a:lnTo>
                    <a:pt x="4052" y="12219"/>
                  </a:lnTo>
                  <a:lnTo>
                    <a:pt x="4090" y="12206"/>
                  </a:lnTo>
                  <a:lnTo>
                    <a:pt x="4307" y="12206"/>
                  </a:lnTo>
                  <a:lnTo>
                    <a:pt x="4333" y="12219"/>
                  </a:lnTo>
                  <a:lnTo>
                    <a:pt x="4652" y="12538"/>
                  </a:lnTo>
                  <a:lnTo>
                    <a:pt x="4793" y="12372"/>
                  </a:lnTo>
                  <a:lnTo>
                    <a:pt x="4819" y="12347"/>
                  </a:lnTo>
                  <a:lnTo>
                    <a:pt x="5010" y="12347"/>
                  </a:lnTo>
                  <a:lnTo>
                    <a:pt x="5010" y="11963"/>
                  </a:lnTo>
                  <a:lnTo>
                    <a:pt x="5023" y="11925"/>
                  </a:lnTo>
                  <a:lnTo>
                    <a:pt x="5176" y="11721"/>
                  </a:lnTo>
                  <a:lnTo>
                    <a:pt x="5279" y="11145"/>
                  </a:lnTo>
                  <a:lnTo>
                    <a:pt x="5291" y="11120"/>
                  </a:lnTo>
                  <a:lnTo>
                    <a:pt x="5317" y="11107"/>
                  </a:lnTo>
                  <a:lnTo>
                    <a:pt x="5713" y="10941"/>
                  </a:lnTo>
                  <a:lnTo>
                    <a:pt x="5713" y="10570"/>
                  </a:lnTo>
                  <a:lnTo>
                    <a:pt x="5713" y="10545"/>
                  </a:lnTo>
                  <a:lnTo>
                    <a:pt x="5726" y="10532"/>
                  </a:lnTo>
                  <a:lnTo>
                    <a:pt x="5752" y="10519"/>
                  </a:lnTo>
                  <a:lnTo>
                    <a:pt x="5956" y="10519"/>
                  </a:lnTo>
                  <a:lnTo>
                    <a:pt x="6301" y="9906"/>
                  </a:lnTo>
                  <a:lnTo>
                    <a:pt x="6339" y="9893"/>
                  </a:lnTo>
                  <a:lnTo>
                    <a:pt x="6378" y="9893"/>
                  </a:lnTo>
                  <a:lnTo>
                    <a:pt x="6697" y="10008"/>
                  </a:lnTo>
                  <a:lnTo>
                    <a:pt x="6812" y="9842"/>
                  </a:lnTo>
                  <a:lnTo>
                    <a:pt x="6838" y="9816"/>
                  </a:lnTo>
                  <a:lnTo>
                    <a:pt x="7221" y="9714"/>
                  </a:lnTo>
                  <a:lnTo>
                    <a:pt x="8819" y="8640"/>
                  </a:lnTo>
                  <a:lnTo>
                    <a:pt x="8857" y="8628"/>
                  </a:lnTo>
                  <a:lnTo>
                    <a:pt x="9905" y="8653"/>
                  </a:lnTo>
                  <a:lnTo>
                    <a:pt x="10608" y="8717"/>
                  </a:lnTo>
                  <a:lnTo>
                    <a:pt x="11324" y="8461"/>
                  </a:lnTo>
                  <a:lnTo>
                    <a:pt x="11337" y="8461"/>
                  </a:lnTo>
                  <a:lnTo>
                    <a:pt x="12244" y="8474"/>
                  </a:lnTo>
                  <a:lnTo>
                    <a:pt x="12257" y="8193"/>
                  </a:lnTo>
                  <a:lnTo>
                    <a:pt x="12257" y="8168"/>
                  </a:lnTo>
                  <a:lnTo>
                    <a:pt x="12270" y="8155"/>
                  </a:lnTo>
                  <a:lnTo>
                    <a:pt x="12282" y="8142"/>
                  </a:lnTo>
                  <a:lnTo>
                    <a:pt x="12691" y="8142"/>
                  </a:lnTo>
                  <a:lnTo>
                    <a:pt x="13100" y="6966"/>
                  </a:lnTo>
                  <a:lnTo>
                    <a:pt x="13190" y="5420"/>
                  </a:lnTo>
                  <a:lnTo>
                    <a:pt x="12385" y="5407"/>
                  </a:lnTo>
                  <a:lnTo>
                    <a:pt x="12346" y="5394"/>
                  </a:lnTo>
                  <a:lnTo>
                    <a:pt x="12334" y="5369"/>
                  </a:lnTo>
                  <a:lnTo>
                    <a:pt x="12231" y="4768"/>
                  </a:lnTo>
                  <a:lnTo>
                    <a:pt x="11733" y="4384"/>
                  </a:lnTo>
                  <a:lnTo>
                    <a:pt x="11426" y="4282"/>
                  </a:lnTo>
                  <a:lnTo>
                    <a:pt x="11401" y="4269"/>
                  </a:lnTo>
                  <a:lnTo>
                    <a:pt x="10838" y="3630"/>
                  </a:lnTo>
                  <a:lnTo>
                    <a:pt x="6493" y="14"/>
                  </a:lnTo>
                  <a:lnTo>
                    <a:pt x="525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858;p78">
              <a:extLst>
                <a:ext uri="{FF2B5EF4-FFF2-40B4-BE49-F238E27FC236}">
                  <a16:creationId xmlns:a16="http://schemas.microsoft.com/office/drawing/2014/main" id="{A3FCB11B-ABD0-4FC5-657A-34703968F097}"/>
                </a:ext>
              </a:extLst>
            </p:cNvPr>
            <p:cNvSpPr/>
            <p:nvPr/>
          </p:nvSpPr>
          <p:spPr>
            <a:xfrm>
              <a:off x="3494625" y="3082250"/>
              <a:ext cx="153075" cy="110575"/>
            </a:xfrm>
            <a:custGeom>
              <a:avLst/>
              <a:gdLst/>
              <a:ahLst/>
              <a:cxnLst/>
              <a:rect l="l" t="t" r="r" b="b"/>
              <a:pathLst>
                <a:path w="6123" h="4423" extrusionOk="0">
                  <a:moveTo>
                    <a:pt x="3758" y="1"/>
                  </a:moveTo>
                  <a:lnTo>
                    <a:pt x="2173" y="1061"/>
                  </a:lnTo>
                  <a:lnTo>
                    <a:pt x="2148" y="1074"/>
                  </a:lnTo>
                  <a:lnTo>
                    <a:pt x="1777" y="1176"/>
                  </a:lnTo>
                  <a:lnTo>
                    <a:pt x="1649" y="1355"/>
                  </a:lnTo>
                  <a:lnTo>
                    <a:pt x="1624" y="1381"/>
                  </a:lnTo>
                  <a:lnTo>
                    <a:pt x="1585" y="1381"/>
                  </a:lnTo>
                  <a:lnTo>
                    <a:pt x="1266" y="1266"/>
                  </a:lnTo>
                  <a:lnTo>
                    <a:pt x="921" y="1854"/>
                  </a:lnTo>
                  <a:lnTo>
                    <a:pt x="908" y="1879"/>
                  </a:lnTo>
                  <a:lnTo>
                    <a:pt x="716" y="1879"/>
                  </a:lnTo>
                  <a:lnTo>
                    <a:pt x="703" y="2237"/>
                  </a:lnTo>
                  <a:lnTo>
                    <a:pt x="703" y="2263"/>
                  </a:lnTo>
                  <a:lnTo>
                    <a:pt x="678" y="2288"/>
                  </a:lnTo>
                  <a:lnTo>
                    <a:pt x="269" y="2442"/>
                  </a:lnTo>
                  <a:lnTo>
                    <a:pt x="167" y="3004"/>
                  </a:lnTo>
                  <a:lnTo>
                    <a:pt x="167" y="3030"/>
                  </a:lnTo>
                  <a:lnTo>
                    <a:pt x="13" y="3234"/>
                  </a:lnTo>
                  <a:lnTo>
                    <a:pt x="0" y="3656"/>
                  </a:lnTo>
                  <a:lnTo>
                    <a:pt x="0" y="3669"/>
                  </a:lnTo>
                  <a:lnTo>
                    <a:pt x="0" y="3733"/>
                  </a:lnTo>
                  <a:lnTo>
                    <a:pt x="141" y="3758"/>
                  </a:lnTo>
                  <a:lnTo>
                    <a:pt x="167" y="3771"/>
                  </a:lnTo>
                  <a:lnTo>
                    <a:pt x="767" y="4423"/>
                  </a:lnTo>
                  <a:lnTo>
                    <a:pt x="870" y="4282"/>
                  </a:lnTo>
                  <a:lnTo>
                    <a:pt x="882" y="4257"/>
                  </a:lnTo>
                  <a:lnTo>
                    <a:pt x="1253" y="4257"/>
                  </a:lnTo>
                  <a:lnTo>
                    <a:pt x="1483" y="4090"/>
                  </a:lnTo>
                  <a:lnTo>
                    <a:pt x="1521" y="4078"/>
                  </a:lnTo>
                  <a:lnTo>
                    <a:pt x="1547" y="4090"/>
                  </a:lnTo>
                  <a:lnTo>
                    <a:pt x="1943" y="4333"/>
                  </a:lnTo>
                  <a:lnTo>
                    <a:pt x="2135" y="3911"/>
                  </a:lnTo>
                  <a:lnTo>
                    <a:pt x="1930" y="3439"/>
                  </a:lnTo>
                  <a:lnTo>
                    <a:pt x="1930" y="3400"/>
                  </a:lnTo>
                  <a:lnTo>
                    <a:pt x="1956" y="3362"/>
                  </a:lnTo>
                  <a:lnTo>
                    <a:pt x="2186" y="3221"/>
                  </a:lnTo>
                  <a:lnTo>
                    <a:pt x="2224" y="3209"/>
                  </a:lnTo>
                  <a:lnTo>
                    <a:pt x="3694" y="3311"/>
                  </a:lnTo>
                  <a:lnTo>
                    <a:pt x="3963" y="3106"/>
                  </a:lnTo>
                  <a:lnTo>
                    <a:pt x="3988" y="3094"/>
                  </a:lnTo>
                  <a:lnTo>
                    <a:pt x="4295" y="3094"/>
                  </a:lnTo>
                  <a:lnTo>
                    <a:pt x="4844" y="3349"/>
                  </a:lnTo>
                  <a:lnTo>
                    <a:pt x="5151" y="3400"/>
                  </a:lnTo>
                  <a:lnTo>
                    <a:pt x="5445" y="3017"/>
                  </a:lnTo>
                  <a:lnTo>
                    <a:pt x="5458" y="3004"/>
                  </a:lnTo>
                  <a:lnTo>
                    <a:pt x="6059" y="3004"/>
                  </a:lnTo>
                  <a:lnTo>
                    <a:pt x="6110" y="2697"/>
                  </a:lnTo>
                  <a:lnTo>
                    <a:pt x="6122" y="2033"/>
                  </a:lnTo>
                  <a:lnTo>
                    <a:pt x="5841" y="1956"/>
                  </a:lnTo>
                  <a:lnTo>
                    <a:pt x="5828" y="1956"/>
                  </a:lnTo>
                  <a:lnTo>
                    <a:pt x="5356" y="1752"/>
                  </a:lnTo>
                  <a:lnTo>
                    <a:pt x="5343" y="1739"/>
                  </a:lnTo>
                  <a:lnTo>
                    <a:pt x="5330" y="1713"/>
                  </a:lnTo>
                  <a:lnTo>
                    <a:pt x="5241" y="1279"/>
                  </a:lnTo>
                  <a:lnTo>
                    <a:pt x="4883" y="1113"/>
                  </a:lnTo>
                  <a:lnTo>
                    <a:pt x="4857" y="1087"/>
                  </a:lnTo>
                  <a:lnTo>
                    <a:pt x="4563" y="499"/>
                  </a:lnTo>
                  <a:lnTo>
                    <a:pt x="4563" y="474"/>
                  </a:lnTo>
                  <a:lnTo>
                    <a:pt x="4563" y="448"/>
                  </a:lnTo>
                  <a:lnTo>
                    <a:pt x="4717" y="26"/>
                  </a:lnTo>
                  <a:lnTo>
                    <a:pt x="375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859;p78">
              <a:extLst>
                <a:ext uri="{FF2B5EF4-FFF2-40B4-BE49-F238E27FC236}">
                  <a16:creationId xmlns:a16="http://schemas.microsoft.com/office/drawing/2014/main" id="{5CCC60ED-A6E9-5F38-0A80-32259795A999}"/>
                </a:ext>
              </a:extLst>
            </p:cNvPr>
            <p:cNvSpPr/>
            <p:nvPr/>
          </p:nvSpPr>
          <p:spPr>
            <a:xfrm>
              <a:off x="3611575" y="2912900"/>
              <a:ext cx="319225" cy="238725"/>
            </a:xfrm>
            <a:custGeom>
              <a:avLst/>
              <a:gdLst/>
              <a:ahLst/>
              <a:cxnLst/>
              <a:rect l="l" t="t" r="r" b="b"/>
              <a:pathLst>
                <a:path w="12769" h="9549" extrusionOk="0">
                  <a:moveTo>
                    <a:pt x="9586" y="1"/>
                  </a:moveTo>
                  <a:lnTo>
                    <a:pt x="4972" y="2864"/>
                  </a:lnTo>
                  <a:lnTo>
                    <a:pt x="4755" y="3196"/>
                  </a:lnTo>
                  <a:lnTo>
                    <a:pt x="4729" y="3209"/>
                  </a:lnTo>
                  <a:lnTo>
                    <a:pt x="4704" y="3222"/>
                  </a:lnTo>
                  <a:lnTo>
                    <a:pt x="4448" y="3196"/>
                  </a:lnTo>
                  <a:lnTo>
                    <a:pt x="3515" y="3426"/>
                  </a:lnTo>
                  <a:lnTo>
                    <a:pt x="3425" y="5011"/>
                  </a:lnTo>
                  <a:lnTo>
                    <a:pt x="3413" y="5024"/>
                  </a:lnTo>
                  <a:lnTo>
                    <a:pt x="3004" y="6251"/>
                  </a:lnTo>
                  <a:lnTo>
                    <a:pt x="2978" y="6276"/>
                  </a:lnTo>
                  <a:lnTo>
                    <a:pt x="2940" y="6289"/>
                  </a:lnTo>
                  <a:lnTo>
                    <a:pt x="2569" y="6276"/>
                  </a:lnTo>
                  <a:lnTo>
                    <a:pt x="2569" y="6557"/>
                  </a:lnTo>
                  <a:lnTo>
                    <a:pt x="2569" y="6583"/>
                  </a:lnTo>
                  <a:lnTo>
                    <a:pt x="2556" y="6596"/>
                  </a:lnTo>
                  <a:lnTo>
                    <a:pt x="2531" y="6608"/>
                  </a:lnTo>
                  <a:lnTo>
                    <a:pt x="2518" y="6608"/>
                  </a:lnTo>
                  <a:lnTo>
                    <a:pt x="1559" y="6596"/>
                  </a:lnTo>
                  <a:lnTo>
                    <a:pt x="844" y="6851"/>
                  </a:lnTo>
                  <a:lnTo>
                    <a:pt x="818" y="6851"/>
                  </a:lnTo>
                  <a:lnTo>
                    <a:pt x="154" y="6800"/>
                  </a:lnTo>
                  <a:lnTo>
                    <a:pt x="0" y="7235"/>
                  </a:lnTo>
                  <a:lnTo>
                    <a:pt x="281" y="7797"/>
                  </a:lnTo>
                  <a:lnTo>
                    <a:pt x="639" y="7976"/>
                  </a:lnTo>
                  <a:lnTo>
                    <a:pt x="652" y="7989"/>
                  </a:lnTo>
                  <a:lnTo>
                    <a:pt x="665" y="8014"/>
                  </a:lnTo>
                  <a:lnTo>
                    <a:pt x="754" y="8436"/>
                  </a:lnTo>
                  <a:lnTo>
                    <a:pt x="1202" y="8628"/>
                  </a:lnTo>
                  <a:lnTo>
                    <a:pt x="1508" y="8717"/>
                  </a:lnTo>
                  <a:lnTo>
                    <a:pt x="1534" y="8743"/>
                  </a:lnTo>
                  <a:lnTo>
                    <a:pt x="1547" y="8768"/>
                  </a:lnTo>
                  <a:lnTo>
                    <a:pt x="1547" y="9369"/>
                  </a:lnTo>
                  <a:lnTo>
                    <a:pt x="2032" y="9024"/>
                  </a:lnTo>
                  <a:lnTo>
                    <a:pt x="2071" y="9011"/>
                  </a:lnTo>
                  <a:lnTo>
                    <a:pt x="2096" y="9024"/>
                  </a:lnTo>
                  <a:lnTo>
                    <a:pt x="2429" y="9254"/>
                  </a:lnTo>
                  <a:lnTo>
                    <a:pt x="2441" y="9280"/>
                  </a:lnTo>
                  <a:lnTo>
                    <a:pt x="2544" y="9548"/>
                  </a:lnTo>
                  <a:lnTo>
                    <a:pt x="2710" y="8909"/>
                  </a:lnTo>
                  <a:lnTo>
                    <a:pt x="2722" y="8883"/>
                  </a:lnTo>
                  <a:lnTo>
                    <a:pt x="3004" y="8628"/>
                  </a:lnTo>
                  <a:lnTo>
                    <a:pt x="3119" y="8104"/>
                  </a:lnTo>
                  <a:lnTo>
                    <a:pt x="3131" y="8078"/>
                  </a:lnTo>
                  <a:lnTo>
                    <a:pt x="3157" y="8065"/>
                  </a:lnTo>
                  <a:lnTo>
                    <a:pt x="3489" y="7887"/>
                  </a:lnTo>
                  <a:lnTo>
                    <a:pt x="3515" y="7887"/>
                  </a:lnTo>
                  <a:lnTo>
                    <a:pt x="3911" y="7938"/>
                  </a:lnTo>
                  <a:lnTo>
                    <a:pt x="4320" y="7835"/>
                  </a:lnTo>
                  <a:lnTo>
                    <a:pt x="4358" y="7835"/>
                  </a:lnTo>
                  <a:lnTo>
                    <a:pt x="4537" y="7938"/>
                  </a:lnTo>
                  <a:lnTo>
                    <a:pt x="4985" y="8117"/>
                  </a:lnTo>
                  <a:lnTo>
                    <a:pt x="5010" y="8142"/>
                  </a:lnTo>
                  <a:lnTo>
                    <a:pt x="5330" y="8500"/>
                  </a:lnTo>
                  <a:lnTo>
                    <a:pt x="6237" y="8359"/>
                  </a:lnTo>
                  <a:lnTo>
                    <a:pt x="6263" y="8359"/>
                  </a:lnTo>
                  <a:lnTo>
                    <a:pt x="6276" y="8372"/>
                  </a:lnTo>
                  <a:lnTo>
                    <a:pt x="6736" y="8743"/>
                  </a:lnTo>
                  <a:lnTo>
                    <a:pt x="7502" y="8679"/>
                  </a:lnTo>
                  <a:lnTo>
                    <a:pt x="7835" y="8411"/>
                  </a:lnTo>
                  <a:lnTo>
                    <a:pt x="7873" y="8398"/>
                  </a:lnTo>
                  <a:lnTo>
                    <a:pt x="9343" y="8423"/>
                  </a:lnTo>
                  <a:lnTo>
                    <a:pt x="9368" y="8436"/>
                  </a:lnTo>
                  <a:lnTo>
                    <a:pt x="9509" y="8538"/>
                  </a:lnTo>
                  <a:lnTo>
                    <a:pt x="9803" y="8513"/>
                  </a:lnTo>
                  <a:lnTo>
                    <a:pt x="10059" y="8168"/>
                  </a:lnTo>
                  <a:lnTo>
                    <a:pt x="10084" y="8155"/>
                  </a:lnTo>
                  <a:lnTo>
                    <a:pt x="10480" y="8027"/>
                  </a:lnTo>
                  <a:lnTo>
                    <a:pt x="10365" y="7708"/>
                  </a:lnTo>
                  <a:lnTo>
                    <a:pt x="10365" y="7682"/>
                  </a:lnTo>
                  <a:lnTo>
                    <a:pt x="10378" y="7656"/>
                  </a:lnTo>
                  <a:lnTo>
                    <a:pt x="10710" y="7350"/>
                  </a:lnTo>
                  <a:lnTo>
                    <a:pt x="10736" y="6877"/>
                  </a:lnTo>
                  <a:lnTo>
                    <a:pt x="10736" y="6851"/>
                  </a:lnTo>
                  <a:lnTo>
                    <a:pt x="10762" y="6826"/>
                  </a:lnTo>
                  <a:lnTo>
                    <a:pt x="12155" y="5701"/>
                  </a:lnTo>
                  <a:lnTo>
                    <a:pt x="12436" y="2979"/>
                  </a:lnTo>
                  <a:lnTo>
                    <a:pt x="12449" y="2940"/>
                  </a:lnTo>
                  <a:lnTo>
                    <a:pt x="12768" y="2544"/>
                  </a:lnTo>
                  <a:lnTo>
                    <a:pt x="11950" y="1701"/>
                  </a:lnTo>
                  <a:lnTo>
                    <a:pt x="11937" y="1688"/>
                  </a:lnTo>
                  <a:lnTo>
                    <a:pt x="11937" y="1662"/>
                  </a:lnTo>
                  <a:lnTo>
                    <a:pt x="11950" y="257"/>
                  </a:lnTo>
                  <a:lnTo>
                    <a:pt x="11107" y="499"/>
                  </a:lnTo>
                  <a:lnTo>
                    <a:pt x="11068" y="499"/>
                  </a:lnTo>
                  <a:lnTo>
                    <a:pt x="10110" y="116"/>
                  </a:lnTo>
                  <a:lnTo>
                    <a:pt x="958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860;p78">
              <a:extLst>
                <a:ext uri="{FF2B5EF4-FFF2-40B4-BE49-F238E27FC236}">
                  <a16:creationId xmlns:a16="http://schemas.microsoft.com/office/drawing/2014/main" id="{F446F0EC-8200-BAC3-A8A0-32BCA6283D1F}"/>
                </a:ext>
              </a:extLst>
            </p:cNvPr>
            <p:cNvSpPr/>
            <p:nvPr/>
          </p:nvSpPr>
          <p:spPr>
            <a:xfrm>
              <a:off x="6023925" y="3244575"/>
              <a:ext cx="11200" cy="8325"/>
            </a:xfrm>
            <a:custGeom>
              <a:avLst/>
              <a:gdLst/>
              <a:ahLst/>
              <a:cxnLst/>
              <a:rect l="l" t="t" r="r" b="b"/>
              <a:pathLst>
                <a:path w="448" h="333" extrusionOk="0">
                  <a:moveTo>
                    <a:pt x="243" y="0"/>
                  </a:moveTo>
                  <a:lnTo>
                    <a:pt x="128" y="102"/>
                  </a:lnTo>
                  <a:lnTo>
                    <a:pt x="0" y="102"/>
                  </a:lnTo>
                  <a:lnTo>
                    <a:pt x="13" y="166"/>
                  </a:lnTo>
                  <a:lnTo>
                    <a:pt x="141" y="332"/>
                  </a:lnTo>
                  <a:lnTo>
                    <a:pt x="294" y="281"/>
                  </a:lnTo>
                  <a:lnTo>
                    <a:pt x="396" y="166"/>
                  </a:lnTo>
                  <a:lnTo>
                    <a:pt x="448" y="128"/>
                  </a:lnTo>
                  <a:lnTo>
                    <a:pt x="24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861;p78">
              <a:extLst>
                <a:ext uri="{FF2B5EF4-FFF2-40B4-BE49-F238E27FC236}">
                  <a16:creationId xmlns:a16="http://schemas.microsoft.com/office/drawing/2014/main" id="{FDAF2E5F-E07E-7091-F94B-7204FA3CF573}"/>
                </a:ext>
              </a:extLst>
            </p:cNvPr>
            <p:cNvSpPr/>
            <p:nvPr/>
          </p:nvSpPr>
          <p:spPr>
            <a:xfrm>
              <a:off x="3873575" y="2913875"/>
              <a:ext cx="212825" cy="341900"/>
            </a:xfrm>
            <a:custGeom>
              <a:avLst/>
              <a:gdLst/>
              <a:ahLst/>
              <a:cxnLst/>
              <a:rect l="l" t="t" r="r" b="b"/>
              <a:pathLst>
                <a:path w="8513" h="13676" extrusionOk="0">
                  <a:moveTo>
                    <a:pt x="2237" y="0"/>
                  </a:moveTo>
                  <a:lnTo>
                    <a:pt x="1585" y="192"/>
                  </a:lnTo>
                  <a:lnTo>
                    <a:pt x="1560" y="1598"/>
                  </a:lnTo>
                  <a:lnTo>
                    <a:pt x="2403" y="2454"/>
                  </a:lnTo>
                  <a:lnTo>
                    <a:pt x="2416" y="2492"/>
                  </a:lnTo>
                  <a:lnTo>
                    <a:pt x="2403" y="2531"/>
                  </a:lnTo>
                  <a:lnTo>
                    <a:pt x="2058" y="2965"/>
                  </a:lnTo>
                  <a:lnTo>
                    <a:pt x="1777" y="5688"/>
                  </a:lnTo>
                  <a:lnTo>
                    <a:pt x="1777" y="5713"/>
                  </a:lnTo>
                  <a:lnTo>
                    <a:pt x="1764" y="5726"/>
                  </a:lnTo>
                  <a:lnTo>
                    <a:pt x="358" y="6863"/>
                  </a:lnTo>
                  <a:lnTo>
                    <a:pt x="345" y="7336"/>
                  </a:lnTo>
                  <a:lnTo>
                    <a:pt x="333" y="7349"/>
                  </a:lnTo>
                  <a:lnTo>
                    <a:pt x="320" y="7375"/>
                  </a:lnTo>
                  <a:lnTo>
                    <a:pt x="0" y="7669"/>
                  </a:lnTo>
                  <a:lnTo>
                    <a:pt x="115" y="7988"/>
                  </a:lnTo>
                  <a:lnTo>
                    <a:pt x="703" y="8269"/>
                  </a:lnTo>
                  <a:lnTo>
                    <a:pt x="857" y="8269"/>
                  </a:lnTo>
                  <a:lnTo>
                    <a:pt x="882" y="8282"/>
                  </a:lnTo>
                  <a:lnTo>
                    <a:pt x="895" y="8295"/>
                  </a:lnTo>
                  <a:lnTo>
                    <a:pt x="1061" y="8499"/>
                  </a:lnTo>
                  <a:lnTo>
                    <a:pt x="1074" y="8525"/>
                  </a:lnTo>
                  <a:lnTo>
                    <a:pt x="1125" y="8959"/>
                  </a:lnTo>
                  <a:lnTo>
                    <a:pt x="1547" y="9535"/>
                  </a:lnTo>
                  <a:lnTo>
                    <a:pt x="1547" y="9573"/>
                  </a:lnTo>
                  <a:lnTo>
                    <a:pt x="1508" y="10084"/>
                  </a:lnTo>
                  <a:lnTo>
                    <a:pt x="1892" y="11286"/>
                  </a:lnTo>
                  <a:lnTo>
                    <a:pt x="1892" y="11311"/>
                  </a:lnTo>
                  <a:lnTo>
                    <a:pt x="1879" y="11337"/>
                  </a:lnTo>
                  <a:lnTo>
                    <a:pt x="1854" y="11362"/>
                  </a:lnTo>
                  <a:lnTo>
                    <a:pt x="1828" y="11349"/>
                  </a:lnTo>
                  <a:lnTo>
                    <a:pt x="1189" y="11158"/>
                  </a:lnTo>
                  <a:lnTo>
                    <a:pt x="780" y="11337"/>
                  </a:lnTo>
                  <a:lnTo>
                    <a:pt x="716" y="11541"/>
                  </a:lnTo>
                  <a:lnTo>
                    <a:pt x="1227" y="12308"/>
                  </a:lnTo>
                  <a:lnTo>
                    <a:pt x="1662" y="12627"/>
                  </a:lnTo>
                  <a:lnTo>
                    <a:pt x="1675" y="12640"/>
                  </a:lnTo>
                  <a:lnTo>
                    <a:pt x="1930" y="13011"/>
                  </a:lnTo>
                  <a:lnTo>
                    <a:pt x="1930" y="13024"/>
                  </a:lnTo>
                  <a:lnTo>
                    <a:pt x="1930" y="13049"/>
                  </a:lnTo>
                  <a:lnTo>
                    <a:pt x="1777" y="13624"/>
                  </a:lnTo>
                  <a:lnTo>
                    <a:pt x="2020" y="13675"/>
                  </a:lnTo>
                  <a:lnTo>
                    <a:pt x="2173" y="13407"/>
                  </a:lnTo>
                  <a:lnTo>
                    <a:pt x="2186" y="13382"/>
                  </a:lnTo>
                  <a:lnTo>
                    <a:pt x="2314" y="13318"/>
                  </a:lnTo>
                  <a:lnTo>
                    <a:pt x="2339" y="13305"/>
                  </a:lnTo>
                  <a:lnTo>
                    <a:pt x="2378" y="13318"/>
                  </a:lnTo>
                  <a:lnTo>
                    <a:pt x="2659" y="13573"/>
                  </a:lnTo>
                  <a:lnTo>
                    <a:pt x="2825" y="13343"/>
                  </a:lnTo>
                  <a:lnTo>
                    <a:pt x="2838" y="13330"/>
                  </a:lnTo>
                  <a:lnTo>
                    <a:pt x="4537" y="12512"/>
                  </a:lnTo>
                  <a:lnTo>
                    <a:pt x="4729" y="12270"/>
                  </a:lnTo>
                  <a:lnTo>
                    <a:pt x="4742" y="12257"/>
                  </a:lnTo>
                  <a:lnTo>
                    <a:pt x="5125" y="11963"/>
                  </a:lnTo>
                  <a:lnTo>
                    <a:pt x="5164" y="11950"/>
                  </a:lnTo>
                  <a:lnTo>
                    <a:pt x="5854" y="11963"/>
                  </a:lnTo>
                  <a:lnTo>
                    <a:pt x="6288" y="11554"/>
                  </a:lnTo>
                  <a:lnTo>
                    <a:pt x="6327" y="11541"/>
                  </a:lnTo>
                  <a:lnTo>
                    <a:pt x="6570" y="11503"/>
                  </a:lnTo>
                  <a:lnTo>
                    <a:pt x="6736" y="11273"/>
                  </a:lnTo>
                  <a:lnTo>
                    <a:pt x="6749" y="11247"/>
                  </a:lnTo>
                  <a:lnTo>
                    <a:pt x="7030" y="11247"/>
                  </a:lnTo>
                  <a:lnTo>
                    <a:pt x="7221" y="10825"/>
                  </a:lnTo>
                  <a:lnTo>
                    <a:pt x="7234" y="10800"/>
                  </a:lnTo>
                  <a:lnTo>
                    <a:pt x="7656" y="10800"/>
                  </a:lnTo>
                  <a:lnTo>
                    <a:pt x="7528" y="10110"/>
                  </a:lnTo>
                  <a:lnTo>
                    <a:pt x="7311" y="9956"/>
                  </a:lnTo>
                  <a:lnTo>
                    <a:pt x="7298" y="9944"/>
                  </a:lnTo>
                  <a:lnTo>
                    <a:pt x="7094" y="9471"/>
                  </a:lnTo>
                  <a:lnTo>
                    <a:pt x="7094" y="9458"/>
                  </a:lnTo>
                  <a:lnTo>
                    <a:pt x="7017" y="8832"/>
                  </a:lnTo>
                  <a:lnTo>
                    <a:pt x="6787" y="8832"/>
                  </a:lnTo>
                  <a:lnTo>
                    <a:pt x="6774" y="8819"/>
                  </a:lnTo>
                  <a:lnTo>
                    <a:pt x="6761" y="8806"/>
                  </a:lnTo>
                  <a:lnTo>
                    <a:pt x="6749" y="8781"/>
                  </a:lnTo>
                  <a:lnTo>
                    <a:pt x="6761" y="8512"/>
                  </a:lnTo>
                  <a:lnTo>
                    <a:pt x="6761" y="8487"/>
                  </a:lnTo>
                  <a:lnTo>
                    <a:pt x="6774" y="8474"/>
                  </a:lnTo>
                  <a:lnTo>
                    <a:pt x="7043" y="8269"/>
                  </a:lnTo>
                  <a:lnTo>
                    <a:pt x="7043" y="7963"/>
                  </a:lnTo>
                  <a:lnTo>
                    <a:pt x="7043" y="7937"/>
                  </a:lnTo>
                  <a:lnTo>
                    <a:pt x="7068" y="7911"/>
                  </a:lnTo>
                  <a:lnTo>
                    <a:pt x="7209" y="7835"/>
                  </a:lnTo>
                  <a:lnTo>
                    <a:pt x="7209" y="7336"/>
                  </a:lnTo>
                  <a:lnTo>
                    <a:pt x="7221" y="7311"/>
                  </a:lnTo>
                  <a:lnTo>
                    <a:pt x="7234" y="7298"/>
                  </a:lnTo>
                  <a:lnTo>
                    <a:pt x="7656" y="6863"/>
                  </a:lnTo>
                  <a:lnTo>
                    <a:pt x="7669" y="6608"/>
                  </a:lnTo>
                  <a:lnTo>
                    <a:pt x="7682" y="6569"/>
                  </a:lnTo>
                  <a:lnTo>
                    <a:pt x="7707" y="6557"/>
                  </a:lnTo>
                  <a:lnTo>
                    <a:pt x="8474" y="6391"/>
                  </a:lnTo>
                  <a:lnTo>
                    <a:pt x="8512" y="3272"/>
                  </a:lnTo>
                  <a:lnTo>
                    <a:pt x="223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862;p78">
              <a:extLst>
                <a:ext uri="{FF2B5EF4-FFF2-40B4-BE49-F238E27FC236}">
                  <a16:creationId xmlns:a16="http://schemas.microsoft.com/office/drawing/2014/main" id="{2AC6A11E-3473-5775-6F8D-1034B5E5DBA2}"/>
                </a:ext>
              </a:extLst>
            </p:cNvPr>
            <p:cNvSpPr/>
            <p:nvPr/>
          </p:nvSpPr>
          <p:spPr>
            <a:xfrm>
              <a:off x="3443825" y="2467500"/>
              <a:ext cx="71925" cy="131025"/>
            </a:xfrm>
            <a:custGeom>
              <a:avLst/>
              <a:gdLst/>
              <a:ahLst/>
              <a:cxnLst/>
              <a:rect l="l" t="t" r="r" b="b"/>
              <a:pathLst>
                <a:path w="2877" h="5241" extrusionOk="0">
                  <a:moveTo>
                    <a:pt x="1534" y="1"/>
                  </a:moveTo>
                  <a:lnTo>
                    <a:pt x="1253" y="129"/>
                  </a:lnTo>
                  <a:lnTo>
                    <a:pt x="1048" y="205"/>
                  </a:lnTo>
                  <a:lnTo>
                    <a:pt x="1048" y="231"/>
                  </a:lnTo>
                  <a:lnTo>
                    <a:pt x="1023" y="256"/>
                  </a:lnTo>
                  <a:lnTo>
                    <a:pt x="1023" y="295"/>
                  </a:lnTo>
                  <a:lnTo>
                    <a:pt x="1023" y="333"/>
                  </a:lnTo>
                  <a:lnTo>
                    <a:pt x="1023" y="448"/>
                  </a:lnTo>
                  <a:lnTo>
                    <a:pt x="1010" y="576"/>
                  </a:lnTo>
                  <a:lnTo>
                    <a:pt x="997" y="704"/>
                  </a:lnTo>
                  <a:lnTo>
                    <a:pt x="933" y="972"/>
                  </a:lnTo>
                  <a:lnTo>
                    <a:pt x="908" y="1113"/>
                  </a:lnTo>
                  <a:lnTo>
                    <a:pt x="882" y="1177"/>
                  </a:lnTo>
                  <a:lnTo>
                    <a:pt x="869" y="1241"/>
                  </a:lnTo>
                  <a:lnTo>
                    <a:pt x="933" y="1266"/>
                  </a:lnTo>
                  <a:lnTo>
                    <a:pt x="946" y="1292"/>
                  </a:lnTo>
                  <a:lnTo>
                    <a:pt x="959" y="1330"/>
                  </a:lnTo>
                  <a:lnTo>
                    <a:pt x="946" y="1368"/>
                  </a:lnTo>
                  <a:lnTo>
                    <a:pt x="921" y="1407"/>
                  </a:lnTo>
                  <a:lnTo>
                    <a:pt x="882" y="1483"/>
                  </a:lnTo>
                  <a:lnTo>
                    <a:pt x="818" y="1560"/>
                  </a:lnTo>
                  <a:lnTo>
                    <a:pt x="754" y="1650"/>
                  </a:lnTo>
                  <a:lnTo>
                    <a:pt x="691" y="1726"/>
                  </a:lnTo>
                  <a:lnTo>
                    <a:pt x="639" y="1803"/>
                  </a:lnTo>
                  <a:lnTo>
                    <a:pt x="550" y="1956"/>
                  </a:lnTo>
                  <a:lnTo>
                    <a:pt x="460" y="2122"/>
                  </a:lnTo>
                  <a:lnTo>
                    <a:pt x="409" y="2212"/>
                  </a:lnTo>
                  <a:lnTo>
                    <a:pt x="371" y="2301"/>
                  </a:lnTo>
                  <a:lnTo>
                    <a:pt x="333" y="2391"/>
                  </a:lnTo>
                  <a:lnTo>
                    <a:pt x="282" y="2467"/>
                  </a:lnTo>
                  <a:lnTo>
                    <a:pt x="269" y="2506"/>
                  </a:lnTo>
                  <a:lnTo>
                    <a:pt x="243" y="2531"/>
                  </a:lnTo>
                  <a:lnTo>
                    <a:pt x="205" y="2557"/>
                  </a:lnTo>
                  <a:lnTo>
                    <a:pt x="192" y="2557"/>
                  </a:lnTo>
                  <a:lnTo>
                    <a:pt x="179" y="2570"/>
                  </a:lnTo>
                  <a:lnTo>
                    <a:pt x="167" y="2595"/>
                  </a:lnTo>
                  <a:lnTo>
                    <a:pt x="167" y="2634"/>
                  </a:lnTo>
                  <a:lnTo>
                    <a:pt x="179" y="2685"/>
                  </a:lnTo>
                  <a:lnTo>
                    <a:pt x="179" y="2723"/>
                  </a:lnTo>
                  <a:lnTo>
                    <a:pt x="167" y="2761"/>
                  </a:lnTo>
                  <a:lnTo>
                    <a:pt x="128" y="2825"/>
                  </a:lnTo>
                  <a:lnTo>
                    <a:pt x="51" y="2940"/>
                  </a:lnTo>
                  <a:lnTo>
                    <a:pt x="13" y="3017"/>
                  </a:lnTo>
                  <a:lnTo>
                    <a:pt x="0" y="3068"/>
                  </a:lnTo>
                  <a:lnTo>
                    <a:pt x="0" y="3119"/>
                  </a:lnTo>
                  <a:lnTo>
                    <a:pt x="13" y="3145"/>
                  </a:lnTo>
                  <a:lnTo>
                    <a:pt x="39" y="3158"/>
                  </a:lnTo>
                  <a:lnTo>
                    <a:pt x="77" y="3158"/>
                  </a:lnTo>
                  <a:lnTo>
                    <a:pt x="192" y="3132"/>
                  </a:lnTo>
                  <a:lnTo>
                    <a:pt x="269" y="3119"/>
                  </a:lnTo>
                  <a:lnTo>
                    <a:pt x="307" y="3132"/>
                  </a:lnTo>
                  <a:lnTo>
                    <a:pt x="320" y="3145"/>
                  </a:lnTo>
                  <a:lnTo>
                    <a:pt x="320" y="3158"/>
                  </a:lnTo>
                  <a:lnTo>
                    <a:pt x="307" y="3183"/>
                  </a:lnTo>
                  <a:lnTo>
                    <a:pt x="294" y="3209"/>
                  </a:lnTo>
                  <a:lnTo>
                    <a:pt x="256" y="3222"/>
                  </a:lnTo>
                  <a:lnTo>
                    <a:pt x="205" y="3234"/>
                  </a:lnTo>
                  <a:lnTo>
                    <a:pt x="141" y="3234"/>
                  </a:lnTo>
                  <a:lnTo>
                    <a:pt x="103" y="3247"/>
                  </a:lnTo>
                  <a:lnTo>
                    <a:pt x="77" y="3260"/>
                  </a:lnTo>
                  <a:lnTo>
                    <a:pt x="64" y="3285"/>
                  </a:lnTo>
                  <a:lnTo>
                    <a:pt x="51" y="3337"/>
                  </a:lnTo>
                  <a:lnTo>
                    <a:pt x="39" y="3400"/>
                  </a:lnTo>
                  <a:lnTo>
                    <a:pt x="51" y="3452"/>
                  </a:lnTo>
                  <a:lnTo>
                    <a:pt x="64" y="3503"/>
                  </a:lnTo>
                  <a:lnTo>
                    <a:pt x="77" y="3515"/>
                  </a:lnTo>
                  <a:lnTo>
                    <a:pt x="103" y="3528"/>
                  </a:lnTo>
                  <a:lnTo>
                    <a:pt x="154" y="3541"/>
                  </a:lnTo>
                  <a:lnTo>
                    <a:pt x="269" y="3554"/>
                  </a:lnTo>
                  <a:lnTo>
                    <a:pt x="320" y="3541"/>
                  </a:lnTo>
                  <a:lnTo>
                    <a:pt x="345" y="3515"/>
                  </a:lnTo>
                  <a:lnTo>
                    <a:pt x="371" y="3490"/>
                  </a:lnTo>
                  <a:lnTo>
                    <a:pt x="384" y="3477"/>
                  </a:lnTo>
                  <a:lnTo>
                    <a:pt x="409" y="3477"/>
                  </a:lnTo>
                  <a:lnTo>
                    <a:pt x="448" y="3490"/>
                  </a:lnTo>
                  <a:lnTo>
                    <a:pt x="512" y="3503"/>
                  </a:lnTo>
                  <a:lnTo>
                    <a:pt x="550" y="3541"/>
                  </a:lnTo>
                  <a:lnTo>
                    <a:pt x="576" y="3579"/>
                  </a:lnTo>
                  <a:lnTo>
                    <a:pt x="588" y="3605"/>
                  </a:lnTo>
                  <a:lnTo>
                    <a:pt x="576" y="3618"/>
                  </a:lnTo>
                  <a:lnTo>
                    <a:pt x="550" y="3643"/>
                  </a:lnTo>
                  <a:lnTo>
                    <a:pt x="512" y="3643"/>
                  </a:lnTo>
                  <a:lnTo>
                    <a:pt x="473" y="3630"/>
                  </a:lnTo>
                  <a:lnTo>
                    <a:pt x="435" y="3618"/>
                  </a:lnTo>
                  <a:lnTo>
                    <a:pt x="397" y="3605"/>
                  </a:lnTo>
                  <a:lnTo>
                    <a:pt x="384" y="3605"/>
                  </a:lnTo>
                  <a:lnTo>
                    <a:pt x="371" y="3656"/>
                  </a:lnTo>
                  <a:lnTo>
                    <a:pt x="397" y="3758"/>
                  </a:lnTo>
                  <a:lnTo>
                    <a:pt x="397" y="3809"/>
                  </a:lnTo>
                  <a:lnTo>
                    <a:pt x="397" y="3861"/>
                  </a:lnTo>
                  <a:lnTo>
                    <a:pt x="371" y="3899"/>
                  </a:lnTo>
                  <a:lnTo>
                    <a:pt x="333" y="3937"/>
                  </a:lnTo>
                  <a:lnTo>
                    <a:pt x="294" y="3976"/>
                  </a:lnTo>
                  <a:lnTo>
                    <a:pt x="269" y="4014"/>
                  </a:lnTo>
                  <a:lnTo>
                    <a:pt x="256" y="4078"/>
                  </a:lnTo>
                  <a:lnTo>
                    <a:pt x="256" y="4142"/>
                  </a:lnTo>
                  <a:lnTo>
                    <a:pt x="269" y="4257"/>
                  </a:lnTo>
                  <a:lnTo>
                    <a:pt x="269" y="4308"/>
                  </a:lnTo>
                  <a:lnTo>
                    <a:pt x="243" y="4359"/>
                  </a:lnTo>
                  <a:lnTo>
                    <a:pt x="205" y="4448"/>
                  </a:lnTo>
                  <a:lnTo>
                    <a:pt x="154" y="4538"/>
                  </a:lnTo>
                  <a:lnTo>
                    <a:pt x="115" y="4640"/>
                  </a:lnTo>
                  <a:lnTo>
                    <a:pt x="77" y="4730"/>
                  </a:lnTo>
                  <a:lnTo>
                    <a:pt x="13" y="4909"/>
                  </a:lnTo>
                  <a:lnTo>
                    <a:pt x="0" y="4947"/>
                  </a:lnTo>
                  <a:lnTo>
                    <a:pt x="13" y="4985"/>
                  </a:lnTo>
                  <a:lnTo>
                    <a:pt x="39" y="5011"/>
                  </a:lnTo>
                  <a:lnTo>
                    <a:pt x="77" y="5011"/>
                  </a:lnTo>
                  <a:lnTo>
                    <a:pt x="205" y="4985"/>
                  </a:lnTo>
                  <a:lnTo>
                    <a:pt x="320" y="4972"/>
                  </a:lnTo>
                  <a:lnTo>
                    <a:pt x="448" y="4960"/>
                  </a:lnTo>
                  <a:lnTo>
                    <a:pt x="499" y="4972"/>
                  </a:lnTo>
                  <a:lnTo>
                    <a:pt x="563" y="4985"/>
                  </a:lnTo>
                  <a:lnTo>
                    <a:pt x="665" y="5049"/>
                  </a:lnTo>
                  <a:lnTo>
                    <a:pt x="767" y="5126"/>
                  </a:lnTo>
                  <a:lnTo>
                    <a:pt x="831" y="5190"/>
                  </a:lnTo>
                  <a:lnTo>
                    <a:pt x="869" y="5215"/>
                  </a:lnTo>
                  <a:lnTo>
                    <a:pt x="921" y="5241"/>
                  </a:lnTo>
                  <a:lnTo>
                    <a:pt x="959" y="5241"/>
                  </a:lnTo>
                  <a:lnTo>
                    <a:pt x="997" y="5228"/>
                  </a:lnTo>
                  <a:lnTo>
                    <a:pt x="1061" y="5203"/>
                  </a:lnTo>
                  <a:lnTo>
                    <a:pt x="1278" y="5087"/>
                  </a:lnTo>
                  <a:lnTo>
                    <a:pt x="1253" y="4691"/>
                  </a:lnTo>
                  <a:lnTo>
                    <a:pt x="1253" y="4666"/>
                  </a:lnTo>
                  <a:lnTo>
                    <a:pt x="1560" y="4308"/>
                  </a:lnTo>
                  <a:lnTo>
                    <a:pt x="1572" y="4308"/>
                  </a:lnTo>
                  <a:lnTo>
                    <a:pt x="1726" y="4295"/>
                  </a:lnTo>
                  <a:lnTo>
                    <a:pt x="1802" y="4193"/>
                  </a:lnTo>
                  <a:lnTo>
                    <a:pt x="1649" y="4065"/>
                  </a:lnTo>
                  <a:lnTo>
                    <a:pt x="1636" y="4052"/>
                  </a:lnTo>
                  <a:lnTo>
                    <a:pt x="1624" y="3605"/>
                  </a:lnTo>
                  <a:lnTo>
                    <a:pt x="1624" y="3592"/>
                  </a:lnTo>
                  <a:lnTo>
                    <a:pt x="1841" y="3273"/>
                  </a:lnTo>
                  <a:lnTo>
                    <a:pt x="1739" y="3119"/>
                  </a:lnTo>
                  <a:lnTo>
                    <a:pt x="1739" y="3106"/>
                  </a:lnTo>
                  <a:lnTo>
                    <a:pt x="1700" y="2659"/>
                  </a:lnTo>
                  <a:lnTo>
                    <a:pt x="1713" y="2621"/>
                  </a:lnTo>
                  <a:lnTo>
                    <a:pt x="1905" y="2595"/>
                  </a:lnTo>
                  <a:lnTo>
                    <a:pt x="2096" y="2340"/>
                  </a:lnTo>
                  <a:lnTo>
                    <a:pt x="2135" y="2020"/>
                  </a:lnTo>
                  <a:lnTo>
                    <a:pt x="2160" y="1995"/>
                  </a:lnTo>
                  <a:lnTo>
                    <a:pt x="2288" y="1943"/>
                  </a:lnTo>
                  <a:lnTo>
                    <a:pt x="2339" y="1292"/>
                  </a:lnTo>
                  <a:lnTo>
                    <a:pt x="2352" y="1279"/>
                  </a:lnTo>
                  <a:lnTo>
                    <a:pt x="2799" y="1062"/>
                  </a:lnTo>
                  <a:lnTo>
                    <a:pt x="2876" y="908"/>
                  </a:lnTo>
                  <a:lnTo>
                    <a:pt x="2672" y="768"/>
                  </a:lnTo>
                  <a:lnTo>
                    <a:pt x="2659" y="742"/>
                  </a:lnTo>
                  <a:lnTo>
                    <a:pt x="2646" y="486"/>
                  </a:lnTo>
                  <a:lnTo>
                    <a:pt x="2365" y="410"/>
                  </a:lnTo>
                  <a:lnTo>
                    <a:pt x="2071" y="435"/>
                  </a:lnTo>
                  <a:lnTo>
                    <a:pt x="2045" y="435"/>
                  </a:lnTo>
                  <a:lnTo>
                    <a:pt x="1917" y="295"/>
                  </a:lnTo>
                  <a:lnTo>
                    <a:pt x="1726" y="346"/>
                  </a:lnTo>
                  <a:lnTo>
                    <a:pt x="1700" y="346"/>
                  </a:lnTo>
                  <a:lnTo>
                    <a:pt x="1547" y="244"/>
                  </a:lnTo>
                  <a:lnTo>
                    <a:pt x="1534" y="231"/>
                  </a:lnTo>
                  <a:lnTo>
                    <a:pt x="153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863;p78">
              <a:extLst>
                <a:ext uri="{FF2B5EF4-FFF2-40B4-BE49-F238E27FC236}">
                  <a16:creationId xmlns:a16="http://schemas.microsoft.com/office/drawing/2014/main" id="{69829C78-8AD7-3DB8-CD00-DB9FE62199ED}"/>
                </a:ext>
              </a:extLst>
            </p:cNvPr>
            <p:cNvSpPr/>
            <p:nvPr/>
          </p:nvSpPr>
          <p:spPr>
            <a:xfrm>
              <a:off x="3465225" y="2618950"/>
              <a:ext cx="384100" cy="377700"/>
            </a:xfrm>
            <a:custGeom>
              <a:avLst/>
              <a:gdLst/>
              <a:ahLst/>
              <a:cxnLst/>
              <a:rect l="l" t="t" r="r" b="b"/>
              <a:pathLst>
                <a:path w="15364" h="15108" extrusionOk="0">
                  <a:moveTo>
                    <a:pt x="12027" y="1"/>
                  </a:moveTo>
                  <a:lnTo>
                    <a:pt x="11963" y="180"/>
                  </a:lnTo>
                  <a:lnTo>
                    <a:pt x="11682" y="231"/>
                  </a:lnTo>
                  <a:lnTo>
                    <a:pt x="11209" y="384"/>
                  </a:lnTo>
                  <a:lnTo>
                    <a:pt x="11069" y="384"/>
                  </a:lnTo>
                  <a:lnTo>
                    <a:pt x="10954" y="180"/>
                  </a:lnTo>
                  <a:lnTo>
                    <a:pt x="10481" y="180"/>
                  </a:lnTo>
                  <a:lnTo>
                    <a:pt x="10404" y="77"/>
                  </a:lnTo>
                  <a:lnTo>
                    <a:pt x="10212" y="77"/>
                  </a:lnTo>
                  <a:lnTo>
                    <a:pt x="10072" y="193"/>
                  </a:lnTo>
                  <a:lnTo>
                    <a:pt x="9599" y="180"/>
                  </a:lnTo>
                  <a:lnTo>
                    <a:pt x="9471" y="320"/>
                  </a:lnTo>
                  <a:lnTo>
                    <a:pt x="8525" y="397"/>
                  </a:lnTo>
                  <a:lnTo>
                    <a:pt x="8538" y="308"/>
                  </a:lnTo>
                  <a:lnTo>
                    <a:pt x="8180" y="308"/>
                  </a:lnTo>
                  <a:lnTo>
                    <a:pt x="7413" y="768"/>
                  </a:lnTo>
                  <a:lnTo>
                    <a:pt x="7222" y="819"/>
                  </a:lnTo>
                  <a:lnTo>
                    <a:pt x="7043" y="717"/>
                  </a:lnTo>
                  <a:lnTo>
                    <a:pt x="6889" y="895"/>
                  </a:lnTo>
                  <a:lnTo>
                    <a:pt x="6493" y="806"/>
                  </a:lnTo>
                  <a:lnTo>
                    <a:pt x="6302" y="1177"/>
                  </a:lnTo>
                  <a:lnTo>
                    <a:pt x="5829" y="1202"/>
                  </a:lnTo>
                  <a:lnTo>
                    <a:pt x="5778" y="1202"/>
                  </a:lnTo>
                  <a:lnTo>
                    <a:pt x="5867" y="1471"/>
                  </a:lnTo>
                  <a:lnTo>
                    <a:pt x="6059" y="1777"/>
                  </a:lnTo>
                  <a:lnTo>
                    <a:pt x="6071" y="1803"/>
                  </a:lnTo>
                  <a:lnTo>
                    <a:pt x="6071" y="2148"/>
                  </a:lnTo>
                  <a:lnTo>
                    <a:pt x="5931" y="3081"/>
                  </a:lnTo>
                  <a:lnTo>
                    <a:pt x="6148" y="3413"/>
                  </a:lnTo>
                  <a:lnTo>
                    <a:pt x="6314" y="3541"/>
                  </a:lnTo>
                  <a:lnTo>
                    <a:pt x="6340" y="3554"/>
                  </a:lnTo>
                  <a:lnTo>
                    <a:pt x="6340" y="3579"/>
                  </a:lnTo>
                  <a:lnTo>
                    <a:pt x="6340" y="3592"/>
                  </a:lnTo>
                  <a:lnTo>
                    <a:pt x="6327" y="3618"/>
                  </a:lnTo>
                  <a:lnTo>
                    <a:pt x="5995" y="3988"/>
                  </a:lnTo>
                  <a:lnTo>
                    <a:pt x="5969" y="4001"/>
                  </a:lnTo>
                  <a:lnTo>
                    <a:pt x="5522" y="4001"/>
                  </a:lnTo>
                  <a:lnTo>
                    <a:pt x="4666" y="4346"/>
                  </a:lnTo>
                  <a:lnTo>
                    <a:pt x="4666" y="4525"/>
                  </a:lnTo>
                  <a:lnTo>
                    <a:pt x="4653" y="4551"/>
                  </a:lnTo>
                  <a:lnTo>
                    <a:pt x="4640" y="4576"/>
                  </a:lnTo>
                  <a:lnTo>
                    <a:pt x="3541" y="5202"/>
                  </a:lnTo>
                  <a:lnTo>
                    <a:pt x="2250" y="5714"/>
                  </a:lnTo>
                  <a:lnTo>
                    <a:pt x="2212" y="5714"/>
                  </a:lnTo>
                  <a:lnTo>
                    <a:pt x="1931" y="5624"/>
                  </a:lnTo>
                  <a:lnTo>
                    <a:pt x="1726" y="5790"/>
                  </a:lnTo>
                  <a:lnTo>
                    <a:pt x="1701" y="5803"/>
                  </a:lnTo>
                  <a:lnTo>
                    <a:pt x="1662" y="5790"/>
                  </a:lnTo>
                  <a:lnTo>
                    <a:pt x="1496" y="5714"/>
                  </a:lnTo>
                  <a:lnTo>
                    <a:pt x="1074" y="5790"/>
                  </a:lnTo>
                  <a:lnTo>
                    <a:pt x="116" y="6417"/>
                  </a:lnTo>
                  <a:lnTo>
                    <a:pt x="1" y="7529"/>
                  </a:lnTo>
                  <a:lnTo>
                    <a:pt x="6979" y="13344"/>
                  </a:lnTo>
                  <a:lnTo>
                    <a:pt x="6992" y="13344"/>
                  </a:lnTo>
                  <a:lnTo>
                    <a:pt x="7541" y="13970"/>
                  </a:lnTo>
                  <a:lnTo>
                    <a:pt x="7835" y="14085"/>
                  </a:lnTo>
                  <a:lnTo>
                    <a:pt x="7848" y="14085"/>
                  </a:lnTo>
                  <a:lnTo>
                    <a:pt x="8372" y="14494"/>
                  </a:lnTo>
                  <a:lnTo>
                    <a:pt x="8398" y="14520"/>
                  </a:lnTo>
                  <a:lnTo>
                    <a:pt x="8487" y="15095"/>
                  </a:lnTo>
                  <a:lnTo>
                    <a:pt x="9267" y="15107"/>
                  </a:lnTo>
                  <a:lnTo>
                    <a:pt x="10289" y="14852"/>
                  </a:lnTo>
                  <a:lnTo>
                    <a:pt x="10302" y="14852"/>
                  </a:lnTo>
                  <a:lnTo>
                    <a:pt x="10532" y="14865"/>
                  </a:lnTo>
                  <a:lnTo>
                    <a:pt x="10736" y="14558"/>
                  </a:lnTo>
                  <a:lnTo>
                    <a:pt x="10749" y="14532"/>
                  </a:lnTo>
                  <a:lnTo>
                    <a:pt x="15363" y="11682"/>
                  </a:lnTo>
                  <a:lnTo>
                    <a:pt x="15286" y="11324"/>
                  </a:lnTo>
                  <a:lnTo>
                    <a:pt x="15005" y="11145"/>
                  </a:lnTo>
                  <a:lnTo>
                    <a:pt x="14992" y="11133"/>
                  </a:lnTo>
                  <a:lnTo>
                    <a:pt x="14980" y="11120"/>
                  </a:lnTo>
                  <a:lnTo>
                    <a:pt x="14941" y="10941"/>
                  </a:lnTo>
                  <a:lnTo>
                    <a:pt x="14558" y="10915"/>
                  </a:lnTo>
                  <a:lnTo>
                    <a:pt x="14520" y="10903"/>
                  </a:lnTo>
                  <a:lnTo>
                    <a:pt x="14162" y="10583"/>
                  </a:lnTo>
                  <a:lnTo>
                    <a:pt x="14136" y="10558"/>
                  </a:lnTo>
                  <a:lnTo>
                    <a:pt x="14136" y="10532"/>
                  </a:lnTo>
                  <a:lnTo>
                    <a:pt x="14226" y="10161"/>
                  </a:lnTo>
                  <a:lnTo>
                    <a:pt x="13420" y="9305"/>
                  </a:lnTo>
                  <a:lnTo>
                    <a:pt x="13408" y="9292"/>
                  </a:lnTo>
                  <a:lnTo>
                    <a:pt x="13408" y="9267"/>
                  </a:lnTo>
                  <a:lnTo>
                    <a:pt x="13408" y="9254"/>
                  </a:lnTo>
                  <a:lnTo>
                    <a:pt x="13420" y="9241"/>
                  </a:lnTo>
                  <a:lnTo>
                    <a:pt x="13970" y="8679"/>
                  </a:lnTo>
                  <a:lnTo>
                    <a:pt x="14047" y="8231"/>
                  </a:lnTo>
                  <a:lnTo>
                    <a:pt x="14047" y="8219"/>
                  </a:lnTo>
                  <a:lnTo>
                    <a:pt x="14187" y="7976"/>
                  </a:lnTo>
                  <a:lnTo>
                    <a:pt x="14200" y="7823"/>
                  </a:lnTo>
                  <a:lnTo>
                    <a:pt x="13829" y="7247"/>
                  </a:lnTo>
                  <a:lnTo>
                    <a:pt x="13817" y="7209"/>
                  </a:lnTo>
                  <a:lnTo>
                    <a:pt x="13919" y="6263"/>
                  </a:lnTo>
                  <a:lnTo>
                    <a:pt x="13791" y="6020"/>
                  </a:lnTo>
                  <a:lnTo>
                    <a:pt x="13778" y="6008"/>
                  </a:lnTo>
                  <a:lnTo>
                    <a:pt x="13561" y="4410"/>
                  </a:lnTo>
                  <a:lnTo>
                    <a:pt x="13126" y="4001"/>
                  </a:lnTo>
                  <a:lnTo>
                    <a:pt x="13114" y="3976"/>
                  </a:lnTo>
                  <a:lnTo>
                    <a:pt x="13114" y="3963"/>
                  </a:lnTo>
                  <a:lnTo>
                    <a:pt x="13114" y="3605"/>
                  </a:lnTo>
                  <a:lnTo>
                    <a:pt x="12692" y="3413"/>
                  </a:lnTo>
                  <a:lnTo>
                    <a:pt x="12666" y="3400"/>
                  </a:lnTo>
                  <a:lnTo>
                    <a:pt x="12666" y="3375"/>
                  </a:lnTo>
                  <a:lnTo>
                    <a:pt x="12487" y="2876"/>
                  </a:lnTo>
                  <a:lnTo>
                    <a:pt x="12475" y="2851"/>
                  </a:lnTo>
                  <a:lnTo>
                    <a:pt x="12487" y="2838"/>
                  </a:lnTo>
                  <a:lnTo>
                    <a:pt x="12884" y="2084"/>
                  </a:lnTo>
                  <a:lnTo>
                    <a:pt x="12909" y="2058"/>
                  </a:lnTo>
                  <a:lnTo>
                    <a:pt x="13165" y="1918"/>
                  </a:lnTo>
                  <a:lnTo>
                    <a:pt x="13165" y="1496"/>
                  </a:lnTo>
                  <a:lnTo>
                    <a:pt x="13178" y="1471"/>
                  </a:lnTo>
                  <a:lnTo>
                    <a:pt x="13331" y="1202"/>
                  </a:lnTo>
                  <a:lnTo>
                    <a:pt x="13267" y="780"/>
                  </a:lnTo>
                  <a:lnTo>
                    <a:pt x="13254" y="768"/>
                  </a:lnTo>
                  <a:lnTo>
                    <a:pt x="13241" y="461"/>
                  </a:lnTo>
                  <a:lnTo>
                    <a:pt x="13254" y="448"/>
                  </a:lnTo>
                  <a:lnTo>
                    <a:pt x="13254" y="423"/>
                  </a:lnTo>
                  <a:lnTo>
                    <a:pt x="13433" y="231"/>
                  </a:lnTo>
                  <a:lnTo>
                    <a:pt x="13433" y="218"/>
                  </a:lnTo>
                  <a:lnTo>
                    <a:pt x="13382" y="205"/>
                  </a:lnTo>
                  <a:lnTo>
                    <a:pt x="13203" y="244"/>
                  </a:lnTo>
                  <a:lnTo>
                    <a:pt x="12896" y="193"/>
                  </a:lnTo>
                  <a:lnTo>
                    <a:pt x="12654" y="65"/>
                  </a:lnTo>
                  <a:lnTo>
                    <a:pt x="12487" y="154"/>
                  </a:lnTo>
                  <a:lnTo>
                    <a:pt x="12321" y="154"/>
                  </a:lnTo>
                  <a:lnTo>
                    <a:pt x="1213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864;p78">
              <a:extLst>
                <a:ext uri="{FF2B5EF4-FFF2-40B4-BE49-F238E27FC236}">
                  <a16:creationId xmlns:a16="http://schemas.microsoft.com/office/drawing/2014/main" id="{1D17345C-0817-A04A-23E7-67084D31D43F}"/>
                </a:ext>
              </a:extLst>
            </p:cNvPr>
            <p:cNvSpPr/>
            <p:nvPr/>
          </p:nvSpPr>
          <p:spPr>
            <a:xfrm>
              <a:off x="3464900" y="2425975"/>
              <a:ext cx="233925" cy="206750"/>
            </a:xfrm>
            <a:custGeom>
              <a:avLst/>
              <a:gdLst/>
              <a:ahLst/>
              <a:cxnLst/>
              <a:rect l="l" t="t" r="r" b="b"/>
              <a:pathLst>
                <a:path w="9357" h="8270" extrusionOk="0">
                  <a:moveTo>
                    <a:pt x="1215" y="0"/>
                  </a:moveTo>
                  <a:lnTo>
                    <a:pt x="1202" y="26"/>
                  </a:lnTo>
                  <a:lnTo>
                    <a:pt x="1177" y="51"/>
                  </a:lnTo>
                  <a:lnTo>
                    <a:pt x="1126" y="77"/>
                  </a:lnTo>
                  <a:lnTo>
                    <a:pt x="1011" y="115"/>
                  </a:lnTo>
                  <a:lnTo>
                    <a:pt x="959" y="141"/>
                  </a:lnTo>
                  <a:lnTo>
                    <a:pt x="921" y="154"/>
                  </a:lnTo>
                  <a:lnTo>
                    <a:pt x="908" y="179"/>
                  </a:lnTo>
                  <a:lnTo>
                    <a:pt x="908" y="218"/>
                  </a:lnTo>
                  <a:lnTo>
                    <a:pt x="921" y="256"/>
                  </a:lnTo>
                  <a:lnTo>
                    <a:pt x="921" y="333"/>
                  </a:lnTo>
                  <a:lnTo>
                    <a:pt x="908" y="435"/>
                  </a:lnTo>
                  <a:lnTo>
                    <a:pt x="908" y="460"/>
                  </a:lnTo>
                  <a:lnTo>
                    <a:pt x="896" y="486"/>
                  </a:lnTo>
                  <a:lnTo>
                    <a:pt x="870" y="486"/>
                  </a:lnTo>
                  <a:lnTo>
                    <a:pt x="844" y="473"/>
                  </a:lnTo>
                  <a:lnTo>
                    <a:pt x="806" y="448"/>
                  </a:lnTo>
                  <a:lnTo>
                    <a:pt x="755" y="409"/>
                  </a:lnTo>
                  <a:lnTo>
                    <a:pt x="717" y="384"/>
                  </a:lnTo>
                  <a:lnTo>
                    <a:pt x="678" y="371"/>
                  </a:lnTo>
                  <a:lnTo>
                    <a:pt x="576" y="358"/>
                  </a:lnTo>
                  <a:lnTo>
                    <a:pt x="474" y="371"/>
                  </a:lnTo>
                  <a:lnTo>
                    <a:pt x="384" y="384"/>
                  </a:lnTo>
                  <a:lnTo>
                    <a:pt x="308" y="384"/>
                  </a:lnTo>
                  <a:lnTo>
                    <a:pt x="282" y="397"/>
                  </a:lnTo>
                  <a:lnTo>
                    <a:pt x="244" y="409"/>
                  </a:lnTo>
                  <a:lnTo>
                    <a:pt x="231" y="422"/>
                  </a:lnTo>
                  <a:lnTo>
                    <a:pt x="231" y="448"/>
                  </a:lnTo>
                  <a:lnTo>
                    <a:pt x="218" y="486"/>
                  </a:lnTo>
                  <a:lnTo>
                    <a:pt x="180" y="524"/>
                  </a:lnTo>
                  <a:lnTo>
                    <a:pt x="154" y="563"/>
                  </a:lnTo>
                  <a:lnTo>
                    <a:pt x="65" y="614"/>
                  </a:lnTo>
                  <a:lnTo>
                    <a:pt x="26" y="639"/>
                  </a:lnTo>
                  <a:lnTo>
                    <a:pt x="1" y="652"/>
                  </a:lnTo>
                  <a:lnTo>
                    <a:pt x="1" y="678"/>
                  </a:lnTo>
                  <a:lnTo>
                    <a:pt x="14" y="703"/>
                  </a:lnTo>
                  <a:lnTo>
                    <a:pt x="39" y="716"/>
                  </a:lnTo>
                  <a:lnTo>
                    <a:pt x="90" y="754"/>
                  </a:lnTo>
                  <a:lnTo>
                    <a:pt x="116" y="780"/>
                  </a:lnTo>
                  <a:lnTo>
                    <a:pt x="141" y="806"/>
                  </a:lnTo>
                  <a:lnTo>
                    <a:pt x="167" y="831"/>
                  </a:lnTo>
                  <a:lnTo>
                    <a:pt x="193" y="844"/>
                  </a:lnTo>
                  <a:lnTo>
                    <a:pt x="269" y="831"/>
                  </a:lnTo>
                  <a:lnTo>
                    <a:pt x="295" y="818"/>
                  </a:lnTo>
                  <a:lnTo>
                    <a:pt x="308" y="831"/>
                  </a:lnTo>
                  <a:lnTo>
                    <a:pt x="320" y="844"/>
                  </a:lnTo>
                  <a:lnTo>
                    <a:pt x="308" y="882"/>
                  </a:lnTo>
                  <a:lnTo>
                    <a:pt x="282" y="895"/>
                  </a:lnTo>
                  <a:lnTo>
                    <a:pt x="205" y="972"/>
                  </a:lnTo>
                  <a:lnTo>
                    <a:pt x="180" y="997"/>
                  </a:lnTo>
                  <a:lnTo>
                    <a:pt x="167" y="1036"/>
                  </a:lnTo>
                  <a:lnTo>
                    <a:pt x="154" y="1087"/>
                  </a:lnTo>
                  <a:lnTo>
                    <a:pt x="167" y="1138"/>
                  </a:lnTo>
                  <a:lnTo>
                    <a:pt x="193" y="1125"/>
                  </a:lnTo>
                  <a:lnTo>
                    <a:pt x="205" y="1112"/>
                  </a:lnTo>
                  <a:lnTo>
                    <a:pt x="282" y="1061"/>
                  </a:lnTo>
                  <a:lnTo>
                    <a:pt x="333" y="1010"/>
                  </a:lnTo>
                  <a:lnTo>
                    <a:pt x="359" y="1010"/>
                  </a:lnTo>
                  <a:lnTo>
                    <a:pt x="384" y="1036"/>
                  </a:lnTo>
                  <a:lnTo>
                    <a:pt x="384" y="1061"/>
                  </a:lnTo>
                  <a:lnTo>
                    <a:pt x="384" y="1087"/>
                  </a:lnTo>
                  <a:lnTo>
                    <a:pt x="308" y="1138"/>
                  </a:lnTo>
                  <a:lnTo>
                    <a:pt x="282" y="1163"/>
                  </a:lnTo>
                  <a:lnTo>
                    <a:pt x="257" y="1202"/>
                  </a:lnTo>
                  <a:lnTo>
                    <a:pt x="257" y="1227"/>
                  </a:lnTo>
                  <a:lnTo>
                    <a:pt x="269" y="1240"/>
                  </a:lnTo>
                  <a:lnTo>
                    <a:pt x="295" y="1253"/>
                  </a:lnTo>
                  <a:lnTo>
                    <a:pt x="320" y="1253"/>
                  </a:lnTo>
                  <a:lnTo>
                    <a:pt x="423" y="1240"/>
                  </a:lnTo>
                  <a:lnTo>
                    <a:pt x="435" y="1291"/>
                  </a:lnTo>
                  <a:lnTo>
                    <a:pt x="423" y="1317"/>
                  </a:lnTo>
                  <a:lnTo>
                    <a:pt x="410" y="1330"/>
                  </a:lnTo>
                  <a:lnTo>
                    <a:pt x="372" y="1355"/>
                  </a:lnTo>
                  <a:lnTo>
                    <a:pt x="320" y="1381"/>
                  </a:lnTo>
                  <a:lnTo>
                    <a:pt x="282" y="1419"/>
                  </a:lnTo>
                  <a:lnTo>
                    <a:pt x="269" y="1457"/>
                  </a:lnTo>
                  <a:lnTo>
                    <a:pt x="257" y="1483"/>
                  </a:lnTo>
                  <a:lnTo>
                    <a:pt x="269" y="1496"/>
                  </a:lnTo>
                  <a:lnTo>
                    <a:pt x="346" y="1496"/>
                  </a:lnTo>
                  <a:lnTo>
                    <a:pt x="359" y="1547"/>
                  </a:lnTo>
                  <a:lnTo>
                    <a:pt x="346" y="1560"/>
                  </a:lnTo>
                  <a:lnTo>
                    <a:pt x="333" y="1585"/>
                  </a:lnTo>
                  <a:lnTo>
                    <a:pt x="269" y="1611"/>
                  </a:lnTo>
                  <a:lnTo>
                    <a:pt x="193" y="1636"/>
                  </a:lnTo>
                  <a:lnTo>
                    <a:pt x="167" y="1636"/>
                  </a:lnTo>
                  <a:lnTo>
                    <a:pt x="154" y="1649"/>
                  </a:lnTo>
                  <a:lnTo>
                    <a:pt x="141" y="1649"/>
                  </a:lnTo>
                  <a:lnTo>
                    <a:pt x="141" y="1687"/>
                  </a:lnTo>
                  <a:lnTo>
                    <a:pt x="154" y="1713"/>
                  </a:lnTo>
                  <a:lnTo>
                    <a:pt x="167" y="1790"/>
                  </a:lnTo>
                  <a:lnTo>
                    <a:pt x="167" y="1802"/>
                  </a:lnTo>
                  <a:lnTo>
                    <a:pt x="180" y="1828"/>
                  </a:lnTo>
                  <a:lnTo>
                    <a:pt x="397" y="1738"/>
                  </a:lnTo>
                  <a:lnTo>
                    <a:pt x="717" y="1598"/>
                  </a:lnTo>
                  <a:lnTo>
                    <a:pt x="755" y="1623"/>
                  </a:lnTo>
                  <a:lnTo>
                    <a:pt x="742" y="1879"/>
                  </a:lnTo>
                  <a:lnTo>
                    <a:pt x="870" y="1956"/>
                  </a:lnTo>
                  <a:lnTo>
                    <a:pt x="1087" y="1905"/>
                  </a:lnTo>
                  <a:lnTo>
                    <a:pt x="1113" y="1917"/>
                  </a:lnTo>
                  <a:lnTo>
                    <a:pt x="1241" y="2045"/>
                  </a:lnTo>
                  <a:lnTo>
                    <a:pt x="1522" y="2020"/>
                  </a:lnTo>
                  <a:lnTo>
                    <a:pt x="1841" y="2096"/>
                  </a:lnTo>
                  <a:lnTo>
                    <a:pt x="1854" y="2122"/>
                  </a:lnTo>
                  <a:lnTo>
                    <a:pt x="1867" y="2390"/>
                  </a:lnTo>
                  <a:lnTo>
                    <a:pt x="2084" y="2544"/>
                  </a:lnTo>
                  <a:lnTo>
                    <a:pt x="2097" y="2569"/>
                  </a:lnTo>
                  <a:lnTo>
                    <a:pt x="2007" y="2761"/>
                  </a:lnTo>
                  <a:lnTo>
                    <a:pt x="1995" y="2774"/>
                  </a:lnTo>
                  <a:lnTo>
                    <a:pt x="1547" y="2978"/>
                  </a:lnTo>
                  <a:lnTo>
                    <a:pt x="1496" y="3630"/>
                  </a:lnTo>
                  <a:lnTo>
                    <a:pt x="1471" y="3643"/>
                  </a:lnTo>
                  <a:lnTo>
                    <a:pt x="1343" y="3694"/>
                  </a:lnTo>
                  <a:lnTo>
                    <a:pt x="1305" y="4013"/>
                  </a:lnTo>
                  <a:lnTo>
                    <a:pt x="1292" y="4013"/>
                  </a:lnTo>
                  <a:lnTo>
                    <a:pt x="1100" y="4295"/>
                  </a:lnTo>
                  <a:lnTo>
                    <a:pt x="1087" y="4295"/>
                  </a:lnTo>
                  <a:lnTo>
                    <a:pt x="908" y="4333"/>
                  </a:lnTo>
                  <a:lnTo>
                    <a:pt x="947" y="4755"/>
                  </a:lnTo>
                  <a:lnTo>
                    <a:pt x="1049" y="4921"/>
                  </a:lnTo>
                  <a:lnTo>
                    <a:pt x="1049" y="4946"/>
                  </a:lnTo>
                  <a:lnTo>
                    <a:pt x="832" y="5266"/>
                  </a:lnTo>
                  <a:lnTo>
                    <a:pt x="844" y="5700"/>
                  </a:lnTo>
                  <a:lnTo>
                    <a:pt x="1011" y="5828"/>
                  </a:lnTo>
                  <a:lnTo>
                    <a:pt x="1011" y="5867"/>
                  </a:lnTo>
                  <a:lnTo>
                    <a:pt x="921" y="5994"/>
                  </a:lnTo>
                  <a:lnTo>
                    <a:pt x="908" y="6007"/>
                  </a:lnTo>
                  <a:lnTo>
                    <a:pt x="742" y="6007"/>
                  </a:lnTo>
                  <a:lnTo>
                    <a:pt x="461" y="6352"/>
                  </a:lnTo>
                  <a:lnTo>
                    <a:pt x="487" y="6736"/>
                  </a:lnTo>
                  <a:lnTo>
                    <a:pt x="538" y="6723"/>
                  </a:lnTo>
                  <a:lnTo>
                    <a:pt x="602" y="6748"/>
                  </a:lnTo>
                  <a:lnTo>
                    <a:pt x="704" y="6800"/>
                  </a:lnTo>
                  <a:lnTo>
                    <a:pt x="806" y="6851"/>
                  </a:lnTo>
                  <a:lnTo>
                    <a:pt x="959" y="6979"/>
                  </a:lnTo>
                  <a:lnTo>
                    <a:pt x="1023" y="7055"/>
                  </a:lnTo>
                  <a:lnTo>
                    <a:pt x="1087" y="7132"/>
                  </a:lnTo>
                  <a:lnTo>
                    <a:pt x="1177" y="7285"/>
                  </a:lnTo>
                  <a:lnTo>
                    <a:pt x="1189" y="7298"/>
                  </a:lnTo>
                  <a:lnTo>
                    <a:pt x="1215" y="7311"/>
                  </a:lnTo>
                  <a:lnTo>
                    <a:pt x="1253" y="7311"/>
                  </a:lnTo>
                  <a:lnTo>
                    <a:pt x="1292" y="7298"/>
                  </a:lnTo>
                  <a:lnTo>
                    <a:pt x="1343" y="7285"/>
                  </a:lnTo>
                  <a:lnTo>
                    <a:pt x="1356" y="7324"/>
                  </a:lnTo>
                  <a:lnTo>
                    <a:pt x="1343" y="7336"/>
                  </a:lnTo>
                  <a:lnTo>
                    <a:pt x="1330" y="7349"/>
                  </a:lnTo>
                  <a:lnTo>
                    <a:pt x="1305" y="7375"/>
                  </a:lnTo>
                  <a:lnTo>
                    <a:pt x="1253" y="7400"/>
                  </a:lnTo>
                  <a:lnTo>
                    <a:pt x="1241" y="7439"/>
                  </a:lnTo>
                  <a:lnTo>
                    <a:pt x="1228" y="7477"/>
                  </a:lnTo>
                  <a:lnTo>
                    <a:pt x="1241" y="7528"/>
                  </a:lnTo>
                  <a:lnTo>
                    <a:pt x="1305" y="7541"/>
                  </a:lnTo>
                  <a:lnTo>
                    <a:pt x="1330" y="7541"/>
                  </a:lnTo>
                  <a:lnTo>
                    <a:pt x="1356" y="7566"/>
                  </a:lnTo>
                  <a:lnTo>
                    <a:pt x="1394" y="7630"/>
                  </a:lnTo>
                  <a:lnTo>
                    <a:pt x="1407" y="7669"/>
                  </a:lnTo>
                  <a:lnTo>
                    <a:pt x="1407" y="7694"/>
                  </a:lnTo>
                  <a:lnTo>
                    <a:pt x="1381" y="7707"/>
                  </a:lnTo>
                  <a:lnTo>
                    <a:pt x="1356" y="7707"/>
                  </a:lnTo>
                  <a:lnTo>
                    <a:pt x="1317" y="7669"/>
                  </a:lnTo>
                  <a:lnTo>
                    <a:pt x="1292" y="7643"/>
                  </a:lnTo>
                  <a:lnTo>
                    <a:pt x="1266" y="7630"/>
                  </a:lnTo>
                  <a:lnTo>
                    <a:pt x="1253" y="7643"/>
                  </a:lnTo>
                  <a:lnTo>
                    <a:pt x="1228" y="7669"/>
                  </a:lnTo>
                  <a:lnTo>
                    <a:pt x="1228" y="7694"/>
                  </a:lnTo>
                  <a:lnTo>
                    <a:pt x="1241" y="7720"/>
                  </a:lnTo>
                  <a:lnTo>
                    <a:pt x="1292" y="7745"/>
                  </a:lnTo>
                  <a:lnTo>
                    <a:pt x="1330" y="7784"/>
                  </a:lnTo>
                  <a:lnTo>
                    <a:pt x="1368" y="7835"/>
                  </a:lnTo>
                  <a:lnTo>
                    <a:pt x="1394" y="7886"/>
                  </a:lnTo>
                  <a:lnTo>
                    <a:pt x="1407" y="7950"/>
                  </a:lnTo>
                  <a:lnTo>
                    <a:pt x="1420" y="8065"/>
                  </a:lnTo>
                  <a:lnTo>
                    <a:pt x="1496" y="8052"/>
                  </a:lnTo>
                  <a:lnTo>
                    <a:pt x="1560" y="8052"/>
                  </a:lnTo>
                  <a:lnTo>
                    <a:pt x="1586" y="8065"/>
                  </a:lnTo>
                  <a:lnTo>
                    <a:pt x="1611" y="8090"/>
                  </a:lnTo>
                  <a:lnTo>
                    <a:pt x="1650" y="8154"/>
                  </a:lnTo>
                  <a:lnTo>
                    <a:pt x="1701" y="8205"/>
                  </a:lnTo>
                  <a:lnTo>
                    <a:pt x="1765" y="8244"/>
                  </a:lnTo>
                  <a:lnTo>
                    <a:pt x="1829" y="8269"/>
                  </a:lnTo>
                  <a:lnTo>
                    <a:pt x="1867" y="8269"/>
                  </a:lnTo>
                  <a:lnTo>
                    <a:pt x="1905" y="8257"/>
                  </a:lnTo>
                  <a:lnTo>
                    <a:pt x="1944" y="8231"/>
                  </a:lnTo>
                  <a:lnTo>
                    <a:pt x="1982" y="8205"/>
                  </a:lnTo>
                  <a:lnTo>
                    <a:pt x="2046" y="8193"/>
                  </a:lnTo>
                  <a:lnTo>
                    <a:pt x="2071" y="8180"/>
                  </a:lnTo>
                  <a:lnTo>
                    <a:pt x="2097" y="8167"/>
                  </a:lnTo>
                  <a:lnTo>
                    <a:pt x="2135" y="8116"/>
                  </a:lnTo>
                  <a:lnTo>
                    <a:pt x="2174" y="8065"/>
                  </a:lnTo>
                  <a:lnTo>
                    <a:pt x="2238" y="8014"/>
                  </a:lnTo>
                  <a:lnTo>
                    <a:pt x="2314" y="7963"/>
                  </a:lnTo>
                  <a:lnTo>
                    <a:pt x="2404" y="7937"/>
                  </a:lnTo>
                  <a:lnTo>
                    <a:pt x="2493" y="7912"/>
                  </a:lnTo>
                  <a:lnTo>
                    <a:pt x="2595" y="7912"/>
                  </a:lnTo>
                  <a:lnTo>
                    <a:pt x="2608" y="7899"/>
                  </a:lnTo>
                  <a:lnTo>
                    <a:pt x="2621" y="7873"/>
                  </a:lnTo>
                  <a:lnTo>
                    <a:pt x="2621" y="7848"/>
                  </a:lnTo>
                  <a:lnTo>
                    <a:pt x="2634" y="7835"/>
                  </a:lnTo>
                  <a:lnTo>
                    <a:pt x="2672" y="7822"/>
                  </a:lnTo>
                  <a:lnTo>
                    <a:pt x="2710" y="7809"/>
                  </a:lnTo>
                  <a:lnTo>
                    <a:pt x="2787" y="7809"/>
                  </a:lnTo>
                  <a:lnTo>
                    <a:pt x="2940" y="7796"/>
                  </a:lnTo>
                  <a:lnTo>
                    <a:pt x="2992" y="7796"/>
                  </a:lnTo>
                  <a:lnTo>
                    <a:pt x="3043" y="7809"/>
                  </a:lnTo>
                  <a:lnTo>
                    <a:pt x="3132" y="7860"/>
                  </a:lnTo>
                  <a:lnTo>
                    <a:pt x="3222" y="7886"/>
                  </a:lnTo>
                  <a:lnTo>
                    <a:pt x="3324" y="7899"/>
                  </a:lnTo>
                  <a:lnTo>
                    <a:pt x="3401" y="7924"/>
                  </a:lnTo>
                  <a:lnTo>
                    <a:pt x="3439" y="7950"/>
                  </a:lnTo>
                  <a:lnTo>
                    <a:pt x="3477" y="7975"/>
                  </a:lnTo>
                  <a:lnTo>
                    <a:pt x="3516" y="8001"/>
                  </a:lnTo>
                  <a:lnTo>
                    <a:pt x="3567" y="8014"/>
                  </a:lnTo>
                  <a:lnTo>
                    <a:pt x="3618" y="8027"/>
                  </a:lnTo>
                  <a:lnTo>
                    <a:pt x="3669" y="8014"/>
                  </a:lnTo>
                  <a:lnTo>
                    <a:pt x="3886" y="7988"/>
                  </a:lnTo>
                  <a:lnTo>
                    <a:pt x="3937" y="7975"/>
                  </a:lnTo>
                  <a:lnTo>
                    <a:pt x="3988" y="7988"/>
                  </a:lnTo>
                  <a:lnTo>
                    <a:pt x="4014" y="8001"/>
                  </a:lnTo>
                  <a:lnTo>
                    <a:pt x="4052" y="8027"/>
                  </a:lnTo>
                  <a:lnTo>
                    <a:pt x="4091" y="8090"/>
                  </a:lnTo>
                  <a:lnTo>
                    <a:pt x="4116" y="8103"/>
                  </a:lnTo>
                  <a:lnTo>
                    <a:pt x="4142" y="8116"/>
                  </a:lnTo>
                  <a:lnTo>
                    <a:pt x="4193" y="8116"/>
                  </a:lnTo>
                  <a:lnTo>
                    <a:pt x="4219" y="8065"/>
                  </a:lnTo>
                  <a:lnTo>
                    <a:pt x="4257" y="8039"/>
                  </a:lnTo>
                  <a:lnTo>
                    <a:pt x="4295" y="8014"/>
                  </a:lnTo>
                  <a:lnTo>
                    <a:pt x="4359" y="8014"/>
                  </a:lnTo>
                  <a:lnTo>
                    <a:pt x="4461" y="8001"/>
                  </a:lnTo>
                  <a:lnTo>
                    <a:pt x="4500" y="8001"/>
                  </a:lnTo>
                  <a:lnTo>
                    <a:pt x="4525" y="8027"/>
                  </a:lnTo>
                  <a:lnTo>
                    <a:pt x="4538" y="8039"/>
                  </a:lnTo>
                  <a:lnTo>
                    <a:pt x="4551" y="8090"/>
                  </a:lnTo>
                  <a:lnTo>
                    <a:pt x="4564" y="8129"/>
                  </a:lnTo>
                  <a:lnTo>
                    <a:pt x="4576" y="8142"/>
                  </a:lnTo>
                  <a:lnTo>
                    <a:pt x="4589" y="8154"/>
                  </a:lnTo>
                  <a:lnTo>
                    <a:pt x="4640" y="8154"/>
                  </a:lnTo>
                  <a:lnTo>
                    <a:pt x="4679" y="8129"/>
                  </a:lnTo>
                  <a:lnTo>
                    <a:pt x="4704" y="8103"/>
                  </a:lnTo>
                  <a:lnTo>
                    <a:pt x="4730" y="8039"/>
                  </a:lnTo>
                  <a:lnTo>
                    <a:pt x="4743" y="8014"/>
                  </a:lnTo>
                  <a:lnTo>
                    <a:pt x="4781" y="7988"/>
                  </a:lnTo>
                  <a:lnTo>
                    <a:pt x="4819" y="7963"/>
                  </a:lnTo>
                  <a:lnTo>
                    <a:pt x="4845" y="7924"/>
                  </a:lnTo>
                  <a:lnTo>
                    <a:pt x="4870" y="7886"/>
                  </a:lnTo>
                  <a:lnTo>
                    <a:pt x="4883" y="7848"/>
                  </a:lnTo>
                  <a:lnTo>
                    <a:pt x="4896" y="7771"/>
                  </a:lnTo>
                  <a:lnTo>
                    <a:pt x="4921" y="7720"/>
                  </a:lnTo>
                  <a:lnTo>
                    <a:pt x="4973" y="7681"/>
                  </a:lnTo>
                  <a:lnTo>
                    <a:pt x="5075" y="7618"/>
                  </a:lnTo>
                  <a:lnTo>
                    <a:pt x="5241" y="7503"/>
                  </a:lnTo>
                  <a:lnTo>
                    <a:pt x="5292" y="7477"/>
                  </a:lnTo>
                  <a:lnTo>
                    <a:pt x="5356" y="7451"/>
                  </a:lnTo>
                  <a:lnTo>
                    <a:pt x="5484" y="7426"/>
                  </a:lnTo>
                  <a:lnTo>
                    <a:pt x="5752" y="7400"/>
                  </a:lnTo>
                  <a:lnTo>
                    <a:pt x="5803" y="7388"/>
                  </a:lnTo>
                  <a:lnTo>
                    <a:pt x="5854" y="7375"/>
                  </a:lnTo>
                  <a:lnTo>
                    <a:pt x="5906" y="7349"/>
                  </a:lnTo>
                  <a:lnTo>
                    <a:pt x="5918" y="7336"/>
                  </a:lnTo>
                  <a:lnTo>
                    <a:pt x="5918" y="7311"/>
                  </a:lnTo>
                  <a:lnTo>
                    <a:pt x="5906" y="7285"/>
                  </a:lnTo>
                  <a:lnTo>
                    <a:pt x="5893" y="7272"/>
                  </a:lnTo>
                  <a:lnTo>
                    <a:pt x="5854" y="7247"/>
                  </a:lnTo>
                  <a:lnTo>
                    <a:pt x="5816" y="7221"/>
                  </a:lnTo>
                  <a:lnTo>
                    <a:pt x="5803" y="7209"/>
                  </a:lnTo>
                  <a:lnTo>
                    <a:pt x="5803" y="7183"/>
                  </a:lnTo>
                  <a:lnTo>
                    <a:pt x="5816" y="7132"/>
                  </a:lnTo>
                  <a:lnTo>
                    <a:pt x="5829" y="7094"/>
                  </a:lnTo>
                  <a:lnTo>
                    <a:pt x="5867" y="7055"/>
                  </a:lnTo>
                  <a:lnTo>
                    <a:pt x="5906" y="7030"/>
                  </a:lnTo>
                  <a:lnTo>
                    <a:pt x="5957" y="7004"/>
                  </a:lnTo>
                  <a:lnTo>
                    <a:pt x="5995" y="6979"/>
                  </a:lnTo>
                  <a:lnTo>
                    <a:pt x="6033" y="6927"/>
                  </a:lnTo>
                  <a:lnTo>
                    <a:pt x="6046" y="6876"/>
                  </a:lnTo>
                  <a:lnTo>
                    <a:pt x="6072" y="6825"/>
                  </a:lnTo>
                  <a:lnTo>
                    <a:pt x="6110" y="6787"/>
                  </a:lnTo>
                  <a:lnTo>
                    <a:pt x="6148" y="6748"/>
                  </a:lnTo>
                  <a:lnTo>
                    <a:pt x="6200" y="6710"/>
                  </a:lnTo>
                  <a:lnTo>
                    <a:pt x="6315" y="6659"/>
                  </a:lnTo>
                  <a:lnTo>
                    <a:pt x="6442" y="6608"/>
                  </a:lnTo>
                  <a:lnTo>
                    <a:pt x="6493" y="6582"/>
                  </a:lnTo>
                  <a:lnTo>
                    <a:pt x="6519" y="6557"/>
                  </a:lnTo>
                  <a:lnTo>
                    <a:pt x="6545" y="6518"/>
                  </a:lnTo>
                  <a:lnTo>
                    <a:pt x="6583" y="6467"/>
                  </a:lnTo>
                  <a:lnTo>
                    <a:pt x="6634" y="6442"/>
                  </a:lnTo>
                  <a:lnTo>
                    <a:pt x="6672" y="6429"/>
                  </a:lnTo>
                  <a:lnTo>
                    <a:pt x="6711" y="6416"/>
                  </a:lnTo>
                  <a:lnTo>
                    <a:pt x="6724" y="6391"/>
                  </a:lnTo>
                  <a:lnTo>
                    <a:pt x="6724" y="6365"/>
                  </a:lnTo>
                  <a:lnTo>
                    <a:pt x="6724" y="6301"/>
                  </a:lnTo>
                  <a:lnTo>
                    <a:pt x="6698" y="6263"/>
                  </a:lnTo>
                  <a:lnTo>
                    <a:pt x="6608" y="6186"/>
                  </a:lnTo>
                  <a:lnTo>
                    <a:pt x="6557" y="6109"/>
                  </a:lnTo>
                  <a:lnTo>
                    <a:pt x="6519" y="6020"/>
                  </a:lnTo>
                  <a:lnTo>
                    <a:pt x="6481" y="5931"/>
                  </a:lnTo>
                  <a:lnTo>
                    <a:pt x="6455" y="5854"/>
                  </a:lnTo>
                  <a:lnTo>
                    <a:pt x="6417" y="5777"/>
                  </a:lnTo>
                  <a:lnTo>
                    <a:pt x="6404" y="5713"/>
                  </a:lnTo>
                  <a:lnTo>
                    <a:pt x="6404" y="5649"/>
                  </a:lnTo>
                  <a:lnTo>
                    <a:pt x="6404" y="5585"/>
                  </a:lnTo>
                  <a:lnTo>
                    <a:pt x="6417" y="5522"/>
                  </a:lnTo>
                  <a:lnTo>
                    <a:pt x="6442" y="5458"/>
                  </a:lnTo>
                  <a:lnTo>
                    <a:pt x="6532" y="5330"/>
                  </a:lnTo>
                  <a:lnTo>
                    <a:pt x="6647" y="5176"/>
                  </a:lnTo>
                  <a:lnTo>
                    <a:pt x="6736" y="5023"/>
                  </a:lnTo>
                  <a:lnTo>
                    <a:pt x="6826" y="4883"/>
                  </a:lnTo>
                  <a:lnTo>
                    <a:pt x="6890" y="4793"/>
                  </a:lnTo>
                  <a:lnTo>
                    <a:pt x="6979" y="4704"/>
                  </a:lnTo>
                  <a:lnTo>
                    <a:pt x="7094" y="4627"/>
                  </a:lnTo>
                  <a:lnTo>
                    <a:pt x="7145" y="4576"/>
                  </a:lnTo>
                  <a:lnTo>
                    <a:pt x="7196" y="4537"/>
                  </a:lnTo>
                  <a:lnTo>
                    <a:pt x="7209" y="4576"/>
                  </a:lnTo>
                  <a:lnTo>
                    <a:pt x="7235" y="4601"/>
                  </a:lnTo>
                  <a:lnTo>
                    <a:pt x="7273" y="4601"/>
                  </a:lnTo>
                  <a:lnTo>
                    <a:pt x="7311" y="4576"/>
                  </a:lnTo>
                  <a:lnTo>
                    <a:pt x="7388" y="4486"/>
                  </a:lnTo>
                  <a:lnTo>
                    <a:pt x="7388" y="4461"/>
                  </a:lnTo>
                  <a:lnTo>
                    <a:pt x="7388" y="4435"/>
                  </a:lnTo>
                  <a:lnTo>
                    <a:pt x="7363" y="4397"/>
                  </a:lnTo>
                  <a:lnTo>
                    <a:pt x="7337" y="4359"/>
                  </a:lnTo>
                  <a:lnTo>
                    <a:pt x="7311" y="4307"/>
                  </a:lnTo>
                  <a:lnTo>
                    <a:pt x="7299" y="4295"/>
                  </a:lnTo>
                  <a:lnTo>
                    <a:pt x="7299" y="4282"/>
                  </a:lnTo>
                  <a:lnTo>
                    <a:pt x="7299" y="4269"/>
                  </a:lnTo>
                  <a:lnTo>
                    <a:pt x="7311" y="4256"/>
                  </a:lnTo>
                  <a:lnTo>
                    <a:pt x="7324" y="4243"/>
                  </a:lnTo>
                  <a:lnTo>
                    <a:pt x="7375" y="4218"/>
                  </a:lnTo>
                  <a:lnTo>
                    <a:pt x="7426" y="4154"/>
                  </a:lnTo>
                  <a:lnTo>
                    <a:pt x="7478" y="4116"/>
                  </a:lnTo>
                  <a:lnTo>
                    <a:pt x="7529" y="4090"/>
                  </a:lnTo>
                  <a:lnTo>
                    <a:pt x="7618" y="4065"/>
                  </a:lnTo>
                  <a:lnTo>
                    <a:pt x="8065" y="3988"/>
                  </a:lnTo>
                  <a:lnTo>
                    <a:pt x="8219" y="3975"/>
                  </a:lnTo>
                  <a:lnTo>
                    <a:pt x="8283" y="3962"/>
                  </a:lnTo>
                  <a:lnTo>
                    <a:pt x="8359" y="3937"/>
                  </a:lnTo>
                  <a:lnTo>
                    <a:pt x="8411" y="3898"/>
                  </a:lnTo>
                  <a:lnTo>
                    <a:pt x="8462" y="3847"/>
                  </a:lnTo>
                  <a:lnTo>
                    <a:pt x="8551" y="3745"/>
                  </a:lnTo>
                  <a:lnTo>
                    <a:pt x="8602" y="3707"/>
                  </a:lnTo>
                  <a:lnTo>
                    <a:pt x="8666" y="3681"/>
                  </a:lnTo>
                  <a:lnTo>
                    <a:pt x="8807" y="3656"/>
                  </a:lnTo>
                  <a:lnTo>
                    <a:pt x="8896" y="3643"/>
                  </a:lnTo>
                  <a:lnTo>
                    <a:pt x="8960" y="3630"/>
                  </a:lnTo>
                  <a:lnTo>
                    <a:pt x="9024" y="3592"/>
                  </a:lnTo>
                  <a:lnTo>
                    <a:pt x="9088" y="3553"/>
                  </a:lnTo>
                  <a:lnTo>
                    <a:pt x="9152" y="3502"/>
                  </a:lnTo>
                  <a:lnTo>
                    <a:pt x="9216" y="3451"/>
                  </a:lnTo>
                  <a:lnTo>
                    <a:pt x="9267" y="3438"/>
                  </a:lnTo>
                  <a:lnTo>
                    <a:pt x="9318" y="3413"/>
                  </a:lnTo>
                  <a:lnTo>
                    <a:pt x="9344" y="3362"/>
                  </a:lnTo>
                  <a:lnTo>
                    <a:pt x="9344" y="3311"/>
                  </a:lnTo>
                  <a:lnTo>
                    <a:pt x="9331" y="3247"/>
                  </a:lnTo>
                  <a:lnTo>
                    <a:pt x="9318" y="3195"/>
                  </a:lnTo>
                  <a:lnTo>
                    <a:pt x="9292" y="3144"/>
                  </a:lnTo>
                  <a:lnTo>
                    <a:pt x="9267" y="3106"/>
                  </a:lnTo>
                  <a:lnTo>
                    <a:pt x="9267" y="3080"/>
                  </a:lnTo>
                  <a:lnTo>
                    <a:pt x="9267" y="3055"/>
                  </a:lnTo>
                  <a:lnTo>
                    <a:pt x="9292" y="3042"/>
                  </a:lnTo>
                  <a:lnTo>
                    <a:pt x="9318" y="3029"/>
                  </a:lnTo>
                  <a:lnTo>
                    <a:pt x="9344" y="3017"/>
                  </a:lnTo>
                  <a:lnTo>
                    <a:pt x="9356" y="2978"/>
                  </a:lnTo>
                  <a:lnTo>
                    <a:pt x="9356" y="2940"/>
                  </a:lnTo>
                  <a:lnTo>
                    <a:pt x="9305" y="2850"/>
                  </a:lnTo>
                  <a:lnTo>
                    <a:pt x="9305" y="2838"/>
                  </a:lnTo>
                  <a:lnTo>
                    <a:pt x="9062" y="2799"/>
                  </a:lnTo>
                  <a:lnTo>
                    <a:pt x="8858" y="2838"/>
                  </a:lnTo>
                  <a:lnTo>
                    <a:pt x="8845" y="2838"/>
                  </a:lnTo>
                  <a:lnTo>
                    <a:pt x="8641" y="2774"/>
                  </a:lnTo>
                  <a:lnTo>
                    <a:pt x="8398" y="2787"/>
                  </a:lnTo>
                  <a:lnTo>
                    <a:pt x="8372" y="2774"/>
                  </a:lnTo>
                  <a:lnTo>
                    <a:pt x="8308" y="2671"/>
                  </a:lnTo>
                  <a:lnTo>
                    <a:pt x="8129" y="2761"/>
                  </a:lnTo>
                  <a:lnTo>
                    <a:pt x="8117" y="2761"/>
                  </a:lnTo>
                  <a:lnTo>
                    <a:pt x="7963" y="2697"/>
                  </a:lnTo>
                  <a:lnTo>
                    <a:pt x="7938" y="2684"/>
                  </a:lnTo>
                  <a:lnTo>
                    <a:pt x="7861" y="2390"/>
                  </a:lnTo>
                  <a:lnTo>
                    <a:pt x="7874" y="2390"/>
                  </a:lnTo>
                  <a:lnTo>
                    <a:pt x="7529" y="2224"/>
                  </a:lnTo>
                  <a:lnTo>
                    <a:pt x="7363" y="2314"/>
                  </a:lnTo>
                  <a:lnTo>
                    <a:pt x="7350" y="2314"/>
                  </a:lnTo>
                  <a:lnTo>
                    <a:pt x="7171" y="2288"/>
                  </a:lnTo>
                  <a:lnTo>
                    <a:pt x="6826" y="2301"/>
                  </a:lnTo>
                  <a:lnTo>
                    <a:pt x="6813" y="2288"/>
                  </a:lnTo>
                  <a:lnTo>
                    <a:pt x="6672" y="2122"/>
                  </a:lnTo>
                  <a:lnTo>
                    <a:pt x="6404" y="2058"/>
                  </a:lnTo>
                  <a:lnTo>
                    <a:pt x="6391" y="2045"/>
                  </a:lnTo>
                  <a:lnTo>
                    <a:pt x="6084" y="1687"/>
                  </a:lnTo>
                  <a:lnTo>
                    <a:pt x="5931" y="1636"/>
                  </a:lnTo>
                  <a:lnTo>
                    <a:pt x="5918" y="1611"/>
                  </a:lnTo>
                  <a:lnTo>
                    <a:pt x="5893" y="1457"/>
                  </a:lnTo>
                  <a:lnTo>
                    <a:pt x="5778" y="1368"/>
                  </a:lnTo>
                  <a:lnTo>
                    <a:pt x="5752" y="1368"/>
                  </a:lnTo>
                  <a:lnTo>
                    <a:pt x="5701" y="1355"/>
                  </a:lnTo>
                  <a:lnTo>
                    <a:pt x="5663" y="1330"/>
                  </a:lnTo>
                  <a:lnTo>
                    <a:pt x="5573" y="1330"/>
                  </a:lnTo>
                  <a:lnTo>
                    <a:pt x="5535" y="1355"/>
                  </a:lnTo>
                  <a:lnTo>
                    <a:pt x="5497" y="1368"/>
                  </a:lnTo>
                  <a:lnTo>
                    <a:pt x="5471" y="1381"/>
                  </a:lnTo>
                  <a:lnTo>
                    <a:pt x="5445" y="1393"/>
                  </a:lnTo>
                  <a:lnTo>
                    <a:pt x="5445" y="1406"/>
                  </a:lnTo>
                  <a:lnTo>
                    <a:pt x="5407" y="1419"/>
                  </a:lnTo>
                  <a:lnTo>
                    <a:pt x="5369" y="1419"/>
                  </a:lnTo>
                  <a:lnTo>
                    <a:pt x="5330" y="1393"/>
                  </a:lnTo>
                  <a:lnTo>
                    <a:pt x="5267" y="1368"/>
                  </a:lnTo>
                  <a:lnTo>
                    <a:pt x="5203" y="1330"/>
                  </a:lnTo>
                  <a:lnTo>
                    <a:pt x="5075" y="1291"/>
                  </a:lnTo>
                  <a:lnTo>
                    <a:pt x="4947" y="1240"/>
                  </a:lnTo>
                  <a:lnTo>
                    <a:pt x="4832" y="1189"/>
                  </a:lnTo>
                  <a:lnTo>
                    <a:pt x="4781" y="1176"/>
                  </a:lnTo>
                  <a:lnTo>
                    <a:pt x="4743" y="1176"/>
                  </a:lnTo>
                  <a:lnTo>
                    <a:pt x="4717" y="1189"/>
                  </a:lnTo>
                  <a:lnTo>
                    <a:pt x="4704" y="1214"/>
                  </a:lnTo>
                  <a:lnTo>
                    <a:pt x="4691" y="1227"/>
                  </a:lnTo>
                  <a:lnTo>
                    <a:pt x="4679" y="1253"/>
                  </a:lnTo>
                  <a:lnTo>
                    <a:pt x="4653" y="1253"/>
                  </a:lnTo>
                  <a:lnTo>
                    <a:pt x="4640" y="1227"/>
                  </a:lnTo>
                  <a:lnTo>
                    <a:pt x="4615" y="1176"/>
                  </a:lnTo>
                  <a:lnTo>
                    <a:pt x="4589" y="1163"/>
                  </a:lnTo>
                  <a:lnTo>
                    <a:pt x="4385" y="1163"/>
                  </a:lnTo>
                  <a:lnTo>
                    <a:pt x="4359" y="1125"/>
                  </a:lnTo>
                  <a:lnTo>
                    <a:pt x="4359" y="1099"/>
                  </a:lnTo>
                  <a:lnTo>
                    <a:pt x="4397" y="1087"/>
                  </a:lnTo>
                  <a:lnTo>
                    <a:pt x="4397" y="1061"/>
                  </a:lnTo>
                  <a:lnTo>
                    <a:pt x="4385" y="1036"/>
                  </a:lnTo>
                  <a:lnTo>
                    <a:pt x="4334" y="1010"/>
                  </a:lnTo>
                  <a:lnTo>
                    <a:pt x="4244" y="1010"/>
                  </a:lnTo>
                  <a:lnTo>
                    <a:pt x="4155" y="1023"/>
                  </a:lnTo>
                  <a:lnTo>
                    <a:pt x="3707" y="1023"/>
                  </a:lnTo>
                  <a:lnTo>
                    <a:pt x="3656" y="984"/>
                  </a:lnTo>
                  <a:lnTo>
                    <a:pt x="3528" y="933"/>
                  </a:lnTo>
                  <a:lnTo>
                    <a:pt x="3401" y="869"/>
                  </a:lnTo>
                  <a:lnTo>
                    <a:pt x="3362" y="844"/>
                  </a:lnTo>
                  <a:lnTo>
                    <a:pt x="3311" y="818"/>
                  </a:lnTo>
                  <a:lnTo>
                    <a:pt x="3196" y="780"/>
                  </a:lnTo>
                  <a:lnTo>
                    <a:pt x="3145" y="754"/>
                  </a:lnTo>
                  <a:lnTo>
                    <a:pt x="3094" y="754"/>
                  </a:lnTo>
                  <a:lnTo>
                    <a:pt x="2966" y="716"/>
                  </a:lnTo>
                  <a:lnTo>
                    <a:pt x="2851" y="665"/>
                  </a:lnTo>
                  <a:lnTo>
                    <a:pt x="2787" y="639"/>
                  </a:lnTo>
                  <a:lnTo>
                    <a:pt x="2762" y="614"/>
                  </a:lnTo>
                  <a:lnTo>
                    <a:pt x="2736" y="588"/>
                  </a:lnTo>
                  <a:lnTo>
                    <a:pt x="2710" y="524"/>
                  </a:lnTo>
                  <a:lnTo>
                    <a:pt x="2685" y="499"/>
                  </a:lnTo>
                  <a:lnTo>
                    <a:pt x="2608" y="499"/>
                  </a:lnTo>
                  <a:lnTo>
                    <a:pt x="2583" y="512"/>
                  </a:lnTo>
                  <a:lnTo>
                    <a:pt x="2570" y="524"/>
                  </a:lnTo>
                  <a:lnTo>
                    <a:pt x="2570" y="537"/>
                  </a:lnTo>
                  <a:lnTo>
                    <a:pt x="2570" y="550"/>
                  </a:lnTo>
                  <a:lnTo>
                    <a:pt x="2557" y="563"/>
                  </a:lnTo>
                  <a:lnTo>
                    <a:pt x="2493" y="563"/>
                  </a:lnTo>
                  <a:lnTo>
                    <a:pt x="2442" y="550"/>
                  </a:lnTo>
                  <a:lnTo>
                    <a:pt x="2340" y="537"/>
                  </a:lnTo>
                  <a:lnTo>
                    <a:pt x="2199" y="512"/>
                  </a:lnTo>
                  <a:lnTo>
                    <a:pt x="2122" y="499"/>
                  </a:lnTo>
                  <a:lnTo>
                    <a:pt x="2059" y="486"/>
                  </a:lnTo>
                  <a:lnTo>
                    <a:pt x="1982" y="473"/>
                  </a:lnTo>
                  <a:lnTo>
                    <a:pt x="1905" y="473"/>
                  </a:lnTo>
                  <a:lnTo>
                    <a:pt x="1829" y="486"/>
                  </a:lnTo>
                  <a:lnTo>
                    <a:pt x="1803" y="486"/>
                  </a:lnTo>
                  <a:lnTo>
                    <a:pt x="1765" y="473"/>
                  </a:lnTo>
                  <a:lnTo>
                    <a:pt x="1739" y="460"/>
                  </a:lnTo>
                  <a:lnTo>
                    <a:pt x="1714" y="435"/>
                  </a:lnTo>
                  <a:lnTo>
                    <a:pt x="1624" y="358"/>
                  </a:lnTo>
                  <a:lnTo>
                    <a:pt x="1573" y="307"/>
                  </a:lnTo>
                  <a:lnTo>
                    <a:pt x="1522" y="269"/>
                  </a:lnTo>
                  <a:lnTo>
                    <a:pt x="1471" y="243"/>
                  </a:lnTo>
                  <a:lnTo>
                    <a:pt x="1368" y="141"/>
                  </a:lnTo>
                  <a:lnTo>
                    <a:pt x="1266" y="39"/>
                  </a:lnTo>
                  <a:lnTo>
                    <a:pt x="1241" y="13"/>
                  </a:lnTo>
                  <a:lnTo>
                    <a:pt x="121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865;p78">
              <a:extLst>
                <a:ext uri="{FF2B5EF4-FFF2-40B4-BE49-F238E27FC236}">
                  <a16:creationId xmlns:a16="http://schemas.microsoft.com/office/drawing/2014/main" id="{E692E70C-5C0C-AA30-333A-859CD09DD801}"/>
                </a:ext>
              </a:extLst>
            </p:cNvPr>
            <p:cNvSpPr/>
            <p:nvPr/>
          </p:nvSpPr>
          <p:spPr>
            <a:xfrm>
              <a:off x="3839700" y="3495700"/>
              <a:ext cx="19200" cy="27825"/>
            </a:xfrm>
            <a:custGeom>
              <a:avLst/>
              <a:gdLst/>
              <a:ahLst/>
              <a:cxnLst/>
              <a:rect l="l" t="t" r="r" b="b"/>
              <a:pathLst>
                <a:path w="768" h="1113" extrusionOk="0">
                  <a:moveTo>
                    <a:pt x="614" y="1"/>
                  </a:moveTo>
                  <a:lnTo>
                    <a:pt x="26" y="461"/>
                  </a:lnTo>
                  <a:lnTo>
                    <a:pt x="1" y="550"/>
                  </a:lnTo>
                  <a:lnTo>
                    <a:pt x="103" y="614"/>
                  </a:lnTo>
                  <a:lnTo>
                    <a:pt x="205" y="946"/>
                  </a:lnTo>
                  <a:lnTo>
                    <a:pt x="218" y="1113"/>
                  </a:lnTo>
                  <a:lnTo>
                    <a:pt x="461" y="998"/>
                  </a:lnTo>
                  <a:lnTo>
                    <a:pt x="473" y="512"/>
                  </a:lnTo>
                  <a:lnTo>
                    <a:pt x="473" y="486"/>
                  </a:lnTo>
                  <a:lnTo>
                    <a:pt x="486" y="474"/>
                  </a:lnTo>
                  <a:lnTo>
                    <a:pt x="767" y="231"/>
                  </a:lnTo>
                  <a:lnTo>
                    <a:pt x="742" y="129"/>
                  </a:lnTo>
                  <a:lnTo>
                    <a:pt x="729" y="129"/>
                  </a:lnTo>
                  <a:lnTo>
                    <a:pt x="61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866;p78">
              <a:extLst>
                <a:ext uri="{FF2B5EF4-FFF2-40B4-BE49-F238E27FC236}">
                  <a16:creationId xmlns:a16="http://schemas.microsoft.com/office/drawing/2014/main" id="{6B1512C2-D6A7-4BD5-EA9D-7BC9AD6535D1}"/>
                </a:ext>
              </a:extLst>
            </p:cNvPr>
            <p:cNvSpPr/>
            <p:nvPr/>
          </p:nvSpPr>
          <p:spPr>
            <a:xfrm>
              <a:off x="4452225" y="3132100"/>
              <a:ext cx="31650" cy="42200"/>
            </a:xfrm>
            <a:custGeom>
              <a:avLst/>
              <a:gdLst/>
              <a:ahLst/>
              <a:cxnLst/>
              <a:rect l="l" t="t" r="r" b="b"/>
              <a:pathLst>
                <a:path w="1266" h="1688" extrusionOk="0">
                  <a:moveTo>
                    <a:pt x="933" y="0"/>
                  </a:moveTo>
                  <a:lnTo>
                    <a:pt x="409" y="422"/>
                  </a:lnTo>
                  <a:lnTo>
                    <a:pt x="0" y="1151"/>
                  </a:lnTo>
                  <a:lnTo>
                    <a:pt x="115" y="1687"/>
                  </a:lnTo>
                  <a:lnTo>
                    <a:pt x="179" y="1649"/>
                  </a:lnTo>
                  <a:lnTo>
                    <a:pt x="294" y="1470"/>
                  </a:lnTo>
                  <a:lnTo>
                    <a:pt x="332" y="1445"/>
                  </a:lnTo>
                  <a:lnTo>
                    <a:pt x="358" y="1445"/>
                  </a:lnTo>
                  <a:lnTo>
                    <a:pt x="805" y="1547"/>
                  </a:lnTo>
                  <a:lnTo>
                    <a:pt x="1125" y="1138"/>
                  </a:lnTo>
                  <a:lnTo>
                    <a:pt x="767" y="1074"/>
                  </a:lnTo>
                  <a:lnTo>
                    <a:pt x="946" y="818"/>
                  </a:lnTo>
                  <a:lnTo>
                    <a:pt x="1265" y="576"/>
                  </a:lnTo>
                  <a:lnTo>
                    <a:pt x="93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867;p78">
              <a:extLst>
                <a:ext uri="{FF2B5EF4-FFF2-40B4-BE49-F238E27FC236}">
                  <a16:creationId xmlns:a16="http://schemas.microsoft.com/office/drawing/2014/main" id="{B615489A-46C6-AA02-4056-3A5C89B353D6}"/>
                </a:ext>
              </a:extLst>
            </p:cNvPr>
            <p:cNvSpPr/>
            <p:nvPr/>
          </p:nvSpPr>
          <p:spPr>
            <a:xfrm>
              <a:off x="5364750" y="2802350"/>
              <a:ext cx="68400" cy="33900"/>
            </a:xfrm>
            <a:custGeom>
              <a:avLst/>
              <a:gdLst/>
              <a:ahLst/>
              <a:cxnLst/>
              <a:rect l="l" t="t" r="r" b="b"/>
              <a:pathLst>
                <a:path w="2736" h="1356" extrusionOk="0">
                  <a:moveTo>
                    <a:pt x="870" y="1"/>
                  </a:moveTo>
                  <a:lnTo>
                    <a:pt x="359" y="474"/>
                  </a:lnTo>
                  <a:lnTo>
                    <a:pt x="359" y="487"/>
                  </a:lnTo>
                  <a:lnTo>
                    <a:pt x="90" y="614"/>
                  </a:lnTo>
                  <a:lnTo>
                    <a:pt x="1" y="742"/>
                  </a:lnTo>
                  <a:lnTo>
                    <a:pt x="154" y="895"/>
                  </a:lnTo>
                  <a:lnTo>
                    <a:pt x="167" y="921"/>
                  </a:lnTo>
                  <a:lnTo>
                    <a:pt x="154" y="947"/>
                  </a:lnTo>
                  <a:lnTo>
                    <a:pt x="77" y="1023"/>
                  </a:lnTo>
                  <a:lnTo>
                    <a:pt x="116" y="1164"/>
                  </a:lnTo>
                  <a:lnTo>
                    <a:pt x="537" y="1356"/>
                  </a:lnTo>
                  <a:lnTo>
                    <a:pt x="972" y="1356"/>
                  </a:lnTo>
                  <a:lnTo>
                    <a:pt x="1074" y="1292"/>
                  </a:lnTo>
                  <a:lnTo>
                    <a:pt x="1215" y="1164"/>
                  </a:lnTo>
                  <a:lnTo>
                    <a:pt x="1266" y="1164"/>
                  </a:lnTo>
                  <a:lnTo>
                    <a:pt x="1458" y="1330"/>
                  </a:lnTo>
                  <a:lnTo>
                    <a:pt x="2135" y="1292"/>
                  </a:lnTo>
                  <a:lnTo>
                    <a:pt x="2429" y="1164"/>
                  </a:lnTo>
                  <a:lnTo>
                    <a:pt x="2442" y="1164"/>
                  </a:lnTo>
                  <a:lnTo>
                    <a:pt x="2467" y="1177"/>
                  </a:lnTo>
                  <a:lnTo>
                    <a:pt x="2595" y="1266"/>
                  </a:lnTo>
                  <a:lnTo>
                    <a:pt x="2736" y="985"/>
                  </a:lnTo>
                  <a:lnTo>
                    <a:pt x="2736" y="768"/>
                  </a:lnTo>
                  <a:lnTo>
                    <a:pt x="2391" y="627"/>
                  </a:lnTo>
                  <a:lnTo>
                    <a:pt x="2365" y="602"/>
                  </a:lnTo>
                  <a:lnTo>
                    <a:pt x="2212" y="269"/>
                  </a:lnTo>
                  <a:lnTo>
                    <a:pt x="1828" y="269"/>
                  </a:lnTo>
                  <a:lnTo>
                    <a:pt x="1228" y="141"/>
                  </a:lnTo>
                  <a:lnTo>
                    <a:pt x="1215" y="141"/>
                  </a:lnTo>
                  <a:lnTo>
                    <a:pt x="87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868;p78">
              <a:extLst>
                <a:ext uri="{FF2B5EF4-FFF2-40B4-BE49-F238E27FC236}">
                  <a16:creationId xmlns:a16="http://schemas.microsoft.com/office/drawing/2014/main" id="{98F7680E-F55D-4C0F-9A02-B279728D2482}"/>
                </a:ext>
              </a:extLst>
            </p:cNvPr>
            <p:cNvSpPr/>
            <p:nvPr/>
          </p:nvSpPr>
          <p:spPr>
            <a:xfrm>
              <a:off x="5902500" y="3547150"/>
              <a:ext cx="19200" cy="15350"/>
            </a:xfrm>
            <a:custGeom>
              <a:avLst/>
              <a:gdLst/>
              <a:ahLst/>
              <a:cxnLst/>
              <a:rect l="l" t="t" r="r" b="b"/>
              <a:pathLst>
                <a:path w="768" h="614" extrusionOk="0">
                  <a:moveTo>
                    <a:pt x="435" y="0"/>
                  </a:moveTo>
                  <a:lnTo>
                    <a:pt x="205" y="230"/>
                  </a:lnTo>
                  <a:lnTo>
                    <a:pt x="231" y="422"/>
                  </a:lnTo>
                  <a:lnTo>
                    <a:pt x="1" y="460"/>
                  </a:lnTo>
                  <a:lnTo>
                    <a:pt x="77" y="512"/>
                  </a:lnTo>
                  <a:lnTo>
                    <a:pt x="499" y="614"/>
                  </a:lnTo>
                  <a:lnTo>
                    <a:pt x="767" y="141"/>
                  </a:lnTo>
                  <a:lnTo>
                    <a:pt x="43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869;p78">
              <a:extLst>
                <a:ext uri="{FF2B5EF4-FFF2-40B4-BE49-F238E27FC236}">
                  <a16:creationId xmlns:a16="http://schemas.microsoft.com/office/drawing/2014/main" id="{BC507DFD-8D25-F061-016A-BA95DCD47FAC}"/>
                </a:ext>
              </a:extLst>
            </p:cNvPr>
            <p:cNvSpPr/>
            <p:nvPr/>
          </p:nvSpPr>
          <p:spPr>
            <a:xfrm>
              <a:off x="5928375" y="3232750"/>
              <a:ext cx="4825" cy="5125"/>
            </a:xfrm>
            <a:custGeom>
              <a:avLst/>
              <a:gdLst/>
              <a:ahLst/>
              <a:cxnLst/>
              <a:rect l="l" t="t" r="r" b="b"/>
              <a:pathLst>
                <a:path w="193" h="205" extrusionOk="0">
                  <a:moveTo>
                    <a:pt x="65" y="0"/>
                  </a:moveTo>
                  <a:lnTo>
                    <a:pt x="1" y="103"/>
                  </a:lnTo>
                  <a:lnTo>
                    <a:pt x="1" y="205"/>
                  </a:lnTo>
                  <a:lnTo>
                    <a:pt x="167" y="141"/>
                  </a:lnTo>
                  <a:lnTo>
                    <a:pt x="192" y="13"/>
                  </a:lnTo>
                  <a:lnTo>
                    <a:pt x="12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870;p78">
              <a:extLst>
                <a:ext uri="{FF2B5EF4-FFF2-40B4-BE49-F238E27FC236}">
                  <a16:creationId xmlns:a16="http://schemas.microsoft.com/office/drawing/2014/main" id="{23BA6580-54BA-7271-6AD3-F1B6BC79E333}"/>
                </a:ext>
              </a:extLst>
            </p:cNvPr>
            <p:cNvSpPr/>
            <p:nvPr/>
          </p:nvSpPr>
          <p:spPr>
            <a:xfrm>
              <a:off x="5924875" y="3216775"/>
              <a:ext cx="4500" cy="7675"/>
            </a:xfrm>
            <a:custGeom>
              <a:avLst/>
              <a:gdLst/>
              <a:ahLst/>
              <a:cxnLst/>
              <a:rect l="l" t="t" r="r" b="b"/>
              <a:pathLst>
                <a:path w="180" h="307" extrusionOk="0">
                  <a:moveTo>
                    <a:pt x="179" y="218"/>
                  </a:moveTo>
                  <a:lnTo>
                    <a:pt x="166" y="229"/>
                  </a:lnTo>
                  <a:lnTo>
                    <a:pt x="166" y="230"/>
                  </a:lnTo>
                  <a:lnTo>
                    <a:pt x="179" y="218"/>
                  </a:lnTo>
                  <a:close/>
                  <a:moveTo>
                    <a:pt x="128" y="0"/>
                  </a:moveTo>
                  <a:lnTo>
                    <a:pt x="0" y="77"/>
                  </a:lnTo>
                  <a:lnTo>
                    <a:pt x="77" y="307"/>
                  </a:lnTo>
                  <a:lnTo>
                    <a:pt x="166" y="229"/>
                  </a:lnTo>
                  <a:lnTo>
                    <a:pt x="12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871;p78">
              <a:extLst>
                <a:ext uri="{FF2B5EF4-FFF2-40B4-BE49-F238E27FC236}">
                  <a16:creationId xmlns:a16="http://schemas.microsoft.com/office/drawing/2014/main" id="{B444C86C-F0CE-273B-2411-76BA9F4EB45A}"/>
                </a:ext>
              </a:extLst>
            </p:cNvPr>
            <p:cNvSpPr/>
            <p:nvPr/>
          </p:nvSpPr>
          <p:spPr>
            <a:xfrm>
              <a:off x="6068975" y="3095350"/>
              <a:ext cx="8325" cy="10900"/>
            </a:xfrm>
            <a:custGeom>
              <a:avLst/>
              <a:gdLst/>
              <a:ahLst/>
              <a:cxnLst/>
              <a:rect l="l" t="t" r="r" b="b"/>
              <a:pathLst>
                <a:path w="333" h="436" extrusionOk="0">
                  <a:moveTo>
                    <a:pt x="166" y="1"/>
                  </a:moveTo>
                  <a:lnTo>
                    <a:pt x="90" y="26"/>
                  </a:lnTo>
                  <a:lnTo>
                    <a:pt x="90" y="243"/>
                  </a:lnTo>
                  <a:lnTo>
                    <a:pt x="0" y="358"/>
                  </a:lnTo>
                  <a:lnTo>
                    <a:pt x="90" y="435"/>
                  </a:lnTo>
                  <a:lnTo>
                    <a:pt x="333" y="358"/>
                  </a:lnTo>
                  <a:lnTo>
                    <a:pt x="320" y="180"/>
                  </a:lnTo>
                  <a:lnTo>
                    <a:pt x="218" y="128"/>
                  </a:lnTo>
                  <a:lnTo>
                    <a:pt x="16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872;p78">
              <a:extLst>
                <a:ext uri="{FF2B5EF4-FFF2-40B4-BE49-F238E27FC236}">
                  <a16:creationId xmlns:a16="http://schemas.microsoft.com/office/drawing/2014/main" id="{D004B231-3501-5E10-0EBA-2A9329684D87}"/>
                </a:ext>
              </a:extLst>
            </p:cNvPr>
            <p:cNvSpPr/>
            <p:nvPr/>
          </p:nvSpPr>
          <p:spPr>
            <a:xfrm>
              <a:off x="5921675" y="3544600"/>
              <a:ext cx="46350" cy="21100"/>
            </a:xfrm>
            <a:custGeom>
              <a:avLst/>
              <a:gdLst/>
              <a:ahLst/>
              <a:cxnLst/>
              <a:rect l="l" t="t" r="r" b="b"/>
              <a:pathLst>
                <a:path w="1854" h="844" extrusionOk="0">
                  <a:moveTo>
                    <a:pt x="818" y="0"/>
                  </a:moveTo>
                  <a:lnTo>
                    <a:pt x="793" y="102"/>
                  </a:lnTo>
                  <a:lnTo>
                    <a:pt x="627" y="64"/>
                  </a:lnTo>
                  <a:lnTo>
                    <a:pt x="588" y="128"/>
                  </a:lnTo>
                  <a:lnTo>
                    <a:pt x="627" y="294"/>
                  </a:lnTo>
                  <a:lnTo>
                    <a:pt x="754" y="141"/>
                  </a:lnTo>
                  <a:lnTo>
                    <a:pt x="959" y="332"/>
                  </a:lnTo>
                  <a:lnTo>
                    <a:pt x="1087" y="332"/>
                  </a:lnTo>
                  <a:lnTo>
                    <a:pt x="1202" y="460"/>
                  </a:lnTo>
                  <a:lnTo>
                    <a:pt x="1023" y="486"/>
                  </a:lnTo>
                  <a:lnTo>
                    <a:pt x="997" y="537"/>
                  </a:lnTo>
                  <a:lnTo>
                    <a:pt x="742" y="396"/>
                  </a:lnTo>
                  <a:lnTo>
                    <a:pt x="665" y="294"/>
                  </a:lnTo>
                  <a:lnTo>
                    <a:pt x="601" y="294"/>
                  </a:lnTo>
                  <a:lnTo>
                    <a:pt x="499" y="332"/>
                  </a:lnTo>
                  <a:lnTo>
                    <a:pt x="397" y="230"/>
                  </a:lnTo>
                  <a:lnTo>
                    <a:pt x="192" y="384"/>
                  </a:lnTo>
                  <a:lnTo>
                    <a:pt x="103" y="384"/>
                  </a:lnTo>
                  <a:lnTo>
                    <a:pt x="0" y="511"/>
                  </a:lnTo>
                  <a:lnTo>
                    <a:pt x="52" y="601"/>
                  </a:lnTo>
                  <a:lnTo>
                    <a:pt x="0" y="690"/>
                  </a:lnTo>
                  <a:lnTo>
                    <a:pt x="0" y="805"/>
                  </a:lnTo>
                  <a:lnTo>
                    <a:pt x="307" y="844"/>
                  </a:lnTo>
                  <a:lnTo>
                    <a:pt x="358" y="767"/>
                  </a:lnTo>
                  <a:lnTo>
                    <a:pt x="499" y="805"/>
                  </a:lnTo>
                  <a:lnTo>
                    <a:pt x="754" y="716"/>
                  </a:lnTo>
                  <a:lnTo>
                    <a:pt x="972" y="690"/>
                  </a:lnTo>
                  <a:lnTo>
                    <a:pt x="1100" y="626"/>
                  </a:lnTo>
                  <a:lnTo>
                    <a:pt x="1151" y="665"/>
                  </a:lnTo>
                  <a:lnTo>
                    <a:pt x="1317" y="511"/>
                  </a:lnTo>
                  <a:lnTo>
                    <a:pt x="1368" y="665"/>
                  </a:lnTo>
                  <a:lnTo>
                    <a:pt x="1598" y="614"/>
                  </a:lnTo>
                  <a:lnTo>
                    <a:pt x="1675" y="537"/>
                  </a:lnTo>
                  <a:lnTo>
                    <a:pt x="1815" y="562"/>
                  </a:lnTo>
                  <a:lnTo>
                    <a:pt x="1854" y="230"/>
                  </a:lnTo>
                  <a:lnTo>
                    <a:pt x="1649" y="192"/>
                  </a:lnTo>
                  <a:lnTo>
                    <a:pt x="1585" y="243"/>
                  </a:lnTo>
                  <a:lnTo>
                    <a:pt x="1457" y="128"/>
                  </a:lnTo>
                  <a:lnTo>
                    <a:pt x="1240" y="256"/>
                  </a:lnTo>
                  <a:lnTo>
                    <a:pt x="110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873;p78">
              <a:extLst>
                <a:ext uri="{FF2B5EF4-FFF2-40B4-BE49-F238E27FC236}">
                  <a16:creationId xmlns:a16="http://schemas.microsoft.com/office/drawing/2014/main" id="{DA94FF87-2AC8-A57E-F6F3-AC43006A9D75}"/>
                </a:ext>
              </a:extLst>
            </p:cNvPr>
            <p:cNvSpPr/>
            <p:nvPr/>
          </p:nvSpPr>
          <p:spPr>
            <a:xfrm>
              <a:off x="6044375" y="3592850"/>
              <a:ext cx="12150" cy="10225"/>
            </a:xfrm>
            <a:custGeom>
              <a:avLst/>
              <a:gdLst/>
              <a:ahLst/>
              <a:cxnLst/>
              <a:rect l="l" t="t" r="r" b="b"/>
              <a:pathLst>
                <a:path w="486" h="409" extrusionOk="0">
                  <a:moveTo>
                    <a:pt x="460" y="0"/>
                  </a:moveTo>
                  <a:lnTo>
                    <a:pt x="192" y="243"/>
                  </a:lnTo>
                  <a:lnTo>
                    <a:pt x="0" y="281"/>
                  </a:lnTo>
                  <a:lnTo>
                    <a:pt x="0" y="409"/>
                  </a:lnTo>
                  <a:lnTo>
                    <a:pt x="115" y="409"/>
                  </a:lnTo>
                  <a:lnTo>
                    <a:pt x="179" y="358"/>
                  </a:lnTo>
                  <a:lnTo>
                    <a:pt x="435" y="256"/>
                  </a:lnTo>
                  <a:lnTo>
                    <a:pt x="486" y="51"/>
                  </a:lnTo>
                  <a:lnTo>
                    <a:pt x="486" y="38"/>
                  </a:lnTo>
                  <a:lnTo>
                    <a:pt x="46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874;p78">
              <a:extLst>
                <a:ext uri="{FF2B5EF4-FFF2-40B4-BE49-F238E27FC236}">
                  <a16:creationId xmlns:a16="http://schemas.microsoft.com/office/drawing/2014/main" id="{A642E316-BAE8-CA38-6876-3726C4610AD9}"/>
                </a:ext>
              </a:extLst>
            </p:cNvPr>
            <p:cNvSpPr/>
            <p:nvPr/>
          </p:nvSpPr>
          <p:spPr>
            <a:xfrm>
              <a:off x="6097075" y="3169475"/>
              <a:ext cx="6425" cy="12800"/>
            </a:xfrm>
            <a:custGeom>
              <a:avLst/>
              <a:gdLst/>
              <a:ahLst/>
              <a:cxnLst/>
              <a:rect l="l" t="t" r="r" b="b"/>
              <a:pathLst>
                <a:path w="257" h="512" extrusionOk="0">
                  <a:moveTo>
                    <a:pt x="231" y="1"/>
                  </a:moveTo>
                  <a:lnTo>
                    <a:pt x="78" y="103"/>
                  </a:lnTo>
                  <a:lnTo>
                    <a:pt x="1" y="333"/>
                  </a:lnTo>
                  <a:lnTo>
                    <a:pt x="257" y="512"/>
                  </a:lnTo>
                  <a:lnTo>
                    <a:pt x="257" y="512"/>
                  </a:lnTo>
                  <a:lnTo>
                    <a:pt x="180" y="231"/>
                  </a:lnTo>
                  <a:lnTo>
                    <a:pt x="23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875;p78">
              <a:extLst>
                <a:ext uri="{FF2B5EF4-FFF2-40B4-BE49-F238E27FC236}">
                  <a16:creationId xmlns:a16="http://schemas.microsoft.com/office/drawing/2014/main" id="{627838FE-7EE8-BD73-9071-81BAF0FF8D84}"/>
                </a:ext>
              </a:extLst>
            </p:cNvPr>
            <p:cNvSpPr/>
            <p:nvPr/>
          </p:nvSpPr>
          <p:spPr>
            <a:xfrm>
              <a:off x="6053950" y="3563125"/>
              <a:ext cx="37100" cy="28450"/>
            </a:xfrm>
            <a:custGeom>
              <a:avLst/>
              <a:gdLst/>
              <a:ahLst/>
              <a:cxnLst/>
              <a:rect l="l" t="t" r="r" b="b"/>
              <a:pathLst>
                <a:path w="1484" h="1138" extrusionOk="0">
                  <a:moveTo>
                    <a:pt x="1291" y="0"/>
                  </a:moveTo>
                  <a:lnTo>
                    <a:pt x="1215" y="52"/>
                  </a:lnTo>
                  <a:lnTo>
                    <a:pt x="1023" y="192"/>
                  </a:lnTo>
                  <a:lnTo>
                    <a:pt x="997" y="192"/>
                  </a:lnTo>
                  <a:lnTo>
                    <a:pt x="819" y="486"/>
                  </a:lnTo>
                  <a:lnTo>
                    <a:pt x="806" y="499"/>
                  </a:lnTo>
                  <a:lnTo>
                    <a:pt x="793" y="499"/>
                  </a:lnTo>
                  <a:lnTo>
                    <a:pt x="793" y="486"/>
                  </a:lnTo>
                  <a:lnTo>
                    <a:pt x="665" y="397"/>
                  </a:lnTo>
                  <a:lnTo>
                    <a:pt x="576" y="320"/>
                  </a:lnTo>
                  <a:lnTo>
                    <a:pt x="461" y="384"/>
                  </a:lnTo>
                  <a:lnTo>
                    <a:pt x="307" y="524"/>
                  </a:lnTo>
                  <a:lnTo>
                    <a:pt x="333" y="742"/>
                  </a:lnTo>
                  <a:lnTo>
                    <a:pt x="231" y="869"/>
                  </a:lnTo>
                  <a:lnTo>
                    <a:pt x="346" y="921"/>
                  </a:lnTo>
                  <a:lnTo>
                    <a:pt x="141" y="921"/>
                  </a:lnTo>
                  <a:lnTo>
                    <a:pt x="1" y="1061"/>
                  </a:lnTo>
                  <a:lnTo>
                    <a:pt x="1" y="1138"/>
                  </a:lnTo>
                  <a:lnTo>
                    <a:pt x="371" y="1138"/>
                  </a:lnTo>
                  <a:lnTo>
                    <a:pt x="537" y="1061"/>
                  </a:lnTo>
                  <a:lnTo>
                    <a:pt x="895" y="1023"/>
                  </a:lnTo>
                  <a:lnTo>
                    <a:pt x="1355" y="550"/>
                  </a:lnTo>
                  <a:lnTo>
                    <a:pt x="1394" y="473"/>
                  </a:lnTo>
                  <a:lnTo>
                    <a:pt x="1317" y="218"/>
                  </a:lnTo>
                  <a:lnTo>
                    <a:pt x="1317" y="205"/>
                  </a:lnTo>
                  <a:lnTo>
                    <a:pt x="1330" y="192"/>
                  </a:lnTo>
                  <a:lnTo>
                    <a:pt x="1483" y="167"/>
                  </a:lnTo>
                  <a:lnTo>
                    <a:pt x="1458" y="64"/>
                  </a:lnTo>
                  <a:lnTo>
                    <a:pt x="1330" y="90"/>
                  </a:lnTo>
                  <a:lnTo>
                    <a:pt x="1317" y="90"/>
                  </a:lnTo>
                  <a:lnTo>
                    <a:pt x="1304" y="77"/>
                  </a:lnTo>
                  <a:lnTo>
                    <a:pt x="129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876;p78">
              <a:extLst>
                <a:ext uri="{FF2B5EF4-FFF2-40B4-BE49-F238E27FC236}">
                  <a16:creationId xmlns:a16="http://schemas.microsoft.com/office/drawing/2014/main" id="{A7A09CC2-4F1D-05D3-514F-DC61007B9DF0}"/>
                </a:ext>
              </a:extLst>
            </p:cNvPr>
            <p:cNvSpPr/>
            <p:nvPr/>
          </p:nvSpPr>
          <p:spPr>
            <a:xfrm>
              <a:off x="6087175" y="3550025"/>
              <a:ext cx="48275" cy="23975"/>
            </a:xfrm>
            <a:custGeom>
              <a:avLst/>
              <a:gdLst/>
              <a:ahLst/>
              <a:cxnLst/>
              <a:rect l="l" t="t" r="r" b="b"/>
              <a:pathLst>
                <a:path w="1931" h="959" extrusionOk="0">
                  <a:moveTo>
                    <a:pt x="1880" y="0"/>
                  </a:moveTo>
                  <a:lnTo>
                    <a:pt x="1662" y="39"/>
                  </a:lnTo>
                  <a:lnTo>
                    <a:pt x="1624" y="26"/>
                  </a:lnTo>
                  <a:lnTo>
                    <a:pt x="1368" y="115"/>
                  </a:lnTo>
                  <a:lnTo>
                    <a:pt x="1177" y="77"/>
                  </a:lnTo>
                  <a:lnTo>
                    <a:pt x="1023" y="154"/>
                  </a:lnTo>
                  <a:lnTo>
                    <a:pt x="819" y="154"/>
                  </a:lnTo>
                  <a:lnTo>
                    <a:pt x="729" y="179"/>
                  </a:lnTo>
                  <a:lnTo>
                    <a:pt x="601" y="205"/>
                  </a:lnTo>
                  <a:lnTo>
                    <a:pt x="103" y="243"/>
                  </a:lnTo>
                  <a:lnTo>
                    <a:pt x="52" y="473"/>
                  </a:lnTo>
                  <a:lnTo>
                    <a:pt x="1" y="512"/>
                  </a:lnTo>
                  <a:lnTo>
                    <a:pt x="14" y="576"/>
                  </a:lnTo>
                  <a:lnTo>
                    <a:pt x="129" y="550"/>
                  </a:lnTo>
                  <a:lnTo>
                    <a:pt x="141" y="550"/>
                  </a:lnTo>
                  <a:lnTo>
                    <a:pt x="154" y="563"/>
                  </a:lnTo>
                  <a:lnTo>
                    <a:pt x="205" y="691"/>
                  </a:lnTo>
                  <a:lnTo>
                    <a:pt x="192" y="716"/>
                  </a:lnTo>
                  <a:lnTo>
                    <a:pt x="180" y="729"/>
                  </a:lnTo>
                  <a:lnTo>
                    <a:pt x="39" y="754"/>
                  </a:lnTo>
                  <a:lnTo>
                    <a:pt x="103" y="959"/>
                  </a:lnTo>
                  <a:lnTo>
                    <a:pt x="486" y="729"/>
                  </a:lnTo>
                  <a:lnTo>
                    <a:pt x="819" y="652"/>
                  </a:lnTo>
                  <a:lnTo>
                    <a:pt x="998" y="576"/>
                  </a:lnTo>
                  <a:lnTo>
                    <a:pt x="1292" y="524"/>
                  </a:lnTo>
                  <a:lnTo>
                    <a:pt x="1343" y="397"/>
                  </a:lnTo>
                  <a:lnTo>
                    <a:pt x="1573" y="345"/>
                  </a:lnTo>
                  <a:lnTo>
                    <a:pt x="1688" y="294"/>
                  </a:lnTo>
                  <a:lnTo>
                    <a:pt x="1931" y="77"/>
                  </a:lnTo>
                  <a:lnTo>
                    <a:pt x="188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877;p78">
              <a:extLst>
                <a:ext uri="{FF2B5EF4-FFF2-40B4-BE49-F238E27FC236}">
                  <a16:creationId xmlns:a16="http://schemas.microsoft.com/office/drawing/2014/main" id="{A221D049-B225-B4BC-C879-39E4D71CD976}"/>
                </a:ext>
              </a:extLst>
            </p:cNvPr>
            <p:cNvSpPr/>
            <p:nvPr/>
          </p:nvSpPr>
          <p:spPr>
            <a:xfrm>
              <a:off x="5966400" y="3569825"/>
              <a:ext cx="38375" cy="20150"/>
            </a:xfrm>
            <a:custGeom>
              <a:avLst/>
              <a:gdLst/>
              <a:ahLst/>
              <a:cxnLst/>
              <a:rect l="l" t="t" r="r" b="b"/>
              <a:pathLst>
                <a:path w="1535" h="806" extrusionOk="0">
                  <a:moveTo>
                    <a:pt x="793" y="1"/>
                  </a:moveTo>
                  <a:lnTo>
                    <a:pt x="678" y="65"/>
                  </a:lnTo>
                  <a:lnTo>
                    <a:pt x="180" y="65"/>
                  </a:lnTo>
                  <a:lnTo>
                    <a:pt x="1" y="180"/>
                  </a:lnTo>
                  <a:lnTo>
                    <a:pt x="1" y="282"/>
                  </a:lnTo>
                  <a:lnTo>
                    <a:pt x="141" y="384"/>
                  </a:lnTo>
                  <a:lnTo>
                    <a:pt x="486" y="384"/>
                  </a:lnTo>
                  <a:lnTo>
                    <a:pt x="640" y="499"/>
                  </a:lnTo>
                  <a:lnTo>
                    <a:pt x="819" y="550"/>
                  </a:lnTo>
                  <a:lnTo>
                    <a:pt x="1010" y="806"/>
                  </a:lnTo>
                  <a:lnTo>
                    <a:pt x="1202" y="806"/>
                  </a:lnTo>
                  <a:lnTo>
                    <a:pt x="1355" y="755"/>
                  </a:lnTo>
                  <a:lnTo>
                    <a:pt x="1432" y="768"/>
                  </a:lnTo>
                  <a:lnTo>
                    <a:pt x="1534" y="640"/>
                  </a:lnTo>
                  <a:lnTo>
                    <a:pt x="1432" y="499"/>
                  </a:lnTo>
                  <a:lnTo>
                    <a:pt x="1228" y="295"/>
                  </a:lnTo>
                  <a:lnTo>
                    <a:pt x="1061" y="269"/>
                  </a:lnTo>
                  <a:lnTo>
                    <a:pt x="1036" y="154"/>
                  </a:lnTo>
                  <a:lnTo>
                    <a:pt x="908" y="129"/>
                  </a:lnTo>
                  <a:lnTo>
                    <a:pt x="79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878;p78">
              <a:extLst>
                <a:ext uri="{FF2B5EF4-FFF2-40B4-BE49-F238E27FC236}">
                  <a16:creationId xmlns:a16="http://schemas.microsoft.com/office/drawing/2014/main" id="{A9ADAEDD-B48B-4674-2D58-487FCE37179E}"/>
                </a:ext>
              </a:extLst>
            </p:cNvPr>
            <p:cNvSpPr/>
            <p:nvPr/>
          </p:nvSpPr>
          <p:spPr>
            <a:xfrm>
              <a:off x="6069300" y="3567275"/>
              <a:ext cx="8650" cy="7050"/>
            </a:xfrm>
            <a:custGeom>
              <a:avLst/>
              <a:gdLst/>
              <a:ahLst/>
              <a:cxnLst/>
              <a:rect l="l" t="t" r="r" b="b"/>
              <a:pathLst>
                <a:path w="346" h="282" extrusionOk="0">
                  <a:moveTo>
                    <a:pt x="217" y="1"/>
                  </a:moveTo>
                  <a:lnTo>
                    <a:pt x="0" y="128"/>
                  </a:lnTo>
                  <a:lnTo>
                    <a:pt x="77" y="205"/>
                  </a:lnTo>
                  <a:lnTo>
                    <a:pt x="179" y="282"/>
                  </a:lnTo>
                  <a:lnTo>
                    <a:pt x="345" y="26"/>
                  </a:lnTo>
                  <a:lnTo>
                    <a:pt x="21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879;p78">
              <a:extLst>
                <a:ext uri="{FF2B5EF4-FFF2-40B4-BE49-F238E27FC236}">
                  <a16:creationId xmlns:a16="http://schemas.microsoft.com/office/drawing/2014/main" id="{D2729346-CD12-266C-43F7-C2237ECC2FB4}"/>
                </a:ext>
              </a:extLst>
            </p:cNvPr>
            <p:cNvSpPr/>
            <p:nvPr/>
          </p:nvSpPr>
          <p:spPr>
            <a:xfrm>
              <a:off x="6074725" y="3545550"/>
              <a:ext cx="17275" cy="8325"/>
            </a:xfrm>
            <a:custGeom>
              <a:avLst/>
              <a:gdLst/>
              <a:ahLst/>
              <a:cxnLst/>
              <a:rect l="l" t="t" r="r" b="b"/>
              <a:pathLst>
                <a:path w="691" h="333" extrusionOk="0">
                  <a:moveTo>
                    <a:pt x="179" y="0"/>
                  </a:moveTo>
                  <a:lnTo>
                    <a:pt x="51" y="154"/>
                  </a:lnTo>
                  <a:lnTo>
                    <a:pt x="154" y="154"/>
                  </a:lnTo>
                  <a:lnTo>
                    <a:pt x="0" y="282"/>
                  </a:lnTo>
                  <a:lnTo>
                    <a:pt x="90" y="333"/>
                  </a:lnTo>
                  <a:lnTo>
                    <a:pt x="690" y="205"/>
                  </a:lnTo>
                  <a:lnTo>
                    <a:pt x="639" y="26"/>
                  </a:lnTo>
                  <a:lnTo>
                    <a:pt x="282" y="52"/>
                  </a:lnTo>
                  <a:lnTo>
                    <a:pt x="179" y="128"/>
                  </a:lnTo>
                  <a:lnTo>
                    <a:pt x="17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880;p78">
              <a:extLst>
                <a:ext uri="{FF2B5EF4-FFF2-40B4-BE49-F238E27FC236}">
                  <a16:creationId xmlns:a16="http://schemas.microsoft.com/office/drawing/2014/main" id="{FD956082-1EE2-56E5-DBCD-CFD39F643C2A}"/>
                </a:ext>
              </a:extLst>
            </p:cNvPr>
            <p:cNvSpPr/>
            <p:nvPr/>
          </p:nvSpPr>
          <p:spPr>
            <a:xfrm>
              <a:off x="6096450" y="3305600"/>
              <a:ext cx="4825" cy="7375"/>
            </a:xfrm>
            <a:custGeom>
              <a:avLst/>
              <a:gdLst/>
              <a:ahLst/>
              <a:cxnLst/>
              <a:rect l="l" t="t" r="r" b="b"/>
              <a:pathLst>
                <a:path w="193" h="295" extrusionOk="0">
                  <a:moveTo>
                    <a:pt x="103" y="0"/>
                  </a:moveTo>
                  <a:lnTo>
                    <a:pt x="0" y="103"/>
                  </a:lnTo>
                  <a:lnTo>
                    <a:pt x="128" y="154"/>
                  </a:lnTo>
                  <a:lnTo>
                    <a:pt x="103" y="294"/>
                  </a:lnTo>
                  <a:lnTo>
                    <a:pt x="192" y="294"/>
                  </a:lnTo>
                  <a:lnTo>
                    <a:pt x="179" y="166"/>
                  </a:lnTo>
                  <a:lnTo>
                    <a:pt x="103" y="77"/>
                  </a:lnTo>
                  <a:lnTo>
                    <a:pt x="10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881;p78">
              <a:extLst>
                <a:ext uri="{FF2B5EF4-FFF2-40B4-BE49-F238E27FC236}">
                  <a16:creationId xmlns:a16="http://schemas.microsoft.com/office/drawing/2014/main" id="{3C6860E6-5D0E-9F1E-9B59-5505D8674472}"/>
                </a:ext>
              </a:extLst>
            </p:cNvPr>
            <p:cNvSpPr/>
            <p:nvPr/>
          </p:nvSpPr>
          <p:spPr>
            <a:xfrm>
              <a:off x="6067050" y="3548750"/>
              <a:ext cx="7700" cy="6400"/>
            </a:xfrm>
            <a:custGeom>
              <a:avLst/>
              <a:gdLst/>
              <a:ahLst/>
              <a:cxnLst/>
              <a:rect l="l" t="t" r="r" b="b"/>
              <a:pathLst>
                <a:path w="308" h="256" extrusionOk="0">
                  <a:moveTo>
                    <a:pt x="307" y="0"/>
                  </a:moveTo>
                  <a:lnTo>
                    <a:pt x="154" y="128"/>
                  </a:lnTo>
                  <a:lnTo>
                    <a:pt x="77" y="51"/>
                  </a:lnTo>
                  <a:lnTo>
                    <a:pt x="52" y="51"/>
                  </a:lnTo>
                  <a:lnTo>
                    <a:pt x="26" y="90"/>
                  </a:lnTo>
                  <a:lnTo>
                    <a:pt x="1" y="128"/>
                  </a:lnTo>
                  <a:lnTo>
                    <a:pt x="128" y="256"/>
                  </a:lnTo>
                  <a:lnTo>
                    <a:pt x="30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882;p78">
              <a:extLst>
                <a:ext uri="{FF2B5EF4-FFF2-40B4-BE49-F238E27FC236}">
                  <a16:creationId xmlns:a16="http://schemas.microsoft.com/office/drawing/2014/main" id="{B88E8851-F97B-CFAA-D243-9A74C6C6C9AC}"/>
                </a:ext>
              </a:extLst>
            </p:cNvPr>
            <p:cNvSpPr/>
            <p:nvPr/>
          </p:nvSpPr>
          <p:spPr>
            <a:xfrm>
              <a:off x="6119450" y="3288350"/>
              <a:ext cx="7700" cy="17900"/>
            </a:xfrm>
            <a:custGeom>
              <a:avLst/>
              <a:gdLst/>
              <a:ahLst/>
              <a:cxnLst/>
              <a:rect l="l" t="t" r="r" b="b"/>
              <a:pathLst>
                <a:path w="308" h="716" extrusionOk="0">
                  <a:moveTo>
                    <a:pt x="180" y="0"/>
                  </a:moveTo>
                  <a:lnTo>
                    <a:pt x="90" y="192"/>
                  </a:lnTo>
                  <a:lnTo>
                    <a:pt x="141" y="281"/>
                  </a:lnTo>
                  <a:lnTo>
                    <a:pt x="243" y="345"/>
                  </a:lnTo>
                  <a:lnTo>
                    <a:pt x="128" y="435"/>
                  </a:lnTo>
                  <a:lnTo>
                    <a:pt x="1" y="460"/>
                  </a:lnTo>
                  <a:lnTo>
                    <a:pt x="128" y="716"/>
                  </a:lnTo>
                  <a:lnTo>
                    <a:pt x="128" y="511"/>
                  </a:lnTo>
                  <a:lnTo>
                    <a:pt x="65" y="486"/>
                  </a:lnTo>
                  <a:lnTo>
                    <a:pt x="192" y="511"/>
                  </a:lnTo>
                  <a:lnTo>
                    <a:pt x="205" y="409"/>
                  </a:lnTo>
                  <a:lnTo>
                    <a:pt x="269" y="332"/>
                  </a:lnTo>
                  <a:lnTo>
                    <a:pt x="307" y="307"/>
                  </a:lnTo>
                  <a:lnTo>
                    <a:pt x="282" y="217"/>
                  </a:lnTo>
                  <a:lnTo>
                    <a:pt x="307" y="153"/>
                  </a:lnTo>
                  <a:lnTo>
                    <a:pt x="256" y="38"/>
                  </a:lnTo>
                  <a:lnTo>
                    <a:pt x="18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883;p78">
              <a:extLst>
                <a:ext uri="{FF2B5EF4-FFF2-40B4-BE49-F238E27FC236}">
                  <a16:creationId xmlns:a16="http://schemas.microsoft.com/office/drawing/2014/main" id="{89F7494F-321B-08CE-B58B-C598A2F2F3B7}"/>
                </a:ext>
              </a:extLst>
            </p:cNvPr>
            <p:cNvSpPr/>
            <p:nvPr/>
          </p:nvSpPr>
          <p:spPr>
            <a:xfrm>
              <a:off x="6026475" y="3178425"/>
              <a:ext cx="94925" cy="91100"/>
            </a:xfrm>
            <a:custGeom>
              <a:avLst/>
              <a:gdLst/>
              <a:ahLst/>
              <a:cxnLst/>
              <a:rect l="l" t="t" r="r" b="b"/>
              <a:pathLst>
                <a:path w="3797" h="3644" extrusionOk="0">
                  <a:moveTo>
                    <a:pt x="3336" y="1"/>
                  </a:moveTo>
                  <a:lnTo>
                    <a:pt x="3260" y="52"/>
                  </a:lnTo>
                  <a:lnTo>
                    <a:pt x="3196" y="346"/>
                  </a:lnTo>
                  <a:lnTo>
                    <a:pt x="3081" y="384"/>
                  </a:lnTo>
                  <a:lnTo>
                    <a:pt x="3017" y="410"/>
                  </a:lnTo>
                  <a:lnTo>
                    <a:pt x="2991" y="410"/>
                  </a:lnTo>
                  <a:lnTo>
                    <a:pt x="2978" y="397"/>
                  </a:lnTo>
                  <a:lnTo>
                    <a:pt x="2978" y="231"/>
                  </a:lnTo>
                  <a:lnTo>
                    <a:pt x="2851" y="243"/>
                  </a:lnTo>
                  <a:lnTo>
                    <a:pt x="2774" y="448"/>
                  </a:lnTo>
                  <a:lnTo>
                    <a:pt x="2978" y="640"/>
                  </a:lnTo>
                  <a:lnTo>
                    <a:pt x="2902" y="844"/>
                  </a:lnTo>
                  <a:lnTo>
                    <a:pt x="2672" y="780"/>
                  </a:lnTo>
                  <a:lnTo>
                    <a:pt x="2620" y="882"/>
                  </a:lnTo>
                  <a:lnTo>
                    <a:pt x="2582" y="997"/>
                  </a:lnTo>
                  <a:lnTo>
                    <a:pt x="2275" y="844"/>
                  </a:lnTo>
                  <a:lnTo>
                    <a:pt x="2275" y="1164"/>
                  </a:lnTo>
                  <a:lnTo>
                    <a:pt x="2186" y="1228"/>
                  </a:lnTo>
                  <a:lnTo>
                    <a:pt x="1943" y="1215"/>
                  </a:lnTo>
                  <a:lnTo>
                    <a:pt x="1866" y="1445"/>
                  </a:lnTo>
                  <a:lnTo>
                    <a:pt x="1419" y="1675"/>
                  </a:lnTo>
                  <a:lnTo>
                    <a:pt x="1419" y="1675"/>
                  </a:lnTo>
                  <a:lnTo>
                    <a:pt x="1598" y="1470"/>
                  </a:lnTo>
                  <a:lnTo>
                    <a:pt x="1534" y="1228"/>
                  </a:lnTo>
                  <a:lnTo>
                    <a:pt x="1330" y="1125"/>
                  </a:lnTo>
                  <a:lnTo>
                    <a:pt x="1279" y="1074"/>
                  </a:lnTo>
                  <a:lnTo>
                    <a:pt x="1176" y="1049"/>
                  </a:lnTo>
                  <a:lnTo>
                    <a:pt x="1125" y="1138"/>
                  </a:lnTo>
                  <a:lnTo>
                    <a:pt x="1061" y="1215"/>
                  </a:lnTo>
                  <a:lnTo>
                    <a:pt x="844" y="1240"/>
                  </a:lnTo>
                  <a:lnTo>
                    <a:pt x="793" y="1509"/>
                  </a:lnTo>
                  <a:lnTo>
                    <a:pt x="333" y="1624"/>
                  </a:lnTo>
                  <a:lnTo>
                    <a:pt x="128" y="1752"/>
                  </a:lnTo>
                  <a:lnTo>
                    <a:pt x="141" y="1892"/>
                  </a:lnTo>
                  <a:lnTo>
                    <a:pt x="103" y="2250"/>
                  </a:lnTo>
                  <a:lnTo>
                    <a:pt x="0" y="2327"/>
                  </a:lnTo>
                  <a:lnTo>
                    <a:pt x="0" y="2454"/>
                  </a:lnTo>
                  <a:lnTo>
                    <a:pt x="205" y="2531"/>
                  </a:lnTo>
                  <a:lnTo>
                    <a:pt x="230" y="2480"/>
                  </a:lnTo>
                  <a:lnTo>
                    <a:pt x="256" y="2391"/>
                  </a:lnTo>
                  <a:lnTo>
                    <a:pt x="256" y="2250"/>
                  </a:lnTo>
                  <a:lnTo>
                    <a:pt x="371" y="2161"/>
                  </a:lnTo>
                  <a:lnTo>
                    <a:pt x="409" y="1994"/>
                  </a:lnTo>
                  <a:lnTo>
                    <a:pt x="550" y="1828"/>
                  </a:lnTo>
                  <a:lnTo>
                    <a:pt x="652" y="1841"/>
                  </a:lnTo>
                  <a:lnTo>
                    <a:pt x="691" y="2109"/>
                  </a:lnTo>
                  <a:lnTo>
                    <a:pt x="703" y="2122"/>
                  </a:lnTo>
                  <a:lnTo>
                    <a:pt x="716" y="2109"/>
                  </a:lnTo>
                  <a:lnTo>
                    <a:pt x="755" y="2097"/>
                  </a:lnTo>
                  <a:lnTo>
                    <a:pt x="818" y="2071"/>
                  </a:lnTo>
                  <a:lnTo>
                    <a:pt x="921" y="1867"/>
                  </a:lnTo>
                  <a:lnTo>
                    <a:pt x="946" y="2045"/>
                  </a:lnTo>
                  <a:lnTo>
                    <a:pt x="1074" y="2045"/>
                  </a:lnTo>
                  <a:lnTo>
                    <a:pt x="1227" y="2148"/>
                  </a:lnTo>
                  <a:lnTo>
                    <a:pt x="1189" y="1994"/>
                  </a:lnTo>
                  <a:lnTo>
                    <a:pt x="1291" y="1905"/>
                  </a:lnTo>
                  <a:lnTo>
                    <a:pt x="1266" y="1777"/>
                  </a:lnTo>
                  <a:lnTo>
                    <a:pt x="1342" y="1739"/>
                  </a:lnTo>
                  <a:lnTo>
                    <a:pt x="1483" y="1905"/>
                  </a:lnTo>
                  <a:lnTo>
                    <a:pt x="1764" y="2097"/>
                  </a:lnTo>
                  <a:lnTo>
                    <a:pt x="1841" y="2250"/>
                  </a:lnTo>
                  <a:lnTo>
                    <a:pt x="1662" y="2391"/>
                  </a:lnTo>
                  <a:lnTo>
                    <a:pt x="1662" y="2582"/>
                  </a:lnTo>
                  <a:lnTo>
                    <a:pt x="1726" y="2685"/>
                  </a:lnTo>
                  <a:lnTo>
                    <a:pt x="1751" y="3004"/>
                  </a:lnTo>
                  <a:lnTo>
                    <a:pt x="2096" y="3247"/>
                  </a:lnTo>
                  <a:lnTo>
                    <a:pt x="2544" y="3375"/>
                  </a:lnTo>
                  <a:lnTo>
                    <a:pt x="2659" y="3234"/>
                  </a:lnTo>
                  <a:lnTo>
                    <a:pt x="2710" y="3336"/>
                  </a:lnTo>
                  <a:lnTo>
                    <a:pt x="2659" y="3451"/>
                  </a:lnTo>
                  <a:lnTo>
                    <a:pt x="2723" y="3515"/>
                  </a:lnTo>
                  <a:lnTo>
                    <a:pt x="2774" y="3643"/>
                  </a:lnTo>
                  <a:lnTo>
                    <a:pt x="3093" y="3234"/>
                  </a:lnTo>
                  <a:lnTo>
                    <a:pt x="2978" y="2889"/>
                  </a:lnTo>
                  <a:lnTo>
                    <a:pt x="2825" y="2787"/>
                  </a:lnTo>
                  <a:lnTo>
                    <a:pt x="2799" y="2672"/>
                  </a:lnTo>
                  <a:lnTo>
                    <a:pt x="3017" y="2301"/>
                  </a:lnTo>
                  <a:lnTo>
                    <a:pt x="2991" y="2391"/>
                  </a:lnTo>
                  <a:lnTo>
                    <a:pt x="3119" y="2569"/>
                  </a:lnTo>
                  <a:lnTo>
                    <a:pt x="3183" y="2493"/>
                  </a:lnTo>
                  <a:lnTo>
                    <a:pt x="3017" y="2263"/>
                  </a:lnTo>
                  <a:lnTo>
                    <a:pt x="3119" y="2186"/>
                  </a:lnTo>
                  <a:lnTo>
                    <a:pt x="3272" y="2327"/>
                  </a:lnTo>
                  <a:lnTo>
                    <a:pt x="3298" y="2518"/>
                  </a:lnTo>
                  <a:lnTo>
                    <a:pt x="3375" y="2582"/>
                  </a:lnTo>
                  <a:lnTo>
                    <a:pt x="3362" y="2966"/>
                  </a:lnTo>
                  <a:lnTo>
                    <a:pt x="3477" y="3081"/>
                  </a:lnTo>
                  <a:lnTo>
                    <a:pt x="3490" y="2646"/>
                  </a:lnTo>
                  <a:lnTo>
                    <a:pt x="3426" y="2646"/>
                  </a:lnTo>
                  <a:lnTo>
                    <a:pt x="3464" y="2582"/>
                  </a:lnTo>
                  <a:lnTo>
                    <a:pt x="3464" y="2493"/>
                  </a:lnTo>
                  <a:lnTo>
                    <a:pt x="3592" y="2493"/>
                  </a:lnTo>
                  <a:lnTo>
                    <a:pt x="3592" y="2429"/>
                  </a:lnTo>
                  <a:lnTo>
                    <a:pt x="3668" y="2378"/>
                  </a:lnTo>
                  <a:lnTo>
                    <a:pt x="3745" y="2327"/>
                  </a:lnTo>
                  <a:lnTo>
                    <a:pt x="3796" y="1905"/>
                  </a:lnTo>
                  <a:lnTo>
                    <a:pt x="3592" y="1752"/>
                  </a:lnTo>
                  <a:lnTo>
                    <a:pt x="3694" y="1496"/>
                  </a:lnTo>
                  <a:lnTo>
                    <a:pt x="3553" y="1381"/>
                  </a:lnTo>
                  <a:lnTo>
                    <a:pt x="3566" y="1215"/>
                  </a:lnTo>
                  <a:lnTo>
                    <a:pt x="3426" y="1215"/>
                  </a:lnTo>
                  <a:lnTo>
                    <a:pt x="3387" y="1125"/>
                  </a:lnTo>
                  <a:lnTo>
                    <a:pt x="3579" y="1023"/>
                  </a:lnTo>
                  <a:lnTo>
                    <a:pt x="3592" y="882"/>
                  </a:lnTo>
                  <a:lnTo>
                    <a:pt x="3464" y="831"/>
                  </a:lnTo>
                  <a:lnTo>
                    <a:pt x="3438" y="588"/>
                  </a:lnTo>
                  <a:lnTo>
                    <a:pt x="3349" y="665"/>
                  </a:lnTo>
                  <a:lnTo>
                    <a:pt x="3221" y="473"/>
                  </a:lnTo>
                  <a:lnTo>
                    <a:pt x="3247" y="180"/>
                  </a:lnTo>
                  <a:lnTo>
                    <a:pt x="3260" y="269"/>
                  </a:lnTo>
                  <a:lnTo>
                    <a:pt x="3464" y="218"/>
                  </a:lnTo>
                  <a:lnTo>
                    <a:pt x="3438" y="180"/>
                  </a:lnTo>
                  <a:lnTo>
                    <a:pt x="3400" y="116"/>
                  </a:lnTo>
                  <a:lnTo>
                    <a:pt x="333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884;p78">
              <a:extLst>
                <a:ext uri="{FF2B5EF4-FFF2-40B4-BE49-F238E27FC236}">
                  <a16:creationId xmlns:a16="http://schemas.microsoft.com/office/drawing/2014/main" id="{AE10139B-213B-339A-31D1-D333E7B5414E}"/>
                </a:ext>
              </a:extLst>
            </p:cNvPr>
            <p:cNvSpPr/>
            <p:nvPr/>
          </p:nvSpPr>
          <p:spPr>
            <a:xfrm>
              <a:off x="6105725" y="2693075"/>
              <a:ext cx="18550" cy="9300"/>
            </a:xfrm>
            <a:custGeom>
              <a:avLst/>
              <a:gdLst/>
              <a:ahLst/>
              <a:cxnLst/>
              <a:rect l="l" t="t" r="r" b="b"/>
              <a:pathLst>
                <a:path w="742" h="372" extrusionOk="0">
                  <a:moveTo>
                    <a:pt x="383" y="1"/>
                  </a:moveTo>
                  <a:lnTo>
                    <a:pt x="128" y="103"/>
                  </a:lnTo>
                  <a:lnTo>
                    <a:pt x="0" y="269"/>
                  </a:lnTo>
                  <a:lnTo>
                    <a:pt x="153" y="372"/>
                  </a:lnTo>
                  <a:lnTo>
                    <a:pt x="460" y="308"/>
                  </a:lnTo>
                  <a:lnTo>
                    <a:pt x="665" y="193"/>
                  </a:lnTo>
                  <a:lnTo>
                    <a:pt x="741" y="90"/>
                  </a:lnTo>
                  <a:lnTo>
                    <a:pt x="66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885;p78">
              <a:extLst>
                <a:ext uri="{FF2B5EF4-FFF2-40B4-BE49-F238E27FC236}">
                  <a16:creationId xmlns:a16="http://schemas.microsoft.com/office/drawing/2014/main" id="{8AAA810A-603D-7C33-2965-6CB25C15F69D}"/>
                </a:ext>
              </a:extLst>
            </p:cNvPr>
            <p:cNvSpPr/>
            <p:nvPr/>
          </p:nvSpPr>
          <p:spPr>
            <a:xfrm>
              <a:off x="6104125" y="3534375"/>
              <a:ext cx="22375" cy="10250"/>
            </a:xfrm>
            <a:custGeom>
              <a:avLst/>
              <a:gdLst/>
              <a:ahLst/>
              <a:cxnLst/>
              <a:rect l="l" t="t" r="r" b="b"/>
              <a:pathLst>
                <a:path w="895" h="410" extrusionOk="0">
                  <a:moveTo>
                    <a:pt x="639" y="0"/>
                  </a:moveTo>
                  <a:lnTo>
                    <a:pt x="371" y="141"/>
                  </a:lnTo>
                  <a:lnTo>
                    <a:pt x="154" y="90"/>
                  </a:lnTo>
                  <a:lnTo>
                    <a:pt x="154" y="102"/>
                  </a:lnTo>
                  <a:lnTo>
                    <a:pt x="0" y="294"/>
                  </a:lnTo>
                  <a:lnTo>
                    <a:pt x="13" y="409"/>
                  </a:lnTo>
                  <a:lnTo>
                    <a:pt x="205" y="281"/>
                  </a:lnTo>
                  <a:lnTo>
                    <a:pt x="537" y="358"/>
                  </a:lnTo>
                  <a:lnTo>
                    <a:pt x="665" y="179"/>
                  </a:lnTo>
                  <a:lnTo>
                    <a:pt x="895" y="166"/>
                  </a:lnTo>
                  <a:lnTo>
                    <a:pt x="869" y="90"/>
                  </a:lnTo>
                  <a:lnTo>
                    <a:pt x="716" y="90"/>
                  </a:lnTo>
                  <a:lnTo>
                    <a:pt x="63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886;p78">
              <a:extLst>
                <a:ext uri="{FF2B5EF4-FFF2-40B4-BE49-F238E27FC236}">
                  <a16:creationId xmlns:a16="http://schemas.microsoft.com/office/drawing/2014/main" id="{8AB66F75-F507-526C-2157-29CAF005697D}"/>
                </a:ext>
              </a:extLst>
            </p:cNvPr>
            <p:cNvSpPr/>
            <p:nvPr/>
          </p:nvSpPr>
          <p:spPr>
            <a:xfrm>
              <a:off x="6095175" y="3324125"/>
              <a:ext cx="2575" cy="5775"/>
            </a:xfrm>
            <a:custGeom>
              <a:avLst/>
              <a:gdLst/>
              <a:ahLst/>
              <a:cxnLst/>
              <a:rect l="l" t="t" r="r" b="b"/>
              <a:pathLst>
                <a:path w="103" h="231" extrusionOk="0">
                  <a:moveTo>
                    <a:pt x="77" y="1"/>
                  </a:moveTo>
                  <a:lnTo>
                    <a:pt x="0" y="90"/>
                  </a:lnTo>
                  <a:lnTo>
                    <a:pt x="51" y="231"/>
                  </a:lnTo>
                  <a:lnTo>
                    <a:pt x="103" y="179"/>
                  </a:lnTo>
                  <a:lnTo>
                    <a:pt x="103" y="90"/>
                  </a:lnTo>
                  <a:lnTo>
                    <a:pt x="7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887;p78">
              <a:extLst>
                <a:ext uri="{FF2B5EF4-FFF2-40B4-BE49-F238E27FC236}">
                  <a16:creationId xmlns:a16="http://schemas.microsoft.com/office/drawing/2014/main" id="{CA884C09-E8B9-9F29-E906-8A10BA9841A2}"/>
                </a:ext>
              </a:extLst>
            </p:cNvPr>
            <p:cNvSpPr/>
            <p:nvPr/>
          </p:nvSpPr>
          <p:spPr>
            <a:xfrm>
              <a:off x="6252050" y="2676475"/>
              <a:ext cx="4175" cy="1925"/>
            </a:xfrm>
            <a:custGeom>
              <a:avLst/>
              <a:gdLst/>
              <a:ahLst/>
              <a:cxnLst/>
              <a:rect l="l" t="t" r="r" b="b"/>
              <a:pathLst>
                <a:path w="167" h="77" extrusionOk="0">
                  <a:moveTo>
                    <a:pt x="1" y="0"/>
                  </a:moveTo>
                  <a:lnTo>
                    <a:pt x="1" y="77"/>
                  </a:lnTo>
                  <a:lnTo>
                    <a:pt x="167" y="26"/>
                  </a:lnTo>
                  <a:lnTo>
                    <a:pt x="90" y="13"/>
                  </a:lnTo>
                  <a:lnTo>
                    <a:pt x="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888;p78">
              <a:extLst>
                <a:ext uri="{FF2B5EF4-FFF2-40B4-BE49-F238E27FC236}">
                  <a16:creationId xmlns:a16="http://schemas.microsoft.com/office/drawing/2014/main" id="{A71F1C0B-1C1D-C1F5-85B5-B339EF5E8D71}"/>
                </a:ext>
              </a:extLst>
            </p:cNvPr>
            <p:cNvSpPr/>
            <p:nvPr/>
          </p:nvSpPr>
          <p:spPr>
            <a:xfrm>
              <a:off x="6229675" y="2675825"/>
              <a:ext cx="55000" cy="36125"/>
            </a:xfrm>
            <a:custGeom>
              <a:avLst/>
              <a:gdLst/>
              <a:ahLst/>
              <a:cxnLst/>
              <a:rect l="l" t="t" r="r" b="b"/>
              <a:pathLst>
                <a:path w="2200" h="1445" extrusionOk="0">
                  <a:moveTo>
                    <a:pt x="1624" y="1"/>
                  </a:moveTo>
                  <a:lnTo>
                    <a:pt x="1432" y="103"/>
                  </a:lnTo>
                  <a:lnTo>
                    <a:pt x="1381" y="90"/>
                  </a:lnTo>
                  <a:lnTo>
                    <a:pt x="1343" y="116"/>
                  </a:lnTo>
                  <a:lnTo>
                    <a:pt x="1368" y="192"/>
                  </a:lnTo>
                  <a:lnTo>
                    <a:pt x="1253" y="333"/>
                  </a:lnTo>
                  <a:lnTo>
                    <a:pt x="1100" y="295"/>
                  </a:lnTo>
                  <a:lnTo>
                    <a:pt x="959" y="359"/>
                  </a:lnTo>
                  <a:lnTo>
                    <a:pt x="908" y="256"/>
                  </a:lnTo>
                  <a:lnTo>
                    <a:pt x="793" y="141"/>
                  </a:lnTo>
                  <a:lnTo>
                    <a:pt x="781" y="205"/>
                  </a:lnTo>
                  <a:lnTo>
                    <a:pt x="691" y="269"/>
                  </a:lnTo>
                  <a:lnTo>
                    <a:pt x="589" y="499"/>
                  </a:lnTo>
                  <a:lnTo>
                    <a:pt x="1" y="780"/>
                  </a:lnTo>
                  <a:lnTo>
                    <a:pt x="142" y="806"/>
                  </a:lnTo>
                  <a:lnTo>
                    <a:pt x="282" y="716"/>
                  </a:lnTo>
                  <a:lnTo>
                    <a:pt x="359" y="755"/>
                  </a:lnTo>
                  <a:lnTo>
                    <a:pt x="333" y="870"/>
                  </a:lnTo>
                  <a:lnTo>
                    <a:pt x="461" y="908"/>
                  </a:lnTo>
                  <a:lnTo>
                    <a:pt x="487" y="959"/>
                  </a:lnTo>
                  <a:lnTo>
                    <a:pt x="372" y="1023"/>
                  </a:lnTo>
                  <a:lnTo>
                    <a:pt x="372" y="1202"/>
                  </a:lnTo>
                  <a:lnTo>
                    <a:pt x="538" y="1279"/>
                  </a:lnTo>
                  <a:lnTo>
                    <a:pt x="448" y="1355"/>
                  </a:lnTo>
                  <a:lnTo>
                    <a:pt x="461" y="1381"/>
                  </a:lnTo>
                  <a:lnTo>
                    <a:pt x="512" y="1381"/>
                  </a:lnTo>
                  <a:lnTo>
                    <a:pt x="589" y="1445"/>
                  </a:lnTo>
                  <a:lnTo>
                    <a:pt x="742" y="1419"/>
                  </a:lnTo>
                  <a:lnTo>
                    <a:pt x="729" y="1368"/>
                  </a:lnTo>
                  <a:lnTo>
                    <a:pt x="793" y="1330"/>
                  </a:lnTo>
                  <a:lnTo>
                    <a:pt x="806" y="1215"/>
                  </a:lnTo>
                  <a:lnTo>
                    <a:pt x="832" y="1215"/>
                  </a:lnTo>
                  <a:lnTo>
                    <a:pt x="883" y="1074"/>
                  </a:lnTo>
                  <a:lnTo>
                    <a:pt x="985" y="1074"/>
                  </a:lnTo>
                  <a:lnTo>
                    <a:pt x="1011" y="883"/>
                  </a:lnTo>
                  <a:lnTo>
                    <a:pt x="1151" y="870"/>
                  </a:lnTo>
                  <a:lnTo>
                    <a:pt x="1164" y="819"/>
                  </a:lnTo>
                  <a:lnTo>
                    <a:pt x="1381" y="768"/>
                  </a:lnTo>
                  <a:lnTo>
                    <a:pt x="1560" y="819"/>
                  </a:lnTo>
                  <a:lnTo>
                    <a:pt x="1675" y="1049"/>
                  </a:lnTo>
                  <a:lnTo>
                    <a:pt x="1739" y="1049"/>
                  </a:lnTo>
                  <a:lnTo>
                    <a:pt x="1867" y="729"/>
                  </a:lnTo>
                  <a:lnTo>
                    <a:pt x="2186" y="589"/>
                  </a:lnTo>
                  <a:lnTo>
                    <a:pt x="2148" y="538"/>
                  </a:lnTo>
                  <a:lnTo>
                    <a:pt x="2199" y="461"/>
                  </a:lnTo>
                  <a:lnTo>
                    <a:pt x="2110" y="371"/>
                  </a:lnTo>
                  <a:lnTo>
                    <a:pt x="2135" y="231"/>
                  </a:lnTo>
                  <a:lnTo>
                    <a:pt x="2097" y="180"/>
                  </a:lnTo>
                  <a:lnTo>
                    <a:pt x="1995" y="167"/>
                  </a:lnTo>
                  <a:lnTo>
                    <a:pt x="1867" y="129"/>
                  </a:lnTo>
                  <a:lnTo>
                    <a:pt x="1867" y="77"/>
                  </a:lnTo>
                  <a:lnTo>
                    <a:pt x="1777" y="1"/>
                  </a:lnTo>
                  <a:lnTo>
                    <a:pt x="1714" y="39"/>
                  </a:lnTo>
                  <a:lnTo>
                    <a:pt x="162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889;p78">
              <a:extLst>
                <a:ext uri="{FF2B5EF4-FFF2-40B4-BE49-F238E27FC236}">
                  <a16:creationId xmlns:a16="http://schemas.microsoft.com/office/drawing/2014/main" id="{CED25F0C-A652-C06F-CFC5-A0411239C5CB}"/>
                </a:ext>
              </a:extLst>
            </p:cNvPr>
            <p:cNvSpPr/>
            <p:nvPr/>
          </p:nvSpPr>
          <p:spPr>
            <a:xfrm>
              <a:off x="6299975" y="3413900"/>
              <a:ext cx="29750" cy="7075"/>
            </a:xfrm>
            <a:custGeom>
              <a:avLst/>
              <a:gdLst/>
              <a:ahLst/>
              <a:cxnLst/>
              <a:rect l="l" t="t" r="r" b="b"/>
              <a:pathLst>
                <a:path w="1190" h="283" extrusionOk="0">
                  <a:moveTo>
                    <a:pt x="1" y="1"/>
                  </a:moveTo>
                  <a:lnTo>
                    <a:pt x="52" y="90"/>
                  </a:lnTo>
                  <a:lnTo>
                    <a:pt x="231" y="90"/>
                  </a:lnTo>
                  <a:lnTo>
                    <a:pt x="691" y="282"/>
                  </a:lnTo>
                  <a:lnTo>
                    <a:pt x="998" y="244"/>
                  </a:lnTo>
                  <a:lnTo>
                    <a:pt x="1189" y="218"/>
                  </a:lnTo>
                  <a:lnTo>
                    <a:pt x="1189" y="141"/>
                  </a:lnTo>
                  <a:lnTo>
                    <a:pt x="1087" y="90"/>
                  </a:lnTo>
                  <a:lnTo>
                    <a:pt x="729" y="90"/>
                  </a:lnTo>
                  <a:lnTo>
                    <a:pt x="589" y="39"/>
                  </a:lnTo>
                  <a:lnTo>
                    <a:pt x="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890;p78">
              <a:extLst>
                <a:ext uri="{FF2B5EF4-FFF2-40B4-BE49-F238E27FC236}">
                  <a16:creationId xmlns:a16="http://schemas.microsoft.com/office/drawing/2014/main" id="{94E33F0C-DEB9-236A-5940-E4C19211B3A8}"/>
                </a:ext>
              </a:extLst>
            </p:cNvPr>
            <p:cNvSpPr/>
            <p:nvPr/>
          </p:nvSpPr>
          <p:spPr>
            <a:xfrm>
              <a:off x="6275700" y="2671675"/>
              <a:ext cx="3850" cy="4175"/>
            </a:xfrm>
            <a:custGeom>
              <a:avLst/>
              <a:gdLst/>
              <a:ahLst/>
              <a:cxnLst/>
              <a:rect l="l" t="t" r="r" b="b"/>
              <a:pathLst>
                <a:path w="154" h="167" extrusionOk="0">
                  <a:moveTo>
                    <a:pt x="154" y="1"/>
                  </a:moveTo>
                  <a:lnTo>
                    <a:pt x="0" y="52"/>
                  </a:lnTo>
                  <a:lnTo>
                    <a:pt x="13" y="128"/>
                  </a:lnTo>
                  <a:lnTo>
                    <a:pt x="64" y="167"/>
                  </a:lnTo>
                  <a:lnTo>
                    <a:pt x="154" y="65"/>
                  </a:lnTo>
                  <a:lnTo>
                    <a:pt x="15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891;p78">
              <a:extLst>
                <a:ext uri="{FF2B5EF4-FFF2-40B4-BE49-F238E27FC236}">
                  <a16:creationId xmlns:a16="http://schemas.microsoft.com/office/drawing/2014/main" id="{70AAE7F0-452B-D9BE-10CD-6885BDE4FCE0}"/>
                </a:ext>
              </a:extLst>
            </p:cNvPr>
            <p:cNvSpPr/>
            <p:nvPr/>
          </p:nvSpPr>
          <p:spPr>
            <a:xfrm>
              <a:off x="6239600" y="2676150"/>
              <a:ext cx="4175" cy="4175"/>
            </a:xfrm>
            <a:custGeom>
              <a:avLst/>
              <a:gdLst/>
              <a:ahLst/>
              <a:cxnLst/>
              <a:rect l="l" t="t" r="r" b="b"/>
              <a:pathLst>
                <a:path w="167" h="167" extrusionOk="0">
                  <a:moveTo>
                    <a:pt x="51" y="1"/>
                  </a:moveTo>
                  <a:lnTo>
                    <a:pt x="0" y="64"/>
                  </a:lnTo>
                  <a:lnTo>
                    <a:pt x="51" y="103"/>
                  </a:lnTo>
                  <a:lnTo>
                    <a:pt x="64" y="167"/>
                  </a:lnTo>
                  <a:lnTo>
                    <a:pt x="166" y="116"/>
                  </a:lnTo>
                  <a:lnTo>
                    <a:pt x="5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892;p78">
              <a:extLst>
                <a:ext uri="{FF2B5EF4-FFF2-40B4-BE49-F238E27FC236}">
                  <a16:creationId xmlns:a16="http://schemas.microsoft.com/office/drawing/2014/main" id="{787A9699-7F6C-E418-B40B-D9A89207EEE0}"/>
                </a:ext>
              </a:extLst>
            </p:cNvPr>
            <p:cNvSpPr/>
            <p:nvPr/>
          </p:nvSpPr>
          <p:spPr>
            <a:xfrm>
              <a:off x="6132550" y="3394425"/>
              <a:ext cx="2900" cy="3850"/>
            </a:xfrm>
            <a:custGeom>
              <a:avLst/>
              <a:gdLst/>
              <a:ahLst/>
              <a:cxnLst/>
              <a:rect l="l" t="t" r="r" b="b"/>
              <a:pathLst>
                <a:path w="116" h="154" extrusionOk="0">
                  <a:moveTo>
                    <a:pt x="39" y="0"/>
                  </a:moveTo>
                  <a:lnTo>
                    <a:pt x="13" y="26"/>
                  </a:lnTo>
                  <a:lnTo>
                    <a:pt x="1" y="154"/>
                  </a:lnTo>
                  <a:lnTo>
                    <a:pt x="116" y="141"/>
                  </a:lnTo>
                  <a:lnTo>
                    <a:pt x="103" y="13"/>
                  </a:lnTo>
                  <a:lnTo>
                    <a:pt x="3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893;p78">
              <a:extLst>
                <a:ext uri="{FF2B5EF4-FFF2-40B4-BE49-F238E27FC236}">
                  <a16:creationId xmlns:a16="http://schemas.microsoft.com/office/drawing/2014/main" id="{61098856-3A6C-3BC1-E137-5158A5A1B392}"/>
                </a:ext>
              </a:extLst>
            </p:cNvPr>
            <p:cNvSpPr/>
            <p:nvPr/>
          </p:nvSpPr>
          <p:spPr>
            <a:xfrm>
              <a:off x="6297750" y="3395375"/>
              <a:ext cx="21750" cy="11200"/>
            </a:xfrm>
            <a:custGeom>
              <a:avLst/>
              <a:gdLst/>
              <a:ahLst/>
              <a:cxnLst/>
              <a:rect l="l" t="t" r="r" b="b"/>
              <a:pathLst>
                <a:path w="870" h="448" extrusionOk="0">
                  <a:moveTo>
                    <a:pt x="0" y="1"/>
                  </a:moveTo>
                  <a:lnTo>
                    <a:pt x="217" y="167"/>
                  </a:lnTo>
                  <a:lnTo>
                    <a:pt x="307" y="128"/>
                  </a:lnTo>
                  <a:lnTo>
                    <a:pt x="371" y="410"/>
                  </a:lnTo>
                  <a:lnTo>
                    <a:pt x="626" y="448"/>
                  </a:lnTo>
                  <a:lnTo>
                    <a:pt x="869" y="358"/>
                  </a:lnTo>
                  <a:lnTo>
                    <a:pt x="767" y="282"/>
                  </a:lnTo>
                  <a:lnTo>
                    <a:pt x="652" y="295"/>
                  </a:lnTo>
                  <a:lnTo>
                    <a:pt x="435" y="1"/>
                  </a:lnTo>
                  <a:lnTo>
                    <a:pt x="333" y="52"/>
                  </a:lnTo>
                  <a:lnTo>
                    <a:pt x="26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894;p78">
              <a:extLst>
                <a:ext uri="{FF2B5EF4-FFF2-40B4-BE49-F238E27FC236}">
                  <a16:creationId xmlns:a16="http://schemas.microsoft.com/office/drawing/2014/main" id="{C3C8D902-39FC-85C4-2D18-F9177B3ACC6A}"/>
                </a:ext>
              </a:extLst>
            </p:cNvPr>
            <p:cNvSpPr/>
            <p:nvPr/>
          </p:nvSpPr>
          <p:spPr>
            <a:xfrm>
              <a:off x="6286550" y="3399525"/>
              <a:ext cx="4200" cy="5475"/>
            </a:xfrm>
            <a:custGeom>
              <a:avLst/>
              <a:gdLst/>
              <a:ahLst/>
              <a:cxnLst/>
              <a:rect l="l" t="t" r="r" b="b"/>
              <a:pathLst>
                <a:path w="168" h="219" extrusionOk="0">
                  <a:moveTo>
                    <a:pt x="90" y="1"/>
                  </a:moveTo>
                  <a:lnTo>
                    <a:pt x="1" y="129"/>
                  </a:lnTo>
                  <a:lnTo>
                    <a:pt x="103" y="218"/>
                  </a:lnTo>
                  <a:lnTo>
                    <a:pt x="167" y="141"/>
                  </a:lnTo>
                  <a:lnTo>
                    <a:pt x="9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895;p78">
              <a:extLst>
                <a:ext uri="{FF2B5EF4-FFF2-40B4-BE49-F238E27FC236}">
                  <a16:creationId xmlns:a16="http://schemas.microsoft.com/office/drawing/2014/main" id="{A1B8A50F-CF27-4552-2D43-82376BA56E8D}"/>
                </a:ext>
              </a:extLst>
            </p:cNvPr>
            <p:cNvSpPr/>
            <p:nvPr/>
          </p:nvSpPr>
          <p:spPr>
            <a:xfrm>
              <a:off x="6236075" y="2682550"/>
              <a:ext cx="4175" cy="2250"/>
            </a:xfrm>
            <a:custGeom>
              <a:avLst/>
              <a:gdLst/>
              <a:ahLst/>
              <a:cxnLst/>
              <a:rect l="l" t="t" r="r" b="b"/>
              <a:pathLst>
                <a:path w="167" h="90" extrusionOk="0">
                  <a:moveTo>
                    <a:pt x="52" y="0"/>
                  </a:moveTo>
                  <a:lnTo>
                    <a:pt x="1" y="77"/>
                  </a:lnTo>
                  <a:lnTo>
                    <a:pt x="90" y="90"/>
                  </a:lnTo>
                  <a:lnTo>
                    <a:pt x="167" y="38"/>
                  </a:lnTo>
                  <a:lnTo>
                    <a:pt x="5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896;p78">
              <a:extLst>
                <a:ext uri="{FF2B5EF4-FFF2-40B4-BE49-F238E27FC236}">
                  <a16:creationId xmlns:a16="http://schemas.microsoft.com/office/drawing/2014/main" id="{A6087997-B344-EAC0-B1AD-3B131AD03050}"/>
                </a:ext>
              </a:extLst>
            </p:cNvPr>
            <p:cNvSpPr/>
            <p:nvPr/>
          </p:nvSpPr>
          <p:spPr>
            <a:xfrm>
              <a:off x="6275700" y="3227950"/>
              <a:ext cx="7050" cy="11850"/>
            </a:xfrm>
            <a:custGeom>
              <a:avLst/>
              <a:gdLst/>
              <a:ahLst/>
              <a:cxnLst/>
              <a:rect l="l" t="t" r="r" b="b"/>
              <a:pathLst>
                <a:path w="282" h="474" extrusionOk="0">
                  <a:moveTo>
                    <a:pt x="243" y="1"/>
                  </a:moveTo>
                  <a:lnTo>
                    <a:pt x="141" y="192"/>
                  </a:lnTo>
                  <a:lnTo>
                    <a:pt x="90" y="295"/>
                  </a:lnTo>
                  <a:lnTo>
                    <a:pt x="0" y="473"/>
                  </a:lnTo>
                  <a:lnTo>
                    <a:pt x="0" y="473"/>
                  </a:lnTo>
                  <a:lnTo>
                    <a:pt x="141" y="320"/>
                  </a:lnTo>
                  <a:lnTo>
                    <a:pt x="282" y="192"/>
                  </a:lnTo>
                  <a:lnTo>
                    <a:pt x="282" y="64"/>
                  </a:lnTo>
                  <a:lnTo>
                    <a:pt x="24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0" name="Google Shape;897;p78">
              <a:extLst>
                <a:ext uri="{FF2B5EF4-FFF2-40B4-BE49-F238E27FC236}">
                  <a16:creationId xmlns:a16="http://schemas.microsoft.com/office/drawing/2014/main" id="{D56983DD-E6D8-DA72-6389-E9EF139D64D7}"/>
                </a:ext>
              </a:extLst>
            </p:cNvPr>
            <p:cNvSpPr/>
            <p:nvPr/>
          </p:nvSpPr>
          <p:spPr>
            <a:xfrm>
              <a:off x="6284650" y="2672325"/>
              <a:ext cx="7375" cy="9275"/>
            </a:xfrm>
            <a:custGeom>
              <a:avLst/>
              <a:gdLst/>
              <a:ahLst/>
              <a:cxnLst/>
              <a:rect l="l" t="t" r="r" b="b"/>
              <a:pathLst>
                <a:path w="295" h="371" extrusionOk="0">
                  <a:moveTo>
                    <a:pt x="243" y="0"/>
                  </a:moveTo>
                  <a:lnTo>
                    <a:pt x="0" y="243"/>
                  </a:lnTo>
                  <a:lnTo>
                    <a:pt x="0" y="307"/>
                  </a:lnTo>
                  <a:lnTo>
                    <a:pt x="26" y="371"/>
                  </a:lnTo>
                  <a:lnTo>
                    <a:pt x="179" y="307"/>
                  </a:lnTo>
                  <a:lnTo>
                    <a:pt x="179" y="154"/>
                  </a:lnTo>
                  <a:lnTo>
                    <a:pt x="294" y="39"/>
                  </a:lnTo>
                  <a:lnTo>
                    <a:pt x="24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1" name="Google Shape;898;p78">
              <a:extLst>
                <a:ext uri="{FF2B5EF4-FFF2-40B4-BE49-F238E27FC236}">
                  <a16:creationId xmlns:a16="http://schemas.microsoft.com/office/drawing/2014/main" id="{ACE3540C-0122-3391-4304-ADD0D5BF8D1F}"/>
                </a:ext>
              </a:extLst>
            </p:cNvPr>
            <p:cNvSpPr/>
            <p:nvPr/>
          </p:nvSpPr>
          <p:spPr>
            <a:xfrm>
              <a:off x="6199975" y="2751225"/>
              <a:ext cx="7375" cy="11225"/>
            </a:xfrm>
            <a:custGeom>
              <a:avLst/>
              <a:gdLst/>
              <a:ahLst/>
              <a:cxnLst/>
              <a:rect l="l" t="t" r="r" b="b"/>
              <a:pathLst>
                <a:path w="295" h="449" extrusionOk="0">
                  <a:moveTo>
                    <a:pt x="269" y="1"/>
                  </a:moveTo>
                  <a:lnTo>
                    <a:pt x="115" y="116"/>
                  </a:lnTo>
                  <a:lnTo>
                    <a:pt x="90" y="257"/>
                  </a:lnTo>
                  <a:lnTo>
                    <a:pt x="13" y="333"/>
                  </a:lnTo>
                  <a:lnTo>
                    <a:pt x="0" y="448"/>
                  </a:lnTo>
                  <a:lnTo>
                    <a:pt x="115" y="448"/>
                  </a:lnTo>
                  <a:lnTo>
                    <a:pt x="141" y="333"/>
                  </a:lnTo>
                  <a:lnTo>
                    <a:pt x="294" y="116"/>
                  </a:lnTo>
                  <a:lnTo>
                    <a:pt x="26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2" name="Google Shape;899;p78">
              <a:extLst>
                <a:ext uri="{FF2B5EF4-FFF2-40B4-BE49-F238E27FC236}">
                  <a16:creationId xmlns:a16="http://schemas.microsoft.com/office/drawing/2014/main" id="{25977D1A-D150-9488-0070-AFDB4ABD844F}"/>
                </a:ext>
              </a:extLst>
            </p:cNvPr>
            <p:cNvSpPr/>
            <p:nvPr/>
          </p:nvSpPr>
          <p:spPr>
            <a:xfrm>
              <a:off x="6141500" y="3545550"/>
              <a:ext cx="14075" cy="4500"/>
            </a:xfrm>
            <a:custGeom>
              <a:avLst/>
              <a:gdLst/>
              <a:ahLst/>
              <a:cxnLst/>
              <a:rect l="l" t="t" r="r" b="b"/>
              <a:pathLst>
                <a:path w="563" h="180" extrusionOk="0">
                  <a:moveTo>
                    <a:pt x="167" y="0"/>
                  </a:moveTo>
                  <a:lnTo>
                    <a:pt x="0" y="103"/>
                  </a:lnTo>
                  <a:lnTo>
                    <a:pt x="141" y="64"/>
                  </a:lnTo>
                  <a:lnTo>
                    <a:pt x="486" y="179"/>
                  </a:lnTo>
                  <a:lnTo>
                    <a:pt x="563" y="103"/>
                  </a:lnTo>
                  <a:lnTo>
                    <a:pt x="16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900;p78">
              <a:extLst>
                <a:ext uri="{FF2B5EF4-FFF2-40B4-BE49-F238E27FC236}">
                  <a16:creationId xmlns:a16="http://schemas.microsoft.com/office/drawing/2014/main" id="{6AE982C3-F706-AAB4-ED7E-6561B499147A}"/>
                </a:ext>
              </a:extLst>
            </p:cNvPr>
            <p:cNvSpPr/>
            <p:nvPr/>
          </p:nvSpPr>
          <p:spPr>
            <a:xfrm>
              <a:off x="6196125" y="3381325"/>
              <a:ext cx="21450" cy="11200"/>
            </a:xfrm>
            <a:custGeom>
              <a:avLst/>
              <a:gdLst/>
              <a:ahLst/>
              <a:cxnLst/>
              <a:rect l="l" t="t" r="r" b="b"/>
              <a:pathLst>
                <a:path w="858" h="448" extrusionOk="0">
                  <a:moveTo>
                    <a:pt x="372" y="0"/>
                  </a:moveTo>
                  <a:lnTo>
                    <a:pt x="244" y="64"/>
                  </a:lnTo>
                  <a:lnTo>
                    <a:pt x="372" y="218"/>
                  </a:lnTo>
                  <a:lnTo>
                    <a:pt x="372" y="218"/>
                  </a:lnTo>
                  <a:lnTo>
                    <a:pt x="167" y="39"/>
                  </a:lnTo>
                  <a:lnTo>
                    <a:pt x="27" y="90"/>
                  </a:lnTo>
                  <a:lnTo>
                    <a:pt x="1" y="192"/>
                  </a:lnTo>
                  <a:lnTo>
                    <a:pt x="103" y="218"/>
                  </a:lnTo>
                  <a:lnTo>
                    <a:pt x="205" y="243"/>
                  </a:lnTo>
                  <a:lnTo>
                    <a:pt x="193" y="294"/>
                  </a:lnTo>
                  <a:lnTo>
                    <a:pt x="295" y="269"/>
                  </a:lnTo>
                  <a:lnTo>
                    <a:pt x="282" y="333"/>
                  </a:lnTo>
                  <a:lnTo>
                    <a:pt x="116" y="358"/>
                  </a:lnTo>
                  <a:lnTo>
                    <a:pt x="116" y="448"/>
                  </a:lnTo>
                  <a:lnTo>
                    <a:pt x="295" y="448"/>
                  </a:lnTo>
                  <a:lnTo>
                    <a:pt x="244" y="358"/>
                  </a:lnTo>
                  <a:lnTo>
                    <a:pt x="346" y="371"/>
                  </a:lnTo>
                  <a:lnTo>
                    <a:pt x="461" y="371"/>
                  </a:lnTo>
                  <a:lnTo>
                    <a:pt x="499" y="294"/>
                  </a:lnTo>
                  <a:lnTo>
                    <a:pt x="333" y="256"/>
                  </a:lnTo>
                  <a:lnTo>
                    <a:pt x="410" y="218"/>
                  </a:lnTo>
                  <a:lnTo>
                    <a:pt x="538" y="320"/>
                  </a:lnTo>
                  <a:lnTo>
                    <a:pt x="691" y="281"/>
                  </a:lnTo>
                  <a:lnTo>
                    <a:pt x="768" y="320"/>
                  </a:lnTo>
                  <a:lnTo>
                    <a:pt x="857" y="230"/>
                  </a:lnTo>
                  <a:lnTo>
                    <a:pt x="678" y="77"/>
                  </a:lnTo>
                  <a:lnTo>
                    <a:pt x="37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901;p78">
              <a:extLst>
                <a:ext uri="{FF2B5EF4-FFF2-40B4-BE49-F238E27FC236}">
                  <a16:creationId xmlns:a16="http://schemas.microsoft.com/office/drawing/2014/main" id="{EFCE504A-7304-8D84-4F09-D7D3D24A2B9A}"/>
                </a:ext>
              </a:extLst>
            </p:cNvPr>
            <p:cNvSpPr/>
            <p:nvPr/>
          </p:nvSpPr>
          <p:spPr>
            <a:xfrm>
              <a:off x="6131275" y="3386750"/>
              <a:ext cx="16325" cy="12800"/>
            </a:xfrm>
            <a:custGeom>
              <a:avLst/>
              <a:gdLst/>
              <a:ahLst/>
              <a:cxnLst/>
              <a:rect l="l" t="t" r="r" b="b"/>
              <a:pathLst>
                <a:path w="653" h="512" extrusionOk="0">
                  <a:moveTo>
                    <a:pt x="52" y="1"/>
                  </a:moveTo>
                  <a:lnTo>
                    <a:pt x="1" y="39"/>
                  </a:lnTo>
                  <a:lnTo>
                    <a:pt x="26" y="256"/>
                  </a:lnTo>
                  <a:lnTo>
                    <a:pt x="128" y="218"/>
                  </a:lnTo>
                  <a:lnTo>
                    <a:pt x="154" y="128"/>
                  </a:lnTo>
                  <a:lnTo>
                    <a:pt x="154" y="231"/>
                  </a:lnTo>
                  <a:lnTo>
                    <a:pt x="294" y="333"/>
                  </a:lnTo>
                  <a:lnTo>
                    <a:pt x="256" y="410"/>
                  </a:lnTo>
                  <a:lnTo>
                    <a:pt x="320" y="473"/>
                  </a:lnTo>
                  <a:lnTo>
                    <a:pt x="422" y="410"/>
                  </a:lnTo>
                  <a:lnTo>
                    <a:pt x="473" y="512"/>
                  </a:lnTo>
                  <a:lnTo>
                    <a:pt x="588" y="512"/>
                  </a:lnTo>
                  <a:lnTo>
                    <a:pt x="652" y="384"/>
                  </a:lnTo>
                  <a:lnTo>
                    <a:pt x="563" y="333"/>
                  </a:lnTo>
                  <a:lnTo>
                    <a:pt x="448" y="397"/>
                  </a:lnTo>
                  <a:lnTo>
                    <a:pt x="384" y="256"/>
                  </a:lnTo>
                  <a:lnTo>
                    <a:pt x="486" y="179"/>
                  </a:lnTo>
                  <a:lnTo>
                    <a:pt x="371" y="39"/>
                  </a:lnTo>
                  <a:lnTo>
                    <a:pt x="243" y="141"/>
                  </a:lnTo>
                  <a:lnTo>
                    <a:pt x="205" y="90"/>
                  </a:lnTo>
                  <a:lnTo>
                    <a:pt x="192" y="90"/>
                  </a:lnTo>
                  <a:lnTo>
                    <a:pt x="167" y="116"/>
                  </a:lnTo>
                  <a:lnTo>
                    <a:pt x="154" y="64"/>
                  </a:lnTo>
                  <a:lnTo>
                    <a:pt x="154" y="13"/>
                  </a:lnTo>
                  <a:lnTo>
                    <a:pt x="5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5" name="Google Shape;902;p78">
              <a:extLst>
                <a:ext uri="{FF2B5EF4-FFF2-40B4-BE49-F238E27FC236}">
                  <a16:creationId xmlns:a16="http://schemas.microsoft.com/office/drawing/2014/main" id="{D799FB24-E8B3-2DDC-429E-CFF33D249DEB}"/>
                </a:ext>
              </a:extLst>
            </p:cNvPr>
            <p:cNvSpPr/>
            <p:nvPr/>
          </p:nvSpPr>
          <p:spPr>
            <a:xfrm>
              <a:off x="6185275" y="3416150"/>
              <a:ext cx="14075" cy="7700"/>
            </a:xfrm>
            <a:custGeom>
              <a:avLst/>
              <a:gdLst/>
              <a:ahLst/>
              <a:cxnLst/>
              <a:rect l="l" t="t" r="r" b="b"/>
              <a:pathLst>
                <a:path w="563" h="308" extrusionOk="0">
                  <a:moveTo>
                    <a:pt x="448" y="0"/>
                  </a:moveTo>
                  <a:lnTo>
                    <a:pt x="346" y="26"/>
                  </a:lnTo>
                  <a:lnTo>
                    <a:pt x="179" y="26"/>
                  </a:lnTo>
                  <a:lnTo>
                    <a:pt x="0" y="166"/>
                  </a:lnTo>
                  <a:lnTo>
                    <a:pt x="26" y="218"/>
                  </a:lnTo>
                  <a:lnTo>
                    <a:pt x="358" y="307"/>
                  </a:lnTo>
                  <a:lnTo>
                    <a:pt x="435" y="256"/>
                  </a:lnTo>
                  <a:lnTo>
                    <a:pt x="499" y="230"/>
                  </a:lnTo>
                  <a:lnTo>
                    <a:pt x="473" y="154"/>
                  </a:lnTo>
                  <a:lnTo>
                    <a:pt x="563" y="115"/>
                  </a:lnTo>
                  <a:lnTo>
                    <a:pt x="46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6" name="Google Shape;903;p78">
              <a:extLst>
                <a:ext uri="{FF2B5EF4-FFF2-40B4-BE49-F238E27FC236}">
                  <a16:creationId xmlns:a16="http://schemas.microsoft.com/office/drawing/2014/main" id="{0095CAD0-D3DA-5753-0AD0-782AA6C000D4}"/>
                </a:ext>
              </a:extLst>
            </p:cNvPr>
            <p:cNvSpPr/>
            <p:nvPr/>
          </p:nvSpPr>
          <p:spPr>
            <a:xfrm>
              <a:off x="6191350" y="2758275"/>
              <a:ext cx="6100" cy="6400"/>
            </a:xfrm>
            <a:custGeom>
              <a:avLst/>
              <a:gdLst/>
              <a:ahLst/>
              <a:cxnLst/>
              <a:rect l="l" t="t" r="r" b="b"/>
              <a:pathLst>
                <a:path w="244" h="256" extrusionOk="0">
                  <a:moveTo>
                    <a:pt x="115" y="0"/>
                  </a:moveTo>
                  <a:lnTo>
                    <a:pt x="0" y="51"/>
                  </a:lnTo>
                  <a:lnTo>
                    <a:pt x="13" y="217"/>
                  </a:lnTo>
                  <a:lnTo>
                    <a:pt x="128" y="256"/>
                  </a:lnTo>
                  <a:lnTo>
                    <a:pt x="243" y="141"/>
                  </a:lnTo>
                  <a:lnTo>
                    <a:pt x="11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7" name="Google Shape;904;p78">
              <a:extLst>
                <a:ext uri="{FF2B5EF4-FFF2-40B4-BE49-F238E27FC236}">
                  <a16:creationId xmlns:a16="http://schemas.microsoft.com/office/drawing/2014/main" id="{023FF615-AEE0-A368-3A6B-DEFDA1183514}"/>
                </a:ext>
              </a:extLst>
            </p:cNvPr>
            <p:cNvSpPr/>
            <p:nvPr/>
          </p:nvSpPr>
          <p:spPr>
            <a:xfrm>
              <a:off x="6205400" y="3545550"/>
              <a:ext cx="8650" cy="5450"/>
            </a:xfrm>
            <a:custGeom>
              <a:avLst/>
              <a:gdLst/>
              <a:ahLst/>
              <a:cxnLst/>
              <a:rect l="l" t="t" r="r" b="b"/>
              <a:pathLst>
                <a:path w="346" h="218" extrusionOk="0">
                  <a:moveTo>
                    <a:pt x="205" y="0"/>
                  </a:moveTo>
                  <a:lnTo>
                    <a:pt x="1" y="218"/>
                  </a:lnTo>
                  <a:lnTo>
                    <a:pt x="346" y="52"/>
                  </a:lnTo>
                  <a:lnTo>
                    <a:pt x="20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8" name="Google Shape;905;p78">
              <a:extLst>
                <a:ext uri="{FF2B5EF4-FFF2-40B4-BE49-F238E27FC236}">
                  <a16:creationId xmlns:a16="http://schemas.microsoft.com/office/drawing/2014/main" id="{1CF90846-3BE1-E9BF-54E5-993A0FCC4829}"/>
                </a:ext>
              </a:extLst>
            </p:cNvPr>
            <p:cNvSpPr/>
            <p:nvPr/>
          </p:nvSpPr>
          <p:spPr>
            <a:xfrm>
              <a:off x="6213700" y="3461825"/>
              <a:ext cx="4500" cy="4825"/>
            </a:xfrm>
            <a:custGeom>
              <a:avLst/>
              <a:gdLst/>
              <a:ahLst/>
              <a:cxnLst/>
              <a:rect l="l" t="t" r="r" b="b"/>
              <a:pathLst>
                <a:path w="180" h="193" extrusionOk="0">
                  <a:moveTo>
                    <a:pt x="1" y="1"/>
                  </a:moveTo>
                  <a:lnTo>
                    <a:pt x="1" y="78"/>
                  </a:lnTo>
                  <a:lnTo>
                    <a:pt x="154" y="193"/>
                  </a:lnTo>
                  <a:lnTo>
                    <a:pt x="180" y="129"/>
                  </a:lnTo>
                  <a:lnTo>
                    <a:pt x="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906;p78">
              <a:extLst>
                <a:ext uri="{FF2B5EF4-FFF2-40B4-BE49-F238E27FC236}">
                  <a16:creationId xmlns:a16="http://schemas.microsoft.com/office/drawing/2014/main" id="{FB39C041-F082-A42D-7BE9-DEA6F4F9C42E}"/>
                </a:ext>
              </a:extLst>
            </p:cNvPr>
            <p:cNvSpPr/>
            <p:nvPr/>
          </p:nvSpPr>
          <p:spPr>
            <a:xfrm>
              <a:off x="4127275" y="2569750"/>
              <a:ext cx="8325" cy="11525"/>
            </a:xfrm>
            <a:custGeom>
              <a:avLst/>
              <a:gdLst/>
              <a:ahLst/>
              <a:cxnLst/>
              <a:rect l="l" t="t" r="r" b="b"/>
              <a:pathLst>
                <a:path w="333" h="461" extrusionOk="0">
                  <a:moveTo>
                    <a:pt x="51" y="1"/>
                  </a:moveTo>
                  <a:lnTo>
                    <a:pt x="13" y="64"/>
                  </a:lnTo>
                  <a:lnTo>
                    <a:pt x="0" y="103"/>
                  </a:lnTo>
                  <a:lnTo>
                    <a:pt x="0" y="141"/>
                  </a:lnTo>
                  <a:lnTo>
                    <a:pt x="26" y="154"/>
                  </a:lnTo>
                  <a:lnTo>
                    <a:pt x="115" y="154"/>
                  </a:lnTo>
                  <a:lnTo>
                    <a:pt x="115" y="180"/>
                  </a:lnTo>
                  <a:lnTo>
                    <a:pt x="128" y="218"/>
                  </a:lnTo>
                  <a:lnTo>
                    <a:pt x="128" y="282"/>
                  </a:lnTo>
                  <a:lnTo>
                    <a:pt x="141" y="397"/>
                  </a:lnTo>
                  <a:lnTo>
                    <a:pt x="141" y="422"/>
                  </a:lnTo>
                  <a:lnTo>
                    <a:pt x="154" y="448"/>
                  </a:lnTo>
                  <a:lnTo>
                    <a:pt x="166" y="461"/>
                  </a:lnTo>
                  <a:lnTo>
                    <a:pt x="192" y="461"/>
                  </a:lnTo>
                  <a:lnTo>
                    <a:pt x="230" y="448"/>
                  </a:lnTo>
                  <a:lnTo>
                    <a:pt x="307" y="435"/>
                  </a:lnTo>
                  <a:lnTo>
                    <a:pt x="320" y="422"/>
                  </a:lnTo>
                  <a:lnTo>
                    <a:pt x="333" y="384"/>
                  </a:lnTo>
                  <a:lnTo>
                    <a:pt x="320" y="320"/>
                  </a:lnTo>
                  <a:lnTo>
                    <a:pt x="307" y="256"/>
                  </a:lnTo>
                  <a:lnTo>
                    <a:pt x="307" y="192"/>
                  </a:lnTo>
                  <a:lnTo>
                    <a:pt x="307" y="128"/>
                  </a:lnTo>
                  <a:lnTo>
                    <a:pt x="307" y="64"/>
                  </a:lnTo>
                  <a:lnTo>
                    <a:pt x="281" y="52"/>
                  </a:lnTo>
                  <a:lnTo>
                    <a:pt x="243" y="52"/>
                  </a:lnTo>
                  <a:lnTo>
                    <a:pt x="166" y="26"/>
                  </a:lnTo>
                  <a:lnTo>
                    <a:pt x="102" y="13"/>
                  </a:lnTo>
                  <a:lnTo>
                    <a:pt x="5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907;p78">
              <a:extLst>
                <a:ext uri="{FF2B5EF4-FFF2-40B4-BE49-F238E27FC236}">
                  <a16:creationId xmlns:a16="http://schemas.microsoft.com/office/drawing/2014/main" id="{148CD22D-1A2A-1B08-42EA-515415148F1A}"/>
                </a:ext>
              </a:extLst>
            </p:cNvPr>
            <p:cNvSpPr/>
            <p:nvPr/>
          </p:nvSpPr>
          <p:spPr>
            <a:xfrm>
              <a:off x="4024375" y="2502025"/>
              <a:ext cx="126250" cy="136450"/>
            </a:xfrm>
            <a:custGeom>
              <a:avLst/>
              <a:gdLst/>
              <a:ahLst/>
              <a:cxnLst/>
              <a:rect l="l" t="t" r="r" b="b"/>
              <a:pathLst>
                <a:path w="5050" h="5458" extrusionOk="0">
                  <a:moveTo>
                    <a:pt x="4461" y="0"/>
                  </a:moveTo>
                  <a:lnTo>
                    <a:pt x="4385" y="77"/>
                  </a:lnTo>
                  <a:lnTo>
                    <a:pt x="4500" y="230"/>
                  </a:lnTo>
                  <a:lnTo>
                    <a:pt x="4218" y="396"/>
                  </a:lnTo>
                  <a:lnTo>
                    <a:pt x="3950" y="230"/>
                  </a:lnTo>
                  <a:lnTo>
                    <a:pt x="3643" y="192"/>
                  </a:lnTo>
                  <a:lnTo>
                    <a:pt x="3375" y="115"/>
                  </a:lnTo>
                  <a:lnTo>
                    <a:pt x="3145" y="179"/>
                  </a:lnTo>
                  <a:lnTo>
                    <a:pt x="3004" y="77"/>
                  </a:lnTo>
                  <a:lnTo>
                    <a:pt x="2774" y="230"/>
                  </a:lnTo>
                  <a:lnTo>
                    <a:pt x="2365" y="396"/>
                  </a:lnTo>
                  <a:lnTo>
                    <a:pt x="2007" y="345"/>
                  </a:lnTo>
                  <a:lnTo>
                    <a:pt x="1828" y="665"/>
                  </a:lnTo>
                  <a:lnTo>
                    <a:pt x="1816" y="677"/>
                  </a:lnTo>
                  <a:lnTo>
                    <a:pt x="1381" y="767"/>
                  </a:lnTo>
                  <a:lnTo>
                    <a:pt x="1062" y="1023"/>
                  </a:lnTo>
                  <a:lnTo>
                    <a:pt x="1062" y="1035"/>
                  </a:lnTo>
                  <a:lnTo>
                    <a:pt x="717" y="1189"/>
                  </a:lnTo>
                  <a:lnTo>
                    <a:pt x="832" y="1483"/>
                  </a:lnTo>
                  <a:lnTo>
                    <a:pt x="819" y="1508"/>
                  </a:lnTo>
                  <a:lnTo>
                    <a:pt x="538" y="1930"/>
                  </a:lnTo>
                  <a:lnTo>
                    <a:pt x="525" y="1930"/>
                  </a:lnTo>
                  <a:lnTo>
                    <a:pt x="346" y="2007"/>
                  </a:lnTo>
                  <a:lnTo>
                    <a:pt x="371" y="2122"/>
                  </a:lnTo>
                  <a:lnTo>
                    <a:pt x="371" y="2134"/>
                  </a:lnTo>
                  <a:lnTo>
                    <a:pt x="282" y="2339"/>
                  </a:lnTo>
                  <a:lnTo>
                    <a:pt x="256" y="2352"/>
                  </a:lnTo>
                  <a:lnTo>
                    <a:pt x="1" y="2377"/>
                  </a:lnTo>
                  <a:lnTo>
                    <a:pt x="52" y="2403"/>
                  </a:lnTo>
                  <a:lnTo>
                    <a:pt x="90" y="2416"/>
                  </a:lnTo>
                  <a:lnTo>
                    <a:pt x="116" y="2441"/>
                  </a:lnTo>
                  <a:lnTo>
                    <a:pt x="180" y="2480"/>
                  </a:lnTo>
                  <a:lnTo>
                    <a:pt x="231" y="2531"/>
                  </a:lnTo>
                  <a:lnTo>
                    <a:pt x="244" y="2582"/>
                  </a:lnTo>
                  <a:lnTo>
                    <a:pt x="256" y="2620"/>
                  </a:lnTo>
                  <a:lnTo>
                    <a:pt x="282" y="2646"/>
                  </a:lnTo>
                  <a:lnTo>
                    <a:pt x="308" y="2658"/>
                  </a:lnTo>
                  <a:lnTo>
                    <a:pt x="371" y="2684"/>
                  </a:lnTo>
                  <a:lnTo>
                    <a:pt x="397" y="2684"/>
                  </a:lnTo>
                  <a:lnTo>
                    <a:pt x="410" y="2710"/>
                  </a:lnTo>
                  <a:lnTo>
                    <a:pt x="461" y="2773"/>
                  </a:lnTo>
                  <a:lnTo>
                    <a:pt x="499" y="2812"/>
                  </a:lnTo>
                  <a:lnTo>
                    <a:pt x="550" y="2850"/>
                  </a:lnTo>
                  <a:lnTo>
                    <a:pt x="589" y="2876"/>
                  </a:lnTo>
                  <a:lnTo>
                    <a:pt x="640" y="2914"/>
                  </a:lnTo>
                  <a:lnTo>
                    <a:pt x="665" y="2965"/>
                  </a:lnTo>
                  <a:lnTo>
                    <a:pt x="704" y="3016"/>
                  </a:lnTo>
                  <a:lnTo>
                    <a:pt x="717" y="3029"/>
                  </a:lnTo>
                  <a:lnTo>
                    <a:pt x="755" y="3042"/>
                  </a:lnTo>
                  <a:lnTo>
                    <a:pt x="768" y="3042"/>
                  </a:lnTo>
                  <a:lnTo>
                    <a:pt x="780" y="3016"/>
                  </a:lnTo>
                  <a:lnTo>
                    <a:pt x="780" y="3004"/>
                  </a:lnTo>
                  <a:lnTo>
                    <a:pt x="780" y="2978"/>
                  </a:lnTo>
                  <a:lnTo>
                    <a:pt x="806" y="2965"/>
                  </a:lnTo>
                  <a:lnTo>
                    <a:pt x="832" y="2965"/>
                  </a:lnTo>
                  <a:lnTo>
                    <a:pt x="895" y="2978"/>
                  </a:lnTo>
                  <a:lnTo>
                    <a:pt x="947" y="3004"/>
                  </a:lnTo>
                  <a:lnTo>
                    <a:pt x="1011" y="3029"/>
                  </a:lnTo>
                  <a:lnTo>
                    <a:pt x="1036" y="3042"/>
                  </a:lnTo>
                  <a:lnTo>
                    <a:pt x="1049" y="3055"/>
                  </a:lnTo>
                  <a:lnTo>
                    <a:pt x="1049" y="3067"/>
                  </a:lnTo>
                  <a:lnTo>
                    <a:pt x="1049" y="3106"/>
                  </a:lnTo>
                  <a:lnTo>
                    <a:pt x="1049" y="3131"/>
                  </a:lnTo>
                  <a:lnTo>
                    <a:pt x="1011" y="3131"/>
                  </a:lnTo>
                  <a:lnTo>
                    <a:pt x="985" y="3119"/>
                  </a:lnTo>
                  <a:lnTo>
                    <a:pt x="921" y="3093"/>
                  </a:lnTo>
                  <a:lnTo>
                    <a:pt x="844" y="3093"/>
                  </a:lnTo>
                  <a:lnTo>
                    <a:pt x="819" y="3106"/>
                  </a:lnTo>
                  <a:lnTo>
                    <a:pt x="819" y="3131"/>
                  </a:lnTo>
                  <a:lnTo>
                    <a:pt x="819" y="3170"/>
                  </a:lnTo>
                  <a:lnTo>
                    <a:pt x="832" y="3208"/>
                  </a:lnTo>
                  <a:lnTo>
                    <a:pt x="844" y="3234"/>
                  </a:lnTo>
                  <a:lnTo>
                    <a:pt x="857" y="3246"/>
                  </a:lnTo>
                  <a:lnTo>
                    <a:pt x="947" y="3246"/>
                  </a:lnTo>
                  <a:lnTo>
                    <a:pt x="959" y="3272"/>
                  </a:lnTo>
                  <a:lnTo>
                    <a:pt x="972" y="3298"/>
                  </a:lnTo>
                  <a:lnTo>
                    <a:pt x="1011" y="3387"/>
                  </a:lnTo>
                  <a:lnTo>
                    <a:pt x="1023" y="3451"/>
                  </a:lnTo>
                  <a:lnTo>
                    <a:pt x="1062" y="3528"/>
                  </a:lnTo>
                  <a:lnTo>
                    <a:pt x="1087" y="3566"/>
                  </a:lnTo>
                  <a:lnTo>
                    <a:pt x="1087" y="3604"/>
                  </a:lnTo>
                  <a:lnTo>
                    <a:pt x="1228" y="3604"/>
                  </a:lnTo>
                  <a:lnTo>
                    <a:pt x="1241" y="3591"/>
                  </a:lnTo>
                  <a:lnTo>
                    <a:pt x="1266" y="3591"/>
                  </a:lnTo>
                  <a:lnTo>
                    <a:pt x="1279" y="3604"/>
                  </a:lnTo>
                  <a:lnTo>
                    <a:pt x="1292" y="3643"/>
                  </a:lnTo>
                  <a:lnTo>
                    <a:pt x="1292" y="3694"/>
                  </a:lnTo>
                  <a:lnTo>
                    <a:pt x="1343" y="3694"/>
                  </a:lnTo>
                  <a:lnTo>
                    <a:pt x="1407" y="3681"/>
                  </a:lnTo>
                  <a:lnTo>
                    <a:pt x="1522" y="3668"/>
                  </a:lnTo>
                  <a:lnTo>
                    <a:pt x="1943" y="3604"/>
                  </a:lnTo>
                  <a:lnTo>
                    <a:pt x="2020" y="3604"/>
                  </a:lnTo>
                  <a:lnTo>
                    <a:pt x="2084" y="3579"/>
                  </a:lnTo>
                  <a:lnTo>
                    <a:pt x="2084" y="3528"/>
                  </a:lnTo>
                  <a:lnTo>
                    <a:pt x="2097" y="3502"/>
                  </a:lnTo>
                  <a:lnTo>
                    <a:pt x="2110" y="3489"/>
                  </a:lnTo>
                  <a:lnTo>
                    <a:pt x="2135" y="3489"/>
                  </a:lnTo>
                  <a:lnTo>
                    <a:pt x="2161" y="3502"/>
                  </a:lnTo>
                  <a:lnTo>
                    <a:pt x="2199" y="3553"/>
                  </a:lnTo>
                  <a:lnTo>
                    <a:pt x="2212" y="3579"/>
                  </a:lnTo>
                  <a:lnTo>
                    <a:pt x="2225" y="3591"/>
                  </a:lnTo>
                  <a:lnTo>
                    <a:pt x="2314" y="3591"/>
                  </a:lnTo>
                  <a:lnTo>
                    <a:pt x="2327" y="3566"/>
                  </a:lnTo>
                  <a:lnTo>
                    <a:pt x="2327" y="3540"/>
                  </a:lnTo>
                  <a:lnTo>
                    <a:pt x="2327" y="3515"/>
                  </a:lnTo>
                  <a:lnTo>
                    <a:pt x="2340" y="3489"/>
                  </a:lnTo>
                  <a:lnTo>
                    <a:pt x="2365" y="3476"/>
                  </a:lnTo>
                  <a:lnTo>
                    <a:pt x="2404" y="3476"/>
                  </a:lnTo>
                  <a:lnTo>
                    <a:pt x="2416" y="3489"/>
                  </a:lnTo>
                  <a:lnTo>
                    <a:pt x="2429" y="3502"/>
                  </a:lnTo>
                  <a:lnTo>
                    <a:pt x="2429" y="3528"/>
                  </a:lnTo>
                  <a:lnTo>
                    <a:pt x="2442" y="3566"/>
                  </a:lnTo>
                  <a:lnTo>
                    <a:pt x="2442" y="3591"/>
                  </a:lnTo>
                  <a:lnTo>
                    <a:pt x="2467" y="3604"/>
                  </a:lnTo>
                  <a:lnTo>
                    <a:pt x="2493" y="3604"/>
                  </a:lnTo>
                  <a:lnTo>
                    <a:pt x="2544" y="3591"/>
                  </a:lnTo>
                  <a:lnTo>
                    <a:pt x="2621" y="3566"/>
                  </a:lnTo>
                  <a:lnTo>
                    <a:pt x="2659" y="3553"/>
                  </a:lnTo>
                  <a:lnTo>
                    <a:pt x="2698" y="3566"/>
                  </a:lnTo>
                  <a:lnTo>
                    <a:pt x="2710" y="3591"/>
                  </a:lnTo>
                  <a:lnTo>
                    <a:pt x="2723" y="3630"/>
                  </a:lnTo>
                  <a:lnTo>
                    <a:pt x="2749" y="3694"/>
                  </a:lnTo>
                  <a:lnTo>
                    <a:pt x="2761" y="3719"/>
                  </a:lnTo>
                  <a:lnTo>
                    <a:pt x="2723" y="3732"/>
                  </a:lnTo>
                  <a:lnTo>
                    <a:pt x="2685" y="3732"/>
                  </a:lnTo>
                  <a:lnTo>
                    <a:pt x="2646" y="3745"/>
                  </a:lnTo>
                  <a:lnTo>
                    <a:pt x="2621" y="3758"/>
                  </a:lnTo>
                  <a:lnTo>
                    <a:pt x="2608" y="3796"/>
                  </a:lnTo>
                  <a:lnTo>
                    <a:pt x="2621" y="3822"/>
                  </a:lnTo>
                  <a:lnTo>
                    <a:pt x="2608" y="3847"/>
                  </a:lnTo>
                  <a:lnTo>
                    <a:pt x="2583" y="3873"/>
                  </a:lnTo>
                  <a:lnTo>
                    <a:pt x="2493" y="3873"/>
                  </a:lnTo>
                  <a:lnTo>
                    <a:pt x="2391" y="3834"/>
                  </a:lnTo>
                  <a:lnTo>
                    <a:pt x="2289" y="3822"/>
                  </a:lnTo>
                  <a:lnTo>
                    <a:pt x="2186" y="3796"/>
                  </a:lnTo>
                  <a:lnTo>
                    <a:pt x="2071" y="3770"/>
                  </a:lnTo>
                  <a:lnTo>
                    <a:pt x="1969" y="3732"/>
                  </a:lnTo>
                  <a:lnTo>
                    <a:pt x="1880" y="3719"/>
                  </a:lnTo>
                  <a:lnTo>
                    <a:pt x="1726" y="3719"/>
                  </a:lnTo>
                  <a:lnTo>
                    <a:pt x="1688" y="3732"/>
                  </a:lnTo>
                  <a:lnTo>
                    <a:pt x="1662" y="3770"/>
                  </a:lnTo>
                  <a:lnTo>
                    <a:pt x="1611" y="3834"/>
                  </a:lnTo>
                  <a:lnTo>
                    <a:pt x="1586" y="3860"/>
                  </a:lnTo>
                  <a:lnTo>
                    <a:pt x="1547" y="3873"/>
                  </a:lnTo>
                  <a:lnTo>
                    <a:pt x="1471" y="3885"/>
                  </a:lnTo>
                  <a:lnTo>
                    <a:pt x="1381" y="3873"/>
                  </a:lnTo>
                  <a:lnTo>
                    <a:pt x="1368" y="3834"/>
                  </a:lnTo>
                  <a:lnTo>
                    <a:pt x="1330" y="3860"/>
                  </a:lnTo>
                  <a:lnTo>
                    <a:pt x="1317" y="3885"/>
                  </a:lnTo>
                  <a:lnTo>
                    <a:pt x="1292" y="3911"/>
                  </a:lnTo>
                  <a:lnTo>
                    <a:pt x="1292" y="3937"/>
                  </a:lnTo>
                  <a:lnTo>
                    <a:pt x="1266" y="3988"/>
                  </a:lnTo>
                  <a:lnTo>
                    <a:pt x="1228" y="4039"/>
                  </a:lnTo>
                  <a:lnTo>
                    <a:pt x="1189" y="4064"/>
                  </a:lnTo>
                  <a:lnTo>
                    <a:pt x="1177" y="4090"/>
                  </a:lnTo>
                  <a:lnTo>
                    <a:pt x="1164" y="4103"/>
                  </a:lnTo>
                  <a:lnTo>
                    <a:pt x="1177" y="4154"/>
                  </a:lnTo>
                  <a:lnTo>
                    <a:pt x="1202" y="4192"/>
                  </a:lnTo>
                  <a:lnTo>
                    <a:pt x="1241" y="4218"/>
                  </a:lnTo>
                  <a:lnTo>
                    <a:pt x="1292" y="4230"/>
                  </a:lnTo>
                  <a:lnTo>
                    <a:pt x="1304" y="4243"/>
                  </a:lnTo>
                  <a:lnTo>
                    <a:pt x="1317" y="4256"/>
                  </a:lnTo>
                  <a:lnTo>
                    <a:pt x="1317" y="4320"/>
                  </a:lnTo>
                  <a:lnTo>
                    <a:pt x="1317" y="4371"/>
                  </a:lnTo>
                  <a:lnTo>
                    <a:pt x="1330" y="4409"/>
                  </a:lnTo>
                  <a:lnTo>
                    <a:pt x="1445" y="4422"/>
                  </a:lnTo>
                  <a:lnTo>
                    <a:pt x="1560" y="4448"/>
                  </a:lnTo>
                  <a:lnTo>
                    <a:pt x="1624" y="4486"/>
                  </a:lnTo>
                  <a:lnTo>
                    <a:pt x="1675" y="4550"/>
                  </a:lnTo>
                  <a:lnTo>
                    <a:pt x="1701" y="4601"/>
                  </a:lnTo>
                  <a:lnTo>
                    <a:pt x="1739" y="4665"/>
                  </a:lnTo>
                  <a:lnTo>
                    <a:pt x="1739" y="4729"/>
                  </a:lnTo>
                  <a:lnTo>
                    <a:pt x="1739" y="4754"/>
                  </a:lnTo>
                  <a:lnTo>
                    <a:pt x="1713" y="4780"/>
                  </a:lnTo>
                  <a:lnTo>
                    <a:pt x="1688" y="4806"/>
                  </a:lnTo>
                  <a:lnTo>
                    <a:pt x="1688" y="4831"/>
                  </a:lnTo>
                  <a:lnTo>
                    <a:pt x="1701" y="4870"/>
                  </a:lnTo>
                  <a:lnTo>
                    <a:pt x="1713" y="4908"/>
                  </a:lnTo>
                  <a:lnTo>
                    <a:pt x="1726" y="4933"/>
                  </a:lnTo>
                  <a:lnTo>
                    <a:pt x="1752" y="4959"/>
                  </a:lnTo>
                  <a:lnTo>
                    <a:pt x="1777" y="4972"/>
                  </a:lnTo>
                  <a:lnTo>
                    <a:pt x="1803" y="4985"/>
                  </a:lnTo>
                  <a:lnTo>
                    <a:pt x="1816" y="4997"/>
                  </a:lnTo>
                  <a:lnTo>
                    <a:pt x="1828" y="5023"/>
                  </a:lnTo>
                  <a:lnTo>
                    <a:pt x="1828" y="5036"/>
                  </a:lnTo>
                  <a:lnTo>
                    <a:pt x="1816" y="5061"/>
                  </a:lnTo>
                  <a:lnTo>
                    <a:pt x="1816" y="5087"/>
                  </a:lnTo>
                  <a:lnTo>
                    <a:pt x="1816" y="5100"/>
                  </a:lnTo>
                  <a:lnTo>
                    <a:pt x="1828" y="5125"/>
                  </a:lnTo>
                  <a:lnTo>
                    <a:pt x="1841" y="5151"/>
                  </a:lnTo>
                  <a:lnTo>
                    <a:pt x="1867" y="5189"/>
                  </a:lnTo>
                  <a:lnTo>
                    <a:pt x="1892" y="5202"/>
                  </a:lnTo>
                  <a:lnTo>
                    <a:pt x="1931" y="5215"/>
                  </a:lnTo>
                  <a:lnTo>
                    <a:pt x="2007" y="5215"/>
                  </a:lnTo>
                  <a:lnTo>
                    <a:pt x="2046" y="5189"/>
                  </a:lnTo>
                  <a:lnTo>
                    <a:pt x="2046" y="5163"/>
                  </a:lnTo>
                  <a:lnTo>
                    <a:pt x="2033" y="5138"/>
                  </a:lnTo>
                  <a:lnTo>
                    <a:pt x="2020" y="5112"/>
                  </a:lnTo>
                  <a:lnTo>
                    <a:pt x="1995" y="5087"/>
                  </a:lnTo>
                  <a:lnTo>
                    <a:pt x="1995" y="5048"/>
                  </a:lnTo>
                  <a:lnTo>
                    <a:pt x="1995" y="4985"/>
                  </a:lnTo>
                  <a:lnTo>
                    <a:pt x="2007" y="4921"/>
                  </a:lnTo>
                  <a:lnTo>
                    <a:pt x="2033" y="4895"/>
                  </a:lnTo>
                  <a:lnTo>
                    <a:pt x="2046" y="4870"/>
                  </a:lnTo>
                  <a:lnTo>
                    <a:pt x="2084" y="4844"/>
                  </a:lnTo>
                  <a:lnTo>
                    <a:pt x="2135" y="4844"/>
                  </a:lnTo>
                  <a:lnTo>
                    <a:pt x="2148" y="4857"/>
                  </a:lnTo>
                  <a:lnTo>
                    <a:pt x="2148" y="4882"/>
                  </a:lnTo>
                  <a:lnTo>
                    <a:pt x="2161" y="4921"/>
                  </a:lnTo>
                  <a:lnTo>
                    <a:pt x="2161" y="4959"/>
                  </a:lnTo>
                  <a:lnTo>
                    <a:pt x="2174" y="4997"/>
                  </a:lnTo>
                  <a:lnTo>
                    <a:pt x="2225" y="5010"/>
                  </a:lnTo>
                  <a:lnTo>
                    <a:pt x="2276" y="5023"/>
                  </a:lnTo>
                  <a:lnTo>
                    <a:pt x="2327" y="5061"/>
                  </a:lnTo>
                  <a:lnTo>
                    <a:pt x="2352" y="5087"/>
                  </a:lnTo>
                  <a:lnTo>
                    <a:pt x="2365" y="5112"/>
                  </a:lnTo>
                  <a:lnTo>
                    <a:pt x="2378" y="5176"/>
                  </a:lnTo>
                  <a:lnTo>
                    <a:pt x="2404" y="5253"/>
                  </a:lnTo>
                  <a:lnTo>
                    <a:pt x="2404" y="5291"/>
                  </a:lnTo>
                  <a:lnTo>
                    <a:pt x="2391" y="5317"/>
                  </a:lnTo>
                  <a:lnTo>
                    <a:pt x="2378" y="5394"/>
                  </a:lnTo>
                  <a:lnTo>
                    <a:pt x="2391" y="5406"/>
                  </a:lnTo>
                  <a:lnTo>
                    <a:pt x="2404" y="5432"/>
                  </a:lnTo>
                  <a:lnTo>
                    <a:pt x="2455" y="5457"/>
                  </a:lnTo>
                  <a:lnTo>
                    <a:pt x="2506" y="5457"/>
                  </a:lnTo>
                  <a:lnTo>
                    <a:pt x="2557" y="5445"/>
                  </a:lnTo>
                  <a:lnTo>
                    <a:pt x="2557" y="5381"/>
                  </a:lnTo>
                  <a:lnTo>
                    <a:pt x="2557" y="5317"/>
                  </a:lnTo>
                  <a:lnTo>
                    <a:pt x="2557" y="5227"/>
                  </a:lnTo>
                  <a:lnTo>
                    <a:pt x="2557" y="5189"/>
                  </a:lnTo>
                  <a:lnTo>
                    <a:pt x="2557" y="5138"/>
                  </a:lnTo>
                  <a:lnTo>
                    <a:pt x="2570" y="5112"/>
                  </a:lnTo>
                  <a:lnTo>
                    <a:pt x="2595" y="5087"/>
                  </a:lnTo>
                  <a:lnTo>
                    <a:pt x="2634" y="5061"/>
                  </a:lnTo>
                  <a:lnTo>
                    <a:pt x="2672" y="5061"/>
                  </a:lnTo>
                  <a:lnTo>
                    <a:pt x="2685" y="5087"/>
                  </a:lnTo>
                  <a:lnTo>
                    <a:pt x="2698" y="5125"/>
                  </a:lnTo>
                  <a:lnTo>
                    <a:pt x="2710" y="5151"/>
                  </a:lnTo>
                  <a:lnTo>
                    <a:pt x="2723" y="5176"/>
                  </a:lnTo>
                  <a:lnTo>
                    <a:pt x="2761" y="5189"/>
                  </a:lnTo>
                  <a:lnTo>
                    <a:pt x="2813" y="5189"/>
                  </a:lnTo>
                  <a:lnTo>
                    <a:pt x="2902" y="5227"/>
                  </a:lnTo>
                  <a:lnTo>
                    <a:pt x="2953" y="5253"/>
                  </a:lnTo>
                  <a:lnTo>
                    <a:pt x="3004" y="5278"/>
                  </a:lnTo>
                  <a:lnTo>
                    <a:pt x="3055" y="5304"/>
                  </a:lnTo>
                  <a:lnTo>
                    <a:pt x="3068" y="5291"/>
                  </a:lnTo>
                  <a:lnTo>
                    <a:pt x="3081" y="5266"/>
                  </a:lnTo>
                  <a:lnTo>
                    <a:pt x="3068" y="5240"/>
                  </a:lnTo>
                  <a:lnTo>
                    <a:pt x="3055" y="5227"/>
                  </a:lnTo>
                  <a:lnTo>
                    <a:pt x="3004" y="5189"/>
                  </a:lnTo>
                  <a:lnTo>
                    <a:pt x="2966" y="5138"/>
                  </a:lnTo>
                  <a:lnTo>
                    <a:pt x="2953" y="5125"/>
                  </a:lnTo>
                  <a:lnTo>
                    <a:pt x="2953" y="5112"/>
                  </a:lnTo>
                  <a:lnTo>
                    <a:pt x="2953" y="5087"/>
                  </a:lnTo>
                  <a:lnTo>
                    <a:pt x="2966" y="5074"/>
                  </a:lnTo>
                  <a:lnTo>
                    <a:pt x="2966" y="5036"/>
                  </a:lnTo>
                  <a:lnTo>
                    <a:pt x="2966" y="4985"/>
                  </a:lnTo>
                  <a:lnTo>
                    <a:pt x="2940" y="4933"/>
                  </a:lnTo>
                  <a:lnTo>
                    <a:pt x="2889" y="4882"/>
                  </a:lnTo>
                  <a:lnTo>
                    <a:pt x="2864" y="4857"/>
                  </a:lnTo>
                  <a:lnTo>
                    <a:pt x="2838" y="4818"/>
                  </a:lnTo>
                  <a:lnTo>
                    <a:pt x="2787" y="4742"/>
                  </a:lnTo>
                  <a:lnTo>
                    <a:pt x="2723" y="4652"/>
                  </a:lnTo>
                  <a:lnTo>
                    <a:pt x="2698" y="4601"/>
                  </a:lnTo>
                  <a:lnTo>
                    <a:pt x="2672" y="4550"/>
                  </a:lnTo>
                  <a:lnTo>
                    <a:pt x="2634" y="4461"/>
                  </a:lnTo>
                  <a:lnTo>
                    <a:pt x="2595" y="4409"/>
                  </a:lnTo>
                  <a:lnTo>
                    <a:pt x="2570" y="4397"/>
                  </a:lnTo>
                  <a:lnTo>
                    <a:pt x="2544" y="4384"/>
                  </a:lnTo>
                  <a:lnTo>
                    <a:pt x="2544" y="4346"/>
                  </a:lnTo>
                  <a:lnTo>
                    <a:pt x="2544" y="4320"/>
                  </a:lnTo>
                  <a:lnTo>
                    <a:pt x="2557" y="4294"/>
                  </a:lnTo>
                  <a:lnTo>
                    <a:pt x="2595" y="4282"/>
                  </a:lnTo>
                  <a:lnTo>
                    <a:pt x="2672" y="4269"/>
                  </a:lnTo>
                  <a:lnTo>
                    <a:pt x="2723" y="4282"/>
                  </a:lnTo>
                  <a:lnTo>
                    <a:pt x="2774" y="4307"/>
                  </a:lnTo>
                  <a:lnTo>
                    <a:pt x="2825" y="4333"/>
                  </a:lnTo>
                  <a:lnTo>
                    <a:pt x="2876" y="4358"/>
                  </a:lnTo>
                  <a:lnTo>
                    <a:pt x="2902" y="4384"/>
                  </a:lnTo>
                  <a:lnTo>
                    <a:pt x="2928" y="4409"/>
                  </a:lnTo>
                  <a:lnTo>
                    <a:pt x="2928" y="4422"/>
                  </a:lnTo>
                  <a:lnTo>
                    <a:pt x="2915" y="4448"/>
                  </a:lnTo>
                  <a:lnTo>
                    <a:pt x="2915" y="4461"/>
                  </a:lnTo>
                  <a:lnTo>
                    <a:pt x="2940" y="4486"/>
                  </a:lnTo>
                  <a:lnTo>
                    <a:pt x="2966" y="4499"/>
                  </a:lnTo>
                  <a:lnTo>
                    <a:pt x="3004" y="4499"/>
                  </a:lnTo>
                  <a:lnTo>
                    <a:pt x="3030" y="4435"/>
                  </a:lnTo>
                  <a:lnTo>
                    <a:pt x="3055" y="4409"/>
                  </a:lnTo>
                  <a:lnTo>
                    <a:pt x="3081" y="4384"/>
                  </a:lnTo>
                  <a:lnTo>
                    <a:pt x="3119" y="4384"/>
                  </a:lnTo>
                  <a:lnTo>
                    <a:pt x="3132" y="4371"/>
                  </a:lnTo>
                  <a:lnTo>
                    <a:pt x="3132" y="4346"/>
                  </a:lnTo>
                  <a:lnTo>
                    <a:pt x="3132" y="4320"/>
                  </a:lnTo>
                  <a:lnTo>
                    <a:pt x="3055" y="4320"/>
                  </a:lnTo>
                  <a:lnTo>
                    <a:pt x="3030" y="4307"/>
                  </a:lnTo>
                  <a:lnTo>
                    <a:pt x="3030" y="4282"/>
                  </a:lnTo>
                  <a:lnTo>
                    <a:pt x="3030" y="4256"/>
                  </a:lnTo>
                  <a:lnTo>
                    <a:pt x="3017" y="4230"/>
                  </a:lnTo>
                  <a:lnTo>
                    <a:pt x="3004" y="4218"/>
                  </a:lnTo>
                  <a:lnTo>
                    <a:pt x="2915" y="4218"/>
                  </a:lnTo>
                  <a:lnTo>
                    <a:pt x="2902" y="4179"/>
                  </a:lnTo>
                  <a:lnTo>
                    <a:pt x="2889" y="4154"/>
                  </a:lnTo>
                  <a:lnTo>
                    <a:pt x="2876" y="4115"/>
                  </a:lnTo>
                  <a:lnTo>
                    <a:pt x="2851" y="4077"/>
                  </a:lnTo>
                  <a:lnTo>
                    <a:pt x="2838" y="4052"/>
                  </a:lnTo>
                  <a:lnTo>
                    <a:pt x="2813" y="4039"/>
                  </a:lnTo>
                  <a:lnTo>
                    <a:pt x="2787" y="4026"/>
                  </a:lnTo>
                  <a:lnTo>
                    <a:pt x="2761" y="4026"/>
                  </a:lnTo>
                  <a:lnTo>
                    <a:pt x="2749" y="4013"/>
                  </a:lnTo>
                  <a:lnTo>
                    <a:pt x="2749" y="3975"/>
                  </a:lnTo>
                  <a:lnTo>
                    <a:pt x="2749" y="3937"/>
                  </a:lnTo>
                  <a:lnTo>
                    <a:pt x="2761" y="3898"/>
                  </a:lnTo>
                  <a:lnTo>
                    <a:pt x="2787" y="3873"/>
                  </a:lnTo>
                  <a:lnTo>
                    <a:pt x="2864" y="3860"/>
                  </a:lnTo>
                  <a:lnTo>
                    <a:pt x="2889" y="3860"/>
                  </a:lnTo>
                  <a:lnTo>
                    <a:pt x="2928" y="3834"/>
                  </a:lnTo>
                  <a:lnTo>
                    <a:pt x="2992" y="3783"/>
                  </a:lnTo>
                  <a:lnTo>
                    <a:pt x="3068" y="3732"/>
                  </a:lnTo>
                  <a:lnTo>
                    <a:pt x="3145" y="3694"/>
                  </a:lnTo>
                  <a:lnTo>
                    <a:pt x="3170" y="3694"/>
                  </a:lnTo>
                  <a:lnTo>
                    <a:pt x="3209" y="3706"/>
                  </a:lnTo>
                  <a:lnTo>
                    <a:pt x="3247" y="3745"/>
                  </a:lnTo>
                  <a:lnTo>
                    <a:pt x="3298" y="3770"/>
                  </a:lnTo>
                  <a:lnTo>
                    <a:pt x="3362" y="3783"/>
                  </a:lnTo>
                  <a:lnTo>
                    <a:pt x="3426" y="3822"/>
                  </a:lnTo>
                  <a:lnTo>
                    <a:pt x="3477" y="3873"/>
                  </a:lnTo>
                  <a:lnTo>
                    <a:pt x="3516" y="3924"/>
                  </a:lnTo>
                  <a:lnTo>
                    <a:pt x="3528" y="3937"/>
                  </a:lnTo>
                  <a:lnTo>
                    <a:pt x="3541" y="3962"/>
                  </a:lnTo>
                  <a:lnTo>
                    <a:pt x="3567" y="3962"/>
                  </a:lnTo>
                  <a:lnTo>
                    <a:pt x="3592" y="3949"/>
                  </a:lnTo>
                  <a:lnTo>
                    <a:pt x="3631" y="3911"/>
                  </a:lnTo>
                  <a:lnTo>
                    <a:pt x="3631" y="3885"/>
                  </a:lnTo>
                  <a:lnTo>
                    <a:pt x="3631" y="3860"/>
                  </a:lnTo>
                  <a:lnTo>
                    <a:pt x="3605" y="3847"/>
                  </a:lnTo>
                  <a:lnTo>
                    <a:pt x="3541" y="3809"/>
                  </a:lnTo>
                  <a:lnTo>
                    <a:pt x="3490" y="3770"/>
                  </a:lnTo>
                  <a:lnTo>
                    <a:pt x="3452" y="3719"/>
                  </a:lnTo>
                  <a:lnTo>
                    <a:pt x="3439" y="3668"/>
                  </a:lnTo>
                  <a:lnTo>
                    <a:pt x="3426" y="3591"/>
                  </a:lnTo>
                  <a:lnTo>
                    <a:pt x="3439" y="3553"/>
                  </a:lnTo>
                  <a:lnTo>
                    <a:pt x="3452" y="3528"/>
                  </a:lnTo>
                  <a:lnTo>
                    <a:pt x="3477" y="3502"/>
                  </a:lnTo>
                  <a:lnTo>
                    <a:pt x="3464" y="3464"/>
                  </a:lnTo>
                  <a:lnTo>
                    <a:pt x="3439" y="3425"/>
                  </a:lnTo>
                  <a:lnTo>
                    <a:pt x="3400" y="3413"/>
                  </a:lnTo>
                  <a:lnTo>
                    <a:pt x="3337" y="3400"/>
                  </a:lnTo>
                  <a:lnTo>
                    <a:pt x="3273" y="3374"/>
                  </a:lnTo>
                  <a:lnTo>
                    <a:pt x="3170" y="3310"/>
                  </a:lnTo>
                  <a:lnTo>
                    <a:pt x="3196" y="3272"/>
                  </a:lnTo>
                  <a:lnTo>
                    <a:pt x="3324" y="3259"/>
                  </a:lnTo>
                  <a:lnTo>
                    <a:pt x="3388" y="3259"/>
                  </a:lnTo>
                  <a:lnTo>
                    <a:pt x="3452" y="3285"/>
                  </a:lnTo>
                  <a:lnTo>
                    <a:pt x="3528" y="3361"/>
                  </a:lnTo>
                  <a:lnTo>
                    <a:pt x="3592" y="3438"/>
                  </a:lnTo>
                  <a:lnTo>
                    <a:pt x="3631" y="3502"/>
                  </a:lnTo>
                  <a:lnTo>
                    <a:pt x="3669" y="3566"/>
                  </a:lnTo>
                  <a:lnTo>
                    <a:pt x="3720" y="3617"/>
                  </a:lnTo>
                  <a:lnTo>
                    <a:pt x="3746" y="3630"/>
                  </a:lnTo>
                  <a:lnTo>
                    <a:pt x="3771" y="3630"/>
                  </a:lnTo>
                  <a:lnTo>
                    <a:pt x="3809" y="3617"/>
                  </a:lnTo>
                  <a:lnTo>
                    <a:pt x="3848" y="3604"/>
                  </a:lnTo>
                  <a:lnTo>
                    <a:pt x="3873" y="3579"/>
                  </a:lnTo>
                  <a:lnTo>
                    <a:pt x="3873" y="3540"/>
                  </a:lnTo>
                  <a:lnTo>
                    <a:pt x="3873" y="3476"/>
                  </a:lnTo>
                  <a:lnTo>
                    <a:pt x="3873" y="3413"/>
                  </a:lnTo>
                  <a:lnTo>
                    <a:pt x="3797" y="3413"/>
                  </a:lnTo>
                  <a:lnTo>
                    <a:pt x="3758" y="3400"/>
                  </a:lnTo>
                  <a:lnTo>
                    <a:pt x="3720" y="3387"/>
                  </a:lnTo>
                  <a:lnTo>
                    <a:pt x="3694" y="3361"/>
                  </a:lnTo>
                  <a:lnTo>
                    <a:pt x="3669" y="3336"/>
                  </a:lnTo>
                  <a:lnTo>
                    <a:pt x="3631" y="3259"/>
                  </a:lnTo>
                  <a:lnTo>
                    <a:pt x="3579" y="3195"/>
                  </a:lnTo>
                  <a:lnTo>
                    <a:pt x="3503" y="3144"/>
                  </a:lnTo>
                  <a:lnTo>
                    <a:pt x="3426" y="3080"/>
                  </a:lnTo>
                  <a:lnTo>
                    <a:pt x="3388" y="3042"/>
                  </a:lnTo>
                  <a:lnTo>
                    <a:pt x="3349" y="3029"/>
                  </a:lnTo>
                  <a:lnTo>
                    <a:pt x="3298" y="3016"/>
                  </a:lnTo>
                  <a:lnTo>
                    <a:pt x="3260" y="3029"/>
                  </a:lnTo>
                  <a:lnTo>
                    <a:pt x="3170" y="3029"/>
                  </a:lnTo>
                  <a:lnTo>
                    <a:pt x="3119" y="3004"/>
                  </a:lnTo>
                  <a:lnTo>
                    <a:pt x="3068" y="2978"/>
                  </a:lnTo>
                  <a:lnTo>
                    <a:pt x="2966" y="2914"/>
                  </a:lnTo>
                  <a:lnTo>
                    <a:pt x="2889" y="2863"/>
                  </a:lnTo>
                  <a:lnTo>
                    <a:pt x="2838" y="2799"/>
                  </a:lnTo>
                  <a:lnTo>
                    <a:pt x="2800" y="2748"/>
                  </a:lnTo>
                  <a:lnTo>
                    <a:pt x="2774" y="2722"/>
                  </a:lnTo>
                  <a:lnTo>
                    <a:pt x="2761" y="2710"/>
                  </a:lnTo>
                  <a:lnTo>
                    <a:pt x="2698" y="2722"/>
                  </a:lnTo>
                  <a:lnTo>
                    <a:pt x="2659" y="2748"/>
                  </a:lnTo>
                  <a:lnTo>
                    <a:pt x="2634" y="2773"/>
                  </a:lnTo>
                  <a:lnTo>
                    <a:pt x="2570" y="2850"/>
                  </a:lnTo>
                  <a:lnTo>
                    <a:pt x="2531" y="2876"/>
                  </a:lnTo>
                  <a:lnTo>
                    <a:pt x="2519" y="2889"/>
                  </a:lnTo>
                  <a:lnTo>
                    <a:pt x="2519" y="2914"/>
                  </a:lnTo>
                  <a:lnTo>
                    <a:pt x="2519" y="2927"/>
                  </a:lnTo>
                  <a:lnTo>
                    <a:pt x="2531" y="2952"/>
                  </a:lnTo>
                  <a:lnTo>
                    <a:pt x="2570" y="2965"/>
                  </a:lnTo>
                  <a:lnTo>
                    <a:pt x="2608" y="2952"/>
                  </a:lnTo>
                  <a:lnTo>
                    <a:pt x="2659" y="2940"/>
                  </a:lnTo>
                  <a:lnTo>
                    <a:pt x="2698" y="2965"/>
                  </a:lnTo>
                  <a:lnTo>
                    <a:pt x="2749" y="2991"/>
                  </a:lnTo>
                  <a:lnTo>
                    <a:pt x="2851" y="3055"/>
                  </a:lnTo>
                  <a:lnTo>
                    <a:pt x="2953" y="3093"/>
                  </a:lnTo>
                  <a:lnTo>
                    <a:pt x="3017" y="3106"/>
                  </a:lnTo>
                  <a:lnTo>
                    <a:pt x="3081" y="3119"/>
                  </a:lnTo>
                  <a:lnTo>
                    <a:pt x="3094" y="3144"/>
                  </a:lnTo>
                  <a:lnTo>
                    <a:pt x="3107" y="3182"/>
                  </a:lnTo>
                  <a:lnTo>
                    <a:pt x="3119" y="3221"/>
                  </a:lnTo>
                  <a:lnTo>
                    <a:pt x="3132" y="3246"/>
                  </a:lnTo>
                  <a:lnTo>
                    <a:pt x="3107" y="3272"/>
                  </a:lnTo>
                  <a:lnTo>
                    <a:pt x="3043" y="3285"/>
                  </a:lnTo>
                  <a:lnTo>
                    <a:pt x="2979" y="3298"/>
                  </a:lnTo>
                  <a:lnTo>
                    <a:pt x="2940" y="3285"/>
                  </a:lnTo>
                  <a:lnTo>
                    <a:pt x="2915" y="3246"/>
                  </a:lnTo>
                  <a:lnTo>
                    <a:pt x="2889" y="3208"/>
                  </a:lnTo>
                  <a:lnTo>
                    <a:pt x="2851" y="3157"/>
                  </a:lnTo>
                  <a:lnTo>
                    <a:pt x="2825" y="3144"/>
                  </a:lnTo>
                  <a:lnTo>
                    <a:pt x="2659" y="3144"/>
                  </a:lnTo>
                  <a:lnTo>
                    <a:pt x="2634" y="3131"/>
                  </a:lnTo>
                  <a:lnTo>
                    <a:pt x="2583" y="3093"/>
                  </a:lnTo>
                  <a:lnTo>
                    <a:pt x="2557" y="3080"/>
                  </a:lnTo>
                  <a:lnTo>
                    <a:pt x="2531" y="3067"/>
                  </a:lnTo>
                  <a:lnTo>
                    <a:pt x="2506" y="3067"/>
                  </a:lnTo>
                  <a:lnTo>
                    <a:pt x="2416" y="3055"/>
                  </a:lnTo>
                  <a:lnTo>
                    <a:pt x="2250" y="3055"/>
                  </a:lnTo>
                  <a:lnTo>
                    <a:pt x="2237" y="3042"/>
                  </a:lnTo>
                  <a:lnTo>
                    <a:pt x="2212" y="3016"/>
                  </a:lnTo>
                  <a:lnTo>
                    <a:pt x="2199" y="2978"/>
                  </a:lnTo>
                  <a:lnTo>
                    <a:pt x="2199" y="2965"/>
                  </a:lnTo>
                  <a:lnTo>
                    <a:pt x="2212" y="2952"/>
                  </a:lnTo>
                  <a:lnTo>
                    <a:pt x="2250" y="2927"/>
                  </a:lnTo>
                  <a:lnTo>
                    <a:pt x="2314" y="2914"/>
                  </a:lnTo>
                  <a:lnTo>
                    <a:pt x="2352" y="2889"/>
                  </a:lnTo>
                  <a:lnTo>
                    <a:pt x="2404" y="2850"/>
                  </a:lnTo>
                  <a:lnTo>
                    <a:pt x="2429" y="2825"/>
                  </a:lnTo>
                  <a:lnTo>
                    <a:pt x="2455" y="2799"/>
                  </a:lnTo>
                  <a:lnTo>
                    <a:pt x="2442" y="2761"/>
                  </a:lnTo>
                  <a:lnTo>
                    <a:pt x="2416" y="2735"/>
                  </a:lnTo>
                  <a:lnTo>
                    <a:pt x="2391" y="2697"/>
                  </a:lnTo>
                  <a:lnTo>
                    <a:pt x="2378" y="2646"/>
                  </a:lnTo>
                  <a:lnTo>
                    <a:pt x="2352" y="2633"/>
                  </a:lnTo>
                  <a:lnTo>
                    <a:pt x="2327" y="2633"/>
                  </a:lnTo>
                  <a:lnTo>
                    <a:pt x="2276" y="2620"/>
                  </a:lnTo>
                  <a:lnTo>
                    <a:pt x="2250" y="2595"/>
                  </a:lnTo>
                  <a:lnTo>
                    <a:pt x="2237" y="2569"/>
                  </a:lnTo>
                  <a:lnTo>
                    <a:pt x="2225" y="2518"/>
                  </a:lnTo>
                  <a:lnTo>
                    <a:pt x="2212" y="2492"/>
                  </a:lnTo>
                  <a:lnTo>
                    <a:pt x="2212" y="2467"/>
                  </a:lnTo>
                  <a:lnTo>
                    <a:pt x="2225" y="2454"/>
                  </a:lnTo>
                  <a:lnTo>
                    <a:pt x="2237" y="2441"/>
                  </a:lnTo>
                  <a:lnTo>
                    <a:pt x="2276" y="2441"/>
                  </a:lnTo>
                  <a:lnTo>
                    <a:pt x="2404" y="2428"/>
                  </a:lnTo>
                  <a:lnTo>
                    <a:pt x="2455" y="2441"/>
                  </a:lnTo>
                  <a:lnTo>
                    <a:pt x="2506" y="2454"/>
                  </a:lnTo>
                  <a:lnTo>
                    <a:pt x="2544" y="2480"/>
                  </a:lnTo>
                  <a:lnTo>
                    <a:pt x="2583" y="2518"/>
                  </a:lnTo>
                  <a:lnTo>
                    <a:pt x="2595" y="2556"/>
                  </a:lnTo>
                  <a:lnTo>
                    <a:pt x="2570" y="2569"/>
                  </a:lnTo>
                  <a:lnTo>
                    <a:pt x="2531" y="2569"/>
                  </a:lnTo>
                  <a:lnTo>
                    <a:pt x="2544" y="2607"/>
                  </a:lnTo>
                  <a:lnTo>
                    <a:pt x="2570" y="2633"/>
                  </a:lnTo>
                  <a:lnTo>
                    <a:pt x="2672" y="2633"/>
                  </a:lnTo>
                  <a:lnTo>
                    <a:pt x="2685" y="2607"/>
                  </a:lnTo>
                  <a:lnTo>
                    <a:pt x="2685" y="2582"/>
                  </a:lnTo>
                  <a:lnTo>
                    <a:pt x="2723" y="2518"/>
                  </a:lnTo>
                  <a:lnTo>
                    <a:pt x="2723" y="2492"/>
                  </a:lnTo>
                  <a:lnTo>
                    <a:pt x="2710" y="2480"/>
                  </a:lnTo>
                  <a:lnTo>
                    <a:pt x="2659" y="2441"/>
                  </a:lnTo>
                  <a:lnTo>
                    <a:pt x="2608" y="2403"/>
                  </a:lnTo>
                  <a:lnTo>
                    <a:pt x="2570" y="2365"/>
                  </a:lnTo>
                  <a:lnTo>
                    <a:pt x="2506" y="2262"/>
                  </a:lnTo>
                  <a:lnTo>
                    <a:pt x="2480" y="2237"/>
                  </a:lnTo>
                  <a:lnTo>
                    <a:pt x="2442" y="2224"/>
                  </a:lnTo>
                  <a:lnTo>
                    <a:pt x="2378" y="2198"/>
                  </a:lnTo>
                  <a:lnTo>
                    <a:pt x="2327" y="2173"/>
                  </a:lnTo>
                  <a:lnTo>
                    <a:pt x="2314" y="2160"/>
                  </a:lnTo>
                  <a:lnTo>
                    <a:pt x="2301" y="2134"/>
                  </a:lnTo>
                  <a:lnTo>
                    <a:pt x="2289" y="2083"/>
                  </a:lnTo>
                  <a:lnTo>
                    <a:pt x="2276" y="2058"/>
                  </a:lnTo>
                  <a:lnTo>
                    <a:pt x="2263" y="2045"/>
                  </a:lnTo>
                  <a:lnTo>
                    <a:pt x="2161" y="1956"/>
                  </a:lnTo>
                  <a:lnTo>
                    <a:pt x="2033" y="1841"/>
                  </a:lnTo>
                  <a:lnTo>
                    <a:pt x="1995" y="1789"/>
                  </a:lnTo>
                  <a:lnTo>
                    <a:pt x="1956" y="1725"/>
                  </a:lnTo>
                  <a:lnTo>
                    <a:pt x="1956" y="1674"/>
                  </a:lnTo>
                  <a:lnTo>
                    <a:pt x="1956" y="1623"/>
                  </a:lnTo>
                  <a:lnTo>
                    <a:pt x="1982" y="1534"/>
                  </a:lnTo>
                  <a:lnTo>
                    <a:pt x="1982" y="1470"/>
                  </a:lnTo>
                  <a:lnTo>
                    <a:pt x="1969" y="1393"/>
                  </a:lnTo>
                  <a:lnTo>
                    <a:pt x="1943" y="1265"/>
                  </a:lnTo>
                  <a:lnTo>
                    <a:pt x="1931" y="1240"/>
                  </a:lnTo>
                  <a:lnTo>
                    <a:pt x="1931" y="1214"/>
                  </a:lnTo>
                  <a:lnTo>
                    <a:pt x="1943" y="1189"/>
                  </a:lnTo>
                  <a:lnTo>
                    <a:pt x="1956" y="1189"/>
                  </a:lnTo>
                  <a:lnTo>
                    <a:pt x="2007" y="1176"/>
                  </a:lnTo>
                  <a:lnTo>
                    <a:pt x="2071" y="1176"/>
                  </a:lnTo>
                  <a:lnTo>
                    <a:pt x="2110" y="1189"/>
                  </a:lnTo>
                  <a:lnTo>
                    <a:pt x="2110" y="1227"/>
                  </a:lnTo>
                  <a:lnTo>
                    <a:pt x="2097" y="1253"/>
                  </a:lnTo>
                  <a:lnTo>
                    <a:pt x="2071" y="1253"/>
                  </a:lnTo>
                  <a:lnTo>
                    <a:pt x="2084" y="1329"/>
                  </a:lnTo>
                  <a:lnTo>
                    <a:pt x="2097" y="1355"/>
                  </a:lnTo>
                  <a:lnTo>
                    <a:pt x="2122" y="1380"/>
                  </a:lnTo>
                  <a:lnTo>
                    <a:pt x="2212" y="1432"/>
                  </a:lnTo>
                  <a:lnTo>
                    <a:pt x="2250" y="1444"/>
                  </a:lnTo>
                  <a:lnTo>
                    <a:pt x="2289" y="1444"/>
                  </a:lnTo>
                  <a:lnTo>
                    <a:pt x="2327" y="1432"/>
                  </a:lnTo>
                  <a:lnTo>
                    <a:pt x="2365" y="1432"/>
                  </a:lnTo>
                  <a:lnTo>
                    <a:pt x="2378" y="1457"/>
                  </a:lnTo>
                  <a:lnTo>
                    <a:pt x="2404" y="1470"/>
                  </a:lnTo>
                  <a:lnTo>
                    <a:pt x="2442" y="1508"/>
                  </a:lnTo>
                  <a:lnTo>
                    <a:pt x="2480" y="1534"/>
                  </a:lnTo>
                  <a:lnTo>
                    <a:pt x="2493" y="1572"/>
                  </a:lnTo>
                  <a:lnTo>
                    <a:pt x="2506" y="1623"/>
                  </a:lnTo>
                  <a:lnTo>
                    <a:pt x="2519" y="1674"/>
                  </a:lnTo>
                  <a:lnTo>
                    <a:pt x="2531" y="1700"/>
                  </a:lnTo>
                  <a:lnTo>
                    <a:pt x="2544" y="1738"/>
                  </a:lnTo>
                  <a:lnTo>
                    <a:pt x="2570" y="1738"/>
                  </a:lnTo>
                  <a:lnTo>
                    <a:pt x="2608" y="1751"/>
                  </a:lnTo>
                  <a:lnTo>
                    <a:pt x="2698" y="1764"/>
                  </a:lnTo>
                  <a:lnTo>
                    <a:pt x="2749" y="1777"/>
                  </a:lnTo>
                  <a:lnTo>
                    <a:pt x="2800" y="1789"/>
                  </a:lnTo>
                  <a:lnTo>
                    <a:pt x="2825" y="1789"/>
                  </a:lnTo>
                  <a:lnTo>
                    <a:pt x="2851" y="1777"/>
                  </a:lnTo>
                  <a:lnTo>
                    <a:pt x="2851" y="1751"/>
                  </a:lnTo>
                  <a:lnTo>
                    <a:pt x="2838" y="1725"/>
                  </a:lnTo>
                  <a:lnTo>
                    <a:pt x="2813" y="1713"/>
                  </a:lnTo>
                  <a:lnTo>
                    <a:pt x="2774" y="1687"/>
                  </a:lnTo>
                  <a:lnTo>
                    <a:pt x="2698" y="1636"/>
                  </a:lnTo>
                  <a:lnTo>
                    <a:pt x="2659" y="1598"/>
                  </a:lnTo>
                  <a:lnTo>
                    <a:pt x="2608" y="1572"/>
                  </a:lnTo>
                  <a:lnTo>
                    <a:pt x="2570" y="1521"/>
                  </a:lnTo>
                  <a:lnTo>
                    <a:pt x="2544" y="1470"/>
                  </a:lnTo>
                  <a:lnTo>
                    <a:pt x="2531" y="1419"/>
                  </a:lnTo>
                  <a:lnTo>
                    <a:pt x="2608" y="1406"/>
                  </a:lnTo>
                  <a:lnTo>
                    <a:pt x="2685" y="1393"/>
                  </a:lnTo>
                  <a:lnTo>
                    <a:pt x="2749" y="1406"/>
                  </a:lnTo>
                  <a:lnTo>
                    <a:pt x="2774" y="1432"/>
                  </a:lnTo>
                  <a:lnTo>
                    <a:pt x="2800" y="1457"/>
                  </a:lnTo>
                  <a:lnTo>
                    <a:pt x="2876" y="1521"/>
                  </a:lnTo>
                  <a:lnTo>
                    <a:pt x="2966" y="1572"/>
                  </a:lnTo>
                  <a:lnTo>
                    <a:pt x="3017" y="1636"/>
                  </a:lnTo>
                  <a:lnTo>
                    <a:pt x="3055" y="1649"/>
                  </a:lnTo>
                  <a:lnTo>
                    <a:pt x="3068" y="1649"/>
                  </a:lnTo>
                  <a:lnTo>
                    <a:pt x="3081" y="1636"/>
                  </a:lnTo>
                  <a:lnTo>
                    <a:pt x="3094" y="1623"/>
                  </a:lnTo>
                  <a:lnTo>
                    <a:pt x="3094" y="1598"/>
                  </a:lnTo>
                  <a:lnTo>
                    <a:pt x="3094" y="1572"/>
                  </a:lnTo>
                  <a:lnTo>
                    <a:pt x="3081" y="1559"/>
                  </a:lnTo>
                  <a:lnTo>
                    <a:pt x="3043" y="1534"/>
                  </a:lnTo>
                  <a:lnTo>
                    <a:pt x="3004" y="1508"/>
                  </a:lnTo>
                  <a:lnTo>
                    <a:pt x="2940" y="1444"/>
                  </a:lnTo>
                  <a:lnTo>
                    <a:pt x="2902" y="1406"/>
                  </a:lnTo>
                  <a:lnTo>
                    <a:pt x="2851" y="1355"/>
                  </a:lnTo>
                  <a:lnTo>
                    <a:pt x="2838" y="1317"/>
                  </a:lnTo>
                  <a:lnTo>
                    <a:pt x="2838" y="1291"/>
                  </a:lnTo>
                  <a:lnTo>
                    <a:pt x="2851" y="1278"/>
                  </a:lnTo>
                  <a:lnTo>
                    <a:pt x="2889" y="1253"/>
                  </a:lnTo>
                  <a:lnTo>
                    <a:pt x="2928" y="1253"/>
                  </a:lnTo>
                  <a:lnTo>
                    <a:pt x="2966" y="1265"/>
                  </a:lnTo>
                  <a:lnTo>
                    <a:pt x="3043" y="1278"/>
                  </a:lnTo>
                  <a:lnTo>
                    <a:pt x="3094" y="1304"/>
                  </a:lnTo>
                  <a:lnTo>
                    <a:pt x="3183" y="1342"/>
                  </a:lnTo>
                  <a:lnTo>
                    <a:pt x="3285" y="1380"/>
                  </a:lnTo>
                  <a:lnTo>
                    <a:pt x="3311" y="1393"/>
                  </a:lnTo>
                  <a:lnTo>
                    <a:pt x="3337" y="1406"/>
                  </a:lnTo>
                  <a:lnTo>
                    <a:pt x="3349" y="1406"/>
                  </a:lnTo>
                  <a:lnTo>
                    <a:pt x="3349" y="1380"/>
                  </a:lnTo>
                  <a:lnTo>
                    <a:pt x="3349" y="1342"/>
                  </a:lnTo>
                  <a:lnTo>
                    <a:pt x="3324" y="1329"/>
                  </a:lnTo>
                  <a:lnTo>
                    <a:pt x="3298" y="1304"/>
                  </a:lnTo>
                  <a:lnTo>
                    <a:pt x="3209" y="1265"/>
                  </a:lnTo>
                  <a:lnTo>
                    <a:pt x="3107" y="1201"/>
                  </a:lnTo>
                  <a:lnTo>
                    <a:pt x="2992" y="1138"/>
                  </a:lnTo>
                  <a:lnTo>
                    <a:pt x="2953" y="1112"/>
                  </a:lnTo>
                  <a:lnTo>
                    <a:pt x="2928" y="1099"/>
                  </a:lnTo>
                  <a:lnTo>
                    <a:pt x="2928" y="1086"/>
                  </a:lnTo>
                  <a:lnTo>
                    <a:pt x="2940" y="1061"/>
                  </a:lnTo>
                  <a:lnTo>
                    <a:pt x="2940" y="1035"/>
                  </a:lnTo>
                  <a:lnTo>
                    <a:pt x="2940" y="1010"/>
                  </a:lnTo>
                  <a:lnTo>
                    <a:pt x="2902" y="971"/>
                  </a:lnTo>
                  <a:lnTo>
                    <a:pt x="2864" y="933"/>
                  </a:lnTo>
                  <a:lnTo>
                    <a:pt x="2774" y="882"/>
                  </a:lnTo>
                  <a:lnTo>
                    <a:pt x="2761" y="869"/>
                  </a:lnTo>
                  <a:lnTo>
                    <a:pt x="2736" y="856"/>
                  </a:lnTo>
                  <a:lnTo>
                    <a:pt x="2736" y="831"/>
                  </a:lnTo>
                  <a:lnTo>
                    <a:pt x="2761" y="805"/>
                  </a:lnTo>
                  <a:lnTo>
                    <a:pt x="2787" y="754"/>
                  </a:lnTo>
                  <a:lnTo>
                    <a:pt x="2825" y="716"/>
                  </a:lnTo>
                  <a:lnTo>
                    <a:pt x="2864" y="677"/>
                  </a:lnTo>
                  <a:lnTo>
                    <a:pt x="2889" y="716"/>
                  </a:lnTo>
                  <a:lnTo>
                    <a:pt x="2928" y="741"/>
                  </a:lnTo>
                  <a:lnTo>
                    <a:pt x="2979" y="754"/>
                  </a:lnTo>
                  <a:lnTo>
                    <a:pt x="3030" y="741"/>
                  </a:lnTo>
                  <a:lnTo>
                    <a:pt x="3055" y="729"/>
                  </a:lnTo>
                  <a:lnTo>
                    <a:pt x="3068" y="716"/>
                  </a:lnTo>
                  <a:lnTo>
                    <a:pt x="3107" y="665"/>
                  </a:lnTo>
                  <a:lnTo>
                    <a:pt x="3145" y="626"/>
                  </a:lnTo>
                  <a:lnTo>
                    <a:pt x="3209" y="588"/>
                  </a:lnTo>
                  <a:lnTo>
                    <a:pt x="3247" y="550"/>
                  </a:lnTo>
                  <a:lnTo>
                    <a:pt x="3260" y="537"/>
                  </a:lnTo>
                  <a:lnTo>
                    <a:pt x="3285" y="550"/>
                  </a:lnTo>
                  <a:lnTo>
                    <a:pt x="3298" y="562"/>
                  </a:lnTo>
                  <a:lnTo>
                    <a:pt x="3311" y="588"/>
                  </a:lnTo>
                  <a:lnTo>
                    <a:pt x="3324" y="601"/>
                  </a:lnTo>
                  <a:lnTo>
                    <a:pt x="3349" y="614"/>
                  </a:lnTo>
                  <a:lnTo>
                    <a:pt x="3426" y="614"/>
                  </a:lnTo>
                  <a:lnTo>
                    <a:pt x="3464" y="601"/>
                  </a:lnTo>
                  <a:lnTo>
                    <a:pt x="3503" y="601"/>
                  </a:lnTo>
                  <a:lnTo>
                    <a:pt x="3528" y="588"/>
                  </a:lnTo>
                  <a:lnTo>
                    <a:pt x="3554" y="562"/>
                  </a:lnTo>
                  <a:lnTo>
                    <a:pt x="3592" y="499"/>
                  </a:lnTo>
                  <a:lnTo>
                    <a:pt x="4193" y="703"/>
                  </a:lnTo>
                  <a:lnTo>
                    <a:pt x="4346" y="908"/>
                  </a:lnTo>
                  <a:lnTo>
                    <a:pt x="4474" y="908"/>
                  </a:lnTo>
                  <a:lnTo>
                    <a:pt x="5024" y="524"/>
                  </a:lnTo>
                  <a:lnTo>
                    <a:pt x="5049" y="486"/>
                  </a:lnTo>
                  <a:lnTo>
                    <a:pt x="4921" y="358"/>
                  </a:lnTo>
                  <a:lnTo>
                    <a:pt x="5049" y="166"/>
                  </a:lnTo>
                  <a:lnTo>
                    <a:pt x="5049" y="128"/>
                  </a:lnTo>
                  <a:lnTo>
                    <a:pt x="4704" y="13"/>
                  </a:lnTo>
                  <a:lnTo>
                    <a:pt x="470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908;p78">
              <a:extLst>
                <a:ext uri="{FF2B5EF4-FFF2-40B4-BE49-F238E27FC236}">
                  <a16:creationId xmlns:a16="http://schemas.microsoft.com/office/drawing/2014/main" id="{C5D07F20-4B1B-E31C-399C-DE7736AF7B9B}"/>
                </a:ext>
              </a:extLst>
            </p:cNvPr>
            <p:cNvSpPr/>
            <p:nvPr/>
          </p:nvSpPr>
          <p:spPr>
            <a:xfrm>
              <a:off x="3981900" y="2395625"/>
              <a:ext cx="85650" cy="94925"/>
            </a:xfrm>
            <a:custGeom>
              <a:avLst/>
              <a:gdLst/>
              <a:ahLst/>
              <a:cxnLst/>
              <a:rect l="l" t="t" r="r" b="b"/>
              <a:pathLst>
                <a:path w="3426" h="3797" extrusionOk="0">
                  <a:moveTo>
                    <a:pt x="665" y="0"/>
                  </a:moveTo>
                  <a:lnTo>
                    <a:pt x="435" y="26"/>
                  </a:lnTo>
                  <a:lnTo>
                    <a:pt x="268" y="294"/>
                  </a:lnTo>
                  <a:lnTo>
                    <a:pt x="256" y="307"/>
                  </a:lnTo>
                  <a:lnTo>
                    <a:pt x="0" y="435"/>
                  </a:lnTo>
                  <a:lnTo>
                    <a:pt x="77" y="678"/>
                  </a:lnTo>
                  <a:lnTo>
                    <a:pt x="243" y="793"/>
                  </a:lnTo>
                  <a:lnTo>
                    <a:pt x="256" y="793"/>
                  </a:lnTo>
                  <a:lnTo>
                    <a:pt x="345" y="959"/>
                  </a:lnTo>
                  <a:lnTo>
                    <a:pt x="460" y="1035"/>
                  </a:lnTo>
                  <a:lnTo>
                    <a:pt x="473" y="1061"/>
                  </a:lnTo>
                  <a:lnTo>
                    <a:pt x="524" y="1521"/>
                  </a:lnTo>
                  <a:lnTo>
                    <a:pt x="524" y="1534"/>
                  </a:lnTo>
                  <a:lnTo>
                    <a:pt x="422" y="1879"/>
                  </a:lnTo>
                  <a:lnTo>
                    <a:pt x="562" y="2096"/>
                  </a:lnTo>
                  <a:lnTo>
                    <a:pt x="741" y="2211"/>
                  </a:lnTo>
                  <a:lnTo>
                    <a:pt x="754" y="2237"/>
                  </a:lnTo>
                  <a:lnTo>
                    <a:pt x="754" y="2377"/>
                  </a:lnTo>
                  <a:lnTo>
                    <a:pt x="741" y="2403"/>
                  </a:lnTo>
                  <a:lnTo>
                    <a:pt x="639" y="2428"/>
                  </a:lnTo>
                  <a:lnTo>
                    <a:pt x="652" y="2467"/>
                  </a:lnTo>
                  <a:lnTo>
                    <a:pt x="805" y="2544"/>
                  </a:lnTo>
                  <a:lnTo>
                    <a:pt x="818" y="2582"/>
                  </a:lnTo>
                  <a:lnTo>
                    <a:pt x="780" y="2735"/>
                  </a:lnTo>
                  <a:lnTo>
                    <a:pt x="767" y="2761"/>
                  </a:lnTo>
                  <a:lnTo>
                    <a:pt x="690" y="2799"/>
                  </a:lnTo>
                  <a:lnTo>
                    <a:pt x="856" y="2863"/>
                  </a:lnTo>
                  <a:lnTo>
                    <a:pt x="869" y="2889"/>
                  </a:lnTo>
                  <a:lnTo>
                    <a:pt x="920" y="3004"/>
                  </a:lnTo>
                  <a:lnTo>
                    <a:pt x="1598" y="3336"/>
                  </a:lnTo>
                  <a:lnTo>
                    <a:pt x="1725" y="3119"/>
                  </a:lnTo>
                  <a:lnTo>
                    <a:pt x="1649" y="3004"/>
                  </a:lnTo>
                  <a:lnTo>
                    <a:pt x="1661" y="2978"/>
                  </a:lnTo>
                  <a:lnTo>
                    <a:pt x="1802" y="2863"/>
                  </a:lnTo>
                  <a:lnTo>
                    <a:pt x="1853" y="2876"/>
                  </a:lnTo>
                  <a:lnTo>
                    <a:pt x="1892" y="2965"/>
                  </a:lnTo>
                  <a:lnTo>
                    <a:pt x="2058" y="3004"/>
                  </a:lnTo>
                  <a:lnTo>
                    <a:pt x="2070" y="3004"/>
                  </a:lnTo>
                  <a:lnTo>
                    <a:pt x="2364" y="3234"/>
                  </a:lnTo>
                  <a:lnTo>
                    <a:pt x="2377" y="3246"/>
                  </a:lnTo>
                  <a:lnTo>
                    <a:pt x="2403" y="3323"/>
                  </a:lnTo>
                  <a:lnTo>
                    <a:pt x="2646" y="3400"/>
                  </a:lnTo>
                  <a:lnTo>
                    <a:pt x="2671" y="3438"/>
                  </a:lnTo>
                  <a:lnTo>
                    <a:pt x="2582" y="3770"/>
                  </a:lnTo>
                  <a:lnTo>
                    <a:pt x="2684" y="3796"/>
                  </a:lnTo>
                  <a:lnTo>
                    <a:pt x="2786" y="3707"/>
                  </a:lnTo>
                  <a:lnTo>
                    <a:pt x="2799" y="3707"/>
                  </a:lnTo>
                  <a:lnTo>
                    <a:pt x="2927" y="3732"/>
                  </a:lnTo>
                  <a:lnTo>
                    <a:pt x="3055" y="3668"/>
                  </a:lnTo>
                  <a:lnTo>
                    <a:pt x="3118" y="3655"/>
                  </a:lnTo>
                  <a:lnTo>
                    <a:pt x="3055" y="3106"/>
                  </a:lnTo>
                  <a:lnTo>
                    <a:pt x="3067" y="3080"/>
                  </a:lnTo>
                  <a:lnTo>
                    <a:pt x="3425" y="2786"/>
                  </a:lnTo>
                  <a:lnTo>
                    <a:pt x="3387" y="2697"/>
                  </a:lnTo>
                  <a:lnTo>
                    <a:pt x="3055" y="2518"/>
                  </a:lnTo>
                  <a:lnTo>
                    <a:pt x="3042" y="2518"/>
                  </a:lnTo>
                  <a:lnTo>
                    <a:pt x="2888" y="2250"/>
                  </a:lnTo>
                  <a:lnTo>
                    <a:pt x="2888" y="2237"/>
                  </a:lnTo>
                  <a:lnTo>
                    <a:pt x="2876" y="2032"/>
                  </a:lnTo>
                  <a:lnTo>
                    <a:pt x="2888" y="2020"/>
                  </a:lnTo>
                  <a:lnTo>
                    <a:pt x="3055" y="1713"/>
                  </a:lnTo>
                  <a:lnTo>
                    <a:pt x="2837" y="1623"/>
                  </a:lnTo>
                  <a:lnTo>
                    <a:pt x="2825" y="1585"/>
                  </a:lnTo>
                  <a:lnTo>
                    <a:pt x="2991" y="1342"/>
                  </a:lnTo>
                  <a:lnTo>
                    <a:pt x="2837" y="1278"/>
                  </a:lnTo>
                  <a:lnTo>
                    <a:pt x="2697" y="1304"/>
                  </a:lnTo>
                  <a:lnTo>
                    <a:pt x="2671" y="1470"/>
                  </a:lnTo>
                  <a:lnTo>
                    <a:pt x="2646" y="1496"/>
                  </a:lnTo>
                  <a:lnTo>
                    <a:pt x="2339" y="1393"/>
                  </a:lnTo>
                  <a:lnTo>
                    <a:pt x="1930" y="1317"/>
                  </a:lnTo>
                  <a:lnTo>
                    <a:pt x="1904" y="1304"/>
                  </a:lnTo>
                  <a:lnTo>
                    <a:pt x="1815" y="1048"/>
                  </a:lnTo>
                  <a:lnTo>
                    <a:pt x="1393" y="601"/>
                  </a:lnTo>
                  <a:lnTo>
                    <a:pt x="1278" y="281"/>
                  </a:lnTo>
                  <a:lnTo>
                    <a:pt x="1074" y="26"/>
                  </a:lnTo>
                  <a:lnTo>
                    <a:pt x="729" y="39"/>
                  </a:lnTo>
                  <a:lnTo>
                    <a:pt x="716" y="39"/>
                  </a:lnTo>
                  <a:lnTo>
                    <a:pt x="66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909;p78">
              <a:extLst>
                <a:ext uri="{FF2B5EF4-FFF2-40B4-BE49-F238E27FC236}">
                  <a16:creationId xmlns:a16="http://schemas.microsoft.com/office/drawing/2014/main" id="{E24D5075-C65D-BFF0-FAB7-29E477035712}"/>
                </a:ext>
              </a:extLst>
            </p:cNvPr>
            <p:cNvSpPr/>
            <p:nvPr/>
          </p:nvSpPr>
          <p:spPr>
            <a:xfrm>
              <a:off x="3861100" y="2274850"/>
              <a:ext cx="118900" cy="66800"/>
            </a:xfrm>
            <a:custGeom>
              <a:avLst/>
              <a:gdLst/>
              <a:ahLst/>
              <a:cxnLst/>
              <a:rect l="l" t="t" r="r" b="b"/>
              <a:pathLst>
                <a:path w="4756" h="2672" extrusionOk="0">
                  <a:moveTo>
                    <a:pt x="2378" y="0"/>
                  </a:moveTo>
                  <a:lnTo>
                    <a:pt x="2174" y="166"/>
                  </a:lnTo>
                  <a:lnTo>
                    <a:pt x="1918" y="26"/>
                  </a:lnTo>
                  <a:lnTo>
                    <a:pt x="921" y="524"/>
                  </a:lnTo>
                  <a:lnTo>
                    <a:pt x="346" y="575"/>
                  </a:lnTo>
                  <a:lnTo>
                    <a:pt x="244" y="754"/>
                  </a:lnTo>
                  <a:lnTo>
                    <a:pt x="1" y="831"/>
                  </a:lnTo>
                  <a:lnTo>
                    <a:pt x="65" y="920"/>
                  </a:lnTo>
                  <a:lnTo>
                    <a:pt x="359" y="920"/>
                  </a:lnTo>
                  <a:lnTo>
                    <a:pt x="359" y="1265"/>
                  </a:lnTo>
                  <a:lnTo>
                    <a:pt x="640" y="1687"/>
                  </a:lnTo>
                  <a:lnTo>
                    <a:pt x="1177" y="2543"/>
                  </a:lnTo>
                  <a:lnTo>
                    <a:pt x="1343" y="2671"/>
                  </a:lnTo>
                  <a:lnTo>
                    <a:pt x="1445" y="2646"/>
                  </a:lnTo>
                  <a:lnTo>
                    <a:pt x="1714" y="2454"/>
                  </a:lnTo>
                  <a:lnTo>
                    <a:pt x="1790" y="2198"/>
                  </a:lnTo>
                  <a:lnTo>
                    <a:pt x="1816" y="2173"/>
                  </a:lnTo>
                  <a:lnTo>
                    <a:pt x="2007" y="2186"/>
                  </a:lnTo>
                  <a:lnTo>
                    <a:pt x="2020" y="2186"/>
                  </a:lnTo>
                  <a:lnTo>
                    <a:pt x="2429" y="2403"/>
                  </a:lnTo>
                  <a:lnTo>
                    <a:pt x="2902" y="2339"/>
                  </a:lnTo>
                  <a:lnTo>
                    <a:pt x="2915" y="2339"/>
                  </a:lnTo>
                  <a:lnTo>
                    <a:pt x="3132" y="2416"/>
                  </a:lnTo>
                  <a:lnTo>
                    <a:pt x="3886" y="2045"/>
                  </a:lnTo>
                  <a:lnTo>
                    <a:pt x="4372" y="1892"/>
                  </a:lnTo>
                  <a:lnTo>
                    <a:pt x="4474" y="1419"/>
                  </a:lnTo>
                  <a:lnTo>
                    <a:pt x="4755" y="1150"/>
                  </a:lnTo>
                  <a:lnTo>
                    <a:pt x="4244" y="984"/>
                  </a:lnTo>
                  <a:lnTo>
                    <a:pt x="4359" y="741"/>
                  </a:lnTo>
                  <a:lnTo>
                    <a:pt x="4052" y="537"/>
                  </a:lnTo>
                  <a:lnTo>
                    <a:pt x="3784" y="869"/>
                  </a:lnTo>
                  <a:lnTo>
                    <a:pt x="3388" y="499"/>
                  </a:lnTo>
                  <a:lnTo>
                    <a:pt x="3388" y="307"/>
                  </a:lnTo>
                  <a:lnTo>
                    <a:pt x="2583" y="307"/>
                  </a:lnTo>
                  <a:lnTo>
                    <a:pt x="237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910;p78">
              <a:extLst>
                <a:ext uri="{FF2B5EF4-FFF2-40B4-BE49-F238E27FC236}">
                  <a16:creationId xmlns:a16="http://schemas.microsoft.com/office/drawing/2014/main" id="{AFB4F025-70CE-2409-D595-44FCD7A6B9CF}"/>
                </a:ext>
              </a:extLst>
            </p:cNvPr>
            <p:cNvSpPr/>
            <p:nvPr/>
          </p:nvSpPr>
          <p:spPr>
            <a:xfrm>
              <a:off x="3815425" y="2379950"/>
              <a:ext cx="5450" cy="5775"/>
            </a:xfrm>
            <a:custGeom>
              <a:avLst/>
              <a:gdLst/>
              <a:ahLst/>
              <a:cxnLst/>
              <a:rect l="l" t="t" r="r" b="b"/>
              <a:pathLst>
                <a:path w="218" h="231" extrusionOk="0">
                  <a:moveTo>
                    <a:pt x="64" y="1"/>
                  </a:moveTo>
                  <a:lnTo>
                    <a:pt x="0" y="39"/>
                  </a:lnTo>
                  <a:lnTo>
                    <a:pt x="39" y="231"/>
                  </a:lnTo>
                  <a:lnTo>
                    <a:pt x="218" y="218"/>
                  </a:lnTo>
                  <a:lnTo>
                    <a:pt x="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911;p78">
              <a:extLst>
                <a:ext uri="{FF2B5EF4-FFF2-40B4-BE49-F238E27FC236}">
                  <a16:creationId xmlns:a16="http://schemas.microsoft.com/office/drawing/2014/main" id="{D862C7B7-CDD8-24EE-692A-AD4CA4CE3C2C}"/>
                </a:ext>
              </a:extLst>
            </p:cNvPr>
            <p:cNvSpPr/>
            <p:nvPr/>
          </p:nvSpPr>
          <p:spPr>
            <a:xfrm>
              <a:off x="4133650" y="2608725"/>
              <a:ext cx="3225" cy="2600"/>
            </a:xfrm>
            <a:custGeom>
              <a:avLst/>
              <a:gdLst/>
              <a:ahLst/>
              <a:cxnLst/>
              <a:rect l="l" t="t" r="r" b="b"/>
              <a:pathLst>
                <a:path w="129" h="104" extrusionOk="0">
                  <a:moveTo>
                    <a:pt x="90" y="1"/>
                  </a:moveTo>
                  <a:lnTo>
                    <a:pt x="52" y="14"/>
                  </a:lnTo>
                  <a:lnTo>
                    <a:pt x="14" y="26"/>
                  </a:lnTo>
                  <a:lnTo>
                    <a:pt x="1" y="39"/>
                  </a:lnTo>
                  <a:lnTo>
                    <a:pt x="14" y="65"/>
                  </a:lnTo>
                  <a:lnTo>
                    <a:pt x="26" y="103"/>
                  </a:lnTo>
                  <a:lnTo>
                    <a:pt x="65" y="103"/>
                  </a:lnTo>
                  <a:lnTo>
                    <a:pt x="103" y="90"/>
                  </a:lnTo>
                  <a:lnTo>
                    <a:pt x="116" y="65"/>
                  </a:lnTo>
                  <a:lnTo>
                    <a:pt x="129" y="39"/>
                  </a:lnTo>
                  <a:lnTo>
                    <a:pt x="116" y="26"/>
                  </a:lnTo>
                  <a:lnTo>
                    <a:pt x="9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5" name="Google Shape;912;p78">
              <a:extLst>
                <a:ext uri="{FF2B5EF4-FFF2-40B4-BE49-F238E27FC236}">
                  <a16:creationId xmlns:a16="http://schemas.microsoft.com/office/drawing/2014/main" id="{DAA8529F-85D1-FEB0-EB0F-F0862FDF1C29}"/>
                </a:ext>
              </a:extLst>
            </p:cNvPr>
            <p:cNvSpPr/>
            <p:nvPr/>
          </p:nvSpPr>
          <p:spPr>
            <a:xfrm>
              <a:off x="4121525" y="2536850"/>
              <a:ext cx="6400" cy="6100"/>
            </a:xfrm>
            <a:custGeom>
              <a:avLst/>
              <a:gdLst/>
              <a:ahLst/>
              <a:cxnLst/>
              <a:rect l="l" t="t" r="r" b="b"/>
              <a:pathLst>
                <a:path w="256" h="244" extrusionOk="0">
                  <a:moveTo>
                    <a:pt x="217" y="0"/>
                  </a:moveTo>
                  <a:lnTo>
                    <a:pt x="192" y="26"/>
                  </a:lnTo>
                  <a:lnTo>
                    <a:pt x="179" y="39"/>
                  </a:lnTo>
                  <a:lnTo>
                    <a:pt x="128" y="51"/>
                  </a:lnTo>
                  <a:lnTo>
                    <a:pt x="38" y="51"/>
                  </a:lnTo>
                  <a:lnTo>
                    <a:pt x="0" y="64"/>
                  </a:lnTo>
                  <a:lnTo>
                    <a:pt x="13" y="90"/>
                  </a:lnTo>
                  <a:lnTo>
                    <a:pt x="38" y="141"/>
                  </a:lnTo>
                  <a:lnTo>
                    <a:pt x="51" y="192"/>
                  </a:lnTo>
                  <a:lnTo>
                    <a:pt x="51" y="217"/>
                  </a:lnTo>
                  <a:lnTo>
                    <a:pt x="64" y="243"/>
                  </a:lnTo>
                  <a:lnTo>
                    <a:pt x="115" y="243"/>
                  </a:lnTo>
                  <a:lnTo>
                    <a:pt x="141" y="230"/>
                  </a:lnTo>
                  <a:lnTo>
                    <a:pt x="141" y="205"/>
                  </a:lnTo>
                  <a:lnTo>
                    <a:pt x="128" y="166"/>
                  </a:lnTo>
                  <a:lnTo>
                    <a:pt x="115" y="141"/>
                  </a:lnTo>
                  <a:lnTo>
                    <a:pt x="128" y="128"/>
                  </a:lnTo>
                  <a:lnTo>
                    <a:pt x="128" y="102"/>
                  </a:lnTo>
                  <a:lnTo>
                    <a:pt x="154" y="90"/>
                  </a:lnTo>
                  <a:lnTo>
                    <a:pt x="179" y="90"/>
                  </a:lnTo>
                  <a:lnTo>
                    <a:pt x="192" y="102"/>
                  </a:lnTo>
                  <a:lnTo>
                    <a:pt x="192" y="128"/>
                  </a:lnTo>
                  <a:lnTo>
                    <a:pt x="205" y="154"/>
                  </a:lnTo>
                  <a:lnTo>
                    <a:pt x="205" y="179"/>
                  </a:lnTo>
                  <a:lnTo>
                    <a:pt x="230" y="179"/>
                  </a:lnTo>
                  <a:lnTo>
                    <a:pt x="256" y="166"/>
                  </a:lnTo>
                  <a:lnTo>
                    <a:pt x="256" y="154"/>
                  </a:lnTo>
                  <a:lnTo>
                    <a:pt x="256" y="115"/>
                  </a:lnTo>
                  <a:lnTo>
                    <a:pt x="243" y="26"/>
                  </a:lnTo>
                  <a:lnTo>
                    <a:pt x="21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6" name="Google Shape;913;p78">
              <a:extLst>
                <a:ext uri="{FF2B5EF4-FFF2-40B4-BE49-F238E27FC236}">
                  <a16:creationId xmlns:a16="http://schemas.microsoft.com/office/drawing/2014/main" id="{BA483BE9-EC50-480A-460D-029A84EEFB6B}"/>
                </a:ext>
              </a:extLst>
            </p:cNvPr>
            <p:cNvSpPr/>
            <p:nvPr/>
          </p:nvSpPr>
          <p:spPr>
            <a:xfrm>
              <a:off x="4128550" y="2604900"/>
              <a:ext cx="3225" cy="2900"/>
            </a:xfrm>
            <a:custGeom>
              <a:avLst/>
              <a:gdLst/>
              <a:ahLst/>
              <a:cxnLst/>
              <a:rect l="l" t="t" r="r" b="b"/>
              <a:pathLst>
                <a:path w="129" h="116" extrusionOk="0">
                  <a:moveTo>
                    <a:pt x="90" y="0"/>
                  </a:moveTo>
                  <a:lnTo>
                    <a:pt x="51" y="26"/>
                  </a:lnTo>
                  <a:lnTo>
                    <a:pt x="0" y="39"/>
                  </a:lnTo>
                  <a:lnTo>
                    <a:pt x="13" y="77"/>
                  </a:lnTo>
                  <a:lnTo>
                    <a:pt x="26" y="103"/>
                  </a:lnTo>
                  <a:lnTo>
                    <a:pt x="64" y="115"/>
                  </a:lnTo>
                  <a:lnTo>
                    <a:pt x="90" y="115"/>
                  </a:lnTo>
                  <a:lnTo>
                    <a:pt x="115" y="103"/>
                  </a:lnTo>
                  <a:lnTo>
                    <a:pt x="128" y="90"/>
                  </a:lnTo>
                  <a:lnTo>
                    <a:pt x="128" y="64"/>
                  </a:lnTo>
                  <a:lnTo>
                    <a:pt x="115" y="39"/>
                  </a:lnTo>
                  <a:lnTo>
                    <a:pt x="9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7" name="Google Shape;914;p78">
              <a:extLst>
                <a:ext uri="{FF2B5EF4-FFF2-40B4-BE49-F238E27FC236}">
                  <a16:creationId xmlns:a16="http://schemas.microsoft.com/office/drawing/2014/main" id="{35A7C4E5-5613-3A2A-613C-4A5EEBE32651}"/>
                </a:ext>
              </a:extLst>
            </p:cNvPr>
            <p:cNvSpPr/>
            <p:nvPr/>
          </p:nvSpPr>
          <p:spPr>
            <a:xfrm>
              <a:off x="4132375" y="2616725"/>
              <a:ext cx="2575" cy="2900"/>
            </a:xfrm>
            <a:custGeom>
              <a:avLst/>
              <a:gdLst/>
              <a:ahLst/>
              <a:cxnLst/>
              <a:rect l="l" t="t" r="r" b="b"/>
              <a:pathLst>
                <a:path w="103" h="116" extrusionOk="0">
                  <a:moveTo>
                    <a:pt x="90" y="0"/>
                  </a:moveTo>
                  <a:lnTo>
                    <a:pt x="26" y="13"/>
                  </a:lnTo>
                  <a:lnTo>
                    <a:pt x="13" y="26"/>
                  </a:lnTo>
                  <a:lnTo>
                    <a:pt x="1" y="51"/>
                  </a:lnTo>
                  <a:lnTo>
                    <a:pt x="13" y="90"/>
                  </a:lnTo>
                  <a:lnTo>
                    <a:pt x="39" y="115"/>
                  </a:lnTo>
                  <a:lnTo>
                    <a:pt x="103" y="115"/>
                  </a:lnTo>
                  <a:lnTo>
                    <a:pt x="90" y="51"/>
                  </a:lnTo>
                  <a:lnTo>
                    <a:pt x="9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8" name="Google Shape;915;p78">
              <a:extLst>
                <a:ext uri="{FF2B5EF4-FFF2-40B4-BE49-F238E27FC236}">
                  <a16:creationId xmlns:a16="http://schemas.microsoft.com/office/drawing/2014/main" id="{2D600B49-DCCC-F934-9006-C9A6964DBC6B}"/>
                </a:ext>
              </a:extLst>
            </p:cNvPr>
            <p:cNvSpPr/>
            <p:nvPr/>
          </p:nvSpPr>
          <p:spPr>
            <a:xfrm>
              <a:off x="4125025" y="2550250"/>
              <a:ext cx="12500" cy="8675"/>
            </a:xfrm>
            <a:custGeom>
              <a:avLst/>
              <a:gdLst/>
              <a:ahLst/>
              <a:cxnLst/>
              <a:rect l="l" t="t" r="r" b="b"/>
              <a:pathLst>
                <a:path w="500" h="347" extrusionOk="0">
                  <a:moveTo>
                    <a:pt x="346" y="1"/>
                  </a:moveTo>
                  <a:lnTo>
                    <a:pt x="307" y="14"/>
                  </a:lnTo>
                  <a:lnTo>
                    <a:pt x="256" y="39"/>
                  </a:lnTo>
                  <a:lnTo>
                    <a:pt x="180" y="65"/>
                  </a:lnTo>
                  <a:lnTo>
                    <a:pt x="77" y="90"/>
                  </a:lnTo>
                  <a:lnTo>
                    <a:pt x="14" y="90"/>
                  </a:lnTo>
                  <a:lnTo>
                    <a:pt x="1" y="103"/>
                  </a:lnTo>
                  <a:lnTo>
                    <a:pt x="1" y="142"/>
                  </a:lnTo>
                  <a:lnTo>
                    <a:pt x="26" y="180"/>
                  </a:lnTo>
                  <a:lnTo>
                    <a:pt x="52" y="218"/>
                  </a:lnTo>
                  <a:lnTo>
                    <a:pt x="90" y="231"/>
                  </a:lnTo>
                  <a:lnTo>
                    <a:pt x="129" y="218"/>
                  </a:lnTo>
                  <a:lnTo>
                    <a:pt x="167" y="193"/>
                  </a:lnTo>
                  <a:lnTo>
                    <a:pt x="205" y="180"/>
                  </a:lnTo>
                  <a:lnTo>
                    <a:pt x="244" y="167"/>
                  </a:lnTo>
                  <a:lnTo>
                    <a:pt x="269" y="205"/>
                  </a:lnTo>
                  <a:lnTo>
                    <a:pt x="231" y="231"/>
                  </a:lnTo>
                  <a:lnTo>
                    <a:pt x="231" y="257"/>
                  </a:lnTo>
                  <a:lnTo>
                    <a:pt x="244" y="269"/>
                  </a:lnTo>
                  <a:lnTo>
                    <a:pt x="269" y="295"/>
                  </a:lnTo>
                  <a:lnTo>
                    <a:pt x="346" y="320"/>
                  </a:lnTo>
                  <a:lnTo>
                    <a:pt x="397" y="346"/>
                  </a:lnTo>
                  <a:lnTo>
                    <a:pt x="423" y="346"/>
                  </a:lnTo>
                  <a:lnTo>
                    <a:pt x="448" y="333"/>
                  </a:lnTo>
                  <a:lnTo>
                    <a:pt x="474" y="308"/>
                  </a:lnTo>
                  <a:lnTo>
                    <a:pt x="486" y="257"/>
                  </a:lnTo>
                  <a:lnTo>
                    <a:pt x="499" y="205"/>
                  </a:lnTo>
                  <a:lnTo>
                    <a:pt x="423" y="78"/>
                  </a:lnTo>
                  <a:lnTo>
                    <a:pt x="397" y="78"/>
                  </a:lnTo>
                  <a:lnTo>
                    <a:pt x="384" y="52"/>
                  </a:lnTo>
                  <a:lnTo>
                    <a:pt x="34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9" name="Google Shape;916;p78">
              <a:extLst>
                <a:ext uri="{FF2B5EF4-FFF2-40B4-BE49-F238E27FC236}">
                  <a16:creationId xmlns:a16="http://schemas.microsoft.com/office/drawing/2014/main" id="{B74EC1DD-6B71-EA8D-FAF8-71E0E296444A}"/>
                </a:ext>
              </a:extLst>
            </p:cNvPr>
            <p:cNvSpPr/>
            <p:nvPr/>
          </p:nvSpPr>
          <p:spPr>
            <a:xfrm>
              <a:off x="3912225" y="2447375"/>
              <a:ext cx="6100" cy="5775"/>
            </a:xfrm>
            <a:custGeom>
              <a:avLst/>
              <a:gdLst/>
              <a:ahLst/>
              <a:cxnLst/>
              <a:rect l="l" t="t" r="r" b="b"/>
              <a:pathLst>
                <a:path w="244" h="231" extrusionOk="0">
                  <a:moveTo>
                    <a:pt x="26" y="1"/>
                  </a:moveTo>
                  <a:lnTo>
                    <a:pt x="14" y="26"/>
                  </a:lnTo>
                  <a:lnTo>
                    <a:pt x="1" y="39"/>
                  </a:lnTo>
                  <a:lnTo>
                    <a:pt x="26" y="77"/>
                  </a:lnTo>
                  <a:lnTo>
                    <a:pt x="65" y="116"/>
                  </a:lnTo>
                  <a:lnTo>
                    <a:pt x="90" y="141"/>
                  </a:lnTo>
                  <a:lnTo>
                    <a:pt x="167" y="205"/>
                  </a:lnTo>
                  <a:lnTo>
                    <a:pt x="205" y="231"/>
                  </a:lnTo>
                  <a:lnTo>
                    <a:pt x="244" y="231"/>
                  </a:lnTo>
                  <a:lnTo>
                    <a:pt x="244" y="218"/>
                  </a:lnTo>
                  <a:lnTo>
                    <a:pt x="244" y="192"/>
                  </a:lnTo>
                  <a:lnTo>
                    <a:pt x="205" y="141"/>
                  </a:lnTo>
                  <a:lnTo>
                    <a:pt x="103" y="52"/>
                  </a:lnTo>
                  <a:lnTo>
                    <a:pt x="2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917;p78">
              <a:extLst>
                <a:ext uri="{FF2B5EF4-FFF2-40B4-BE49-F238E27FC236}">
                  <a16:creationId xmlns:a16="http://schemas.microsoft.com/office/drawing/2014/main" id="{1A9C8EAD-64D0-4F03-8340-3C3A0E989F1C}"/>
                </a:ext>
              </a:extLst>
            </p:cNvPr>
            <p:cNvSpPr/>
            <p:nvPr/>
          </p:nvSpPr>
          <p:spPr>
            <a:xfrm>
              <a:off x="3946750" y="2476125"/>
              <a:ext cx="6075" cy="4200"/>
            </a:xfrm>
            <a:custGeom>
              <a:avLst/>
              <a:gdLst/>
              <a:ahLst/>
              <a:cxnLst/>
              <a:rect l="l" t="t" r="r" b="b"/>
              <a:pathLst>
                <a:path w="243" h="168" extrusionOk="0">
                  <a:moveTo>
                    <a:pt x="64" y="1"/>
                  </a:moveTo>
                  <a:lnTo>
                    <a:pt x="26" y="14"/>
                  </a:lnTo>
                  <a:lnTo>
                    <a:pt x="0" y="26"/>
                  </a:lnTo>
                  <a:lnTo>
                    <a:pt x="0" y="65"/>
                  </a:lnTo>
                  <a:lnTo>
                    <a:pt x="38" y="78"/>
                  </a:lnTo>
                  <a:lnTo>
                    <a:pt x="77" y="116"/>
                  </a:lnTo>
                  <a:lnTo>
                    <a:pt x="102" y="154"/>
                  </a:lnTo>
                  <a:lnTo>
                    <a:pt x="141" y="167"/>
                  </a:lnTo>
                  <a:lnTo>
                    <a:pt x="166" y="154"/>
                  </a:lnTo>
                  <a:lnTo>
                    <a:pt x="205" y="141"/>
                  </a:lnTo>
                  <a:lnTo>
                    <a:pt x="243" y="103"/>
                  </a:lnTo>
                  <a:lnTo>
                    <a:pt x="243" y="52"/>
                  </a:lnTo>
                  <a:lnTo>
                    <a:pt x="179" y="26"/>
                  </a:lnTo>
                  <a:lnTo>
                    <a:pt x="102" y="14"/>
                  </a:lnTo>
                  <a:lnTo>
                    <a:pt x="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918;p78">
              <a:extLst>
                <a:ext uri="{FF2B5EF4-FFF2-40B4-BE49-F238E27FC236}">
                  <a16:creationId xmlns:a16="http://schemas.microsoft.com/office/drawing/2014/main" id="{F2213A01-3438-595E-93CC-0D7B4F8A038A}"/>
                </a:ext>
              </a:extLst>
            </p:cNvPr>
            <p:cNvSpPr/>
            <p:nvPr/>
          </p:nvSpPr>
          <p:spPr>
            <a:xfrm>
              <a:off x="3817975" y="2330425"/>
              <a:ext cx="127200" cy="69700"/>
            </a:xfrm>
            <a:custGeom>
              <a:avLst/>
              <a:gdLst/>
              <a:ahLst/>
              <a:cxnLst/>
              <a:rect l="l" t="t" r="r" b="b"/>
              <a:pathLst>
                <a:path w="5088" h="2788" extrusionOk="0">
                  <a:moveTo>
                    <a:pt x="3566" y="1"/>
                  </a:moveTo>
                  <a:lnTo>
                    <a:pt x="3477" y="244"/>
                  </a:lnTo>
                  <a:lnTo>
                    <a:pt x="3477" y="257"/>
                  </a:lnTo>
                  <a:lnTo>
                    <a:pt x="3196" y="474"/>
                  </a:lnTo>
                  <a:lnTo>
                    <a:pt x="3183" y="474"/>
                  </a:lnTo>
                  <a:lnTo>
                    <a:pt x="3068" y="499"/>
                  </a:lnTo>
                  <a:lnTo>
                    <a:pt x="3042" y="499"/>
                  </a:lnTo>
                  <a:lnTo>
                    <a:pt x="2863" y="359"/>
                  </a:lnTo>
                  <a:lnTo>
                    <a:pt x="2838" y="589"/>
                  </a:lnTo>
                  <a:lnTo>
                    <a:pt x="2812" y="614"/>
                  </a:lnTo>
                  <a:lnTo>
                    <a:pt x="2621" y="640"/>
                  </a:lnTo>
                  <a:lnTo>
                    <a:pt x="2595" y="781"/>
                  </a:lnTo>
                  <a:lnTo>
                    <a:pt x="2595" y="793"/>
                  </a:lnTo>
                  <a:lnTo>
                    <a:pt x="2391" y="972"/>
                  </a:lnTo>
                  <a:lnTo>
                    <a:pt x="2378" y="972"/>
                  </a:lnTo>
                  <a:lnTo>
                    <a:pt x="2148" y="985"/>
                  </a:lnTo>
                  <a:lnTo>
                    <a:pt x="2173" y="1138"/>
                  </a:lnTo>
                  <a:lnTo>
                    <a:pt x="2365" y="1547"/>
                  </a:lnTo>
                  <a:lnTo>
                    <a:pt x="2352" y="1586"/>
                  </a:lnTo>
                  <a:lnTo>
                    <a:pt x="2237" y="1650"/>
                  </a:lnTo>
                  <a:lnTo>
                    <a:pt x="2212" y="1650"/>
                  </a:lnTo>
                  <a:lnTo>
                    <a:pt x="2007" y="1535"/>
                  </a:lnTo>
                  <a:lnTo>
                    <a:pt x="1790" y="1483"/>
                  </a:lnTo>
                  <a:lnTo>
                    <a:pt x="1611" y="1701"/>
                  </a:lnTo>
                  <a:lnTo>
                    <a:pt x="1598" y="1714"/>
                  </a:lnTo>
                  <a:lnTo>
                    <a:pt x="1355" y="1739"/>
                  </a:lnTo>
                  <a:lnTo>
                    <a:pt x="946" y="1829"/>
                  </a:lnTo>
                  <a:lnTo>
                    <a:pt x="934" y="1829"/>
                  </a:lnTo>
                  <a:lnTo>
                    <a:pt x="767" y="1701"/>
                  </a:lnTo>
                  <a:lnTo>
                    <a:pt x="614" y="1688"/>
                  </a:lnTo>
                  <a:lnTo>
                    <a:pt x="640" y="1854"/>
                  </a:lnTo>
                  <a:lnTo>
                    <a:pt x="627" y="1867"/>
                  </a:lnTo>
                  <a:lnTo>
                    <a:pt x="563" y="1982"/>
                  </a:lnTo>
                  <a:lnTo>
                    <a:pt x="525" y="1995"/>
                  </a:lnTo>
                  <a:lnTo>
                    <a:pt x="116" y="1714"/>
                  </a:lnTo>
                  <a:lnTo>
                    <a:pt x="13" y="1726"/>
                  </a:lnTo>
                  <a:lnTo>
                    <a:pt x="64" y="1854"/>
                  </a:lnTo>
                  <a:lnTo>
                    <a:pt x="64" y="1880"/>
                  </a:lnTo>
                  <a:lnTo>
                    <a:pt x="1" y="1944"/>
                  </a:lnTo>
                  <a:lnTo>
                    <a:pt x="269" y="2327"/>
                  </a:lnTo>
                  <a:lnTo>
                    <a:pt x="512" y="2340"/>
                  </a:lnTo>
                  <a:lnTo>
                    <a:pt x="678" y="2199"/>
                  </a:lnTo>
                  <a:lnTo>
                    <a:pt x="703" y="2199"/>
                  </a:lnTo>
                  <a:lnTo>
                    <a:pt x="882" y="2263"/>
                  </a:lnTo>
                  <a:lnTo>
                    <a:pt x="1087" y="2123"/>
                  </a:lnTo>
                  <a:lnTo>
                    <a:pt x="1100" y="2110"/>
                  </a:lnTo>
                  <a:lnTo>
                    <a:pt x="1803" y="2033"/>
                  </a:lnTo>
                  <a:lnTo>
                    <a:pt x="1828" y="2059"/>
                  </a:lnTo>
                  <a:lnTo>
                    <a:pt x="1892" y="2378"/>
                  </a:lnTo>
                  <a:lnTo>
                    <a:pt x="2058" y="2519"/>
                  </a:lnTo>
                  <a:lnTo>
                    <a:pt x="2314" y="2493"/>
                  </a:lnTo>
                  <a:lnTo>
                    <a:pt x="2327" y="2506"/>
                  </a:lnTo>
                  <a:lnTo>
                    <a:pt x="2506" y="2595"/>
                  </a:lnTo>
                  <a:lnTo>
                    <a:pt x="2825" y="2634"/>
                  </a:lnTo>
                  <a:lnTo>
                    <a:pt x="2838" y="2647"/>
                  </a:lnTo>
                  <a:lnTo>
                    <a:pt x="3004" y="2787"/>
                  </a:lnTo>
                  <a:lnTo>
                    <a:pt x="3017" y="2774"/>
                  </a:lnTo>
                  <a:lnTo>
                    <a:pt x="3579" y="2749"/>
                  </a:lnTo>
                  <a:lnTo>
                    <a:pt x="3771" y="2531"/>
                  </a:lnTo>
                  <a:lnTo>
                    <a:pt x="3796" y="2531"/>
                  </a:lnTo>
                  <a:lnTo>
                    <a:pt x="4065" y="2493"/>
                  </a:lnTo>
                  <a:lnTo>
                    <a:pt x="4627" y="2174"/>
                  </a:lnTo>
                  <a:lnTo>
                    <a:pt x="4806" y="1496"/>
                  </a:lnTo>
                  <a:lnTo>
                    <a:pt x="4729" y="1356"/>
                  </a:lnTo>
                  <a:lnTo>
                    <a:pt x="4742" y="1317"/>
                  </a:lnTo>
                  <a:lnTo>
                    <a:pt x="4832" y="1253"/>
                  </a:lnTo>
                  <a:lnTo>
                    <a:pt x="4844" y="1253"/>
                  </a:lnTo>
                  <a:lnTo>
                    <a:pt x="5011" y="1228"/>
                  </a:lnTo>
                  <a:lnTo>
                    <a:pt x="5087" y="1164"/>
                  </a:lnTo>
                  <a:lnTo>
                    <a:pt x="5062" y="857"/>
                  </a:lnTo>
                  <a:lnTo>
                    <a:pt x="4793" y="551"/>
                  </a:lnTo>
                  <a:lnTo>
                    <a:pt x="4793" y="525"/>
                  </a:lnTo>
                  <a:lnTo>
                    <a:pt x="4883" y="257"/>
                  </a:lnTo>
                  <a:lnTo>
                    <a:pt x="4627" y="167"/>
                  </a:lnTo>
                  <a:lnTo>
                    <a:pt x="4154" y="231"/>
                  </a:lnTo>
                  <a:lnTo>
                    <a:pt x="4141" y="231"/>
                  </a:lnTo>
                  <a:lnTo>
                    <a:pt x="3720" y="14"/>
                  </a:lnTo>
                  <a:lnTo>
                    <a:pt x="356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919;p78">
              <a:extLst>
                <a:ext uri="{FF2B5EF4-FFF2-40B4-BE49-F238E27FC236}">
                  <a16:creationId xmlns:a16="http://schemas.microsoft.com/office/drawing/2014/main" id="{11E797F3-AAE7-4C28-CF41-A876F88D20B3}"/>
                </a:ext>
              </a:extLst>
            </p:cNvPr>
            <p:cNvSpPr/>
            <p:nvPr/>
          </p:nvSpPr>
          <p:spPr>
            <a:xfrm>
              <a:off x="3947375" y="2481575"/>
              <a:ext cx="8650" cy="2575"/>
            </a:xfrm>
            <a:custGeom>
              <a:avLst/>
              <a:gdLst/>
              <a:ahLst/>
              <a:cxnLst/>
              <a:rect l="l" t="t" r="r" b="b"/>
              <a:pathLst>
                <a:path w="346" h="103" extrusionOk="0">
                  <a:moveTo>
                    <a:pt x="39" y="0"/>
                  </a:moveTo>
                  <a:lnTo>
                    <a:pt x="13" y="38"/>
                  </a:lnTo>
                  <a:lnTo>
                    <a:pt x="1" y="64"/>
                  </a:lnTo>
                  <a:lnTo>
                    <a:pt x="13" y="77"/>
                  </a:lnTo>
                  <a:lnTo>
                    <a:pt x="39" y="90"/>
                  </a:lnTo>
                  <a:lnTo>
                    <a:pt x="77" y="102"/>
                  </a:lnTo>
                  <a:lnTo>
                    <a:pt x="116" y="90"/>
                  </a:lnTo>
                  <a:lnTo>
                    <a:pt x="295" y="64"/>
                  </a:lnTo>
                  <a:lnTo>
                    <a:pt x="346" y="13"/>
                  </a:lnTo>
                  <a:lnTo>
                    <a:pt x="154" y="13"/>
                  </a:lnTo>
                  <a:lnTo>
                    <a:pt x="7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920;p78">
              <a:extLst>
                <a:ext uri="{FF2B5EF4-FFF2-40B4-BE49-F238E27FC236}">
                  <a16:creationId xmlns:a16="http://schemas.microsoft.com/office/drawing/2014/main" id="{CF9574A2-5A10-006C-06AE-EA09858D6ED2}"/>
                </a:ext>
              </a:extLst>
            </p:cNvPr>
            <p:cNvSpPr/>
            <p:nvPr/>
          </p:nvSpPr>
          <p:spPr>
            <a:xfrm>
              <a:off x="3952800" y="2486050"/>
              <a:ext cx="5775" cy="2250"/>
            </a:xfrm>
            <a:custGeom>
              <a:avLst/>
              <a:gdLst/>
              <a:ahLst/>
              <a:cxnLst/>
              <a:rect l="l" t="t" r="r" b="b"/>
              <a:pathLst>
                <a:path w="231" h="90" extrusionOk="0">
                  <a:moveTo>
                    <a:pt x="193" y="0"/>
                  </a:moveTo>
                  <a:lnTo>
                    <a:pt x="116" y="13"/>
                  </a:lnTo>
                  <a:lnTo>
                    <a:pt x="65" y="13"/>
                  </a:lnTo>
                  <a:lnTo>
                    <a:pt x="27" y="26"/>
                  </a:lnTo>
                  <a:lnTo>
                    <a:pt x="14" y="38"/>
                  </a:lnTo>
                  <a:lnTo>
                    <a:pt x="1" y="51"/>
                  </a:lnTo>
                  <a:lnTo>
                    <a:pt x="1" y="90"/>
                  </a:lnTo>
                  <a:lnTo>
                    <a:pt x="116" y="90"/>
                  </a:lnTo>
                  <a:lnTo>
                    <a:pt x="231" y="77"/>
                  </a:lnTo>
                  <a:lnTo>
                    <a:pt x="19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921;p78">
              <a:extLst>
                <a:ext uri="{FF2B5EF4-FFF2-40B4-BE49-F238E27FC236}">
                  <a16:creationId xmlns:a16="http://schemas.microsoft.com/office/drawing/2014/main" id="{4954B114-F89B-6030-6969-0E0C766930EB}"/>
                </a:ext>
              </a:extLst>
            </p:cNvPr>
            <p:cNvSpPr/>
            <p:nvPr/>
          </p:nvSpPr>
          <p:spPr>
            <a:xfrm>
              <a:off x="3889550" y="2386025"/>
              <a:ext cx="45725" cy="40300"/>
            </a:xfrm>
            <a:custGeom>
              <a:avLst/>
              <a:gdLst/>
              <a:ahLst/>
              <a:cxnLst/>
              <a:rect l="l" t="t" r="r" b="b"/>
              <a:pathLst>
                <a:path w="1829" h="1612" extrusionOk="0">
                  <a:moveTo>
                    <a:pt x="1764" y="1"/>
                  </a:moveTo>
                  <a:lnTo>
                    <a:pt x="1227" y="320"/>
                  </a:lnTo>
                  <a:lnTo>
                    <a:pt x="1215" y="320"/>
                  </a:lnTo>
                  <a:lnTo>
                    <a:pt x="946" y="359"/>
                  </a:lnTo>
                  <a:lnTo>
                    <a:pt x="742" y="563"/>
                  </a:lnTo>
                  <a:lnTo>
                    <a:pt x="729" y="576"/>
                  </a:lnTo>
                  <a:lnTo>
                    <a:pt x="154" y="601"/>
                  </a:lnTo>
                  <a:lnTo>
                    <a:pt x="0" y="704"/>
                  </a:lnTo>
                  <a:lnTo>
                    <a:pt x="64" y="1087"/>
                  </a:lnTo>
                  <a:lnTo>
                    <a:pt x="230" y="1279"/>
                  </a:lnTo>
                  <a:lnTo>
                    <a:pt x="230" y="1304"/>
                  </a:lnTo>
                  <a:lnTo>
                    <a:pt x="218" y="1432"/>
                  </a:lnTo>
                  <a:lnTo>
                    <a:pt x="192" y="1458"/>
                  </a:lnTo>
                  <a:lnTo>
                    <a:pt x="90" y="1471"/>
                  </a:lnTo>
                  <a:lnTo>
                    <a:pt x="64" y="1509"/>
                  </a:lnTo>
                  <a:lnTo>
                    <a:pt x="39" y="1534"/>
                  </a:lnTo>
                  <a:lnTo>
                    <a:pt x="13" y="1547"/>
                  </a:lnTo>
                  <a:lnTo>
                    <a:pt x="409" y="1611"/>
                  </a:lnTo>
                  <a:lnTo>
                    <a:pt x="550" y="1560"/>
                  </a:lnTo>
                  <a:lnTo>
                    <a:pt x="627" y="1407"/>
                  </a:lnTo>
                  <a:lnTo>
                    <a:pt x="665" y="1394"/>
                  </a:lnTo>
                  <a:lnTo>
                    <a:pt x="1023" y="1573"/>
                  </a:lnTo>
                  <a:lnTo>
                    <a:pt x="1151" y="1547"/>
                  </a:lnTo>
                  <a:lnTo>
                    <a:pt x="1151" y="1330"/>
                  </a:lnTo>
                  <a:lnTo>
                    <a:pt x="1163" y="1304"/>
                  </a:lnTo>
                  <a:lnTo>
                    <a:pt x="1393" y="1189"/>
                  </a:lnTo>
                  <a:lnTo>
                    <a:pt x="1483" y="1062"/>
                  </a:lnTo>
                  <a:lnTo>
                    <a:pt x="1304" y="806"/>
                  </a:lnTo>
                  <a:lnTo>
                    <a:pt x="1304" y="780"/>
                  </a:lnTo>
                  <a:lnTo>
                    <a:pt x="1419" y="665"/>
                  </a:lnTo>
                  <a:lnTo>
                    <a:pt x="1432" y="665"/>
                  </a:lnTo>
                  <a:lnTo>
                    <a:pt x="1649" y="601"/>
                  </a:lnTo>
                  <a:lnTo>
                    <a:pt x="1815" y="486"/>
                  </a:lnTo>
                  <a:lnTo>
                    <a:pt x="1828" y="205"/>
                  </a:lnTo>
                  <a:lnTo>
                    <a:pt x="17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922;p78">
              <a:extLst>
                <a:ext uri="{FF2B5EF4-FFF2-40B4-BE49-F238E27FC236}">
                  <a16:creationId xmlns:a16="http://schemas.microsoft.com/office/drawing/2014/main" id="{09EE1775-345B-3682-0E72-1B20C99495DB}"/>
                </a:ext>
              </a:extLst>
            </p:cNvPr>
            <p:cNvSpPr/>
            <p:nvPr/>
          </p:nvSpPr>
          <p:spPr>
            <a:xfrm>
              <a:off x="3902325" y="2446100"/>
              <a:ext cx="3550" cy="4500"/>
            </a:xfrm>
            <a:custGeom>
              <a:avLst/>
              <a:gdLst/>
              <a:ahLst/>
              <a:cxnLst/>
              <a:rect l="l" t="t" r="r" b="b"/>
              <a:pathLst>
                <a:path w="142" h="180" extrusionOk="0">
                  <a:moveTo>
                    <a:pt x="52" y="1"/>
                  </a:moveTo>
                  <a:lnTo>
                    <a:pt x="13" y="13"/>
                  </a:lnTo>
                  <a:lnTo>
                    <a:pt x="1" y="39"/>
                  </a:lnTo>
                  <a:lnTo>
                    <a:pt x="1" y="64"/>
                  </a:lnTo>
                  <a:lnTo>
                    <a:pt x="13" y="90"/>
                  </a:lnTo>
                  <a:lnTo>
                    <a:pt x="65" y="141"/>
                  </a:lnTo>
                  <a:lnTo>
                    <a:pt x="116" y="179"/>
                  </a:lnTo>
                  <a:lnTo>
                    <a:pt x="128" y="179"/>
                  </a:lnTo>
                  <a:lnTo>
                    <a:pt x="141" y="167"/>
                  </a:lnTo>
                  <a:lnTo>
                    <a:pt x="141" y="128"/>
                  </a:lnTo>
                  <a:lnTo>
                    <a:pt x="128" y="64"/>
                  </a:lnTo>
                  <a:lnTo>
                    <a:pt x="5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8" name="Google Shape;923;p78">
              <a:extLst>
                <a:ext uri="{FF2B5EF4-FFF2-40B4-BE49-F238E27FC236}">
                  <a16:creationId xmlns:a16="http://schemas.microsoft.com/office/drawing/2014/main" id="{E015C376-B506-8B3C-D999-ECAD20DD458C}"/>
                </a:ext>
              </a:extLst>
            </p:cNvPr>
            <p:cNvSpPr/>
            <p:nvPr/>
          </p:nvSpPr>
          <p:spPr>
            <a:xfrm>
              <a:off x="3904250" y="2433650"/>
              <a:ext cx="4800" cy="4800"/>
            </a:xfrm>
            <a:custGeom>
              <a:avLst/>
              <a:gdLst/>
              <a:ahLst/>
              <a:cxnLst/>
              <a:rect l="l" t="t" r="r" b="b"/>
              <a:pathLst>
                <a:path w="192" h="192" extrusionOk="0">
                  <a:moveTo>
                    <a:pt x="64" y="0"/>
                  </a:moveTo>
                  <a:lnTo>
                    <a:pt x="0" y="26"/>
                  </a:lnTo>
                  <a:lnTo>
                    <a:pt x="0" y="38"/>
                  </a:lnTo>
                  <a:lnTo>
                    <a:pt x="26" y="90"/>
                  </a:lnTo>
                  <a:lnTo>
                    <a:pt x="103" y="192"/>
                  </a:lnTo>
                  <a:lnTo>
                    <a:pt x="154" y="192"/>
                  </a:lnTo>
                  <a:lnTo>
                    <a:pt x="179" y="166"/>
                  </a:lnTo>
                  <a:lnTo>
                    <a:pt x="192" y="128"/>
                  </a:lnTo>
                  <a:lnTo>
                    <a:pt x="192" y="90"/>
                  </a:lnTo>
                  <a:lnTo>
                    <a:pt x="179" y="64"/>
                  </a:lnTo>
                  <a:lnTo>
                    <a:pt x="154" y="26"/>
                  </a:lnTo>
                  <a:lnTo>
                    <a:pt x="128" y="13"/>
                  </a:lnTo>
                  <a:lnTo>
                    <a:pt x="90" y="13"/>
                  </a:lnTo>
                  <a:lnTo>
                    <a:pt x="6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9" name="Google Shape;924;p78">
              <a:extLst>
                <a:ext uri="{FF2B5EF4-FFF2-40B4-BE49-F238E27FC236}">
                  <a16:creationId xmlns:a16="http://schemas.microsoft.com/office/drawing/2014/main" id="{05581951-4F40-47D6-92F6-9ED502F2AA7C}"/>
                </a:ext>
              </a:extLst>
            </p:cNvPr>
            <p:cNvSpPr/>
            <p:nvPr/>
          </p:nvSpPr>
          <p:spPr>
            <a:xfrm>
              <a:off x="3902975" y="2438750"/>
              <a:ext cx="2250" cy="5450"/>
            </a:xfrm>
            <a:custGeom>
              <a:avLst/>
              <a:gdLst/>
              <a:ahLst/>
              <a:cxnLst/>
              <a:rect l="l" t="t" r="r" b="b"/>
              <a:pathLst>
                <a:path w="90" h="218" extrusionOk="0">
                  <a:moveTo>
                    <a:pt x="64" y="1"/>
                  </a:moveTo>
                  <a:lnTo>
                    <a:pt x="26" y="13"/>
                  </a:lnTo>
                  <a:lnTo>
                    <a:pt x="0" y="103"/>
                  </a:lnTo>
                  <a:lnTo>
                    <a:pt x="13" y="154"/>
                  </a:lnTo>
                  <a:lnTo>
                    <a:pt x="39" y="192"/>
                  </a:lnTo>
                  <a:lnTo>
                    <a:pt x="64" y="218"/>
                  </a:lnTo>
                  <a:lnTo>
                    <a:pt x="77" y="218"/>
                  </a:lnTo>
                  <a:lnTo>
                    <a:pt x="90" y="205"/>
                  </a:lnTo>
                  <a:lnTo>
                    <a:pt x="90" y="179"/>
                  </a:lnTo>
                  <a:lnTo>
                    <a:pt x="77" y="77"/>
                  </a:lnTo>
                  <a:lnTo>
                    <a:pt x="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0" name="Google Shape;925;p78">
              <a:extLst>
                <a:ext uri="{FF2B5EF4-FFF2-40B4-BE49-F238E27FC236}">
                  <a16:creationId xmlns:a16="http://schemas.microsoft.com/office/drawing/2014/main" id="{088A1CC4-3F8D-E50C-EA95-36622EF1BD2C}"/>
                </a:ext>
              </a:extLst>
            </p:cNvPr>
            <p:cNvSpPr/>
            <p:nvPr/>
          </p:nvSpPr>
          <p:spPr>
            <a:xfrm>
              <a:off x="4107775" y="2519600"/>
              <a:ext cx="4825" cy="4475"/>
            </a:xfrm>
            <a:custGeom>
              <a:avLst/>
              <a:gdLst/>
              <a:ahLst/>
              <a:cxnLst/>
              <a:rect l="l" t="t" r="r" b="b"/>
              <a:pathLst>
                <a:path w="193" h="179" extrusionOk="0">
                  <a:moveTo>
                    <a:pt x="103" y="0"/>
                  </a:moveTo>
                  <a:lnTo>
                    <a:pt x="90" y="13"/>
                  </a:lnTo>
                  <a:lnTo>
                    <a:pt x="52" y="26"/>
                  </a:lnTo>
                  <a:lnTo>
                    <a:pt x="26" y="38"/>
                  </a:lnTo>
                  <a:lnTo>
                    <a:pt x="13" y="64"/>
                  </a:lnTo>
                  <a:lnTo>
                    <a:pt x="1" y="90"/>
                  </a:lnTo>
                  <a:lnTo>
                    <a:pt x="1" y="115"/>
                  </a:lnTo>
                  <a:lnTo>
                    <a:pt x="26" y="153"/>
                  </a:lnTo>
                  <a:lnTo>
                    <a:pt x="64" y="166"/>
                  </a:lnTo>
                  <a:lnTo>
                    <a:pt x="141" y="179"/>
                  </a:lnTo>
                  <a:lnTo>
                    <a:pt x="167" y="166"/>
                  </a:lnTo>
                  <a:lnTo>
                    <a:pt x="192" y="141"/>
                  </a:lnTo>
                  <a:lnTo>
                    <a:pt x="180" y="102"/>
                  </a:lnTo>
                  <a:lnTo>
                    <a:pt x="167" y="64"/>
                  </a:lnTo>
                  <a:lnTo>
                    <a:pt x="11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1" name="Google Shape;926;p78">
              <a:extLst>
                <a:ext uri="{FF2B5EF4-FFF2-40B4-BE49-F238E27FC236}">
                  <a16:creationId xmlns:a16="http://schemas.microsoft.com/office/drawing/2014/main" id="{BD18F738-10B7-BB97-8207-2D0F27B6DC44}"/>
                </a:ext>
              </a:extLst>
            </p:cNvPr>
            <p:cNvSpPr/>
            <p:nvPr/>
          </p:nvSpPr>
          <p:spPr>
            <a:xfrm>
              <a:off x="4122475" y="2601375"/>
              <a:ext cx="3550" cy="2900"/>
            </a:xfrm>
            <a:custGeom>
              <a:avLst/>
              <a:gdLst/>
              <a:ahLst/>
              <a:cxnLst/>
              <a:rect l="l" t="t" r="r" b="b"/>
              <a:pathLst>
                <a:path w="142" h="116" extrusionOk="0">
                  <a:moveTo>
                    <a:pt x="39" y="1"/>
                  </a:moveTo>
                  <a:lnTo>
                    <a:pt x="0" y="14"/>
                  </a:lnTo>
                  <a:lnTo>
                    <a:pt x="0" y="39"/>
                  </a:lnTo>
                  <a:lnTo>
                    <a:pt x="13" y="65"/>
                  </a:lnTo>
                  <a:lnTo>
                    <a:pt x="26" y="78"/>
                  </a:lnTo>
                  <a:lnTo>
                    <a:pt x="52" y="78"/>
                  </a:lnTo>
                  <a:lnTo>
                    <a:pt x="90" y="90"/>
                  </a:lnTo>
                  <a:lnTo>
                    <a:pt x="141" y="116"/>
                  </a:lnTo>
                  <a:lnTo>
                    <a:pt x="141" y="116"/>
                  </a:lnTo>
                  <a:lnTo>
                    <a:pt x="128" y="39"/>
                  </a:lnTo>
                  <a:lnTo>
                    <a:pt x="7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2" name="Google Shape;927;p78">
              <a:extLst>
                <a:ext uri="{FF2B5EF4-FFF2-40B4-BE49-F238E27FC236}">
                  <a16:creationId xmlns:a16="http://schemas.microsoft.com/office/drawing/2014/main" id="{16FAD84F-A9D2-8846-FF75-C0886B03BB10}"/>
                </a:ext>
              </a:extLst>
            </p:cNvPr>
            <p:cNvSpPr/>
            <p:nvPr/>
          </p:nvSpPr>
          <p:spPr>
            <a:xfrm>
              <a:off x="4055050" y="2439400"/>
              <a:ext cx="135500" cy="70300"/>
            </a:xfrm>
            <a:custGeom>
              <a:avLst/>
              <a:gdLst/>
              <a:ahLst/>
              <a:cxnLst/>
              <a:rect l="l" t="t" r="r" b="b"/>
              <a:pathLst>
                <a:path w="5420" h="2812" extrusionOk="0">
                  <a:moveTo>
                    <a:pt x="167" y="0"/>
                  </a:moveTo>
                  <a:lnTo>
                    <a:pt x="1" y="281"/>
                  </a:lnTo>
                  <a:lnTo>
                    <a:pt x="14" y="473"/>
                  </a:lnTo>
                  <a:lnTo>
                    <a:pt x="154" y="729"/>
                  </a:lnTo>
                  <a:lnTo>
                    <a:pt x="486" y="908"/>
                  </a:lnTo>
                  <a:lnTo>
                    <a:pt x="499" y="920"/>
                  </a:lnTo>
                  <a:lnTo>
                    <a:pt x="563" y="1035"/>
                  </a:lnTo>
                  <a:lnTo>
                    <a:pt x="550" y="1061"/>
                  </a:lnTo>
                  <a:lnTo>
                    <a:pt x="180" y="1355"/>
                  </a:lnTo>
                  <a:lnTo>
                    <a:pt x="244" y="1943"/>
                  </a:lnTo>
                  <a:lnTo>
                    <a:pt x="627" y="2147"/>
                  </a:lnTo>
                  <a:lnTo>
                    <a:pt x="640" y="2160"/>
                  </a:lnTo>
                  <a:lnTo>
                    <a:pt x="793" y="2774"/>
                  </a:lnTo>
                  <a:lnTo>
                    <a:pt x="1138" y="2812"/>
                  </a:lnTo>
                  <a:lnTo>
                    <a:pt x="1522" y="2671"/>
                  </a:lnTo>
                  <a:lnTo>
                    <a:pt x="1777" y="2492"/>
                  </a:lnTo>
                  <a:lnTo>
                    <a:pt x="1931" y="2595"/>
                  </a:lnTo>
                  <a:lnTo>
                    <a:pt x="2148" y="2543"/>
                  </a:lnTo>
                  <a:lnTo>
                    <a:pt x="2429" y="2620"/>
                  </a:lnTo>
                  <a:lnTo>
                    <a:pt x="2749" y="2658"/>
                  </a:lnTo>
                  <a:lnTo>
                    <a:pt x="2991" y="2812"/>
                  </a:lnTo>
                  <a:lnTo>
                    <a:pt x="3158" y="2710"/>
                  </a:lnTo>
                  <a:lnTo>
                    <a:pt x="3055" y="2582"/>
                  </a:lnTo>
                  <a:lnTo>
                    <a:pt x="3209" y="2428"/>
                  </a:lnTo>
                  <a:lnTo>
                    <a:pt x="3515" y="2428"/>
                  </a:lnTo>
                  <a:lnTo>
                    <a:pt x="4270" y="2096"/>
                  </a:lnTo>
                  <a:lnTo>
                    <a:pt x="4640" y="2186"/>
                  </a:lnTo>
                  <a:lnTo>
                    <a:pt x="4845" y="2109"/>
                  </a:lnTo>
                  <a:lnTo>
                    <a:pt x="4781" y="2045"/>
                  </a:lnTo>
                  <a:lnTo>
                    <a:pt x="4500" y="1815"/>
                  </a:lnTo>
                  <a:lnTo>
                    <a:pt x="4602" y="1700"/>
                  </a:lnTo>
                  <a:lnTo>
                    <a:pt x="4794" y="1559"/>
                  </a:lnTo>
                  <a:lnTo>
                    <a:pt x="4794" y="1329"/>
                  </a:lnTo>
                  <a:lnTo>
                    <a:pt x="4921" y="1125"/>
                  </a:lnTo>
                  <a:lnTo>
                    <a:pt x="4998" y="1010"/>
                  </a:lnTo>
                  <a:lnTo>
                    <a:pt x="5292" y="971"/>
                  </a:lnTo>
                  <a:lnTo>
                    <a:pt x="5420" y="805"/>
                  </a:lnTo>
                  <a:lnTo>
                    <a:pt x="5369" y="562"/>
                  </a:lnTo>
                  <a:lnTo>
                    <a:pt x="5330" y="422"/>
                  </a:lnTo>
                  <a:lnTo>
                    <a:pt x="4998" y="473"/>
                  </a:lnTo>
                  <a:lnTo>
                    <a:pt x="4167" y="307"/>
                  </a:lnTo>
                  <a:lnTo>
                    <a:pt x="3490" y="230"/>
                  </a:lnTo>
                  <a:lnTo>
                    <a:pt x="3132" y="511"/>
                  </a:lnTo>
                  <a:lnTo>
                    <a:pt x="2800" y="793"/>
                  </a:lnTo>
                  <a:lnTo>
                    <a:pt x="1010" y="588"/>
                  </a:lnTo>
                  <a:lnTo>
                    <a:pt x="819" y="409"/>
                  </a:lnTo>
                  <a:lnTo>
                    <a:pt x="563" y="524"/>
                  </a:lnTo>
                  <a:lnTo>
                    <a:pt x="397" y="281"/>
                  </a:lnTo>
                  <a:lnTo>
                    <a:pt x="46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3" name="Google Shape;928;p78">
              <a:extLst>
                <a:ext uri="{FF2B5EF4-FFF2-40B4-BE49-F238E27FC236}">
                  <a16:creationId xmlns:a16="http://schemas.microsoft.com/office/drawing/2014/main" id="{02020228-40B5-E8DA-023F-7EB596AD7A9A}"/>
                </a:ext>
              </a:extLst>
            </p:cNvPr>
            <p:cNvSpPr/>
            <p:nvPr/>
          </p:nvSpPr>
          <p:spPr>
            <a:xfrm>
              <a:off x="3971025" y="2485075"/>
              <a:ext cx="15050" cy="9625"/>
            </a:xfrm>
            <a:custGeom>
              <a:avLst/>
              <a:gdLst/>
              <a:ahLst/>
              <a:cxnLst/>
              <a:rect l="l" t="t" r="r" b="b"/>
              <a:pathLst>
                <a:path w="602" h="385" extrusionOk="0">
                  <a:moveTo>
                    <a:pt x="90" y="1"/>
                  </a:moveTo>
                  <a:lnTo>
                    <a:pt x="0" y="77"/>
                  </a:lnTo>
                  <a:lnTo>
                    <a:pt x="64" y="141"/>
                  </a:lnTo>
                  <a:lnTo>
                    <a:pt x="154" y="192"/>
                  </a:lnTo>
                  <a:lnTo>
                    <a:pt x="256" y="231"/>
                  </a:lnTo>
                  <a:lnTo>
                    <a:pt x="358" y="231"/>
                  </a:lnTo>
                  <a:lnTo>
                    <a:pt x="384" y="256"/>
                  </a:lnTo>
                  <a:lnTo>
                    <a:pt x="409" y="282"/>
                  </a:lnTo>
                  <a:lnTo>
                    <a:pt x="486" y="346"/>
                  </a:lnTo>
                  <a:lnTo>
                    <a:pt x="537" y="384"/>
                  </a:lnTo>
                  <a:lnTo>
                    <a:pt x="601" y="295"/>
                  </a:lnTo>
                  <a:lnTo>
                    <a:pt x="473" y="244"/>
                  </a:lnTo>
                  <a:lnTo>
                    <a:pt x="448" y="231"/>
                  </a:lnTo>
                  <a:lnTo>
                    <a:pt x="384" y="90"/>
                  </a:lnTo>
                  <a:lnTo>
                    <a:pt x="9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4" name="Google Shape;929;p78">
              <a:extLst>
                <a:ext uri="{FF2B5EF4-FFF2-40B4-BE49-F238E27FC236}">
                  <a16:creationId xmlns:a16="http://schemas.microsoft.com/office/drawing/2014/main" id="{38CF6010-F0A0-A4B9-2DDB-C61FFB2CAEC9}"/>
                </a:ext>
              </a:extLst>
            </p:cNvPr>
            <p:cNvSpPr/>
            <p:nvPr/>
          </p:nvSpPr>
          <p:spPr>
            <a:xfrm>
              <a:off x="4028850" y="2488275"/>
              <a:ext cx="44775" cy="42525"/>
            </a:xfrm>
            <a:custGeom>
              <a:avLst/>
              <a:gdLst/>
              <a:ahLst/>
              <a:cxnLst/>
              <a:rect l="l" t="t" r="r" b="b"/>
              <a:pathLst>
                <a:path w="1791" h="1701" extrusionOk="0">
                  <a:moveTo>
                    <a:pt x="1240" y="1"/>
                  </a:moveTo>
                  <a:lnTo>
                    <a:pt x="1189" y="13"/>
                  </a:lnTo>
                  <a:lnTo>
                    <a:pt x="1062" y="64"/>
                  </a:lnTo>
                  <a:lnTo>
                    <a:pt x="1049" y="77"/>
                  </a:lnTo>
                  <a:lnTo>
                    <a:pt x="934" y="52"/>
                  </a:lnTo>
                  <a:lnTo>
                    <a:pt x="832" y="128"/>
                  </a:lnTo>
                  <a:lnTo>
                    <a:pt x="819" y="141"/>
                  </a:lnTo>
                  <a:lnTo>
                    <a:pt x="640" y="116"/>
                  </a:lnTo>
                  <a:lnTo>
                    <a:pt x="448" y="346"/>
                  </a:lnTo>
                  <a:lnTo>
                    <a:pt x="410" y="358"/>
                  </a:lnTo>
                  <a:lnTo>
                    <a:pt x="282" y="320"/>
                  </a:lnTo>
                  <a:lnTo>
                    <a:pt x="77" y="448"/>
                  </a:lnTo>
                  <a:lnTo>
                    <a:pt x="103" y="627"/>
                  </a:lnTo>
                  <a:lnTo>
                    <a:pt x="90" y="652"/>
                  </a:lnTo>
                  <a:lnTo>
                    <a:pt x="1" y="665"/>
                  </a:lnTo>
                  <a:lnTo>
                    <a:pt x="90" y="1202"/>
                  </a:lnTo>
                  <a:lnTo>
                    <a:pt x="384" y="1688"/>
                  </a:lnTo>
                  <a:lnTo>
                    <a:pt x="499" y="1700"/>
                  </a:lnTo>
                  <a:lnTo>
                    <a:pt x="857" y="1534"/>
                  </a:lnTo>
                  <a:lnTo>
                    <a:pt x="1177" y="1279"/>
                  </a:lnTo>
                  <a:lnTo>
                    <a:pt x="1189" y="1266"/>
                  </a:lnTo>
                  <a:lnTo>
                    <a:pt x="1611" y="1189"/>
                  </a:lnTo>
                  <a:lnTo>
                    <a:pt x="1790" y="857"/>
                  </a:lnTo>
                  <a:lnTo>
                    <a:pt x="1637" y="231"/>
                  </a:lnTo>
                  <a:lnTo>
                    <a:pt x="1253" y="26"/>
                  </a:lnTo>
                  <a:lnTo>
                    <a:pt x="1240" y="13"/>
                  </a:lnTo>
                  <a:lnTo>
                    <a:pt x="124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5" name="Google Shape;930;p78">
              <a:extLst>
                <a:ext uri="{FF2B5EF4-FFF2-40B4-BE49-F238E27FC236}">
                  <a16:creationId xmlns:a16="http://schemas.microsoft.com/office/drawing/2014/main" id="{F222691D-EF6A-6D16-7AE2-0953643052E5}"/>
                </a:ext>
              </a:extLst>
            </p:cNvPr>
            <p:cNvSpPr/>
            <p:nvPr/>
          </p:nvSpPr>
          <p:spPr>
            <a:xfrm>
              <a:off x="3939075" y="2304550"/>
              <a:ext cx="108650" cy="54975"/>
            </a:xfrm>
            <a:custGeom>
              <a:avLst/>
              <a:gdLst/>
              <a:ahLst/>
              <a:cxnLst/>
              <a:rect l="l" t="t" r="r" b="b"/>
              <a:pathLst>
                <a:path w="4346" h="2199" extrusionOk="0">
                  <a:moveTo>
                    <a:pt x="1713" y="1"/>
                  </a:moveTo>
                  <a:lnTo>
                    <a:pt x="1432" y="282"/>
                  </a:lnTo>
                  <a:lnTo>
                    <a:pt x="1317" y="768"/>
                  </a:lnTo>
                  <a:lnTo>
                    <a:pt x="793" y="934"/>
                  </a:lnTo>
                  <a:lnTo>
                    <a:pt x="90" y="1279"/>
                  </a:lnTo>
                  <a:lnTo>
                    <a:pt x="0" y="1560"/>
                  </a:lnTo>
                  <a:lnTo>
                    <a:pt x="269" y="1867"/>
                  </a:lnTo>
                  <a:lnTo>
                    <a:pt x="269" y="1879"/>
                  </a:lnTo>
                  <a:lnTo>
                    <a:pt x="282" y="1969"/>
                  </a:lnTo>
                  <a:lnTo>
                    <a:pt x="499" y="2135"/>
                  </a:lnTo>
                  <a:lnTo>
                    <a:pt x="780" y="2199"/>
                  </a:lnTo>
                  <a:lnTo>
                    <a:pt x="1483" y="2084"/>
                  </a:lnTo>
                  <a:lnTo>
                    <a:pt x="1432" y="1637"/>
                  </a:lnTo>
                  <a:lnTo>
                    <a:pt x="1470" y="1611"/>
                  </a:lnTo>
                  <a:lnTo>
                    <a:pt x="1585" y="1624"/>
                  </a:lnTo>
                  <a:lnTo>
                    <a:pt x="1854" y="1573"/>
                  </a:lnTo>
                  <a:lnTo>
                    <a:pt x="2033" y="1368"/>
                  </a:lnTo>
                  <a:lnTo>
                    <a:pt x="2058" y="1355"/>
                  </a:lnTo>
                  <a:lnTo>
                    <a:pt x="2224" y="1407"/>
                  </a:lnTo>
                  <a:lnTo>
                    <a:pt x="2301" y="1394"/>
                  </a:lnTo>
                  <a:lnTo>
                    <a:pt x="2569" y="1049"/>
                  </a:lnTo>
                  <a:lnTo>
                    <a:pt x="2582" y="1036"/>
                  </a:lnTo>
                  <a:lnTo>
                    <a:pt x="3170" y="972"/>
                  </a:lnTo>
                  <a:lnTo>
                    <a:pt x="3196" y="972"/>
                  </a:lnTo>
                  <a:lnTo>
                    <a:pt x="3387" y="1113"/>
                  </a:lnTo>
                  <a:lnTo>
                    <a:pt x="3579" y="1062"/>
                  </a:lnTo>
                  <a:lnTo>
                    <a:pt x="3630" y="1062"/>
                  </a:lnTo>
                  <a:lnTo>
                    <a:pt x="3796" y="1177"/>
                  </a:lnTo>
                  <a:lnTo>
                    <a:pt x="4346" y="653"/>
                  </a:lnTo>
                  <a:lnTo>
                    <a:pt x="4346" y="640"/>
                  </a:lnTo>
                  <a:lnTo>
                    <a:pt x="4154" y="486"/>
                  </a:lnTo>
                  <a:lnTo>
                    <a:pt x="3898" y="525"/>
                  </a:lnTo>
                  <a:lnTo>
                    <a:pt x="3758" y="435"/>
                  </a:lnTo>
                  <a:lnTo>
                    <a:pt x="3387" y="295"/>
                  </a:lnTo>
                  <a:lnTo>
                    <a:pt x="3106" y="461"/>
                  </a:lnTo>
                  <a:lnTo>
                    <a:pt x="2876" y="167"/>
                  </a:lnTo>
                  <a:lnTo>
                    <a:pt x="2684" y="167"/>
                  </a:lnTo>
                  <a:lnTo>
                    <a:pt x="2582" y="397"/>
                  </a:lnTo>
                  <a:lnTo>
                    <a:pt x="1994" y="167"/>
                  </a:lnTo>
                  <a:lnTo>
                    <a:pt x="171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6" name="Google Shape;931;p78">
              <a:extLst>
                <a:ext uri="{FF2B5EF4-FFF2-40B4-BE49-F238E27FC236}">
                  <a16:creationId xmlns:a16="http://schemas.microsoft.com/office/drawing/2014/main" id="{2B16D289-2969-7CEC-9C35-AA09BBAD69CD}"/>
                </a:ext>
              </a:extLst>
            </p:cNvPr>
            <p:cNvSpPr/>
            <p:nvPr/>
          </p:nvSpPr>
          <p:spPr>
            <a:xfrm>
              <a:off x="3884750" y="2197525"/>
              <a:ext cx="8325" cy="8325"/>
            </a:xfrm>
            <a:custGeom>
              <a:avLst/>
              <a:gdLst/>
              <a:ahLst/>
              <a:cxnLst/>
              <a:rect l="l" t="t" r="r" b="b"/>
              <a:pathLst>
                <a:path w="333" h="333" extrusionOk="0">
                  <a:moveTo>
                    <a:pt x="1" y="0"/>
                  </a:moveTo>
                  <a:lnTo>
                    <a:pt x="26" y="26"/>
                  </a:lnTo>
                  <a:lnTo>
                    <a:pt x="52" y="51"/>
                  </a:lnTo>
                  <a:lnTo>
                    <a:pt x="90" y="102"/>
                  </a:lnTo>
                  <a:lnTo>
                    <a:pt x="103" y="128"/>
                  </a:lnTo>
                  <a:lnTo>
                    <a:pt x="128" y="154"/>
                  </a:lnTo>
                  <a:lnTo>
                    <a:pt x="116" y="166"/>
                  </a:lnTo>
                  <a:lnTo>
                    <a:pt x="116" y="179"/>
                  </a:lnTo>
                  <a:lnTo>
                    <a:pt x="90" y="205"/>
                  </a:lnTo>
                  <a:lnTo>
                    <a:pt x="90" y="217"/>
                  </a:lnTo>
                  <a:lnTo>
                    <a:pt x="90" y="243"/>
                  </a:lnTo>
                  <a:lnTo>
                    <a:pt x="128" y="269"/>
                  </a:lnTo>
                  <a:lnTo>
                    <a:pt x="205" y="320"/>
                  </a:lnTo>
                  <a:lnTo>
                    <a:pt x="244" y="333"/>
                  </a:lnTo>
                  <a:lnTo>
                    <a:pt x="269" y="307"/>
                  </a:lnTo>
                  <a:lnTo>
                    <a:pt x="320" y="269"/>
                  </a:lnTo>
                  <a:lnTo>
                    <a:pt x="333" y="256"/>
                  </a:lnTo>
                  <a:lnTo>
                    <a:pt x="269" y="166"/>
                  </a:lnTo>
                  <a:lnTo>
                    <a:pt x="180" y="90"/>
                  </a:lnTo>
                  <a:lnTo>
                    <a:pt x="103" y="13"/>
                  </a:lnTo>
                  <a:lnTo>
                    <a:pt x="5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7" name="Google Shape;932;p78">
              <a:extLst>
                <a:ext uri="{FF2B5EF4-FFF2-40B4-BE49-F238E27FC236}">
                  <a16:creationId xmlns:a16="http://schemas.microsoft.com/office/drawing/2014/main" id="{B353098E-1A1C-880A-6A81-FDE3397FD5F0}"/>
                </a:ext>
              </a:extLst>
            </p:cNvPr>
            <p:cNvSpPr/>
            <p:nvPr/>
          </p:nvSpPr>
          <p:spPr>
            <a:xfrm>
              <a:off x="3876775" y="2186025"/>
              <a:ext cx="8650" cy="7375"/>
            </a:xfrm>
            <a:custGeom>
              <a:avLst/>
              <a:gdLst/>
              <a:ahLst/>
              <a:cxnLst/>
              <a:rect l="l" t="t" r="r" b="b"/>
              <a:pathLst>
                <a:path w="346" h="295" extrusionOk="0">
                  <a:moveTo>
                    <a:pt x="0" y="0"/>
                  </a:moveTo>
                  <a:lnTo>
                    <a:pt x="0" y="38"/>
                  </a:lnTo>
                  <a:lnTo>
                    <a:pt x="0" y="90"/>
                  </a:lnTo>
                  <a:lnTo>
                    <a:pt x="90" y="102"/>
                  </a:lnTo>
                  <a:lnTo>
                    <a:pt x="141" y="115"/>
                  </a:lnTo>
                  <a:lnTo>
                    <a:pt x="179" y="128"/>
                  </a:lnTo>
                  <a:lnTo>
                    <a:pt x="192" y="166"/>
                  </a:lnTo>
                  <a:lnTo>
                    <a:pt x="217" y="205"/>
                  </a:lnTo>
                  <a:lnTo>
                    <a:pt x="230" y="243"/>
                  </a:lnTo>
                  <a:lnTo>
                    <a:pt x="256" y="281"/>
                  </a:lnTo>
                  <a:lnTo>
                    <a:pt x="345" y="294"/>
                  </a:lnTo>
                  <a:lnTo>
                    <a:pt x="345" y="294"/>
                  </a:lnTo>
                  <a:lnTo>
                    <a:pt x="320" y="153"/>
                  </a:lnTo>
                  <a:lnTo>
                    <a:pt x="307" y="77"/>
                  </a:lnTo>
                  <a:lnTo>
                    <a:pt x="294" y="13"/>
                  </a:lnTo>
                  <a:lnTo>
                    <a:pt x="141" y="13"/>
                  </a:lnTo>
                  <a:lnTo>
                    <a:pt x="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8" name="Google Shape;933;p78">
              <a:extLst>
                <a:ext uri="{FF2B5EF4-FFF2-40B4-BE49-F238E27FC236}">
                  <a16:creationId xmlns:a16="http://schemas.microsoft.com/office/drawing/2014/main" id="{C8879E40-5D71-5D1A-7D21-3A68F3CCE20D}"/>
                </a:ext>
              </a:extLst>
            </p:cNvPr>
            <p:cNvSpPr/>
            <p:nvPr/>
          </p:nvSpPr>
          <p:spPr>
            <a:xfrm>
              <a:off x="3934925" y="2330125"/>
              <a:ext cx="108975" cy="80225"/>
            </a:xfrm>
            <a:custGeom>
              <a:avLst/>
              <a:gdLst/>
              <a:ahLst/>
              <a:cxnLst/>
              <a:rect l="l" t="t" r="r" b="b"/>
              <a:pathLst>
                <a:path w="4359" h="3209" extrusionOk="0">
                  <a:moveTo>
                    <a:pt x="3336" y="0"/>
                  </a:moveTo>
                  <a:lnTo>
                    <a:pt x="2774" y="64"/>
                  </a:lnTo>
                  <a:lnTo>
                    <a:pt x="2492" y="409"/>
                  </a:lnTo>
                  <a:lnTo>
                    <a:pt x="2480" y="422"/>
                  </a:lnTo>
                  <a:lnTo>
                    <a:pt x="2390" y="435"/>
                  </a:lnTo>
                  <a:lnTo>
                    <a:pt x="2377" y="435"/>
                  </a:lnTo>
                  <a:lnTo>
                    <a:pt x="2224" y="384"/>
                  </a:lnTo>
                  <a:lnTo>
                    <a:pt x="2058" y="588"/>
                  </a:lnTo>
                  <a:lnTo>
                    <a:pt x="2045" y="588"/>
                  </a:lnTo>
                  <a:lnTo>
                    <a:pt x="1764" y="652"/>
                  </a:lnTo>
                  <a:lnTo>
                    <a:pt x="1751" y="652"/>
                  </a:lnTo>
                  <a:lnTo>
                    <a:pt x="1662" y="639"/>
                  </a:lnTo>
                  <a:lnTo>
                    <a:pt x="1700" y="1087"/>
                  </a:lnTo>
                  <a:lnTo>
                    <a:pt x="1687" y="1112"/>
                  </a:lnTo>
                  <a:lnTo>
                    <a:pt x="946" y="1227"/>
                  </a:lnTo>
                  <a:lnTo>
                    <a:pt x="933" y="1227"/>
                  </a:lnTo>
                  <a:lnTo>
                    <a:pt x="652" y="1163"/>
                  </a:lnTo>
                  <a:lnTo>
                    <a:pt x="639" y="1150"/>
                  </a:lnTo>
                  <a:lnTo>
                    <a:pt x="448" y="1010"/>
                  </a:lnTo>
                  <a:lnTo>
                    <a:pt x="448" y="1010"/>
                  </a:lnTo>
                  <a:lnTo>
                    <a:pt x="460" y="1189"/>
                  </a:lnTo>
                  <a:lnTo>
                    <a:pt x="448" y="1214"/>
                  </a:lnTo>
                  <a:lnTo>
                    <a:pt x="358" y="1278"/>
                  </a:lnTo>
                  <a:lnTo>
                    <a:pt x="345" y="1291"/>
                  </a:lnTo>
                  <a:lnTo>
                    <a:pt x="179" y="1317"/>
                  </a:lnTo>
                  <a:lnTo>
                    <a:pt x="102" y="1355"/>
                  </a:lnTo>
                  <a:lnTo>
                    <a:pt x="179" y="1483"/>
                  </a:lnTo>
                  <a:lnTo>
                    <a:pt x="179" y="1508"/>
                  </a:lnTo>
                  <a:lnTo>
                    <a:pt x="0" y="2198"/>
                  </a:lnTo>
                  <a:lnTo>
                    <a:pt x="64" y="2428"/>
                  </a:lnTo>
                  <a:lnTo>
                    <a:pt x="409" y="2671"/>
                  </a:lnTo>
                  <a:lnTo>
                    <a:pt x="422" y="2684"/>
                  </a:lnTo>
                  <a:lnTo>
                    <a:pt x="486" y="2863"/>
                  </a:lnTo>
                  <a:lnTo>
                    <a:pt x="1112" y="3208"/>
                  </a:lnTo>
                  <a:lnTo>
                    <a:pt x="1598" y="3144"/>
                  </a:lnTo>
                  <a:lnTo>
                    <a:pt x="2096" y="2889"/>
                  </a:lnTo>
                  <a:lnTo>
                    <a:pt x="2275" y="2620"/>
                  </a:lnTo>
                  <a:lnTo>
                    <a:pt x="2288" y="2607"/>
                  </a:lnTo>
                  <a:lnTo>
                    <a:pt x="2544" y="2556"/>
                  </a:lnTo>
                  <a:lnTo>
                    <a:pt x="2569" y="2569"/>
                  </a:lnTo>
                  <a:lnTo>
                    <a:pt x="2620" y="2607"/>
                  </a:lnTo>
                  <a:lnTo>
                    <a:pt x="2953" y="2595"/>
                  </a:lnTo>
                  <a:lnTo>
                    <a:pt x="3272" y="2403"/>
                  </a:lnTo>
                  <a:lnTo>
                    <a:pt x="3477" y="1828"/>
                  </a:lnTo>
                  <a:lnTo>
                    <a:pt x="3783" y="1393"/>
                  </a:lnTo>
                  <a:lnTo>
                    <a:pt x="3758" y="1048"/>
                  </a:lnTo>
                  <a:lnTo>
                    <a:pt x="3771" y="1023"/>
                  </a:lnTo>
                  <a:lnTo>
                    <a:pt x="3937" y="933"/>
                  </a:lnTo>
                  <a:lnTo>
                    <a:pt x="4077" y="550"/>
                  </a:lnTo>
                  <a:lnTo>
                    <a:pt x="4103" y="537"/>
                  </a:lnTo>
                  <a:lnTo>
                    <a:pt x="4320" y="486"/>
                  </a:lnTo>
                  <a:lnTo>
                    <a:pt x="4358" y="435"/>
                  </a:lnTo>
                  <a:lnTo>
                    <a:pt x="3758" y="90"/>
                  </a:lnTo>
                  <a:lnTo>
                    <a:pt x="3566" y="141"/>
                  </a:lnTo>
                  <a:lnTo>
                    <a:pt x="3540" y="128"/>
                  </a:lnTo>
                  <a:lnTo>
                    <a:pt x="333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9" name="Google Shape;934;p78">
              <a:extLst>
                <a:ext uri="{FF2B5EF4-FFF2-40B4-BE49-F238E27FC236}">
                  <a16:creationId xmlns:a16="http://schemas.microsoft.com/office/drawing/2014/main" id="{C9316FB7-5E15-1E0F-5870-3D7D8FE91CCB}"/>
                </a:ext>
              </a:extLst>
            </p:cNvPr>
            <p:cNvSpPr/>
            <p:nvPr/>
          </p:nvSpPr>
          <p:spPr>
            <a:xfrm>
              <a:off x="4017025" y="2561125"/>
              <a:ext cx="10900" cy="8025"/>
            </a:xfrm>
            <a:custGeom>
              <a:avLst/>
              <a:gdLst/>
              <a:ahLst/>
              <a:cxnLst/>
              <a:rect l="l" t="t" r="r" b="b"/>
              <a:pathLst>
                <a:path w="436" h="321" extrusionOk="0">
                  <a:moveTo>
                    <a:pt x="52" y="1"/>
                  </a:moveTo>
                  <a:lnTo>
                    <a:pt x="14" y="39"/>
                  </a:lnTo>
                  <a:lnTo>
                    <a:pt x="1" y="52"/>
                  </a:lnTo>
                  <a:lnTo>
                    <a:pt x="1" y="77"/>
                  </a:lnTo>
                  <a:lnTo>
                    <a:pt x="14" y="103"/>
                  </a:lnTo>
                  <a:lnTo>
                    <a:pt x="39" y="116"/>
                  </a:lnTo>
                  <a:lnTo>
                    <a:pt x="78" y="116"/>
                  </a:lnTo>
                  <a:lnTo>
                    <a:pt x="116" y="128"/>
                  </a:lnTo>
                  <a:lnTo>
                    <a:pt x="154" y="154"/>
                  </a:lnTo>
                  <a:lnTo>
                    <a:pt x="180" y="192"/>
                  </a:lnTo>
                  <a:lnTo>
                    <a:pt x="193" y="218"/>
                  </a:lnTo>
                  <a:lnTo>
                    <a:pt x="205" y="256"/>
                  </a:lnTo>
                  <a:lnTo>
                    <a:pt x="218" y="282"/>
                  </a:lnTo>
                  <a:lnTo>
                    <a:pt x="244" y="294"/>
                  </a:lnTo>
                  <a:lnTo>
                    <a:pt x="333" y="320"/>
                  </a:lnTo>
                  <a:lnTo>
                    <a:pt x="435" y="320"/>
                  </a:lnTo>
                  <a:lnTo>
                    <a:pt x="435" y="294"/>
                  </a:lnTo>
                  <a:lnTo>
                    <a:pt x="423" y="282"/>
                  </a:lnTo>
                  <a:lnTo>
                    <a:pt x="397" y="256"/>
                  </a:lnTo>
                  <a:lnTo>
                    <a:pt x="346" y="243"/>
                  </a:lnTo>
                  <a:lnTo>
                    <a:pt x="308" y="231"/>
                  </a:lnTo>
                  <a:lnTo>
                    <a:pt x="295" y="205"/>
                  </a:lnTo>
                  <a:lnTo>
                    <a:pt x="295" y="179"/>
                  </a:lnTo>
                  <a:lnTo>
                    <a:pt x="282" y="141"/>
                  </a:lnTo>
                  <a:lnTo>
                    <a:pt x="256" y="90"/>
                  </a:lnTo>
                  <a:lnTo>
                    <a:pt x="218" y="64"/>
                  </a:lnTo>
                  <a:lnTo>
                    <a:pt x="11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0" name="Google Shape;935;p78">
              <a:extLst>
                <a:ext uri="{FF2B5EF4-FFF2-40B4-BE49-F238E27FC236}">
                  <a16:creationId xmlns:a16="http://schemas.microsoft.com/office/drawing/2014/main" id="{F3336C85-00EE-E415-E7A6-6C16FFDDB2ED}"/>
                </a:ext>
              </a:extLst>
            </p:cNvPr>
            <p:cNvSpPr/>
            <p:nvPr/>
          </p:nvSpPr>
          <p:spPr>
            <a:xfrm>
              <a:off x="3672275" y="2551225"/>
              <a:ext cx="23675" cy="16000"/>
            </a:xfrm>
            <a:custGeom>
              <a:avLst/>
              <a:gdLst/>
              <a:ahLst/>
              <a:cxnLst/>
              <a:rect l="l" t="t" r="r" b="b"/>
              <a:pathLst>
                <a:path w="947" h="640" extrusionOk="0">
                  <a:moveTo>
                    <a:pt x="640" y="0"/>
                  </a:moveTo>
                  <a:lnTo>
                    <a:pt x="486" y="26"/>
                  </a:lnTo>
                  <a:lnTo>
                    <a:pt x="410" y="39"/>
                  </a:lnTo>
                  <a:lnTo>
                    <a:pt x="346" y="77"/>
                  </a:lnTo>
                  <a:lnTo>
                    <a:pt x="256" y="141"/>
                  </a:lnTo>
                  <a:lnTo>
                    <a:pt x="179" y="166"/>
                  </a:lnTo>
                  <a:lnTo>
                    <a:pt x="1" y="218"/>
                  </a:lnTo>
                  <a:lnTo>
                    <a:pt x="77" y="307"/>
                  </a:lnTo>
                  <a:lnTo>
                    <a:pt x="116" y="345"/>
                  </a:lnTo>
                  <a:lnTo>
                    <a:pt x="167" y="371"/>
                  </a:lnTo>
                  <a:lnTo>
                    <a:pt x="205" y="384"/>
                  </a:lnTo>
                  <a:lnTo>
                    <a:pt x="243" y="371"/>
                  </a:lnTo>
                  <a:lnTo>
                    <a:pt x="294" y="358"/>
                  </a:lnTo>
                  <a:lnTo>
                    <a:pt x="346" y="307"/>
                  </a:lnTo>
                  <a:lnTo>
                    <a:pt x="371" y="333"/>
                  </a:lnTo>
                  <a:lnTo>
                    <a:pt x="384" y="371"/>
                  </a:lnTo>
                  <a:lnTo>
                    <a:pt x="384" y="460"/>
                  </a:lnTo>
                  <a:lnTo>
                    <a:pt x="397" y="537"/>
                  </a:lnTo>
                  <a:lnTo>
                    <a:pt x="422" y="563"/>
                  </a:lnTo>
                  <a:lnTo>
                    <a:pt x="448" y="575"/>
                  </a:lnTo>
                  <a:lnTo>
                    <a:pt x="473" y="588"/>
                  </a:lnTo>
                  <a:lnTo>
                    <a:pt x="512" y="575"/>
                  </a:lnTo>
                  <a:lnTo>
                    <a:pt x="588" y="575"/>
                  </a:lnTo>
                  <a:lnTo>
                    <a:pt x="665" y="601"/>
                  </a:lnTo>
                  <a:lnTo>
                    <a:pt x="729" y="639"/>
                  </a:lnTo>
                  <a:lnTo>
                    <a:pt x="755" y="575"/>
                  </a:lnTo>
                  <a:lnTo>
                    <a:pt x="767" y="499"/>
                  </a:lnTo>
                  <a:lnTo>
                    <a:pt x="793" y="422"/>
                  </a:lnTo>
                  <a:lnTo>
                    <a:pt x="819" y="371"/>
                  </a:lnTo>
                  <a:lnTo>
                    <a:pt x="857" y="345"/>
                  </a:lnTo>
                  <a:lnTo>
                    <a:pt x="882" y="333"/>
                  </a:lnTo>
                  <a:lnTo>
                    <a:pt x="921" y="320"/>
                  </a:lnTo>
                  <a:lnTo>
                    <a:pt x="946" y="307"/>
                  </a:lnTo>
                  <a:lnTo>
                    <a:pt x="946" y="269"/>
                  </a:lnTo>
                  <a:lnTo>
                    <a:pt x="934" y="230"/>
                  </a:lnTo>
                  <a:lnTo>
                    <a:pt x="921" y="166"/>
                  </a:lnTo>
                  <a:lnTo>
                    <a:pt x="793" y="179"/>
                  </a:lnTo>
                  <a:lnTo>
                    <a:pt x="793" y="115"/>
                  </a:lnTo>
                  <a:lnTo>
                    <a:pt x="780" y="77"/>
                  </a:lnTo>
                  <a:lnTo>
                    <a:pt x="755" y="51"/>
                  </a:lnTo>
                  <a:lnTo>
                    <a:pt x="64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1" name="Google Shape;936;p78">
              <a:extLst>
                <a:ext uri="{FF2B5EF4-FFF2-40B4-BE49-F238E27FC236}">
                  <a16:creationId xmlns:a16="http://schemas.microsoft.com/office/drawing/2014/main" id="{47E6E8E2-FD26-B9A1-A997-3EEA025E3919}"/>
                </a:ext>
              </a:extLst>
            </p:cNvPr>
            <p:cNvSpPr/>
            <p:nvPr/>
          </p:nvSpPr>
          <p:spPr>
            <a:xfrm>
              <a:off x="4097225" y="2637175"/>
              <a:ext cx="4500" cy="5775"/>
            </a:xfrm>
            <a:custGeom>
              <a:avLst/>
              <a:gdLst/>
              <a:ahLst/>
              <a:cxnLst/>
              <a:rect l="l" t="t" r="r" b="b"/>
              <a:pathLst>
                <a:path w="180" h="231" extrusionOk="0">
                  <a:moveTo>
                    <a:pt x="39" y="0"/>
                  </a:moveTo>
                  <a:lnTo>
                    <a:pt x="26" y="64"/>
                  </a:lnTo>
                  <a:lnTo>
                    <a:pt x="1" y="128"/>
                  </a:lnTo>
                  <a:lnTo>
                    <a:pt x="1" y="166"/>
                  </a:lnTo>
                  <a:lnTo>
                    <a:pt x="14" y="205"/>
                  </a:lnTo>
                  <a:lnTo>
                    <a:pt x="39" y="218"/>
                  </a:lnTo>
                  <a:lnTo>
                    <a:pt x="78" y="230"/>
                  </a:lnTo>
                  <a:lnTo>
                    <a:pt x="116" y="230"/>
                  </a:lnTo>
                  <a:lnTo>
                    <a:pt x="141" y="218"/>
                  </a:lnTo>
                  <a:lnTo>
                    <a:pt x="167" y="192"/>
                  </a:lnTo>
                  <a:lnTo>
                    <a:pt x="180" y="166"/>
                  </a:lnTo>
                  <a:lnTo>
                    <a:pt x="180" y="128"/>
                  </a:lnTo>
                  <a:lnTo>
                    <a:pt x="167" y="103"/>
                  </a:lnTo>
                  <a:lnTo>
                    <a:pt x="103" y="64"/>
                  </a:lnTo>
                  <a:lnTo>
                    <a:pt x="3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2" name="Google Shape;937;p78">
              <a:extLst>
                <a:ext uri="{FF2B5EF4-FFF2-40B4-BE49-F238E27FC236}">
                  <a16:creationId xmlns:a16="http://schemas.microsoft.com/office/drawing/2014/main" id="{16E550D2-9D39-9F1B-C1E8-7D4098F1FAD1}"/>
                </a:ext>
              </a:extLst>
            </p:cNvPr>
            <p:cNvSpPr/>
            <p:nvPr/>
          </p:nvSpPr>
          <p:spPr>
            <a:xfrm>
              <a:off x="3917975" y="2170050"/>
              <a:ext cx="5475" cy="6725"/>
            </a:xfrm>
            <a:custGeom>
              <a:avLst/>
              <a:gdLst/>
              <a:ahLst/>
              <a:cxnLst/>
              <a:rect l="l" t="t" r="r" b="b"/>
              <a:pathLst>
                <a:path w="219" h="269" extrusionOk="0">
                  <a:moveTo>
                    <a:pt x="52" y="0"/>
                  </a:moveTo>
                  <a:lnTo>
                    <a:pt x="26" y="13"/>
                  </a:lnTo>
                  <a:lnTo>
                    <a:pt x="14" y="38"/>
                  </a:lnTo>
                  <a:lnTo>
                    <a:pt x="1" y="102"/>
                  </a:lnTo>
                  <a:lnTo>
                    <a:pt x="14" y="179"/>
                  </a:lnTo>
                  <a:lnTo>
                    <a:pt x="26" y="230"/>
                  </a:lnTo>
                  <a:lnTo>
                    <a:pt x="39" y="256"/>
                  </a:lnTo>
                  <a:lnTo>
                    <a:pt x="52" y="268"/>
                  </a:lnTo>
                  <a:lnTo>
                    <a:pt x="116" y="256"/>
                  </a:lnTo>
                  <a:lnTo>
                    <a:pt x="218" y="243"/>
                  </a:lnTo>
                  <a:lnTo>
                    <a:pt x="218" y="192"/>
                  </a:lnTo>
                  <a:lnTo>
                    <a:pt x="218" y="128"/>
                  </a:lnTo>
                  <a:lnTo>
                    <a:pt x="5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3" name="Google Shape;938;p78">
              <a:extLst>
                <a:ext uri="{FF2B5EF4-FFF2-40B4-BE49-F238E27FC236}">
                  <a16:creationId xmlns:a16="http://schemas.microsoft.com/office/drawing/2014/main" id="{003F2784-3851-9890-3BDE-62E0F97BE441}"/>
                </a:ext>
              </a:extLst>
            </p:cNvPr>
            <p:cNvSpPr/>
            <p:nvPr/>
          </p:nvSpPr>
          <p:spPr>
            <a:xfrm>
              <a:off x="4039400" y="2594350"/>
              <a:ext cx="6100" cy="7375"/>
            </a:xfrm>
            <a:custGeom>
              <a:avLst/>
              <a:gdLst/>
              <a:ahLst/>
              <a:cxnLst/>
              <a:rect l="l" t="t" r="r" b="b"/>
              <a:pathLst>
                <a:path w="244" h="295" extrusionOk="0">
                  <a:moveTo>
                    <a:pt x="90" y="1"/>
                  </a:moveTo>
                  <a:lnTo>
                    <a:pt x="52" y="39"/>
                  </a:lnTo>
                  <a:lnTo>
                    <a:pt x="26" y="90"/>
                  </a:lnTo>
                  <a:lnTo>
                    <a:pt x="1" y="116"/>
                  </a:lnTo>
                  <a:lnTo>
                    <a:pt x="1" y="167"/>
                  </a:lnTo>
                  <a:lnTo>
                    <a:pt x="13" y="205"/>
                  </a:lnTo>
                  <a:lnTo>
                    <a:pt x="13" y="218"/>
                  </a:lnTo>
                  <a:lnTo>
                    <a:pt x="26" y="231"/>
                  </a:lnTo>
                  <a:lnTo>
                    <a:pt x="64" y="244"/>
                  </a:lnTo>
                  <a:lnTo>
                    <a:pt x="103" y="244"/>
                  </a:lnTo>
                  <a:lnTo>
                    <a:pt x="141" y="269"/>
                  </a:lnTo>
                  <a:lnTo>
                    <a:pt x="192" y="295"/>
                  </a:lnTo>
                  <a:lnTo>
                    <a:pt x="231" y="295"/>
                  </a:lnTo>
                  <a:lnTo>
                    <a:pt x="243" y="256"/>
                  </a:lnTo>
                  <a:lnTo>
                    <a:pt x="243" y="218"/>
                  </a:lnTo>
                  <a:lnTo>
                    <a:pt x="205" y="180"/>
                  </a:lnTo>
                  <a:lnTo>
                    <a:pt x="167" y="141"/>
                  </a:lnTo>
                  <a:lnTo>
                    <a:pt x="154" y="116"/>
                  </a:lnTo>
                  <a:lnTo>
                    <a:pt x="141" y="90"/>
                  </a:lnTo>
                  <a:lnTo>
                    <a:pt x="9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4" name="Google Shape;939;p78">
              <a:extLst>
                <a:ext uri="{FF2B5EF4-FFF2-40B4-BE49-F238E27FC236}">
                  <a16:creationId xmlns:a16="http://schemas.microsoft.com/office/drawing/2014/main" id="{D87A41FA-0496-3F2F-BBFE-30AED79FF867}"/>
                </a:ext>
              </a:extLst>
            </p:cNvPr>
            <p:cNvSpPr/>
            <p:nvPr/>
          </p:nvSpPr>
          <p:spPr>
            <a:xfrm>
              <a:off x="3960475" y="2484125"/>
              <a:ext cx="7700" cy="4500"/>
            </a:xfrm>
            <a:custGeom>
              <a:avLst/>
              <a:gdLst/>
              <a:ahLst/>
              <a:cxnLst/>
              <a:rect l="l" t="t" r="r" b="b"/>
              <a:pathLst>
                <a:path w="308" h="180" extrusionOk="0">
                  <a:moveTo>
                    <a:pt x="1" y="0"/>
                  </a:moveTo>
                  <a:lnTo>
                    <a:pt x="1" y="13"/>
                  </a:lnTo>
                  <a:lnTo>
                    <a:pt x="1" y="39"/>
                  </a:lnTo>
                  <a:lnTo>
                    <a:pt x="26" y="52"/>
                  </a:lnTo>
                  <a:lnTo>
                    <a:pt x="65" y="64"/>
                  </a:lnTo>
                  <a:lnTo>
                    <a:pt x="154" y="103"/>
                  </a:lnTo>
                  <a:lnTo>
                    <a:pt x="295" y="179"/>
                  </a:lnTo>
                  <a:lnTo>
                    <a:pt x="307" y="154"/>
                  </a:lnTo>
                  <a:lnTo>
                    <a:pt x="307" y="141"/>
                  </a:lnTo>
                  <a:lnTo>
                    <a:pt x="295" y="115"/>
                  </a:lnTo>
                  <a:lnTo>
                    <a:pt x="269" y="77"/>
                  </a:lnTo>
                  <a:lnTo>
                    <a:pt x="218" y="64"/>
                  </a:lnTo>
                  <a:lnTo>
                    <a:pt x="129" y="26"/>
                  </a:lnTo>
                  <a:lnTo>
                    <a:pt x="5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5" name="Google Shape;940;p78">
              <a:extLst>
                <a:ext uri="{FF2B5EF4-FFF2-40B4-BE49-F238E27FC236}">
                  <a16:creationId xmlns:a16="http://schemas.microsoft.com/office/drawing/2014/main" id="{1FA559BA-B12A-4A2E-D406-8F9AC12FBEFD}"/>
                </a:ext>
              </a:extLst>
            </p:cNvPr>
            <p:cNvSpPr/>
            <p:nvPr/>
          </p:nvSpPr>
          <p:spPr>
            <a:xfrm>
              <a:off x="4038750" y="2583500"/>
              <a:ext cx="3875" cy="5450"/>
            </a:xfrm>
            <a:custGeom>
              <a:avLst/>
              <a:gdLst/>
              <a:ahLst/>
              <a:cxnLst/>
              <a:rect l="l" t="t" r="r" b="b"/>
              <a:pathLst>
                <a:path w="155" h="218" extrusionOk="0">
                  <a:moveTo>
                    <a:pt x="90" y="0"/>
                  </a:moveTo>
                  <a:lnTo>
                    <a:pt x="78" y="39"/>
                  </a:lnTo>
                  <a:lnTo>
                    <a:pt x="52" y="77"/>
                  </a:lnTo>
                  <a:lnTo>
                    <a:pt x="27" y="115"/>
                  </a:lnTo>
                  <a:lnTo>
                    <a:pt x="14" y="154"/>
                  </a:lnTo>
                  <a:lnTo>
                    <a:pt x="1" y="166"/>
                  </a:lnTo>
                  <a:lnTo>
                    <a:pt x="1" y="192"/>
                  </a:lnTo>
                  <a:lnTo>
                    <a:pt x="65" y="217"/>
                  </a:lnTo>
                  <a:lnTo>
                    <a:pt x="90" y="217"/>
                  </a:lnTo>
                  <a:lnTo>
                    <a:pt x="103" y="205"/>
                  </a:lnTo>
                  <a:lnTo>
                    <a:pt x="142" y="179"/>
                  </a:lnTo>
                  <a:lnTo>
                    <a:pt x="154" y="141"/>
                  </a:lnTo>
                  <a:lnTo>
                    <a:pt x="154" y="90"/>
                  </a:lnTo>
                  <a:lnTo>
                    <a:pt x="9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6" name="Google Shape;941;p78">
              <a:extLst>
                <a:ext uri="{FF2B5EF4-FFF2-40B4-BE49-F238E27FC236}">
                  <a16:creationId xmlns:a16="http://schemas.microsoft.com/office/drawing/2014/main" id="{0334A952-E4A9-8B88-0C3C-114499D75187}"/>
                </a:ext>
              </a:extLst>
            </p:cNvPr>
            <p:cNvSpPr/>
            <p:nvPr/>
          </p:nvSpPr>
          <p:spPr>
            <a:xfrm>
              <a:off x="4014800" y="2468775"/>
              <a:ext cx="32300" cy="34875"/>
            </a:xfrm>
            <a:custGeom>
              <a:avLst/>
              <a:gdLst/>
              <a:ahLst/>
              <a:cxnLst/>
              <a:rect l="l" t="t" r="r" b="b"/>
              <a:pathLst>
                <a:path w="1292" h="1395" extrusionOk="0">
                  <a:moveTo>
                    <a:pt x="499" y="1"/>
                  </a:moveTo>
                  <a:lnTo>
                    <a:pt x="397" y="78"/>
                  </a:lnTo>
                  <a:lnTo>
                    <a:pt x="461" y="180"/>
                  </a:lnTo>
                  <a:lnTo>
                    <a:pt x="461" y="205"/>
                  </a:lnTo>
                  <a:lnTo>
                    <a:pt x="307" y="448"/>
                  </a:lnTo>
                  <a:lnTo>
                    <a:pt x="307" y="461"/>
                  </a:lnTo>
                  <a:lnTo>
                    <a:pt x="141" y="563"/>
                  </a:lnTo>
                  <a:lnTo>
                    <a:pt x="128" y="563"/>
                  </a:lnTo>
                  <a:lnTo>
                    <a:pt x="0" y="589"/>
                  </a:lnTo>
                  <a:lnTo>
                    <a:pt x="13" y="640"/>
                  </a:lnTo>
                  <a:lnTo>
                    <a:pt x="64" y="640"/>
                  </a:lnTo>
                  <a:lnTo>
                    <a:pt x="90" y="666"/>
                  </a:lnTo>
                  <a:lnTo>
                    <a:pt x="90" y="768"/>
                  </a:lnTo>
                  <a:lnTo>
                    <a:pt x="256" y="947"/>
                  </a:lnTo>
                  <a:lnTo>
                    <a:pt x="371" y="947"/>
                  </a:lnTo>
                  <a:lnTo>
                    <a:pt x="397" y="959"/>
                  </a:lnTo>
                  <a:lnTo>
                    <a:pt x="524" y="1190"/>
                  </a:lnTo>
                  <a:lnTo>
                    <a:pt x="550" y="1394"/>
                  </a:lnTo>
                  <a:lnTo>
                    <a:pt x="614" y="1394"/>
                  </a:lnTo>
                  <a:lnTo>
                    <a:pt x="588" y="1215"/>
                  </a:lnTo>
                  <a:lnTo>
                    <a:pt x="601" y="1190"/>
                  </a:lnTo>
                  <a:lnTo>
                    <a:pt x="831" y="1049"/>
                  </a:lnTo>
                  <a:lnTo>
                    <a:pt x="857" y="1049"/>
                  </a:lnTo>
                  <a:lnTo>
                    <a:pt x="972" y="1087"/>
                  </a:lnTo>
                  <a:lnTo>
                    <a:pt x="1163" y="844"/>
                  </a:lnTo>
                  <a:lnTo>
                    <a:pt x="1215" y="844"/>
                  </a:lnTo>
                  <a:lnTo>
                    <a:pt x="1291" y="525"/>
                  </a:lnTo>
                  <a:lnTo>
                    <a:pt x="1061" y="435"/>
                  </a:lnTo>
                  <a:lnTo>
                    <a:pt x="1036" y="423"/>
                  </a:lnTo>
                  <a:lnTo>
                    <a:pt x="1010" y="346"/>
                  </a:lnTo>
                  <a:lnTo>
                    <a:pt x="729" y="129"/>
                  </a:lnTo>
                  <a:lnTo>
                    <a:pt x="550" y="90"/>
                  </a:lnTo>
                  <a:lnTo>
                    <a:pt x="524" y="78"/>
                  </a:lnTo>
                  <a:lnTo>
                    <a:pt x="49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7" name="Google Shape;942;p78">
              <a:extLst>
                <a:ext uri="{FF2B5EF4-FFF2-40B4-BE49-F238E27FC236}">
                  <a16:creationId xmlns:a16="http://schemas.microsoft.com/office/drawing/2014/main" id="{654884AE-E955-9561-D68B-D9AEEA28CEC1}"/>
                </a:ext>
              </a:extLst>
            </p:cNvPr>
            <p:cNvSpPr/>
            <p:nvPr/>
          </p:nvSpPr>
          <p:spPr>
            <a:xfrm>
              <a:off x="4044825" y="2605225"/>
              <a:ext cx="5775" cy="5775"/>
            </a:xfrm>
            <a:custGeom>
              <a:avLst/>
              <a:gdLst/>
              <a:ahLst/>
              <a:cxnLst/>
              <a:rect l="l" t="t" r="r" b="b"/>
              <a:pathLst>
                <a:path w="231" h="231" extrusionOk="0">
                  <a:moveTo>
                    <a:pt x="52" y="0"/>
                  </a:moveTo>
                  <a:lnTo>
                    <a:pt x="14" y="64"/>
                  </a:lnTo>
                  <a:lnTo>
                    <a:pt x="1" y="102"/>
                  </a:lnTo>
                  <a:lnTo>
                    <a:pt x="1" y="128"/>
                  </a:lnTo>
                  <a:lnTo>
                    <a:pt x="26" y="141"/>
                  </a:lnTo>
                  <a:lnTo>
                    <a:pt x="39" y="154"/>
                  </a:lnTo>
                  <a:lnTo>
                    <a:pt x="116" y="192"/>
                  </a:lnTo>
                  <a:lnTo>
                    <a:pt x="180" y="230"/>
                  </a:lnTo>
                  <a:lnTo>
                    <a:pt x="231" y="192"/>
                  </a:lnTo>
                  <a:lnTo>
                    <a:pt x="231" y="179"/>
                  </a:lnTo>
                  <a:lnTo>
                    <a:pt x="231" y="154"/>
                  </a:lnTo>
                  <a:lnTo>
                    <a:pt x="193" y="102"/>
                  </a:lnTo>
                  <a:lnTo>
                    <a:pt x="180" y="90"/>
                  </a:lnTo>
                  <a:lnTo>
                    <a:pt x="167" y="64"/>
                  </a:lnTo>
                  <a:lnTo>
                    <a:pt x="5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8" name="Google Shape;943;p78">
              <a:extLst>
                <a:ext uri="{FF2B5EF4-FFF2-40B4-BE49-F238E27FC236}">
                  <a16:creationId xmlns:a16="http://schemas.microsoft.com/office/drawing/2014/main" id="{D5A9B25D-7EBD-90E0-13F7-0B4539CB6B7D}"/>
                </a:ext>
              </a:extLst>
            </p:cNvPr>
            <p:cNvSpPr/>
            <p:nvPr/>
          </p:nvSpPr>
          <p:spPr>
            <a:xfrm>
              <a:off x="4003625" y="2488925"/>
              <a:ext cx="39950" cy="71575"/>
            </a:xfrm>
            <a:custGeom>
              <a:avLst/>
              <a:gdLst/>
              <a:ahLst/>
              <a:cxnLst/>
              <a:rect l="l" t="t" r="r" b="b"/>
              <a:pathLst>
                <a:path w="1598" h="2863" extrusionOk="0">
                  <a:moveTo>
                    <a:pt x="217" y="0"/>
                  </a:moveTo>
                  <a:lnTo>
                    <a:pt x="0" y="396"/>
                  </a:lnTo>
                  <a:lnTo>
                    <a:pt x="51" y="435"/>
                  </a:lnTo>
                  <a:lnTo>
                    <a:pt x="64" y="460"/>
                  </a:lnTo>
                  <a:lnTo>
                    <a:pt x="90" y="703"/>
                  </a:lnTo>
                  <a:lnTo>
                    <a:pt x="141" y="741"/>
                  </a:lnTo>
                  <a:lnTo>
                    <a:pt x="166" y="767"/>
                  </a:lnTo>
                  <a:lnTo>
                    <a:pt x="192" y="805"/>
                  </a:lnTo>
                  <a:lnTo>
                    <a:pt x="205" y="856"/>
                  </a:lnTo>
                  <a:lnTo>
                    <a:pt x="217" y="920"/>
                  </a:lnTo>
                  <a:lnTo>
                    <a:pt x="230" y="997"/>
                  </a:lnTo>
                  <a:lnTo>
                    <a:pt x="217" y="1061"/>
                  </a:lnTo>
                  <a:lnTo>
                    <a:pt x="205" y="1086"/>
                  </a:lnTo>
                  <a:lnTo>
                    <a:pt x="179" y="1099"/>
                  </a:lnTo>
                  <a:lnTo>
                    <a:pt x="192" y="1138"/>
                  </a:lnTo>
                  <a:lnTo>
                    <a:pt x="192" y="1189"/>
                  </a:lnTo>
                  <a:lnTo>
                    <a:pt x="192" y="1214"/>
                  </a:lnTo>
                  <a:lnTo>
                    <a:pt x="179" y="1240"/>
                  </a:lnTo>
                  <a:lnTo>
                    <a:pt x="153" y="1265"/>
                  </a:lnTo>
                  <a:lnTo>
                    <a:pt x="153" y="1291"/>
                  </a:lnTo>
                  <a:lnTo>
                    <a:pt x="153" y="1317"/>
                  </a:lnTo>
                  <a:lnTo>
                    <a:pt x="179" y="1368"/>
                  </a:lnTo>
                  <a:lnTo>
                    <a:pt x="205" y="1406"/>
                  </a:lnTo>
                  <a:lnTo>
                    <a:pt x="217" y="1457"/>
                  </a:lnTo>
                  <a:lnTo>
                    <a:pt x="205" y="1495"/>
                  </a:lnTo>
                  <a:lnTo>
                    <a:pt x="179" y="1547"/>
                  </a:lnTo>
                  <a:lnTo>
                    <a:pt x="179" y="1610"/>
                  </a:lnTo>
                  <a:lnTo>
                    <a:pt x="205" y="1662"/>
                  </a:lnTo>
                  <a:lnTo>
                    <a:pt x="243" y="1713"/>
                  </a:lnTo>
                  <a:lnTo>
                    <a:pt x="256" y="1751"/>
                  </a:lnTo>
                  <a:lnTo>
                    <a:pt x="268" y="1802"/>
                  </a:lnTo>
                  <a:lnTo>
                    <a:pt x="243" y="1853"/>
                  </a:lnTo>
                  <a:lnTo>
                    <a:pt x="192" y="1956"/>
                  </a:lnTo>
                  <a:lnTo>
                    <a:pt x="179" y="2007"/>
                  </a:lnTo>
                  <a:lnTo>
                    <a:pt x="192" y="2071"/>
                  </a:lnTo>
                  <a:lnTo>
                    <a:pt x="243" y="2186"/>
                  </a:lnTo>
                  <a:lnTo>
                    <a:pt x="268" y="2237"/>
                  </a:lnTo>
                  <a:lnTo>
                    <a:pt x="294" y="2275"/>
                  </a:lnTo>
                  <a:lnTo>
                    <a:pt x="307" y="2313"/>
                  </a:lnTo>
                  <a:lnTo>
                    <a:pt x="307" y="2339"/>
                  </a:lnTo>
                  <a:lnTo>
                    <a:pt x="281" y="2339"/>
                  </a:lnTo>
                  <a:lnTo>
                    <a:pt x="256" y="2352"/>
                  </a:lnTo>
                  <a:lnTo>
                    <a:pt x="217" y="2365"/>
                  </a:lnTo>
                  <a:lnTo>
                    <a:pt x="205" y="2377"/>
                  </a:lnTo>
                  <a:lnTo>
                    <a:pt x="205" y="2416"/>
                  </a:lnTo>
                  <a:lnTo>
                    <a:pt x="217" y="2441"/>
                  </a:lnTo>
                  <a:lnTo>
                    <a:pt x="243" y="2454"/>
                  </a:lnTo>
                  <a:lnTo>
                    <a:pt x="320" y="2480"/>
                  </a:lnTo>
                  <a:lnTo>
                    <a:pt x="447" y="2518"/>
                  </a:lnTo>
                  <a:lnTo>
                    <a:pt x="575" y="2595"/>
                  </a:lnTo>
                  <a:lnTo>
                    <a:pt x="677" y="2671"/>
                  </a:lnTo>
                  <a:lnTo>
                    <a:pt x="729" y="2722"/>
                  </a:lnTo>
                  <a:lnTo>
                    <a:pt x="754" y="2786"/>
                  </a:lnTo>
                  <a:lnTo>
                    <a:pt x="792" y="2863"/>
                  </a:lnTo>
                  <a:lnTo>
                    <a:pt x="1061" y="2837"/>
                  </a:lnTo>
                  <a:lnTo>
                    <a:pt x="1150" y="2646"/>
                  </a:lnTo>
                  <a:lnTo>
                    <a:pt x="1112" y="2531"/>
                  </a:lnTo>
                  <a:lnTo>
                    <a:pt x="1125" y="2492"/>
                  </a:lnTo>
                  <a:lnTo>
                    <a:pt x="1329" y="2416"/>
                  </a:lnTo>
                  <a:lnTo>
                    <a:pt x="1598" y="2007"/>
                  </a:lnTo>
                  <a:lnTo>
                    <a:pt x="1495" y="1725"/>
                  </a:lnTo>
                  <a:lnTo>
                    <a:pt x="1368" y="1713"/>
                  </a:lnTo>
                  <a:lnTo>
                    <a:pt x="1342" y="1700"/>
                  </a:lnTo>
                  <a:lnTo>
                    <a:pt x="1061" y="1189"/>
                  </a:lnTo>
                  <a:lnTo>
                    <a:pt x="1048" y="1189"/>
                  </a:lnTo>
                  <a:lnTo>
                    <a:pt x="959" y="626"/>
                  </a:lnTo>
                  <a:lnTo>
                    <a:pt x="920" y="396"/>
                  </a:lnTo>
                  <a:lnTo>
                    <a:pt x="805" y="192"/>
                  </a:lnTo>
                  <a:lnTo>
                    <a:pt x="690" y="192"/>
                  </a:lnTo>
                  <a:lnTo>
                    <a:pt x="677" y="179"/>
                  </a:lnTo>
                  <a:lnTo>
                    <a:pt x="511" y="13"/>
                  </a:lnTo>
                  <a:lnTo>
                    <a:pt x="435" y="64"/>
                  </a:lnTo>
                  <a:lnTo>
                    <a:pt x="409" y="64"/>
                  </a:lnTo>
                  <a:lnTo>
                    <a:pt x="21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9" name="Google Shape;944;p78">
              <a:extLst>
                <a:ext uri="{FF2B5EF4-FFF2-40B4-BE49-F238E27FC236}">
                  <a16:creationId xmlns:a16="http://schemas.microsoft.com/office/drawing/2014/main" id="{4B9E3514-0E66-2613-C6E0-FAE2F92B21C6}"/>
                </a:ext>
              </a:extLst>
            </p:cNvPr>
            <p:cNvSpPr/>
            <p:nvPr/>
          </p:nvSpPr>
          <p:spPr>
            <a:xfrm>
              <a:off x="4043550" y="2591475"/>
              <a:ext cx="3875" cy="4175"/>
            </a:xfrm>
            <a:custGeom>
              <a:avLst/>
              <a:gdLst/>
              <a:ahLst/>
              <a:cxnLst/>
              <a:rect l="l" t="t" r="r" b="b"/>
              <a:pathLst>
                <a:path w="155" h="167" extrusionOk="0">
                  <a:moveTo>
                    <a:pt x="39" y="1"/>
                  </a:moveTo>
                  <a:lnTo>
                    <a:pt x="26" y="26"/>
                  </a:lnTo>
                  <a:lnTo>
                    <a:pt x="1" y="52"/>
                  </a:lnTo>
                  <a:lnTo>
                    <a:pt x="13" y="77"/>
                  </a:lnTo>
                  <a:lnTo>
                    <a:pt x="26" y="103"/>
                  </a:lnTo>
                  <a:lnTo>
                    <a:pt x="65" y="154"/>
                  </a:lnTo>
                  <a:lnTo>
                    <a:pt x="90" y="167"/>
                  </a:lnTo>
                  <a:lnTo>
                    <a:pt x="116" y="154"/>
                  </a:lnTo>
                  <a:lnTo>
                    <a:pt x="154" y="128"/>
                  </a:lnTo>
                  <a:lnTo>
                    <a:pt x="128" y="77"/>
                  </a:lnTo>
                  <a:lnTo>
                    <a:pt x="103" y="39"/>
                  </a:lnTo>
                  <a:lnTo>
                    <a:pt x="3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0" name="Google Shape;945;p78">
              <a:extLst>
                <a:ext uri="{FF2B5EF4-FFF2-40B4-BE49-F238E27FC236}">
                  <a16:creationId xmlns:a16="http://schemas.microsoft.com/office/drawing/2014/main" id="{9254D077-D722-664F-7570-4C57D273822B}"/>
                </a:ext>
              </a:extLst>
            </p:cNvPr>
            <p:cNvSpPr/>
            <p:nvPr/>
          </p:nvSpPr>
          <p:spPr>
            <a:xfrm>
              <a:off x="4160500" y="2617050"/>
              <a:ext cx="5450" cy="4800"/>
            </a:xfrm>
            <a:custGeom>
              <a:avLst/>
              <a:gdLst/>
              <a:ahLst/>
              <a:cxnLst/>
              <a:rect l="l" t="t" r="r" b="b"/>
              <a:pathLst>
                <a:path w="218" h="192" extrusionOk="0">
                  <a:moveTo>
                    <a:pt x="141" y="0"/>
                  </a:moveTo>
                  <a:lnTo>
                    <a:pt x="103" y="38"/>
                  </a:lnTo>
                  <a:lnTo>
                    <a:pt x="39" y="90"/>
                  </a:lnTo>
                  <a:lnTo>
                    <a:pt x="13" y="115"/>
                  </a:lnTo>
                  <a:lnTo>
                    <a:pt x="0" y="141"/>
                  </a:lnTo>
                  <a:lnTo>
                    <a:pt x="0" y="166"/>
                  </a:lnTo>
                  <a:lnTo>
                    <a:pt x="26" y="192"/>
                  </a:lnTo>
                  <a:lnTo>
                    <a:pt x="77" y="192"/>
                  </a:lnTo>
                  <a:lnTo>
                    <a:pt x="154" y="141"/>
                  </a:lnTo>
                  <a:lnTo>
                    <a:pt x="205" y="90"/>
                  </a:lnTo>
                  <a:lnTo>
                    <a:pt x="218" y="51"/>
                  </a:lnTo>
                  <a:lnTo>
                    <a:pt x="218" y="26"/>
                  </a:lnTo>
                  <a:lnTo>
                    <a:pt x="14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1" name="Google Shape;946;p78">
              <a:extLst>
                <a:ext uri="{FF2B5EF4-FFF2-40B4-BE49-F238E27FC236}">
                  <a16:creationId xmlns:a16="http://schemas.microsoft.com/office/drawing/2014/main" id="{0AF36E02-CB12-0D0A-C631-90A0AE299DF9}"/>
                </a:ext>
              </a:extLst>
            </p:cNvPr>
            <p:cNvSpPr/>
            <p:nvPr/>
          </p:nvSpPr>
          <p:spPr>
            <a:xfrm>
              <a:off x="4010000" y="2341950"/>
              <a:ext cx="199400" cy="115350"/>
            </a:xfrm>
            <a:custGeom>
              <a:avLst/>
              <a:gdLst/>
              <a:ahLst/>
              <a:cxnLst/>
              <a:rect l="l" t="t" r="r" b="b"/>
              <a:pathLst>
                <a:path w="7976" h="4614" extrusionOk="0">
                  <a:moveTo>
                    <a:pt x="1394" y="0"/>
                  </a:moveTo>
                  <a:lnTo>
                    <a:pt x="1355" y="51"/>
                  </a:lnTo>
                  <a:lnTo>
                    <a:pt x="1343" y="64"/>
                  </a:lnTo>
                  <a:lnTo>
                    <a:pt x="1125" y="102"/>
                  </a:lnTo>
                  <a:lnTo>
                    <a:pt x="972" y="486"/>
                  </a:lnTo>
                  <a:lnTo>
                    <a:pt x="972" y="498"/>
                  </a:lnTo>
                  <a:lnTo>
                    <a:pt x="806" y="588"/>
                  </a:lnTo>
                  <a:lnTo>
                    <a:pt x="831" y="920"/>
                  </a:lnTo>
                  <a:lnTo>
                    <a:pt x="831" y="933"/>
                  </a:lnTo>
                  <a:lnTo>
                    <a:pt x="525" y="1380"/>
                  </a:lnTo>
                  <a:lnTo>
                    <a:pt x="307" y="1955"/>
                  </a:lnTo>
                  <a:lnTo>
                    <a:pt x="295" y="1968"/>
                  </a:lnTo>
                  <a:lnTo>
                    <a:pt x="1" y="2147"/>
                  </a:lnTo>
                  <a:lnTo>
                    <a:pt x="192" y="2403"/>
                  </a:lnTo>
                  <a:lnTo>
                    <a:pt x="205" y="2403"/>
                  </a:lnTo>
                  <a:lnTo>
                    <a:pt x="320" y="2722"/>
                  </a:lnTo>
                  <a:lnTo>
                    <a:pt x="742" y="3157"/>
                  </a:lnTo>
                  <a:lnTo>
                    <a:pt x="742" y="3170"/>
                  </a:lnTo>
                  <a:lnTo>
                    <a:pt x="831" y="3425"/>
                  </a:lnTo>
                  <a:lnTo>
                    <a:pt x="1228" y="3502"/>
                  </a:lnTo>
                  <a:lnTo>
                    <a:pt x="1496" y="3579"/>
                  </a:lnTo>
                  <a:lnTo>
                    <a:pt x="1522" y="3425"/>
                  </a:lnTo>
                  <a:lnTo>
                    <a:pt x="1547" y="3400"/>
                  </a:lnTo>
                  <a:lnTo>
                    <a:pt x="1713" y="3374"/>
                  </a:lnTo>
                  <a:lnTo>
                    <a:pt x="1726" y="3374"/>
                  </a:lnTo>
                  <a:lnTo>
                    <a:pt x="1918" y="3464"/>
                  </a:lnTo>
                  <a:lnTo>
                    <a:pt x="1931" y="3489"/>
                  </a:lnTo>
                  <a:lnTo>
                    <a:pt x="1764" y="3732"/>
                  </a:lnTo>
                  <a:lnTo>
                    <a:pt x="1969" y="3821"/>
                  </a:lnTo>
                  <a:lnTo>
                    <a:pt x="2352" y="3834"/>
                  </a:lnTo>
                  <a:lnTo>
                    <a:pt x="2288" y="4154"/>
                  </a:lnTo>
                  <a:lnTo>
                    <a:pt x="2391" y="4333"/>
                  </a:lnTo>
                  <a:lnTo>
                    <a:pt x="2634" y="4218"/>
                  </a:lnTo>
                  <a:lnTo>
                    <a:pt x="2838" y="4409"/>
                  </a:lnTo>
                  <a:lnTo>
                    <a:pt x="4576" y="4614"/>
                  </a:lnTo>
                  <a:lnTo>
                    <a:pt x="4883" y="4345"/>
                  </a:lnTo>
                  <a:lnTo>
                    <a:pt x="5266" y="4051"/>
                  </a:lnTo>
                  <a:lnTo>
                    <a:pt x="5982" y="4128"/>
                  </a:lnTo>
                  <a:lnTo>
                    <a:pt x="6800" y="4294"/>
                  </a:lnTo>
                  <a:lnTo>
                    <a:pt x="7120" y="4256"/>
                  </a:lnTo>
                  <a:lnTo>
                    <a:pt x="7094" y="4167"/>
                  </a:lnTo>
                  <a:lnTo>
                    <a:pt x="7145" y="4090"/>
                  </a:lnTo>
                  <a:lnTo>
                    <a:pt x="7324" y="4039"/>
                  </a:lnTo>
                  <a:lnTo>
                    <a:pt x="7388" y="3796"/>
                  </a:lnTo>
                  <a:lnTo>
                    <a:pt x="7388" y="3540"/>
                  </a:lnTo>
                  <a:lnTo>
                    <a:pt x="7465" y="3464"/>
                  </a:lnTo>
                  <a:lnTo>
                    <a:pt x="7529" y="3579"/>
                  </a:lnTo>
                  <a:lnTo>
                    <a:pt x="7644" y="3579"/>
                  </a:lnTo>
                  <a:lnTo>
                    <a:pt x="7822" y="3566"/>
                  </a:lnTo>
                  <a:lnTo>
                    <a:pt x="7861" y="3566"/>
                  </a:lnTo>
                  <a:lnTo>
                    <a:pt x="7886" y="3553"/>
                  </a:lnTo>
                  <a:lnTo>
                    <a:pt x="7912" y="3515"/>
                  </a:lnTo>
                  <a:lnTo>
                    <a:pt x="7912" y="3476"/>
                  </a:lnTo>
                  <a:lnTo>
                    <a:pt x="7912" y="3464"/>
                  </a:lnTo>
                  <a:lnTo>
                    <a:pt x="7976" y="3208"/>
                  </a:lnTo>
                  <a:lnTo>
                    <a:pt x="6915" y="3208"/>
                  </a:lnTo>
                  <a:lnTo>
                    <a:pt x="6826" y="2965"/>
                  </a:lnTo>
                  <a:lnTo>
                    <a:pt x="6826" y="2952"/>
                  </a:lnTo>
                  <a:lnTo>
                    <a:pt x="6762" y="2479"/>
                  </a:lnTo>
                  <a:lnTo>
                    <a:pt x="6864" y="2134"/>
                  </a:lnTo>
                  <a:lnTo>
                    <a:pt x="6864" y="1610"/>
                  </a:lnTo>
                  <a:lnTo>
                    <a:pt x="6583" y="1546"/>
                  </a:lnTo>
                  <a:lnTo>
                    <a:pt x="6583" y="1406"/>
                  </a:lnTo>
                  <a:lnTo>
                    <a:pt x="6417" y="1342"/>
                  </a:lnTo>
                  <a:lnTo>
                    <a:pt x="6417" y="1150"/>
                  </a:lnTo>
                  <a:lnTo>
                    <a:pt x="5854" y="511"/>
                  </a:lnTo>
                  <a:lnTo>
                    <a:pt x="5790" y="243"/>
                  </a:lnTo>
                  <a:lnTo>
                    <a:pt x="5330" y="205"/>
                  </a:lnTo>
                  <a:lnTo>
                    <a:pt x="5228" y="396"/>
                  </a:lnTo>
                  <a:lnTo>
                    <a:pt x="4474" y="524"/>
                  </a:lnTo>
                  <a:lnTo>
                    <a:pt x="4410" y="639"/>
                  </a:lnTo>
                  <a:lnTo>
                    <a:pt x="4027" y="639"/>
                  </a:lnTo>
                  <a:lnTo>
                    <a:pt x="3937" y="524"/>
                  </a:lnTo>
                  <a:lnTo>
                    <a:pt x="180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2" name="Google Shape;947;p78">
              <a:extLst>
                <a:ext uri="{FF2B5EF4-FFF2-40B4-BE49-F238E27FC236}">
                  <a16:creationId xmlns:a16="http://schemas.microsoft.com/office/drawing/2014/main" id="{1EBBFCDB-DC11-B129-8F36-8ADE9B63FA7C}"/>
                </a:ext>
              </a:extLst>
            </p:cNvPr>
            <p:cNvSpPr/>
            <p:nvPr/>
          </p:nvSpPr>
          <p:spPr>
            <a:xfrm>
              <a:off x="3892750" y="2170050"/>
              <a:ext cx="202275" cy="148900"/>
            </a:xfrm>
            <a:custGeom>
              <a:avLst/>
              <a:gdLst/>
              <a:ahLst/>
              <a:cxnLst/>
              <a:rect l="l" t="t" r="r" b="b"/>
              <a:pathLst>
                <a:path w="8091" h="5956" extrusionOk="0">
                  <a:moveTo>
                    <a:pt x="3643" y="0"/>
                  </a:moveTo>
                  <a:lnTo>
                    <a:pt x="3413" y="179"/>
                  </a:lnTo>
                  <a:lnTo>
                    <a:pt x="2671" y="473"/>
                  </a:lnTo>
                  <a:lnTo>
                    <a:pt x="2186" y="856"/>
                  </a:lnTo>
                  <a:lnTo>
                    <a:pt x="1726" y="946"/>
                  </a:lnTo>
                  <a:lnTo>
                    <a:pt x="678" y="1253"/>
                  </a:lnTo>
                  <a:lnTo>
                    <a:pt x="179" y="1598"/>
                  </a:lnTo>
                  <a:lnTo>
                    <a:pt x="0" y="1623"/>
                  </a:lnTo>
                  <a:lnTo>
                    <a:pt x="0" y="1764"/>
                  </a:lnTo>
                  <a:lnTo>
                    <a:pt x="102" y="2198"/>
                  </a:lnTo>
                  <a:lnTo>
                    <a:pt x="588" y="2569"/>
                  </a:lnTo>
                  <a:lnTo>
                    <a:pt x="690" y="2978"/>
                  </a:lnTo>
                  <a:lnTo>
                    <a:pt x="1061" y="3221"/>
                  </a:lnTo>
                  <a:lnTo>
                    <a:pt x="946" y="3451"/>
                  </a:lnTo>
                  <a:lnTo>
                    <a:pt x="1163" y="3694"/>
                  </a:lnTo>
                  <a:lnTo>
                    <a:pt x="1163" y="4128"/>
                  </a:lnTo>
                  <a:lnTo>
                    <a:pt x="1355" y="4435"/>
                  </a:lnTo>
                  <a:lnTo>
                    <a:pt x="2198" y="4435"/>
                  </a:lnTo>
                  <a:lnTo>
                    <a:pt x="2198" y="4665"/>
                  </a:lnTo>
                  <a:lnTo>
                    <a:pt x="2505" y="4946"/>
                  </a:lnTo>
                  <a:lnTo>
                    <a:pt x="2774" y="4627"/>
                  </a:lnTo>
                  <a:lnTo>
                    <a:pt x="3183" y="4908"/>
                  </a:lnTo>
                  <a:lnTo>
                    <a:pt x="3080" y="5138"/>
                  </a:lnTo>
                  <a:lnTo>
                    <a:pt x="3553" y="5291"/>
                  </a:lnTo>
                  <a:lnTo>
                    <a:pt x="3566" y="5278"/>
                  </a:lnTo>
                  <a:lnTo>
                    <a:pt x="3886" y="5483"/>
                  </a:lnTo>
                  <a:lnTo>
                    <a:pt x="4397" y="5675"/>
                  </a:lnTo>
                  <a:lnTo>
                    <a:pt x="4486" y="5470"/>
                  </a:lnTo>
                  <a:lnTo>
                    <a:pt x="4767" y="5470"/>
                  </a:lnTo>
                  <a:lnTo>
                    <a:pt x="4985" y="5739"/>
                  </a:lnTo>
                  <a:lnTo>
                    <a:pt x="5227" y="5598"/>
                  </a:lnTo>
                  <a:lnTo>
                    <a:pt x="5636" y="5751"/>
                  </a:lnTo>
                  <a:lnTo>
                    <a:pt x="5764" y="5815"/>
                  </a:lnTo>
                  <a:lnTo>
                    <a:pt x="6033" y="5777"/>
                  </a:lnTo>
                  <a:lnTo>
                    <a:pt x="6250" y="5956"/>
                  </a:lnTo>
                  <a:lnTo>
                    <a:pt x="6263" y="5956"/>
                  </a:lnTo>
                  <a:lnTo>
                    <a:pt x="6301" y="5918"/>
                  </a:lnTo>
                  <a:lnTo>
                    <a:pt x="6672" y="5304"/>
                  </a:lnTo>
                  <a:lnTo>
                    <a:pt x="7081" y="4639"/>
                  </a:lnTo>
                  <a:lnTo>
                    <a:pt x="7963" y="4639"/>
                  </a:lnTo>
                  <a:lnTo>
                    <a:pt x="8065" y="4192"/>
                  </a:lnTo>
                  <a:lnTo>
                    <a:pt x="7835" y="3937"/>
                  </a:lnTo>
                  <a:lnTo>
                    <a:pt x="7963" y="3579"/>
                  </a:lnTo>
                  <a:lnTo>
                    <a:pt x="7809" y="2876"/>
                  </a:lnTo>
                  <a:lnTo>
                    <a:pt x="7630" y="2876"/>
                  </a:lnTo>
                  <a:lnTo>
                    <a:pt x="7630" y="2569"/>
                  </a:lnTo>
                  <a:lnTo>
                    <a:pt x="8090" y="2339"/>
                  </a:lnTo>
                  <a:lnTo>
                    <a:pt x="8090" y="1968"/>
                  </a:lnTo>
                  <a:lnTo>
                    <a:pt x="7809" y="1547"/>
                  </a:lnTo>
                  <a:lnTo>
                    <a:pt x="7758" y="1201"/>
                  </a:lnTo>
                  <a:lnTo>
                    <a:pt x="7809" y="1189"/>
                  </a:lnTo>
                  <a:lnTo>
                    <a:pt x="7643" y="665"/>
                  </a:lnTo>
                  <a:lnTo>
                    <a:pt x="7247" y="639"/>
                  </a:lnTo>
                  <a:lnTo>
                    <a:pt x="6288" y="652"/>
                  </a:lnTo>
                  <a:lnTo>
                    <a:pt x="6276" y="652"/>
                  </a:lnTo>
                  <a:lnTo>
                    <a:pt x="5406" y="332"/>
                  </a:lnTo>
                  <a:lnTo>
                    <a:pt x="5394" y="422"/>
                  </a:lnTo>
                  <a:lnTo>
                    <a:pt x="5023" y="550"/>
                  </a:lnTo>
                  <a:lnTo>
                    <a:pt x="4461" y="703"/>
                  </a:lnTo>
                  <a:lnTo>
                    <a:pt x="4013" y="601"/>
                  </a:lnTo>
                  <a:lnTo>
                    <a:pt x="386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3" name="Google Shape;948;p78">
              <a:extLst>
                <a:ext uri="{FF2B5EF4-FFF2-40B4-BE49-F238E27FC236}">
                  <a16:creationId xmlns:a16="http://schemas.microsoft.com/office/drawing/2014/main" id="{D4BB355B-4A5F-2935-EE4C-BD22A2150F73}"/>
                </a:ext>
              </a:extLst>
            </p:cNvPr>
            <p:cNvSpPr/>
            <p:nvPr/>
          </p:nvSpPr>
          <p:spPr>
            <a:xfrm>
              <a:off x="4156350" y="2341950"/>
              <a:ext cx="57850" cy="72550"/>
            </a:xfrm>
            <a:custGeom>
              <a:avLst/>
              <a:gdLst/>
              <a:ahLst/>
              <a:cxnLst/>
              <a:rect l="l" t="t" r="r" b="b"/>
              <a:pathLst>
                <a:path w="2314" h="2902" extrusionOk="0">
                  <a:moveTo>
                    <a:pt x="435" y="0"/>
                  </a:moveTo>
                  <a:lnTo>
                    <a:pt x="77" y="51"/>
                  </a:lnTo>
                  <a:lnTo>
                    <a:pt x="0" y="217"/>
                  </a:lnTo>
                  <a:lnTo>
                    <a:pt x="77" y="473"/>
                  </a:lnTo>
                  <a:lnTo>
                    <a:pt x="639" y="1125"/>
                  </a:lnTo>
                  <a:lnTo>
                    <a:pt x="639" y="1291"/>
                  </a:lnTo>
                  <a:lnTo>
                    <a:pt x="805" y="1355"/>
                  </a:lnTo>
                  <a:lnTo>
                    <a:pt x="805" y="1483"/>
                  </a:lnTo>
                  <a:lnTo>
                    <a:pt x="1087" y="1546"/>
                  </a:lnTo>
                  <a:lnTo>
                    <a:pt x="1087" y="2147"/>
                  </a:lnTo>
                  <a:lnTo>
                    <a:pt x="984" y="2479"/>
                  </a:lnTo>
                  <a:lnTo>
                    <a:pt x="1035" y="2901"/>
                  </a:lnTo>
                  <a:lnTo>
                    <a:pt x="1432" y="2607"/>
                  </a:lnTo>
                  <a:lnTo>
                    <a:pt x="1611" y="2134"/>
                  </a:lnTo>
                  <a:lnTo>
                    <a:pt x="1611" y="1777"/>
                  </a:lnTo>
                  <a:lnTo>
                    <a:pt x="2314" y="1610"/>
                  </a:lnTo>
                  <a:lnTo>
                    <a:pt x="1994" y="1342"/>
                  </a:lnTo>
                  <a:lnTo>
                    <a:pt x="1738" y="1061"/>
                  </a:lnTo>
                  <a:lnTo>
                    <a:pt x="1751" y="716"/>
                  </a:lnTo>
                  <a:lnTo>
                    <a:pt x="1675" y="511"/>
                  </a:lnTo>
                  <a:lnTo>
                    <a:pt x="1508" y="294"/>
                  </a:lnTo>
                  <a:lnTo>
                    <a:pt x="1304" y="409"/>
                  </a:lnTo>
                  <a:lnTo>
                    <a:pt x="1125" y="230"/>
                  </a:lnTo>
                  <a:lnTo>
                    <a:pt x="946" y="345"/>
                  </a:lnTo>
                  <a:lnTo>
                    <a:pt x="43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4" name="Google Shape;949;p78">
              <a:extLst>
                <a:ext uri="{FF2B5EF4-FFF2-40B4-BE49-F238E27FC236}">
                  <a16:creationId xmlns:a16="http://schemas.microsoft.com/office/drawing/2014/main" id="{AFF94910-A84C-0074-2166-CC0171E04D2A}"/>
                </a:ext>
              </a:extLst>
            </p:cNvPr>
            <p:cNvSpPr/>
            <p:nvPr/>
          </p:nvSpPr>
          <p:spPr>
            <a:xfrm>
              <a:off x="4044525" y="2130100"/>
              <a:ext cx="102575" cy="68725"/>
            </a:xfrm>
            <a:custGeom>
              <a:avLst/>
              <a:gdLst/>
              <a:ahLst/>
              <a:cxnLst/>
              <a:rect l="l" t="t" r="r" b="b"/>
              <a:pathLst>
                <a:path w="4103" h="2749" extrusionOk="0">
                  <a:moveTo>
                    <a:pt x="767" y="1"/>
                  </a:moveTo>
                  <a:lnTo>
                    <a:pt x="64" y="231"/>
                  </a:lnTo>
                  <a:lnTo>
                    <a:pt x="115" y="435"/>
                  </a:lnTo>
                  <a:lnTo>
                    <a:pt x="0" y="908"/>
                  </a:lnTo>
                  <a:lnTo>
                    <a:pt x="0" y="1036"/>
                  </a:lnTo>
                  <a:lnTo>
                    <a:pt x="294" y="1138"/>
                  </a:lnTo>
                  <a:lnTo>
                    <a:pt x="550" y="1458"/>
                  </a:lnTo>
                  <a:lnTo>
                    <a:pt x="1368" y="1458"/>
                  </a:lnTo>
                  <a:lnTo>
                    <a:pt x="1227" y="2173"/>
                  </a:lnTo>
                  <a:lnTo>
                    <a:pt x="1623" y="2186"/>
                  </a:lnTo>
                  <a:lnTo>
                    <a:pt x="1802" y="2748"/>
                  </a:lnTo>
                  <a:lnTo>
                    <a:pt x="2697" y="2659"/>
                  </a:lnTo>
                  <a:lnTo>
                    <a:pt x="3527" y="2531"/>
                  </a:lnTo>
                  <a:lnTo>
                    <a:pt x="3464" y="2467"/>
                  </a:lnTo>
                  <a:lnTo>
                    <a:pt x="3464" y="1726"/>
                  </a:lnTo>
                  <a:lnTo>
                    <a:pt x="4090" y="1368"/>
                  </a:lnTo>
                  <a:lnTo>
                    <a:pt x="4064" y="1176"/>
                  </a:lnTo>
                  <a:lnTo>
                    <a:pt x="4103" y="870"/>
                  </a:lnTo>
                  <a:lnTo>
                    <a:pt x="3259" y="256"/>
                  </a:lnTo>
                  <a:lnTo>
                    <a:pt x="2914" y="256"/>
                  </a:lnTo>
                  <a:lnTo>
                    <a:pt x="2914" y="1"/>
                  </a:lnTo>
                  <a:lnTo>
                    <a:pt x="2786" y="1"/>
                  </a:lnTo>
                  <a:lnTo>
                    <a:pt x="2633" y="179"/>
                  </a:lnTo>
                  <a:lnTo>
                    <a:pt x="2339" y="179"/>
                  </a:lnTo>
                  <a:lnTo>
                    <a:pt x="76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5" name="Google Shape;950;p78">
              <a:extLst>
                <a:ext uri="{FF2B5EF4-FFF2-40B4-BE49-F238E27FC236}">
                  <a16:creationId xmlns:a16="http://schemas.microsoft.com/office/drawing/2014/main" id="{9B782D74-BA5F-C0EC-4777-18329EA019F6}"/>
                </a:ext>
              </a:extLst>
            </p:cNvPr>
            <p:cNvSpPr/>
            <p:nvPr/>
          </p:nvSpPr>
          <p:spPr>
            <a:xfrm>
              <a:off x="4136850" y="2615125"/>
              <a:ext cx="3850" cy="4825"/>
            </a:xfrm>
            <a:custGeom>
              <a:avLst/>
              <a:gdLst/>
              <a:ahLst/>
              <a:cxnLst/>
              <a:rect l="l" t="t" r="r" b="b"/>
              <a:pathLst>
                <a:path w="154" h="193" extrusionOk="0">
                  <a:moveTo>
                    <a:pt x="90" y="0"/>
                  </a:moveTo>
                  <a:lnTo>
                    <a:pt x="39" y="39"/>
                  </a:lnTo>
                  <a:lnTo>
                    <a:pt x="13" y="64"/>
                  </a:lnTo>
                  <a:lnTo>
                    <a:pt x="1" y="77"/>
                  </a:lnTo>
                  <a:lnTo>
                    <a:pt x="13" y="115"/>
                  </a:lnTo>
                  <a:lnTo>
                    <a:pt x="26" y="141"/>
                  </a:lnTo>
                  <a:lnTo>
                    <a:pt x="39" y="179"/>
                  </a:lnTo>
                  <a:lnTo>
                    <a:pt x="65" y="192"/>
                  </a:lnTo>
                  <a:lnTo>
                    <a:pt x="90" y="179"/>
                  </a:lnTo>
                  <a:lnTo>
                    <a:pt x="116" y="167"/>
                  </a:lnTo>
                  <a:lnTo>
                    <a:pt x="154" y="128"/>
                  </a:lnTo>
                  <a:lnTo>
                    <a:pt x="154" y="90"/>
                  </a:lnTo>
                  <a:lnTo>
                    <a:pt x="154" y="39"/>
                  </a:lnTo>
                  <a:lnTo>
                    <a:pt x="9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6" name="Google Shape;951;p78">
              <a:extLst>
                <a:ext uri="{FF2B5EF4-FFF2-40B4-BE49-F238E27FC236}">
                  <a16:creationId xmlns:a16="http://schemas.microsoft.com/office/drawing/2014/main" id="{3470FD77-91D9-A54F-B8C6-FE10780CB696}"/>
                </a:ext>
              </a:extLst>
            </p:cNvPr>
            <p:cNvSpPr/>
            <p:nvPr/>
          </p:nvSpPr>
          <p:spPr>
            <a:xfrm>
              <a:off x="4132700" y="2493075"/>
              <a:ext cx="49875" cy="38050"/>
            </a:xfrm>
            <a:custGeom>
              <a:avLst/>
              <a:gdLst/>
              <a:ahLst/>
              <a:cxnLst/>
              <a:rect l="l" t="t" r="r" b="b"/>
              <a:pathLst>
                <a:path w="1995" h="1522" extrusionOk="0">
                  <a:moveTo>
                    <a:pt x="1176" y="0"/>
                  </a:moveTo>
                  <a:lnTo>
                    <a:pt x="895" y="141"/>
                  </a:lnTo>
                  <a:lnTo>
                    <a:pt x="882" y="141"/>
                  </a:lnTo>
                  <a:lnTo>
                    <a:pt x="435" y="333"/>
                  </a:lnTo>
                  <a:lnTo>
                    <a:pt x="755" y="448"/>
                  </a:lnTo>
                  <a:lnTo>
                    <a:pt x="780" y="460"/>
                  </a:lnTo>
                  <a:lnTo>
                    <a:pt x="780" y="499"/>
                  </a:lnTo>
                  <a:lnTo>
                    <a:pt x="652" y="716"/>
                  </a:lnTo>
                  <a:lnTo>
                    <a:pt x="767" y="818"/>
                  </a:lnTo>
                  <a:lnTo>
                    <a:pt x="780" y="857"/>
                  </a:lnTo>
                  <a:lnTo>
                    <a:pt x="767" y="882"/>
                  </a:lnTo>
                  <a:lnTo>
                    <a:pt x="461" y="1099"/>
                  </a:lnTo>
                  <a:lnTo>
                    <a:pt x="141" y="1355"/>
                  </a:lnTo>
                  <a:lnTo>
                    <a:pt x="141" y="1381"/>
                  </a:lnTo>
                  <a:lnTo>
                    <a:pt x="116" y="1368"/>
                  </a:lnTo>
                  <a:lnTo>
                    <a:pt x="90" y="1393"/>
                  </a:lnTo>
                  <a:lnTo>
                    <a:pt x="52" y="1406"/>
                  </a:lnTo>
                  <a:lnTo>
                    <a:pt x="26" y="1419"/>
                  </a:lnTo>
                  <a:lnTo>
                    <a:pt x="0" y="1432"/>
                  </a:lnTo>
                  <a:lnTo>
                    <a:pt x="0" y="1483"/>
                  </a:lnTo>
                  <a:lnTo>
                    <a:pt x="26" y="1521"/>
                  </a:lnTo>
                  <a:lnTo>
                    <a:pt x="64" y="1521"/>
                  </a:lnTo>
                  <a:lnTo>
                    <a:pt x="103" y="1508"/>
                  </a:lnTo>
                  <a:lnTo>
                    <a:pt x="128" y="1483"/>
                  </a:lnTo>
                  <a:lnTo>
                    <a:pt x="141" y="1457"/>
                  </a:lnTo>
                  <a:lnTo>
                    <a:pt x="167" y="1419"/>
                  </a:lnTo>
                  <a:lnTo>
                    <a:pt x="167" y="1406"/>
                  </a:lnTo>
                  <a:lnTo>
                    <a:pt x="818" y="1381"/>
                  </a:lnTo>
                  <a:lnTo>
                    <a:pt x="818" y="1496"/>
                  </a:lnTo>
                  <a:lnTo>
                    <a:pt x="1368" y="1329"/>
                  </a:lnTo>
                  <a:lnTo>
                    <a:pt x="1457" y="1099"/>
                  </a:lnTo>
                  <a:lnTo>
                    <a:pt x="1713" y="997"/>
                  </a:lnTo>
                  <a:lnTo>
                    <a:pt x="1994" y="997"/>
                  </a:lnTo>
                  <a:lnTo>
                    <a:pt x="1994" y="729"/>
                  </a:lnTo>
                  <a:lnTo>
                    <a:pt x="1828" y="269"/>
                  </a:lnTo>
                  <a:lnTo>
                    <a:pt x="1828" y="77"/>
                  </a:lnTo>
                  <a:lnTo>
                    <a:pt x="1764" y="13"/>
                  </a:lnTo>
                  <a:lnTo>
                    <a:pt x="1547" y="90"/>
                  </a:lnTo>
                  <a:lnTo>
                    <a:pt x="1534" y="90"/>
                  </a:lnTo>
                  <a:lnTo>
                    <a:pt x="117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7" name="Google Shape;952;p78">
              <a:extLst>
                <a:ext uri="{FF2B5EF4-FFF2-40B4-BE49-F238E27FC236}">
                  <a16:creationId xmlns:a16="http://schemas.microsoft.com/office/drawing/2014/main" id="{648D5363-B4F9-4FA3-A34B-879024671FBC}"/>
                </a:ext>
              </a:extLst>
            </p:cNvPr>
            <p:cNvSpPr/>
            <p:nvPr/>
          </p:nvSpPr>
          <p:spPr>
            <a:xfrm>
              <a:off x="4144850" y="2602025"/>
              <a:ext cx="4800" cy="3225"/>
            </a:xfrm>
            <a:custGeom>
              <a:avLst/>
              <a:gdLst/>
              <a:ahLst/>
              <a:cxnLst/>
              <a:rect l="l" t="t" r="r" b="b"/>
              <a:pathLst>
                <a:path w="192" h="129" extrusionOk="0">
                  <a:moveTo>
                    <a:pt x="128" y="0"/>
                  </a:moveTo>
                  <a:lnTo>
                    <a:pt x="90" y="26"/>
                  </a:lnTo>
                  <a:lnTo>
                    <a:pt x="38" y="52"/>
                  </a:lnTo>
                  <a:lnTo>
                    <a:pt x="0" y="77"/>
                  </a:lnTo>
                  <a:lnTo>
                    <a:pt x="0" y="103"/>
                  </a:lnTo>
                  <a:lnTo>
                    <a:pt x="13" y="115"/>
                  </a:lnTo>
                  <a:lnTo>
                    <a:pt x="38" y="128"/>
                  </a:lnTo>
                  <a:lnTo>
                    <a:pt x="51" y="128"/>
                  </a:lnTo>
                  <a:lnTo>
                    <a:pt x="115" y="115"/>
                  </a:lnTo>
                  <a:lnTo>
                    <a:pt x="154" y="77"/>
                  </a:lnTo>
                  <a:lnTo>
                    <a:pt x="192" y="39"/>
                  </a:lnTo>
                  <a:lnTo>
                    <a:pt x="12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8" name="Google Shape;953;p78">
              <a:extLst>
                <a:ext uri="{FF2B5EF4-FFF2-40B4-BE49-F238E27FC236}">
                  <a16:creationId xmlns:a16="http://schemas.microsoft.com/office/drawing/2014/main" id="{6D9D2CA2-F7AE-A19E-ABB3-61739E412281}"/>
                </a:ext>
              </a:extLst>
            </p:cNvPr>
            <p:cNvSpPr/>
            <p:nvPr/>
          </p:nvSpPr>
          <p:spPr>
            <a:xfrm>
              <a:off x="4144850" y="2618650"/>
              <a:ext cx="3850" cy="4800"/>
            </a:xfrm>
            <a:custGeom>
              <a:avLst/>
              <a:gdLst/>
              <a:ahLst/>
              <a:cxnLst/>
              <a:rect l="l" t="t" r="r" b="b"/>
              <a:pathLst>
                <a:path w="154" h="192" extrusionOk="0">
                  <a:moveTo>
                    <a:pt x="102" y="0"/>
                  </a:moveTo>
                  <a:lnTo>
                    <a:pt x="64" y="51"/>
                  </a:lnTo>
                  <a:lnTo>
                    <a:pt x="38" y="89"/>
                  </a:lnTo>
                  <a:lnTo>
                    <a:pt x="13" y="141"/>
                  </a:lnTo>
                  <a:lnTo>
                    <a:pt x="0" y="166"/>
                  </a:lnTo>
                  <a:lnTo>
                    <a:pt x="26" y="192"/>
                  </a:lnTo>
                  <a:lnTo>
                    <a:pt x="38" y="179"/>
                  </a:lnTo>
                  <a:lnTo>
                    <a:pt x="64" y="166"/>
                  </a:lnTo>
                  <a:lnTo>
                    <a:pt x="115" y="115"/>
                  </a:lnTo>
                  <a:lnTo>
                    <a:pt x="141" y="64"/>
                  </a:lnTo>
                  <a:lnTo>
                    <a:pt x="154" y="26"/>
                  </a:lnTo>
                  <a:lnTo>
                    <a:pt x="154" y="13"/>
                  </a:lnTo>
                  <a:lnTo>
                    <a:pt x="10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9" name="Google Shape;954;p78">
              <a:extLst>
                <a:ext uri="{FF2B5EF4-FFF2-40B4-BE49-F238E27FC236}">
                  <a16:creationId xmlns:a16="http://schemas.microsoft.com/office/drawing/2014/main" id="{DB8AA965-F4A9-2DC7-A925-74A7FC3A0E99}"/>
                </a:ext>
              </a:extLst>
            </p:cNvPr>
            <p:cNvSpPr/>
            <p:nvPr/>
          </p:nvSpPr>
          <p:spPr>
            <a:xfrm>
              <a:off x="4094675" y="1871300"/>
              <a:ext cx="4825" cy="6100"/>
            </a:xfrm>
            <a:custGeom>
              <a:avLst/>
              <a:gdLst/>
              <a:ahLst/>
              <a:cxnLst/>
              <a:rect l="l" t="t" r="r" b="b"/>
              <a:pathLst>
                <a:path w="193" h="244" extrusionOk="0">
                  <a:moveTo>
                    <a:pt x="26" y="0"/>
                  </a:moveTo>
                  <a:lnTo>
                    <a:pt x="13" y="26"/>
                  </a:lnTo>
                  <a:lnTo>
                    <a:pt x="1" y="51"/>
                  </a:lnTo>
                  <a:lnTo>
                    <a:pt x="13" y="90"/>
                  </a:lnTo>
                  <a:lnTo>
                    <a:pt x="52" y="179"/>
                  </a:lnTo>
                  <a:lnTo>
                    <a:pt x="77" y="218"/>
                  </a:lnTo>
                  <a:lnTo>
                    <a:pt x="116" y="230"/>
                  </a:lnTo>
                  <a:lnTo>
                    <a:pt x="154" y="243"/>
                  </a:lnTo>
                  <a:lnTo>
                    <a:pt x="167" y="230"/>
                  </a:lnTo>
                  <a:lnTo>
                    <a:pt x="192" y="205"/>
                  </a:lnTo>
                  <a:lnTo>
                    <a:pt x="192" y="166"/>
                  </a:lnTo>
                  <a:lnTo>
                    <a:pt x="180" y="77"/>
                  </a:lnTo>
                  <a:lnTo>
                    <a:pt x="167" y="13"/>
                  </a:lnTo>
                  <a:lnTo>
                    <a:pt x="7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0" name="Google Shape;955;p78">
              <a:extLst>
                <a:ext uri="{FF2B5EF4-FFF2-40B4-BE49-F238E27FC236}">
                  <a16:creationId xmlns:a16="http://schemas.microsoft.com/office/drawing/2014/main" id="{17BB1501-2EE9-2D21-91F4-95E8B13AA821}"/>
                </a:ext>
              </a:extLst>
            </p:cNvPr>
            <p:cNvSpPr/>
            <p:nvPr/>
          </p:nvSpPr>
          <p:spPr>
            <a:xfrm>
              <a:off x="4103300" y="2647400"/>
              <a:ext cx="58175" cy="16000"/>
            </a:xfrm>
            <a:custGeom>
              <a:avLst/>
              <a:gdLst/>
              <a:ahLst/>
              <a:cxnLst/>
              <a:rect l="l" t="t" r="r" b="b"/>
              <a:pathLst>
                <a:path w="2327" h="640" extrusionOk="0">
                  <a:moveTo>
                    <a:pt x="2327" y="0"/>
                  </a:moveTo>
                  <a:lnTo>
                    <a:pt x="2122" y="77"/>
                  </a:lnTo>
                  <a:lnTo>
                    <a:pt x="2084" y="141"/>
                  </a:lnTo>
                  <a:lnTo>
                    <a:pt x="1867" y="218"/>
                  </a:lnTo>
                  <a:lnTo>
                    <a:pt x="1892" y="64"/>
                  </a:lnTo>
                  <a:lnTo>
                    <a:pt x="1867" y="26"/>
                  </a:lnTo>
                  <a:lnTo>
                    <a:pt x="1713" y="141"/>
                  </a:lnTo>
                  <a:lnTo>
                    <a:pt x="972" y="141"/>
                  </a:lnTo>
                  <a:lnTo>
                    <a:pt x="755" y="307"/>
                  </a:lnTo>
                  <a:lnTo>
                    <a:pt x="704" y="230"/>
                  </a:lnTo>
                  <a:lnTo>
                    <a:pt x="550" y="179"/>
                  </a:lnTo>
                  <a:lnTo>
                    <a:pt x="576" y="39"/>
                  </a:lnTo>
                  <a:lnTo>
                    <a:pt x="576" y="39"/>
                  </a:lnTo>
                  <a:lnTo>
                    <a:pt x="359" y="154"/>
                  </a:lnTo>
                  <a:lnTo>
                    <a:pt x="269" y="26"/>
                  </a:lnTo>
                  <a:lnTo>
                    <a:pt x="141" y="39"/>
                  </a:lnTo>
                  <a:lnTo>
                    <a:pt x="218" y="243"/>
                  </a:lnTo>
                  <a:lnTo>
                    <a:pt x="218" y="243"/>
                  </a:lnTo>
                  <a:lnTo>
                    <a:pt x="1" y="218"/>
                  </a:lnTo>
                  <a:lnTo>
                    <a:pt x="13" y="435"/>
                  </a:lnTo>
                  <a:lnTo>
                    <a:pt x="525" y="473"/>
                  </a:lnTo>
                  <a:lnTo>
                    <a:pt x="972" y="435"/>
                  </a:lnTo>
                  <a:lnTo>
                    <a:pt x="1061" y="639"/>
                  </a:lnTo>
                  <a:lnTo>
                    <a:pt x="1164" y="614"/>
                  </a:lnTo>
                  <a:lnTo>
                    <a:pt x="1445" y="563"/>
                  </a:lnTo>
                  <a:lnTo>
                    <a:pt x="1624" y="422"/>
                  </a:lnTo>
                  <a:lnTo>
                    <a:pt x="1867" y="448"/>
                  </a:lnTo>
                  <a:lnTo>
                    <a:pt x="2020" y="333"/>
                  </a:lnTo>
                  <a:lnTo>
                    <a:pt x="2327" y="256"/>
                  </a:lnTo>
                  <a:lnTo>
                    <a:pt x="232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1" name="Google Shape;956;p78">
              <a:extLst>
                <a:ext uri="{FF2B5EF4-FFF2-40B4-BE49-F238E27FC236}">
                  <a16:creationId xmlns:a16="http://schemas.microsoft.com/office/drawing/2014/main" id="{48AA7485-8857-58FD-98A1-DD8EE4FF0293}"/>
                </a:ext>
              </a:extLst>
            </p:cNvPr>
            <p:cNvSpPr/>
            <p:nvPr/>
          </p:nvSpPr>
          <p:spPr>
            <a:xfrm>
              <a:off x="3766225" y="2382525"/>
              <a:ext cx="226875" cy="265525"/>
            </a:xfrm>
            <a:custGeom>
              <a:avLst/>
              <a:gdLst/>
              <a:ahLst/>
              <a:cxnLst/>
              <a:rect l="l" t="t" r="r" b="b"/>
              <a:pathLst>
                <a:path w="9075" h="10621" extrusionOk="0">
                  <a:moveTo>
                    <a:pt x="3860" y="0"/>
                  </a:moveTo>
                  <a:lnTo>
                    <a:pt x="3182" y="77"/>
                  </a:lnTo>
                  <a:lnTo>
                    <a:pt x="2978" y="217"/>
                  </a:lnTo>
                  <a:lnTo>
                    <a:pt x="2952" y="230"/>
                  </a:lnTo>
                  <a:lnTo>
                    <a:pt x="2773" y="166"/>
                  </a:lnTo>
                  <a:lnTo>
                    <a:pt x="2620" y="294"/>
                  </a:lnTo>
                  <a:lnTo>
                    <a:pt x="2633" y="409"/>
                  </a:lnTo>
                  <a:lnTo>
                    <a:pt x="2620" y="435"/>
                  </a:lnTo>
                  <a:lnTo>
                    <a:pt x="2569" y="460"/>
                  </a:lnTo>
                  <a:lnTo>
                    <a:pt x="2633" y="601"/>
                  </a:lnTo>
                  <a:lnTo>
                    <a:pt x="2620" y="639"/>
                  </a:lnTo>
                  <a:lnTo>
                    <a:pt x="2403" y="690"/>
                  </a:lnTo>
                  <a:lnTo>
                    <a:pt x="2377" y="869"/>
                  </a:lnTo>
                  <a:lnTo>
                    <a:pt x="2352" y="895"/>
                  </a:lnTo>
                  <a:lnTo>
                    <a:pt x="2058" y="882"/>
                  </a:lnTo>
                  <a:lnTo>
                    <a:pt x="2045" y="882"/>
                  </a:lnTo>
                  <a:lnTo>
                    <a:pt x="1853" y="741"/>
                  </a:lnTo>
                  <a:lnTo>
                    <a:pt x="1815" y="767"/>
                  </a:lnTo>
                  <a:lnTo>
                    <a:pt x="1815" y="984"/>
                  </a:lnTo>
                  <a:lnTo>
                    <a:pt x="1815" y="1010"/>
                  </a:lnTo>
                  <a:lnTo>
                    <a:pt x="1585" y="1291"/>
                  </a:lnTo>
                  <a:lnTo>
                    <a:pt x="1534" y="1291"/>
                  </a:lnTo>
                  <a:lnTo>
                    <a:pt x="1393" y="1125"/>
                  </a:lnTo>
                  <a:lnTo>
                    <a:pt x="1189" y="972"/>
                  </a:lnTo>
                  <a:lnTo>
                    <a:pt x="1176" y="946"/>
                  </a:lnTo>
                  <a:lnTo>
                    <a:pt x="1189" y="818"/>
                  </a:lnTo>
                  <a:lnTo>
                    <a:pt x="1125" y="793"/>
                  </a:lnTo>
                  <a:lnTo>
                    <a:pt x="933" y="1048"/>
                  </a:lnTo>
                  <a:lnTo>
                    <a:pt x="959" y="1176"/>
                  </a:lnTo>
                  <a:lnTo>
                    <a:pt x="946" y="1202"/>
                  </a:lnTo>
                  <a:lnTo>
                    <a:pt x="831" y="1265"/>
                  </a:lnTo>
                  <a:lnTo>
                    <a:pt x="818" y="1265"/>
                  </a:lnTo>
                  <a:lnTo>
                    <a:pt x="435" y="1253"/>
                  </a:lnTo>
                  <a:lnTo>
                    <a:pt x="268" y="1304"/>
                  </a:lnTo>
                  <a:lnTo>
                    <a:pt x="243" y="1304"/>
                  </a:lnTo>
                  <a:lnTo>
                    <a:pt x="141" y="1265"/>
                  </a:lnTo>
                  <a:lnTo>
                    <a:pt x="90" y="1317"/>
                  </a:lnTo>
                  <a:lnTo>
                    <a:pt x="128" y="1432"/>
                  </a:lnTo>
                  <a:lnTo>
                    <a:pt x="281" y="1687"/>
                  </a:lnTo>
                  <a:lnTo>
                    <a:pt x="281" y="1713"/>
                  </a:lnTo>
                  <a:lnTo>
                    <a:pt x="166" y="1981"/>
                  </a:lnTo>
                  <a:lnTo>
                    <a:pt x="153" y="1994"/>
                  </a:lnTo>
                  <a:lnTo>
                    <a:pt x="0" y="2058"/>
                  </a:lnTo>
                  <a:lnTo>
                    <a:pt x="64" y="2211"/>
                  </a:lnTo>
                  <a:lnTo>
                    <a:pt x="243" y="2326"/>
                  </a:lnTo>
                  <a:lnTo>
                    <a:pt x="256" y="2352"/>
                  </a:lnTo>
                  <a:lnTo>
                    <a:pt x="102" y="2620"/>
                  </a:lnTo>
                  <a:lnTo>
                    <a:pt x="217" y="3004"/>
                  </a:lnTo>
                  <a:lnTo>
                    <a:pt x="537" y="3080"/>
                  </a:lnTo>
                  <a:lnTo>
                    <a:pt x="562" y="3106"/>
                  </a:lnTo>
                  <a:lnTo>
                    <a:pt x="537" y="3476"/>
                  </a:lnTo>
                  <a:lnTo>
                    <a:pt x="677" y="3451"/>
                  </a:lnTo>
                  <a:lnTo>
                    <a:pt x="805" y="3425"/>
                  </a:lnTo>
                  <a:lnTo>
                    <a:pt x="869" y="3413"/>
                  </a:lnTo>
                  <a:lnTo>
                    <a:pt x="933" y="3387"/>
                  </a:lnTo>
                  <a:lnTo>
                    <a:pt x="984" y="3349"/>
                  </a:lnTo>
                  <a:lnTo>
                    <a:pt x="1035" y="3298"/>
                  </a:lnTo>
                  <a:lnTo>
                    <a:pt x="1125" y="3183"/>
                  </a:lnTo>
                  <a:lnTo>
                    <a:pt x="1189" y="3068"/>
                  </a:lnTo>
                  <a:lnTo>
                    <a:pt x="1240" y="2978"/>
                  </a:lnTo>
                  <a:lnTo>
                    <a:pt x="1265" y="2952"/>
                  </a:lnTo>
                  <a:lnTo>
                    <a:pt x="1316" y="2927"/>
                  </a:lnTo>
                  <a:lnTo>
                    <a:pt x="1444" y="2901"/>
                  </a:lnTo>
                  <a:lnTo>
                    <a:pt x="1636" y="2901"/>
                  </a:lnTo>
                  <a:lnTo>
                    <a:pt x="1687" y="2927"/>
                  </a:lnTo>
                  <a:lnTo>
                    <a:pt x="1802" y="2991"/>
                  </a:lnTo>
                  <a:lnTo>
                    <a:pt x="1904" y="3029"/>
                  </a:lnTo>
                  <a:lnTo>
                    <a:pt x="2007" y="3106"/>
                  </a:lnTo>
                  <a:lnTo>
                    <a:pt x="2045" y="3144"/>
                  </a:lnTo>
                  <a:lnTo>
                    <a:pt x="2071" y="3170"/>
                  </a:lnTo>
                  <a:lnTo>
                    <a:pt x="2096" y="3183"/>
                  </a:lnTo>
                  <a:lnTo>
                    <a:pt x="2134" y="3195"/>
                  </a:lnTo>
                  <a:lnTo>
                    <a:pt x="2173" y="3195"/>
                  </a:lnTo>
                  <a:lnTo>
                    <a:pt x="2237" y="3183"/>
                  </a:lnTo>
                  <a:lnTo>
                    <a:pt x="2275" y="3195"/>
                  </a:lnTo>
                  <a:lnTo>
                    <a:pt x="2301" y="3208"/>
                  </a:lnTo>
                  <a:lnTo>
                    <a:pt x="2364" y="3259"/>
                  </a:lnTo>
                  <a:lnTo>
                    <a:pt x="2403" y="3310"/>
                  </a:lnTo>
                  <a:lnTo>
                    <a:pt x="2441" y="3374"/>
                  </a:lnTo>
                  <a:lnTo>
                    <a:pt x="2467" y="3438"/>
                  </a:lnTo>
                  <a:lnTo>
                    <a:pt x="2492" y="3515"/>
                  </a:lnTo>
                  <a:lnTo>
                    <a:pt x="2531" y="3655"/>
                  </a:lnTo>
                  <a:lnTo>
                    <a:pt x="2556" y="3758"/>
                  </a:lnTo>
                  <a:lnTo>
                    <a:pt x="2582" y="3847"/>
                  </a:lnTo>
                  <a:lnTo>
                    <a:pt x="2646" y="3962"/>
                  </a:lnTo>
                  <a:lnTo>
                    <a:pt x="2710" y="4077"/>
                  </a:lnTo>
                  <a:lnTo>
                    <a:pt x="2761" y="4192"/>
                  </a:lnTo>
                  <a:lnTo>
                    <a:pt x="2773" y="4256"/>
                  </a:lnTo>
                  <a:lnTo>
                    <a:pt x="2786" y="4320"/>
                  </a:lnTo>
                  <a:lnTo>
                    <a:pt x="2773" y="4384"/>
                  </a:lnTo>
                  <a:lnTo>
                    <a:pt x="2773" y="4409"/>
                  </a:lnTo>
                  <a:lnTo>
                    <a:pt x="2786" y="4435"/>
                  </a:lnTo>
                  <a:lnTo>
                    <a:pt x="2837" y="4435"/>
                  </a:lnTo>
                  <a:lnTo>
                    <a:pt x="2863" y="4422"/>
                  </a:lnTo>
                  <a:lnTo>
                    <a:pt x="2876" y="4422"/>
                  </a:lnTo>
                  <a:lnTo>
                    <a:pt x="2901" y="4435"/>
                  </a:lnTo>
                  <a:lnTo>
                    <a:pt x="2927" y="4448"/>
                  </a:lnTo>
                  <a:lnTo>
                    <a:pt x="2965" y="4486"/>
                  </a:lnTo>
                  <a:lnTo>
                    <a:pt x="3080" y="4563"/>
                  </a:lnTo>
                  <a:lnTo>
                    <a:pt x="3195" y="4652"/>
                  </a:lnTo>
                  <a:lnTo>
                    <a:pt x="3259" y="4691"/>
                  </a:lnTo>
                  <a:lnTo>
                    <a:pt x="3310" y="4729"/>
                  </a:lnTo>
                  <a:lnTo>
                    <a:pt x="3349" y="4767"/>
                  </a:lnTo>
                  <a:lnTo>
                    <a:pt x="3349" y="4780"/>
                  </a:lnTo>
                  <a:lnTo>
                    <a:pt x="3336" y="4793"/>
                  </a:lnTo>
                  <a:lnTo>
                    <a:pt x="3297" y="4818"/>
                  </a:lnTo>
                  <a:lnTo>
                    <a:pt x="3310" y="4895"/>
                  </a:lnTo>
                  <a:lnTo>
                    <a:pt x="3323" y="4946"/>
                  </a:lnTo>
                  <a:lnTo>
                    <a:pt x="3349" y="4959"/>
                  </a:lnTo>
                  <a:lnTo>
                    <a:pt x="3374" y="4972"/>
                  </a:lnTo>
                  <a:lnTo>
                    <a:pt x="3400" y="4985"/>
                  </a:lnTo>
                  <a:lnTo>
                    <a:pt x="3438" y="4985"/>
                  </a:lnTo>
                  <a:lnTo>
                    <a:pt x="3528" y="4972"/>
                  </a:lnTo>
                  <a:lnTo>
                    <a:pt x="3579" y="4985"/>
                  </a:lnTo>
                  <a:lnTo>
                    <a:pt x="3643" y="5010"/>
                  </a:lnTo>
                  <a:lnTo>
                    <a:pt x="3706" y="5061"/>
                  </a:lnTo>
                  <a:lnTo>
                    <a:pt x="3809" y="5138"/>
                  </a:lnTo>
                  <a:lnTo>
                    <a:pt x="3898" y="5227"/>
                  </a:lnTo>
                  <a:lnTo>
                    <a:pt x="3988" y="5330"/>
                  </a:lnTo>
                  <a:lnTo>
                    <a:pt x="4090" y="5432"/>
                  </a:lnTo>
                  <a:lnTo>
                    <a:pt x="4179" y="5521"/>
                  </a:lnTo>
                  <a:lnTo>
                    <a:pt x="4269" y="5636"/>
                  </a:lnTo>
                  <a:lnTo>
                    <a:pt x="4320" y="5739"/>
                  </a:lnTo>
                  <a:lnTo>
                    <a:pt x="4345" y="5790"/>
                  </a:lnTo>
                  <a:lnTo>
                    <a:pt x="4384" y="5828"/>
                  </a:lnTo>
                  <a:lnTo>
                    <a:pt x="4448" y="5854"/>
                  </a:lnTo>
                  <a:lnTo>
                    <a:pt x="4524" y="5879"/>
                  </a:lnTo>
                  <a:lnTo>
                    <a:pt x="4563" y="5905"/>
                  </a:lnTo>
                  <a:lnTo>
                    <a:pt x="4576" y="5930"/>
                  </a:lnTo>
                  <a:lnTo>
                    <a:pt x="4627" y="5994"/>
                  </a:lnTo>
                  <a:lnTo>
                    <a:pt x="4703" y="6135"/>
                  </a:lnTo>
                  <a:lnTo>
                    <a:pt x="4742" y="6173"/>
                  </a:lnTo>
                  <a:lnTo>
                    <a:pt x="4780" y="6186"/>
                  </a:lnTo>
                  <a:lnTo>
                    <a:pt x="4831" y="6186"/>
                  </a:lnTo>
                  <a:lnTo>
                    <a:pt x="4882" y="6173"/>
                  </a:lnTo>
                  <a:lnTo>
                    <a:pt x="4997" y="6122"/>
                  </a:lnTo>
                  <a:lnTo>
                    <a:pt x="5061" y="6097"/>
                  </a:lnTo>
                  <a:lnTo>
                    <a:pt x="5112" y="6084"/>
                  </a:lnTo>
                  <a:lnTo>
                    <a:pt x="5202" y="6097"/>
                  </a:lnTo>
                  <a:lnTo>
                    <a:pt x="5240" y="6109"/>
                  </a:lnTo>
                  <a:lnTo>
                    <a:pt x="5291" y="6160"/>
                  </a:lnTo>
                  <a:lnTo>
                    <a:pt x="5330" y="6212"/>
                  </a:lnTo>
                  <a:lnTo>
                    <a:pt x="5419" y="6288"/>
                  </a:lnTo>
                  <a:lnTo>
                    <a:pt x="5470" y="6314"/>
                  </a:lnTo>
                  <a:lnTo>
                    <a:pt x="5509" y="6365"/>
                  </a:lnTo>
                  <a:lnTo>
                    <a:pt x="5534" y="6416"/>
                  </a:lnTo>
                  <a:lnTo>
                    <a:pt x="5547" y="6467"/>
                  </a:lnTo>
                  <a:lnTo>
                    <a:pt x="5560" y="6493"/>
                  </a:lnTo>
                  <a:lnTo>
                    <a:pt x="5572" y="6505"/>
                  </a:lnTo>
                  <a:lnTo>
                    <a:pt x="5598" y="6518"/>
                  </a:lnTo>
                  <a:lnTo>
                    <a:pt x="5624" y="6518"/>
                  </a:lnTo>
                  <a:lnTo>
                    <a:pt x="5675" y="6493"/>
                  </a:lnTo>
                  <a:lnTo>
                    <a:pt x="5739" y="6480"/>
                  </a:lnTo>
                  <a:lnTo>
                    <a:pt x="5790" y="6467"/>
                  </a:lnTo>
                  <a:lnTo>
                    <a:pt x="5841" y="6467"/>
                  </a:lnTo>
                  <a:lnTo>
                    <a:pt x="5879" y="6493"/>
                  </a:lnTo>
                  <a:lnTo>
                    <a:pt x="5892" y="6518"/>
                  </a:lnTo>
                  <a:lnTo>
                    <a:pt x="5905" y="6544"/>
                  </a:lnTo>
                  <a:lnTo>
                    <a:pt x="5905" y="6569"/>
                  </a:lnTo>
                  <a:lnTo>
                    <a:pt x="5866" y="6621"/>
                  </a:lnTo>
                  <a:lnTo>
                    <a:pt x="5815" y="6659"/>
                  </a:lnTo>
                  <a:lnTo>
                    <a:pt x="5828" y="6697"/>
                  </a:lnTo>
                  <a:lnTo>
                    <a:pt x="5854" y="6710"/>
                  </a:lnTo>
                  <a:lnTo>
                    <a:pt x="5918" y="6710"/>
                  </a:lnTo>
                  <a:lnTo>
                    <a:pt x="6058" y="6684"/>
                  </a:lnTo>
                  <a:lnTo>
                    <a:pt x="6135" y="6672"/>
                  </a:lnTo>
                  <a:lnTo>
                    <a:pt x="6199" y="6672"/>
                  </a:lnTo>
                  <a:lnTo>
                    <a:pt x="6211" y="6710"/>
                  </a:lnTo>
                  <a:lnTo>
                    <a:pt x="6237" y="6761"/>
                  </a:lnTo>
                  <a:lnTo>
                    <a:pt x="6275" y="6838"/>
                  </a:lnTo>
                  <a:lnTo>
                    <a:pt x="6314" y="6889"/>
                  </a:lnTo>
                  <a:lnTo>
                    <a:pt x="6326" y="6927"/>
                  </a:lnTo>
                  <a:lnTo>
                    <a:pt x="6326" y="6966"/>
                  </a:lnTo>
                  <a:lnTo>
                    <a:pt x="6288" y="7017"/>
                  </a:lnTo>
                  <a:lnTo>
                    <a:pt x="6314" y="7042"/>
                  </a:lnTo>
                  <a:lnTo>
                    <a:pt x="6352" y="7055"/>
                  </a:lnTo>
                  <a:lnTo>
                    <a:pt x="6429" y="7055"/>
                  </a:lnTo>
                  <a:lnTo>
                    <a:pt x="6493" y="7081"/>
                  </a:lnTo>
                  <a:lnTo>
                    <a:pt x="6544" y="7119"/>
                  </a:lnTo>
                  <a:lnTo>
                    <a:pt x="6569" y="7183"/>
                  </a:lnTo>
                  <a:lnTo>
                    <a:pt x="6595" y="7234"/>
                  </a:lnTo>
                  <a:lnTo>
                    <a:pt x="6620" y="7260"/>
                  </a:lnTo>
                  <a:lnTo>
                    <a:pt x="6633" y="7272"/>
                  </a:lnTo>
                  <a:lnTo>
                    <a:pt x="6672" y="7272"/>
                  </a:lnTo>
                  <a:lnTo>
                    <a:pt x="6710" y="7260"/>
                  </a:lnTo>
                  <a:lnTo>
                    <a:pt x="6735" y="7234"/>
                  </a:lnTo>
                  <a:lnTo>
                    <a:pt x="6761" y="7208"/>
                  </a:lnTo>
                  <a:lnTo>
                    <a:pt x="6774" y="7196"/>
                  </a:lnTo>
                  <a:lnTo>
                    <a:pt x="6812" y="7183"/>
                  </a:lnTo>
                  <a:lnTo>
                    <a:pt x="6876" y="7183"/>
                  </a:lnTo>
                  <a:lnTo>
                    <a:pt x="6914" y="7196"/>
                  </a:lnTo>
                  <a:lnTo>
                    <a:pt x="6940" y="7208"/>
                  </a:lnTo>
                  <a:lnTo>
                    <a:pt x="6991" y="7260"/>
                  </a:lnTo>
                  <a:lnTo>
                    <a:pt x="7017" y="7311"/>
                  </a:lnTo>
                  <a:lnTo>
                    <a:pt x="7055" y="7375"/>
                  </a:lnTo>
                  <a:lnTo>
                    <a:pt x="7068" y="7438"/>
                  </a:lnTo>
                  <a:lnTo>
                    <a:pt x="7081" y="7553"/>
                  </a:lnTo>
                  <a:lnTo>
                    <a:pt x="7093" y="7605"/>
                  </a:lnTo>
                  <a:lnTo>
                    <a:pt x="7106" y="7630"/>
                  </a:lnTo>
                  <a:lnTo>
                    <a:pt x="7132" y="7656"/>
                  </a:lnTo>
                  <a:lnTo>
                    <a:pt x="7221" y="7720"/>
                  </a:lnTo>
                  <a:lnTo>
                    <a:pt x="7298" y="7796"/>
                  </a:lnTo>
                  <a:lnTo>
                    <a:pt x="7323" y="7847"/>
                  </a:lnTo>
                  <a:lnTo>
                    <a:pt x="7349" y="7886"/>
                  </a:lnTo>
                  <a:lnTo>
                    <a:pt x="7374" y="7988"/>
                  </a:lnTo>
                  <a:lnTo>
                    <a:pt x="7413" y="8078"/>
                  </a:lnTo>
                  <a:lnTo>
                    <a:pt x="7438" y="8129"/>
                  </a:lnTo>
                  <a:lnTo>
                    <a:pt x="7477" y="8167"/>
                  </a:lnTo>
                  <a:lnTo>
                    <a:pt x="7528" y="8244"/>
                  </a:lnTo>
                  <a:lnTo>
                    <a:pt x="7541" y="8282"/>
                  </a:lnTo>
                  <a:lnTo>
                    <a:pt x="7553" y="8320"/>
                  </a:lnTo>
                  <a:lnTo>
                    <a:pt x="7553" y="8371"/>
                  </a:lnTo>
                  <a:lnTo>
                    <a:pt x="7553" y="8397"/>
                  </a:lnTo>
                  <a:lnTo>
                    <a:pt x="7541" y="8423"/>
                  </a:lnTo>
                  <a:lnTo>
                    <a:pt x="7515" y="8435"/>
                  </a:lnTo>
                  <a:lnTo>
                    <a:pt x="7490" y="8448"/>
                  </a:lnTo>
                  <a:lnTo>
                    <a:pt x="7438" y="8461"/>
                  </a:lnTo>
                  <a:lnTo>
                    <a:pt x="7374" y="8512"/>
                  </a:lnTo>
                  <a:lnTo>
                    <a:pt x="7298" y="8576"/>
                  </a:lnTo>
                  <a:lnTo>
                    <a:pt x="7272" y="8614"/>
                  </a:lnTo>
                  <a:lnTo>
                    <a:pt x="7247" y="8665"/>
                  </a:lnTo>
                  <a:lnTo>
                    <a:pt x="7247" y="8691"/>
                  </a:lnTo>
                  <a:lnTo>
                    <a:pt x="7272" y="8729"/>
                  </a:lnTo>
                  <a:lnTo>
                    <a:pt x="7311" y="8755"/>
                  </a:lnTo>
                  <a:lnTo>
                    <a:pt x="7323" y="8768"/>
                  </a:lnTo>
                  <a:lnTo>
                    <a:pt x="7336" y="8793"/>
                  </a:lnTo>
                  <a:lnTo>
                    <a:pt x="7336" y="8832"/>
                  </a:lnTo>
                  <a:lnTo>
                    <a:pt x="7323" y="8857"/>
                  </a:lnTo>
                  <a:lnTo>
                    <a:pt x="7272" y="8921"/>
                  </a:lnTo>
                  <a:lnTo>
                    <a:pt x="7221" y="9010"/>
                  </a:lnTo>
                  <a:lnTo>
                    <a:pt x="7157" y="9113"/>
                  </a:lnTo>
                  <a:lnTo>
                    <a:pt x="7132" y="9087"/>
                  </a:lnTo>
                  <a:lnTo>
                    <a:pt x="7119" y="9074"/>
                  </a:lnTo>
                  <a:lnTo>
                    <a:pt x="7106" y="9036"/>
                  </a:lnTo>
                  <a:lnTo>
                    <a:pt x="7106" y="9010"/>
                  </a:lnTo>
                  <a:lnTo>
                    <a:pt x="7029" y="8998"/>
                  </a:lnTo>
                  <a:lnTo>
                    <a:pt x="6940" y="9010"/>
                  </a:lnTo>
                  <a:lnTo>
                    <a:pt x="6902" y="9010"/>
                  </a:lnTo>
                  <a:lnTo>
                    <a:pt x="6863" y="9036"/>
                  </a:lnTo>
                  <a:lnTo>
                    <a:pt x="6787" y="9087"/>
                  </a:lnTo>
                  <a:lnTo>
                    <a:pt x="6697" y="9151"/>
                  </a:lnTo>
                  <a:lnTo>
                    <a:pt x="6646" y="9189"/>
                  </a:lnTo>
                  <a:lnTo>
                    <a:pt x="6595" y="9202"/>
                  </a:lnTo>
                  <a:lnTo>
                    <a:pt x="6480" y="9202"/>
                  </a:lnTo>
                  <a:lnTo>
                    <a:pt x="6429" y="9189"/>
                  </a:lnTo>
                  <a:lnTo>
                    <a:pt x="6339" y="9189"/>
                  </a:lnTo>
                  <a:lnTo>
                    <a:pt x="6314" y="9215"/>
                  </a:lnTo>
                  <a:lnTo>
                    <a:pt x="6237" y="9241"/>
                  </a:lnTo>
                  <a:lnTo>
                    <a:pt x="6109" y="9292"/>
                  </a:lnTo>
                  <a:lnTo>
                    <a:pt x="5943" y="9356"/>
                  </a:lnTo>
                  <a:lnTo>
                    <a:pt x="5777" y="9419"/>
                  </a:lnTo>
                  <a:lnTo>
                    <a:pt x="5687" y="9432"/>
                  </a:lnTo>
                  <a:lnTo>
                    <a:pt x="5611" y="9432"/>
                  </a:lnTo>
                  <a:lnTo>
                    <a:pt x="5572" y="9407"/>
                  </a:lnTo>
                  <a:lnTo>
                    <a:pt x="5534" y="9368"/>
                  </a:lnTo>
                  <a:lnTo>
                    <a:pt x="5483" y="9279"/>
                  </a:lnTo>
                  <a:lnTo>
                    <a:pt x="5432" y="9241"/>
                  </a:lnTo>
                  <a:lnTo>
                    <a:pt x="5368" y="9228"/>
                  </a:lnTo>
                  <a:lnTo>
                    <a:pt x="5304" y="9215"/>
                  </a:lnTo>
                  <a:lnTo>
                    <a:pt x="5240" y="9177"/>
                  </a:lnTo>
                  <a:lnTo>
                    <a:pt x="5151" y="9126"/>
                  </a:lnTo>
                  <a:lnTo>
                    <a:pt x="5087" y="9100"/>
                  </a:lnTo>
                  <a:lnTo>
                    <a:pt x="5036" y="9100"/>
                  </a:lnTo>
                  <a:lnTo>
                    <a:pt x="5023" y="9113"/>
                  </a:lnTo>
                  <a:lnTo>
                    <a:pt x="5010" y="9138"/>
                  </a:lnTo>
                  <a:lnTo>
                    <a:pt x="5010" y="9177"/>
                  </a:lnTo>
                  <a:lnTo>
                    <a:pt x="5023" y="9279"/>
                  </a:lnTo>
                  <a:lnTo>
                    <a:pt x="4997" y="9279"/>
                  </a:lnTo>
                  <a:lnTo>
                    <a:pt x="4959" y="9292"/>
                  </a:lnTo>
                  <a:lnTo>
                    <a:pt x="4933" y="9304"/>
                  </a:lnTo>
                  <a:lnTo>
                    <a:pt x="4908" y="9304"/>
                  </a:lnTo>
                  <a:lnTo>
                    <a:pt x="4857" y="9292"/>
                  </a:lnTo>
                  <a:lnTo>
                    <a:pt x="4831" y="9253"/>
                  </a:lnTo>
                  <a:lnTo>
                    <a:pt x="4793" y="9228"/>
                  </a:lnTo>
                  <a:lnTo>
                    <a:pt x="4665" y="9228"/>
                  </a:lnTo>
                  <a:lnTo>
                    <a:pt x="4665" y="9304"/>
                  </a:lnTo>
                  <a:lnTo>
                    <a:pt x="4652" y="9343"/>
                  </a:lnTo>
                  <a:lnTo>
                    <a:pt x="4627" y="9381"/>
                  </a:lnTo>
                  <a:lnTo>
                    <a:pt x="4601" y="9419"/>
                  </a:lnTo>
                  <a:lnTo>
                    <a:pt x="4588" y="9432"/>
                  </a:lnTo>
                  <a:lnTo>
                    <a:pt x="4588" y="9458"/>
                  </a:lnTo>
                  <a:lnTo>
                    <a:pt x="4588" y="9522"/>
                  </a:lnTo>
                  <a:lnTo>
                    <a:pt x="4601" y="9586"/>
                  </a:lnTo>
                  <a:lnTo>
                    <a:pt x="4614" y="9688"/>
                  </a:lnTo>
                  <a:lnTo>
                    <a:pt x="4627" y="9726"/>
                  </a:lnTo>
                  <a:lnTo>
                    <a:pt x="4639" y="9752"/>
                  </a:lnTo>
                  <a:lnTo>
                    <a:pt x="4665" y="9765"/>
                  </a:lnTo>
                  <a:lnTo>
                    <a:pt x="4703" y="9765"/>
                  </a:lnTo>
                  <a:lnTo>
                    <a:pt x="4767" y="9790"/>
                  </a:lnTo>
                  <a:lnTo>
                    <a:pt x="4831" y="9816"/>
                  </a:lnTo>
                  <a:lnTo>
                    <a:pt x="4857" y="9816"/>
                  </a:lnTo>
                  <a:lnTo>
                    <a:pt x="4895" y="9803"/>
                  </a:lnTo>
                  <a:lnTo>
                    <a:pt x="4921" y="9790"/>
                  </a:lnTo>
                  <a:lnTo>
                    <a:pt x="4959" y="9777"/>
                  </a:lnTo>
                  <a:lnTo>
                    <a:pt x="4959" y="9854"/>
                  </a:lnTo>
                  <a:lnTo>
                    <a:pt x="4972" y="9892"/>
                  </a:lnTo>
                  <a:lnTo>
                    <a:pt x="4985" y="9905"/>
                  </a:lnTo>
                  <a:lnTo>
                    <a:pt x="5023" y="9918"/>
                  </a:lnTo>
                  <a:lnTo>
                    <a:pt x="5074" y="9905"/>
                  </a:lnTo>
                  <a:lnTo>
                    <a:pt x="5125" y="9892"/>
                  </a:lnTo>
                  <a:lnTo>
                    <a:pt x="5163" y="9892"/>
                  </a:lnTo>
                  <a:lnTo>
                    <a:pt x="5202" y="9905"/>
                  </a:lnTo>
                  <a:lnTo>
                    <a:pt x="5227" y="9931"/>
                  </a:lnTo>
                  <a:lnTo>
                    <a:pt x="5240" y="9956"/>
                  </a:lnTo>
                  <a:lnTo>
                    <a:pt x="5266" y="9982"/>
                  </a:lnTo>
                  <a:lnTo>
                    <a:pt x="5330" y="9995"/>
                  </a:lnTo>
                  <a:lnTo>
                    <a:pt x="5406" y="10007"/>
                  </a:lnTo>
                  <a:lnTo>
                    <a:pt x="5496" y="10020"/>
                  </a:lnTo>
                  <a:lnTo>
                    <a:pt x="5572" y="10058"/>
                  </a:lnTo>
                  <a:lnTo>
                    <a:pt x="5713" y="10174"/>
                  </a:lnTo>
                  <a:lnTo>
                    <a:pt x="5828" y="10225"/>
                  </a:lnTo>
                  <a:lnTo>
                    <a:pt x="5866" y="10237"/>
                  </a:lnTo>
                  <a:lnTo>
                    <a:pt x="5981" y="10237"/>
                  </a:lnTo>
                  <a:lnTo>
                    <a:pt x="6033" y="10225"/>
                  </a:lnTo>
                  <a:lnTo>
                    <a:pt x="6084" y="10225"/>
                  </a:lnTo>
                  <a:lnTo>
                    <a:pt x="6109" y="10250"/>
                  </a:lnTo>
                  <a:lnTo>
                    <a:pt x="6148" y="10301"/>
                  </a:lnTo>
                  <a:lnTo>
                    <a:pt x="6186" y="10391"/>
                  </a:lnTo>
                  <a:lnTo>
                    <a:pt x="6224" y="10480"/>
                  </a:lnTo>
                  <a:lnTo>
                    <a:pt x="6237" y="10493"/>
                  </a:lnTo>
                  <a:lnTo>
                    <a:pt x="6263" y="10506"/>
                  </a:lnTo>
                  <a:lnTo>
                    <a:pt x="6314" y="10519"/>
                  </a:lnTo>
                  <a:lnTo>
                    <a:pt x="6429" y="10493"/>
                  </a:lnTo>
                  <a:lnTo>
                    <a:pt x="6557" y="10493"/>
                  </a:lnTo>
                  <a:lnTo>
                    <a:pt x="6608" y="10506"/>
                  </a:lnTo>
                  <a:lnTo>
                    <a:pt x="6659" y="10544"/>
                  </a:lnTo>
                  <a:lnTo>
                    <a:pt x="6684" y="10582"/>
                  </a:lnTo>
                  <a:lnTo>
                    <a:pt x="6723" y="10621"/>
                  </a:lnTo>
                  <a:lnTo>
                    <a:pt x="6787" y="10621"/>
                  </a:lnTo>
                  <a:lnTo>
                    <a:pt x="6812" y="10595"/>
                  </a:lnTo>
                  <a:lnTo>
                    <a:pt x="6825" y="10557"/>
                  </a:lnTo>
                  <a:lnTo>
                    <a:pt x="6825" y="10519"/>
                  </a:lnTo>
                  <a:lnTo>
                    <a:pt x="6825" y="10493"/>
                  </a:lnTo>
                  <a:lnTo>
                    <a:pt x="6863" y="10455"/>
                  </a:lnTo>
                  <a:lnTo>
                    <a:pt x="6902" y="10429"/>
                  </a:lnTo>
                  <a:lnTo>
                    <a:pt x="6940" y="10404"/>
                  </a:lnTo>
                  <a:lnTo>
                    <a:pt x="6953" y="10378"/>
                  </a:lnTo>
                  <a:lnTo>
                    <a:pt x="6966" y="10314"/>
                  </a:lnTo>
                  <a:lnTo>
                    <a:pt x="6953" y="10289"/>
                  </a:lnTo>
                  <a:lnTo>
                    <a:pt x="6953" y="10250"/>
                  </a:lnTo>
                  <a:lnTo>
                    <a:pt x="6940" y="10225"/>
                  </a:lnTo>
                  <a:lnTo>
                    <a:pt x="6914" y="10212"/>
                  </a:lnTo>
                  <a:lnTo>
                    <a:pt x="6902" y="10199"/>
                  </a:lnTo>
                  <a:lnTo>
                    <a:pt x="6889" y="10186"/>
                  </a:lnTo>
                  <a:lnTo>
                    <a:pt x="6876" y="10161"/>
                  </a:lnTo>
                  <a:lnTo>
                    <a:pt x="6889" y="10148"/>
                  </a:lnTo>
                  <a:lnTo>
                    <a:pt x="6902" y="10135"/>
                  </a:lnTo>
                  <a:lnTo>
                    <a:pt x="6902" y="10110"/>
                  </a:lnTo>
                  <a:lnTo>
                    <a:pt x="6902" y="10071"/>
                  </a:lnTo>
                  <a:lnTo>
                    <a:pt x="6889" y="10033"/>
                  </a:lnTo>
                  <a:lnTo>
                    <a:pt x="6876" y="9995"/>
                  </a:lnTo>
                  <a:lnTo>
                    <a:pt x="6863" y="9969"/>
                  </a:lnTo>
                  <a:lnTo>
                    <a:pt x="6838" y="9943"/>
                  </a:lnTo>
                  <a:lnTo>
                    <a:pt x="6799" y="9931"/>
                  </a:lnTo>
                  <a:lnTo>
                    <a:pt x="6761" y="9931"/>
                  </a:lnTo>
                  <a:lnTo>
                    <a:pt x="6735" y="9918"/>
                  </a:lnTo>
                  <a:lnTo>
                    <a:pt x="6710" y="9892"/>
                  </a:lnTo>
                  <a:lnTo>
                    <a:pt x="6710" y="9867"/>
                  </a:lnTo>
                  <a:lnTo>
                    <a:pt x="6710" y="9816"/>
                  </a:lnTo>
                  <a:lnTo>
                    <a:pt x="6735" y="9752"/>
                  </a:lnTo>
                  <a:lnTo>
                    <a:pt x="6761" y="9701"/>
                  </a:lnTo>
                  <a:lnTo>
                    <a:pt x="6889" y="9458"/>
                  </a:lnTo>
                  <a:lnTo>
                    <a:pt x="6991" y="9253"/>
                  </a:lnTo>
                  <a:lnTo>
                    <a:pt x="7017" y="9164"/>
                  </a:lnTo>
                  <a:lnTo>
                    <a:pt x="7055" y="9138"/>
                  </a:lnTo>
                  <a:lnTo>
                    <a:pt x="7068" y="9126"/>
                  </a:lnTo>
                  <a:lnTo>
                    <a:pt x="7093" y="9126"/>
                  </a:lnTo>
                  <a:lnTo>
                    <a:pt x="7119" y="9138"/>
                  </a:lnTo>
                  <a:lnTo>
                    <a:pt x="7144" y="9164"/>
                  </a:lnTo>
                  <a:lnTo>
                    <a:pt x="7170" y="9215"/>
                  </a:lnTo>
                  <a:lnTo>
                    <a:pt x="7208" y="9317"/>
                  </a:lnTo>
                  <a:lnTo>
                    <a:pt x="7221" y="9356"/>
                  </a:lnTo>
                  <a:lnTo>
                    <a:pt x="7247" y="9368"/>
                  </a:lnTo>
                  <a:lnTo>
                    <a:pt x="7298" y="9368"/>
                  </a:lnTo>
                  <a:lnTo>
                    <a:pt x="7438" y="9356"/>
                  </a:lnTo>
                  <a:lnTo>
                    <a:pt x="7579" y="9343"/>
                  </a:lnTo>
                  <a:lnTo>
                    <a:pt x="7566" y="9241"/>
                  </a:lnTo>
                  <a:lnTo>
                    <a:pt x="7579" y="9126"/>
                  </a:lnTo>
                  <a:lnTo>
                    <a:pt x="7617" y="9036"/>
                  </a:lnTo>
                  <a:lnTo>
                    <a:pt x="7681" y="8947"/>
                  </a:lnTo>
                  <a:lnTo>
                    <a:pt x="7745" y="8895"/>
                  </a:lnTo>
                  <a:lnTo>
                    <a:pt x="7822" y="8857"/>
                  </a:lnTo>
                  <a:lnTo>
                    <a:pt x="7860" y="8832"/>
                  </a:lnTo>
                  <a:lnTo>
                    <a:pt x="7873" y="8819"/>
                  </a:lnTo>
                  <a:lnTo>
                    <a:pt x="7886" y="8780"/>
                  </a:lnTo>
                  <a:lnTo>
                    <a:pt x="7886" y="8742"/>
                  </a:lnTo>
                  <a:lnTo>
                    <a:pt x="7873" y="8627"/>
                  </a:lnTo>
                  <a:lnTo>
                    <a:pt x="7847" y="8525"/>
                  </a:lnTo>
                  <a:lnTo>
                    <a:pt x="7822" y="8435"/>
                  </a:lnTo>
                  <a:lnTo>
                    <a:pt x="7822" y="8346"/>
                  </a:lnTo>
                  <a:lnTo>
                    <a:pt x="7835" y="8308"/>
                  </a:lnTo>
                  <a:lnTo>
                    <a:pt x="7860" y="8269"/>
                  </a:lnTo>
                  <a:lnTo>
                    <a:pt x="7899" y="8231"/>
                  </a:lnTo>
                  <a:lnTo>
                    <a:pt x="7937" y="8205"/>
                  </a:lnTo>
                  <a:lnTo>
                    <a:pt x="8001" y="8180"/>
                  </a:lnTo>
                  <a:lnTo>
                    <a:pt x="8026" y="8167"/>
                  </a:lnTo>
                  <a:lnTo>
                    <a:pt x="8077" y="8167"/>
                  </a:lnTo>
                  <a:lnTo>
                    <a:pt x="8090" y="8180"/>
                  </a:lnTo>
                  <a:lnTo>
                    <a:pt x="8103" y="8218"/>
                  </a:lnTo>
                  <a:lnTo>
                    <a:pt x="8141" y="8218"/>
                  </a:lnTo>
                  <a:lnTo>
                    <a:pt x="8205" y="8193"/>
                  </a:lnTo>
                  <a:lnTo>
                    <a:pt x="8256" y="8141"/>
                  </a:lnTo>
                  <a:lnTo>
                    <a:pt x="8282" y="8116"/>
                  </a:lnTo>
                  <a:lnTo>
                    <a:pt x="8282" y="8090"/>
                  </a:lnTo>
                  <a:lnTo>
                    <a:pt x="8282" y="8052"/>
                  </a:lnTo>
                  <a:lnTo>
                    <a:pt x="8269" y="7975"/>
                  </a:lnTo>
                  <a:lnTo>
                    <a:pt x="8218" y="7835"/>
                  </a:lnTo>
                  <a:lnTo>
                    <a:pt x="8205" y="7784"/>
                  </a:lnTo>
                  <a:lnTo>
                    <a:pt x="8167" y="7732"/>
                  </a:lnTo>
                  <a:lnTo>
                    <a:pt x="8090" y="7656"/>
                  </a:lnTo>
                  <a:lnTo>
                    <a:pt x="8039" y="7630"/>
                  </a:lnTo>
                  <a:lnTo>
                    <a:pt x="7988" y="7605"/>
                  </a:lnTo>
                  <a:lnTo>
                    <a:pt x="7873" y="7579"/>
                  </a:lnTo>
                  <a:lnTo>
                    <a:pt x="7809" y="7566"/>
                  </a:lnTo>
                  <a:lnTo>
                    <a:pt x="7758" y="7553"/>
                  </a:lnTo>
                  <a:lnTo>
                    <a:pt x="7720" y="7528"/>
                  </a:lnTo>
                  <a:lnTo>
                    <a:pt x="7681" y="7477"/>
                  </a:lnTo>
                  <a:lnTo>
                    <a:pt x="7643" y="7387"/>
                  </a:lnTo>
                  <a:lnTo>
                    <a:pt x="7630" y="7298"/>
                  </a:lnTo>
                  <a:lnTo>
                    <a:pt x="7630" y="7234"/>
                  </a:lnTo>
                  <a:lnTo>
                    <a:pt x="7656" y="7196"/>
                  </a:lnTo>
                  <a:lnTo>
                    <a:pt x="7694" y="7132"/>
                  </a:lnTo>
                  <a:lnTo>
                    <a:pt x="7720" y="7068"/>
                  </a:lnTo>
                  <a:lnTo>
                    <a:pt x="7745" y="7029"/>
                  </a:lnTo>
                  <a:lnTo>
                    <a:pt x="7771" y="6991"/>
                  </a:lnTo>
                  <a:lnTo>
                    <a:pt x="7783" y="6953"/>
                  </a:lnTo>
                  <a:lnTo>
                    <a:pt x="7796" y="6914"/>
                  </a:lnTo>
                  <a:lnTo>
                    <a:pt x="7847" y="6799"/>
                  </a:lnTo>
                  <a:lnTo>
                    <a:pt x="7886" y="6697"/>
                  </a:lnTo>
                  <a:lnTo>
                    <a:pt x="7924" y="6659"/>
                  </a:lnTo>
                  <a:lnTo>
                    <a:pt x="7950" y="6633"/>
                  </a:lnTo>
                  <a:lnTo>
                    <a:pt x="8001" y="6621"/>
                  </a:lnTo>
                  <a:lnTo>
                    <a:pt x="8065" y="6608"/>
                  </a:lnTo>
                  <a:lnTo>
                    <a:pt x="8103" y="6633"/>
                  </a:lnTo>
                  <a:lnTo>
                    <a:pt x="8129" y="6646"/>
                  </a:lnTo>
                  <a:lnTo>
                    <a:pt x="8141" y="6659"/>
                  </a:lnTo>
                  <a:lnTo>
                    <a:pt x="8180" y="6748"/>
                  </a:lnTo>
                  <a:lnTo>
                    <a:pt x="8218" y="6774"/>
                  </a:lnTo>
                  <a:lnTo>
                    <a:pt x="8256" y="6799"/>
                  </a:lnTo>
                  <a:lnTo>
                    <a:pt x="8346" y="6787"/>
                  </a:lnTo>
                  <a:lnTo>
                    <a:pt x="8435" y="6787"/>
                  </a:lnTo>
                  <a:lnTo>
                    <a:pt x="8589" y="6774"/>
                  </a:lnTo>
                  <a:lnTo>
                    <a:pt x="8653" y="6787"/>
                  </a:lnTo>
                  <a:lnTo>
                    <a:pt x="8716" y="6812"/>
                  </a:lnTo>
                  <a:lnTo>
                    <a:pt x="8755" y="6863"/>
                  </a:lnTo>
                  <a:lnTo>
                    <a:pt x="8793" y="6914"/>
                  </a:lnTo>
                  <a:lnTo>
                    <a:pt x="8831" y="7017"/>
                  </a:lnTo>
                  <a:lnTo>
                    <a:pt x="8857" y="7119"/>
                  </a:lnTo>
                  <a:lnTo>
                    <a:pt x="8883" y="7170"/>
                  </a:lnTo>
                  <a:lnTo>
                    <a:pt x="8921" y="7196"/>
                  </a:lnTo>
                  <a:lnTo>
                    <a:pt x="8959" y="7221"/>
                  </a:lnTo>
                  <a:lnTo>
                    <a:pt x="9023" y="7208"/>
                  </a:lnTo>
                  <a:lnTo>
                    <a:pt x="9049" y="7208"/>
                  </a:lnTo>
                  <a:lnTo>
                    <a:pt x="9062" y="7196"/>
                  </a:lnTo>
                  <a:lnTo>
                    <a:pt x="9074" y="7157"/>
                  </a:lnTo>
                  <a:lnTo>
                    <a:pt x="9074" y="7081"/>
                  </a:lnTo>
                  <a:lnTo>
                    <a:pt x="9074" y="7017"/>
                  </a:lnTo>
                  <a:lnTo>
                    <a:pt x="9062" y="6927"/>
                  </a:lnTo>
                  <a:lnTo>
                    <a:pt x="9074" y="6838"/>
                  </a:lnTo>
                  <a:lnTo>
                    <a:pt x="9074" y="6799"/>
                  </a:lnTo>
                  <a:lnTo>
                    <a:pt x="9062" y="6761"/>
                  </a:lnTo>
                  <a:lnTo>
                    <a:pt x="9023" y="6697"/>
                  </a:lnTo>
                  <a:lnTo>
                    <a:pt x="8959" y="6646"/>
                  </a:lnTo>
                  <a:lnTo>
                    <a:pt x="8895" y="6595"/>
                  </a:lnTo>
                  <a:lnTo>
                    <a:pt x="8716" y="6454"/>
                  </a:lnTo>
                  <a:lnTo>
                    <a:pt x="8538" y="6314"/>
                  </a:lnTo>
                  <a:lnTo>
                    <a:pt x="8461" y="6275"/>
                  </a:lnTo>
                  <a:lnTo>
                    <a:pt x="8371" y="6237"/>
                  </a:lnTo>
                  <a:lnTo>
                    <a:pt x="8282" y="6199"/>
                  </a:lnTo>
                  <a:lnTo>
                    <a:pt x="8192" y="6160"/>
                  </a:lnTo>
                  <a:lnTo>
                    <a:pt x="7988" y="6058"/>
                  </a:lnTo>
                  <a:lnTo>
                    <a:pt x="7899" y="6020"/>
                  </a:lnTo>
                  <a:lnTo>
                    <a:pt x="7796" y="5981"/>
                  </a:lnTo>
                  <a:lnTo>
                    <a:pt x="7656" y="5943"/>
                  </a:lnTo>
                  <a:lnTo>
                    <a:pt x="7592" y="5918"/>
                  </a:lnTo>
                  <a:lnTo>
                    <a:pt x="7528" y="5892"/>
                  </a:lnTo>
                  <a:lnTo>
                    <a:pt x="7272" y="5777"/>
                  </a:lnTo>
                  <a:lnTo>
                    <a:pt x="7183" y="5739"/>
                  </a:lnTo>
                  <a:lnTo>
                    <a:pt x="7068" y="5688"/>
                  </a:lnTo>
                  <a:lnTo>
                    <a:pt x="7029" y="5649"/>
                  </a:lnTo>
                  <a:lnTo>
                    <a:pt x="6991" y="5611"/>
                  </a:lnTo>
                  <a:lnTo>
                    <a:pt x="6991" y="5573"/>
                  </a:lnTo>
                  <a:lnTo>
                    <a:pt x="7017" y="5521"/>
                  </a:lnTo>
                  <a:lnTo>
                    <a:pt x="7055" y="5496"/>
                  </a:lnTo>
                  <a:lnTo>
                    <a:pt x="7093" y="5457"/>
                  </a:lnTo>
                  <a:lnTo>
                    <a:pt x="7132" y="5432"/>
                  </a:lnTo>
                  <a:lnTo>
                    <a:pt x="7144" y="5381"/>
                  </a:lnTo>
                  <a:lnTo>
                    <a:pt x="7144" y="5342"/>
                  </a:lnTo>
                  <a:lnTo>
                    <a:pt x="7132" y="5291"/>
                  </a:lnTo>
                  <a:lnTo>
                    <a:pt x="7106" y="5266"/>
                  </a:lnTo>
                  <a:lnTo>
                    <a:pt x="7068" y="5240"/>
                  </a:lnTo>
                  <a:lnTo>
                    <a:pt x="7004" y="5240"/>
                  </a:lnTo>
                  <a:lnTo>
                    <a:pt x="6940" y="5253"/>
                  </a:lnTo>
                  <a:lnTo>
                    <a:pt x="6825" y="5279"/>
                  </a:lnTo>
                  <a:lnTo>
                    <a:pt x="6723" y="5279"/>
                  </a:lnTo>
                  <a:lnTo>
                    <a:pt x="6608" y="5266"/>
                  </a:lnTo>
                  <a:lnTo>
                    <a:pt x="6518" y="5266"/>
                  </a:lnTo>
                  <a:lnTo>
                    <a:pt x="6442" y="5253"/>
                  </a:lnTo>
                  <a:lnTo>
                    <a:pt x="6352" y="5227"/>
                  </a:lnTo>
                  <a:lnTo>
                    <a:pt x="6263" y="5202"/>
                  </a:lnTo>
                  <a:lnTo>
                    <a:pt x="6173" y="5164"/>
                  </a:lnTo>
                  <a:lnTo>
                    <a:pt x="6071" y="5112"/>
                  </a:lnTo>
                  <a:lnTo>
                    <a:pt x="5994" y="5061"/>
                  </a:lnTo>
                  <a:lnTo>
                    <a:pt x="5969" y="5049"/>
                  </a:lnTo>
                  <a:lnTo>
                    <a:pt x="5918" y="5036"/>
                  </a:lnTo>
                  <a:lnTo>
                    <a:pt x="5866" y="5023"/>
                  </a:lnTo>
                  <a:lnTo>
                    <a:pt x="5815" y="4997"/>
                  </a:lnTo>
                  <a:lnTo>
                    <a:pt x="5726" y="4946"/>
                  </a:lnTo>
                  <a:lnTo>
                    <a:pt x="5649" y="4882"/>
                  </a:lnTo>
                  <a:lnTo>
                    <a:pt x="5560" y="4818"/>
                  </a:lnTo>
                  <a:lnTo>
                    <a:pt x="5457" y="4742"/>
                  </a:lnTo>
                  <a:lnTo>
                    <a:pt x="5368" y="4640"/>
                  </a:lnTo>
                  <a:lnTo>
                    <a:pt x="5355" y="4601"/>
                  </a:lnTo>
                  <a:lnTo>
                    <a:pt x="5330" y="4550"/>
                  </a:lnTo>
                  <a:lnTo>
                    <a:pt x="5304" y="4448"/>
                  </a:lnTo>
                  <a:lnTo>
                    <a:pt x="5266" y="4320"/>
                  </a:lnTo>
                  <a:lnTo>
                    <a:pt x="5227" y="4192"/>
                  </a:lnTo>
                  <a:lnTo>
                    <a:pt x="5202" y="4116"/>
                  </a:lnTo>
                  <a:lnTo>
                    <a:pt x="5163" y="4026"/>
                  </a:lnTo>
                  <a:lnTo>
                    <a:pt x="5074" y="3873"/>
                  </a:lnTo>
                  <a:lnTo>
                    <a:pt x="5061" y="3822"/>
                  </a:lnTo>
                  <a:lnTo>
                    <a:pt x="5048" y="3783"/>
                  </a:lnTo>
                  <a:lnTo>
                    <a:pt x="5023" y="3707"/>
                  </a:lnTo>
                  <a:lnTo>
                    <a:pt x="5010" y="3681"/>
                  </a:lnTo>
                  <a:lnTo>
                    <a:pt x="4972" y="3668"/>
                  </a:lnTo>
                  <a:lnTo>
                    <a:pt x="4857" y="3668"/>
                  </a:lnTo>
                  <a:lnTo>
                    <a:pt x="4818" y="3655"/>
                  </a:lnTo>
                  <a:lnTo>
                    <a:pt x="4780" y="3630"/>
                  </a:lnTo>
                  <a:lnTo>
                    <a:pt x="4754" y="3592"/>
                  </a:lnTo>
                  <a:lnTo>
                    <a:pt x="4678" y="3528"/>
                  </a:lnTo>
                  <a:lnTo>
                    <a:pt x="4358" y="3272"/>
                  </a:lnTo>
                  <a:lnTo>
                    <a:pt x="4230" y="3170"/>
                  </a:lnTo>
                  <a:lnTo>
                    <a:pt x="4103" y="3055"/>
                  </a:lnTo>
                  <a:lnTo>
                    <a:pt x="4064" y="2991"/>
                  </a:lnTo>
                  <a:lnTo>
                    <a:pt x="4052" y="2927"/>
                  </a:lnTo>
                  <a:lnTo>
                    <a:pt x="4039" y="2786"/>
                  </a:lnTo>
                  <a:lnTo>
                    <a:pt x="4013" y="2684"/>
                  </a:lnTo>
                  <a:lnTo>
                    <a:pt x="3988" y="2569"/>
                  </a:lnTo>
                  <a:lnTo>
                    <a:pt x="3975" y="2531"/>
                  </a:lnTo>
                  <a:lnTo>
                    <a:pt x="3962" y="2480"/>
                  </a:lnTo>
                  <a:lnTo>
                    <a:pt x="3962" y="2454"/>
                  </a:lnTo>
                  <a:lnTo>
                    <a:pt x="3975" y="2441"/>
                  </a:lnTo>
                  <a:lnTo>
                    <a:pt x="4026" y="2416"/>
                  </a:lnTo>
                  <a:lnTo>
                    <a:pt x="4064" y="2403"/>
                  </a:lnTo>
                  <a:lnTo>
                    <a:pt x="4103" y="2365"/>
                  </a:lnTo>
                  <a:lnTo>
                    <a:pt x="4115" y="2326"/>
                  </a:lnTo>
                  <a:lnTo>
                    <a:pt x="4115" y="2275"/>
                  </a:lnTo>
                  <a:lnTo>
                    <a:pt x="4103" y="2224"/>
                  </a:lnTo>
                  <a:lnTo>
                    <a:pt x="4090" y="2173"/>
                  </a:lnTo>
                  <a:lnTo>
                    <a:pt x="4077" y="2135"/>
                  </a:lnTo>
                  <a:lnTo>
                    <a:pt x="4026" y="2109"/>
                  </a:lnTo>
                  <a:lnTo>
                    <a:pt x="3962" y="2071"/>
                  </a:lnTo>
                  <a:lnTo>
                    <a:pt x="3911" y="2032"/>
                  </a:lnTo>
                  <a:lnTo>
                    <a:pt x="3873" y="1968"/>
                  </a:lnTo>
                  <a:lnTo>
                    <a:pt x="3834" y="1904"/>
                  </a:lnTo>
                  <a:lnTo>
                    <a:pt x="3821" y="1866"/>
                  </a:lnTo>
                  <a:lnTo>
                    <a:pt x="3834" y="1853"/>
                  </a:lnTo>
                  <a:lnTo>
                    <a:pt x="3885" y="1815"/>
                  </a:lnTo>
                  <a:lnTo>
                    <a:pt x="3949" y="1751"/>
                  </a:lnTo>
                  <a:lnTo>
                    <a:pt x="4013" y="1700"/>
                  </a:lnTo>
                  <a:lnTo>
                    <a:pt x="4077" y="1674"/>
                  </a:lnTo>
                  <a:lnTo>
                    <a:pt x="4103" y="1674"/>
                  </a:lnTo>
                  <a:lnTo>
                    <a:pt x="4103" y="1687"/>
                  </a:lnTo>
                  <a:lnTo>
                    <a:pt x="4103" y="1713"/>
                  </a:lnTo>
                  <a:lnTo>
                    <a:pt x="4103" y="1738"/>
                  </a:lnTo>
                  <a:lnTo>
                    <a:pt x="4103" y="1764"/>
                  </a:lnTo>
                  <a:lnTo>
                    <a:pt x="4128" y="1777"/>
                  </a:lnTo>
                  <a:lnTo>
                    <a:pt x="4167" y="1777"/>
                  </a:lnTo>
                  <a:lnTo>
                    <a:pt x="4192" y="1764"/>
                  </a:lnTo>
                  <a:lnTo>
                    <a:pt x="4230" y="1738"/>
                  </a:lnTo>
                  <a:lnTo>
                    <a:pt x="4269" y="1700"/>
                  </a:lnTo>
                  <a:lnTo>
                    <a:pt x="4307" y="1687"/>
                  </a:lnTo>
                  <a:lnTo>
                    <a:pt x="4371" y="1662"/>
                  </a:lnTo>
                  <a:lnTo>
                    <a:pt x="4448" y="1649"/>
                  </a:lnTo>
                  <a:lnTo>
                    <a:pt x="4588" y="1623"/>
                  </a:lnTo>
                  <a:lnTo>
                    <a:pt x="4601" y="1572"/>
                  </a:lnTo>
                  <a:lnTo>
                    <a:pt x="4576" y="1559"/>
                  </a:lnTo>
                  <a:lnTo>
                    <a:pt x="4563" y="1559"/>
                  </a:lnTo>
                  <a:lnTo>
                    <a:pt x="4537" y="1547"/>
                  </a:lnTo>
                  <a:lnTo>
                    <a:pt x="4524" y="1534"/>
                  </a:lnTo>
                  <a:lnTo>
                    <a:pt x="4537" y="1508"/>
                  </a:lnTo>
                  <a:lnTo>
                    <a:pt x="4550" y="1470"/>
                  </a:lnTo>
                  <a:lnTo>
                    <a:pt x="4601" y="1432"/>
                  </a:lnTo>
                  <a:lnTo>
                    <a:pt x="4639" y="1419"/>
                  </a:lnTo>
                  <a:lnTo>
                    <a:pt x="4691" y="1419"/>
                  </a:lnTo>
                  <a:lnTo>
                    <a:pt x="4793" y="1444"/>
                  </a:lnTo>
                  <a:lnTo>
                    <a:pt x="4857" y="1432"/>
                  </a:lnTo>
                  <a:lnTo>
                    <a:pt x="4921" y="1432"/>
                  </a:lnTo>
                  <a:lnTo>
                    <a:pt x="4972" y="1444"/>
                  </a:lnTo>
                  <a:lnTo>
                    <a:pt x="5036" y="1470"/>
                  </a:lnTo>
                  <a:lnTo>
                    <a:pt x="5036" y="1559"/>
                  </a:lnTo>
                  <a:lnTo>
                    <a:pt x="5100" y="1547"/>
                  </a:lnTo>
                  <a:lnTo>
                    <a:pt x="5112" y="1444"/>
                  </a:lnTo>
                  <a:lnTo>
                    <a:pt x="4946" y="1253"/>
                  </a:lnTo>
                  <a:lnTo>
                    <a:pt x="4946" y="1240"/>
                  </a:lnTo>
                  <a:lnTo>
                    <a:pt x="4882" y="844"/>
                  </a:lnTo>
                  <a:lnTo>
                    <a:pt x="4895" y="818"/>
                  </a:lnTo>
                  <a:lnTo>
                    <a:pt x="5036" y="729"/>
                  </a:lnTo>
                  <a:lnTo>
                    <a:pt x="4882" y="601"/>
                  </a:lnTo>
                  <a:lnTo>
                    <a:pt x="4563" y="563"/>
                  </a:lnTo>
                  <a:lnTo>
                    <a:pt x="4550" y="563"/>
                  </a:lnTo>
                  <a:lnTo>
                    <a:pt x="4384" y="460"/>
                  </a:lnTo>
                  <a:lnTo>
                    <a:pt x="4115" y="486"/>
                  </a:lnTo>
                  <a:lnTo>
                    <a:pt x="4103" y="473"/>
                  </a:lnTo>
                  <a:lnTo>
                    <a:pt x="3924" y="332"/>
                  </a:lnTo>
                  <a:lnTo>
                    <a:pt x="3911" y="320"/>
                  </a:lnTo>
                  <a:lnTo>
                    <a:pt x="386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2" name="Google Shape;957;p78">
              <a:extLst>
                <a:ext uri="{FF2B5EF4-FFF2-40B4-BE49-F238E27FC236}">
                  <a16:creationId xmlns:a16="http://schemas.microsoft.com/office/drawing/2014/main" id="{A592BE46-26F9-B896-D34C-A311E8AB58E0}"/>
                </a:ext>
              </a:extLst>
            </p:cNvPr>
            <p:cNvSpPr/>
            <p:nvPr/>
          </p:nvSpPr>
          <p:spPr>
            <a:xfrm>
              <a:off x="3702625" y="2547075"/>
              <a:ext cx="13125" cy="8650"/>
            </a:xfrm>
            <a:custGeom>
              <a:avLst/>
              <a:gdLst/>
              <a:ahLst/>
              <a:cxnLst/>
              <a:rect l="l" t="t" r="r" b="b"/>
              <a:pathLst>
                <a:path w="525" h="346" extrusionOk="0">
                  <a:moveTo>
                    <a:pt x="90" y="0"/>
                  </a:moveTo>
                  <a:lnTo>
                    <a:pt x="52" y="13"/>
                  </a:lnTo>
                  <a:lnTo>
                    <a:pt x="26" y="39"/>
                  </a:lnTo>
                  <a:lnTo>
                    <a:pt x="13" y="64"/>
                  </a:lnTo>
                  <a:lnTo>
                    <a:pt x="13" y="90"/>
                  </a:lnTo>
                  <a:lnTo>
                    <a:pt x="1" y="141"/>
                  </a:lnTo>
                  <a:lnTo>
                    <a:pt x="1" y="205"/>
                  </a:lnTo>
                  <a:lnTo>
                    <a:pt x="39" y="217"/>
                  </a:lnTo>
                  <a:lnTo>
                    <a:pt x="65" y="230"/>
                  </a:lnTo>
                  <a:lnTo>
                    <a:pt x="141" y="230"/>
                  </a:lnTo>
                  <a:lnTo>
                    <a:pt x="205" y="217"/>
                  </a:lnTo>
                  <a:lnTo>
                    <a:pt x="282" y="230"/>
                  </a:lnTo>
                  <a:lnTo>
                    <a:pt x="346" y="256"/>
                  </a:lnTo>
                  <a:lnTo>
                    <a:pt x="397" y="307"/>
                  </a:lnTo>
                  <a:lnTo>
                    <a:pt x="461" y="345"/>
                  </a:lnTo>
                  <a:lnTo>
                    <a:pt x="525" y="345"/>
                  </a:lnTo>
                  <a:lnTo>
                    <a:pt x="499" y="90"/>
                  </a:lnTo>
                  <a:lnTo>
                    <a:pt x="397" y="26"/>
                  </a:lnTo>
                  <a:lnTo>
                    <a:pt x="24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3" name="Google Shape;958;p78">
              <a:extLst>
                <a:ext uri="{FF2B5EF4-FFF2-40B4-BE49-F238E27FC236}">
                  <a16:creationId xmlns:a16="http://schemas.microsoft.com/office/drawing/2014/main" id="{FAD5B79B-EC33-E96D-9C7C-5412396CB114}"/>
                </a:ext>
              </a:extLst>
            </p:cNvPr>
            <p:cNvSpPr/>
            <p:nvPr/>
          </p:nvSpPr>
          <p:spPr>
            <a:xfrm>
              <a:off x="3858550" y="1742525"/>
              <a:ext cx="244450" cy="424975"/>
            </a:xfrm>
            <a:custGeom>
              <a:avLst/>
              <a:gdLst/>
              <a:ahLst/>
              <a:cxnLst/>
              <a:rect l="l" t="t" r="r" b="b"/>
              <a:pathLst>
                <a:path w="9778" h="16999" extrusionOk="0">
                  <a:moveTo>
                    <a:pt x="1560" y="12270"/>
                  </a:moveTo>
                  <a:lnTo>
                    <a:pt x="2071" y="12385"/>
                  </a:lnTo>
                  <a:lnTo>
                    <a:pt x="2148" y="12717"/>
                  </a:lnTo>
                  <a:lnTo>
                    <a:pt x="1739" y="13037"/>
                  </a:lnTo>
                  <a:lnTo>
                    <a:pt x="1445" y="13229"/>
                  </a:lnTo>
                  <a:lnTo>
                    <a:pt x="1215" y="13229"/>
                  </a:lnTo>
                  <a:lnTo>
                    <a:pt x="1074" y="13331"/>
                  </a:lnTo>
                  <a:lnTo>
                    <a:pt x="972" y="13395"/>
                  </a:lnTo>
                  <a:lnTo>
                    <a:pt x="921" y="13420"/>
                  </a:lnTo>
                  <a:lnTo>
                    <a:pt x="883" y="13420"/>
                  </a:lnTo>
                  <a:lnTo>
                    <a:pt x="870" y="13408"/>
                  </a:lnTo>
                  <a:lnTo>
                    <a:pt x="870" y="13382"/>
                  </a:lnTo>
                  <a:lnTo>
                    <a:pt x="895" y="13331"/>
                  </a:lnTo>
                  <a:lnTo>
                    <a:pt x="1049" y="13037"/>
                  </a:lnTo>
                  <a:lnTo>
                    <a:pt x="921" y="12922"/>
                  </a:lnTo>
                  <a:lnTo>
                    <a:pt x="1074" y="12615"/>
                  </a:lnTo>
                  <a:lnTo>
                    <a:pt x="1381" y="12615"/>
                  </a:lnTo>
                  <a:lnTo>
                    <a:pt x="1560" y="12270"/>
                  </a:lnTo>
                  <a:close/>
                  <a:moveTo>
                    <a:pt x="2595" y="12717"/>
                  </a:moveTo>
                  <a:lnTo>
                    <a:pt x="2697" y="12845"/>
                  </a:lnTo>
                  <a:lnTo>
                    <a:pt x="2595" y="13075"/>
                  </a:lnTo>
                  <a:lnTo>
                    <a:pt x="2506" y="13241"/>
                  </a:lnTo>
                  <a:lnTo>
                    <a:pt x="2480" y="13305"/>
                  </a:lnTo>
                  <a:lnTo>
                    <a:pt x="2455" y="13331"/>
                  </a:lnTo>
                  <a:lnTo>
                    <a:pt x="2429" y="13369"/>
                  </a:lnTo>
                  <a:lnTo>
                    <a:pt x="2378" y="13433"/>
                  </a:lnTo>
                  <a:lnTo>
                    <a:pt x="2288" y="13650"/>
                  </a:lnTo>
                  <a:lnTo>
                    <a:pt x="2148" y="13944"/>
                  </a:lnTo>
                  <a:lnTo>
                    <a:pt x="2071" y="13944"/>
                  </a:lnTo>
                  <a:lnTo>
                    <a:pt x="2071" y="13599"/>
                  </a:lnTo>
                  <a:lnTo>
                    <a:pt x="2595" y="12717"/>
                  </a:lnTo>
                  <a:close/>
                  <a:moveTo>
                    <a:pt x="7260" y="1"/>
                  </a:moveTo>
                  <a:lnTo>
                    <a:pt x="7196" y="26"/>
                  </a:lnTo>
                  <a:lnTo>
                    <a:pt x="7247" y="205"/>
                  </a:lnTo>
                  <a:lnTo>
                    <a:pt x="7337" y="346"/>
                  </a:lnTo>
                  <a:lnTo>
                    <a:pt x="7350" y="359"/>
                  </a:lnTo>
                  <a:lnTo>
                    <a:pt x="7119" y="985"/>
                  </a:lnTo>
                  <a:lnTo>
                    <a:pt x="7068" y="998"/>
                  </a:lnTo>
                  <a:lnTo>
                    <a:pt x="5893" y="819"/>
                  </a:lnTo>
                  <a:lnTo>
                    <a:pt x="5624" y="1445"/>
                  </a:lnTo>
                  <a:lnTo>
                    <a:pt x="5560" y="1470"/>
                  </a:lnTo>
                  <a:lnTo>
                    <a:pt x="5266" y="1355"/>
                  </a:lnTo>
                  <a:lnTo>
                    <a:pt x="4704" y="1828"/>
                  </a:lnTo>
                  <a:lnTo>
                    <a:pt x="4538" y="2148"/>
                  </a:lnTo>
                  <a:lnTo>
                    <a:pt x="4627" y="2467"/>
                  </a:lnTo>
                  <a:lnTo>
                    <a:pt x="4614" y="2493"/>
                  </a:lnTo>
                  <a:lnTo>
                    <a:pt x="3950" y="3119"/>
                  </a:lnTo>
                  <a:lnTo>
                    <a:pt x="3950" y="3451"/>
                  </a:lnTo>
                  <a:lnTo>
                    <a:pt x="3924" y="3490"/>
                  </a:lnTo>
                  <a:lnTo>
                    <a:pt x="3349" y="3630"/>
                  </a:lnTo>
                  <a:lnTo>
                    <a:pt x="3196" y="4781"/>
                  </a:lnTo>
                  <a:lnTo>
                    <a:pt x="3196" y="4793"/>
                  </a:lnTo>
                  <a:lnTo>
                    <a:pt x="2774" y="5458"/>
                  </a:lnTo>
                  <a:lnTo>
                    <a:pt x="2966" y="6161"/>
                  </a:lnTo>
                  <a:lnTo>
                    <a:pt x="2940" y="6199"/>
                  </a:lnTo>
                  <a:lnTo>
                    <a:pt x="2710" y="6314"/>
                  </a:lnTo>
                  <a:lnTo>
                    <a:pt x="2685" y="6327"/>
                  </a:lnTo>
                  <a:lnTo>
                    <a:pt x="2071" y="6365"/>
                  </a:lnTo>
                  <a:lnTo>
                    <a:pt x="1292" y="7247"/>
                  </a:lnTo>
                  <a:lnTo>
                    <a:pt x="1317" y="8231"/>
                  </a:lnTo>
                  <a:lnTo>
                    <a:pt x="1394" y="8449"/>
                  </a:lnTo>
                  <a:lnTo>
                    <a:pt x="1394" y="8461"/>
                  </a:lnTo>
                  <a:lnTo>
                    <a:pt x="1228" y="8858"/>
                  </a:lnTo>
                  <a:lnTo>
                    <a:pt x="1304" y="9088"/>
                  </a:lnTo>
                  <a:lnTo>
                    <a:pt x="1585" y="9254"/>
                  </a:lnTo>
                  <a:lnTo>
                    <a:pt x="1598" y="9279"/>
                  </a:lnTo>
                  <a:lnTo>
                    <a:pt x="1675" y="9676"/>
                  </a:lnTo>
                  <a:lnTo>
                    <a:pt x="1649" y="9701"/>
                  </a:lnTo>
                  <a:lnTo>
                    <a:pt x="1304" y="9829"/>
                  </a:lnTo>
                  <a:lnTo>
                    <a:pt x="1381" y="10212"/>
                  </a:lnTo>
                  <a:lnTo>
                    <a:pt x="1509" y="10442"/>
                  </a:lnTo>
                  <a:lnTo>
                    <a:pt x="1509" y="10468"/>
                  </a:lnTo>
                  <a:lnTo>
                    <a:pt x="1240" y="11171"/>
                  </a:lnTo>
                  <a:lnTo>
                    <a:pt x="1228" y="11184"/>
                  </a:lnTo>
                  <a:lnTo>
                    <a:pt x="819" y="11465"/>
                  </a:lnTo>
                  <a:lnTo>
                    <a:pt x="576" y="12155"/>
                  </a:lnTo>
                  <a:lnTo>
                    <a:pt x="589" y="12411"/>
                  </a:lnTo>
                  <a:lnTo>
                    <a:pt x="537" y="12436"/>
                  </a:lnTo>
                  <a:lnTo>
                    <a:pt x="52" y="12360"/>
                  </a:lnTo>
                  <a:lnTo>
                    <a:pt x="39" y="12372"/>
                  </a:lnTo>
                  <a:lnTo>
                    <a:pt x="26" y="12411"/>
                  </a:lnTo>
                  <a:lnTo>
                    <a:pt x="26" y="12462"/>
                  </a:lnTo>
                  <a:lnTo>
                    <a:pt x="39" y="12551"/>
                  </a:lnTo>
                  <a:lnTo>
                    <a:pt x="65" y="12679"/>
                  </a:lnTo>
                  <a:lnTo>
                    <a:pt x="77" y="12743"/>
                  </a:lnTo>
                  <a:lnTo>
                    <a:pt x="52" y="12807"/>
                  </a:lnTo>
                  <a:lnTo>
                    <a:pt x="26" y="12832"/>
                  </a:lnTo>
                  <a:lnTo>
                    <a:pt x="1" y="12858"/>
                  </a:lnTo>
                  <a:lnTo>
                    <a:pt x="1" y="12896"/>
                  </a:lnTo>
                  <a:lnTo>
                    <a:pt x="1" y="12935"/>
                  </a:lnTo>
                  <a:lnTo>
                    <a:pt x="13" y="13011"/>
                  </a:lnTo>
                  <a:lnTo>
                    <a:pt x="1" y="13075"/>
                  </a:lnTo>
                  <a:lnTo>
                    <a:pt x="13" y="13152"/>
                  </a:lnTo>
                  <a:lnTo>
                    <a:pt x="26" y="13177"/>
                  </a:lnTo>
                  <a:lnTo>
                    <a:pt x="52" y="13190"/>
                  </a:lnTo>
                  <a:lnTo>
                    <a:pt x="103" y="13203"/>
                  </a:lnTo>
                  <a:lnTo>
                    <a:pt x="167" y="13203"/>
                  </a:lnTo>
                  <a:lnTo>
                    <a:pt x="231" y="13190"/>
                  </a:lnTo>
                  <a:lnTo>
                    <a:pt x="269" y="13177"/>
                  </a:lnTo>
                  <a:lnTo>
                    <a:pt x="307" y="13152"/>
                  </a:lnTo>
                  <a:lnTo>
                    <a:pt x="359" y="13126"/>
                  </a:lnTo>
                  <a:lnTo>
                    <a:pt x="397" y="13139"/>
                  </a:lnTo>
                  <a:lnTo>
                    <a:pt x="499" y="13177"/>
                  </a:lnTo>
                  <a:lnTo>
                    <a:pt x="550" y="13190"/>
                  </a:lnTo>
                  <a:lnTo>
                    <a:pt x="563" y="13203"/>
                  </a:lnTo>
                  <a:lnTo>
                    <a:pt x="563" y="13229"/>
                  </a:lnTo>
                  <a:lnTo>
                    <a:pt x="550" y="13267"/>
                  </a:lnTo>
                  <a:lnTo>
                    <a:pt x="550" y="13292"/>
                  </a:lnTo>
                  <a:lnTo>
                    <a:pt x="525" y="13318"/>
                  </a:lnTo>
                  <a:lnTo>
                    <a:pt x="512" y="13331"/>
                  </a:lnTo>
                  <a:lnTo>
                    <a:pt x="359" y="13331"/>
                  </a:lnTo>
                  <a:lnTo>
                    <a:pt x="307" y="13356"/>
                  </a:lnTo>
                  <a:lnTo>
                    <a:pt x="269" y="13382"/>
                  </a:lnTo>
                  <a:lnTo>
                    <a:pt x="231" y="13433"/>
                  </a:lnTo>
                  <a:lnTo>
                    <a:pt x="205" y="13471"/>
                  </a:lnTo>
                  <a:lnTo>
                    <a:pt x="192" y="13484"/>
                  </a:lnTo>
                  <a:lnTo>
                    <a:pt x="205" y="13510"/>
                  </a:lnTo>
                  <a:lnTo>
                    <a:pt x="231" y="13523"/>
                  </a:lnTo>
                  <a:lnTo>
                    <a:pt x="269" y="13510"/>
                  </a:lnTo>
                  <a:lnTo>
                    <a:pt x="320" y="13497"/>
                  </a:lnTo>
                  <a:lnTo>
                    <a:pt x="410" y="13446"/>
                  </a:lnTo>
                  <a:lnTo>
                    <a:pt x="461" y="13420"/>
                  </a:lnTo>
                  <a:lnTo>
                    <a:pt x="525" y="13420"/>
                  </a:lnTo>
                  <a:lnTo>
                    <a:pt x="537" y="13459"/>
                  </a:lnTo>
                  <a:lnTo>
                    <a:pt x="550" y="13510"/>
                  </a:lnTo>
                  <a:lnTo>
                    <a:pt x="550" y="13599"/>
                  </a:lnTo>
                  <a:lnTo>
                    <a:pt x="537" y="13650"/>
                  </a:lnTo>
                  <a:lnTo>
                    <a:pt x="512" y="13689"/>
                  </a:lnTo>
                  <a:lnTo>
                    <a:pt x="486" y="13727"/>
                  </a:lnTo>
                  <a:lnTo>
                    <a:pt x="461" y="13778"/>
                  </a:lnTo>
                  <a:lnTo>
                    <a:pt x="448" y="13868"/>
                  </a:lnTo>
                  <a:lnTo>
                    <a:pt x="461" y="13957"/>
                  </a:lnTo>
                  <a:lnTo>
                    <a:pt x="474" y="14187"/>
                  </a:lnTo>
                  <a:lnTo>
                    <a:pt x="474" y="14404"/>
                  </a:lnTo>
                  <a:lnTo>
                    <a:pt x="486" y="14507"/>
                  </a:lnTo>
                  <a:lnTo>
                    <a:pt x="512" y="14558"/>
                  </a:lnTo>
                  <a:lnTo>
                    <a:pt x="537" y="14596"/>
                  </a:lnTo>
                  <a:lnTo>
                    <a:pt x="563" y="14647"/>
                  </a:lnTo>
                  <a:lnTo>
                    <a:pt x="601" y="14686"/>
                  </a:lnTo>
                  <a:lnTo>
                    <a:pt x="652" y="14724"/>
                  </a:lnTo>
                  <a:lnTo>
                    <a:pt x="665" y="14737"/>
                  </a:lnTo>
                  <a:lnTo>
                    <a:pt x="678" y="14762"/>
                  </a:lnTo>
                  <a:lnTo>
                    <a:pt x="704" y="14839"/>
                  </a:lnTo>
                  <a:lnTo>
                    <a:pt x="716" y="14877"/>
                  </a:lnTo>
                  <a:lnTo>
                    <a:pt x="729" y="14916"/>
                  </a:lnTo>
                  <a:lnTo>
                    <a:pt x="793" y="14992"/>
                  </a:lnTo>
                  <a:lnTo>
                    <a:pt x="857" y="15056"/>
                  </a:lnTo>
                  <a:lnTo>
                    <a:pt x="921" y="15133"/>
                  </a:lnTo>
                  <a:lnTo>
                    <a:pt x="934" y="15171"/>
                  </a:lnTo>
                  <a:lnTo>
                    <a:pt x="946" y="15222"/>
                  </a:lnTo>
                  <a:lnTo>
                    <a:pt x="959" y="15261"/>
                  </a:lnTo>
                  <a:lnTo>
                    <a:pt x="998" y="15273"/>
                  </a:lnTo>
                  <a:lnTo>
                    <a:pt x="1074" y="15299"/>
                  </a:lnTo>
                  <a:lnTo>
                    <a:pt x="1151" y="15312"/>
                  </a:lnTo>
                  <a:lnTo>
                    <a:pt x="1164" y="15465"/>
                  </a:lnTo>
                  <a:lnTo>
                    <a:pt x="1164" y="15504"/>
                  </a:lnTo>
                  <a:lnTo>
                    <a:pt x="1164" y="15516"/>
                  </a:lnTo>
                  <a:lnTo>
                    <a:pt x="1151" y="15529"/>
                  </a:lnTo>
                  <a:lnTo>
                    <a:pt x="1100" y="15542"/>
                  </a:lnTo>
                  <a:lnTo>
                    <a:pt x="1023" y="15542"/>
                  </a:lnTo>
                  <a:lnTo>
                    <a:pt x="998" y="15555"/>
                  </a:lnTo>
                  <a:lnTo>
                    <a:pt x="985" y="15580"/>
                  </a:lnTo>
                  <a:lnTo>
                    <a:pt x="972" y="15606"/>
                  </a:lnTo>
                  <a:lnTo>
                    <a:pt x="985" y="15619"/>
                  </a:lnTo>
                  <a:lnTo>
                    <a:pt x="1036" y="15631"/>
                  </a:lnTo>
                  <a:lnTo>
                    <a:pt x="1049" y="15657"/>
                  </a:lnTo>
                  <a:lnTo>
                    <a:pt x="1061" y="15670"/>
                  </a:lnTo>
                  <a:lnTo>
                    <a:pt x="1061" y="15721"/>
                  </a:lnTo>
                  <a:lnTo>
                    <a:pt x="1061" y="15746"/>
                  </a:lnTo>
                  <a:lnTo>
                    <a:pt x="1061" y="15797"/>
                  </a:lnTo>
                  <a:lnTo>
                    <a:pt x="1049" y="15836"/>
                  </a:lnTo>
                  <a:lnTo>
                    <a:pt x="1023" y="15861"/>
                  </a:lnTo>
                  <a:lnTo>
                    <a:pt x="998" y="15861"/>
                  </a:lnTo>
                  <a:lnTo>
                    <a:pt x="972" y="15810"/>
                  </a:lnTo>
                  <a:lnTo>
                    <a:pt x="921" y="15772"/>
                  </a:lnTo>
                  <a:lnTo>
                    <a:pt x="883" y="15746"/>
                  </a:lnTo>
                  <a:lnTo>
                    <a:pt x="844" y="15734"/>
                  </a:lnTo>
                  <a:lnTo>
                    <a:pt x="742" y="15746"/>
                  </a:lnTo>
                  <a:lnTo>
                    <a:pt x="742" y="15772"/>
                  </a:lnTo>
                  <a:lnTo>
                    <a:pt x="742" y="15797"/>
                  </a:lnTo>
                  <a:lnTo>
                    <a:pt x="768" y="15836"/>
                  </a:lnTo>
                  <a:lnTo>
                    <a:pt x="780" y="15861"/>
                  </a:lnTo>
                  <a:lnTo>
                    <a:pt x="806" y="15874"/>
                  </a:lnTo>
                  <a:lnTo>
                    <a:pt x="844" y="15887"/>
                  </a:lnTo>
                  <a:lnTo>
                    <a:pt x="870" y="15900"/>
                  </a:lnTo>
                  <a:lnTo>
                    <a:pt x="908" y="15938"/>
                  </a:lnTo>
                  <a:lnTo>
                    <a:pt x="934" y="15964"/>
                  </a:lnTo>
                  <a:lnTo>
                    <a:pt x="998" y="16066"/>
                  </a:lnTo>
                  <a:lnTo>
                    <a:pt x="1036" y="16155"/>
                  </a:lnTo>
                  <a:lnTo>
                    <a:pt x="1049" y="16258"/>
                  </a:lnTo>
                  <a:lnTo>
                    <a:pt x="1061" y="16373"/>
                  </a:lnTo>
                  <a:lnTo>
                    <a:pt x="1061" y="16437"/>
                  </a:lnTo>
                  <a:lnTo>
                    <a:pt x="1074" y="16488"/>
                  </a:lnTo>
                  <a:lnTo>
                    <a:pt x="1087" y="16513"/>
                  </a:lnTo>
                  <a:lnTo>
                    <a:pt x="1125" y="16526"/>
                  </a:lnTo>
                  <a:lnTo>
                    <a:pt x="1151" y="16539"/>
                  </a:lnTo>
                  <a:lnTo>
                    <a:pt x="1164" y="16552"/>
                  </a:lnTo>
                  <a:lnTo>
                    <a:pt x="1176" y="16564"/>
                  </a:lnTo>
                  <a:lnTo>
                    <a:pt x="1176" y="16590"/>
                  </a:lnTo>
                  <a:lnTo>
                    <a:pt x="1176" y="16641"/>
                  </a:lnTo>
                  <a:lnTo>
                    <a:pt x="1176" y="16705"/>
                  </a:lnTo>
                  <a:lnTo>
                    <a:pt x="1164" y="16743"/>
                  </a:lnTo>
                  <a:lnTo>
                    <a:pt x="1151" y="16769"/>
                  </a:lnTo>
                  <a:lnTo>
                    <a:pt x="1125" y="16794"/>
                  </a:lnTo>
                  <a:lnTo>
                    <a:pt x="1100" y="16833"/>
                  </a:lnTo>
                  <a:lnTo>
                    <a:pt x="1087" y="16871"/>
                  </a:lnTo>
                  <a:lnTo>
                    <a:pt x="1100" y="16909"/>
                  </a:lnTo>
                  <a:lnTo>
                    <a:pt x="1125" y="16935"/>
                  </a:lnTo>
                  <a:lnTo>
                    <a:pt x="1151" y="16961"/>
                  </a:lnTo>
                  <a:lnTo>
                    <a:pt x="1240" y="16986"/>
                  </a:lnTo>
                  <a:lnTo>
                    <a:pt x="1355" y="16999"/>
                  </a:lnTo>
                  <a:lnTo>
                    <a:pt x="1483" y="16999"/>
                  </a:lnTo>
                  <a:lnTo>
                    <a:pt x="1598" y="16986"/>
                  </a:lnTo>
                  <a:lnTo>
                    <a:pt x="1790" y="16948"/>
                  </a:lnTo>
                  <a:lnTo>
                    <a:pt x="1918" y="16922"/>
                  </a:lnTo>
                  <a:lnTo>
                    <a:pt x="2007" y="16922"/>
                  </a:lnTo>
                  <a:lnTo>
                    <a:pt x="2199" y="16961"/>
                  </a:lnTo>
                  <a:lnTo>
                    <a:pt x="2288" y="16973"/>
                  </a:lnTo>
                  <a:lnTo>
                    <a:pt x="2391" y="16973"/>
                  </a:lnTo>
                  <a:lnTo>
                    <a:pt x="2582" y="16948"/>
                  </a:lnTo>
                  <a:lnTo>
                    <a:pt x="2595" y="16884"/>
                  </a:lnTo>
                  <a:lnTo>
                    <a:pt x="2595" y="16820"/>
                  </a:lnTo>
                  <a:lnTo>
                    <a:pt x="2582" y="16756"/>
                  </a:lnTo>
                  <a:lnTo>
                    <a:pt x="2544" y="16692"/>
                  </a:lnTo>
                  <a:lnTo>
                    <a:pt x="2480" y="16577"/>
                  </a:lnTo>
                  <a:lnTo>
                    <a:pt x="2455" y="16526"/>
                  </a:lnTo>
                  <a:lnTo>
                    <a:pt x="2429" y="16488"/>
                  </a:lnTo>
                  <a:lnTo>
                    <a:pt x="2416" y="16437"/>
                  </a:lnTo>
                  <a:lnTo>
                    <a:pt x="2429" y="16373"/>
                  </a:lnTo>
                  <a:lnTo>
                    <a:pt x="2442" y="16321"/>
                  </a:lnTo>
                  <a:lnTo>
                    <a:pt x="2480" y="16258"/>
                  </a:lnTo>
                  <a:lnTo>
                    <a:pt x="2544" y="16181"/>
                  </a:lnTo>
                  <a:lnTo>
                    <a:pt x="2595" y="16143"/>
                  </a:lnTo>
                  <a:lnTo>
                    <a:pt x="2659" y="16104"/>
                  </a:lnTo>
                  <a:lnTo>
                    <a:pt x="2710" y="16079"/>
                  </a:lnTo>
                  <a:lnTo>
                    <a:pt x="2774" y="16066"/>
                  </a:lnTo>
                  <a:lnTo>
                    <a:pt x="2838" y="16079"/>
                  </a:lnTo>
                  <a:lnTo>
                    <a:pt x="2889" y="16117"/>
                  </a:lnTo>
                  <a:lnTo>
                    <a:pt x="2876" y="16015"/>
                  </a:lnTo>
                  <a:lnTo>
                    <a:pt x="2876" y="15964"/>
                  </a:lnTo>
                  <a:lnTo>
                    <a:pt x="2876" y="15913"/>
                  </a:lnTo>
                  <a:lnTo>
                    <a:pt x="2940" y="15900"/>
                  </a:lnTo>
                  <a:lnTo>
                    <a:pt x="3004" y="15900"/>
                  </a:lnTo>
                  <a:lnTo>
                    <a:pt x="3145" y="15913"/>
                  </a:lnTo>
                  <a:lnTo>
                    <a:pt x="3285" y="15951"/>
                  </a:lnTo>
                  <a:lnTo>
                    <a:pt x="3426" y="15989"/>
                  </a:lnTo>
                  <a:lnTo>
                    <a:pt x="3566" y="16028"/>
                  </a:lnTo>
                  <a:lnTo>
                    <a:pt x="3707" y="16066"/>
                  </a:lnTo>
                  <a:lnTo>
                    <a:pt x="3835" y="16079"/>
                  </a:lnTo>
                  <a:lnTo>
                    <a:pt x="3963" y="16079"/>
                  </a:lnTo>
                  <a:lnTo>
                    <a:pt x="3975" y="16040"/>
                  </a:lnTo>
                  <a:lnTo>
                    <a:pt x="3988" y="16002"/>
                  </a:lnTo>
                  <a:lnTo>
                    <a:pt x="4039" y="15925"/>
                  </a:lnTo>
                  <a:lnTo>
                    <a:pt x="4103" y="15836"/>
                  </a:lnTo>
                  <a:lnTo>
                    <a:pt x="4129" y="15785"/>
                  </a:lnTo>
                  <a:lnTo>
                    <a:pt x="4142" y="15746"/>
                  </a:lnTo>
                  <a:lnTo>
                    <a:pt x="4167" y="15670"/>
                  </a:lnTo>
                  <a:lnTo>
                    <a:pt x="4193" y="15593"/>
                  </a:lnTo>
                  <a:lnTo>
                    <a:pt x="4231" y="15529"/>
                  </a:lnTo>
                  <a:lnTo>
                    <a:pt x="4282" y="15452"/>
                  </a:lnTo>
                  <a:lnTo>
                    <a:pt x="4333" y="15388"/>
                  </a:lnTo>
                  <a:lnTo>
                    <a:pt x="4359" y="15312"/>
                  </a:lnTo>
                  <a:lnTo>
                    <a:pt x="4384" y="15261"/>
                  </a:lnTo>
                  <a:lnTo>
                    <a:pt x="4384" y="15197"/>
                  </a:lnTo>
                  <a:lnTo>
                    <a:pt x="4384" y="15056"/>
                  </a:lnTo>
                  <a:lnTo>
                    <a:pt x="4384" y="14903"/>
                  </a:lnTo>
                  <a:lnTo>
                    <a:pt x="4397" y="14864"/>
                  </a:lnTo>
                  <a:lnTo>
                    <a:pt x="4410" y="14826"/>
                  </a:lnTo>
                  <a:lnTo>
                    <a:pt x="4423" y="14788"/>
                  </a:lnTo>
                  <a:lnTo>
                    <a:pt x="4448" y="14762"/>
                  </a:lnTo>
                  <a:lnTo>
                    <a:pt x="4602" y="14660"/>
                  </a:lnTo>
                  <a:lnTo>
                    <a:pt x="4640" y="14609"/>
                  </a:lnTo>
                  <a:lnTo>
                    <a:pt x="4678" y="14571"/>
                  </a:lnTo>
                  <a:lnTo>
                    <a:pt x="4691" y="14519"/>
                  </a:lnTo>
                  <a:lnTo>
                    <a:pt x="4704" y="14468"/>
                  </a:lnTo>
                  <a:lnTo>
                    <a:pt x="4691" y="14366"/>
                  </a:lnTo>
                  <a:lnTo>
                    <a:pt x="4678" y="14251"/>
                  </a:lnTo>
                  <a:lnTo>
                    <a:pt x="4666" y="14110"/>
                  </a:lnTo>
                  <a:lnTo>
                    <a:pt x="4640" y="13970"/>
                  </a:lnTo>
                  <a:lnTo>
                    <a:pt x="4614" y="13893"/>
                  </a:lnTo>
                  <a:lnTo>
                    <a:pt x="4589" y="13816"/>
                  </a:lnTo>
                  <a:lnTo>
                    <a:pt x="4563" y="13740"/>
                  </a:lnTo>
                  <a:lnTo>
                    <a:pt x="4563" y="13701"/>
                  </a:lnTo>
                  <a:lnTo>
                    <a:pt x="4563" y="13663"/>
                  </a:lnTo>
                  <a:lnTo>
                    <a:pt x="4653" y="13663"/>
                  </a:lnTo>
                  <a:lnTo>
                    <a:pt x="4730" y="13676"/>
                  </a:lnTo>
                  <a:lnTo>
                    <a:pt x="4781" y="13727"/>
                  </a:lnTo>
                  <a:lnTo>
                    <a:pt x="4832" y="13765"/>
                  </a:lnTo>
                  <a:lnTo>
                    <a:pt x="4857" y="13727"/>
                  </a:lnTo>
                  <a:lnTo>
                    <a:pt x="4896" y="13676"/>
                  </a:lnTo>
                  <a:lnTo>
                    <a:pt x="4921" y="13638"/>
                  </a:lnTo>
                  <a:lnTo>
                    <a:pt x="4921" y="13586"/>
                  </a:lnTo>
                  <a:lnTo>
                    <a:pt x="4845" y="13586"/>
                  </a:lnTo>
                  <a:lnTo>
                    <a:pt x="4806" y="13574"/>
                  </a:lnTo>
                  <a:lnTo>
                    <a:pt x="4781" y="13561"/>
                  </a:lnTo>
                  <a:lnTo>
                    <a:pt x="4742" y="13459"/>
                  </a:lnTo>
                  <a:lnTo>
                    <a:pt x="4755" y="13446"/>
                  </a:lnTo>
                  <a:lnTo>
                    <a:pt x="4793" y="13433"/>
                  </a:lnTo>
                  <a:lnTo>
                    <a:pt x="4857" y="13408"/>
                  </a:lnTo>
                  <a:lnTo>
                    <a:pt x="4896" y="13395"/>
                  </a:lnTo>
                  <a:lnTo>
                    <a:pt x="4908" y="13369"/>
                  </a:lnTo>
                  <a:lnTo>
                    <a:pt x="4896" y="13356"/>
                  </a:lnTo>
                  <a:lnTo>
                    <a:pt x="4870" y="13318"/>
                  </a:lnTo>
                  <a:lnTo>
                    <a:pt x="4832" y="13305"/>
                  </a:lnTo>
                  <a:lnTo>
                    <a:pt x="4793" y="13305"/>
                  </a:lnTo>
                  <a:lnTo>
                    <a:pt x="4691" y="13292"/>
                  </a:lnTo>
                  <a:lnTo>
                    <a:pt x="4640" y="13292"/>
                  </a:lnTo>
                  <a:lnTo>
                    <a:pt x="4602" y="13267"/>
                  </a:lnTo>
                  <a:lnTo>
                    <a:pt x="4589" y="13254"/>
                  </a:lnTo>
                  <a:lnTo>
                    <a:pt x="4602" y="13229"/>
                  </a:lnTo>
                  <a:lnTo>
                    <a:pt x="4627" y="13203"/>
                  </a:lnTo>
                  <a:lnTo>
                    <a:pt x="4653" y="13190"/>
                  </a:lnTo>
                  <a:lnTo>
                    <a:pt x="4742" y="13177"/>
                  </a:lnTo>
                  <a:lnTo>
                    <a:pt x="4832" y="13177"/>
                  </a:lnTo>
                  <a:lnTo>
                    <a:pt x="4870" y="13165"/>
                  </a:lnTo>
                  <a:lnTo>
                    <a:pt x="4908" y="13152"/>
                  </a:lnTo>
                  <a:lnTo>
                    <a:pt x="4934" y="13139"/>
                  </a:lnTo>
                  <a:lnTo>
                    <a:pt x="4947" y="13114"/>
                  </a:lnTo>
                  <a:lnTo>
                    <a:pt x="4947" y="13088"/>
                  </a:lnTo>
                  <a:lnTo>
                    <a:pt x="4934" y="13062"/>
                  </a:lnTo>
                  <a:lnTo>
                    <a:pt x="4896" y="13024"/>
                  </a:lnTo>
                  <a:lnTo>
                    <a:pt x="4832" y="13011"/>
                  </a:lnTo>
                  <a:lnTo>
                    <a:pt x="4653" y="12986"/>
                  </a:lnTo>
                  <a:lnTo>
                    <a:pt x="4576" y="12973"/>
                  </a:lnTo>
                  <a:lnTo>
                    <a:pt x="4538" y="12947"/>
                  </a:lnTo>
                  <a:lnTo>
                    <a:pt x="4538" y="12922"/>
                  </a:lnTo>
                  <a:lnTo>
                    <a:pt x="4538" y="12896"/>
                  </a:lnTo>
                  <a:lnTo>
                    <a:pt x="4563" y="12884"/>
                  </a:lnTo>
                  <a:lnTo>
                    <a:pt x="4653" y="12871"/>
                  </a:lnTo>
                  <a:lnTo>
                    <a:pt x="4742" y="12858"/>
                  </a:lnTo>
                  <a:lnTo>
                    <a:pt x="4819" y="12858"/>
                  </a:lnTo>
                  <a:lnTo>
                    <a:pt x="4908" y="12820"/>
                  </a:lnTo>
                  <a:lnTo>
                    <a:pt x="4998" y="12768"/>
                  </a:lnTo>
                  <a:lnTo>
                    <a:pt x="5087" y="12717"/>
                  </a:lnTo>
                  <a:lnTo>
                    <a:pt x="5164" y="12666"/>
                  </a:lnTo>
                  <a:lnTo>
                    <a:pt x="5241" y="12641"/>
                  </a:lnTo>
                  <a:lnTo>
                    <a:pt x="5317" y="12602"/>
                  </a:lnTo>
                  <a:lnTo>
                    <a:pt x="5343" y="12577"/>
                  </a:lnTo>
                  <a:lnTo>
                    <a:pt x="5356" y="12564"/>
                  </a:lnTo>
                  <a:lnTo>
                    <a:pt x="5381" y="12500"/>
                  </a:lnTo>
                  <a:lnTo>
                    <a:pt x="5394" y="12462"/>
                  </a:lnTo>
                  <a:lnTo>
                    <a:pt x="5445" y="12423"/>
                  </a:lnTo>
                  <a:lnTo>
                    <a:pt x="5496" y="12385"/>
                  </a:lnTo>
                  <a:lnTo>
                    <a:pt x="5560" y="12385"/>
                  </a:lnTo>
                  <a:lnTo>
                    <a:pt x="5573" y="12462"/>
                  </a:lnTo>
                  <a:lnTo>
                    <a:pt x="5586" y="12500"/>
                  </a:lnTo>
                  <a:lnTo>
                    <a:pt x="5624" y="12538"/>
                  </a:lnTo>
                  <a:lnTo>
                    <a:pt x="5663" y="12577"/>
                  </a:lnTo>
                  <a:lnTo>
                    <a:pt x="5701" y="12590"/>
                  </a:lnTo>
                  <a:lnTo>
                    <a:pt x="5752" y="12602"/>
                  </a:lnTo>
                  <a:lnTo>
                    <a:pt x="5816" y="12602"/>
                  </a:lnTo>
                  <a:lnTo>
                    <a:pt x="5829" y="12526"/>
                  </a:lnTo>
                  <a:lnTo>
                    <a:pt x="5854" y="12449"/>
                  </a:lnTo>
                  <a:lnTo>
                    <a:pt x="5893" y="12372"/>
                  </a:lnTo>
                  <a:lnTo>
                    <a:pt x="5956" y="12308"/>
                  </a:lnTo>
                  <a:lnTo>
                    <a:pt x="6020" y="12270"/>
                  </a:lnTo>
                  <a:lnTo>
                    <a:pt x="6071" y="12244"/>
                  </a:lnTo>
                  <a:lnTo>
                    <a:pt x="6084" y="12219"/>
                  </a:lnTo>
                  <a:lnTo>
                    <a:pt x="6084" y="12206"/>
                  </a:lnTo>
                  <a:lnTo>
                    <a:pt x="6084" y="12193"/>
                  </a:lnTo>
                  <a:lnTo>
                    <a:pt x="6046" y="12155"/>
                  </a:lnTo>
                  <a:lnTo>
                    <a:pt x="5956" y="12117"/>
                  </a:lnTo>
                  <a:lnTo>
                    <a:pt x="6135" y="12066"/>
                  </a:lnTo>
                  <a:lnTo>
                    <a:pt x="6225" y="12040"/>
                  </a:lnTo>
                  <a:lnTo>
                    <a:pt x="6276" y="12027"/>
                  </a:lnTo>
                  <a:lnTo>
                    <a:pt x="6276" y="12002"/>
                  </a:lnTo>
                  <a:lnTo>
                    <a:pt x="6263" y="11989"/>
                  </a:lnTo>
                  <a:lnTo>
                    <a:pt x="6199" y="11976"/>
                  </a:lnTo>
                  <a:lnTo>
                    <a:pt x="6071" y="11976"/>
                  </a:lnTo>
                  <a:lnTo>
                    <a:pt x="6046" y="11963"/>
                  </a:lnTo>
                  <a:lnTo>
                    <a:pt x="6020" y="11951"/>
                  </a:lnTo>
                  <a:lnTo>
                    <a:pt x="5995" y="11899"/>
                  </a:lnTo>
                  <a:lnTo>
                    <a:pt x="5995" y="11874"/>
                  </a:lnTo>
                  <a:lnTo>
                    <a:pt x="5995" y="11861"/>
                  </a:lnTo>
                  <a:lnTo>
                    <a:pt x="6059" y="11823"/>
                  </a:lnTo>
                  <a:lnTo>
                    <a:pt x="6225" y="11772"/>
                  </a:lnTo>
                  <a:lnTo>
                    <a:pt x="6391" y="11720"/>
                  </a:lnTo>
                  <a:lnTo>
                    <a:pt x="6455" y="11695"/>
                  </a:lnTo>
                  <a:lnTo>
                    <a:pt x="6532" y="11657"/>
                  </a:lnTo>
                  <a:lnTo>
                    <a:pt x="6583" y="11618"/>
                  </a:lnTo>
                  <a:lnTo>
                    <a:pt x="6608" y="11567"/>
                  </a:lnTo>
                  <a:lnTo>
                    <a:pt x="6621" y="11529"/>
                  </a:lnTo>
                  <a:lnTo>
                    <a:pt x="6595" y="11516"/>
                  </a:lnTo>
                  <a:lnTo>
                    <a:pt x="6570" y="11503"/>
                  </a:lnTo>
                  <a:lnTo>
                    <a:pt x="6544" y="11503"/>
                  </a:lnTo>
                  <a:lnTo>
                    <a:pt x="6480" y="11490"/>
                  </a:lnTo>
                  <a:lnTo>
                    <a:pt x="6455" y="11478"/>
                  </a:lnTo>
                  <a:lnTo>
                    <a:pt x="6429" y="11452"/>
                  </a:lnTo>
                  <a:lnTo>
                    <a:pt x="6429" y="11427"/>
                  </a:lnTo>
                  <a:lnTo>
                    <a:pt x="6442" y="11401"/>
                  </a:lnTo>
                  <a:lnTo>
                    <a:pt x="6506" y="11363"/>
                  </a:lnTo>
                  <a:lnTo>
                    <a:pt x="6570" y="11324"/>
                  </a:lnTo>
                  <a:lnTo>
                    <a:pt x="6595" y="11299"/>
                  </a:lnTo>
                  <a:lnTo>
                    <a:pt x="6621" y="11286"/>
                  </a:lnTo>
                  <a:lnTo>
                    <a:pt x="6647" y="11235"/>
                  </a:lnTo>
                  <a:lnTo>
                    <a:pt x="6647" y="11209"/>
                  </a:lnTo>
                  <a:lnTo>
                    <a:pt x="6647" y="11184"/>
                  </a:lnTo>
                  <a:lnTo>
                    <a:pt x="6621" y="11158"/>
                  </a:lnTo>
                  <a:lnTo>
                    <a:pt x="6595" y="11145"/>
                  </a:lnTo>
                  <a:lnTo>
                    <a:pt x="6404" y="11145"/>
                  </a:lnTo>
                  <a:lnTo>
                    <a:pt x="6365" y="11133"/>
                  </a:lnTo>
                  <a:lnTo>
                    <a:pt x="6327" y="11107"/>
                  </a:lnTo>
                  <a:lnTo>
                    <a:pt x="6276" y="11069"/>
                  </a:lnTo>
                  <a:lnTo>
                    <a:pt x="6250" y="11030"/>
                  </a:lnTo>
                  <a:lnTo>
                    <a:pt x="6289" y="11005"/>
                  </a:lnTo>
                  <a:lnTo>
                    <a:pt x="6340" y="10992"/>
                  </a:lnTo>
                  <a:lnTo>
                    <a:pt x="6417" y="10979"/>
                  </a:lnTo>
                  <a:lnTo>
                    <a:pt x="6468" y="10966"/>
                  </a:lnTo>
                  <a:lnTo>
                    <a:pt x="6493" y="10954"/>
                  </a:lnTo>
                  <a:lnTo>
                    <a:pt x="6493" y="10928"/>
                  </a:lnTo>
                  <a:lnTo>
                    <a:pt x="6493" y="10903"/>
                  </a:lnTo>
                  <a:lnTo>
                    <a:pt x="6480" y="10890"/>
                  </a:lnTo>
                  <a:lnTo>
                    <a:pt x="6417" y="10851"/>
                  </a:lnTo>
                  <a:lnTo>
                    <a:pt x="6340" y="10826"/>
                  </a:lnTo>
                  <a:lnTo>
                    <a:pt x="6276" y="10826"/>
                  </a:lnTo>
                  <a:lnTo>
                    <a:pt x="6199" y="10813"/>
                  </a:lnTo>
                  <a:lnTo>
                    <a:pt x="6161" y="10787"/>
                  </a:lnTo>
                  <a:lnTo>
                    <a:pt x="6135" y="10749"/>
                  </a:lnTo>
                  <a:lnTo>
                    <a:pt x="6110" y="10698"/>
                  </a:lnTo>
                  <a:lnTo>
                    <a:pt x="6084" y="10672"/>
                  </a:lnTo>
                  <a:lnTo>
                    <a:pt x="6071" y="10660"/>
                  </a:lnTo>
                  <a:lnTo>
                    <a:pt x="6033" y="10647"/>
                  </a:lnTo>
                  <a:lnTo>
                    <a:pt x="5995" y="10647"/>
                  </a:lnTo>
                  <a:lnTo>
                    <a:pt x="5969" y="10660"/>
                  </a:lnTo>
                  <a:lnTo>
                    <a:pt x="5944" y="10698"/>
                  </a:lnTo>
                  <a:lnTo>
                    <a:pt x="5905" y="10749"/>
                  </a:lnTo>
                  <a:lnTo>
                    <a:pt x="5867" y="10762"/>
                  </a:lnTo>
                  <a:lnTo>
                    <a:pt x="5841" y="10775"/>
                  </a:lnTo>
                  <a:lnTo>
                    <a:pt x="5790" y="10762"/>
                  </a:lnTo>
                  <a:lnTo>
                    <a:pt x="5765" y="10736"/>
                  </a:lnTo>
                  <a:lnTo>
                    <a:pt x="5714" y="10672"/>
                  </a:lnTo>
                  <a:lnTo>
                    <a:pt x="5637" y="10596"/>
                  </a:lnTo>
                  <a:lnTo>
                    <a:pt x="5586" y="10532"/>
                  </a:lnTo>
                  <a:lnTo>
                    <a:pt x="5560" y="10506"/>
                  </a:lnTo>
                  <a:lnTo>
                    <a:pt x="5535" y="10481"/>
                  </a:lnTo>
                  <a:lnTo>
                    <a:pt x="5484" y="10532"/>
                  </a:lnTo>
                  <a:lnTo>
                    <a:pt x="5458" y="10583"/>
                  </a:lnTo>
                  <a:lnTo>
                    <a:pt x="5458" y="10634"/>
                  </a:lnTo>
                  <a:lnTo>
                    <a:pt x="5458" y="10685"/>
                  </a:lnTo>
                  <a:lnTo>
                    <a:pt x="5458" y="10749"/>
                  </a:lnTo>
                  <a:lnTo>
                    <a:pt x="5445" y="10775"/>
                  </a:lnTo>
                  <a:lnTo>
                    <a:pt x="5420" y="10800"/>
                  </a:lnTo>
                  <a:lnTo>
                    <a:pt x="5330" y="10826"/>
                  </a:lnTo>
                  <a:lnTo>
                    <a:pt x="5228" y="10864"/>
                  </a:lnTo>
                  <a:lnTo>
                    <a:pt x="5113" y="10915"/>
                  </a:lnTo>
                  <a:lnTo>
                    <a:pt x="5049" y="10941"/>
                  </a:lnTo>
                  <a:lnTo>
                    <a:pt x="4985" y="10966"/>
                  </a:lnTo>
                  <a:lnTo>
                    <a:pt x="4934" y="10979"/>
                  </a:lnTo>
                  <a:lnTo>
                    <a:pt x="4921" y="10979"/>
                  </a:lnTo>
                  <a:lnTo>
                    <a:pt x="4908" y="10966"/>
                  </a:lnTo>
                  <a:lnTo>
                    <a:pt x="4896" y="10941"/>
                  </a:lnTo>
                  <a:lnTo>
                    <a:pt x="4896" y="10928"/>
                  </a:lnTo>
                  <a:lnTo>
                    <a:pt x="4921" y="10915"/>
                  </a:lnTo>
                  <a:lnTo>
                    <a:pt x="4998" y="10890"/>
                  </a:lnTo>
                  <a:lnTo>
                    <a:pt x="5075" y="10864"/>
                  </a:lnTo>
                  <a:lnTo>
                    <a:pt x="5164" y="10813"/>
                  </a:lnTo>
                  <a:lnTo>
                    <a:pt x="5254" y="10762"/>
                  </a:lnTo>
                  <a:lnTo>
                    <a:pt x="5279" y="10736"/>
                  </a:lnTo>
                  <a:lnTo>
                    <a:pt x="5292" y="10724"/>
                  </a:lnTo>
                  <a:lnTo>
                    <a:pt x="5305" y="10672"/>
                  </a:lnTo>
                  <a:lnTo>
                    <a:pt x="5292" y="10621"/>
                  </a:lnTo>
                  <a:lnTo>
                    <a:pt x="5292" y="10570"/>
                  </a:lnTo>
                  <a:lnTo>
                    <a:pt x="5292" y="10519"/>
                  </a:lnTo>
                  <a:lnTo>
                    <a:pt x="5305" y="10494"/>
                  </a:lnTo>
                  <a:lnTo>
                    <a:pt x="5330" y="10468"/>
                  </a:lnTo>
                  <a:lnTo>
                    <a:pt x="5343" y="10455"/>
                  </a:lnTo>
                  <a:lnTo>
                    <a:pt x="5356" y="10430"/>
                  </a:lnTo>
                  <a:lnTo>
                    <a:pt x="5356" y="10404"/>
                  </a:lnTo>
                  <a:lnTo>
                    <a:pt x="5343" y="10391"/>
                  </a:lnTo>
                  <a:lnTo>
                    <a:pt x="5292" y="10353"/>
                  </a:lnTo>
                  <a:lnTo>
                    <a:pt x="5202" y="10276"/>
                  </a:lnTo>
                  <a:lnTo>
                    <a:pt x="5113" y="10187"/>
                  </a:lnTo>
                  <a:lnTo>
                    <a:pt x="5087" y="10148"/>
                  </a:lnTo>
                  <a:lnTo>
                    <a:pt x="5075" y="10123"/>
                  </a:lnTo>
                  <a:lnTo>
                    <a:pt x="5049" y="10046"/>
                  </a:lnTo>
                  <a:lnTo>
                    <a:pt x="5049" y="9880"/>
                  </a:lnTo>
                  <a:lnTo>
                    <a:pt x="4998" y="9880"/>
                  </a:lnTo>
                  <a:lnTo>
                    <a:pt x="4960" y="9867"/>
                  </a:lnTo>
                  <a:lnTo>
                    <a:pt x="4947" y="9842"/>
                  </a:lnTo>
                  <a:lnTo>
                    <a:pt x="4947" y="9803"/>
                  </a:lnTo>
                  <a:lnTo>
                    <a:pt x="4960" y="9765"/>
                  </a:lnTo>
                  <a:lnTo>
                    <a:pt x="4985" y="9752"/>
                  </a:lnTo>
                  <a:lnTo>
                    <a:pt x="5023" y="9752"/>
                  </a:lnTo>
                  <a:lnTo>
                    <a:pt x="5075" y="9739"/>
                  </a:lnTo>
                  <a:lnTo>
                    <a:pt x="5126" y="9727"/>
                  </a:lnTo>
                  <a:lnTo>
                    <a:pt x="5138" y="9701"/>
                  </a:lnTo>
                  <a:lnTo>
                    <a:pt x="5151" y="9663"/>
                  </a:lnTo>
                  <a:lnTo>
                    <a:pt x="5138" y="9637"/>
                  </a:lnTo>
                  <a:lnTo>
                    <a:pt x="5087" y="9573"/>
                  </a:lnTo>
                  <a:lnTo>
                    <a:pt x="5075" y="9535"/>
                  </a:lnTo>
                  <a:lnTo>
                    <a:pt x="5062" y="9509"/>
                  </a:lnTo>
                  <a:lnTo>
                    <a:pt x="5062" y="9420"/>
                  </a:lnTo>
                  <a:lnTo>
                    <a:pt x="5062" y="9331"/>
                  </a:lnTo>
                  <a:lnTo>
                    <a:pt x="5049" y="9267"/>
                  </a:lnTo>
                  <a:lnTo>
                    <a:pt x="5049" y="9228"/>
                  </a:lnTo>
                  <a:lnTo>
                    <a:pt x="5062" y="9190"/>
                  </a:lnTo>
                  <a:lnTo>
                    <a:pt x="5100" y="9164"/>
                  </a:lnTo>
                  <a:lnTo>
                    <a:pt x="5151" y="9152"/>
                  </a:lnTo>
                  <a:lnTo>
                    <a:pt x="5215" y="9152"/>
                  </a:lnTo>
                  <a:lnTo>
                    <a:pt x="5266" y="9164"/>
                  </a:lnTo>
                  <a:lnTo>
                    <a:pt x="5330" y="9190"/>
                  </a:lnTo>
                  <a:lnTo>
                    <a:pt x="5356" y="9203"/>
                  </a:lnTo>
                  <a:lnTo>
                    <a:pt x="5420" y="9203"/>
                  </a:lnTo>
                  <a:lnTo>
                    <a:pt x="5407" y="9152"/>
                  </a:lnTo>
                  <a:lnTo>
                    <a:pt x="5394" y="9113"/>
                  </a:lnTo>
                  <a:lnTo>
                    <a:pt x="5317" y="9037"/>
                  </a:lnTo>
                  <a:lnTo>
                    <a:pt x="5292" y="8998"/>
                  </a:lnTo>
                  <a:lnTo>
                    <a:pt x="5279" y="8960"/>
                  </a:lnTo>
                  <a:lnTo>
                    <a:pt x="5279" y="8934"/>
                  </a:lnTo>
                  <a:lnTo>
                    <a:pt x="5305" y="8883"/>
                  </a:lnTo>
                  <a:lnTo>
                    <a:pt x="5330" y="8794"/>
                  </a:lnTo>
                  <a:lnTo>
                    <a:pt x="5343" y="8755"/>
                  </a:lnTo>
                  <a:lnTo>
                    <a:pt x="5369" y="8704"/>
                  </a:lnTo>
                  <a:lnTo>
                    <a:pt x="5394" y="8691"/>
                  </a:lnTo>
                  <a:lnTo>
                    <a:pt x="5407" y="8691"/>
                  </a:lnTo>
                  <a:lnTo>
                    <a:pt x="5407" y="8679"/>
                  </a:lnTo>
                  <a:lnTo>
                    <a:pt x="5407" y="8653"/>
                  </a:lnTo>
                  <a:lnTo>
                    <a:pt x="5369" y="8602"/>
                  </a:lnTo>
                  <a:lnTo>
                    <a:pt x="5317" y="8551"/>
                  </a:lnTo>
                  <a:lnTo>
                    <a:pt x="5369" y="8525"/>
                  </a:lnTo>
                  <a:lnTo>
                    <a:pt x="5407" y="8513"/>
                  </a:lnTo>
                  <a:lnTo>
                    <a:pt x="5317" y="8449"/>
                  </a:lnTo>
                  <a:lnTo>
                    <a:pt x="5228" y="8398"/>
                  </a:lnTo>
                  <a:lnTo>
                    <a:pt x="5202" y="8359"/>
                  </a:lnTo>
                  <a:lnTo>
                    <a:pt x="5177" y="8321"/>
                  </a:lnTo>
                  <a:lnTo>
                    <a:pt x="5164" y="8282"/>
                  </a:lnTo>
                  <a:lnTo>
                    <a:pt x="5164" y="8231"/>
                  </a:lnTo>
                  <a:lnTo>
                    <a:pt x="5177" y="8167"/>
                  </a:lnTo>
                  <a:lnTo>
                    <a:pt x="5202" y="8142"/>
                  </a:lnTo>
                  <a:lnTo>
                    <a:pt x="5228" y="8129"/>
                  </a:lnTo>
                  <a:lnTo>
                    <a:pt x="5266" y="8129"/>
                  </a:lnTo>
                  <a:lnTo>
                    <a:pt x="5279" y="8142"/>
                  </a:lnTo>
                  <a:lnTo>
                    <a:pt x="5317" y="8180"/>
                  </a:lnTo>
                  <a:lnTo>
                    <a:pt x="5369" y="8206"/>
                  </a:lnTo>
                  <a:lnTo>
                    <a:pt x="5445" y="8231"/>
                  </a:lnTo>
                  <a:lnTo>
                    <a:pt x="5522" y="8244"/>
                  </a:lnTo>
                  <a:lnTo>
                    <a:pt x="5560" y="8244"/>
                  </a:lnTo>
                  <a:lnTo>
                    <a:pt x="5599" y="8231"/>
                  </a:lnTo>
                  <a:lnTo>
                    <a:pt x="5624" y="8219"/>
                  </a:lnTo>
                  <a:lnTo>
                    <a:pt x="5637" y="8206"/>
                  </a:lnTo>
                  <a:lnTo>
                    <a:pt x="5637" y="8193"/>
                  </a:lnTo>
                  <a:lnTo>
                    <a:pt x="5637" y="8167"/>
                  </a:lnTo>
                  <a:lnTo>
                    <a:pt x="5599" y="8129"/>
                  </a:lnTo>
                  <a:lnTo>
                    <a:pt x="5573" y="8091"/>
                  </a:lnTo>
                  <a:lnTo>
                    <a:pt x="5573" y="8078"/>
                  </a:lnTo>
                  <a:lnTo>
                    <a:pt x="5586" y="8052"/>
                  </a:lnTo>
                  <a:lnTo>
                    <a:pt x="5599" y="8040"/>
                  </a:lnTo>
                  <a:lnTo>
                    <a:pt x="5611" y="8027"/>
                  </a:lnTo>
                  <a:lnTo>
                    <a:pt x="5611" y="7976"/>
                  </a:lnTo>
                  <a:lnTo>
                    <a:pt x="5599" y="7925"/>
                  </a:lnTo>
                  <a:lnTo>
                    <a:pt x="5599" y="7874"/>
                  </a:lnTo>
                  <a:lnTo>
                    <a:pt x="5586" y="7822"/>
                  </a:lnTo>
                  <a:lnTo>
                    <a:pt x="5560" y="7784"/>
                  </a:lnTo>
                  <a:lnTo>
                    <a:pt x="5522" y="7733"/>
                  </a:lnTo>
                  <a:lnTo>
                    <a:pt x="5458" y="7643"/>
                  </a:lnTo>
                  <a:lnTo>
                    <a:pt x="5445" y="7592"/>
                  </a:lnTo>
                  <a:lnTo>
                    <a:pt x="5432" y="7554"/>
                  </a:lnTo>
                  <a:lnTo>
                    <a:pt x="5547" y="7541"/>
                  </a:lnTo>
                  <a:lnTo>
                    <a:pt x="5650" y="7567"/>
                  </a:lnTo>
                  <a:lnTo>
                    <a:pt x="5752" y="7605"/>
                  </a:lnTo>
                  <a:lnTo>
                    <a:pt x="5841" y="7656"/>
                  </a:lnTo>
                  <a:lnTo>
                    <a:pt x="5905" y="7695"/>
                  </a:lnTo>
                  <a:lnTo>
                    <a:pt x="5956" y="7720"/>
                  </a:lnTo>
                  <a:lnTo>
                    <a:pt x="6110" y="7720"/>
                  </a:lnTo>
                  <a:lnTo>
                    <a:pt x="6148" y="7707"/>
                  </a:lnTo>
                  <a:lnTo>
                    <a:pt x="6174" y="7695"/>
                  </a:lnTo>
                  <a:lnTo>
                    <a:pt x="6199" y="7682"/>
                  </a:lnTo>
                  <a:lnTo>
                    <a:pt x="6199" y="7656"/>
                  </a:lnTo>
                  <a:lnTo>
                    <a:pt x="6199" y="7605"/>
                  </a:lnTo>
                  <a:lnTo>
                    <a:pt x="6174" y="7541"/>
                  </a:lnTo>
                  <a:lnTo>
                    <a:pt x="6148" y="7490"/>
                  </a:lnTo>
                  <a:lnTo>
                    <a:pt x="6123" y="7426"/>
                  </a:lnTo>
                  <a:lnTo>
                    <a:pt x="6123" y="7413"/>
                  </a:lnTo>
                  <a:lnTo>
                    <a:pt x="6135" y="7388"/>
                  </a:lnTo>
                  <a:lnTo>
                    <a:pt x="6148" y="7362"/>
                  </a:lnTo>
                  <a:lnTo>
                    <a:pt x="6174" y="7350"/>
                  </a:lnTo>
                  <a:lnTo>
                    <a:pt x="6250" y="7337"/>
                  </a:lnTo>
                  <a:lnTo>
                    <a:pt x="6327" y="7350"/>
                  </a:lnTo>
                  <a:lnTo>
                    <a:pt x="6391" y="7337"/>
                  </a:lnTo>
                  <a:lnTo>
                    <a:pt x="6429" y="7324"/>
                  </a:lnTo>
                  <a:lnTo>
                    <a:pt x="6468" y="7311"/>
                  </a:lnTo>
                  <a:lnTo>
                    <a:pt x="6544" y="7234"/>
                  </a:lnTo>
                  <a:lnTo>
                    <a:pt x="6621" y="7158"/>
                  </a:lnTo>
                  <a:lnTo>
                    <a:pt x="6749" y="6992"/>
                  </a:lnTo>
                  <a:lnTo>
                    <a:pt x="6774" y="6953"/>
                  </a:lnTo>
                  <a:lnTo>
                    <a:pt x="6774" y="6902"/>
                  </a:lnTo>
                  <a:lnTo>
                    <a:pt x="6774" y="6864"/>
                  </a:lnTo>
                  <a:lnTo>
                    <a:pt x="6800" y="6826"/>
                  </a:lnTo>
                  <a:lnTo>
                    <a:pt x="6838" y="6800"/>
                  </a:lnTo>
                  <a:lnTo>
                    <a:pt x="6864" y="6800"/>
                  </a:lnTo>
                  <a:lnTo>
                    <a:pt x="6889" y="6813"/>
                  </a:lnTo>
                  <a:lnTo>
                    <a:pt x="6915" y="6838"/>
                  </a:lnTo>
                  <a:lnTo>
                    <a:pt x="6941" y="6889"/>
                  </a:lnTo>
                  <a:lnTo>
                    <a:pt x="6953" y="6915"/>
                  </a:lnTo>
                  <a:lnTo>
                    <a:pt x="6966" y="6928"/>
                  </a:lnTo>
                  <a:lnTo>
                    <a:pt x="6992" y="6941"/>
                  </a:lnTo>
                  <a:lnTo>
                    <a:pt x="7030" y="6941"/>
                  </a:lnTo>
                  <a:lnTo>
                    <a:pt x="7081" y="6915"/>
                  </a:lnTo>
                  <a:lnTo>
                    <a:pt x="7132" y="6877"/>
                  </a:lnTo>
                  <a:lnTo>
                    <a:pt x="7183" y="6826"/>
                  </a:lnTo>
                  <a:lnTo>
                    <a:pt x="7260" y="6698"/>
                  </a:lnTo>
                  <a:lnTo>
                    <a:pt x="7324" y="6621"/>
                  </a:lnTo>
                  <a:lnTo>
                    <a:pt x="7452" y="6532"/>
                  </a:lnTo>
                  <a:lnTo>
                    <a:pt x="7528" y="6493"/>
                  </a:lnTo>
                  <a:lnTo>
                    <a:pt x="7618" y="6468"/>
                  </a:lnTo>
                  <a:lnTo>
                    <a:pt x="7746" y="6442"/>
                  </a:lnTo>
                  <a:lnTo>
                    <a:pt x="7797" y="6429"/>
                  </a:lnTo>
                  <a:lnTo>
                    <a:pt x="7822" y="6417"/>
                  </a:lnTo>
                  <a:lnTo>
                    <a:pt x="7848" y="6391"/>
                  </a:lnTo>
                  <a:lnTo>
                    <a:pt x="7861" y="6353"/>
                  </a:lnTo>
                  <a:lnTo>
                    <a:pt x="7874" y="6314"/>
                  </a:lnTo>
                  <a:lnTo>
                    <a:pt x="7848" y="6225"/>
                  </a:lnTo>
                  <a:lnTo>
                    <a:pt x="7835" y="6148"/>
                  </a:lnTo>
                  <a:lnTo>
                    <a:pt x="7822" y="6097"/>
                  </a:lnTo>
                  <a:lnTo>
                    <a:pt x="7835" y="6059"/>
                  </a:lnTo>
                  <a:lnTo>
                    <a:pt x="7874" y="6008"/>
                  </a:lnTo>
                  <a:lnTo>
                    <a:pt x="7950" y="5944"/>
                  </a:lnTo>
                  <a:lnTo>
                    <a:pt x="8104" y="5829"/>
                  </a:lnTo>
                  <a:lnTo>
                    <a:pt x="8244" y="5726"/>
                  </a:lnTo>
                  <a:lnTo>
                    <a:pt x="8270" y="5701"/>
                  </a:lnTo>
                  <a:lnTo>
                    <a:pt x="8295" y="5662"/>
                  </a:lnTo>
                  <a:lnTo>
                    <a:pt x="8308" y="5637"/>
                  </a:lnTo>
                  <a:lnTo>
                    <a:pt x="8295" y="5599"/>
                  </a:lnTo>
                  <a:lnTo>
                    <a:pt x="8270" y="5586"/>
                  </a:lnTo>
                  <a:lnTo>
                    <a:pt x="8231" y="5560"/>
                  </a:lnTo>
                  <a:lnTo>
                    <a:pt x="8168" y="5522"/>
                  </a:lnTo>
                  <a:lnTo>
                    <a:pt x="8001" y="5420"/>
                  </a:lnTo>
                  <a:lnTo>
                    <a:pt x="7886" y="5356"/>
                  </a:lnTo>
                  <a:lnTo>
                    <a:pt x="7874" y="5343"/>
                  </a:lnTo>
                  <a:lnTo>
                    <a:pt x="7861" y="5330"/>
                  </a:lnTo>
                  <a:lnTo>
                    <a:pt x="7874" y="5317"/>
                  </a:lnTo>
                  <a:lnTo>
                    <a:pt x="7899" y="5305"/>
                  </a:lnTo>
                  <a:lnTo>
                    <a:pt x="8014" y="5279"/>
                  </a:lnTo>
                  <a:lnTo>
                    <a:pt x="8040" y="5266"/>
                  </a:lnTo>
                  <a:lnTo>
                    <a:pt x="8052" y="5254"/>
                  </a:lnTo>
                  <a:lnTo>
                    <a:pt x="8052" y="5228"/>
                  </a:lnTo>
                  <a:lnTo>
                    <a:pt x="8040" y="5202"/>
                  </a:lnTo>
                  <a:lnTo>
                    <a:pt x="8014" y="5177"/>
                  </a:lnTo>
                  <a:lnTo>
                    <a:pt x="7989" y="5164"/>
                  </a:lnTo>
                  <a:lnTo>
                    <a:pt x="7937" y="5138"/>
                  </a:lnTo>
                  <a:lnTo>
                    <a:pt x="7912" y="5126"/>
                  </a:lnTo>
                  <a:lnTo>
                    <a:pt x="7899" y="5113"/>
                  </a:lnTo>
                  <a:lnTo>
                    <a:pt x="7886" y="5087"/>
                  </a:lnTo>
                  <a:lnTo>
                    <a:pt x="7886" y="5049"/>
                  </a:lnTo>
                  <a:lnTo>
                    <a:pt x="7912" y="4998"/>
                  </a:lnTo>
                  <a:lnTo>
                    <a:pt x="7963" y="4947"/>
                  </a:lnTo>
                  <a:lnTo>
                    <a:pt x="8078" y="4857"/>
                  </a:lnTo>
                  <a:lnTo>
                    <a:pt x="8129" y="4806"/>
                  </a:lnTo>
                  <a:lnTo>
                    <a:pt x="8168" y="4755"/>
                  </a:lnTo>
                  <a:lnTo>
                    <a:pt x="8180" y="4704"/>
                  </a:lnTo>
                  <a:lnTo>
                    <a:pt x="8180" y="4678"/>
                  </a:lnTo>
                  <a:lnTo>
                    <a:pt x="8168" y="4640"/>
                  </a:lnTo>
                  <a:lnTo>
                    <a:pt x="8155" y="4627"/>
                  </a:lnTo>
                  <a:lnTo>
                    <a:pt x="8129" y="4602"/>
                  </a:lnTo>
                  <a:lnTo>
                    <a:pt x="8065" y="4563"/>
                  </a:lnTo>
                  <a:lnTo>
                    <a:pt x="8014" y="4538"/>
                  </a:lnTo>
                  <a:lnTo>
                    <a:pt x="7989" y="4512"/>
                  </a:lnTo>
                  <a:lnTo>
                    <a:pt x="7976" y="4499"/>
                  </a:lnTo>
                  <a:lnTo>
                    <a:pt x="7963" y="4474"/>
                  </a:lnTo>
                  <a:lnTo>
                    <a:pt x="7976" y="4448"/>
                  </a:lnTo>
                  <a:lnTo>
                    <a:pt x="8027" y="4423"/>
                  </a:lnTo>
                  <a:lnTo>
                    <a:pt x="8091" y="4397"/>
                  </a:lnTo>
                  <a:lnTo>
                    <a:pt x="8142" y="4384"/>
                  </a:lnTo>
                  <a:lnTo>
                    <a:pt x="8295" y="4359"/>
                  </a:lnTo>
                  <a:lnTo>
                    <a:pt x="8346" y="4333"/>
                  </a:lnTo>
                  <a:lnTo>
                    <a:pt x="8385" y="4282"/>
                  </a:lnTo>
                  <a:lnTo>
                    <a:pt x="8410" y="4231"/>
                  </a:lnTo>
                  <a:lnTo>
                    <a:pt x="8423" y="4154"/>
                  </a:lnTo>
                  <a:lnTo>
                    <a:pt x="8410" y="4090"/>
                  </a:lnTo>
                  <a:lnTo>
                    <a:pt x="8385" y="4039"/>
                  </a:lnTo>
                  <a:lnTo>
                    <a:pt x="8346" y="4001"/>
                  </a:lnTo>
                  <a:lnTo>
                    <a:pt x="8283" y="3975"/>
                  </a:lnTo>
                  <a:lnTo>
                    <a:pt x="8168" y="3924"/>
                  </a:lnTo>
                  <a:lnTo>
                    <a:pt x="8091" y="3899"/>
                  </a:lnTo>
                  <a:lnTo>
                    <a:pt x="8078" y="3873"/>
                  </a:lnTo>
                  <a:lnTo>
                    <a:pt x="8078" y="3860"/>
                  </a:lnTo>
                  <a:lnTo>
                    <a:pt x="8091" y="3848"/>
                  </a:lnTo>
                  <a:lnTo>
                    <a:pt x="8116" y="3835"/>
                  </a:lnTo>
                  <a:lnTo>
                    <a:pt x="8155" y="3835"/>
                  </a:lnTo>
                  <a:lnTo>
                    <a:pt x="8231" y="3848"/>
                  </a:lnTo>
                  <a:lnTo>
                    <a:pt x="8308" y="3886"/>
                  </a:lnTo>
                  <a:lnTo>
                    <a:pt x="8423" y="3950"/>
                  </a:lnTo>
                  <a:lnTo>
                    <a:pt x="8487" y="3963"/>
                  </a:lnTo>
                  <a:lnTo>
                    <a:pt x="8538" y="3975"/>
                  </a:lnTo>
                  <a:lnTo>
                    <a:pt x="8589" y="3975"/>
                  </a:lnTo>
                  <a:lnTo>
                    <a:pt x="8628" y="3950"/>
                  </a:lnTo>
                  <a:lnTo>
                    <a:pt x="8576" y="3912"/>
                  </a:lnTo>
                  <a:lnTo>
                    <a:pt x="8513" y="3886"/>
                  </a:lnTo>
                  <a:lnTo>
                    <a:pt x="8487" y="3860"/>
                  </a:lnTo>
                  <a:lnTo>
                    <a:pt x="8474" y="3848"/>
                  </a:lnTo>
                  <a:lnTo>
                    <a:pt x="8474" y="3822"/>
                  </a:lnTo>
                  <a:lnTo>
                    <a:pt x="8487" y="3784"/>
                  </a:lnTo>
                  <a:lnTo>
                    <a:pt x="8513" y="3758"/>
                  </a:lnTo>
                  <a:lnTo>
                    <a:pt x="8551" y="3745"/>
                  </a:lnTo>
                  <a:lnTo>
                    <a:pt x="8602" y="3745"/>
                  </a:lnTo>
                  <a:lnTo>
                    <a:pt x="8640" y="3758"/>
                  </a:lnTo>
                  <a:lnTo>
                    <a:pt x="8666" y="3784"/>
                  </a:lnTo>
                  <a:lnTo>
                    <a:pt x="8666" y="3809"/>
                  </a:lnTo>
                  <a:lnTo>
                    <a:pt x="8730" y="3797"/>
                  </a:lnTo>
                  <a:lnTo>
                    <a:pt x="8781" y="3758"/>
                  </a:lnTo>
                  <a:lnTo>
                    <a:pt x="8832" y="3733"/>
                  </a:lnTo>
                  <a:lnTo>
                    <a:pt x="8883" y="3707"/>
                  </a:lnTo>
                  <a:lnTo>
                    <a:pt x="8883" y="3720"/>
                  </a:lnTo>
                  <a:lnTo>
                    <a:pt x="8922" y="3745"/>
                  </a:lnTo>
                  <a:lnTo>
                    <a:pt x="8985" y="3784"/>
                  </a:lnTo>
                  <a:lnTo>
                    <a:pt x="9203" y="3784"/>
                  </a:lnTo>
                  <a:lnTo>
                    <a:pt x="9254" y="3771"/>
                  </a:lnTo>
                  <a:lnTo>
                    <a:pt x="9305" y="3745"/>
                  </a:lnTo>
                  <a:lnTo>
                    <a:pt x="9394" y="3707"/>
                  </a:lnTo>
                  <a:lnTo>
                    <a:pt x="9484" y="3694"/>
                  </a:lnTo>
                  <a:lnTo>
                    <a:pt x="9561" y="3681"/>
                  </a:lnTo>
                  <a:lnTo>
                    <a:pt x="9740" y="3681"/>
                  </a:lnTo>
                  <a:lnTo>
                    <a:pt x="9778" y="3426"/>
                  </a:lnTo>
                  <a:lnTo>
                    <a:pt x="9522" y="2927"/>
                  </a:lnTo>
                  <a:lnTo>
                    <a:pt x="9573" y="2621"/>
                  </a:lnTo>
                  <a:lnTo>
                    <a:pt x="9548" y="2378"/>
                  </a:lnTo>
                  <a:lnTo>
                    <a:pt x="9254" y="2148"/>
                  </a:lnTo>
                  <a:lnTo>
                    <a:pt x="9292" y="1752"/>
                  </a:lnTo>
                  <a:lnTo>
                    <a:pt x="9139" y="1688"/>
                  </a:lnTo>
                  <a:lnTo>
                    <a:pt x="9011" y="1074"/>
                  </a:lnTo>
                  <a:lnTo>
                    <a:pt x="8717" y="1125"/>
                  </a:lnTo>
                  <a:lnTo>
                    <a:pt x="8219" y="627"/>
                  </a:lnTo>
                  <a:lnTo>
                    <a:pt x="7733" y="461"/>
                  </a:lnTo>
                  <a:lnTo>
                    <a:pt x="726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4" name="Google Shape;959;p78">
              <a:extLst>
                <a:ext uri="{FF2B5EF4-FFF2-40B4-BE49-F238E27FC236}">
                  <a16:creationId xmlns:a16="http://schemas.microsoft.com/office/drawing/2014/main" id="{ACC877A1-0FF0-49D7-0AD4-3B2A62A2670B}"/>
                </a:ext>
              </a:extLst>
            </p:cNvPr>
            <p:cNvSpPr/>
            <p:nvPr/>
          </p:nvSpPr>
          <p:spPr>
            <a:xfrm>
              <a:off x="3886025" y="2392425"/>
              <a:ext cx="107400" cy="91725"/>
            </a:xfrm>
            <a:custGeom>
              <a:avLst/>
              <a:gdLst/>
              <a:ahLst/>
              <a:cxnLst/>
              <a:rect l="l" t="t" r="r" b="b"/>
              <a:pathLst>
                <a:path w="4296" h="3669" extrusionOk="0">
                  <a:moveTo>
                    <a:pt x="2020" y="0"/>
                  </a:moveTo>
                  <a:lnTo>
                    <a:pt x="2007" y="243"/>
                  </a:lnTo>
                  <a:lnTo>
                    <a:pt x="1995" y="256"/>
                  </a:lnTo>
                  <a:lnTo>
                    <a:pt x="1828" y="384"/>
                  </a:lnTo>
                  <a:lnTo>
                    <a:pt x="1816" y="384"/>
                  </a:lnTo>
                  <a:lnTo>
                    <a:pt x="1598" y="460"/>
                  </a:lnTo>
                  <a:lnTo>
                    <a:pt x="1509" y="550"/>
                  </a:lnTo>
                  <a:lnTo>
                    <a:pt x="1675" y="793"/>
                  </a:lnTo>
                  <a:lnTo>
                    <a:pt x="1675" y="818"/>
                  </a:lnTo>
                  <a:lnTo>
                    <a:pt x="1573" y="959"/>
                  </a:lnTo>
                  <a:lnTo>
                    <a:pt x="1560" y="972"/>
                  </a:lnTo>
                  <a:lnTo>
                    <a:pt x="1343" y="1087"/>
                  </a:lnTo>
                  <a:lnTo>
                    <a:pt x="1343" y="1304"/>
                  </a:lnTo>
                  <a:lnTo>
                    <a:pt x="1330" y="1330"/>
                  </a:lnTo>
                  <a:lnTo>
                    <a:pt x="1177" y="1368"/>
                  </a:lnTo>
                  <a:lnTo>
                    <a:pt x="1151" y="1368"/>
                  </a:lnTo>
                  <a:lnTo>
                    <a:pt x="806" y="1202"/>
                  </a:lnTo>
                  <a:lnTo>
                    <a:pt x="742" y="1330"/>
                  </a:lnTo>
                  <a:lnTo>
                    <a:pt x="729" y="1342"/>
                  </a:lnTo>
                  <a:lnTo>
                    <a:pt x="563" y="1393"/>
                  </a:lnTo>
                  <a:lnTo>
                    <a:pt x="550" y="1406"/>
                  </a:lnTo>
                  <a:lnTo>
                    <a:pt x="52" y="1330"/>
                  </a:lnTo>
                  <a:lnTo>
                    <a:pt x="26" y="1355"/>
                  </a:lnTo>
                  <a:lnTo>
                    <a:pt x="1" y="1393"/>
                  </a:lnTo>
                  <a:lnTo>
                    <a:pt x="14" y="1432"/>
                  </a:lnTo>
                  <a:lnTo>
                    <a:pt x="26" y="1457"/>
                  </a:lnTo>
                  <a:lnTo>
                    <a:pt x="65" y="1508"/>
                  </a:lnTo>
                  <a:lnTo>
                    <a:pt x="103" y="1598"/>
                  </a:lnTo>
                  <a:lnTo>
                    <a:pt x="141" y="1675"/>
                  </a:lnTo>
                  <a:lnTo>
                    <a:pt x="269" y="1943"/>
                  </a:lnTo>
                  <a:lnTo>
                    <a:pt x="308" y="2045"/>
                  </a:lnTo>
                  <a:lnTo>
                    <a:pt x="320" y="2058"/>
                  </a:lnTo>
                  <a:lnTo>
                    <a:pt x="333" y="2084"/>
                  </a:lnTo>
                  <a:lnTo>
                    <a:pt x="359" y="2084"/>
                  </a:lnTo>
                  <a:lnTo>
                    <a:pt x="384" y="2071"/>
                  </a:lnTo>
                  <a:lnTo>
                    <a:pt x="423" y="2045"/>
                  </a:lnTo>
                  <a:lnTo>
                    <a:pt x="448" y="2007"/>
                  </a:lnTo>
                  <a:lnTo>
                    <a:pt x="474" y="1969"/>
                  </a:lnTo>
                  <a:lnTo>
                    <a:pt x="486" y="1917"/>
                  </a:lnTo>
                  <a:lnTo>
                    <a:pt x="499" y="1866"/>
                  </a:lnTo>
                  <a:lnTo>
                    <a:pt x="525" y="1802"/>
                  </a:lnTo>
                  <a:lnTo>
                    <a:pt x="576" y="1700"/>
                  </a:lnTo>
                  <a:lnTo>
                    <a:pt x="627" y="1598"/>
                  </a:lnTo>
                  <a:lnTo>
                    <a:pt x="653" y="1560"/>
                  </a:lnTo>
                  <a:lnTo>
                    <a:pt x="691" y="1521"/>
                  </a:lnTo>
                  <a:lnTo>
                    <a:pt x="780" y="1508"/>
                  </a:lnTo>
                  <a:lnTo>
                    <a:pt x="870" y="1521"/>
                  </a:lnTo>
                  <a:lnTo>
                    <a:pt x="959" y="1560"/>
                  </a:lnTo>
                  <a:lnTo>
                    <a:pt x="985" y="1585"/>
                  </a:lnTo>
                  <a:lnTo>
                    <a:pt x="1010" y="1624"/>
                  </a:lnTo>
                  <a:lnTo>
                    <a:pt x="1036" y="1662"/>
                  </a:lnTo>
                  <a:lnTo>
                    <a:pt x="1049" y="1713"/>
                  </a:lnTo>
                  <a:lnTo>
                    <a:pt x="1074" y="1815"/>
                  </a:lnTo>
                  <a:lnTo>
                    <a:pt x="1087" y="2032"/>
                  </a:lnTo>
                  <a:lnTo>
                    <a:pt x="1087" y="2071"/>
                  </a:lnTo>
                  <a:lnTo>
                    <a:pt x="1113" y="2122"/>
                  </a:lnTo>
                  <a:lnTo>
                    <a:pt x="1138" y="2148"/>
                  </a:lnTo>
                  <a:lnTo>
                    <a:pt x="1177" y="2186"/>
                  </a:lnTo>
                  <a:lnTo>
                    <a:pt x="1356" y="2314"/>
                  </a:lnTo>
                  <a:lnTo>
                    <a:pt x="1483" y="2390"/>
                  </a:lnTo>
                  <a:lnTo>
                    <a:pt x="1560" y="2441"/>
                  </a:lnTo>
                  <a:lnTo>
                    <a:pt x="1586" y="2467"/>
                  </a:lnTo>
                  <a:lnTo>
                    <a:pt x="1586" y="2493"/>
                  </a:lnTo>
                  <a:lnTo>
                    <a:pt x="1496" y="2505"/>
                  </a:lnTo>
                  <a:lnTo>
                    <a:pt x="1458" y="2518"/>
                  </a:lnTo>
                  <a:lnTo>
                    <a:pt x="1407" y="2544"/>
                  </a:lnTo>
                  <a:lnTo>
                    <a:pt x="1381" y="2556"/>
                  </a:lnTo>
                  <a:lnTo>
                    <a:pt x="1381" y="2595"/>
                  </a:lnTo>
                  <a:lnTo>
                    <a:pt x="1381" y="2633"/>
                  </a:lnTo>
                  <a:lnTo>
                    <a:pt x="1394" y="2659"/>
                  </a:lnTo>
                  <a:lnTo>
                    <a:pt x="1432" y="2710"/>
                  </a:lnTo>
                  <a:lnTo>
                    <a:pt x="1483" y="2735"/>
                  </a:lnTo>
                  <a:lnTo>
                    <a:pt x="1586" y="2787"/>
                  </a:lnTo>
                  <a:lnTo>
                    <a:pt x="1701" y="2850"/>
                  </a:lnTo>
                  <a:lnTo>
                    <a:pt x="1752" y="2889"/>
                  </a:lnTo>
                  <a:lnTo>
                    <a:pt x="1803" y="2927"/>
                  </a:lnTo>
                  <a:lnTo>
                    <a:pt x="1880" y="3004"/>
                  </a:lnTo>
                  <a:lnTo>
                    <a:pt x="1918" y="3042"/>
                  </a:lnTo>
                  <a:lnTo>
                    <a:pt x="1931" y="3080"/>
                  </a:lnTo>
                  <a:lnTo>
                    <a:pt x="1943" y="3132"/>
                  </a:lnTo>
                  <a:lnTo>
                    <a:pt x="1956" y="3183"/>
                  </a:lnTo>
                  <a:lnTo>
                    <a:pt x="1969" y="3221"/>
                  </a:lnTo>
                  <a:lnTo>
                    <a:pt x="1982" y="3272"/>
                  </a:lnTo>
                  <a:lnTo>
                    <a:pt x="2007" y="3311"/>
                  </a:lnTo>
                  <a:lnTo>
                    <a:pt x="2033" y="3323"/>
                  </a:lnTo>
                  <a:lnTo>
                    <a:pt x="2071" y="3323"/>
                  </a:lnTo>
                  <a:lnTo>
                    <a:pt x="2110" y="3311"/>
                  </a:lnTo>
                  <a:lnTo>
                    <a:pt x="2161" y="3285"/>
                  </a:lnTo>
                  <a:lnTo>
                    <a:pt x="2225" y="3272"/>
                  </a:lnTo>
                  <a:lnTo>
                    <a:pt x="2301" y="3247"/>
                  </a:lnTo>
                  <a:lnTo>
                    <a:pt x="2365" y="3221"/>
                  </a:lnTo>
                  <a:lnTo>
                    <a:pt x="2429" y="3208"/>
                  </a:lnTo>
                  <a:lnTo>
                    <a:pt x="2455" y="3221"/>
                  </a:lnTo>
                  <a:lnTo>
                    <a:pt x="2480" y="3234"/>
                  </a:lnTo>
                  <a:lnTo>
                    <a:pt x="2519" y="3259"/>
                  </a:lnTo>
                  <a:lnTo>
                    <a:pt x="2570" y="3285"/>
                  </a:lnTo>
                  <a:lnTo>
                    <a:pt x="2634" y="3285"/>
                  </a:lnTo>
                  <a:lnTo>
                    <a:pt x="2710" y="3311"/>
                  </a:lnTo>
                  <a:lnTo>
                    <a:pt x="2787" y="3336"/>
                  </a:lnTo>
                  <a:lnTo>
                    <a:pt x="2838" y="3374"/>
                  </a:lnTo>
                  <a:lnTo>
                    <a:pt x="2876" y="3413"/>
                  </a:lnTo>
                  <a:lnTo>
                    <a:pt x="2940" y="3438"/>
                  </a:lnTo>
                  <a:lnTo>
                    <a:pt x="2991" y="3477"/>
                  </a:lnTo>
                  <a:lnTo>
                    <a:pt x="3055" y="3541"/>
                  </a:lnTo>
                  <a:lnTo>
                    <a:pt x="3119" y="3604"/>
                  </a:lnTo>
                  <a:lnTo>
                    <a:pt x="3170" y="3643"/>
                  </a:lnTo>
                  <a:lnTo>
                    <a:pt x="3234" y="3668"/>
                  </a:lnTo>
                  <a:lnTo>
                    <a:pt x="3285" y="3668"/>
                  </a:lnTo>
                  <a:lnTo>
                    <a:pt x="3337" y="3592"/>
                  </a:lnTo>
                  <a:lnTo>
                    <a:pt x="3043" y="3311"/>
                  </a:lnTo>
                  <a:lnTo>
                    <a:pt x="3043" y="3298"/>
                  </a:lnTo>
                  <a:lnTo>
                    <a:pt x="3017" y="3196"/>
                  </a:lnTo>
                  <a:lnTo>
                    <a:pt x="2889" y="3170"/>
                  </a:lnTo>
                  <a:lnTo>
                    <a:pt x="2506" y="2876"/>
                  </a:lnTo>
                  <a:lnTo>
                    <a:pt x="2429" y="2748"/>
                  </a:lnTo>
                  <a:lnTo>
                    <a:pt x="2020" y="2365"/>
                  </a:lnTo>
                  <a:lnTo>
                    <a:pt x="2007" y="2352"/>
                  </a:lnTo>
                  <a:lnTo>
                    <a:pt x="1982" y="2186"/>
                  </a:lnTo>
                  <a:lnTo>
                    <a:pt x="1726" y="1930"/>
                  </a:lnTo>
                  <a:lnTo>
                    <a:pt x="1726" y="1917"/>
                  </a:lnTo>
                  <a:lnTo>
                    <a:pt x="1675" y="1700"/>
                  </a:lnTo>
                  <a:lnTo>
                    <a:pt x="1675" y="1687"/>
                  </a:lnTo>
                  <a:lnTo>
                    <a:pt x="1777" y="1445"/>
                  </a:lnTo>
                  <a:lnTo>
                    <a:pt x="1816" y="1432"/>
                  </a:lnTo>
                  <a:lnTo>
                    <a:pt x="2097" y="1598"/>
                  </a:lnTo>
                  <a:lnTo>
                    <a:pt x="2455" y="1330"/>
                  </a:lnTo>
                  <a:lnTo>
                    <a:pt x="2480" y="1330"/>
                  </a:lnTo>
                  <a:lnTo>
                    <a:pt x="3119" y="1393"/>
                  </a:lnTo>
                  <a:lnTo>
                    <a:pt x="3337" y="1342"/>
                  </a:lnTo>
                  <a:lnTo>
                    <a:pt x="3579" y="1381"/>
                  </a:lnTo>
                  <a:lnTo>
                    <a:pt x="3912" y="1266"/>
                  </a:lnTo>
                  <a:lnTo>
                    <a:pt x="3937" y="1278"/>
                  </a:lnTo>
                  <a:lnTo>
                    <a:pt x="4052" y="1496"/>
                  </a:lnTo>
                  <a:lnTo>
                    <a:pt x="4155" y="1521"/>
                  </a:lnTo>
                  <a:lnTo>
                    <a:pt x="4295" y="1496"/>
                  </a:lnTo>
                  <a:lnTo>
                    <a:pt x="4257" y="1202"/>
                  </a:lnTo>
                  <a:lnTo>
                    <a:pt x="4142" y="1125"/>
                  </a:lnTo>
                  <a:lnTo>
                    <a:pt x="4129" y="1112"/>
                  </a:lnTo>
                  <a:lnTo>
                    <a:pt x="4039" y="959"/>
                  </a:lnTo>
                  <a:lnTo>
                    <a:pt x="3873" y="844"/>
                  </a:lnTo>
                  <a:lnTo>
                    <a:pt x="3861" y="831"/>
                  </a:lnTo>
                  <a:lnTo>
                    <a:pt x="3784" y="588"/>
                  </a:lnTo>
                  <a:lnTo>
                    <a:pt x="3579" y="691"/>
                  </a:lnTo>
                  <a:lnTo>
                    <a:pt x="3567" y="703"/>
                  </a:lnTo>
                  <a:lnTo>
                    <a:pt x="3068" y="767"/>
                  </a:lnTo>
                  <a:lnTo>
                    <a:pt x="3055" y="767"/>
                  </a:lnTo>
                  <a:lnTo>
                    <a:pt x="2404" y="409"/>
                  </a:lnTo>
                  <a:lnTo>
                    <a:pt x="2391" y="397"/>
                  </a:lnTo>
                  <a:lnTo>
                    <a:pt x="2327" y="218"/>
                  </a:lnTo>
                  <a:lnTo>
                    <a:pt x="202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5" name="Google Shape;960;p78">
              <a:extLst>
                <a:ext uri="{FF2B5EF4-FFF2-40B4-BE49-F238E27FC236}">
                  <a16:creationId xmlns:a16="http://schemas.microsoft.com/office/drawing/2014/main" id="{F47AEDFA-8426-2BBD-4083-3CB2AD880AB4}"/>
                </a:ext>
              </a:extLst>
            </p:cNvPr>
            <p:cNvSpPr/>
            <p:nvPr/>
          </p:nvSpPr>
          <p:spPr>
            <a:xfrm>
              <a:off x="3750550" y="2364625"/>
              <a:ext cx="80225" cy="49225"/>
            </a:xfrm>
            <a:custGeom>
              <a:avLst/>
              <a:gdLst/>
              <a:ahLst/>
              <a:cxnLst/>
              <a:rect l="l" t="t" r="r" b="b"/>
              <a:pathLst>
                <a:path w="3209" h="1969" extrusionOk="0">
                  <a:moveTo>
                    <a:pt x="2071" y="0"/>
                  </a:moveTo>
                  <a:lnTo>
                    <a:pt x="1956" y="39"/>
                  </a:lnTo>
                  <a:lnTo>
                    <a:pt x="1931" y="294"/>
                  </a:lnTo>
                  <a:lnTo>
                    <a:pt x="1905" y="320"/>
                  </a:lnTo>
                  <a:lnTo>
                    <a:pt x="1624" y="243"/>
                  </a:lnTo>
                  <a:lnTo>
                    <a:pt x="1471" y="307"/>
                  </a:lnTo>
                  <a:lnTo>
                    <a:pt x="1445" y="307"/>
                  </a:lnTo>
                  <a:lnTo>
                    <a:pt x="1343" y="282"/>
                  </a:lnTo>
                  <a:lnTo>
                    <a:pt x="1177" y="384"/>
                  </a:lnTo>
                  <a:lnTo>
                    <a:pt x="1151" y="384"/>
                  </a:lnTo>
                  <a:lnTo>
                    <a:pt x="1010" y="307"/>
                  </a:lnTo>
                  <a:lnTo>
                    <a:pt x="832" y="333"/>
                  </a:lnTo>
                  <a:lnTo>
                    <a:pt x="780" y="461"/>
                  </a:lnTo>
                  <a:lnTo>
                    <a:pt x="844" y="563"/>
                  </a:lnTo>
                  <a:lnTo>
                    <a:pt x="844" y="588"/>
                  </a:lnTo>
                  <a:lnTo>
                    <a:pt x="793" y="703"/>
                  </a:lnTo>
                  <a:lnTo>
                    <a:pt x="780" y="716"/>
                  </a:lnTo>
                  <a:lnTo>
                    <a:pt x="563" y="793"/>
                  </a:lnTo>
                  <a:lnTo>
                    <a:pt x="295" y="1112"/>
                  </a:lnTo>
                  <a:lnTo>
                    <a:pt x="167" y="1330"/>
                  </a:lnTo>
                  <a:lnTo>
                    <a:pt x="1" y="1547"/>
                  </a:lnTo>
                  <a:lnTo>
                    <a:pt x="65" y="1675"/>
                  </a:lnTo>
                  <a:lnTo>
                    <a:pt x="256" y="1624"/>
                  </a:lnTo>
                  <a:lnTo>
                    <a:pt x="333" y="1432"/>
                  </a:lnTo>
                  <a:lnTo>
                    <a:pt x="359" y="1419"/>
                  </a:lnTo>
                  <a:lnTo>
                    <a:pt x="538" y="1406"/>
                  </a:lnTo>
                  <a:lnTo>
                    <a:pt x="550" y="1406"/>
                  </a:lnTo>
                  <a:lnTo>
                    <a:pt x="665" y="1483"/>
                  </a:lnTo>
                  <a:lnTo>
                    <a:pt x="678" y="1509"/>
                  </a:lnTo>
                  <a:lnTo>
                    <a:pt x="780" y="1930"/>
                  </a:lnTo>
                  <a:lnTo>
                    <a:pt x="883" y="1969"/>
                  </a:lnTo>
                  <a:lnTo>
                    <a:pt x="1049" y="1918"/>
                  </a:lnTo>
                  <a:lnTo>
                    <a:pt x="1062" y="1918"/>
                  </a:lnTo>
                  <a:lnTo>
                    <a:pt x="1432" y="1930"/>
                  </a:lnTo>
                  <a:lnTo>
                    <a:pt x="1534" y="1879"/>
                  </a:lnTo>
                  <a:lnTo>
                    <a:pt x="1509" y="1764"/>
                  </a:lnTo>
                  <a:lnTo>
                    <a:pt x="1509" y="1751"/>
                  </a:lnTo>
                  <a:lnTo>
                    <a:pt x="1713" y="1470"/>
                  </a:lnTo>
                  <a:lnTo>
                    <a:pt x="1752" y="1457"/>
                  </a:lnTo>
                  <a:lnTo>
                    <a:pt x="1854" y="1483"/>
                  </a:lnTo>
                  <a:lnTo>
                    <a:pt x="1867" y="1521"/>
                  </a:lnTo>
                  <a:lnTo>
                    <a:pt x="1854" y="1662"/>
                  </a:lnTo>
                  <a:lnTo>
                    <a:pt x="2058" y="1803"/>
                  </a:lnTo>
                  <a:lnTo>
                    <a:pt x="2186" y="1943"/>
                  </a:lnTo>
                  <a:lnTo>
                    <a:pt x="2391" y="1700"/>
                  </a:lnTo>
                  <a:lnTo>
                    <a:pt x="2391" y="1457"/>
                  </a:lnTo>
                  <a:lnTo>
                    <a:pt x="2404" y="1445"/>
                  </a:lnTo>
                  <a:lnTo>
                    <a:pt x="2467" y="1406"/>
                  </a:lnTo>
                  <a:lnTo>
                    <a:pt x="2506" y="1406"/>
                  </a:lnTo>
                  <a:lnTo>
                    <a:pt x="2698" y="1547"/>
                  </a:lnTo>
                  <a:lnTo>
                    <a:pt x="2953" y="1560"/>
                  </a:lnTo>
                  <a:lnTo>
                    <a:pt x="2979" y="1381"/>
                  </a:lnTo>
                  <a:lnTo>
                    <a:pt x="2991" y="1355"/>
                  </a:lnTo>
                  <a:lnTo>
                    <a:pt x="3196" y="1304"/>
                  </a:lnTo>
                  <a:lnTo>
                    <a:pt x="3132" y="1176"/>
                  </a:lnTo>
                  <a:lnTo>
                    <a:pt x="3145" y="1151"/>
                  </a:lnTo>
                  <a:lnTo>
                    <a:pt x="3209" y="1112"/>
                  </a:lnTo>
                  <a:lnTo>
                    <a:pt x="3196" y="1023"/>
                  </a:lnTo>
                  <a:lnTo>
                    <a:pt x="2953" y="1010"/>
                  </a:lnTo>
                  <a:lnTo>
                    <a:pt x="2928" y="997"/>
                  </a:lnTo>
                  <a:lnTo>
                    <a:pt x="2851" y="882"/>
                  </a:lnTo>
                  <a:lnTo>
                    <a:pt x="2608" y="908"/>
                  </a:lnTo>
                  <a:lnTo>
                    <a:pt x="2582" y="882"/>
                  </a:lnTo>
                  <a:lnTo>
                    <a:pt x="2544" y="639"/>
                  </a:lnTo>
                  <a:lnTo>
                    <a:pt x="2557" y="627"/>
                  </a:lnTo>
                  <a:lnTo>
                    <a:pt x="2646" y="550"/>
                  </a:lnTo>
                  <a:lnTo>
                    <a:pt x="2710" y="486"/>
                  </a:lnTo>
                  <a:lnTo>
                    <a:pt x="2659" y="346"/>
                  </a:lnTo>
                  <a:lnTo>
                    <a:pt x="2659" y="333"/>
                  </a:lnTo>
                  <a:lnTo>
                    <a:pt x="2646" y="333"/>
                  </a:lnTo>
                  <a:lnTo>
                    <a:pt x="2659" y="243"/>
                  </a:lnTo>
                  <a:lnTo>
                    <a:pt x="207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6" name="Google Shape;961;p78">
              <a:extLst>
                <a:ext uri="{FF2B5EF4-FFF2-40B4-BE49-F238E27FC236}">
                  <a16:creationId xmlns:a16="http://schemas.microsoft.com/office/drawing/2014/main" id="{E9EF28CD-C932-47DE-61B6-11B21C735C29}"/>
                </a:ext>
              </a:extLst>
            </p:cNvPr>
            <p:cNvSpPr/>
            <p:nvPr/>
          </p:nvSpPr>
          <p:spPr>
            <a:xfrm>
              <a:off x="3846725" y="2146400"/>
              <a:ext cx="28475" cy="35475"/>
            </a:xfrm>
            <a:custGeom>
              <a:avLst/>
              <a:gdLst/>
              <a:ahLst/>
              <a:cxnLst/>
              <a:rect l="l" t="t" r="r" b="b"/>
              <a:pathLst>
                <a:path w="1139" h="1419" extrusionOk="0">
                  <a:moveTo>
                    <a:pt x="410" y="0"/>
                  </a:moveTo>
                  <a:lnTo>
                    <a:pt x="384" y="13"/>
                  </a:lnTo>
                  <a:lnTo>
                    <a:pt x="359" y="13"/>
                  </a:lnTo>
                  <a:lnTo>
                    <a:pt x="346" y="26"/>
                  </a:lnTo>
                  <a:lnTo>
                    <a:pt x="333" y="77"/>
                  </a:lnTo>
                  <a:lnTo>
                    <a:pt x="346" y="103"/>
                  </a:lnTo>
                  <a:lnTo>
                    <a:pt x="346" y="115"/>
                  </a:lnTo>
                  <a:lnTo>
                    <a:pt x="359" y="128"/>
                  </a:lnTo>
                  <a:lnTo>
                    <a:pt x="397" y="141"/>
                  </a:lnTo>
                  <a:lnTo>
                    <a:pt x="384" y="192"/>
                  </a:lnTo>
                  <a:lnTo>
                    <a:pt x="359" y="230"/>
                  </a:lnTo>
                  <a:lnTo>
                    <a:pt x="320" y="243"/>
                  </a:lnTo>
                  <a:lnTo>
                    <a:pt x="269" y="230"/>
                  </a:lnTo>
                  <a:lnTo>
                    <a:pt x="167" y="205"/>
                  </a:lnTo>
                  <a:lnTo>
                    <a:pt x="116" y="192"/>
                  </a:lnTo>
                  <a:lnTo>
                    <a:pt x="77" y="192"/>
                  </a:lnTo>
                  <a:lnTo>
                    <a:pt x="52" y="205"/>
                  </a:lnTo>
                  <a:lnTo>
                    <a:pt x="39" y="243"/>
                  </a:lnTo>
                  <a:lnTo>
                    <a:pt x="26" y="320"/>
                  </a:lnTo>
                  <a:lnTo>
                    <a:pt x="26" y="358"/>
                  </a:lnTo>
                  <a:lnTo>
                    <a:pt x="39" y="371"/>
                  </a:lnTo>
                  <a:lnTo>
                    <a:pt x="103" y="397"/>
                  </a:lnTo>
                  <a:lnTo>
                    <a:pt x="103" y="473"/>
                  </a:lnTo>
                  <a:lnTo>
                    <a:pt x="77" y="537"/>
                  </a:lnTo>
                  <a:lnTo>
                    <a:pt x="52" y="575"/>
                  </a:lnTo>
                  <a:lnTo>
                    <a:pt x="26" y="614"/>
                  </a:lnTo>
                  <a:lnTo>
                    <a:pt x="1" y="652"/>
                  </a:lnTo>
                  <a:lnTo>
                    <a:pt x="1" y="690"/>
                  </a:lnTo>
                  <a:lnTo>
                    <a:pt x="14" y="754"/>
                  </a:lnTo>
                  <a:lnTo>
                    <a:pt x="26" y="806"/>
                  </a:lnTo>
                  <a:lnTo>
                    <a:pt x="65" y="908"/>
                  </a:lnTo>
                  <a:lnTo>
                    <a:pt x="103" y="946"/>
                  </a:lnTo>
                  <a:lnTo>
                    <a:pt x="129" y="959"/>
                  </a:lnTo>
                  <a:lnTo>
                    <a:pt x="180" y="972"/>
                  </a:lnTo>
                  <a:lnTo>
                    <a:pt x="231" y="984"/>
                  </a:lnTo>
                  <a:lnTo>
                    <a:pt x="269" y="997"/>
                  </a:lnTo>
                  <a:lnTo>
                    <a:pt x="282" y="1023"/>
                  </a:lnTo>
                  <a:lnTo>
                    <a:pt x="295" y="1036"/>
                  </a:lnTo>
                  <a:lnTo>
                    <a:pt x="295" y="1074"/>
                  </a:lnTo>
                  <a:lnTo>
                    <a:pt x="282" y="1112"/>
                  </a:lnTo>
                  <a:lnTo>
                    <a:pt x="269" y="1202"/>
                  </a:lnTo>
                  <a:lnTo>
                    <a:pt x="269" y="1240"/>
                  </a:lnTo>
                  <a:lnTo>
                    <a:pt x="282" y="1278"/>
                  </a:lnTo>
                  <a:lnTo>
                    <a:pt x="295" y="1304"/>
                  </a:lnTo>
                  <a:lnTo>
                    <a:pt x="333" y="1330"/>
                  </a:lnTo>
                  <a:lnTo>
                    <a:pt x="461" y="1381"/>
                  </a:lnTo>
                  <a:lnTo>
                    <a:pt x="589" y="1419"/>
                  </a:lnTo>
                  <a:lnTo>
                    <a:pt x="601" y="1368"/>
                  </a:lnTo>
                  <a:lnTo>
                    <a:pt x="589" y="1317"/>
                  </a:lnTo>
                  <a:lnTo>
                    <a:pt x="589" y="1253"/>
                  </a:lnTo>
                  <a:lnTo>
                    <a:pt x="576" y="1202"/>
                  </a:lnTo>
                  <a:lnTo>
                    <a:pt x="589" y="1151"/>
                  </a:lnTo>
                  <a:lnTo>
                    <a:pt x="601" y="1138"/>
                  </a:lnTo>
                  <a:lnTo>
                    <a:pt x="895" y="1138"/>
                  </a:lnTo>
                  <a:lnTo>
                    <a:pt x="908" y="1125"/>
                  </a:lnTo>
                  <a:lnTo>
                    <a:pt x="921" y="1112"/>
                  </a:lnTo>
                  <a:lnTo>
                    <a:pt x="934" y="1087"/>
                  </a:lnTo>
                  <a:lnTo>
                    <a:pt x="921" y="1048"/>
                  </a:lnTo>
                  <a:lnTo>
                    <a:pt x="921" y="1010"/>
                  </a:lnTo>
                  <a:lnTo>
                    <a:pt x="908" y="984"/>
                  </a:lnTo>
                  <a:lnTo>
                    <a:pt x="870" y="959"/>
                  </a:lnTo>
                  <a:lnTo>
                    <a:pt x="832" y="921"/>
                  </a:lnTo>
                  <a:lnTo>
                    <a:pt x="819" y="895"/>
                  </a:lnTo>
                  <a:lnTo>
                    <a:pt x="819" y="857"/>
                  </a:lnTo>
                  <a:lnTo>
                    <a:pt x="832" y="793"/>
                  </a:lnTo>
                  <a:lnTo>
                    <a:pt x="857" y="742"/>
                  </a:lnTo>
                  <a:lnTo>
                    <a:pt x="883" y="703"/>
                  </a:lnTo>
                  <a:lnTo>
                    <a:pt x="934" y="665"/>
                  </a:lnTo>
                  <a:lnTo>
                    <a:pt x="1036" y="627"/>
                  </a:lnTo>
                  <a:lnTo>
                    <a:pt x="1062" y="588"/>
                  </a:lnTo>
                  <a:lnTo>
                    <a:pt x="1087" y="537"/>
                  </a:lnTo>
                  <a:lnTo>
                    <a:pt x="1113" y="448"/>
                  </a:lnTo>
                  <a:lnTo>
                    <a:pt x="1138" y="333"/>
                  </a:lnTo>
                  <a:lnTo>
                    <a:pt x="1138" y="269"/>
                  </a:lnTo>
                  <a:lnTo>
                    <a:pt x="1138" y="218"/>
                  </a:lnTo>
                  <a:lnTo>
                    <a:pt x="1125" y="166"/>
                  </a:lnTo>
                  <a:lnTo>
                    <a:pt x="1100" y="128"/>
                  </a:lnTo>
                  <a:lnTo>
                    <a:pt x="985" y="0"/>
                  </a:lnTo>
                  <a:lnTo>
                    <a:pt x="819" y="64"/>
                  </a:lnTo>
                  <a:lnTo>
                    <a:pt x="793" y="90"/>
                  </a:lnTo>
                  <a:lnTo>
                    <a:pt x="780" y="103"/>
                  </a:lnTo>
                  <a:lnTo>
                    <a:pt x="780" y="128"/>
                  </a:lnTo>
                  <a:lnTo>
                    <a:pt x="780" y="166"/>
                  </a:lnTo>
                  <a:lnTo>
                    <a:pt x="793" y="218"/>
                  </a:lnTo>
                  <a:lnTo>
                    <a:pt x="768" y="269"/>
                  </a:lnTo>
                  <a:lnTo>
                    <a:pt x="742" y="307"/>
                  </a:lnTo>
                  <a:lnTo>
                    <a:pt x="704" y="345"/>
                  </a:lnTo>
                  <a:lnTo>
                    <a:pt x="640" y="384"/>
                  </a:lnTo>
                  <a:lnTo>
                    <a:pt x="576" y="397"/>
                  </a:lnTo>
                  <a:lnTo>
                    <a:pt x="550" y="384"/>
                  </a:lnTo>
                  <a:lnTo>
                    <a:pt x="538" y="371"/>
                  </a:lnTo>
                  <a:lnTo>
                    <a:pt x="525" y="345"/>
                  </a:lnTo>
                  <a:lnTo>
                    <a:pt x="525" y="307"/>
                  </a:lnTo>
                  <a:lnTo>
                    <a:pt x="550" y="243"/>
                  </a:lnTo>
                  <a:lnTo>
                    <a:pt x="576" y="192"/>
                  </a:lnTo>
                  <a:lnTo>
                    <a:pt x="614" y="154"/>
                  </a:lnTo>
                  <a:lnTo>
                    <a:pt x="627" y="103"/>
                  </a:lnTo>
                  <a:lnTo>
                    <a:pt x="576" y="77"/>
                  </a:lnTo>
                  <a:lnTo>
                    <a:pt x="512" y="39"/>
                  </a:lnTo>
                  <a:lnTo>
                    <a:pt x="435" y="13"/>
                  </a:lnTo>
                  <a:lnTo>
                    <a:pt x="41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7" name="Google Shape;962;p78">
              <a:extLst>
                <a:ext uri="{FF2B5EF4-FFF2-40B4-BE49-F238E27FC236}">
                  <a16:creationId xmlns:a16="http://schemas.microsoft.com/office/drawing/2014/main" id="{A4468DF4-FDB4-3654-16FF-EC47EF211E5D}"/>
                </a:ext>
              </a:extLst>
            </p:cNvPr>
            <p:cNvSpPr/>
            <p:nvPr/>
          </p:nvSpPr>
          <p:spPr>
            <a:xfrm>
              <a:off x="3789850" y="2090150"/>
              <a:ext cx="56275" cy="93650"/>
            </a:xfrm>
            <a:custGeom>
              <a:avLst/>
              <a:gdLst/>
              <a:ahLst/>
              <a:cxnLst/>
              <a:rect l="l" t="t" r="r" b="b"/>
              <a:pathLst>
                <a:path w="2251" h="3746" extrusionOk="0">
                  <a:moveTo>
                    <a:pt x="2020" y="1"/>
                  </a:moveTo>
                  <a:lnTo>
                    <a:pt x="1943" y="14"/>
                  </a:lnTo>
                  <a:lnTo>
                    <a:pt x="1880" y="27"/>
                  </a:lnTo>
                  <a:lnTo>
                    <a:pt x="1777" y="103"/>
                  </a:lnTo>
                  <a:lnTo>
                    <a:pt x="1701" y="142"/>
                  </a:lnTo>
                  <a:lnTo>
                    <a:pt x="1624" y="154"/>
                  </a:lnTo>
                  <a:lnTo>
                    <a:pt x="1547" y="167"/>
                  </a:lnTo>
                  <a:lnTo>
                    <a:pt x="1483" y="205"/>
                  </a:lnTo>
                  <a:lnTo>
                    <a:pt x="1445" y="231"/>
                  </a:lnTo>
                  <a:lnTo>
                    <a:pt x="1419" y="257"/>
                  </a:lnTo>
                  <a:lnTo>
                    <a:pt x="1407" y="295"/>
                  </a:lnTo>
                  <a:lnTo>
                    <a:pt x="1394" y="320"/>
                  </a:lnTo>
                  <a:lnTo>
                    <a:pt x="1381" y="410"/>
                  </a:lnTo>
                  <a:lnTo>
                    <a:pt x="1381" y="487"/>
                  </a:lnTo>
                  <a:lnTo>
                    <a:pt x="1356" y="551"/>
                  </a:lnTo>
                  <a:lnTo>
                    <a:pt x="1330" y="614"/>
                  </a:lnTo>
                  <a:lnTo>
                    <a:pt x="1292" y="678"/>
                  </a:lnTo>
                  <a:lnTo>
                    <a:pt x="1253" y="729"/>
                  </a:lnTo>
                  <a:lnTo>
                    <a:pt x="1177" y="781"/>
                  </a:lnTo>
                  <a:lnTo>
                    <a:pt x="1100" y="819"/>
                  </a:lnTo>
                  <a:lnTo>
                    <a:pt x="1010" y="832"/>
                  </a:lnTo>
                  <a:lnTo>
                    <a:pt x="908" y="844"/>
                  </a:lnTo>
                  <a:lnTo>
                    <a:pt x="729" y="844"/>
                  </a:lnTo>
                  <a:lnTo>
                    <a:pt x="640" y="857"/>
                  </a:lnTo>
                  <a:lnTo>
                    <a:pt x="550" y="883"/>
                  </a:lnTo>
                  <a:lnTo>
                    <a:pt x="474" y="934"/>
                  </a:lnTo>
                  <a:lnTo>
                    <a:pt x="397" y="998"/>
                  </a:lnTo>
                  <a:lnTo>
                    <a:pt x="346" y="1075"/>
                  </a:lnTo>
                  <a:lnTo>
                    <a:pt x="308" y="1151"/>
                  </a:lnTo>
                  <a:lnTo>
                    <a:pt x="295" y="1190"/>
                  </a:lnTo>
                  <a:lnTo>
                    <a:pt x="308" y="1228"/>
                  </a:lnTo>
                  <a:lnTo>
                    <a:pt x="308" y="1253"/>
                  </a:lnTo>
                  <a:lnTo>
                    <a:pt x="320" y="1279"/>
                  </a:lnTo>
                  <a:lnTo>
                    <a:pt x="371" y="1330"/>
                  </a:lnTo>
                  <a:lnTo>
                    <a:pt x="423" y="1381"/>
                  </a:lnTo>
                  <a:lnTo>
                    <a:pt x="448" y="1432"/>
                  </a:lnTo>
                  <a:lnTo>
                    <a:pt x="474" y="1458"/>
                  </a:lnTo>
                  <a:lnTo>
                    <a:pt x="474" y="1483"/>
                  </a:lnTo>
                  <a:lnTo>
                    <a:pt x="461" y="1509"/>
                  </a:lnTo>
                  <a:lnTo>
                    <a:pt x="397" y="1535"/>
                  </a:lnTo>
                  <a:lnTo>
                    <a:pt x="320" y="1560"/>
                  </a:lnTo>
                  <a:lnTo>
                    <a:pt x="282" y="1573"/>
                  </a:lnTo>
                  <a:lnTo>
                    <a:pt x="256" y="1586"/>
                  </a:lnTo>
                  <a:lnTo>
                    <a:pt x="244" y="1611"/>
                  </a:lnTo>
                  <a:lnTo>
                    <a:pt x="231" y="1637"/>
                  </a:lnTo>
                  <a:lnTo>
                    <a:pt x="231" y="1688"/>
                  </a:lnTo>
                  <a:lnTo>
                    <a:pt x="218" y="1726"/>
                  </a:lnTo>
                  <a:lnTo>
                    <a:pt x="205" y="1752"/>
                  </a:lnTo>
                  <a:lnTo>
                    <a:pt x="154" y="1803"/>
                  </a:lnTo>
                  <a:lnTo>
                    <a:pt x="103" y="1841"/>
                  </a:lnTo>
                  <a:lnTo>
                    <a:pt x="78" y="1867"/>
                  </a:lnTo>
                  <a:lnTo>
                    <a:pt x="65" y="1892"/>
                  </a:lnTo>
                  <a:lnTo>
                    <a:pt x="52" y="1918"/>
                  </a:lnTo>
                  <a:lnTo>
                    <a:pt x="52" y="1969"/>
                  </a:lnTo>
                  <a:lnTo>
                    <a:pt x="65" y="2135"/>
                  </a:lnTo>
                  <a:lnTo>
                    <a:pt x="65" y="2225"/>
                  </a:lnTo>
                  <a:lnTo>
                    <a:pt x="52" y="2314"/>
                  </a:lnTo>
                  <a:lnTo>
                    <a:pt x="14" y="2506"/>
                  </a:lnTo>
                  <a:lnTo>
                    <a:pt x="14" y="2595"/>
                  </a:lnTo>
                  <a:lnTo>
                    <a:pt x="1" y="2685"/>
                  </a:lnTo>
                  <a:lnTo>
                    <a:pt x="14" y="2723"/>
                  </a:lnTo>
                  <a:lnTo>
                    <a:pt x="26" y="2749"/>
                  </a:lnTo>
                  <a:lnTo>
                    <a:pt x="39" y="2774"/>
                  </a:lnTo>
                  <a:lnTo>
                    <a:pt x="65" y="2787"/>
                  </a:lnTo>
                  <a:lnTo>
                    <a:pt x="129" y="2800"/>
                  </a:lnTo>
                  <a:lnTo>
                    <a:pt x="193" y="2813"/>
                  </a:lnTo>
                  <a:lnTo>
                    <a:pt x="256" y="2838"/>
                  </a:lnTo>
                  <a:lnTo>
                    <a:pt x="295" y="2877"/>
                  </a:lnTo>
                  <a:lnTo>
                    <a:pt x="333" y="2915"/>
                  </a:lnTo>
                  <a:lnTo>
                    <a:pt x="346" y="2966"/>
                  </a:lnTo>
                  <a:lnTo>
                    <a:pt x="359" y="3043"/>
                  </a:lnTo>
                  <a:lnTo>
                    <a:pt x="359" y="3132"/>
                  </a:lnTo>
                  <a:lnTo>
                    <a:pt x="384" y="3426"/>
                  </a:lnTo>
                  <a:lnTo>
                    <a:pt x="384" y="3439"/>
                  </a:lnTo>
                  <a:lnTo>
                    <a:pt x="602" y="3452"/>
                  </a:lnTo>
                  <a:lnTo>
                    <a:pt x="627" y="3452"/>
                  </a:lnTo>
                  <a:lnTo>
                    <a:pt x="934" y="3746"/>
                  </a:lnTo>
                  <a:lnTo>
                    <a:pt x="1062" y="3682"/>
                  </a:lnTo>
                  <a:lnTo>
                    <a:pt x="1074" y="3682"/>
                  </a:lnTo>
                  <a:lnTo>
                    <a:pt x="1177" y="3695"/>
                  </a:lnTo>
                  <a:lnTo>
                    <a:pt x="1177" y="3669"/>
                  </a:lnTo>
                  <a:lnTo>
                    <a:pt x="1189" y="3656"/>
                  </a:lnTo>
                  <a:lnTo>
                    <a:pt x="1215" y="3631"/>
                  </a:lnTo>
                  <a:lnTo>
                    <a:pt x="1279" y="3580"/>
                  </a:lnTo>
                  <a:lnTo>
                    <a:pt x="1356" y="3516"/>
                  </a:lnTo>
                  <a:lnTo>
                    <a:pt x="1381" y="3490"/>
                  </a:lnTo>
                  <a:lnTo>
                    <a:pt x="1394" y="3477"/>
                  </a:lnTo>
                  <a:lnTo>
                    <a:pt x="1368" y="3464"/>
                  </a:lnTo>
                  <a:lnTo>
                    <a:pt x="1330" y="3464"/>
                  </a:lnTo>
                  <a:lnTo>
                    <a:pt x="1228" y="3477"/>
                  </a:lnTo>
                  <a:lnTo>
                    <a:pt x="1126" y="3490"/>
                  </a:lnTo>
                  <a:lnTo>
                    <a:pt x="1062" y="3490"/>
                  </a:lnTo>
                  <a:lnTo>
                    <a:pt x="1023" y="3464"/>
                  </a:lnTo>
                  <a:lnTo>
                    <a:pt x="998" y="3426"/>
                  </a:lnTo>
                  <a:lnTo>
                    <a:pt x="972" y="3401"/>
                  </a:lnTo>
                  <a:lnTo>
                    <a:pt x="972" y="3349"/>
                  </a:lnTo>
                  <a:lnTo>
                    <a:pt x="985" y="3311"/>
                  </a:lnTo>
                  <a:lnTo>
                    <a:pt x="1010" y="3286"/>
                  </a:lnTo>
                  <a:lnTo>
                    <a:pt x="1074" y="3260"/>
                  </a:lnTo>
                  <a:lnTo>
                    <a:pt x="1113" y="3234"/>
                  </a:lnTo>
                  <a:lnTo>
                    <a:pt x="1138" y="3196"/>
                  </a:lnTo>
                  <a:lnTo>
                    <a:pt x="1151" y="3171"/>
                  </a:lnTo>
                  <a:lnTo>
                    <a:pt x="1151" y="3132"/>
                  </a:lnTo>
                  <a:lnTo>
                    <a:pt x="1151" y="3056"/>
                  </a:lnTo>
                  <a:lnTo>
                    <a:pt x="1138" y="2966"/>
                  </a:lnTo>
                  <a:lnTo>
                    <a:pt x="1151" y="2902"/>
                  </a:lnTo>
                  <a:lnTo>
                    <a:pt x="1164" y="2851"/>
                  </a:lnTo>
                  <a:lnTo>
                    <a:pt x="1177" y="2787"/>
                  </a:lnTo>
                  <a:lnTo>
                    <a:pt x="1189" y="2723"/>
                  </a:lnTo>
                  <a:lnTo>
                    <a:pt x="1202" y="2710"/>
                  </a:lnTo>
                  <a:lnTo>
                    <a:pt x="1215" y="2685"/>
                  </a:lnTo>
                  <a:lnTo>
                    <a:pt x="1215" y="2634"/>
                  </a:lnTo>
                  <a:lnTo>
                    <a:pt x="1215" y="2583"/>
                  </a:lnTo>
                  <a:lnTo>
                    <a:pt x="1215" y="2557"/>
                  </a:lnTo>
                  <a:lnTo>
                    <a:pt x="1228" y="2544"/>
                  </a:lnTo>
                  <a:lnTo>
                    <a:pt x="1253" y="2532"/>
                  </a:lnTo>
                  <a:lnTo>
                    <a:pt x="1279" y="2532"/>
                  </a:lnTo>
                  <a:lnTo>
                    <a:pt x="1317" y="2544"/>
                  </a:lnTo>
                  <a:lnTo>
                    <a:pt x="1368" y="2557"/>
                  </a:lnTo>
                  <a:lnTo>
                    <a:pt x="1407" y="2557"/>
                  </a:lnTo>
                  <a:lnTo>
                    <a:pt x="1419" y="2506"/>
                  </a:lnTo>
                  <a:lnTo>
                    <a:pt x="1432" y="2468"/>
                  </a:lnTo>
                  <a:lnTo>
                    <a:pt x="1471" y="2455"/>
                  </a:lnTo>
                  <a:lnTo>
                    <a:pt x="1522" y="2429"/>
                  </a:lnTo>
                  <a:lnTo>
                    <a:pt x="1573" y="2416"/>
                  </a:lnTo>
                  <a:lnTo>
                    <a:pt x="1598" y="2404"/>
                  </a:lnTo>
                  <a:lnTo>
                    <a:pt x="1624" y="2378"/>
                  </a:lnTo>
                  <a:lnTo>
                    <a:pt x="1624" y="2327"/>
                  </a:lnTo>
                  <a:lnTo>
                    <a:pt x="1624" y="2212"/>
                  </a:lnTo>
                  <a:lnTo>
                    <a:pt x="1624" y="2084"/>
                  </a:lnTo>
                  <a:lnTo>
                    <a:pt x="1637" y="2033"/>
                  </a:lnTo>
                  <a:lnTo>
                    <a:pt x="1650" y="1982"/>
                  </a:lnTo>
                  <a:lnTo>
                    <a:pt x="1688" y="1956"/>
                  </a:lnTo>
                  <a:lnTo>
                    <a:pt x="1752" y="1944"/>
                  </a:lnTo>
                  <a:lnTo>
                    <a:pt x="1752" y="2059"/>
                  </a:lnTo>
                  <a:lnTo>
                    <a:pt x="1765" y="2110"/>
                  </a:lnTo>
                  <a:lnTo>
                    <a:pt x="1777" y="2135"/>
                  </a:lnTo>
                  <a:lnTo>
                    <a:pt x="1803" y="2148"/>
                  </a:lnTo>
                  <a:lnTo>
                    <a:pt x="1854" y="2148"/>
                  </a:lnTo>
                  <a:lnTo>
                    <a:pt x="1905" y="2110"/>
                  </a:lnTo>
                  <a:lnTo>
                    <a:pt x="1956" y="2071"/>
                  </a:lnTo>
                  <a:lnTo>
                    <a:pt x="1995" y="2033"/>
                  </a:lnTo>
                  <a:lnTo>
                    <a:pt x="2007" y="2110"/>
                  </a:lnTo>
                  <a:lnTo>
                    <a:pt x="2020" y="2135"/>
                  </a:lnTo>
                  <a:lnTo>
                    <a:pt x="2046" y="2135"/>
                  </a:lnTo>
                  <a:lnTo>
                    <a:pt x="2059" y="2123"/>
                  </a:lnTo>
                  <a:lnTo>
                    <a:pt x="2059" y="2084"/>
                  </a:lnTo>
                  <a:lnTo>
                    <a:pt x="2071" y="2059"/>
                  </a:lnTo>
                  <a:lnTo>
                    <a:pt x="2084" y="2046"/>
                  </a:lnTo>
                  <a:lnTo>
                    <a:pt x="2097" y="2033"/>
                  </a:lnTo>
                  <a:lnTo>
                    <a:pt x="2148" y="2020"/>
                  </a:lnTo>
                  <a:lnTo>
                    <a:pt x="2161" y="2008"/>
                  </a:lnTo>
                  <a:lnTo>
                    <a:pt x="2186" y="1982"/>
                  </a:lnTo>
                  <a:lnTo>
                    <a:pt x="2212" y="1931"/>
                  </a:lnTo>
                  <a:lnTo>
                    <a:pt x="2225" y="1880"/>
                  </a:lnTo>
                  <a:lnTo>
                    <a:pt x="2225" y="1816"/>
                  </a:lnTo>
                  <a:lnTo>
                    <a:pt x="2237" y="1765"/>
                  </a:lnTo>
                  <a:lnTo>
                    <a:pt x="2250" y="1688"/>
                  </a:lnTo>
                  <a:lnTo>
                    <a:pt x="2250" y="1662"/>
                  </a:lnTo>
                  <a:lnTo>
                    <a:pt x="2225" y="1650"/>
                  </a:lnTo>
                  <a:lnTo>
                    <a:pt x="2174" y="1611"/>
                  </a:lnTo>
                  <a:lnTo>
                    <a:pt x="2097" y="1586"/>
                  </a:lnTo>
                  <a:lnTo>
                    <a:pt x="2020" y="1560"/>
                  </a:lnTo>
                  <a:lnTo>
                    <a:pt x="1816" y="1560"/>
                  </a:lnTo>
                  <a:lnTo>
                    <a:pt x="1777" y="1547"/>
                  </a:lnTo>
                  <a:lnTo>
                    <a:pt x="1752" y="1522"/>
                  </a:lnTo>
                  <a:lnTo>
                    <a:pt x="1739" y="1496"/>
                  </a:lnTo>
                  <a:lnTo>
                    <a:pt x="1739" y="1471"/>
                  </a:lnTo>
                  <a:lnTo>
                    <a:pt x="1726" y="1394"/>
                  </a:lnTo>
                  <a:lnTo>
                    <a:pt x="1726" y="1317"/>
                  </a:lnTo>
                  <a:lnTo>
                    <a:pt x="1713" y="1190"/>
                  </a:lnTo>
                  <a:lnTo>
                    <a:pt x="1713" y="1113"/>
                  </a:lnTo>
                  <a:lnTo>
                    <a:pt x="1726" y="1049"/>
                  </a:lnTo>
                  <a:lnTo>
                    <a:pt x="1765" y="985"/>
                  </a:lnTo>
                  <a:lnTo>
                    <a:pt x="1816" y="934"/>
                  </a:lnTo>
                  <a:lnTo>
                    <a:pt x="1918" y="832"/>
                  </a:lnTo>
                  <a:lnTo>
                    <a:pt x="1956" y="781"/>
                  </a:lnTo>
                  <a:lnTo>
                    <a:pt x="1969" y="729"/>
                  </a:lnTo>
                  <a:lnTo>
                    <a:pt x="1969" y="666"/>
                  </a:lnTo>
                  <a:lnTo>
                    <a:pt x="1969" y="602"/>
                  </a:lnTo>
                  <a:lnTo>
                    <a:pt x="1943" y="448"/>
                  </a:lnTo>
                  <a:lnTo>
                    <a:pt x="1931" y="295"/>
                  </a:lnTo>
                  <a:lnTo>
                    <a:pt x="1918" y="205"/>
                  </a:lnTo>
                  <a:lnTo>
                    <a:pt x="1931" y="167"/>
                  </a:lnTo>
                  <a:lnTo>
                    <a:pt x="1956" y="129"/>
                  </a:lnTo>
                  <a:lnTo>
                    <a:pt x="2007" y="78"/>
                  </a:lnTo>
                  <a:lnTo>
                    <a:pt x="2020" y="52"/>
                  </a:lnTo>
                  <a:lnTo>
                    <a:pt x="202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8" name="Google Shape;963;p78">
              <a:extLst>
                <a:ext uri="{FF2B5EF4-FFF2-40B4-BE49-F238E27FC236}">
                  <a16:creationId xmlns:a16="http://schemas.microsoft.com/office/drawing/2014/main" id="{C7BEED03-B540-6F46-A106-3A8031697A35}"/>
                </a:ext>
              </a:extLst>
            </p:cNvPr>
            <p:cNvSpPr/>
            <p:nvPr/>
          </p:nvSpPr>
          <p:spPr>
            <a:xfrm>
              <a:off x="3757575" y="2180900"/>
              <a:ext cx="162350" cy="197800"/>
            </a:xfrm>
            <a:custGeom>
              <a:avLst/>
              <a:gdLst/>
              <a:ahLst/>
              <a:cxnLst/>
              <a:rect l="l" t="t" r="r" b="b"/>
              <a:pathLst>
                <a:path w="6494" h="7912" extrusionOk="0">
                  <a:moveTo>
                    <a:pt x="1765" y="1"/>
                  </a:moveTo>
                  <a:lnTo>
                    <a:pt x="1790" y="167"/>
                  </a:lnTo>
                  <a:lnTo>
                    <a:pt x="1816" y="256"/>
                  </a:lnTo>
                  <a:lnTo>
                    <a:pt x="1841" y="320"/>
                  </a:lnTo>
                  <a:lnTo>
                    <a:pt x="1893" y="397"/>
                  </a:lnTo>
                  <a:lnTo>
                    <a:pt x="1905" y="422"/>
                  </a:lnTo>
                  <a:lnTo>
                    <a:pt x="1931" y="461"/>
                  </a:lnTo>
                  <a:lnTo>
                    <a:pt x="1931" y="525"/>
                  </a:lnTo>
                  <a:lnTo>
                    <a:pt x="1931" y="550"/>
                  </a:lnTo>
                  <a:lnTo>
                    <a:pt x="1905" y="576"/>
                  </a:lnTo>
                  <a:lnTo>
                    <a:pt x="1854" y="589"/>
                  </a:lnTo>
                  <a:lnTo>
                    <a:pt x="1816" y="601"/>
                  </a:lnTo>
                  <a:lnTo>
                    <a:pt x="1790" y="614"/>
                  </a:lnTo>
                  <a:lnTo>
                    <a:pt x="1765" y="640"/>
                  </a:lnTo>
                  <a:lnTo>
                    <a:pt x="1739" y="678"/>
                  </a:lnTo>
                  <a:lnTo>
                    <a:pt x="1739" y="742"/>
                  </a:lnTo>
                  <a:lnTo>
                    <a:pt x="1752" y="767"/>
                  </a:lnTo>
                  <a:lnTo>
                    <a:pt x="1777" y="780"/>
                  </a:lnTo>
                  <a:lnTo>
                    <a:pt x="1816" y="780"/>
                  </a:lnTo>
                  <a:lnTo>
                    <a:pt x="1841" y="767"/>
                  </a:lnTo>
                  <a:lnTo>
                    <a:pt x="1867" y="767"/>
                  </a:lnTo>
                  <a:lnTo>
                    <a:pt x="1893" y="780"/>
                  </a:lnTo>
                  <a:lnTo>
                    <a:pt x="1905" y="819"/>
                  </a:lnTo>
                  <a:lnTo>
                    <a:pt x="1931" y="895"/>
                  </a:lnTo>
                  <a:lnTo>
                    <a:pt x="1944" y="985"/>
                  </a:lnTo>
                  <a:lnTo>
                    <a:pt x="1956" y="1023"/>
                  </a:lnTo>
                  <a:lnTo>
                    <a:pt x="1982" y="1049"/>
                  </a:lnTo>
                  <a:lnTo>
                    <a:pt x="2033" y="1061"/>
                  </a:lnTo>
                  <a:lnTo>
                    <a:pt x="2097" y="1087"/>
                  </a:lnTo>
                  <a:lnTo>
                    <a:pt x="2238" y="1113"/>
                  </a:lnTo>
                  <a:lnTo>
                    <a:pt x="2289" y="1138"/>
                  </a:lnTo>
                  <a:lnTo>
                    <a:pt x="2340" y="1164"/>
                  </a:lnTo>
                  <a:lnTo>
                    <a:pt x="2378" y="1215"/>
                  </a:lnTo>
                  <a:lnTo>
                    <a:pt x="2391" y="1279"/>
                  </a:lnTo>
                  <a:lnTo>
                    <a:pt x="2391" y="1317"/>
                  </a:lnTo>
                  <a:lnTo>
                    <a:pt x="2378" y="1343"/>
                  </a:lnTo>
                  <a:lnTo>
                    <a:pt x="2365" y="1355"/>
                  </a:lnTo>
                  <a:lnTo>
                    <a:pt x="2340" y="1355"/>
                  </a:lnTo>
                  <a:lnTo>
                    <a:pt x="2263" y="1343"/>
                  </a:lnTo>
                  <a:lnTo>
                    <a:pt x="2186" y="1304"/>
                  </a:lnTo>
                  <a:lnTo>
                    <a:pt x="2033" y="1202"/>
                  </a:lnTo>
                  <a:lnTo>
                    <a:pt x="1969" y="1151"/>
                  </a:lnTo>
                  <a:lnTo>
                    <a:pt x="1931" y="1138"/>
                  </a:lnTo>
                  <a:lnTo>
                    <a:pt x="1816" y="1125"/>
                  </a:lnTo>
                  <a:lnTo>
                    <a:pt x="1739" y="1125"/>
                  </a:lnTo>
                  <a:lnTo>
                    <a:pt x="1701" y="1138"/>
                  </a:lnTo>
                  <a:lnTo>
                    <a:pt x="1688" y="1151"/>
                  </a:lnTo>
                  <a:lnTo>
                    <a:pt x="1688" y="1176"/>
                  </a:lnTo>
                  <a:lnTo>
                    <a:pt x="1688" y="1253"/>
                  </a:lnTo>
                  <a:lnTo>
                    <a:pt x="1701" y="1368"/>
                  </a:lnTo>
                  <a:lnTo>
                    <a:pt x="1739" y="1483"/>
                  </a:lnTo>
                  <a:lnTo>
                    <a:pt x="1777" y="1624"/>
                  </a:lnTo>
                  <a:lnTo>
                    <a:pt x="1777" y="1688"/>
                  </a:lnTo>
                  <a:lnTo>
                    <a:pt x="1765" y="1739"/>
                  </a:lnTo>
                  <a:lnTo>
                    <a:pt x="1752" y="1764"/>
                  </a:lnTo>
                  <a:lnTo>
                    <a:pt x="1739" y="1777"/>
                  </a:lnTo>
                  <a:lnTo>
                    <a:pt x="1714" y="1790"/>
                  </a:lnTo>
                  <a:lnTo>
                    <a:pt x="1675" y="1790"/>
                  </a:lnTo>
                  <a:lnTo>
                    <a:pt x="1650" y="1713"/>
                  </a:lnTo>
                  <a:lnTo>
                    <a:pt x="1637" y="1624"/>
                  </a:lnTo>
                  <a:lnTo>
                    <a:pt x="1611" y="1534"/>
                  </a:lnTo>
                  <a:lnTo>
                    <a:pt x="1599" y="1458"/>
                  </a:lnTo>
                  <a:lnTo>
                    <a:pt x="1573" y="1483"/>
                  </a:lnTo>
                  <a:lnTo>
                    <a:pt x="1560" y="1522"/>
                  </a:lnTo>
                  <a:lnTo>
                    <a:pt x="1547" y="1611"/>
                  </a:lnTo>
                  <a:lnTo>
                    <a:pt x="1535" y="1649"/>
                  </a:lnTo>
                  <a:lnTo>
                    <a:pt x="1509" y="1662"/>
                  </a:lnTo>
                  <a:lnTo>
                    <a:pt x="1471" y="1675"/>
                  </a:lnTo>
                  <a:lnTo>
                    <a:pt x="1420" y="1649"/>
                  </a:lnTo>
                  <a:lnTo>
                    <a:pt x="1381" y="1624"/>
                  </a:lnTo>
                  <a:lnTo>
                    <a:pt x="1369" y="1585"/>
                  </a:lnTo>
                  <a:lnTo>
                    <a:pt x="1381" y="1547"/>
                  </a:lnTo>
                  <a:lnTo>
                    <a:pt x="1407" y="1509"/>
                  </a:lnTo>
                  <a:lnTo>
                    <a:pt x="1458" y="1432"/>
                  </a:lnTo>
                  <a:lnTo>
                    <a:pt x="1471" y="1394"/>
                  </a:lnTo>
                  <a:lnTo>
                    <a:pt x="1471" y="1355"/>
                  </a:lnTo>
                  <a:lnTo>
                    <a:pt x="1445" y="1317"/>
                  </a:lnTo>
                  <a:lnTo>
                    <a:pt x="1407" y="1279"/>
                  </a:lnTo>
                  <a:lnTo>
                    <a:pt x="1356" y="1266"/>
                  </a:lnTo>
                  <a:lnTo>
                    <a:pt x="1292" y="1253"/>
                  </a:lnTo>
                  <a:lnTo>
                    <a:pt x="1151" y="1266"/>
                  </a:lnTo>
                  <a:lnTo>
                    <a:pt x="1049" y="1279"/>
                  </a:lnTo>
                  <a:lnTo>
                    <a:pt x="960" y="1304"/>
                  </a:lnTo>
                  <a:lnTo>
                    <a:pt x="883" y="1317"/>
                  </a:lnTo>
                  <a:lnTo>
                    <a:pt x="857" y="1343"/>
                  </a:lnTo>
                  <a:lnTo>
                    <a:pt x="845" y="1368"/>
                  </a:lnTo>
                  <a:lnTo>
                    <a:pt x="806" y="1458"/>
                  </a:lnTo>
                  <a:lnTo>
                    <a:pt x="793" y="1522"/>
                  </a:lnTo>
                  <a:lnTo>
                    <a:pt x="793" y="1585"/>
                  </a:lnTo>
                  <a:lnTo>
                    <a:pt x="806" y="1624"/>
                  </a:lnTo>
                  <a:lnTo>
                    <a:pt x="819" y="1637"/>
                  </a:lnTo>
                  <a:lnTo>
                    <a:pt x="845" y="1637"/>
                  </a:lnTo>
                  <a:lnTo>
                    <a:pt x="870" y="1649"/>
                  </a:lnTo>
                  <a:lnTo>
                    <a:pt x="896" y="1675"/>
                  </a:lnTo>
                  <a:lnTo>
                    <a:pt x="908" y="1700"/>
                  </a:lnTo>
                  <a:lnTo>
                    <a:pt x="908" y="1752"/>
                  </a:lnTo>
                  <a:lnTo>
                    <a:pt x="883" y="1803"/>
                  </a:lnTo>
                  <a:lnTo>
                    <a:pt x="857" y="1828"/>
                  </a:lnTo>
                  <a:lnTo>
                    <a:pt x="832" y="1841"/>
                  </a:lnTo>
                  <a:lnTo>
                    <a:pt x="870" y="1918"/>
                  </a:lnTo>
                  <a:lnTo>
                    <a:pt x="870" y="1943"/>
                  </a:lnTo>
                  <a:lnTo>
                    <a:pt x="832" y="2237"/>
                  </a:lnTo>
                  <a:lnTo>
                    <a:pt x="819" y="2250"/>
                  </a:lnTo>
                  <a:lnTo>
                    <a:pt x="640" y="2403"/>
                  </a:lnTo>
                  <a:lnTo>
                    <a:pt x="691" y="2480"/>
                  </a:lnTo>
                  <a:lnTo>
                    <a:pt x="768" y="2621"/>
                  </a:lnTo>
                  <a:lnTo>
                    <a:pt x="768" y="2646"/>
                  </a:lnTo>
                  <a:lnTo>
                    <a:pt x="602" y="2876"/>
                  </a:lnTo>
                  <a:lnTo>
                    <a:pt x="627" y="3068"/>
                  </a:lnTo>
                  <a:lnTo>
                    <a:pt x="614" y="3094"/>
                  </a:lnTo>
                  <a:lnTo>
                    <a:pt x="142" y="3247"/>
                  </a:lnTo>
                  <a:lnTo>
                    <a:pt x="39" y="3336"/>
                  </a:lnTo>
                  <a:lnTo>
                    <a:pt x="167" y="3503"/>
                  </a:lnTo>
                  <a:lnTo>
                    <a:pt x="180" y="3515"/>
                  </a:lnTo>
                  <a:lnTo>
                    <a:pt x="154" y="3681"/>
                  </a:lnTo>
                  <a:lnTo>
                    <a:pt x="1" y="4205"/>
                  </a:lnTo>
                  <a:lnTo>
                    <a:pt x="180" y="4435"/>
                  </a:lnTo>
                  <a:lnTo>
                    <a:pt x="180" y="4448"/>
                  </a:lnTo>
                  <a:lnTo>
                    <a:pt x="154" y="4742"/>
                  </a:lnTo>
                  <a:lnTo>
                    <a:pt x="154" y="4768"/>
                  </a:lnTo>
                  <a:lnTo>
                    <a:pt x="65" y="4844"/>
                  </a:lnTo>
                  <a:lnTo>
                    <a:pt x="103" y="5075"/>
                  </a:lnTo>
                  <a:lnTo>
                    <a:pt x="295" y="5266"/>
                  </a:lnTo>
                  <a:lnTo>
                    <a:pt x="295" y="5279"/>
                  </a:lnTo>
                  <a:lnTo>
                    <a:pt x="308" y="5420"/>
                  </a:lnTo>
                  <a:lnTo>
                    <a:pt x="257" y="5547"/>
                  </a:lnTo>
                  <a:lnTo>
                    <a:pt x="384" y="5688"/>
                  </a:lnTo>
                  <a:lnTo>
                    <a:pt x="704" y="5790"/>
                  </a:lnTo>
                  <a:lnTo>
                    <a:pt x="1036" y="5931"/>
                  </a:lnTo>
                  <a:lnTo>
                    <a:pt x="1458" y="6020"/>
                  </a:lnTo>
                  <a:lnTo>
                    <a:pt x="1484" y="6033"/>
                  </a:lnTo>
                  <a:lnTo>
                    <a:pt x="1547" y="6174"/>
                  </a:lnTo>
                  <a:lnTo>
                    <a:pt x="1535" y="6199"/>
                  </a:lnTo>
                  <a:lnTo>
                    <a:pt x="1215" y="6647"/>
                  </a:lnTo>
                  <a:lnTo>
                    <a:pt x="1049" y="7196"/>
                  </a:lnTo>
                  <a:lnTo>
                    <a:pt x="1075" y="7592"/>
                  </a:lnTo>
                  <a:lnTo>
                    <a:pt x="1177" y="7605"/>
                  </a:lnTo>
                  <a:lnTo>
                    <a:pt x="1330" y="7541"/>
                  </a:lnTo>
                  <a:lnTo>
                    <a:pt x="1343" y="7541"/>
                  </a:lnTo>
                  <a:lnTo>
                    <a:pt x="1599" y="7605"/>
                  </a:lnTo>
                  <a:lnTo>
                    <a:pt x="1624" y="7362"/>
                  </a:lnTo>
                  <a:lnTo>
                    <a:pt x="1650" y="7337"/>
                  </a:lnTo>
                  <a:lnTo>
                    <a:pt x="1790" y="7298"/>
                  </a:lnTo>
                  <a:lnTo>
                    <a:pt x="1803" y="7298"/>
                  </a:lnTo>
                  <a:lnTo>
                    <a:pt x="2429" y="7554"/>
                  </a:lnTo>
                  <a:lnTo>
                    <a:pt x="2442" y="7580"/>
                  </a:lnTo>
                  <a:lnTo>
                    <a:pt x="2429" y="7656"/>
                  </a:lnTo>
                  <a:lnTo>
                    <a:pt x="2532" y="7643"/>
                  </a:lnTo>
                  <a:lnTo>
                    <a:pt x="2544" y="7656"/>
                  </a:lnTo>
                  <a:lnTo>
                    <a:pt x="2953" y="7912"/>
                  </a:lnTo>
                  <a:lnTo>
                    <a:pt x="3004" y="7835"/>
                  </a:lnTo>
                  <a:lnTo>
                    <a:pt x="2979" y="7643"/>
                  </a:lnTo>
                  <a:lnTo>
                    <a:pt x="3004" y="7618"/>
                  </a:lnTo>
                  <a:lnTo>
                    <a:pt x="3196" y="7643"/>
                  </a:lnTo>
                  <a:lnTo>
                    <a:pt x="3209" y="7643"/>
                  </a:lnTo>
                  <a:lnTo>
                    <a:pt x="3362" y="7758"/>
                  </a:lnTo>
                  <a:lnTo>
                    <a:pt x="3758" y="7669"/>
                  </a:lnTo>
                  <a:lnTo>
                    <a:pt x="4001" y="7643"/>
                  </a:lnTo>
                  <a:lnTo>
                    <a:pt x="4167" y="7426"/>
                  </a:lnTo>
                  <a:lnTo>
                    <a:pt x="4193" y="7413"/>
                  </a:lnTo>
                  <a:lnTo>
                    <a:pt x="4436" y="7464"/>
                  </a:lnTo>
                  <a:lnTo>
                    <a:pt x="4449" y="7464"/>
                  </a:lnTo>
                  <a:lnTo>
                    <a:pt x="4640" y="7580"/>
                  </a:lnTo>
                  <a:lnTo>
                    <a:pt x="4717" y="7528"/>
                  </a:lnTo>
                  <a:lnTo>
                    <a:pt x="4538" y="7132"/>
                  </a:lnTo>
                  <a:lnTo>
                    <a:pt x="4513" y="6953"/>
                  </a:lnTo>
                  <a:lnTo>
                    <a:pt x="4538" y="6928"/>
                  </a:lnTo>
                  <a:lnTo>
                    <a:pt x="4781" y="6902"/>
                  </a:lnTo>
                  <a:lnTo>
                    <a:pt x="4960" y="6749"/>
                  </a:lnTo>
                  <a:lnTo>
                    <a:pt x="4985" y="6595"/>
                  </a:lnTo>
                  <a:lnTo>
                    <a:pt x="5011" y="6583"/>
                  </a:lnTo>
                  <a:lnTo>
                    <a:pt x="5203" y="6544"/>
                  </a:lnTo>
                  <a:lnTo>
                    <a:pt x="5228" y="6314"/>
                  </a:lnTo>
                  <a:lnTo>
                    <a:pt x="4717" y="5484"/>
                  </a:lnTo>
                  <a:lnTo>
                    <a:pt x="4423" y="5049"/>
                  </a:lnTo>
                  <a:lnTo>
                    <a:pt x="4423" y="4755"/>
                  </a:lnTo>
                  <a:lnTo>
                    <a:pt x="4167" y="4755"/>
                  </a:lnTo>
                  <a:lnTo>
                    <a:pt x="4014" y="4538"/>
                  </a:lnTo>
                  <a:lnTo>
                    <a:pt x="4334" y="4448"/>
                  </a:lnTo>
                  <a:lnTo>
                    <a:pt x="4436" y="4269"/>
                  </a:lnTo>
                  <a:lnTo>
                    <a:pt x="5037" y="4205"/>
                  </a:lnTo>
                  <a:lnTo>
                    <a:pt x="6059" y="3707"/>
                  </a:lnTo>
                  <a:lnTo>
                    <a:pt x="6302" y="3835"/>
                  </a:lnTo>
                  <a:lnTo>
                    <a:pt x="6494" y="3694"/>
                  </a:lnTo>
                  <a:lnTo>
                    <a:pt x="6494" y="3285"/>
                  </a:lnTo>
                  <a:lnTo>
                    <a:pt x="6264" y="3042"/>
                  </a:lnTo>
                  <a:lnTo>
                    <a:pt x="6366" y="2812"/>
                  </a:lnTo>
                  <a:lnTo>
                    <a:pt x="6033" y="2595"/>
                  </a:lnTo>
                  <a:lnTo>
                    <a:pt x="5931" y="2173"/>
                  </a:lnTo>
                  <a:lnTo>
                    <a:pt x="5446" y="1815"/>
                  </a:lnTo>
                  <a:lnTo>
                    <a:pt x="5331" y="1330"/>
                  </a:lnTo>
                  <a:lnTo>
                    <a:pt x="5331" y="1202"/>
                  </a:lnTo>
                  <a:lnTo>
                    <a:pt x="5164" y="1228"/>
                  </a:lnTo>
                  <a:lnTo>
                    <a:pt x="5062" y="1202"/>
                  </a:lnTo>
                  <a:lnTo>
                    <a:pt x="4998" y="1176"/>
                  </a:lnTo>
                  <a:lnTo>
                    <a:pt x="4947" y="1151"/>
                  </a:lnTo>
                  <a:lnTo>
                    <a:pt x="4922" y="1125"/>
                  </a:lnTo>
                  <a:lnTo>
                    <a:pt x="4909" y="1100"/>
                  </a:lnTo>
                  <a:lnTo>
                    <a:pt x="4883" y="1010"/>
                  </a:lnTo>
                  <a:lnTo>
                    <a:pt x="4870" y="921"/>
                  </a:lnTo>
                  <a:lnTo>
                    <a:pt x="4845" y="870"/>
                  </a:lnTo>
                  <a:lnTo>
                    <a:pt x="4832" y="844"/>
                  </a:lnTo>
                  <a:lnTo>
                    <a:pt x="4819" y="831"/>
                  </a:lnTo>
                  <a:lnTo>
                    <a:pt x="4743" y="831"/>
                  </a:lnTo>
                  <a:lnTo>
                    <a:pt x="4704" y="844"/>
                  </a:lnTo>
                  <a:lnTo>
                    <a:pt x="4666" y="844"/>
                  </a:lnTo>
                  <a:lnTo>
                    <a:pt x="4589" y="806"/>
                  </a:lnTo>
                  <a:lnTo>
                    <a:pt x="4513" y="755"/>
                  </a:lnTo>
                  <a:lnTo>
                    <a:pt x="4461" y="704"/>
                  </a:lnTo>
                  <a:lnTo>
                    <a:pt x="4423" y="665"/>
                  </a:lnTo>
                  <a:lnTo>
                    <a:pt x="4398" y="652"/>
                  </a:lnTo>
                  <a:lnTo>
                    <a:pt x="4372" y="652"/>
                  </a:lnTo>
                  <a:lnTo>
                    <a:pt x="4346" y="665"/>
                  </a:lnTo>
                  <a:lnTo>
                    <a:pt x="4308" y="678"/>
                  </a:lnTo>
                  <a:lnTo>
                    <a:pt x="4193" y="742"/>
                  </a:lnTo>
                  <a:lnTo>
                    <a:pt x="4129" y="767"/>
                  </a:lnTo>
                  <a:lnTo>
                    <a:pt x="4078" y="780"/>
                  </a:lnTo>
                  <a:lnTo>
                    <a:pt x="4052" y="767"/>
                  </a:lnTo>
                  <a:lnTo>
                    <a:pt x="4027" y="755"/>
                  </a:lnTo>
                  <a:lnTo>
                    <a:pt x="4014" y="729"/>
                  </a:lnTo>
                  <a:lnTo>
                    <a:pt x="4014" y="704"/>
                  </a:lnTo>
                  <a:lnTo>
                    <a:pt x="4014" y="678"/>
                  </a:lnTo>
                  <a:lnTo>
                    <a:pt x="4027" y="665"/>
                  </a:lnTo>
                  <a:lnTo>
                    <a:pt x="4078" y="640"/>
                  </a:lnTo>
                  <a:lnTo>
                    <a:pt x="4167" y="640"/>
                  </a:lnTo>
                  <a:lnTo>
                    <a:pt x="4193" y="627"/>
                  </a:lnTo>
                  <a:lnTo>
                    <a:pt x="4206" y="601"/>
                  </a:lnTo>
                  <a:lnTo>
                    <a:pt x="4206" y="576"/>
                  </a:lnTo>
                  <a:lnTo>
                    <a:pt x="4193" y="537"/>
                  </a:lnTo>
                  <a:lnTo>
                    <a:pt x="4180" y="525"/>
                  </a:lnTo>
                  <a:lnTo>
                    <a:pt x="4142" y="512"/>
                  </a:lnTo>
                  <a:lnTo>
                    <a:pt x="4078" y="525"/>
                  </a:lnTo>
                  <a:lnTo>
                    <a:pt x="3989" y="550"/>
                  </a:lnTo>
                  <a:lnTo>
                    <a:pt x="3950" y="589"/>
                  </a:lnTo>
                  <a:lnTo>
                    <a:pt x="3925" y="627"/>
                  </a:lnTo>
                  <a:lnTo>
                    <a:pt x="3886" y="704"/>
                  </a:lnTo>
                  <a:lnTo>
                    <a:pt x="3874" y="767"/>
                  </a:lnTo>
                  <a:lnTo>
                    <a:pt x="3848" y="819"/>
                  </a:lnTo>
                  <a:lnTo>
                    <a:pt x="3835" y="844"/>
                  </a:lnTo>
                  <a:lnTo>
                    <a:pt x="3810" y="857"/>
                  </a:lnTo>
                  <a:lnTo>
                    <a:pt x="3733" y="870"/>
                  </a:lnTo>
                  <a:lnTo>
                    <a:pt x="3618" y="870"/>
                  </a:lnTo>
                  <a:lnTo>
                    <a:pt x="3567" y="882"/>
                  </a:lnTo>
                  <a:lnTo>
                    <a:pt x="3516" y="908"/>
                  </a:lnTo>
                  <a:lnTo>
                    <a:pt x="3477" y="959"/>
                  </a:lnTo>
                  <a:lnTo>
                    <a:pt x="3452" y="1010"/>
                  </a:lnTo>
                  <a:lnTo>
                    <a:pt x="3439" y="1036"/>
                  </a:lnTo>
                  <a:lnTo>
                    <a:pt x="3413" y="1049"/>
                  </a:lnTo>
                  <a:lnTo>
                    <a:pt x="3388" y="1061"/>
                  </a:lnTo>
                  <a:lnTo>
                    <a:pt x="3337" y="1061"/>
                  </a:lnTo>
                  <a:lnTo>
                    <a:pt x="3132" y="1049"/>
                  </a:lnTo>
                  <a:lnTo>
                    <a:pt x="3094" y="1049"/>
                  </a:lnTo>
                  <a:lnTo>
                    <a:pt x="3068" y="1036"/>
                  </a:lnTo>
                  <a:lnTo>
                    <a:pt x="3056" y="1023"/>
                  </a:lnTo>
                  <a:lnTo>
                    <a:pt x="3030" y="998"/>
                  </a:lnTo>
                  <a:lnTo>
                    <a:pt x="3017" y="959"/>
                  </a:lnTo>
                  <a:lnTo>
                    <a:pt x="3030" y="934"/>
                  </a:lnTo>
                  <a:lnTo>
                    <a:pt x="3043" y="908"/>
                  </a:lnTo>
                  <a:lnTo>
                    <a:pt x="3068" y="908"/>
                  </a:lnTo>
                  <a:lnTo>
                    <a:pt x="3145" y="895"/>
                  </a:lnTo>
                  <a:lnTo>
                    <a:pt x="3222" y="895"/>
                  </a:lnTo>
                  <a:lnTo>
                    <a:pt x="3222" y="831"/>
                  </a:lnTo>
                  <a:lnTo>
                    <a:pt x="3209" y="767"/>
                  </a:lnTo>
                  <a:lnTo>
                    <a:pt x="3209" y="729"/>
                  </a:lnTo>
                  <a:lnTo>
                    <a:pt x="3209" y="704"/>
                  </a:lnTo>
                  <a:lnTo>
                    <a:pt x="3234" y="704"/>
                  </a:lnTo>
                  <a:lnTo>
                    <a:pt x="3273" y="691"/>
                  </a:lnTo>
                  <a:lnTo>
                    <a:pt x="3324" y="678"/>
                  </a:lnTo>
                  <a:lnTo>
                    <a:pt x="3362" y="678"/>
                  </a:lnTo>
                  <a:lnTo>
                    <a:pt x="3388" y="665"/>
                  </a:lnTo>
                  <a:lnTo>
                    <a:pt x="3388" y="640"/>
                  </a:lnTo>
                  <a:lnTo>
                    <a:pt x="3388" y="601"/>
                  </a:lnTo>
                  <a:lnTo>
                    <a:pt x="3375" y="537"/>
                  </a:lnTo>
                  <a:lnTo>
                    <a:pt x="3350" y="512"/>
                  </a:lnTo>
                  <a:lnTo>
                    <a:pt x="3324" y="486"/>
                  </a:lnTo>
                  <a:lnTo>
                    <a:pt x="3273" y="486"/>
                  </a:lnTo>
                  <a:lnTo>
                    <a:pt x="3209" y="499"/>
                  </a:lnTo>
                  <a:lnTo>
                    <a:pt x="3145" y="537"/>
                  </a:lnTo>
                  <a:lnTo>
                    <a:pt x="3056" y="627"/>
                  </a:lnTo>
                  <a:lnTo>
                    <a:pt x="3004" y="665"/>
                  </a:lnTo>
                  <a:lnTo>
                    <a:pt x="2953" y="665"/>
                  </a:lnTo>
                  <a:lnTo>
                    <a:pt x="2928" y="652"/>
                  </a:lnTo>
                  <a:lnTo>
                    <a:pt x="2915" y="627"/>
                  </a:lnTo>
                  <a:lnTo>
                    <a:pt x="2889" y="601"/>
                  </a:lnTo>
                  <a:lnTo>
                    <a:pt x="2864" y="589"/>
                  </a:lnTo>
                  <a:lnTo>
                    <a:pt x="2800" y="589"/>
                  </a:lnTo>
                  <a:lnTo>
                    <a:pt x="2762" y="601"/>
                  </a:lnTo>
                  <a:lnTo>
                    <a:pt x="2723" y="601"/>
                  </a:lnTo>
                  <a:lnTo>
                    <a:pt x="2698" y="589"/>
                  </a:lnTo>
                  <a:lnTo>
                    <a:pt x="2685" y="576"/>
                  </a:lnTo>
                  <a:lnTo>
                    <a:pt x="2647" y="550"/>
                  </a:lnTo>
                  <a:lnTo>
                    <a:pt x="2595" y="550"/>
                  </a:lnTo>
                  <a:lnTo>
                    <a:pt x="2532" y="563"/>
                  </a:lnTo>
                  <a:lnTo>
                    <a:pt x="2493" y="537"/>
                  </a:lnTo>
                  <a:lnTo>
                    <a:pt x="2480" y="525"/>
                  </a:lnTo>
                  <a:lnTo>
                    <a:pt x="2480" y="512"/>
                  </a:lnTo>
                  <a:lnTo>
                    <a:pt x="2506" y="486"/>
                  </a:lnTo>
                  <a:lnTo>
                    <a:pt x="2544" y="435"/>
                  </a:lnTo>
                  <a:lnTo>
                    <a:pt x="2570" y="422"/>
                  </a:lnTo>
                  <a:lnTo>
                    <a:pt x="2583" y="397"/>
                  </a:lnTo>
                  <a:lnTo>
                    <a:pt x="2570" y="346"/>
                  </a:lnTo>
                  <a:lnTo>
                    <a:pt x="2544" y="307"/>
                  </a:lnTo>
                  <a:lnTo>
                    <a:pt x="2493" y="231"/>
                  </a:lnTo>
                  <a:lnTo>
                    <a:pt x="2455" y="167"/>
                  </a:lnTo>
                  <a:lnTo>
                    <a:pt x="2340" y="154"/>
                  </a:lnTo>
                  <a:lnTo>
                    <a:pt x="2238" y="231"/>
                  </a:lnTo>
                  <a:lnTo>
                    <a:pt x="2199" y="218"/>
                  </a:lnTo>
                  <a:lnTo>
                    <a:pt x="193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9" name="Google Shape;964;p78">
              <a:extLst>
                <a:ext uri="{FF2B5EF4-FFF2-40B4-BE49-F238E27FC236}">
                  <a16:creationId xmlns:a16="http://schemas.microsoft.com/office/drawing/2014/main" id="{304FFE43-F70C-1F0D-AC9B-4C323B97C015}"/>
                </a:ext>
              </a:extLst>
            </p:cNvPr>
            <p:cNvSpPr/>
            <p:nvPr/>
          </p:nvSpPr>
          <p:spPr>
            <a:xfrm>
              <a:off x="3968475" y="2105500"/>
              <a:ext cx="18875" cy="37075"/>
            </a:xfrm>
            <a:custGeom>
              <a:avLst/>
              <a:gdLst/>
              <a:ahLst/>
              <a:cxnLst/>
              <a:rect l="l" t="t" r="r" b="b"/>
              <a:pathLst>
                <a:path w="755" h="1483" extrusionOk="0">
                  <a:moveTo>
                    <a:pt x="652" y="0"/>
                  </a:moveTo>
                  <a:lnTo>
                    <a:pt x="639" y="13"/>
                  </a:lnTo>
                  <a:lnTo>
                    <a:pt x="614" y="64"/>
                  </a:lnTo>
                  <a:lnTo>
                    <a:pt x="563" y="192"/>
                  </a:lnTo>
                  <a:lnTo>
                    <a:pt x="524" y="282"/>
                  </a:lnTo>
                  <a:lnTo>
                    <a:pt x="473" y="371"/>
                  </a:lnTo>
                  <a:lnTo>
                    <a:pt x="371" y="537"/>
                  </a:lnTo>
                  <a:lnTo>
                    <a:pt x="307" y="601"/>
                  </a:lnTo>
                  <a:lnTo>
                    <a:pt x="243" y="678"/>
                  </a:lnTo>
                  <a:lnTo>
                    <a:pt x="179" y="754"/>
                  </a:lnTo>
                  <a:lnTo>
                    <a:pt x="141" y="831"/>
                  </a:lnTo>
                  <a:lnTo>
                    <a:pt x="115" y="895"/>
                  </a:lnTo>
                  <a:lnTo>
                    <a:pt x="90" y="972"/>
                  </a:lnTo>
                  <a:lnTo>
                    <a:pt x="64" y="1138"/>
                  </a:lnTo>
                  <a:lnTo>
                    <a:pt x="51" y="1215"/>
                  </a:lnTo>
                  <a:lnTo>
                    <a:pt x="39" y="1304"/>
                  </a:lnTo>
                  <a:lnTo>
                    <a:pt x="13" y="1381"/>
                  </a:lnTo>
                  <a:lnTo>
                    <a:pt x="0" y="1419"/>
                  </a:lnTo>
                  <a:lnTo>
                    <a:pt x="13" y="1457"/>
                  </a:lnTo>
                  <a:lnTo>
                    <a:pt x="26" y="1483"/>
                  </a:lnTo>
                  <a:lnTo>
                    <a:pt x="39" y="1483"/>
                  </a:lnTo>
                  <a:lnTo>
                    <a:pt x="77" y="1470"/>
                  </a:lnTo>
                  <a:lnTo>
                    <a:pt x="102" y="1432"/>
                  </a:lnTo>
                  <a:lnTo>
                    <a:pt x="102" y="1394"/>
                  </a:lnTo>
                  <a:lnTo>
                    <a:pt x="128" y="1278"/>
                  </a:lnTo>
                  <a:lnTo>
                    <a:pt x="179" y="1189"/>
                  </a:lnTo>
                  <a:lnTo>
                    <a:pt x="269" y="997"/>
                  </a:lnTo>
                  <a:lnTo>
                    <a:pt x="358" y="806"/>
                  </a:lnTo>
                  <a:lnTo>
                    <a:pt x="422" y="716"/>
                  </a:lnTo>
                  <a:lnTo>
                    <a:pt x="473" y="639"/>
                  </a:lnTo>
                  <a:lnTo>
                    <a:pt x="601" y="486"/>
                  </a:lnTo>
                  <a:lnTo>
                    <a:pt x="665" y="371"/>
                  </a:lnTo>
                  <a:lnTo>
                    <a:pt x="716" y="256"/>
                  </a:lnTo>
                  <a:lnTo>
                    <a:pt x="741" y="167"/>
                  </a:lnTo>
                  <a:lnTo>
                    <a:pt x="754" y="64"/>
                  </a:lnTo>
                  <a:lnTo>
                    <a:pt x="729" y="26"/>
                  </a:lnTo>
                  <a:lnTo>
                    <a:pt x="729" y="13"/>
                  </a:lnTo>
                  <a:lnTo>
                    <a:pt x="71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0" name="Google Shape;965;p78">
              <a:extLst>
                <a:ext uri="{FF2B5EF4-FFF2-40B4-BE49-F238E27FC236}">
                  <a16:creationId xmlns:a16="http://schemas.microsoft.com/office/drawing/2014/main" id="{3D79AAB3-34AC-92D5-C1DD-4A8448C2B542}"/>
                </a:ext>
              </a:extLst>
            </p:cNvPr>
            <p:cNvSpPr/>
            <p:nvPr/>
          </p:nvSpPr>
          <p:spPr>
            <a:xfrm>
              <a:off x="3649600" y="2566550"/>
              <a:ext cx="9925" cy="9925"/>
            </a:xfrm>
            <a:custGeom>
              <a:avLst/>
              <a:gdLst/>
              <a:ahLst/>
              <a:cxnLst/>
              <a:rect l="l" t="t" r="r" b="b"/>
              <a:pathLst>
                <a:path w="397" h="397" extrusionOk="0">
                  <a:moveTo>
                    <a:pt x="217" y="1"/>
                  </a:moveTo>
                  <a:lnTo>
                    <a:pt x="179" y="26"/>
                  </a:lnTo>
                  <a:lnTo>
                    <a:pt x="128" y="77"/>
                  </a:lnTo>
                  <a:lnTo>
                    <a:pt x="51" y="129"/>
                  </a:lnTo>
                  <a:lnTo>
                    <a:pt x="0" y="180"/>
                  </a:lnTo>
                  <a:lnTo>
                    <a:pt x="0" y="205"/>
                  </a:lnTo>
                  <a:lnTo>
                    <a:pt x="13" y="256"/>
                  </a:lnTo>
                  <a:lnTo>
                    <a:pt x="38" y="308"/>
                  </a:lnTo>
                  <a:lnTo>
                    <a:pt x="90" y="333"/>
                  </a:lnTo>
                  <a:lnTo>
                    <a:pt x="217" y="397"/>
                  </a:lnTo>
                  <a:lnTo>
                    <a:pt x="307" y="256"/>
                  </a:lnTo>
                  <a:lnTo>
                    <a:pt x="358" y="192"/>
                  </a:lnTo>
                  <a:lnTo>
                    <a:pt x="396" y="116"/>
                  </a:lnTo>
                  <a:lnTo>
                    <a:pt x="332" y="14"/>
                  </a:lnTo>
                  <a:lnTo>
                    <a:pt x="28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1" name="Google Shape;966;p78">
              <a:extLst>
                <a:ext uri="{FF2B5EF4-FFF2-40B4-BE49-F238E27FC236}">
                  <a16:creationId xmlns:a16="http://schemas.microsoft.com/office/drawing/2014/main" id="{67F5D93F-9204-AE62-2EE1-BCB7A994ABAD}"/>
                </a:ext>
              </a:extLst>
            </p:cNvPr>
            <p:cNvSpPr/>
            <p:nvPr/>
          </p:nvSpPr>
          <p:spPr>
            <a:xfrm>
              <a:off x="3787300" y="2525650"/>
              <a:ext cx="32625" cy="60425"/>
            </a:xfrm>
            <a:custGeom>
              <a:avLst/>
              <a:gdLst/>
              <a:ahLst/>
              <a:cxnLst/>
              <a:rect l="l" t="t" r="r" b="b"/>
              <a:pathLst>
                <a:path w="1305" h="2417" extrusionOk="0">
                  <a:moveTo>
                    <a:pt x="819" y="1"/>
                  </a:moveTo>
                  <a:lnTo>
                    <a:pt x="780" y="52"/>
                  </a:lnTo>
                  <a:lnTo>
                    <a:pt x="755" y="103"/>
                  </a:lnTo>
                  <a:lnTo>
                    <a:pt x="716" y="154"/>
                  </a:lnTo>
                  <a:lnTo>
                    <a:pt x="691" y="193"/>
                  </a:lnTo>
                  <a:lnTo>
                    <a:pt x="640" y="218"/>
                  </a:lnTo>
                  <a:lnTo>
                    <a:pt x="601" y="231"/>
                  </a:lnTo>
                  <a:lnTo>
                    <a:pt x="512" y="269"/>
                  </a:lnTo>
                  <a:lnTo>
                    <a:pt x="410" y="320"/>
                  </a:lnTo>
                  <a:lnTo>
                    <a:pt x="346" y="346"/>
                  </a:lnTo>
                  <a:lnTo>
                    <a:pt x="282" y="372"/>
                  </a:lnTo>
                  <a:lnTo>
                    <a:pt x="231" y="384"/>
                  </a:lnTo>
                  <a:lnTo>
                    <a:pt x="167" y="372"/>
                  </a:lnTo>
                  <a:lnTo>
                    <a:pt x="116" y="346"/>
                  </a:lnTo>
                  <a:lnTo>
                    <a:pt x="52" y="295"/>
                  </a:lnTo>
                  <a:lnTo>
                    <a:pt x="26" y="320"/>
                  </a:lnTo>
                  <a:lnTo>
                    <a:pt x="13" y="346"/>
                  </a:lnTo>
                  <a:lnTo>
                    <a:pt x="1" y="384"/>
                  </a:lnTo>
                  <a:lnTo>
                    <a:pt x="1" y="423"/>
                  </a:lnTo>
                  <a:lnTo>
                    <a:pt x="1" y="499"/>
                  </a:lnTo>
                  <a:lnTo>
                    <a:pt x="13" y="563"/>
                  </a:lnTo>
                  <a:lnTo>
                    <a:pt x="26" y="614"/>
                  </a:lnTo>
                  <a:lnTo>
                    <a:pt x="26" y="627"/>
                  </a:lnTo>
                  <a:lnTo>
                    <a:pt x="90" y="665"/>
                  </a:lnTo>
                  <a:lnTo>
                    <a:pt x="154" y="704"/>
                  </a:lnTo>
                  <a:lnTo>
                    <a:pt x="180" y="729"/>
                  </a:lnTo>
                  <a:lnTo>
                    <a:pt x="192" y="768"/>
                  </a:lnTo>
                  <a:lnTo>
                    <a:pt x="192" y="806"/>
                  </a:lnTo>
                  <a:lnTo>
                    <a:pt x="192" y="832"/>
                  </a:lnTo>
                  <a:lnTo>
                    <a:pt x="192" y="857"/>
                  </a:lnTo>
                  <a:lnTo>
                    <a:pt x="205" y="896"/>
                  </a:lnTo>
                  <a:lnTo>
                    <a:pt x="256" y="972"/>
                  </a:lnTo>
                  <a:lnTo>
                    <a:pt x="282" y="1011"/>
                  </a:lnTo>
                  <a:lnTo>
                    <a:pt x="282" y="1062"/>
                  </a:lnTo>
                  <a:lnTo>
                    <a:pt x="256" y="1126"/>
                  </a:lnTo>
                  <a:lnTo>
                    <a:pt x="231" y="1241"/>
                  </a:lnTo>
                  <a:lnTo>
                    <a:pt x="218" y="1279"/>
                  </a:lnTo>
                  <a:lnTo>
                    <a:pt x="231" y="1317"/>
                  </a:lnTo>
                  <a:lnTo>
                    <a:pt x="231" y="1330"/>
                  </a:lnTo>
                  <a:lnTo>
                    <a:pt x="256" y="1343"/>
                  </a:lnTo>
                  <a:lnTo>
                    <a:pt x="295" y="1343"/>
                  </a:lnTo>
                  <a:lnTo>
                    <a:pt x="333" y="1535"/>
                  </a:lnTo>
                  <a:lnTo>
                    <a:pt x="295" y="1547"/>
                  </a:lnTo>
                  <a:lnTo>
                    <a:pt x="269" y="1573"/>
                  </a:lnTo>
                  <a:lnTo>
                    <a:pt x="243" y="1611"/>
                  </a:lnTo>
                  <a:lnTo>
                    <a:pt x="243" y="1675"/>
                  </a:lnTo>
                  <a:lnTo>
                    <a:pt x="231" y="1790"/>
                  </a:lnTo>
                  <a:lnTo>
                    <a:pt x="231" y="1880"/>
                  </a:lnTo>
                  <a:lnTo>
                    <a:pt x="231" y="1931"/>
                  </a:lnTo>
                  <a:lnTo>
                    <a:pt x="231" y="1982"/>
                  </a:lnTo>
                  <a:lnTo>
                    <a:pt x="231" y="2033"/>
                  </a:lnTo>
                  <a:lnTo>
                    <a:pt x="231" y="2084"/>
                  </a:lnTo>
                  <a:lnTo>
                    <a:pt x="218" y="2122"/>
                  </a:lnTo>
                  <a:lnTo>
                    <a:pt x="192" y="2148"/>
                  </a:lnTo>
                  <a:lnTo>
                    <a:pt x="192" y="2186"/>
                  </a:lnTo>
                  <a:lnTo>
                    <a:pt x="192" y="2237"/>
                  </a:lnTo>
                  <a:lnTo>
                    <a:pt x="243" y="2237"/>
                  </a:lnTo>
                  <a:lnTo>
                    <a:pt x="295" y="2225"/>
                  </a:lnTo>
                  <a:lnTo>
                    <a:pt x="346" y="2212"/>
                  </a:lnTo>
                  <a:lnTo>
                    <a:pt x="371" y="2225"/>
                  </a:lnTo>
                  <a:lnTo>
                    <a:pt x="397" y="2237"/>
                  </a:lnTo>
                  <a:lnTo>
                    <a:pt x="410" y="2263"/>
                  </a:lnTo>
                  <a:lnTo>
                    <a:pt x="422" y="2314"/>
                  </a:lnTo>
                  <a:lnTo>
                    <a:pt x="435" y="2416"/>
                  </a:lnTo>
                  <a:lnTo>
                    <a:pt x="499" y="2404"/>
                  </a:lnTo>
                  <a:lnTo>
                    <a:pt x="691" y="2404"/>
                  </a:lnTo>
                  <a:lnTo>
                    <a:pt x="742" y="2391"/>
                  </a:lnTo>
                  <a:lnTo>
                    <a:pt x="780" y="2365"/>
                  </a:lnTo>
                  <a:lnTo>
                    <a:pt x="793" y="2314"/>
                  </a:lnTo>
                  <a:lnTo>
                    <a:pt x="793" y="2237"/>
                  </a:lnTo>
                  <a:lnTo>
                    <a:pt x="780" y="2148"/>
                  </a:lnTo>
                  <a:lnTo>
                    <a:pt x="793" y="2046"/>
                  </a:lnTo>
                  <a:lnTo>
                    <a:pt x="806" y="1995"/>
                  </a:lnTo>
                  <a:lnTo>
                    <a:pt x="819" y="1969"/>
                  </a:lnTo>
                  <a:lnTo>
                    <a:pt x="857" y="1944"/>
                  </a:lnTo>
                  <a:lnTo>
                    <a:pt x="895" y="1931"/>
                  </a:lnTo>
                  <a:lnTo>
                    <a:pt x="934" y="2007"/>
                  </a:lnTo>
                  <a:lnTo>
                    <a:pt x="997" y="2084"/>
                  </a:lnTo>
                  <a:lnTo>
                    <a:pt x="1036" y="2110"/>
                  </a:lnTo>
                  <a:lnTo>
                    <a:pt x="1061" y="2135"/>
                  </a:lnTo>
                  <a:lnTo>
                    <a:pt x="1112" y="2148"/>
                  </a:lnTo>
                  <a:lnTo>
                    <a:pt x="1151" y="2148"/>
                  </a:lnTo>
                  <a:lnTo>
                    <a:pt x="1138" y="2033"/>
                  </a:lnTo>
                  <a:lnTo>
                    <a:pt x="1151" y="1918"/>
                  </a:lnTo>
                  <a:lnTo>
                    <a:pt x="1176" y="1701"/>
                  </a:lnTo>
                  <a:lnTo>
                    <a:pt x="1189" y="1471"/>
                  </a:lnTo>
                  <a:lnTo>
                    <a:pt x="1189" y="1368"/>
                  </a:lnTo>
                  <a:lnTo>
                    <a:pt x="1189" y="1253"/>
                  </a:lnTo>
                  <a:lnTo>
                    <a:pt x="1164" y="1138"/>
                  </a:lnTo>
                  <a:lnTo>
                    <a:pt x="1164" y="1087"/>
                  </a:lnTo>
                  <a:lnTo>
                    <a:pt x="1189" y="1023"/>
                  </a:lnTo>
                  <a:lnTo>
                    <a:pt x="1215" y="972"/>
                  </a:lnTo>
                  <a:lnTo>
                    <a:pt x="1253" y="934"/>
                  </a:lnTo>
                  <a:lnTo>
                    <a:pt x="1291" y="883"/>
                  </a:lnTo>
                  <a:lnTo>
                    <a:pt x="1304" y="832"/>
                  </a:lnTo>
                  <a:lnTo>
                    <a:pt x="1304" y="793"/>
                  </a:lnTo>
                  <a:lnTo>
                    <a:pt x="1304" y="768"/>
                  </a:lnTo>
                  <a:lnTo>
                    <a:pt x="1279" y="704"/>
                  </a:lnTo>
                  <a:lnTo>
                    <a:pt x="1240" y="665"/>
                  </a:lnTo>
                  <a:lnTo>
                    <a:pt x="1228" y="614"/>
                  </a:lnTo>
                  <a:lnTo>
                    <a:pt x="1228" y="589"/>
                  </a:lnTo>
                  <a:lnTo>
                    <a:pt x="1240" y="563"/>
                  </a:lnTo>
                  <a:lnTo>
                    <a:pt x="1266" y="512"/>
                  </a:lnTo>
                  <a:lnTo>
                    <a:pt x="1291" y="474"/>
                  </a:lnTo>
                  <a:lnTo>
                    <a:pt x="1291" y="448"/>
                  </a:lnTo>
                  <a:lnTo>
                    <a:pt x="1291" y="423"/>
                  </a:lnTo>
                  <a:lnTo>
                    <a:pt x="1151" y="423"/>
                  </a:lnTo>
                  <a:lnTo>
                    <a:pt x="1125" y="410"/>
                  </a:lnTo>
                  <a:lnTo>
                    <a:pt x="1112" y="384"/>
                  </a:lnTo>
                  <a:lnTo>
                    <a:pt x="1112" y="359"/>
                  </a:lnTo>
                  <a:lnTo>
                    <a:pt x="1112" y="346"/>
                  </a:lnTo>
                  <a:lnTo>
                    <a:pt x="1138" y="320"/>
                  </a:lnTo>
                  <a:lnTo>
                    <a:pt x="1164" y="308"/>
                  </a:lnTo>
                  <a:lnTo>
                    <a:pt x="1176" y="295"/>
                  </a:lnTo>
                  <a:lnTo>
                    <a:pt x="1189" y="282"/>
                  </a:lnTo>
                  <a:lnTo>
                    <a:pt x="1189" y="256"/>
                  </a:lnTo>
                  <a:lnTo>
                    <a:pt x="1176" y="231"/>
                  </a:lnTo>
                  <a:lnTo>
                    <a:pt x="1138" y="244"/>
                  </a:lnTo>
                  <a:lnTo>
                    <a:pt x="1100" y="231"/>
                  </a:lnTo>
                  <a:lnTo>
                    <a:pt x="1074" y="205"/>
                  </a:lnTo>
                  <a:lnTo>
                    <a:pt x="1036" y="180"/>
                  </a:lnTo>
                  <a:lnTo>
                    <a:pt x="1010" y="141"/>
                  </a:lnTo>
                  <a:lnTo>
                    <a:pt x="985" y="103"/>
                  </a:lnTo>
                  <a:lnTo>
                    <a:pt x="921" y="39"/>
                  </a:lnTo>
                  <a:lnTo>
                    <a:pt x="81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2" name="Google Shape;967;p78">
              <a:extLst>
                <a:ext uri="{FF2B5EF4-FFF2-40B4-BE49-F238E27FC236}">
                  <a16:creationId xmlns:a16="http://schemas.microsoft.com/office/drawing/2014/main" id="{CA6794AB-D8B3-C4A7-921B-DA0AED4C5BAE}"/>
                </a:ext>
              </a:extLst>
            </p:cNvPr>
            <p:cNvSpPr/>
            <p:nvPr/>
          </p:nvSpPr>
          <p:spPr>
            <a:xfrm>
              <a:off x="3803600" y="2706825"/>
              <a:ext cx="301325" cy="286000"/>
            </a:xfrm>
            <a:custGeom>
              <a:avLst/>
              <a:gdLst/>
              <a:ahLst/>
              <a:cxnLst/>
              <a:rect l="l" t="t" r="r" b="b"/>
              <a:pathLst>
                <a:path w="12053" h="11440" extrusionOk="0">
                  <a:moveTo>
                    <a:pt x="1981" y="0"/>
                  </a:moveTo>
                  <a:lnTo>
                    <a:pt x="1943" y="256"/>
                  </a:lnTo>
                  <a:lnTo>
                    <a:pt x="2045" y="627"/>
                  </a:lnTo>
                  <a:lnTo>
                    <a:pt x="2045" y="665"/>
                  </a:lnTo>
                  <a:lnTo>
                    <a:pt x="2020" y="691"/>
                  </a:lnTo>
                  <a:lnTo>
                    <a:pt x="997" y="1125"/>
                  </a:lnTo>
                  <a:lnTo>
                    <a:pt x="985" y="2045"/>
                  </a:lnTo>
                  <a:lnTo>
                    <a:pt x="985" y="2058"/>
                  </a:lnTo>
                  <a:lnTo>
                    <a:pt x="972" y="2084"/>
                  </a:lnTo>
                  <a:lnTo>
                    <a:pt x="588" y="2416"/>
                  </a:lnTo>
                  <a:lnTo>
                    <a:pt x="576" y="2429"/>
                  </a:lnTo>
                  <a:lnTo>
                    <a:pt x="371" y="2505"/>
                  </a:lnTo>
                  <a:lnTo>
                    <a:pt x="486" y="2710"/>
                  </a:lnTo>
                  <a:lnTo>
                    <a:pt x="499" y="2736"/>
                  </a:lnTo>
                  <a:lnTo>
                    <a:pt x="397" y="3694"/>
                  </a:lnTo>
                  <a:lnTo>
                    <a:pt x="767" y="4269"/>
                  </a:lnTo>
                  <a:lnTo>
                    <a:pt x="767" y="4295"/>
                  </a:lnTo>
                  <a:lnTo>
                    <a:pt x="767" y="4474"/>
                  </a:lnTo>
                  <a:lnTo>
                    <a:pt x="754" y="4499"/>
                  </a:lnTo>
                  <a:lnTo>
                    <a:pt x="614" y="4742"/>
                  </a:lnTo>
                  <a:lnTo>
                    <a:pt x="537" y="5202"/>
                  </a:lnTo>
                  <a:lnTo>
                    <a:pt x="524" y="5228"/>
                  </a:lnTo>
                  <a:lnTo>
                    <a:pt x="0" y="5765"/>
                  </a:lnTo>
                  <a:lnTo>
                    <a:pt x="793" y="6595"/>
                  </a:lnTo>
                  <a:lnTo>
                    <a:pt x="806" y="6621"/>
                  </a:lnTo>
                  <a:lnTo>
                    <a:pt x="806" y="6646"/>
                  </a:lnTo>
                  <a:lnTo>
                    <a:pt x="716" y="7004"/>
                  </a:lnTo>
                  <a:lnTo>
                    <a:pt x="1048" y="7298"/>
                  </a:lnTo>
                  <a:lnTo>
                    <a:pt x="1445" y="7324"/>
                  </a:lnTo>
                  <a:lnTo>
                    <a:pt x="1483" y="7337"/>
                  </a:lnTo>
                  <a:lnTo>
                    <a:pt x="1496" y="7362"/>
                  </a:lnTo>
                  <a:lnTo>
                    <a:pt x="1547" y="7554"/>
                  </a:lnTo>
                  <a:lnTo>
                    <a:pt x="1841" y="7733"/>
                  </a:lnTo>
                  <a:lnTo>
                    <a:pt x="1854" y="7745"/>
                  </a:lnTo>
                  <a:lnTo>
                    <a:pt x="1854" y="7758"/>
                  </a:lnTo>
                  <a:lnTo>
                    <a:pt x="1943" y="8142"/>
                  </a:lnTo>
                  <a:lnTo>
                    <a:pt x="2454" y="8244"/>
                  </a:lnTo>
                  <a:lnTo>
                    <a:pt x="2467" y="8257"/>
                  </a:lnTo>
                  <a:lnTo>
                    <a:pt x="3413" y="8640"/>
                  </a:lnTo>
                  <a:lnTo>
                    <a:pt x="5036" y="8180"/>
                  </a:lnTo>
                  <a:lnTo>
                    <a:pt x="5074" y="8180"/>
                  </a:lnTo>
                  <a:lnTo>
                    <a:pt x="11311" y="11439"/>
                  </a:lnTo>
                  <a:lnTo>
                    <a:pt x="11324" y="11196"/>
                  </a:lnTo>
                  <a:lnTo>
                    <a:pt x="11337" y="11171"/>
                  </a:lnTo>
                  <a:lnTo>
                    <a:pt x="11375" y="11145"/>
                  </a:lnTo>
                  <a:lnTo>
                    <a:pt x="12053" y="11094"/>
                  </a:lnTo>
                  <a:lnTo>
                    <a:pt x="11695" y="2902"/>
                  </a:lnTo>
                  <a:lnTo>
                    <a:pt x="11605" y="2493"/>
                  </a:lnTo>
                  <a:lnTo>
                    <a:pt x="11605" y="2467"/>
                  </a:lnTo>
                  <a:lnTo>
                    <a:pt x="11810" y="1879"/>
                  </a:lnTo>
                  <a:lnTo>
                    <a:pt x="11669" y="1521"/>
                  </a:lnTo>
                  <a:lnTo>
                    <a:pt x="11669" y="1509"/>
                  </a:lnTo>
                  <a:lnTo>
                    <a:pt x="11618" y="1163"/>
                  </a:lnTo>
                  <a:lnTo>
                    <a:pt x="11618" y="1151"/>
                  </a:lnTo>
                  <a:lnTo>
                    <a:pt x="11669" y="959"/>
                  </a:lnTo>
                  <a:lnTo>
                    <a:pt x="11094" y="959"/>
                  </a:lnTo>
                  <a:lnTo>
                    <a:pt x="11005" y="780"/>
                  </a:lnTo>
                  <a:lnTo>
                    <a:pt x="10417" y="703"/>
                  </a:lnTo>
                  <a:lnTo>
                    <a:pt x="10391" y="563"/>
                  </a:lnTo>
                  <a:lnTo>
                    <a:pt x="10033" y="307"/>
                  </a:lnTo>
                  <a:lnTo>
                    <a:pt x="9471" y="256"/>
                  </a:lnTo>
                  <a:lnTo>
                    <a:pt x="9317" y="243"/>
                  </a:lnTo>
                  <a:lnTo>
                    <a:pt x="9241" y="333"/>
                  </a:lnTo>
                  <a:lnTo>
                    <a:pt x="8551" y="461"/>
                  </a:lnTo>
                  <a:lnTo>
                    <a:pt x="8308" y="678"/>
                  </a:lnTo>
                  <a:lnTo>
                    <a:pt x="8142" y="716"/>
                  </a:lnTo>
                  <a:lnTo>
                    <a:pt x="8142" y="844"/>
                  </a:lnTo>
                  <a:lnTo>
                    <a:pt x="8039" y="1253"/>
                  </a:lnTo>
                  <a:lnTo>
                    <a:pt x="8244" y="1636"/>
                  </a:lnTo>
                  <a:lnTo>
                    <a:pt x="8180" y="1918"/>
                  </a:lnTo>
                  <a:lnTo>
                    <a:pt x="7707" y="2416"/>
                  </a:lnTo>
                  <a:lnTo>
                    <a:pt x="7515" y="2442"/>
                  </a:lnTo>
                  <a:lnTo>
                    <a:pt x="6723" y="1905"/>
                  </a:lnTo>
                  <a:lnTo>
                    <a:pt x="6084" y="1675"/>
                  </a:lnTo>
                  <a:lnTo>
                    <a:pt x="5074" y="1509"/>
                  </a:lnTo>
                  <a:lnTo>
                    <a:pt x="4768" y="1023"/>
                  </a:lnTo>
                  <a:lnTo>
                    <a:pt x="4704" y="703"/>
                  </a:lnTo>
                  <a:lnTo>
                    <a:pt x="4307" y="691"/>
                  </a:lnTo>
                  <a:lnTo>
                    <a:pt x="4090" y="563"/>
                  </a:lnTo>
                  <a:lnTo>
                    <a:pt x="3988" y="576"/>
                  </a:lnTo>
                  <a:lnTo>
                    <a:pt x="3668" y="358"/>
                  </a:lnTo>
                  <a:lnTo>
                    <a:pt x="3298" y="218"/>
                  </a:lnTo>
                  <a:lnTo>
                    <a:pt x="3119" y="307"/>
                  </a:lnTo>
                  <a:lnTo>
                    <a:pt x="2876" y="333"/>
                  </a:lnTo>
                  <a:lnTo>
                    <a:pt x="2582" y="346"/>
                  </a:lnTo>
                  <a:lnTo>
                    <a:pt x="2480" y="154"/>
                  </a:lnTo>
                  <a:lnTo>
                    <a:pt x="198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3" name="Google Shape;968;p78">
              <a:extLst>
                <a:ext uri="{FF2B5EF4-FFF2-40B4-BE49-F238E27FC236}">
                  <a16:creationId xmlns:a16="http://schemas.microsoft.com/office/drawing/2014/main" id="{DEE1A8FB-37E9-2946-6215-E512FFA99A60}"/>
                </a:ext>
              </a:extLst>
            </p:cNvPr>
            <p:cNvSpPr/>
            <p:nvPr/>
          </p:nvSpPr>
          <p:spPr>
            <a:xfrm>
              <a:off x="3779950" y="2616075"/>
              <a:ext cx="71925" cy="150850"/>
            </a:xfrm>
            <a:custGeom>
              <a:avLst/>
              <a:gdLst/>
              <a:ahLst/>
              <a:cxnLst/>
              <a:rect l="l" t="t" r="r" b="b"/>
              <a:pathLst>
                <a:path w="2877" h="6034" extrusionOk="0">
                  <a:moveTo>
                    <a:pt x="1752" y="1"/>
                  </a:moveTo>
                  <a:lnTo>
                    <a:pt x="1688" y="90"/>
                  </a:lnTo>
                  <a:lnTo>
                    <a:pt x="1215" y="141"/>
                  </a:lnTo>
                  <a:lnTo>
                    <a:pt x="959" y="320"/>
                  </a:lnTo>
                  <a:lnTo>
                    <a:pt x="959" y="346"/>
                  </a:lnTo>
                  <a:lnTo>
                    <a:pt x="959" y="371"/>
                  </a:lnTo>
                  <a:lnTo>
                    <a:pt x="946" y="397"/>
                  </a:lnTo>
                  <a:lnTo>
                    <a:pt x="767" y="601"/>
                  </a:lnTo>
                  <a:lnTo>
                    <a:pt x="780" y="883"/>
                  </a:lnTo>
                  <a:lnTo>
                    <a:pt x="844" y="1330"/>
                  </a:lnTo>
                  <a:lnTo>
                    <a:pt x="844" y="1356"/>
                  </a:lnTo>
                  <a:lnTo>
                    <a:pt x="691" y="1637"/>
                  </a:lnTo>
                  <a:lnTo>
                    <a:pt x="678" y="2071"/>
                  </a:lnTo>
                  <a:lnTo>
                    <a:pt x="678" y="2097"/>
                  </a:lnTo>
                  <a:lnTo>
                    <a:pt x="652" y="2110"/>
                  </a:lnTo>
                  <a:lnTo>
                    <a:pt x="384" y="2263"/>
                  </a:lnTo>
                  <a:lnTo>
                    <a:pt x="1" y="2979"/>
                  </a:lnTo>
                  <a:lnTo>
                    <a:pt x="167" y="3439"/>
                  </a:lnTo>
                  <a:lnTo>
                    <a:pt x="601" y="3630"/>
                  </a:lnTo>
                  <a:lnTo>
                    <a:pt x="627" y="3656"/>
                  </a:lnTo>
                  <a:lnTo>
                    <a:pt x="640" y="3682"/>
                  </a:lnTo>
                  <a:lnTo>
                    <a:pt x="627" y="4052"/>
                  </a:lnTo>
                  <a:lnTo>
                    <a:pt x="1061" y="4448"/>
                  </a:lnTo>
                  <a:lnTo>
                    <a:pt x="1087" y="4487"/>
                  </a:lnTo>
                  <a:lnTo>
                    <a:pt x="1291" y="6033"/>
                  </a:lnTo>
                  <a:lnTo>
                    <a:pt x="1470" y="5957"/>
                  </a:lnTo>
                  <a:lnTo>
                    <a:pt x="1815" y="5650"/>
                  </a:lnTo>
                  <a:lnTo>
                    <a:pt x="1828" y="4717"/>
                  </a:lnTo>
                  <a:lnTo>
                    <a:pt x="1841" y="4691"/>
                  </a:lnTo>
                  <a:lnTo>
                    <a:pt x="1867" y="4666"/>
                  </a:lnTo>
                  <a:lnTo>
                    <a:pt x="2876" y="4231"/>
                  </a:lnTo>
                  <a:lnTo>
                    <a:pt x="2774" y="3899"/>
                  </a:lnTo>
                  <a:lnTo>
                    <a:pt x="2774" y="3886"/>
                  </a:lnTo>
                  <a:lnTo>
                    <a:pt x="2825" y="3567"/>
                  </a:lnTo>
                  <a:lnTo>
                    <a:pt x="2455" y="3145"/>
                  </a:lnTo>
                  <a:lnTo>
                    <a:pt x="2403" y="3273"/>
                  </a:lnTo>
                  <a:lnTo>
                    <a:pt x="2224" y="3362"/>
                  </a:lnTo>
                  <a:lnTo>
                    <a:pt x="2224" y="3362"/>
                  </a:lnTo>
                  <a:lnTo>
                    <a:pt x="2250" y="3081"/>
                  </a:lnTo>
                  <a:lnTo>
                    <a:pt x="1994" y="3043"/>
                  </a:lnTo>
                  <a:lnTo>
                    <a:pt x="1931" y="2761"/>
                  </a:lnTo>
                  <a:lnTo>
                    <a:pt x="1994" y="2455"/>
                  </a:lnTo>
                  <a:lnTo>
                    <a:pt x="2391" y="2404"/>
                  </a:lnTo>
                  <a:lnTo>
                    <a:pt x="2442" y="2058"/>
                  </a:lnTo>
                  <a:lnTo>
                    <a:pt x="2736" y="1867"/>
                  </a:lnTo>
                  <a:lnTo>
                    <a:pt x="2723" y="1547"/>
                  </a:lnTo>
                  <a:lnTo>
                    <a:pt x="2301" y="1304"/>
                  </a:lnTo>
                  <a:lnTo>
                    <a:pt x="2339" y="972"/>
                  </a:lnTo>
                  <a:lnTo>
                    <a:pt x="2825" y="563"/>
                  </a:lnTo>
                  <a:lnTo>
                    <a:pt x="2685" y="269"/>
                  </a:lnTo>
                  <a:lnTo>
                    <a:pt x="2339" y="423"/>
                  </a:lnTo>
                  <a:lnTo>
                    <a:pt x="2097" y="141"/>
                  </a:lnTo>
                  <a:lnTo>
                    <a:pt x="1905" y="77"/>
                  </a:lnTo>
                  <a:lnTo>
                    <a:pt x="175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4" name="Google Shape;969;p78">
              <a:extLst>
                <a:ext uri="{FF2B5EF4-FFF2-40B4-BE49-F238E27FC236}">
                  <a16:creationId xmlns:a16="http://schemas.microsoft.com/office/drawing/2014/main" id="{B27D6D65-DA9F-0C03-4993-9BD653BF67A7}"/>
                </a:ext>
              </a:extLst>
            </p:cNvPr>
            <p:cNvSpPr/>
            <p:nvPr/>
          </p:nvSpPr>
          <p:spPr>
            <a:xfrm>
              <a:off x="3874200" y="2188900"/>
              <a:ext cx="7375" cy="7375"/>
            </a:xfrm>
            <a:custGeom>
              <a:avLst/>
              <a:gdLst/>
              <a:ahLst/>
              <a:cxnLst/>
              <a:rect l="l" t="t" r="r" b="b"/>
              <a:pathLst>
                <a:path w="295" h="295" extrusionOk="0">
                  <a:moveTo>
                    <a:pt x="52" y="0"/>
                  </a:moveTo>
                  <a:lnTo>
                    <a:pt x="14" y="64"/>
                  </a:lnTo>
                  <a:lnTo>
                    <a:pt x="1" y="90"/>
                  </a:lnTo>
                  <a:lnTo>
                    <a:pt x="14" y="128"/>
                  </a:lnTo>
                  <a:lnTo>
                    <a:pt x="52" y="205"/>
                  </a:lnTo>
                  <a:lnTo>
                    <a:pt x="90" y="269"/>
                  </a:lnTo>
                  <a:lnTo>
                    <a:pt x="116" y="281"/>
                  </a:lnTo>
                  <a:lnTo>
                    <a:pt x="154" y="294"/>
                  </a:lnTo>
                  <a:lnTo>
                    <a:pt x="218" y="281"/>
                  </a:lnTo>
                  <a:lnTo>
                    <a:pt x="269" y="256"/>
                  </a:lnTo>
                  <a:lnTo>
                    <a:pt x="295" y="230"/>
                  </a:lnTo>
                  <a:lnTo>
                    <a:pt x="295" y="205"/>
                  </a:lnTo>
                  <a:lnTo>
                    <a:pt x="282" y="154"/>
                  </a:lnTo>
                  <a:lnTo>
                    <a:pt x="231" y="128"/>
                  </a:lnTo>
                  <a:lnTo>
                    <a:pt x="167" y="77"/>
                  </a:lnTo>
                  <a:lnTo>
                    <a:pt x="116" y="38"/>
                  </a:lnTo>
                  <a:lnTo>
                    <a:pt x="5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5" name="Google Shape;970;p78">
              <a:extLst>
                <a:ext uri="{FF2B5EF4-FFF2-40B4-BE49-F238E27FC236}">
                  <a16:creationId xmlns:a16="http://schemas.microsoft.com/office/drawing/2014/main" id="{8BDDF970-CF60-4A4B-7846-F13F8780731B}"/>
                </a:ext>
              </a:extLst>
            </p:cNvPr>
            <p:cNvSpPr/>
            <p:nvPr/>
          </p:nvSpPr>
          <p:spPr>
            <a:xfrm>
              <a:off x="4263375" y="2642600"/>
              <a:ext cx="41250" cy="20800"/>
            </a:xfrm>
            <a:custGeom>
              <a:avLst/>
              <a:gdLst/>
              <a:ahLst/>
              <a:cxnLst/>
              <a:rect l="l" t="t" r="r" b="b"/>
              <a:pathLst>
                <a:path w="1650" h="832" extrusionOk="0">
                  <a:moveTo>
                    <a:pt x="1649" y="1"/>
                  </a:moveTo>
                  <a:lnTo>
                    <a:pt x="1317" y="179"/>
                  </a:lnTo>
                  <a:lnTo>
                    <a:pt x="832" y="256"/>
                  </a:lnTo>
                  <a:lnTo>
                    <a:pt x="410" y="231"/>
                  </a:lnTo>
                  <a:lnTo>
                    <a:pt x="410" y="410"/>
                  </a:lnTo>
                  <a:lnTo>
                    <a:pt x="1" y="614"/>
                  </a:lnTo>
                  <a:lnTo>
                    <a:pt x="116" y="831"/>
                  </a:lnTo>
                  <a:lnTo>
                    <a:pt x="1228" y="831"/>
                  </a:lnTo>
                  <a:lnTo>
                    <a:pt x="1330" y="588"/>
                  </a:lnTo>
                  <a:lnTo>
                    <a:pt x="1228" y="358"/>
                  </a:lnTo>
                  <a:lnTo>
                    <a:pt x="1649" y="141"/>
                  </a:lnTo>
                  <a:lnTo>
                    <a:pt x="164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6" name="Google Shape;971;p78">
              <a:extLst>
                <a:ext uri="{FF2B5EF4-FFF2-40B4-BE49-F238E27FC236}">
                  <a16:creationId xmlns:a16="http://schemas.microsoft.com/office/drawing/2014/main" id="{266FB63D-6F7D-EC93-58CF-BBB0A243B40D}"/>
                </a:ext>
              </a:extLst>
            </p:cNvPr>
            <p:cNvSpPr/>
            <p:nvPr/>
          </p:nvSpPr>
          <p:spPr>
            <a:xfrm>
              <a:off x="3985400" y="2465600"/>
              <a:ext cx="35175" cy="41225"/>
            </a:xfrm>
            <a:custGeom>
              <a:avLst/>
              <a:gdLst/>
              <a:ahLst/>
              <a:cxnLst/>
              <a:rect l="l" t="t" r="r" b="b"/>
              <a:pathLst>
                <a:path w="1407" h="1649" extrusionOk="0">
                  <a:moveTo>
                    <a:pt x="435" y="0"/>
                  </a:moveTo>
                  <a:lnTo>
                    <a:pt x="282" y="38"/>
                  </a:lnTo>
                  <a:lnTo>
                    <a:pt x="358" y="141"/>
                  </a:lnTo>
                  <a:lnTo>
                    <a:pt x="358" y="153"/>
                  </a:lnTo>
                  <a:lnTo>
                    <a:pt x="346" y="256"/>
                  </a:lnTo>
                  <a:lnTo>
                    <a:pt x="320" y="281"/>
                  </a:lnTo>
                  <a:lnTo>
                    <a:pt x="154" y="269"/>
                  </a:lnTo>
                  <a:lnTo>
                    <a:pt x="128" y="575"/>
                  </a:lnTo>
                  <a:lnTo>
                    <a:pt x="116" y="601"/>
                  </a:lnTo>
                  <a:lnTo>
                    <a:pt x="26" y="614"/>
                  </a:lnTo>
                  <a:lnTo>
                    <a:pt x="77" y="856"/>
                  </a:lnTo>
                  <a:lnTo>
                    <a:pt x="141" y="959"/>
                  </a:lnTo>
                  <a:lnTo>
                    <a:pt x="141" y="984"/>
                  </a:lnTo>
                  <a:lnTo>
                    <a:pt x="1" y="1202"/>
                  </a:lnTo>
                  <a:lnTo>
                    <a:pt x="64" y="1240"/>
                  </a:lnTo>
                  <a:lnTo>
                    <a:pt x="90" y="1265"/>
                  </a:lnTo>
                  <a:lnTo>
                    <a:pt x="128" y="1278"/>
                  </a:lnTo>
                  <a:lnTo>
                    <a:pt x="141" y="1278"/>
                  </a:lnTo>
                  <a:lnTo>
                    <a:pt x="154" y="1253"/>
                  </a:lnTo>
                  <a:lnTo>
                    <a:pt x="167" y="1214"/>
                  </a:lnTo>
                  <a:lnTo>
                    <a:pt x="167" y="1189"/>
                  </a:lnTo>
                  <a:lnTo>
                    <a:pt x="192" y="1163"/>
                  </a:lnTo>
                  <a:lnTo>
                    <a:pt x="231" y="1138"/>
                  </a:lnTo>
                  <a:lnTo>
                    <a:pt x="256" y="1138"/>
                  </a:lnTo>
                  <a:lnTo>
                    <a:pt x="282" y="1150"/>
                  </a:lnTo>
                  <a:lnTo>
                    <a:pt x="282" y="1176"/>
                  </a:lnTo>
                  <a:lnTo>
                    <a:pt x="269" y="1202"/>
                  </a:lnTo>
                  <a:lnTo>
                    <a:pt x="243" y="1253"/>
                  </a:lnTo>
                  <a:lnTo>
                    <a:pt x="243" y="1291"/>
                  </a:lnTo>
                  <a:lnTo>
                    <a:pt x="269" y="1329"/>
                  </a:lnTo>
                  <a:lnTo>
                    <a:pt x="295" y="1342"/>
                  </a:lnTo>
                  <a:lnTo>
                    <a:pt x="333" y="1368"/>
                  </a:lnTo>
                  <a:lnTo>
                    <a:pt x="397" y="1380"/>
                  </a:lnTo>
                  <a:lnTo>
                    <a:pt x="461" y="1406"/>
                  </a:lnTo>
                  <a:lnTo>
                    <a:pt x="486" y="1432"/>
                  </a:lnTo>
                  <a:lnTo>
                    <a:pt x="512" y="1432"/>
                  </a:lnTo>
                  <a:lnTo>
                    <a:pt x="550" y="1444"/>
                  </a:lnTo>
                  <a:lnTo>
                    <a:pt x="589" y="1483"/>
                  </a:lnTo>
                  <a:lnTo>
                    <a:pt x="614" y="1534"/>
                  </a:lnTo>
                  <a:lnTo>
                    <a:pt x="704" y="1623"/>
                  </a:lnTo>
                  <a:lnTo>
                    <a:pt x="729" y="1649"/>
                  </a:lnTo>
                  <a:lnTo>
                    <a:pt x="767" y="1649"/>
                  </a:lnTo>
                  <a:lnTo>
                    <a:pt x="742" y="1406"/>
                  </a:lnTo>
                  <a:lnTo>
                    <a:pt x="678" y="1368"/>
                  </a:lnTo>
                  <a:lnTo>
                    <a:pt x="665" y="1329"/>
                  </a:lnTo>
                  <a:lnTo>
                    <a:pt x="908" y="895"/>
                  </a:lnTo>
                  <a:lnTo>
                    <a:pt x="946" y="882"/>
                  </a:lnTo>
                  <a:lnTo>
                    <a:pt x="1138" y="946"/>
                  </a:lnTo>
                  <a:lnTo>
                    <a:pt x="1215" y="895"/>
                  </a:lnTo>
                  <a:lnTo>
                    <a:pt x="1215" y="818"/>
                  </a:lnTo>
                  <a:lnTo>
                    <a:pt x="1164" y="818"/>
                  </a:lnTo>
                  <a:lnTo>
                    <a:pt x="1138" y="793"/>
                  </a:lnTo>
                  <a:lnTo>
                    <a:pt x="1113" y="703"/>
                  </a:lnTo>
                  <a:lnTo>
                    <a:pt x="1138" y="665"/>
                  </a:lnTo>
                  <a:lnTo>
                    <a:pt x="1291" y="639"/>
                  </a:lnTo>
                  <a:lnTo>
                    <a:pt x="1406" y="575"/>
                  </a:lnTo>
                  <a:lnTo>
                    <a:pt x="755" y="256"/>
                  </a:lnTo>
                  <a:lnTo>
                    <a:pt x="729" y="243"/>
                  </a:lnTo>
                  <a:lnTo>
                    <a:pt x="691" y="115"/>
                  </a:lnTo>
                  <a:lnTo>
                    <a:pt x="499" y="38"/>
                  </a:lnTo>
                  <a:lnTo>
                    <a:pt x="486" y="26"/>
                  </a:lnTo>
                  <a:lnTo>
                    <a:pt x="43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7" name="Google Shape;972;p78">
              <a:extLst>
                <a:ext uri="{FF2B5EF4-FFF2-40B4-BE49-F238E27FC236}">
                  <a16:creationId xmlns:a16="http://schemas.microsoft.com/office/drawing/2014/main" id="{0151351F-1F8E-0ABA-E15B-95B17BCB9CE7}"/>
                </a:ext>
              </a:extLst>
            </p:cNvPr>
            <p:cNvSpPr/>
            <p:nvPr/>
          </p:nvSpPr>
          <p:spPr>
            <a:xfrm>
              <a:off x="3929175" y="2425325"/>
              <a:ext cx="71600" cy="65850"/>
            </a:xfrm>
            <a:custGeom>
              <a:avLst/>
              <a:gdLst/>
              <a:ahLst/>
              <a:cxnLst/>
              <a:rect l="l" t="t" r="r" b="b"/>
              <a:pathLst>
                <a:path w="2864" h="2634" extrusionOk="0">
                  <a:moveTo>
                    <a:pt x="2173" y="1"/>
                  </a:moveTo>
                  <a:lnTo>
                    <a:pt x="1866" y="116"/>
                  </a:lnTo>
                  <a:lnTo>
                    <a:pt x="1853" y="116"/>
                  </a:lnTo>
                  <a:lnTo>
                    <a:pt x="1611" y="77"/>
                  </a:lnTo>
                  <a:lnTo>
                    <a:pt x="1393" y="129"/>
                  </a:lnTo>
                  <a:lnTo>
                    <a:pt x="754" y="65"/>
                  </a:lnTo>
                  <a:lnTo>
                    <a:pt x="396" y="333"/>
                  </a:lnTo>
                  <a:lnTo>
                    <a:pt x="358" y="333"/>
                  </a:lnTo>
                  <a:lnTo>
                    <a:pt x="90" y="180"/>
                  </a:lnTo>
                  <a:lnTo>
                    <a:pt x="0" y="384"/>
                  </a:lnTo>
                  <a:lnTo>
                    <a:pt x="51" y="589"/>
                  </a:lnTo>
                  <a:lnTo>
                    <a:pt x="294" y="844"/>
                  </a:lnTo>
                  <a:lnTo>
                    <a:pt x="307" y="857"/>
                  </a:lnTo>
                  <a:lnTo>
                    <a:pt x="332" y="1023"/>
                  </a:lnTo>
                  <a:lnTo>
                    <a:pt x="741" y="1394"/>
                  </a:lnTo>
                  <a:lnTo>
                    <a:pt x="741" y="1407"/>
                  </a:lnTo>
                  <a:lnTo>
                    <a:pt x="818" y="1534"/>
                  </a:lnTo>
                  <a:lnTo>
                    <a:pt x="1189" y="1803"/>
                  </a:lnTo>
                  <a:lnTo>
                    <a:pt x="1329" y="1841"/>
                  </a:lnTo>
                  <a:lnTo>
                    <a:pt x="1342" y="1854"/>
                  </a:lnTo>
                  <a:lnTo>
                    <a:pt x="1368" y="1969"/>
                  </a:lnTo>
                  <a:lnTo>
                    <a:pt x="1662" y="2250"/>
                  </a:lnTo>
                  <a:lnTo>
                    <a:pt x="1662" y="2276"/>
                  </a:lnTo>
                  <a:lnTo>
                    <a:pt x="1611" y="2365"/>
                  </a:lnTo>
                  <a:lnTo>
                    <a:pt x="1636" y="2416"/>
                  </a:lnTo>
                  <a:lnTo>
                    <a:pt x="1649" y="2429"/>
                  </a:lnTo>
                  <a:lnTo>
                    <a:pt x="1738" y="2340"/>
                  </a:lnTo>
                  <a:lnTo>
                    <a:pt x="1764" y="2327"/>
                  </a:lnTo>
                  <a:lnTo>
                    <a:pt x="2083" y="2429"/>
                  </a:lnTo>
                  <a:lnTo>
                    <a:pt x="2096" y="2442"/>
                  </a:lnTo>
                  <a:lnTo>
                    <a:pt x="2173" y="2582"/>
                  </a:lnTo>
                  <a:lnTo>
                    <a:pt x="2301" y="2634"/>
                  </a:lnTo>
                  <a:lnTo>
                    <a:pt x="2339" y="2582"/>
                  </a:lnTo>
                  <a:lnTo>
                    <a:pt x="2275" y="2480"/>
                  </a:lnTo>
                  <a:lnTo>
                    <a:pt x="2211" y="2212"/>
                  </a:lnTo>
                  <a:lnTo>
                    <a:pt x="2237" y="2186"/>
                  </a:lnTo>
                  <a:lnTo>
                    <a:pt x="2326" y="2161"/>
                  </a:lnTo>
                  <a:lnTo>
                    <a:pt x="2352" y="1841"/>
                  </a:lnTo>
                  <a:lnTo>
                    <a:pt x="2390" y="1816"/>
                  </a:lnTo>
                  <a:lnTo>
                    <a:pt x="2544" y="1841"/>
                  </a:lnTo>
                  <a:lnTo>
                    <a:pt x="2556" y="1777"/>
                  </a:lnTo>
                  <a:lnTo>
                    <a:pt x="2467" y="1649"/>
                  </a:lnTo>
                  <a:lnTo>
                    <a:pt x="2480" y="1611"/>
                  </a:lnTo>
                  <a:lnTo>
                    <a:pt x="2671" y="1560"/>
                  </a:lnTo>
                  <a:lnTo>
                    <a:pt x="2697" y="1560"/>
                  </a:lnTo>
                  <a:lnTo>
                    <a:pt x="2748" y="1586"/>
                  </a:lnTo>
                  <a:lnTo>
                    <a:pt x="2838" y="1534"/>
                  </a:lnTo>
                  <a:lnTo>
                    <a:pt x="2863" y="1394"/>
                  </a:lnTo>
                  <a:lnTo>
                    <a:pt x="2722" y="1330"/>
                  </a:lnTo>
                  <a:lnTo>
                    <a:pt x="2710" y="1304"/>
                  </a:lnTo>
                  <a:lnTo>
                    <a:pt x="2697" y="1228"/>
                  </a:lnTo>
                  <a:lnTo>
                    <a:pt x="2722" y="1202"/>
                  </a:lnTo>
                  <a:lnTo>
                    <a:pt x="2812" y="1177"/>
                  </a:lnTo>
                  <a:lnTo>
                    <a:pt x="2812" y="1062"/>
                  </a:lnTo>
                  <a:lnTo>
                    <a:pt x="2633" y="947"/>
                  </a:lnTo>
                  <a:lnTo>
                    <a:pt x="2633" y="934"/>
                  </a:lnTo>
                  <a:lnTo>
                    <a:pt x="2480" y="704"/>
                  </a:lnTo>
                  <a:lnTo>
                    <a:pt x="2480" y="678"/>
                  </a:lnTo>
                  <a:lnTo>
                    <a:pt x="2582" y="333"/>
                  </a:lnTo>
                  <a:lnTo>
                    <a:pt x="2569" y="231"/>
                  </a:lnTo>
                  <a:lnTo>
                    <a:pt x="2429" y="256"/>
                  </a:lnTo>
                  <a:lnTo>
                    <a:pt x="2416" y="256"/>
                  </a:lnTo>
                  <a:lnTo>
                    <a:pt x="2301" y="231"/>
                  </a:lnTo>
                  <a:lnTo>
                    <a:pt x="2275" y="218"/>
                  </a:lnTo>
                  <a:lnTo>
                    <a:pt x="217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8" name="Google Shape;973;p78">
              <a:extLst>
                <a:ext uri="{FF2B5EF4-FFF2-40B4-BE49-F238E27FC236}">
                  <a16:creationId xmlns:a16="http://schemas.microsoft.com/office/drawing/2014/main" id="{682E546C-42DF-E13A-438B-6EE12ACEFCAB}"/>
                </a:ext>
              </a:extLst>
            </p:cNvPr>
            <p:cNvSpPr/>
            <p:nvPr/>
          </p:nvSpPr>
          <p:spPr>
            <a:xfrm>
              <a:off x="3827250" y="2494025"/>
              <a:ext cx="8000" cy="3550"/>
            </a:xfrm>
            <a:custGeom>
              <a:avLst/>
              <a:gdLst/>
              <a:ahLst/>
              <a:cxnLst/>
              <a:rect l="l" t="t" r="r" b="b"/>
              <a:pathLst>
                <a:path w="320" h="142" extrusionOk="0">
                  <a:moveTo>
                    <a:pt x="64" y="1"/>
                  </a:moveTo>
                  <a:lnTo>
                    <a:pt x="26" y="26"/>
                  </a:lnTo>
                  <a:lnTo>
                    <a:pt x="13" y="39"/>
                  </a:lnTo>
                  <a:lnTo>
                    <a:pt x="0" y="65"/>
                  </a:lnTo>
                  <a:lnTo>
                    <a:pt x="13" y="77"/>
                  </a:lnTo>
                  <a:lnTo>
                    <a:pt x="39" y="90"/>
                  </a:lnTo>
                  <a:lnTo>
                    <a:pt x="77" y="116"/>
                  </a:lnTo>
                  <a:lnTo>
                    <a:pt x="154" y="128"/>
                  </a:lnTo>
                  <a:lnTo>
                    <a:pt x="243" y="141"/>
                  </a:lnTo>
                  <a:lnTo>
                    <a:pt x="281" y="141"/>
                  </a:lnTo>
                  <a:lnTo>
                    <a:pt x="320" y="128"/>
                  </a:lnTo>
                  <a:lnTo>
                    <a:pt x="320" y="116"/>
                  </a:lnTo>
                  <a:lnTo>
                    <a:pt x="307" y="77"/>
                  </a:lnTo>
                  <a:lnTo>
                    <a:pt x="256" y="13"/>
                  </a:lnTo>
                  <a:lnTo>
                    <a:pt x="15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9" name="Google Shape;974;p78">
              <a:extLst>
                <a:ext uri="{FF2B5EF4-FFF2-40B4-BE49-F238E27FC236}">
                  <a16:creationId xmlns:a16="http://schemas.microsoft.com/office/drawing/2014/main" id="{AF35EC41-FDF0-8A9D-11F7-94494A46A993}"/>
                </a:ext>
              </a:extLst>
            </p:cNvPr>
            <p:cNvSpPr/>
            <p:nvPr/>
          </p:nvSpPr>
          <p:spPr>
            <a:xfrm>
              <a:off x="3795600" y="2479975"/>
              <a:ext cx="18575" cy="41875"/>
            </a:xfrm>
            <a:custGeom>
              <a:avLst/>
              <a:gdLst/>
              <a:ahLst/>
              <a:cxnLst/>
              <a:rect l="l" t="t" r="r" b="b"/>
              <a:pathLst>
                <a:path w="743" h="1675" extrusionOk="0">
                  <a:moveTo>
                    <a:pt x="678" y="0"/>
                  </a:moveTo>
                  <a:lnTo>
                    <a:pt x="602" y="39"/>
                  </a:lnTo>
                  <a:lnTo>
                    <a:pt x="589" y="64"/>
                  </a:lnTo>
                  <a:lnTo>
                    <a:pt x="576" y="77"/>
                  </a:lnTo>
                  <a:lnTo>
                    <a:pt x="563" y="128"/>
                  </a:lnTo>
                  <a:lnTo>
                    <a:pt x="538" y="205"/>
                  </a:lnTo>
                  <a:lnTo>
                    <a:pt x="525" y="230"/>
                  </a:lnTo>
                  <a:lnTo>
                    <a:pt x="499" y="256"/>
                  </a:lnTo>
                  <a:lnTo>
                    <a:pt x="435" y="281"/>
                  </a:lnTo>
                  <a:lnTo>
                    <a:pt x="359" y="294"/>
                  </a:lnTo>
                  <a:lnTo>
                    <a:pt x="282" y="307"/>
                  </a:lnTo>
                  <a:lnTo>
                    <a:pt x="218" y="333"/>
                  </a:lnTo>
                  <a:lnTo>
                    <a:pt x="180" y="371"/>
                  </a:lnTo>
                  <a:lnTo>
                    <a:pt x="141" y="422"/>
                  </a:lnTo>
                  <a:lnTo>
                    <a:pt x="103" y="486"/>
                  </a:lnTo>
                  <a:lnTo>
                    <a:pt x="65" y="537"/>
                  </a:lnTo>
                  <a:lnTo>
                    <a:pt x="39" y="601"/>
                  </a:lnTo>
                  <a:lnTo>
                    <a:pt x="26" y="627"/>
                  </a:lnTo>
                  <a:lnTo>
                    <a:pt x="39" y="652"/>
                  </a:lnTo>
                  <a:lnTo>
                    <a:pt x="52" y="678"/>
                  </a:lnTo>
                  <a:lnTo>
                    <a:pt x="90" y="690"/>
                  </a:lnTo>
                  <a:lnTo>
                    <a:pt x="90" y="729"/>
                  </a:lnTo>
                  <a:lnTo>
                    <a:pt x="65" y="754"/>
                  </a:lnTo>
                  <a:lnTo>
                    <a:pt x="39" y="767"/>
                  </a:lnTo>
                  <a:lnTo>
                    <a:pt x="1" y="767"/>
                  </a:lnTo>
                  <a:lnTo>
                    <a:pt x="14" y="818"/>
                  </a:lnTo>
                  <a:lnTo>
                    <a:pt x="26" y="869"/>
                  </a:lnTo>
                  <a:lnTo>
                    <a:pt x="52" y="908"/>
                  </a:lnTo>
                  <a:lnTo>
                    <a:pt x="78" y="946"/>
                  </a:lnTo>
                  <a:lnTo>
                    <a:pt x="129" y="946"/>
                  </a:lnTo>
                  <a:lnTo>
                    <a:pt x="154" y="959"/>
                  </a:lnTo>
                  <a:lnTo>
                    <a:pt x="154" y="1010"/>
                  </a:lnTo>
                  <a:lnTo>
                    <a:pt x="116" y="1023"/>
                  </a:lnTo>
                  <a:lnTo>
                    <a:pt x="65" y="1061"/>
                  </a:lnTo>
                  <a:lnTo>
                    <a:pt x="26" y="1112"/>
                  </a:lnTo>
                  <a:lnTo>
                    <a:pt x="14" y="1163"/>
                  </a:lnTo>
                  <a:lnTo>
                    <a:pt x="26" y="1176"/>
                  </a:lnTo>
                  <a:lnTo>
                    <a:pt x="39" y="1202"/>
                  </a:lnTo>
                  <a:lnTo>
                    <a:pt x="78" y="1266"/>
                  </a:lnTo>
                  <a:lnTo>
                    <a:pt x="90" y="1291"/>
                  </a:lnTo>
                  <a:lnTo>
                    <a:pt x="90" y="1317"/>
                  </a:lnTo>
                  <a:lnTo>
                    <a:pt x="78" y="1342"/>
                  </a:lnTo>
                  <a:lnTo>
                    <a:pt x="39" y="1355"/>
                  </a:lnTo>
                  <a:lnTo>
                    <a:pt x="52" y="1381"/>
                  </a:lnTo>
                  <a:lnTo>
                    <a:pt x="65" y="1406"/>
                  </a:lnTo>
                  <a:lnTo>
                    <a:pt x="78" y="1419"/>
                  </a:lnTo>
                  <a:lnTo>
                    <a:pt x="103" y="1419"/>
                  </a:lnTo>
                  <a:lnTo>
                    <a:pt x="205" y="1406"/>
                  </a:lnTo>
                  <a:lnTo>
                    <a:pt x="205" y="1432"/>
                  </a:lnTo>
                  <a:lnTo>
                    <a:pt x="218" y="1470"/>
                  </a:lnTo>
                  <a:lnTo>
                    <a:pt x="282" y="1508"/>
                  </a:lnTo>
                  <a:lnTo>
                    <a:pt x="397" y="1598"/>
                  </a:lnTo>
                  <a:lnTo>
                    <a:pt x="461" y="1649"/>
                  </a:lnTo>
                  <a:lnTo>
                    <a:pt x="525" y="1675"/>
                  </a:lnTo>
                  <a:lnTo>
                    <a:pt x="538" y="1675"/>
                  </a:lnTo>
                  <a:lnTo>
                    <a:pt x="550" y="1649"/>
                  </a:lnTo>
                  <a:lnTo>
                    <a:pt x="563" y="1623"/>
                  </a:lnTo>
                  <a:lnTo>
                    <a:pt x="550" y="1572"/>
                  </a:lnTo>
                  <a:lnTo>
                    <a:pt x="550" y="1432"/>
                  </a:lnTo>
                  <a:lnTo>
                    <a:pt x="563" y="1278"/>
                  </a:lnTo>
                  <a:lnTo>
                    <a:pt x="602" y="1138"/>
                  </a:lnTo>
                  <a:lnTo>
                    <a:pt x="627" y="1074"/>
                  </a:lnTo>
                  <a:lnTo>
                    <a:pt x="665" y="1010"/>
                  </a:lnTo>
                  <a:lnTo>
                    <a:pt x="704" y="946"/>
                  </a:lnTo>
                  <a:lnTo>
                    <a:pt x="717" y="895"/>
                  </a:lnTo>
                  <a:lnTo>
                    <a:pt x="729" y="844"/>
                  </a:lnTo>
                  <a:lnTo>
                    <a:pt x="742" y="780"/>
                  </a:lnTo>
                  <a:lnTo>
                    <a:pt x="729" y="665"/>
                  </a:lnTo>
                  <a:lnTo>
                    <a:pt x="704" y="537"/>
                  </a:lnTo>
                  <a:lnTo>
                    <a:pt x="678" y="422"/>
                  </a:lnTo>
                  <a:lnTo>
                    <a:pt x="653" y="281"/>
                  </a:lnTo>
                  <a:lnTo>
                    <a:pt x="653" y="205"/>
                  </a:lnTo>
                  <a:lnTo>
                    <a:pt x="653" y="141"/>
                  </a:lnTo>
                  <a:lnTo>
                    <a:pt x="678" y="90"/>
                  </a:lnTo>
                  <a:lnTo>
                    <a:pt x="717" y="51"/>
                  </a:lnTo>
                  <a:lnTo>
                    <a:pt x="67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0" name="Google Shape;975;p78">
              <a:extLst>
                <a:ext uri="{FF2B5EF4-FFF2-40B4-BE49-F238E27FC236}">
                  <a16:creationId xmlns:a16="http://schemas.microsoft.com/office/drawing/2014/main" id="{FB8333B7-1D66-CAAF-716E-4C68CEE7A734}"/>
                </a:ext>
              </a:extLst>
            </p:cNvPr>
            <p:cNvSpPr/>
            <p:nvPr/>
          </p:nvSpPr>
          <p:spPr>
            <a:xfrm>
              <a:off x="4316100" y="2665925"/>
              <a:ext cx="31350" cy="39650"/>
            </a:xfrm>
            <a:custGeom>
              <a:avLst/>
              <a:gdLst/>
              <a:ahLst/>
              <a:cxnLst/>
              <a:rect l="l" t="t" r="r" b="b"/>
              <a:pathLst>
                <a:path w="1254" h="1586" extrusionOk="0">
                  <a:moveTo>
                    <a:pt x="1010" y="1"/>
                  </a:moveTo>
                  <a:lnTo>
                    <a:pt x="665" y="64"/>
                  </a:lnTo>
                  <a:lnTo>
                    <a:pt x="652" y="154"/>
                  </a:lnTo>
                  <a:lnTo>
                    <a:pt x="410" y="716"/>
                  </a:lnTo>
                  <a:lnTo>
                    <a:pt x="128" y="1125"/>
                  </a:lnTo>
                  <a:lnTo>
                    <a:pt x="1" y="1585"/>
                  </a:lnTo>
                  <a:lnTo>
                    <a:pt x="473" y="1496"/>
                  </a:lnTo>
                  <a:lnTo>
                    <a:pt x="550" y="1176"/>
                  </a:lnTo>
                  <a:lnTo>
                    <a:pt x="563" y="1164"/>
                  </a:lnTo>
                  <a:lnTo>
                    <a:pt x="870" y="716"/>
                  </a:lnTo>
                  <a:lnTo>
                    <a:pt x="882" y="703"/>
                  </a:lnTo>
                  <a:lnTo>
                    <a:pt x="1253" y="410"/>
                  </a:lnTo>
                  <a:lnTo>
                    <a:pt x="1112" y="103"/>
                  </a:lnTo>
                  <a:lnTo>
                    <a:pt x="101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1" name="Google Shape;976;p78">
              <a:extLst>
                <a:ext uri="{FF2B5EF4-FFF2-40B4-BE49-F238E27FC236}">
                  <a16:creationId xmlns:a16="http://schemas.microsoft.com/office/drawing/2014/main" id="{84CD902A-399F-F578-E99C-29824D6783A0}"/>
                </a:ext>
              </a:extLst>
            </p:cNvPr>
            <p:cNvSpPr/>
            <p:nvPr/>
          </p:nvSpPr>
          <p:spPr>
            <a:xfrm>
              <a:off x="4330475" y="2607125"/>
              <a:ext cx="130400" cy="108025"/>
            </a:xfrm>
            <a:custGeom>
              <a:avLst/>
              <a:gdLst/>
              <a:ahLst/>
              <a:cxnLst/>
              <a:rect l="l" t="t" r="r" b="b"/>
              <a:pathLst>
                <a:path w="5216" h="4321" extrusionOk="0">
                  <a:moveTo>
                    <a:pt x="5151" y="1"/>
                  </a:moveTo>
                  <a:lnTo>
                    <a:pt x="4563" y="167"/>
                  </a:lnTo>
                  <a:lnTo>
                    <a:pt x="3975" y="167"/>
                  </a:lnTo>
                  <a:lnTo>
                    <a:pt x="3426" y="423"/>
                  </a:lnTo>
                  <a:lnTo>
                    <a:pt x="3413" y="423"/>
                  </a:lnTo>
                  <a:lnTo>
                    <a:pt x="3004" y="346"/>
                  </a:lnTo>
                  <a:lnTo>
                    <a:pt x="2582" y="525"/>
                  </a:lnTo>
                  <a:lnTo>
                    <a:pt x="2557" y="512"/>
                  </a:lnTo>
                  <a:lnTo>
                    <a:pt x="1994" y="231"/>
                  </a:lnTo>
                  <a:lnTo>
                    <a:pt x="1432" y="576"/>
                  </a:lnTo>
                  <a:lnTo>
                    <a:pt x="1407" y="576"/>
                  </a:lnTo>
                  <a:lnTo>
                    <a:pt x="716" y="372"/>
                  </a:lnTo>
                  <a:lnTo>
                    <a:pt x="653" y="512"/>
                  </a:lnTo>
                  <a:lnTo>
                    <a:pt x="729" y="819"/>
                  </a:lnTo>
                  <a:lnTo>
                    <a:pt x="729" y="844"/>
                  </a:lnTo>
                  <a:lnTo>
                    <a:pt x="716" y="857"/>
                  </a:lnTo>
                  <a:lnTo>
                    <a:pt x="474" y="1023"/>
                  </a:lnTo>
                  <a:lnTo>
                    <a:pt x="52" y="1356"/>
                  </a:lnTo>
                  <a:lnTo>
                    <a:pt x="90" y="1560"/>
                  </a:lnTo>
                  <a:lnTo>
                    <a:pt x="180" y="1701"/>
                  </a:lnTo>
                  <a:lnTo>
                    <a:pt x="90" y="2340"/>
                  </a:lnTo>
                  <a:lnTo>
                    <a:pt x="448" y="2276"/>
                  </a:lnTo>
                  <a:lnTo>
                    <a:pt x="461" y="2276"/>
                  </a:lnTo>
                  <a:lnTo>
                    <a:pt x="474" y="2289"/>
                  </a:lnTo>
                  <a:lnTo>
                    <a:pt x="589" y="2404"/>
                  </a:lnTo>
                  <a:lnTo>
                    <a:pt x="601" y="2416"/>
                  </a:lnTo>
                  <a:lnTo>
                    <a:pt x="755" y="2762"/>
                  </a:lnTo>
                  <a:lnTo>
                    <a:pt x="755" y="2787"/>
                  </a:lnTo>
                  <a:lnTo>
                    <a:pt x="742" y="2800"/>
                  </a:lnTo>
                  <a:lnTo>
                    <a:pt x="359" y="3107"/>
                  </a:lnTo>
                  <a:lnTo>
                    <a:pt x="52" y="3541"/>
                  </a:lnTo>
                  <a:lnTo>
                    <a:pt x="129" y="3912"/>
                  </a:lnTo>
                  <a:lnTo>
                    <a:pt x="129" y="3937"/>
                  </a:lnTo>
                  <a:lnTo>
                    <a:pt x="103" y="3950"/>
                  </a:lnTo>
                  <a:lnTo>
                    <a:pt x="1" y="4014"/>
                  </a:lnTo>
                  <a:lnTo>
                    <a:pt x="461" y="4270"/>
                  </a:lnTo>
                  <a:lnTo>
                    <a:pt x="704" y="4321"/>
                  </a:lnTo>
                  <a:lnTo>
                    <a:pt x="1292" y="4116"/>
                  </a:lnTo>
                  <a:lnTo>
                    <a:pt x="2442" y="3324"/>
                  </a:lnTo>
                  <a:lnTo>
                    <a:pt x="2442" y="3311"/>
                  </a:lnTo>
                  <a:lnTo>
                    <a:pt x="4052" y="2634"/>
                  </a:lnTo>
                  <a:lnTo>
                    <a:pt x="4269" y="2340"/>
                  </a:lnTo>
                  <a:lnTo>
                    <a:pt x="4269" y="1829"/>
                  </a:lnTo>
                  <a:lnTo>
                    <a:pt x="4269" y="1816"/>
                  </a:lnTo>
                  <a:lnTo>
                    <a:pt x="4384" y="1407"/>
                  </a:lnTo>
                  <a:lnTo>
                    <a:pt x="4397" y="1394"/>
                  </a:lnTo>
                  <a:lnTo>
                    <a:pt x="4474" y="1279"/>
                  </a:lnTo>
                  <a:lnTo>
                    <a:pt x="4269" y="908"/>
                  </a:lnTo>
                  <a:lnTo>
                    <a:pt x="4269" y="883"/>
                  </a:lnTo>
                  <a:lnTo>
                    <a:pt x="4282" y="870"/>
                  </a:lnTo>
                  <a:lnTo>
                    <a:pt x="4653" y="525"/>
                  </a:lnTo>
                  <a:lnTo>
                    <a:pt x="4666" y="512"/>
                  </a:lnTo>
                  <a:lnTo>
                    <a:pt x="4832" y="512"/>
                  </a:lnTo>
                  <a:lnTo>
                    <a:pt x="5177" y="257"/>
                  </a:lnTo>
                  <a:lnTo>
                    <a:pt x="5215" y="90"/>
                  </a:lnTo>
                  <a:lnTo>
                    <a:pt x="515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2" name="Google Shape;977;p78">
              <a:extLst>
                <a:ext uri="{FF2B5EF4-FFF2-40B4-BE49-F238E27FC236}">
                  <a16:creationId xmlns:a16="http://schemas.microsoft.com/office/drawing/2014/main" id="{3496D7D4-2695-41C7-D006-FB29F3E4A36E}"/>
                </a:ext>
              </a:extLst>
            </p:cNvPr>
            <p:cNvSpPr/>
            <p:nvPr/>
          </p:nvSpPr>
          <p:spPr>
            <a:xfrm>
              <a:off x="4096275" y="2732075"/>
              <a:ext cx="239650" cy="210575"/>
            </a:xfrm>
            <a:custGeom>
              <a:avLst/>
              <a:gdLst/>
              <a:ahLst/>
              <a:cxnLst/>
              <a:rect l="l" t="t" r="r" b="b"/>
              <a:pathLst>
                <a:path w="9586" h="8423" extrusionOk="0">
                  <a:moveTo>
                    <a:pt x="64" y="0"/>
                  </a:moveTo>
                  <a:lnTo>
                    <a:pt x="26" y="153"/>
                  </a:lnTo>
                  <a:lnTo>
                    <a:pt x="64" y="473"/>
                  </a:lnTo>
                  <a:lnTo>
                    <a:pt x="205" y="856"/>
                  </a:lnTo>
                  <a:lnTo>
                    <a:pt x="205" y="882"/>
                  </a:lnTo>
                  <a:lnTo>
                    <a:pt x="0" y="1483"/>
                  </a:lnTo>
                  <a:lnTo>
                    <a:pt x="103" y="1879"/>
                  </a:lnTo>
                  <a:lnTo>
                    <a:pt x="103" y="1892"/>
                  </a:lnTo>
                  <a:lnTo>
                    <a:pt x="384" y="8423"/>
                  </a:lnTo>
                  <a:lnTo>
                    <a:pt x="9586" y="8180"/>
                  </a:lnTo>
                  <a:lnTo>
                    <a:pt x="9586" y="8039"/>
                  </a:lnTo>
                  <a:lnTo>
                    <a:pt x="9420" y="7962"/>
                  </a:lnTo>
                  <a:lnTo>
                    <a:pt x="9266" y="7630"/>
                  </a:lnTo>
                  <a:lnTo>
                    <a:pt x="8985" y="7477"/>
                  </a:lnTo>
                  <a:lnTo>
                    <a:pt x="8794" y="6914"/>
                  </a:lnTo>
                  <a:lnTo>
                    <a:pt x="8794" y="6659"/>
                  </a:lnTo>
                  <a:lnTo>
                    <a:pt x="8960" y="6557"/>
                  </a:lnTo>
                  <a:lnTo>
                    <a:pt x="9075" y="6442"/>
                  </a:lnTo>
                  <a:lnTo>
                    <a:pt x="8819" y="6045"/>
                  </a:lnTo>
                  <a:lnTo>
                    <a:pt x="8193" y="5215"/>
                  </a:lnTo>
                  <a:lnTo>
                    <a:pt x="8142" y="4895"/>
                  </a:lnTo>
                  <a:lnTo>
                    <a:pt x="8014" y="4806"/>
                  </a:lnTo>
                  <a:lnTo>
                    <a:pt x="7835" y="4473"/>
                  </a:lnTo>
                  <a:lnTo>
                    <a:pt x="7873" y="3681"/>
                  </a:lnTo>
                  <a:lnTo>
                    <a:pt x="7631" y="3246"/>
                  </a:lnTo>
                  <a:lnTo>
                    <a:pt x="7094" y="2607"/>
                  </a:lnTo>
                  <a:lnTo>
                    <a:pt x="6966" y="2313"/>
                  </a:lnTo>
                  <a:lnTo>
                    <a:pt x="6761" y="1892"/>
                  </a:lnTo>
                  <a:lnTo>
                    <a:pt x="6774" y="1572"/>
                  </a:lnTo>
                  <a:lnTo>
                    <a:pt x="6915" y="1700"/>
                  </a:lnTo>
                  <a:lnTo>
                    <a:pt x="7145" y="2288"/>
                  </a:lnTo>
                  <a:lnTo>
                    <a:pt x="7439" y="2595"/>
                  </a:lnTo>
                  <a:lnTo>
                    <a:pt x="7516" y="2863"/>
                  </a:lnTo>
                  <a:lnTo>
                    <a:pt x="7682" y="3080"/>
                  </a:lnTo>
                  <a:lnTo>
                    <a:pt x="8180" y="3489"/>
                  </a:lnTo>
                  <a:lnTo>
                    <a:pt x="8257" y="3502"/>
                  </a:lnTo>
                  <a:lnTo>
                    <a:pt x="8257" y="2774"/>
                  </a:lnTo>
                  <a:lnTo>
                    <a:pt x="8372" y="2301"/>
                  </a:lnTo>
                  <a:lnTo>
                    <a:pt x="8589" y="1981"/>
                  </a:lnTo>
                  <a:lnTo>
                    <a:pt x="8078" y="307"/>
                  </a:lnTo>
                  <a:lnTo>
                    <a:pt x="7618" y="447"/>
                  </a:lnTo>
                  <a:lnTo>
                    <a:pt x="7439" y="486"/>
                  </a:lnTo>
                  <a:lnTo>
                    <a:pt x="7337" y="677"/>
                  </a:lnTo>
                  <a:lnTo>
                    <a:pt x="7055" y="511"/>
                  </a:lnTo>
                  <a:lnTo>
                    <a:pt x="6800" y="588"/>
                  </a:lnTo>
                  <a:lnTo>
                    <a:pt x="6583" y="511"/>
                  </a:lnTo>
                  <a:lnTo>
                    <a:pt x="6276" y="562"/>
                  </a:lnTo>
                  <a:lnTo>
                    <a:pt x="6110" y="358"/>
                  </a:lnTo>
                  <a:lnTo>
                    <a:pt x="6276" y="243"/>
                  </a:lnTo>
                  <a:lnTo>
                    <a:pt x="6071" y="26"/>
                  </a:lnTo>
                  <a:lnTo>
                    <a:pt x="5905" y="141"/>
                  </a:lnTo>
                  <a:lnTo>
                    <a:pt x="4972" y="332"/>
                  </a:lnTo>
                  <a:lnTo>
                    <a:pt x="4512" y="243"/>
                  </a:lnTo>
                  <a:lnTo>
                    <a:pt x="4295" y="358"/>
                  </a:lnTo>
                  <a:lnTo>
                    <a:pt x="4014" y="358"/>
                  </a:lnTo>
                  <a:lnTo>
                    <a:pt x="3873" y="371"/>
                  </a:lnTo>
                  <a:lnTo>
                    <a:pt x="3464" y="499"/>
                  </a:lnTo>
                  <a:lnTo>
                    <a:pt x="3196" y="856"/>
                  </a:lnTo>
                  <a:lnTo>
                    <a:pt x="3042" y="856"/>
                  </a:lnTo>
                  <a:lnTo>
                    <a:pt x="2761" y="677"/>
                  </a:lnTo>
                  <a:lnTo>
                    <a:pt x="2288" y="665"/>
                  </a:lnTo>
                  <a:lnTo>
                    <a:pt x="2097" y="396"/>
                  </a:lnTo>
                  <a:lnTo>
                    <a:pt x="1675" y="384"/>
                  </a:lnTo>
                  <a:lnTo>
                    <a:pt x="1573" y="256"/>
                  </a:lnTo>
                  <a:lnTo>
                    <a:pt x="1061" y="243"/>
                  </a:lnTo>
                  <a:lnTo>
                    <a:pt x="767" y="166"/>
                  </a:lnTo>
                  <a:lnTo>
                    <a:pt x="473" y="307"/>
                  </a:lnTo>
                  <a:lnTo>
                    <a:pt x="269" y="371"/>
                  </a:lnTo>
                  <a:lnTo>
                    <a:pt x="128" y="26"/>
                  </a:lnTo>
                  <a:lnTo>
                    <a:pt x="6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3" name="Google Shape;978;p78">
              <a:extLst>
                <a:ext uri="{FF2B5EF4-FFF2-40B4-BE49-F238E27FC236}">
                  <a16:creationId xmlns:a16="http://schemas.microsoft.com/office/drawing/2014/main" id="{36748D6D-A4ED-2F16-26E8-8848E0E5C1EE}"/>
                </a:ext>
              </a:extLst>
            </p:cNvPr>
            <p:cNvSpPr/>
            <p:nvPr/>
          </p:nvSpPr>
          <p:spPr>
            <a:xfrm>
              <a:off x="4301725" y="2699475"/>
              <a:ext cx="30050" cy="76700"/>
            </a:xfrm>
            <a:custGeom>
              <a:avLst/>
              <a:gdLst/>
              <a:ahLst/>
              <a:cxnLst/>
              <a:rect l="l" t="t" r="r" b="b"/>
              <a:pathLst>
                <a:path w="1202" h="3068" extrusionOk="0">
                  <a:moveTo>
                    <a:pt x="1163" y="1"/>
                  </a:moveTo>
                  <a:lnTo>
                    <a:pt x="1112" y="192"/>
                  </a:lnTo>
                  <a:lnTo>
                    <a:pt x="1112" y="205"/>
                  </a:lnTo>
                  <a:lnTo>
                    <a:pt x="1087" y="218"/>
                  </a:lnTo>
                  <a:lnTo>
                    <a:pt x="563" y="320"/>
                  </a:lnTo>
                  <a:lnTo>
                    <a:pt x="473" y="755"/>
                  </a:lnTo>
                  <a:lnTo>
                    <a:pt x="282" y="1087"/>
                  </a:lnTo>
                  <a:lnTo>
                    <a:pt x="320" y="1330"/>
                  </a:lnTo>
                  <a:lnTo>
                    <a:pt x="320" y="1342"/>
                  </a:lnTo>
                  <a:lnTo>
                    <a:pt x="230" y="1598"/>
                  </a:lnTo>
                  <a:lnTo>
                    <a:pt x="218" y="1611"/>
                  </a:lnTo>
                  <a:lnTo>
                    <a:pt x="192" y="1611"/>
                  </a:lnTo>
                  <a:lnTo>
                    <a:pt x="0" y="1573"/>
                  </a:lnTo>
                  <a:lnTo>
                    <a:pt x="499" y="3068"/>
                  </a:lnTo>
                  <a:lnTo>
                    <a:pt x="703" y="2339"/>
                  </a:lnTo>
                  <a:lnTo>
                    <a:pt x="703" y="2327"/>
                  </a:lnTo>
                  <a:lnTo>
                    <a:pt x="997" y="1457"/>
                  </a:lnTo>
                  <a:lnTo>
                    <a:pt x="780" y="1573"/>
                  </a:lnTo>
                  <a:lnTo>
                    <a:pt x="767" y="1585"/>
                  </a:lnTo>
                  <a:lnTo>
                    <a:pt x="448" y="1585"/>
                  </a:lnTo>
                  <a:lnTo>
                    <a:pt x="422" y="1573"/>
                  </a:lnTo>
                  <a:lnTo>
                    <a:pt x="409" y="1534"/>
                  </a:lnTo>
                  <a:lnTo>
                    <a:pt x="486" y="1215"/>
                  </a:lnTo>
                  <a:lnTo>
                    <a:pt x="576" y="831"/>
                  </a:lnTo>
                  <a:lnTo>
                    <a:pt x="576" y="818"/>
                  </a:lnTo>
                  <a:lnTo>
                    <a:pt x="665" y="537"/>
                  </a:lnTo>
                  <a:lnTo>
                    <a:pt x="678" y="525"/>
                  </a:lnTo>
                  <a:lnTo>
                    <a:pt x="959" y="525"/>
                  </a:lnTo>
                  <a:lnTo>
                    <a:pt x="1048" y="627"/>
                  </a:lnTo>
                  <a:lnTo>
                    <a:pt x="1048" y="320"/>
                  </a:lnTo>
                  <a:lnTo>
                    <a:pt x="1048" y="294"/>
                  </a:lnTo>
                  <a:lnTo>
                    <a:pt x="1061" y="282"/>
                  </a:lnTo>
                  <a:lnTo>
                    <a:pt x="1202" y="205"/>
                  </a:lnTo>
                  <a:lnTo>
                    <a:pt x="116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4" name="Google Shape;979;p78">
              <a:extLst>
                <a:ext uri="{FF2B5EF4-FFF2-40B4-BE49-F238E27FC236}">
                  <a16:creationId xmlns:a16="http://schemas.microsoft.com/office/drawing/2014/main" id="{AF0052F0-CB92-C8CD-555E-FDAAAA86B959}"/>
                </a:ext>
              </a:extLst>
            </p:cNvPr>
            <p:cNvSpPr/>
            <p:nvPr/>
          </p:nvSpPr>
          <p:spPr>
            <a:xfrm>
              <a:off x="4169775" y="2623425"/>
              <a:ext cx="9925" cy="15675"/>
            </a:xfrm>
            <a:custGeom>
              <a:avLst/>
              <a:gdLst/>
              <a:ahLst/>
              <a:cxnLst/>
              <a:rect l="l" t="t" r="r" b="b"/>
              <a:pathLst>
                <a:path w="397" h="627" extrusionOk="0">
                  <a:moveTo>
                    <a:pt x="320" y="1"/>
                  </a:moveTo>
                  <a:lnTo>
                    <a:pt x="281" y="26"/>
                  </a:lnTo>
                  <a:lnTo>
                    <a:pt x="256" y="65"/>
                  </a:lnTo>
                  <a:lnTo>
                    <a:pt x="205" y="129"/>
                  </a:lnTo>
                  <a:lnTo>
                    <a:pt x="141" y="205"/>
                  </a:lnTo>
                  <a:lnTo>
                    <a:pt x="77" y="256"/>
                  </a:lnTo>
                  <a:lnTo>
                    <a:pt x="26" y="295"/>
                  </a:lnTo>
                  <a:lnTo>
                    <a:pt x="0" y="320"/>
                  </a:lnTo>
                  <a:lnTo>
                    <a:pt x="0" y="346"/>
                  </a:lnTo>
                  <a:lnTo>
                    <a:pt x="13" y="371"/>
                  </a:lnTo>
                  <a:lnTo>
                    <a:pt x="26" y="397"/>
                  </a:lnTo>
                  <a:lnTo>
                    <a:pt x="51" y="410"/>
                  </a:lnTo>
                  <a:lnTo>
                    <a:pt x="77" y="422"/>
                  </a:lnTo>
                  <a:lnTo>
                    <a:pt x="77" y="474"/>
                  </a:lnTo>
                  <a:lnTo>
                    <a:pt x="77" y="525"/>
                  </a:lnTo>
                  <a:lnTo>
                    <a:pt x="77" y="576"/>
                  </a:lnTo>
                  <a:lnTo>
                    <a:pt x="77" y="627"/>
                  </a:lnTo>
                  <a:lnTo>
                    <a:pt x="217" y="614"/>
                  </a:lnTo>
                  <a:lnTo>
                    <a:pt x="205" y="525"/>
                  </a:lnTo>
                  <a:lnTo>
                    <a:pt x="205" y="486"/>
                  </a:lnTo>
                  <a:lnTo>
                    <a:pt x="217" y="448"/>
                  </a:lnTo>
                  <a:lnTo>
                    <a:pt x="256" y="422"/>
                  </a:lnTo>
                  <a:lnTo>
                    <a:pt x="294" y="410"/>
                  </a:lnTo>
                  <a:lnTo>
                    <a:pt x="320" y="384"/>
                  </a:lnTo>
                  <a:lnTo>
                    <a:pt x="332" y="371"/>
                  </a:lnTo>
                  <a:lnTo>
                    <a:pt x="345" y="346"/>
                  </a:lnTo>
                  <a:lnTo>
                    <a:pt x="345" y="269"/>
                  </a:lnTo>
                  <a:lnTo>
                    <a:pt x="358" y="218"/>
                  </a:lnTo>
                  <a:lnTo>
                    <a:pt x="371" y="180"/>
                  </a:lnTo>
                  <a:lnTo>
                    <a:pt x="396" y="103"/>
                  </a:lnTo>
                  <a:lnTo>
                    <a:pt x="396" y="26"/>
                  </a:lnTo>
                  <a:lnTo>
                    <a:pt x="32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5" name="Google Shape;980;p78">
              <a:extLst>
                <a:ext uri="{FF2B5EF4-FFF2-40B4-BE49-F238E27FC236}">
                  <a16:creationId xmlns:a16="http://schemas.microsoft.com/office/drawing/2014/main" id="{85ACF335-073A-EFA1-E504-36351C5C4315}"/>
                </a:ext>
              </a:extLst>
            </p:cNvPr>
            <p:cNvSpPr/>
            <p:nvPr/>
          </p:nvSpPr>
          <p:spPr>
            <a:xfrm>
              <a:off x="4153150" y="2602650"/>
              <a:ext cx="5450" cy="4500"/>
            </a:xfrm>
            <a:custGeom>
              <a:avLst/>
              <a:gdLst/>
              <a:ahLst/>
              <a:cxnLst/>
              <a:rect l="l" t="t" r="r" b="b"/>
              <a:pathLst>
                <a:path w="218" h="180" extrusionOk="0">
                  <a:moveTo>
                    <a:pt x="167" y="1"/>
                  </a:moveTo>
                  <a:lnTo>
                    <a:pt x="115" y="27"/>
                  </a:lnTo>
                  <a:lnTo>
                    <a:pt x="39" y="78"/>
                  </a:lnTo>
                  <a:lnTo>
                    <a:pt x="13" y="103"/>
                  </a:lnTo>
                  <a:lnTo>
                    <a:pt x="0" y="129"/>
                  </a:lnTo>
                  <a:lnTo>
                    <a:pt x="0" y="154"/>
                  </a:lnTo>
                  <a:lnTo>
                    <a:pt x="26" y="167"/>
                  </a:lnTo>
                  <a:lnTo>
                    <a:pt x="64" y="180"/>
                  </a:lnTo>
                  <a:lnTo>
                    <a:pt x="90" y="167"/>
                  </a:lnTo>
                  <a:lnTo>
                    <a:pt x="141" y="142"/>
                  </a:lnTo>
                  <a:lnTo>
                    <a:pt x="192" y="90"/>
                  </a:lnTo>
                  <a:lnTo>
                    <a:pt x="205" y="78"/>
                  </a:lnTo>
                  <a:lnTo>
                    <a:pt x="218" y="52"/>
                  </a:lnTo>
                  <a:lnTo>
                    <a:pt x="16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6" name="Google Shape;981;p78">
              <a:extLst>
                <a:ext uri="{FF2B5EF4-FFF2-40B4-BE49-F238E27FC236}">
                  <a16:creationId xmlns:a16="http://schemas.microsoft.com/office/drawing/2014/main" id="{2D2FF04C-12CA-C8A1-9119-3F6F7C71AC36}"/>
                </a:ext>
              </a:extLst>
            </p:cNvPr>
            <p:cNvSpPr/>
            <p:nvPr/>
          </p:nvSpPr>
          <p:spPr>
            <a:xfrm>
              <a:off x="4315150" y="2693400"/>
              <a:ext cx="85325" cy="89825"/>
            </a:xfrm>
            <a:custGeom>
              <a:avLst/>
              <a:gdLst/>
              <a:ahLst/>
              <a:cxnLst/>
              <a:rect l="l" t="t" r="r" b="b"/>
              <a:pathLst>
                <a:path w="3413" h="3593" extrusionOk="0">
                  <a:moveTo>
                    <a:pt x="2991" y="1"/>
                  </a:moveTo>
                  <a:lnTo>
                    <a:pt x="1943" y="716"/>
                  </a:lnTo>
                  <a:lnTo>
                    <a:pt x="1930" y="729"/>
                  </a:lnTo>
                  <a:lnTo>
                    <a:pt x="1329" y="934"/>
                  </a:lnTo>
                  <a:lnTo>
                    <a:pt x="1304" y="934"/>
                  </a:lnTo>
                  <a:lnTo>
                    <a:pt x="1061" y="883"/>
                  </a:lnTo>
                  <a:lnTo>
                    <a:pt x="1048" y="883"/>
                  </a:lnTo>
                  <a:lnTo>
                    <a:pt x="575" y="614"/>
                  </a:lnTo>
                  <a:lnTo>
                    <a:pt x="575" y="1534"/>
                  </a:lnTo>
                  <a:lnTo>
                    <a:pt x="575" y="1547"/>
                  </a:lnTo>
                  <a:lnTo>
                    <a:pt x="550" y="1624"/>
                  </a:lnTo>
                  <a:lnTo>
                    <a:pt x="563" y="1637"/>
                  </a:lnTo>
                  <a:lnTo>
                    <a:pt x="550" y="1649"/>
                  </a:lnTo>
                  <a:lnTo>
                    <a:pt x="230" y="2595"/>
                  </a:lnTo>
                  <a:lnTo>
                    <a:pt x="0" y="3413"/>
                  </a:lnTo>
                  <a:lnTo>
                    <a:pt x="703" y="3592"/>
                  </a:lnTo>
                  <a:lnTo>
                    <a:pt x="1176" y="3400"/>
                  </a:lnTo>
                  <a:lnTo>
                    <a:pt x="1585" y="2991"/>
                  </a:lnTo>
                  <a:lnTo>
                    <a:pt x="2058" y="2991"/>
                  </a:lnTo>
                  <a:lnTo>
                    <a:pt x="2403" y="2467"/>
                  </a:lnTo>
                  <a:lnTo>
                    <a:pt x="1994" y="2097"/>
                  </a:lnTo>
                  <a:lnTo>
                    <a:pt x="1764" y="1867"/>
                  </a:lnTo>
                  <a:lnTo>
                    <a:pt x="1751" y="1854"/>
                  </a:lnTo>
                  <a:lnTo>
                    <a:pt x="1674" y="1585"/>
                  </a:lnTo>
                  <a:lnTo>
                    <a:pt x="1674" y="1560"/>
                  </a:lnTo>
                  <a:lnTo>
                    <a:pt x="1700" y="1547"/>
                  </a:lnTo>
                  <a:lnTo>
                    <a:pt x="3310" y="1138"/>
                  </a:lnTo>
                  <a:lnTo>
                    <a:pt x="3413" y="972"/>
                  </a:lnTo>
                  <a:lnTo>
                    <a:pt x="3413" y="934"/>
                  </a:lnTo>
                  <a:lnTo>
                    <a:pt x="3183" y="934"/>
                  </a:lnTo>
                  <a:lnTo>
                    <a:pt x="3170" y="908"/>
                  </a:lnTo>
                  <a:lnTo>
                    <a:pt x="3170" y="819"/>
                  </a:lnTo>
                  <a:lnTo>
                    <a:pt x="3183" y="806"/>
                  </a:lnTo>
                  <a:lnTo>
                    <a:pt x="3234" y="742"/>
                  </a:lnTo>
                  <a:lnTo>
                    <a:pt x="299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7" name="Google Shape;982;p78">
              <a:extLst>
                <a:ext uri="{FF2B5EF4-FFF2-40B4-BE49-F238E27FC236}">
                  <a16:creationId xmlns:a16="http://schemas.microsoft.com/office/drawing/2014/main" id="{DD69B072-CCCB-5F8C-6931-54FEA238B3C6}"/>
                </a:ext>
              </a:extLst>
            </p:cNvPr>
            <p:cNvSpPr/>
            <p:nvPr/>
          </p:nvSpPr>
          <p:spPr>
            <a:xfrm>
              <a:off x="4301075" y="2729200"/>
              <a:ext cx="6750" cy="8650"/>
            </a:xfrm>
            <a:custGeom>
              <a:avLst/>
              <a:gdLst/>
              <a:ahLst/>
              <a:cxnLst/>
              <a:rect l="l" t="t" r="r" b="b"/>
              <a:pathLst>
                <a:path w="270" h="346" extrusionOk="0">
                  <a:moveTo>
                    <a:pt x="256" y="0"/>
                  </a:moveTo>
                  <a:lnTo>
                    <a:pt x="141" y="192"/>
                  </a:lnTo>
                  <a:lnTo>
                    <a:pt x="1" y="307"/>
                  </a:lnTo>
                  <a:lnTo>
                    <a:pt x="205" y="345"/>
                  </a:lnTo>
                  <a:lnTo>
                    <a:pt x="269" y="141"/>
                  </a:lnTo>
                  <a:lnTo>
                    <a:pt x="25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9" name="Google Shape;983;p78">
              <a:extLst>
                <a:ext uri="{FF2B5EF4-FFF2-40B4-BE49-F238E27FC236}">
                  <a16:creationId xmlns:a16="http://schemas.microsoft.com/office/drawing/2014/main" id="{2197C7F6-5694-8823-D778-64CBB4DD29CF}"/>
                </a:ext>
              </a:extLst>
            </p:cNvPr>
            <p:cNvSpPr/>
            <p:nvPr/>
          </p:nvSpPr>
          <p:spPr>
            <a:xfrm>
              <a:off x="4313875" y="2714175"/>
              <a:ext cx="14075" cy="23025"/>
            </a:xfrm>
            <a:custGeom>
              <a:avLst/>
              <a:gdLst/>
              <a:ahLst/>
              <a:cxnLst/>
              <a:rect l="l" t="t" r="r" b="b"/>
              <a:pathLst>
                <a:path w="563" h="921" extrusionOk="0">
                  <a:moveTo>
                    <a:pt x="243" y="0"/>
                  </a:moveTo>
                  <a:lnTo>
                    <a:pt x="153" y="256"/>
                  </a:lnTo>
                  <a:lnTo>
                    <a:pt x="77" y="639"/>
                  </a:lnTo>
                  <a:lnTo>
                    <a:pt x="0" y="921"/>
                  </a:lnTo>
                  <a:lnTo>
                    <a:pt x="269" y="921"/>
                  </a:lnTo>
                  <a:lnTo>
                    <a:pt x="537" y="767"/>
                  </a:lnTo>
                  <a:lnTo>
                    <a:pt x="562" y="703"/>
                  </a:lnTo>
                  <a:lnTo>
                    <a:pt x="562" y="141"/>
                  </a:lnTo>
                  <a:lnTo>
                    <a:pt x="43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6" name="Google Shape;984;p78">
              <a:extLst>
                <a:ext uri="{FF2B5EF4-FFF2-40B4-BE49-F238E27FC236}">
                  <a16:creationId xmlns:a16="http://schemas.microsoft.com/office/drawing/2014/main" id="{130D74E1-F75F-54ED-779E-8F45FE1217F3}"/>
                </a:ext>
              </a:extLst>
            </p:cNvPr>
            <p:cNvSpPr/>
            <p:nvPr/>
          </p:nvSpPr>
          <p:spPr>
            <a:xfrm>
              <a:off x="3752800" y="2303275"/>
              <a:ext cx="11200" cy="15375"/>
            </a:xfrm>
            <a:custGeom>
              <a:avLst/>
              <a:gdLst/>
              <a:ahLst/>
              <a:cxnLst/>
              <a:rect l="l" t="t" r="r" b="b"/>
              <a:pathLst>
                <a:path w="448" h="615" extrusionOk="0">
                  <a:moveTo>
                    <a:pt x="218" y="1"/>
                  </a:moveTo>
                  <a:lnTo>
                    <a:pt x="0" y="218"/>
                  </a:lnTo>
                  <a:lnTo>
                    <a:pt x="39" y="448"/>
                  </a:lnTo>
                  <a:lnTo>
                    <a:pt x="128" y="576"/>
                  </a:lnTo>
                  <a:lnTo>
                    <a:pt x="358" y="576"/>
                  </a:lnTo>
                  <a:lnTo>
                    <a:pt x="371" y="589"/>
                  </a:lnTo>
                  <a:lnTo>
                    <a:pt x="396" y="614"/>
                  </a:lnTo>
                  <a:lnTo>
                    <a:pt x="448" y="512"/>
                  </a:lnTo>
                  <a:lnTo>
                    <a:pt x="435" y="397"/>
                  </a:lnTo>
                  <a:lnTo>
                    <a:pt x="243" y="205"/>
                  </a:lnTo>
                  <a:lnTo>
                    <a:pt x="243" y="192"/>
                  </a:lnTo>
                  <a:lnTo>
                    <a:pt x="21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7" name="Google Shape;985;p78">
              <a:extLst>
                <a:ext uri="{FF2B5EF4-FFF2-40B4-BE49-F238E27FC236}">
                  <a16:creationId xmlns:a16="http://schemas.microsoft.com/office/drawing/2014/main" id="{3C2D3D7E-4D79-7B72-6ECE-9CEB53AE2407}"/>
                </a:ext>
              </a:extLst>
            </p:cNvPr>
            <p:cNvSpPr/>
            <p:nvPr/>
          </p:nvSpPr>
          <p:spPr>
            <a:xfrm>
              <a:off x="4543275" y="2158225"/>
              <a:ext cx="801050" cy="370025"/>
            </a:xfrm>
            <a:custGeom>
              <a:avLst/>
              <a:gdLst/>
              <a:ahLst/>
              <a:cxnLst/>
              <a:rect l="l" t="t" r="r" b="b"/>
              <a:pathLst>
                <a:path w="32042" h="14801" extrusionOk="0">
                  <a:moveTo>
                    <a:pt x="870" y="7196"/>
                  </a:moveTo>
                  <a:lnTo>
                    <a:pt x="1061" y="7400"/>
                  </a:lnTo>
                  <a:lnTo>
                    <a:pt x="1343" y="7605"/>
                  </a:lnTo>
                  <a:lnTo>
                    <a:pt x="1023" y="7605"/>
                  </a:lnTo>
                  <a:lnTo>
                    <a:pt x="793" y="7349"/>
                  </a:lnTo>
                  <a:lnTo>
                    <a:pt x="870" y="7196"/>
                  </a:lnTo>
                  <a:close/>
                  <a:moveTo>
                    <a:pt x="29550" y="6250"/>
                  </a:moveTo>
                  <a:lnTo>
                    <a:pt x="29511" y="6378"/>
                  </a:lnTo>
                  <a:lnTo>
                    <a:pt x="29895" y="6672"/>
                  </a:lnTo>
                  <a:lnTo>
                    <a:pt x="29243" y="7017"/>
                  </a:lnTo>
                  <a:lnTo>
                    <a:pt x="29294" y="7592"/>
                  </a:lnTo>
                  <a:lnTo>
                    <a:pt x="29856" y="7784"/>
                  </a:lnTo>
                  <a:lnTo>
                    <a:pt x="29895" y="7822"/>
                  </a:lnTo>
                  <a:lnTo>
                    <a:pt x="29971" y="7886"/>
                  </a:lnTo>
                  <a:lnTo>
                    <a:pt x="30074" y="7988"/>
                  </a:lnTo>
                  <a:lnTo>
                    <a:pt x="29971" y="8078"/>
                  </a:lnTo>
                  <a:lnTo>
                    <a:pt x="29882" y="8167"/>
                  </a:lnTo>
                  <a:lnTo>
                    <a:pt x="29115" y="7835"/>
                  </a:lnTo>
                  <a:lnTo>
                    <a:pt x="29038" y="7796"/>
                  </a:lnTo>
                  <a:lnTo>
                    <a:pt x="28987" y="7771"/>
                  </a:lnTo>
                  <a:lnTo>
                    <a:pt x="28962" y="7745"/>
                  </a:lnTo>
                  <a:lnTo>
                    <a:pt x="28962" y="7732"/>
                  </a:lnTo>
                  <a:lnTo>
                    <a:pt x="28962" y="7720"/>
                  </a:lnTo>
                  <a:lnTo>
                    <a:pt x="29000" y="7694"/>
                  </a:lnTo>
                  <a:lnTo>
                    <a:pt x="29064" y="7681"/>
                  </a:lnTo>
                  <a:lnTo>
                    <a:pt x="29192" y="7592"/>
                  </a:lnTo>
                  <a:lnTo>
                    <a:pt x="29153" y="6978"/>
                  </a:lnTo>
                  <a:lnTo>
                    <a:pt x="29792" y="6646"/>
                  </a:lnTo>
                  <a:lnTo>
                    <a:pt x="29473" y="6403"/>
                  </a:lnTo>
                  <a:lnTo>
                    <a:pt x="29358" y="6403"/>
                  </a:lnTo>
                  <a:lnTo>
                    <a:pt x="29358" y="6339"/>
                  </a:lnTo>
                  <a:lnTo>
                    <a:pt x="29473" y="6250"/>
                  </a:lnTo>
                  <a:close/>
                  <a:moveTo>
                    <a:pt x="27070" y="9164"/>
                  </a:moveTo>
                  <a:lnTo>
                    <a:pt x="27223" y="9202"/>
                  </a:lnTo>
                  <a:lnTo>
                    <a:pt x="27338" y="9202"/>
                  </a:lnTo>
                  <a:lnTo>
                    <a:pt x="27530" y="9241"/>
                  </a:lnTo>
                  <a:lnTo>
                    <a:pt x="27479" y="9381"/>
                  </a:lnTo>
                  <a:lnTo>
                    <a:pt x="27198" y="9458"/>
                  </a:lnTo>
                  <a:lnTo>
                    <a:pt x="27147" y="9432"/>
                  </a:lnTo>
                  <a:lnTo>
                    <a:pt x="27083" y="9356"/>
                  </a:lnTo>
                  <a:lnTo>
                    <a:pt x="26968" y="9253"/>
                  </a:lnTo>
                  <a:lnTo>
                    <a:pt x="27070" y="9164"/>
                  </a:lnTo>
                  <a:close/>
                  <a:moveTo>
                    <a:pt x="25805" y="9049"/>
                  </a:moveTo>
                  <a:lnTo>
                    <a:pt x="25894" y="9202"/>
                  </a:lnTo>
                  <a:lnTo>
                    <a:pt x="25651" y="9598"/>
                  </a:lnTo>
                  <a:lnTo>
                    <a:pt x="25102" y="9496"/>
                  </a:lnTo>
                  <a:lnTo>
                    <a:pt x="24565" y="9496"/>
                  </a:lnTo>
                  <a:lnTo>
                    <a:pt x="24118" y="9368"/>
                  </a:lnTo>
                  <a:lnTo>
                    <a:pt x="23134" y="9407"/>
                  </a:lnTo>
                  <a:lnTo>
                    <a:pt x="22597" y="9394"/>
                  </a:lnTo>
                  <a:lnTo>
                    <a:pt x="22418" y="9867"/>
                  </a:lnTo>
                  <a:lnTo>
                    <a:pt x="21983" y="9867"/>
                  </a:lnTo>
                  <a:lnTo>
                    <a:pt x="21971" y="9892"/>
                  </a:lnTo>
                  <a:lnTo>
                    <a:pt x="21958" y="9918"/>
                  </a:lnTo>
                  <a:lnTo>
                    <a:pt x="21958" y="10033"/>
                  </a:lnTo>
                  <a:lnTo>
                    <a:pt x="21983" y="10186"/>
                  </a:lnTo>
                  <a:lnTo>
                    <a:pt x="21894" y="10276"/>
                  </a:lnTo>
                  <a:lnTo>
                    <a:pt x="21830" y="10698"/>
                  </a:lnTo>
                  <a:lnTo>
                    <a:pt x="21395" y="10059"/>
                  </a:lnTo>
                  <a:lnTo>
                    <a:pt x="21574" y="9982"/>
                  </a:lnTo>
                  <a:lnTo>
                    <a:pt x="21638" y="9816"/>
                  </a:lnTo>
                  <a:lnTo>
                    <a:pt x="21817" y="9713"/>
                  </a:lnTo>
                  <a:lnTo>
                    <a:pt x="21817" y="9496"/>
                  </a:lnTo>
                  <a:lnTo>
                    <a:pt x="22367" y="9164"/>
                  </a:lnTo>
                  <a:lnTo>
                    <a:pt x="22622" y="9049"/>
                  </a:lnTo>
                  <a:lnTo>
                    <a:pt x="23134" y="9202"/>
                  </a:lnTo>
                  <a:lnTo>
                    <a:pt x="23479" y="9049"/>
                  </a:lnTo>
                  <a:lnTo>
                    <a:pt x="23632" y="9164"/>
                  </a:lnTo>
                  <a:lnTo>
                    <a:pt x="24450" y="9343"/>
                  </a:lnTo>
                  <a:lnTo>
                    <a:pt x="24833" y="9202"/>
                  </a:lnTo>
                  <a:lnTo>
                    <a:pt x="25140" y="9343"/>
                  </a:lnTo>
                  <a:lnTo>
                    <a:pt x="25255" y="9343"/>
                  </a:lnTo>
                  <a:lnTo>
                    <a:pt x="25511" y="9100"/>
                  </a:lnTo>
                  <a:lnTo>
                    <a:pt x="25805" y="9049"/>
                  </a:lnTo>
                  <a:close/>
                  <a:moveTo>
                    <a:pt x="6353" y="10289"/>
                  </a:moveTo>
                  <a:lnTo>
                    <a:pt x="6353" y="10570"/>
                  </a:lnTo>
                  <a:lnTo>
                    <a:pt x="6557" y="10646"/>
                  </a:lnTo>
                  <a:lnTo>
                    <a:pt x="6455" y="10761"/>
                  </a:lnTo>
                  <a:lnTo>
                    <a:pt x="6174" y="10761"/>
                  </a:lnTo>
                  <a:lnTo>
                    <a:pt x="5893" y="10915"/>
                  </a:lnTo>
                  <a:lnTo>
                    <a:pt x="5599" y="11362"/>
                  </a:lnTo>
                  <a:lnTo>
                    <a:pt x="5599" y="11273"/>
                  </a:lnTo>
                  <a:lnTo>
                    <a:pt x="5714" y="10953"/>
                  </a:lnTo>
                  <a:lnTo>
                    <a:pt x="6084" y="10646"/>
                  </a:lnTo>
                  <a:lnTo>
                    <a:pt x="6084" y="10404"/>
                  </a:lnTo>
                  <a:lnTo>
                    <a:pt x="6174" y="10352"/>
                  </a:lnTo>
                  <a:lnTo>
                    <a:pt x="6250" y="10314"/>
                  </a:lnTo>
                  <a:lnTo>
                    <a:pt x="6314" y="10289"/>
                  </a:lnTo>
                  <a:close/>
                  <a:moveTo>
                    <a:pt x="17689" y="0"/>
                  </a:moveTo>
                  <a:lnTo>
                    <a:pt x="17459" y="192"/>
                  </a:lnTo>
                  <a:lnTo>
                    <a:pt x="17242" y="192"/>
                  </a:lnTo>
                  <a:lnTo>
                    <a:pt x="17191" y="320"/>
                  </a:lnTo>
                  <a:lnTo>
                    <a:pt x="16411" y="639"/>
                  </a:lnTo>
                  <a:lnTo>
                    <a:pt x="15580" y="741"/>
                  </a:lnTo>
                  <a:lnTo>
                    <a:pt x="14865" y="831"/>
                  </a:lnTo>
                  <a:lnTo>
                    <a:pt x="14660" y="1099"/>
                  </a:lnTo>
                  <a:lnTo>
                    <a:pt x="14174" y="1189"/>
                  </a:lnTo>
                  <a:lnTo>
                    <a:pt x="13650" y="1189"/>
                  </a:lnTo>
                  <a:lnTo>
                    <a:pt x="12884" y="1496"/>
                  </a:lnTo>
                  <a:lnTo>
                    <a:pt x="12372" y="1432"/>
                  </a:lnTo>
                  <a:lnTo>
                    <a:pt x="11605" y="1432"/>
                  </a:lnTo>
                  <a:lnTo>
                    <a:pt x="11388" y="1611"/>
                  </a:lnTo>
                  <a:lnTo>
                    <a:pt x="11388" y="1841"/>
                  </a:lnTo>
                  <a:lnTo>
                    <a:pt x="11797" y="2032"/>
                  </a:lnTo>
                  <a:lnTo>
                    <a:pt x="11682" y="2211"/>
                  </a:lnTo>
                  <a:lnTo>
                    <a:pt x="11976" y="2275"/>
                  </a:lnTo>
                  <a:lnTo>
                    <a:pt x="12257" y="2429"/>
                  </a:lnTo>
                  <a:lnTo>
                    <a:pt x="12257" y="2595"/>
                  </a:lnTo>
                  <a:lnTo>
                    <a:pt x="11618" y="2595"/>
                  </a:lnTo>
                  <a:lnTo>
                    <a:pt x="11529" y="2748"/>
                  </a:lnTo>
                  <a:lnTo>
                    <a:pt x="11299" y="2799"/>
                  </a:lnTo>
                  <a:lnTo>
                    <a:pt x="11235" y="2927"/>
                  </a:lnTo>
                  <a:lnTo>
                    <a:pt x="11388" y="3080"/>
                  </a:lnTo>
                  <a:lnTo>
                    <a:pt x="11439" y="3298"/>
                  </a:lnTo>
                  <a:lnTo>
                    <a:pt x="11196" y="3515"/>
                  </a:lnTo>
                  <a:lnTo>
                    <a:pt x="10647" y="3592"/>
                  </a:lnTo>
                  <a:lnTo>
                    <a:pt x="10634" y="3694"/>
                  </a:lnTo>
                  <a:lnTo>
                    <a:pt x="10954" y="3847"/>
                  </a:lnTo>
                  <a:lnTo>
                    <a:pt x="10992" y="3937"/>
                  </a:lnTo>
                  <a:lnTo>
                    <a:pt x="11260" y="3937"/>
                  </a:lnTo>
                  <a:lnTo>
                    <a:pt x="11503" y="4128"/>
                  </a:lnTo>
                  <a:lnTo>
                    <a:pt x="11823" y="4179"/>
                  </a:lnTo>
                  <a:lnTo>
                    <a:pt x="11874" y="4371"/>
                  </a:lnTo>
                  <a:lnTo>
                    <a:pt x="12078" y="4371"/>
                  </a:lnTo>
                  <a:lnTo>
                    <a:pt x="11823" y="4576"/>
                  </a:lnTo>
                  <a:lnTo>
                    <a:pt x="11695" y="4959"/>
                  </a:lnTo>
                  <a:lnTo>
                    <a:pt x="10698" y="5074"/>
                  </a:lnTo>
                  <a:lnTo>
                    <a:pt x="10698" y="4908"/>
                  </a:lnTo>
                  <a:lnTo>
                    <a:pt x="10596" y="4908"/>
                  </a:lnTo>
                  <a:lnTo>
                    <a:pt x="10481" y="5202"/>
                  </a:lnTo>
                  <a:lnTo>
                    <a:pt x="10276" y="5202"/>
                  </a:lnTo>
                  <a:lnTo>
                    <a:pt x="10148" y="5100"/>
                  </a:lnTo>
                  <a:lnTo>
                    <a:pt x="9522" y="5010"/>
                  </a:lnTo>
                  <a:lnTo>
                    <a:pt x="9394" y="4588"/>
                  </a:lnTo>
                  <a:lnTo>
                    <a:pt x="8858" y="4576"/>
                  </a:lnTo>
                  <a:lnTo>
                    <a:pt x="8858" y="4742"/>
                  </a:lnTo>
                  <a:lnTo>
                    <a:pt x="8385" y="4857"/>
                  </a:lnTo>
                  <a:lnTo>
                    <a:pt x="8385" y="4627"/>
                  </a:lnTo>
                  <a:lnTo>
                    <a:pt x="7822" y="4601"/>
                  </a:lnTo>
                  <a:lnTo>
                    <a:pt x="7209" y="5215"/>
                  </a:lnTo>
                  <a:lnTo>
                    <a:pt x="6634" y="4767"/>
                  </a:lnTo>
                  <a:lnTo>
                    <a:pt x="6340" y="4729"/>
                  </a:lnTo>
                  <a:lnTo>
                    <a:pt x="6186" y="5036"/>
                  </a:lnTo>
                  <a:lnTo>
                    <a:pt x="6033" y="4576"/>
                  </a:lnTo>
                  <a:lnTo>
                    <a:pt x="5790" y="4576"/>
                  </a:lnTo>
                  <a:lnTo>
                    <a:pt x="5471" y="4192"/>
                  </a:lnTo>
                  <a:lnTo>
                    <a:pt x="4653" y="4192"/>
                  </a:lnTo>
                  <a:lnTo>
                    <a:pt x="4461" y="3949"/>
                  </a:lnTo>
                  <a:lnTo>
                    <a:pt x="4014" y="4192"/>
                  </a:lnTo>
                  <a:lnTo>
                    <a:pt x="3272" y="3962"/>
                  </a:lnTo>
                  <a:lnTo>
                    <a:pt x="3247" y="4026"/>
                  </a:lnTo>
                  <a:lnTo>
                    <a:pt x="2531" y="4525"/>
                  </a:lnTo>
                  <a:lnTo>
                    <a:pt x="2058" y="4601"/>
                  </a:lnTo>
                  <a:lnTo>
                    <a:pt x="2058" y="4908"/>
                  </a:lnTo>
                  <a:lnTo>
                    <a:pt x="1739" y="4972"/>
                  </a:lnTo>
                  <a:lnTo>
                    <a:pt x="1547" y="4959"/>
                  </a:lnTo>
                  <a:lnTo>
                    <a:pt x="1790" y="5751"/>
                  </a:lnTo>
                  <a:lnTo>
                    <a:pt x="1445" y="5866"/>
                  </a:lnTo>
                  <a:lnTo>
                    <a:pt x="1164" y="5585"/>
                  </a:lnTo>
                  <a:lnTo>
                    <a:pt x="895" y="5227"/>
                  </a:lnTo>
                  <a:lnTo>
                    <a:pt x="614" y="5317"/>
                  </a:lnTo>
                  <a:lnTo>
                    <a:pt x="499" y="5534"/>
                  </a:lnTo>
                  <a:lnTo>
                    <a:pt x="499" y="5700"/>
                  </a:lnTo>
                  <a:lnTo>
                    <a:pt x="307" y="5828"/>
                  </a:lnTo>
                  <a:lnTo>
                    <a:pt x="180" y="6058"/>
                  </a:lnTo>
                  <a:lnTo>
                    <a:pt x="180" y="6416"/>
                  </a:lnTo>
                  <a:lnTo>
                    <a:pt x="346" y="6672"/>
                  </a:lnTo>
                  <a:lnTo>
                    <a:pt x="180" y="6799"/>
                  </a:lnTo>
                  <a:lnTo>
                    <a:pt x="1" y="6825"/>
                  </a:lnTo>
                  <a:lnTo>
                    <a:pt x="1" y="7260"/>
                  </a:lnTo>
                  <a:lnTo>
                    <a:pt x="346" y="7426"/>
                  </a:lnTo>
                  <a:lnTo>
                    <a:pt x="435" y="7694"/>
                  </a:lnTo>
                  <a:lnTo>
                    <a:pt x="435" y="7860"/>
                  </a:lnTo>
                  <a:lnTo>
                    <a:pt x="627" y="8001"/>
                  </a:lnTo>
                  <a:lnTo>
                    <a:pt x="1164" y="7975"/>
                  </a:lnTo>
                  <a:lnTo>
                    <a:pt x="1547" y="8308"/>
                  </a:lnTo>
                  <a:lnTo>
                    <a:pt x="1841" y="8665"/>
                  </a:lnTo>
                  <a:lnTo>
                    <a:pt x="1841" y="9023"/>
                  </a:lnTo>
                  <a:lnTo>
                    <a:pt x="1547" y="8947"/>
                  </a:lnTo>
                  <a:lnTo>
                    <a:pt x="1547" y="9126"/>
                  </a:lnTo>
                  <a:lnTo>
                    <a:pt x="1815" y="9266"/>
                  </a:lnTo>
                  <a:lnTo>
                    <a:pt x="2186" y="9458"/>
                  </a:lnTo>
                  <a:lnTo>
                    <a:pt x="2544" y="9253"/>
                  </a:lnTo>
                  <a:lnTo>
                    <a:pt x="2876" y="8908"/>
                  </a:lnTo>
                  <a:lnTo>
                    <a:pt x="3196" y="8870"/>
                  </a:lnTo>
                  <a:lnTo>
                    <a:pt x="3515" y="8640"/>
                  </a:lnTo>
                  <a:lnTo>
                    <a:pt x="3937" y="8742"/>
                  </a:lnTo>
                  <a:lnTo>
                    <a:pt x="4397" y="8947"/>
                  </a:lnTo>
                  <a:lnTo>
                    <a:pt x="4691" y="8780"/>
                  </a:lnTo>
                  <a:lnTo>
                    <a:pt x="4960" y="8755"/>
                  </a:lnTo>
                  <a:lnTo>
                    <a:pt x="5075" y="8525"/>
                  </a:lnTo>
                  <a:lnTo>
                    <a:pt x="5100" y="8269"/>
                  </a:lnTo>
                  <a:lnTo>
                    <a:pt x="5535" y="8346"/>
                  </a:lnTo>
                  <a:lnTo>
                    <a:pt x="5356" y="8550"/>
                  </a:lnTo>
                  <a:lnTo>
                    <a:pt x="5087" y="8563"/>
                  </a:lnTo>
                  <a:lnTo>
                    <a:pt x="4998" y="8768"/>
                  </a:lnTo>
                  <a:lnTo>
                    <a:pt x="5126" y="8870"/>
                  </a:lnTo>
                  <a:lnTo>
                    <a:pt x="5151" y="9011"/>
                  </a:lnTo>
                  <a:lnTo>
                    <a:pt x="5100" y="9151"/>
                  </a:lnTo>
                  <a:lnTo>
                    <a:pt x="5241" y="9356"/>
                  </a:lnTo>
                  <a:lnTo>
                    <a:pt x="5138" y="9458"/>
                  </a:lnTo>
                  <a:lnTo>
                    <a:pt x="5164" y="9586"/>
                  </a:lnTo>
                  <a:lnTo>
                    <a:pt x="5177" y="9701"/>
                  </a:lnTo>
                  <a:lnTo>
                    <a:pt x="5049" y="9841"/>
                  </a:lnTo>
                  <a:lnTo>
                    <a:pt x="4806" y="10122"/>
                  </a:lnTo>
                  <a:lnTo>
                    <a:pt x="4806" y="10212"/>
                  </a:lnTo>
                  <a:lnTo>
                    <a:pt x="4998" y="10340"/>
                  </a:lnTo>
                  <a:lnTo>
                    <a:pt x="4755" y="10250"/>
                  </a:lnTo>
                  <a:lnTo>
                    <a:pt x="4563" y="10276"/>
                  </a:lnTo>
                  <a:lnTo>
                    <a:pt x="4257" y="10250"/>
                  </a:lnTo>
                  <a:lnTo>
                    <a:pt x="4090" y="10225"/>
                  </a:lnTo>
                  <a:lnTo>
                    <a:pt x="3758" y="10352"/>
                  </a:lnTo>
                  <a:lnTo>
                    <a:pt x="3694" y="10583"/>
                  </a:lnTo>
                  <a:lnTo>
                    <a:pt x="3477" y="10710"/>
                  </a:lnTo>
                  <a:lnTo>
                    <a:pt x="3387" y="10787"/>
                  </a:lnTo>
                  <a:lnTo>
                    <a:pt x="3643" y="11094"/>
                  </a:lnTo>
                  <a:lnTo>
                    <a:pt x="3451" y="10966"/>
                  </a:lnTo>
                  <a:lnTo>
                    <a:pt x="3196" y="10966"/>
                  </a:lnTo>
                  <a:lnTo>
                    <a:pt x="3094" y="10940"/>
                  </a:lnTo>
                  <a:lnTo>
                    <a:pt x="3017" y="10915"/>
                  </a:lnTo>
                  <a:lnTo>
                    <a:pt x="2979" y="10915"/>
                  </a:lnTo>
                  <a:lnTo>
                    <a:pt x="2966" y="10928"/>
                  </a:lnTo>
                  <a:lnTo>
                    <a:pt x="2953" y="10966"/>
                  </a:lnTo>
                  <a:lnTo>
                    <a:pt x="2915" y="11094"/>
                  </a:lnTo>
                  <a:lnTo>
                    <a:pt x="2876" y="11273"/>
                  </a:lnTo>
                  <a:lnTo>
                    <a:pt x="3055" y="11452"/>
                  </a:lnTo>
                  <a:lnTo>
                    <a:pt x="3221" y="11400"/>
                  </a:lnTo>
                  <a:lnTo>
                    <a:pt x="3413" y="11528"/>
                  </a:lnTo>
                  <a:lnTo>
                    <a:pt x="3400" y="11873"/>
                  </a:lnTo>
                  <a:lnTo>
                    <a:pt x="3528" y="12014"/>
                  </a:lnTo>
                  <a:lnTo>
                    <a:pt x="3784" y="12014"/>
                  </a:lnTo>
                  <a:lnTo>
                    <a:pt x="3784" y="12142"/>
                  </a:lnTo>
                  <a:lnTo>
                    <a:pt x="3784" y="12423"/>
                  </a:lnTo>
                  <a:lnTo>
                    <a:pt x="3924" y="12461"/>
                  </a:lnTo>
                  <a:lnTo>
                    <a:pt x="4142" y="12576"/>
                  </a:lnTo>
                  <a:lnTo>
                    <a:pt x="4154" y="12781"/>
                  </a:lnTo>
                  <a:lnTo>
                    <a:pt x="4666" y="12845"/>
                  </a:lnTo>
                  <a:lnTo>
                    <a:pt x="4793" y="13075"/>
                  </a:lnTo>
                  <a:lnTo>
                    <a:pt x="4499" y="13433"/>
                  </a:lnTo>
                  <a:lnTo>
                    <a:pt x="4589" y="13701"/>
                  </a:lnTo>
                  <a:lnTo>
                    <a:pt x="4602" y="13739"/>
                  </a:lnTo>
                  <a:lnTo>
                    <a:pt x="4960" y="13407"/>
                  </a:lnTo>
                  <a:lnTo>
                    <a:pt x="5484" y="13266"/>
                  </a:lnTo>
                  <a:lnTo>
                    <a:pt x="5496" y="13266"/>
                  </a:lnTo>
                  <a:lnTo>
                    <a:pt x="6059" y="13305"/>
                  </a:lnTo>
                  <a:lnTo>
                    <a:pt x="6698" y="13867"/>
                  </a:lnTo>
                  <a:lnTo>
                    <a:pt x="7030" y="14340"/>
                  </a:lnTo>
                  <a:lnTo>
                    <a:pt x="7298" y="14212"/>
                  </a:lnTo>
                  <a:lnTo>
                    <a:pt x="7298" y="10685"/>
                  </a:lnTo>
                  <a:lnTo>
                    <a:pt x="9407" y="10110"/>
                  </a:lnTo>
                  <a:lnTo>
                    <a:pt x="9663" y="10250"/>
                  </a:lnTo>
                  <a:lnTo>
                    <a:pt x="9727" y="10122"/>
                  </a:lnTo>
                  <a:lnTo>
                    <a:pt x="9765" y="10071"/>
                  </a:lnTo>
                  <a:lnTo>
                    <a:pt x="9791" y="10033"/>
                  </a:lnTo>
                  <a:lnTo>
                    <a:pt x="9842" y="10020"/>
                  </a:lnTo>
                  <a:lnTo>
                    <a:pt x="9931" y="9982"/>
                  </a:lnTo>
                  <a:lnTo>
                    <a:pt x="10008" y="9956"/>
                  </a:lnTo>
                  <a:lnTo>
                    <a:pt x="10059" y="9944"/>
                  </a:lnTo>
                  <a:lnTo>
                    <a:pt x="10276" y="9944"/>
                  </a:lnTo>
                  <a:lnTo>
                    <a:pt x="10238" y="10084"/>
                  </a:lnTo>
                  <a:lnTo>
                    <a:pt x="10110" y="10084"/>
                  </a:lnTo>
                  <a:lnTo>
                    <a:pt x="9982" y="10122"/>
                  </a:lnTo>
                  <a:lnTo>
                    <a:pt x="9880" y="10378"/>
                  </a:lnTo>
                  <a:lnTo>
                    <a:pt x="10340" y="10646"/>
                  </a:lnTo>
                  <a:lnTo>
                    <a:pt x="10340" y="10506"/>
                  </a:lnTo>
                  <a:lnTo>
                    <a:pt x="10238" y="10378"/>
                  </a:lnTo>
                  <a:lnTo>
                    <a:pt x="10238" y="10186"/>
                  </a:lnTo>
                  <a:lnTo>
                    <a:pt x="10340" y="10186"/>
                  </a:lnTo>
                  <a:lnTo>
                    <a:pt x="10455" y="10084"/>
                  </a:lnTo>
                  <a:lnTo>
                    <a:pt x="10634" y="9790"/>
                  </a:lnTo>
                  <a:lnTo>
                    <a:pt x="11222" y="9867"/>
                  </a:lnTo>
                  <a:lnTo>
                    <a:pt x="11427" y="9598"/>
                  </a:lnTo>
                  <a:lnTo>
                    <a:pt x="11414" y="9496"/>
                  </a:lnTo>
                  <a:lnTo>
                    <a:pt x="10864" y="9496"/>
                  </a:lnTo>
                  <a:lnTo>
                    <a:pt x="10826" y="9330"/>
                  </a:lnTo>
                  <a:lnTo>
                    <a:pt x="11043" y="9202"/>
                  </a:lnTo>
                  <a:lnTo>
                    <a:pt x="11324" y="9394"/>
                  </a:lnTo>
                  <a:lnTo>
                    <a:pt x="11720" y="9496"/>
                  </a:lnTo>
                  <a:lnTo>
                    <a:pt x="11720" y="9662"/>
                  </a:lnTo>
                  <a:lnTo>
                    <a:pt x="11452" y="9726"/>
                  </a:lnTo>
                  <a:lnTo>
                    <a:pt x="11401" y="9739"/>
                  </a:lnTo>
                  <a:lnTo>
                    <a:pt x="11196" y="9982"/>
                  </a:lnTo>
                  <a:lnTo>
                    <a:pt x="10647" y="9982"/>
                  </a:lnTo>
                  <a:lnTo>
                    <a:pt x="10621" y="9995"/>
                  </a:lnTo>
                  <a:lnTo>
                    <a:pt x="10621" y="10020"/>
                  </a:lnTo>
                  <a:lnTo>
                    <a:pt x="10621" y="10110"/>
                  </a:lnTo>
                  <a:lnTo>
                    <a:pt x="10634" y="10225"/>
                  </a:lnTo>
                  <a:lnTo>
                    <a:pt x="10826" y="10289"/>
                  </a:lnTo>
                  <a:lnTo>
                    <a:pt x="10826" y="10940"/>
                  </a:lnTo>
                  <a:lnTo>
                    <a:pt x="11414" y="11273"/>
                  </a:lnTo>
                  <a:lnTo>
                    <a:pt x="11810" y="11746"/>
                  </a:lnTo>
                  <a:lnTo>
                    <a:pt x="12181" y="12014"/>
                  </a:lnTo>
                  <a:lnTo>
                    <a:pt x="13305" y="12014"/>
                  </a:lnTo>
                  <a:lnTo>
                    <a:pt x="14034" y="12142"/>
                  </a:lnTo>
                  <a:lnTo>
                    <a:pt x="14341" y="11822"/>
                  </a:lnTo>
                  <a:lnTo>
                    <a:pt x="14711" y="12027"/>
                  </a:lnTo>
                  <a:lnTo>
                    <a:pt x="14992" y="12423"/>
                  </a:lnTo>
                  <a:lnTo>
                    <a:pt x="15146" y="12589"/>
                  </a:lnTo>
                  <a:lnTo>
                    <a:pt x="15452" y="12576"/>
                  </a:lnTo>
                  <a:lnTo>
                    <a:pt x="15452" y="13241"/>
                  </a:lnTo>
                  <a:lnTo>
                    <a:pt x="15274" y="13343"/>
                  </a:lnTo>
                  <a:lnTo>
                    <a:pt x="15337" y="13407"/>
                  </a:lnTo>
                  <a:lnTo>
                    <a:pt x="15670" y="13637"/>
                  </a:lnTo>
                  <a:lnTo>
                    <a:pt x="15746" y="14212"/>
                  </a:lnTo>
                  <a:lnTo>
                    <a:pt x="15976" y="14353"/>
                  </a:lnTo>
                  <a:lnTo>
                    <a:pt x="16935" y="14353"/>
                  </a:lnTo>
                  <a:lnTo>
                    <a:pt x="17127" y="14800"/>
                  </a:lnTo>
                  <a:lnTo>
                    <a:pt x="17382" y="14800"/>
                  </a:lnTo>
                  <a:lnTo>
                    <a:pt x="17472" y="14506"/>
                  </a:lnTo>
                  <a:lnTo>
                    <a:pt x="17983" y="14097"/>
                  </a:lnTo>
                  <a:lnTo>
                    <a:pt x="18520" y="13867"/>
                  </a:lnTo>
                  <a:lnTo>
                    <a:pt x="19261" y="13203"/>
                  </a:lnTo>
                  <a:lnTo>
                    <a:pt x="19453" y="12819"/>
                  </a:lnTo>
                  <a:lnTo>
                    <a:pt x="20552" y="12832"/>
                  </a:lnTo>
                  <a:lnTo>
                    <a:pt x="21165" y="13024"/>
                  </a:lnTo>
                  <a:lnTo>
                    <a:pt x="21165" y="12691"/>
                  </a:lnTo>
                  <a:lnTo>
                    <a:pt x="21830" y="12346"/>
                  </a:lnTo>
                  <a:lnTo>
                    <a:pt x="22328" y="12551"/>
                  </a:lnTo>
                  <a:lnTo>
                    <a:pt x="22763" y="12819"/>
                  </a:lnTo>
                  <a:lnTo>
                    <a:pt x="23108" y="12564"/>
                  </a:lnTo>
                  <a:lnTo>
                    <a:pt x="23415" y="12819"/>
                  </a:lnTo>
                  <a:lnTo>
                    <a:pt x="23722" y="12691"/>
                  </a:lnTo>
                  <a:lnTo>
                    <a:pt x="23734" y="12691"/>
                  </a:lnTo>
                  <a:lnTo>
                    <a:pt x="24757" y="12627"/>
                  </a:lnTo>
                  <a:lnTo>
                    <a:pt x="24770" y="12640"/>
                  </a:lnTo>
                  <a:lnTo>
                    <a:pt x="25664" y="12921"/>
                  </a:lnTo>
                  <a:lnTo>
                    <a:pt x="26022" y="13113"/>
                  </a:lnTo>
                  <a:lnTo>
                    <a:pt x="25984" y="12806"/>
                  </a:lnTo>
                  <a:lnTo>
                    <a:pt x="26444" y="12308"/>
                  </a:lnTo>
                  <a:lnTo>
                    <a:pt x="26444" y="11950"/>
                  </a:lnTo>
                  <a:lnTo>
                    <a:pt x="26201" y="11579"/>
                  </a:lnTo>
                  <a:lnTo>
                    <a:pt x="26163" y="10876"/>
                  </a:lnTo>
                  <a:lnTo>
                    <a:pt x="25856" y="10698"/>
                  </a:lnTo>
                  <a:lnTo>
                    <a:pt x="27160" y="10186"/>
                  </a:lnTo>
                  <a:lnTo>
                    <a:pt x="27479" y="10314"/>
                  </a:lnTo>
                  <a:lnTo>
                    <a:pt x="27722" y="10314"/>
                  </a:lnTo>
                  <a:lnTo>
                    <a:pt x="27952" y="10391"/>
                  </a:lnTo>
                  <a:lnTo>
                    <a:pt x="28080" y="10237"/>
                  </a:lnTo>
                  <a:lnTo>
                    <a:pt x="27939" y="10059"/>
                  </a:lnTo>
                  <a:lnTo>
                    <a:pt x="27901" y="10020"/>
                  </a:lnTo>
                  <a:lnTo>
                    <a:pt x="27914" y="9982"/>
                  </a:lnTo>
                  <a:lnTo>
                    <a:pt x="27658" y="9854"/>
                  </a:lnTo>
                  <a:lnTo>
                    <a:pt x="27696" y="9407"/>
                  </a:lnTo>
                  <a:lnTo>
                    <a:pt x="27875" y="9381"/>
                  </a:lnTo>
                  <a:lnTo>
                    <a:pt x="28029" y="9483"/>
                  </a:lnTo>
                  <a:lnTo>
                    <a:pt x="28348" y="8141"/>
                  </a:lnTo>
                  <a:lnTo>
                    <a:pt x="29268" y="8665"/>
                  </a:lnTo>
                  <a:lnTo>
                    <a:pt x="29626" y="8563"/>
                  </a:lnTo>
                  <a:lnTo>
                    <a:pt x="30074" y="8640"/>
                  </a:lnTo>
                  <a:lnTo>
                    <a:pt x="30444" y="8346"/>
                  </a:lnTo>
                  <a:lnTo>
                    <a:pt x="30393" y="7822"/>
                  </a:lnTo>
                  <a:lnTo>
                    <a:pt x="30444" y="7375"/>
                  </a:lnTo>
                  <a:lnTo>
                    <a:pt x="31160" y="7042"/>
                  </a:lnTo>
                  <a:lnTo>
                    <a:pt x="31275" y="6799"/>
                  </a:lnTo>
                  <a:lnTo>
                    <a:pt x="31160" y="6633"/>
                  </a:lnTo>
                  <a:lnTo>
                    <a:pt x="31556" y="6429"/>
                  </a:lnTo>
                  <a:lnTo>
                    <a:pt x="31927" y="6454"/>
                  </a:lnTo>
                  <a:lnTo>
                    <a:pt x="31991" y="6544"/>
                  </a:lnTo>
                  <a:lnTo>
                    <a:pt x="32042" y="6518"/>
                  </a:lnTo>
                  <a:lnTo>
                    <a:pt x="31735" y="6097"/>
                  </a:lnTo>
                  <a:lnTo>
                    <a:pt x="31569" y="6263"/>
                  </a:lnTo>
                  <a:lnTo>
                    <a:pt x="30968" y="6250"/>
                  </a:lnTo>
                  <a:lnTo>
                    <a:pt x="30700" y="6173"/>
                  </a:lnTo>
                  <a:lnTo>
                    <a:pt x="30355" y="6020"/>
                  </a:lnTo>
                  <a:lnTo>
                    <a:pt x="30304" y="5662"/>
                  </a:lnTo>
                  <a:lnTo>
                    <a:pt x="29792" y="5547"/>
                  </a:lnTo>
                  <a:lnTo>
                    <a:pt x="29792" y="5355"/>
                  </a:lnTo>
                  <a:lnTo>
                    <a:pt x="29511" y="4959"/>
                  </a:lnTo>
                  <a:lnTo>
                    <a:pt x="29000" y="4716"/>
                  </a:lnTo>
                  <a:lnTo>
                    <a:pt x="27901" y="4959"/>
                  </a:lnTo>
                  <a:lnTo>
                    <a:pt x="27390" y="5010"/>
                  </a:lnTo>
                  <a:lnTo>
                    <a:pt x="27313" y="4563"/>
                  </a:lnTo>
                  <a:lnTo>
                    <a:pt x="27019" y="4371"/>
                  </a:lnTo>
                  <a:lnTo>
                    <a:pt x="26725" y="4448"/>
                  </a:lnTo>
                  <a:lnTo>
                    <a:pt x="26725" y="4806"/>
                  </a:lnTo>
                  <a:lnTo>
                    <a:pt x="26380" y="4895"/>
                  </a:lnTo>
                  <a:lnTo>
                    <a:pt x="24833" y="2505"/>
                  </a:lnTo>
                  <a:lnTo>
                    <a:pt x="24680" y="2275"/>
                  </a:lnTo>
                  <a:lnTo>
                    <a:pt x="23658" y="1636"/>
                  </a:lnTo>
                  <a:lnTo>
                    <a:pt x="23581" y="1381"/>
                  </a:lnTo>
                  <a:lnTo>
                    <a:pt x="23785" y="1278"/>
                  </a:lnTo>
                  <a:lnTo>
                    <a:pt x="23696" y="1112"/>
                  </a:lnTo>
                  <a:lnTo>
                    <a:pt x="23376" y="1265"/>
                  </a:lnTo>
                  <a:lnTo>
                    <a:pt x="22750" y="1496"/>
                  </a:lnTo>
                  <a:lnTo>
                    <a:pt x="22648" y="1662"/>
                  </a:lnTo>
                  <a:lnTo>
                    <a:pt x="22022" y="1802"/>
                  </a:lnTo>
                  <a:lnTo>
                    <a:pt x="21958" y="2020"/>
                  </a:lnTo>
                  <a:lnTo>
                    <a:pt x="21434" y="1892"/>
                  </a:lnTo>
                  <a:lnTo>
                    <a:pt x="21242" y="2007"/>
                  </a:lnTo>
                  <a:lnTo>
                    <a:pt x="21025" y="2007"/>
                  </a:lnTo>
                  <a:lnTo>
                    <a:pt x="21101" y="1611"/>
                  </a:lnTo>
                  <a:lnTo>
                    <a:pt x="21268" y="1457"/>
                  </a:lnTo>
                  <a:lnTo>
                    <a:pt x="20961" y="1559"/>
                  </a:lnTo>
                  <a:lnTo>
                    <a:pt x="20654" y="1457"/>
                  </a:lnTo>
                  <a:lnTo>
                    <a:pt x="20488" y="1585"/>
                  </a:lnTo>
                  <a:lnTo>
                    <a:pt x="20143" y="1368"/>
                  </a:lnTo>
                  <a:lnTo>
                    <a:pt x="20143" y="1061"/>
                  </a:lnTo>
                  <a:lnTo>
                    <a:pt x="20130" y="1074"/>
                  </a:lnTo>
                  <a:lnTo>
                    <a:pt x="20130" y="1189"/>
                  </a:lnTo>
                  <a:lnTo>
                    <a:pt x="19734" y="1278"/>
                  </a:lnTo>
                  <a:lnTo>
                    <a:pt x="19414" y="1419"/>
                  </a:lnTo>
                  <a:lnTo>
                    <a:pt x="19172" y="1214"/>
                  </a:lnTo>
                  <a:lnTo>
                    <a:pt x="19312" y="1010"/>
                  </a:lnTo>
                  <a:lnTo>
                    <a:pt x="19389" y="754"/>
                  </a:lnTo>
                  <a:lnTo>
                    <a:pt x="19248" y="575"/>
                  </a:lnTo>
                  <a:lnTo>
                    <a:pt x="18993" y="90"/>
                  </a:lnTo>
                  <a:lnTo>
                    <a:pt x="18788" y="128"/>
                  </a:lnTo>
                  <a:lnTo>
                    <a:pt x="18660" y="281"/>
                  </a:lnTo>
                  <a:lnTo>
                    <a:pt x="18213" y="115"/>
                  </a:lnTo>
                  <a:lnTo>
                    <a:pt x="1768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8" name="Google Shape;986;p78">
              <a:extLst>
                <a:ext uri="{FF2B5EF4-FFF2-40B4-BE49-F238E27FC236}">
                  <a16:creationId xmlns:a16="http://schemas.microsoft.com/office/drawing/2014/main" id="{32EEB941-1741-CC5D-4F45-804E8A798704}"/>
                </a:ext>
              </a:extLst>
            </p:cNvPr>
            <p:cNvSpPr/>
            <p:nvPr/>
          </p:nvSpPr>
          <p:spPr>
            <a:xfrm>
              <a:off x="4035875" y="2239050"/>
              <a:ext cx="375475" cy="203550"/>
            </a:xfrm>
            <a:custGeom>
              <a:avLst/>
              <a:gdLst/>
              <a:ahLst/>
              <a:cxnLst/>
              <a:rect l="l" t="t" r="r" b="b"/>
              <a:pathLst>
                <a:path w="15019" h="8142" extrusionOk="0">
                  <a:moveTo>
                    <a:pt x="7708" y="1253"/>
                  </a:moveTo>
                  <a:lnTo>
                    <a:pt x="7874" y="1432"/>
                  </a:lnTo>
                  <a:lnTo>
                    <a:pt x="7874" y="1803"/>
                  </a:lnTo>
                  <a:lnTo>
                    <a:pt x="7887" y="1867"/>
                  </a:lnTo>
                  <a:lnTo>
                    <a:pt x="7925" y="1956"/>
                  </a:lnTo>
                  <a:lnTo>
                    <a:pt x="7989" y="2071"/>
                  </a:lnTo>
                  <a:lnTo>
                    <a:pt x="7759" y="2071"/>
                  </a:lnTo>
                  <a:lnTo>
                    <a:pt x="7657" y="1803"/>
                  </a:lnTo>
                  <a:lnTo>
                    <a:pt x="7708" y="1253"/>
                  </a:lnTo>
                  <a:close/>
                  <a:moveTo>
                    <a:pt x="9676" y="3106"/>
                  </a:moveTo>
                  <a:lnTo>
                    <a:pt x="9816" y="3375"/>
                  </a:lnTo>
                  <a:lnTo>
                    <a:pt x="9983" y="3566"/>
                  </a:lnTo>
                  <a:lnTo>
                    <a:pt x="9970" y="3579"/>
                  </a:lnTo>
                  <a:lnTo>
                    <a:pt x="9932" y="3618"/>
                  </a:lnTo>
                  <a:lnTo>
                    <a:pt x="9893" y="3643"/>
                  </a:lnTo>
                  <a:lnTo>
                    <a:pt x="9816" y="3643"/>
                  </a:lnTo>
                  <a:lnTo>
                    <a:pt x="9727" y="3618"/>
                  </a:lnTo>
                  <a:lnTo>
                    <a:pt x="9625" y="3566"/>
                  </a:lnTo>
                  <a:lnTo>
                    <a:pt x="9497" y="3503"/>
                  </a:lnTo>
                  <a:lnTo>
                    <a:pt x="9114" y="3196"/>
                  </a:lnTo>
                  <a:lnTo>
                    <a:pt x="9114" y="3106"/>
                  </a:lnTo>
                  <a:lnTo>
                    <a:pt x="9535" y="3247"/>
                  </a:lnTo>
                  <a:lnTo>
                    <a:pt x="9535" y="3106"/>
                  </a:lnTo>
                  <a:close/>
                  <a:moveTo>
                    <a:pt x="11478" y="4819"/>
                  </a:moveTo>
                  <a:lnTo>
                    <a:pt x="11670" y="5049"/>
                  </a:lnTo>
                  <a:lnTo>
                    <a:pt x="11478" y="5254"/>
                  </a:lnTo>
                  <a:lnTo>
                    <a:pt x="11184" y="5190"/>
                  </a:lnTo>
                  <a:lnTo>
                    <a:pt x="10788" y="5254"/>
                  </a:lnTo>
                  <a:lnTo>
                    <a:pt x="10519" y="5573"/>
                  </a:lnTo>
                  <a:lnTo>
                    <a:pt x="10583" y="5420"/>
                  </a:lnTo>
                  <a:lnTo>
                    <a:pt x="10788" y="5113"/>
                  </a:lnTo>
                  <a:lnTo>
                    <a:pt x="11158" y="5049"/>
                  </a:lnTo>
                  <a:lnTo>
                    <a:pt x="11478" y="5049"/>
                  </a:lnTo>
                  <a:lnTo>
                    <a:pt x="11478" y="4819"/>
                  </a:lnTo>
                  <a:close/>
                  <a:moveTo>
                    <a:pt x="10059" y="1"/>
                  </a:moveTo>
                  <a:lnTo>
                    <a:pt x="9395" y="13"/>
                  </a:lnTo>
                  <a:lnTo>
                    <a:pt x="9037" y="218"/>
                  </a:lnTo>
                  <a:lnTo>
                    <a:pt x="8641" y="410"/>
                  </a:lnTo>
                  <a:lnTo>
                    <a:pt x="8436" y="192"/>
                  </a:lnTo>
                  <a:lnTo>
                    <a:pt x="8423" y="192"/>
                  </a:lnTo>
                  <a:lnTo>
                    <a:pt x="8257" y="282"/>
                  </a:lnTo>
                  <a:lnTo>
                    <a:pt x="7823" y="653"/>
                  </a:lnTo>
                  <a:lnTo>
                    <a:pt x="7784" y="1125"/>
                  </a:lnTo>
                  <a:lnTo>
                    <a:pt x="7618" y="1279"/>
                  </a:lnTo>
                  <a:lnTo>
                    <a:pt x="7516" y="1125"/>
                  </a:lnTo>
                  <a:lnTo>
                    <a:pt x="7158" y="972"/>
                  </a:lnTo>
                  <a:lnTo>
                    <a:pt x="6609" y="908"/>
                  </a:lnTo>
                  <a:lnTo>
                    <a:pt x="6570" y="806"/>
                  </a:lnTo>
                  <a:lnTo>
                    <a:pt x="6212" y="972"/>
                  </a:lnTo>
                  <a:lnTo>
                    <a:pt x="5893" y="934"/>
                  </a:lnTo>
                  <a:lnTo>
                    <a:pt x="5458" y="985"/>
                  </a:lnTo>
                  <a:lnTo>
                    <a:pt x="5394" y="870"/>
                  </a:lnTo>
                  <a:lnTo>
                    <a:pt x="5215" y="908"/>
                  </a:lnTo>
                  <a:lnTo>
                    <a:pt x="4909" y="729"/>
                  </a:lnTo>
                  <a:lnTo>
                    <a:pt x="4487" y="525"/>
                  </a:lnTo>
                  <a:lnTo>
                    <a:pt x="3822" y="448"/>
                  </a:lnTo>
                  <a:lnTo>
                    <a:pt x="2851" y="474"/>
                  </a:lnTo>
                  <a:lnTo>
                    <a:pt x="2813" y="857"/>
                  </a:lnTo>
                  <a:lnTo>
                    <a:pt x="2314" y="857"/>
                  </a:lnTo>
                  <a:lnTo>
                    <a:pt x="2199" y="1164"/>
                  </a:lnTo>
                  <a:lnTo>
                    <a:pt x="2429" y="1407"/>
                  </a:lnTo>
                  <a:lnTo>
                    <a:pt x="2301" y="1956"/>
                  </a:lnTo>
                  <a:lnTo>
                    <a:pt x="1407" y="1956"/>
                  </a:lnTo>
                  <a:lnTo>
                    <a:pt x="1011" y="2582"/>
                  </a:lnTo>
                  <a:lnTo>
                    <a:pt x="640" y="3209"/>
                  </a:lnTo>
                  <a:lnTo>
                    <a:pt x="1" y="3835"/>
                  </a:lnTo>
                  <a:lnTo>
                    <a:pt x="346" y="4039"/>
                  </a:lnTo>
                  <a:lnTo>
                    <a:pt x="781" y="4039"/>
                  </a:lnTo>
                  <a:lnTo>
                    <a:pt x="2940" y="4563"/>
                  </a:lnTo>
                  <a:lnTo>
                    <a:pt x="3030" y="4678"/>
                  </a:lnTo>
                  <a:lnTo>
                    <a:pt x="3324" y="4678"/>
                  </a:lnTo>
                  <a:lnTo>
                    <a:pt x="3388" y="4563"/>
                  </a:lnTo>
                  <a:lnTo>
                    <a:pt x="4142" y="4448"/>
                  </a:lnTo>
                  <a:lnTo>
                    <a:pt x="4257" y="4244"/>
                  </a:lnTo>
                  <a:lnTo>
                    <a:pt x="4755" y="4282"/>
                  </a:lnTo>
                  <a:lnTo>
                    <a:pt x="4845" y="4103"/>
                  </a:lnTo>
                  <a:lnTo>
                    <a:pt x="5267" y="4039"/>
                  </a:lnTo>
                  <a:lnTo>
                    <a:pt x="5765" y="4372"/>
                  </a:lnTo>
                  <a:lnTo>
                    <a:pt x="5957" y="4244"/>
                  </a:lnTo>
                  <a:lnTo>
                    <a:pt x="6136" y="4436"/>
                  </a:lnTo>
                  <a:lnTo>
                    <a:pt x="6353" y="4321"/>
                  </a:lnTo>
                  <a:lnTo>
                    <a:pt x="6557" y="4589"/>
                  </a:lnTo>
                  <a:lnTo>
                    <a:pt x="6647" y="4819"/>
                  </a:lnTo>
                  <a:lnTo>
                    <a:pt x="6634" y="5151"/>
                  </a:lnTo>
                  <a:lnTo>
                    <a:pt x="6877" y="5407"/>
                  </a:lnTo>
                  <a:lnTo>
                    <a:pt x="7286" y="5778"/>
                  </a:lnTo>
                  <a:lnTo>
                    <a:pt x="6506" y="5956"/>
                  </a:lnTo>
                  <a:lnTo>
                    <a:pt x="6506" y="6263"/>
                  </a:lnTo>
                  <a:lnTo>
                    <a:pt x="6315" y="6774"/>
                  </a:lnTo>
                  <a:lnTo>
                    <a:pt x="5880" y="7107"/>
                  </a:lnTo>
                  <a:lnTo>
                    <a:pt x="5931" y="7260"/>
                  </a:lnTo>
                  <a:lnTo>
                    <a:pt x="6941" y="7260"/>
                  </a:lnTo>
                  <a:lnTo>
                    <a:pt x="6941" y="7068"/>
                  </a:lnTo>
                  <a:lnTo>
                    <a:pt x="7005" y="6966"/>
                  </a:lnTo>
                  <a:lnTo>
                    <a:pt x="7005" y="6749"/>
                  </a:lnTo>
                  <a:lnTo>
                    <a:pt x="7388" y="6685"/>
                  </a:lnTo>
                  <a:lnTo>
                    <a:pt x="7682" y="6404"/>
                  </a:lnTo>
                  <a:lnTo>
                    <a:pt x="7797" y="6199"/>
                  </a:lnTo>
                  <a:lnTo>
                    <a:pt x="7797" y="6046"/>
                  </a:lnTo>
                  <a:lnTo>
                    <a:pt x="8078" y="5931"/>
                  </a:lnTo>
                  <a:lnTo>
                    <a:pt x="8283" y="5931"/>
                  </a:lnTo>
                  <a:lnTo>
                    <a:pt x="8602" y="5854"/>
                  </a:lnTo>
                  <a:lnTo>
                    <a:pt x="8871" y="5880"/>
                  </a:lnTo>
                  <a:lnTo>
                    <a:pt x="8794" y="5931"/>
                  </a:lnTo>
                  <a:lnTo>
                    <a:pt x="8666" y="6033"/>
                  </a:lnTo>
                  <a:lnTo>
                    <a:pt x="8807" y="6212"/>
                  </a:lnTo>
                  <a:lnTo>
                    <a:pt x="9037" y="6429"/>
                  </a:lnTo>
                  <a:lnTo>
                    <a:pt x="9369" y="6327"/>
                  </a:lnTo>
                  <a:lnTo>
                    <a:pt x="9740" y="6314"/>
                  </a:lnTo>
                  <a:lnTo>
                    <a:pt x="9816" y="6378"/>
                  </a:lnTo>
                  <a:lnTo>
                    <a:pt x="9995" y="6493"/>
                  </a:lnTo>
                  <a:lnTo>
                    <a:pt x="10098" y="6429"/>
                  </a:lnTo>
                  <a:lnTo>
                    <a:pt x="10072" y="6314"/>
                  </a:lnTo>
                  <a:lnTo>
                    <a:pt x="10238" y="6340"/>
                  </a:lnTo>
                  <a:lnTo>
                    <a:pt x="10251" y="6263"/>
                  </a:lnTo>
                  <a:lnTo>
                    <a:pt x="10340" y="6238"/>
                  </a:lnTo>
                  <a:lnTo>
                    <a:pt x="10379" y="6327"/>
                  </a:lnTo>
                  <a:lnTo>
                    <a:pt x="10507" y="6250"/>
                  </a:lnTo>
                  <a:lnTo>
                    <a:pt x="10673" y="6276"/>
                  </a:lnTo>
                  <a:lnTo>
                    <a:pt x="10724" y="6353"/>
                  </a:lnTo>
                  <a:lnTo>
                    <a:pt x="10583" y="6557"/>
                  </a:lnTo>
                  <a:lnTo>
                    <a:pt x="10315" y="6570"/>
                  </a:lnTo>
                  <a:lnTo>
                    <a:pt x="10302" y="6480"/>
                  </a:lnTo>
                  <a:lnTo>
                    <a:pt x="10149" y="6429"/>
                  </a:lnTo>
                  <a:lnTo>
                    <a:pt x="10098" y="6506"/>
                  </a:lnTo>
                  <a:lnTo>
                    <a:pt x="9995" y="6570"/>
                  </a:lnTo>
                  <a:lnTo>
                    <a:pt x="9829" y="6685"/>
                  </a:lnTo>
                  <a:lnTo>
                    <a:pt x="9638" y="6672"/>
                  </a:lnTo>
                  <a:lnTo>
                    <a:pt x="9408" y="6838"/>
                  </a:lnTo>
                  <a:lnTo>
                    <a:pt x="9126" y="6953"/>
                  </a:lnTo>
                  <a:lnTo>
                    <a:pt x="9126" y="7119"/>
                  </a:lnTo>
                  <a:lnTo>
                    <a:pt x="9356" y="7094"/>
                  </a:lnTo>
                  <a:lnTo>
                    <a:pt x="9497" y="7094"/>
                  </a:lnTo>
                  <a:lnTo>
                    <a:pt x="9612" y="7235"/>
                  </a:lnTo>
                  <a:lnTo>
                    <a:pt x="9791" y="7222"/>
                  </a:lnTo>
                  <a:lnTo>
                    <a:pt x="9970" y="7273"/>
                  </a:lnTo>
                  <a:lnTo>
                    <a:pt x="10085" y="7362"/>
                  </a:lnTo>
                  <a:lnTo>
                    <a:pt x="10098" y="7439"/>
                  </a:lnTo>
                  <a:lnTo>
                    <a:pt x="10021" y="7503"/>
                  </a:lnTo>
                  <a:lnTo>
                    <a:pt x="10059" y="7592"/>
                  </a:lnTo>
                  <a:lnTo>
                    <a:pt x="10059" y="7733"/>
                  </a:lnTo>
                  <a:lnTo>
                    <a:pt x="9932" y="7848"/>
                  </a:lnTo>
                  <a:lnTo>
                    <a:pt x="10021" y="8065"/>
                  </a:lnTo>
                  <a:lnTo>
                    <a:pt x="10366" y="8142"/>
                  </a:lnTo>
                  <a:lnTo>
                    <a:pt x="10443" y="8078"/>
                  </a:lnTo>
                  <a:lnTo>
                    <a:pt x="10507" y="7950"/>
                  </a:lnTo>
                  <a:lnTo>
                    <a:pt x="10634" y="7899"/>
                  </a:lnTo>
                  <a:lnTo>
                    <a:pt x="10864" y="7669"/>
                  </a:lnTo>
                  <a:lnTo>
                    <a:pt x="11197" y="7656"/>
                  </a:lnTo>
                  <a:lnTo>
                    <a:pt x="11235" y="7567"/>
                  </a:lnTo>
                  <a:lnTo>
                    <a:pt x="11376" y="7503"/>
                  </a:lnTo>
                  <a:lnTo>
                    <a:pt x="11491" y="7413"/>
                  </a:lnTo>
                  <a:lnTo>
                    <a:pt x="11708" y="7413"/>
                  </a:lnTo>
                  <a:lnTo>
                    <a:pt x="11874" y="7528"/>
                  </a:lnTo>
                  <a:lnTo>
                    <a:pt x="12143" y="7439"/>
                  </a:lnTo>
                  <a:lnTo>
                    <a:pt x="12194" y="7286"/>
                  </a:lnTo>
                  <a:lnTo>
                    <a:pt x="12398" y="7247"/>
                  </a:lnTo>
                  <a:lnTo>
                    <a:pt x="12500" y="7235"/>
                  </a:lnTo>
                  <a:lnTo>
                    <a:pt x="12500" y="7171"/>
                  </a:lnTo>
                  <a:lnTo>
                    <a:pt x="12449" y="7056"/>
                  </a:lnTo>
                  <a:lnTo>
                    <a:pt x="12334" y="6992"/>
                  </a:lnTo>
                  <a:lnTo>
                    <a:pt x="12028" y="6966"/>
                  </a:lnTo>
                  <a:lnTo>
                    <a:pt x="11989" y="7145"/>
                  </a:lnTo>
                  <a:lnTo>
                    <a:pt x="11593" y="7132"/>
                  </a:lnTo>
                  <a:lnTo>
                    <a:pt x="11261" y="7017"/>
                  </a:lnTo>
                  <a:lnTo>
                    <a:pt x="11235" y="6877"/>
                  </a:lnTo>
                  <a:lnTo>
                    <a:pt x="11197" y="6813"/>
                  </a:lnTo>
                  <a:lnTo>
                    <a:pt x="10916" y="6698"/>
                  </a:lnTo>
                  <a:lnTo>
                    <a:pt x="10967" y="6634"/>
                  </a:lnTo>
                  <a:lnTo>
                    <a:pt x="10749" y="6468"/>
                  </a:lnTo>
                  <a:lnTo>
                    <a:pt x="10864" y="6327"/>
                  </a:lnTo>
                  <a:lnTo>
                    <a:pt x="11120" y="6289"/>
                  </a:lnTo>
                  <a:lnTo>
                    <a:pt x="11312" y="6135"/>
                  </a:lnTo>
                  <a:lnTo>
                    <a:pt x="11389" y="5982"/>
                  </a:lnTo>
                  <a:lnTo>
                    <a:pt x="11478" y="6033"/>
                  </a:lnTo>
                  <a:lnTo>
                    <a:pt x="11644" y="6020"/>
                  </a:lnTo>
                  <a:lnTo>
                    <a:pt x="11849" y="5867"/>
                  </a:lnTo>
                  <a:lnTo>
                    <a:pt x="12079" y="5867"/>
                  </a:lnTo>
                  <a:lnTo>
                    <a:pt x="12206" y="5790"/>
                  </a:lnTo>
                  <a:lnTo>
                    <a:pt x="12603" y="5790"/>
                  </a:lnTo>
                  <a:lnTo>
                    <a:pt x="12692" y="5662"/>
                  </a:lnTo>
                  <a:lnTo>
                    <a:pt x="12845" y="5650"/>
                  </a:lnTo>
                  <a:lnTo>
                    <a:pt x="12999" y="5547"/>
                  </a:lnTo>
                  <a:lnTo>
                    <a:pt x="13178" y="5420"/>
                  </a:lnTo>
                  <a:lnTo>
                    <a:pt x="13382" y="5343"/>
                  </a:lnTo>
                  <a:lnTo>
                    <a:pt x="13600" y="5381"/>
                  </a:lnTo>
                  <a:lnTo>
                    <a:pt x="13715" y="4819"/>
                  </a:lnTo>
                  <a:lnTo>
                    <a:pt x="14047" y="4819"/>
                  </a:lnTo>
                  <a:lnTo>
                    <a:pt x="14405" y="4551"/>
                  </a:lnTo>
                  <a:lnTo>
                    <a:pt x="14865" y="4551"/>
                  </a:lnTo>
                  <a:lnTo>
                    <a:pt x="15005" y="4180"/>
                  </a:lnTo>
                  <a:lnTo>
                    <a:pt x="14788" y="3975"/>
                  </a:lnTo>
                  <a:lnTo>
                    <a:pt x="14763" y="3605"/>
                  </a:lnTo>
                  <a:lnTo>
                    <a:pt x="14942" y="3592"/>
                  </a:lnTo>
                  <a:lnTo>
                    <a:pt x="14827" y="3477"/>
                  </a:lnTo>
                  <a:lnTo>
                    <a:pt x="15018" y="3221"/>
                  </a:lnTo>
                  <a:lnTo>
                    <a:pt x="15018" y="2851"/>
                  </a:lnTo>
                  <a:lnTo>
                    <a:pt x="14788" y="2851"/>
                  </a:lnTo>
                  <a:lnTo>
                    <a:pt x="14290" y="2685"/>
                  </a:lnTo>
                  <a:lnTo>
                    <a:pt x="13753" y="2442"/>
                  </a:lnTo>
                  <a:lnTo>
                    <a:pt x="13382" y="2442"/>
                  </a:lnTo>
                  <a:lnTo>
                    <a:pt x="13242" y="2020"/>
                  </a:lnTo>
                  <a:lnTo>
                    <a:pt x="12833" y="2212"/>
                  </a:lnTo>
                  <a:lnTo>
                    <a:pt x="12373" y="2212"/>
                  </a:lnTo>
                  <a:lnTo>
                    <a:pt x="11951" y="2084"/>
                  </a:lnTo>
                  <a:lnTo>
                    <a:pt x="11580" y="2084"/>
                  </a:lnTo>
                  <a:lnTo>
                    <a:pt x="11286" y="1458"/>
                  </a:lnTo>
                  <a:lnTo>
                    <a:pt x="10954" y="1228"/>
                  </a:lnTo>
                  <a:lnTo>
                    <a:pt x="10583" y="1228"/>
                  </a:lnTo>
                  <a:lnTo>
                    <a:pt x="10340" y="806"/>
                  </a:lnTo>
                  <a:lnTo>
                    <a:pt x="10634" y="665"/>
                  </a:lnTo>
                  <a:lnTo>
                    <a:pt x="10379" y="371"/>
                  </a:lnTo>
                  <a:lnTo>
                    <a:pt x="1005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9" name="Google Shape;987;p78">
              <a:extLst>
                <a:ext uri="{FF2B5EF4-FFF2-40B4-BE49-F238E27FC236}">
                  <a16:creationId xmlns:a16="http://schemas.microsoft.com/office/drawing/2014/main" id="{0ED95A8A-B6D4-960C-39C4-868BDC0DA968}"/>
                </a:ext>
              </a:extLst>
            </p:cNvPr>
            <p:cNvSpPr/>
            <p:nvPr/>
          </p:nvSpPr>
          <p:spPr>
            <a:xfrm>
              <a:off x="4417400" y="2459525"/>
              <a:ext cx="130375" cy="58500"/>
            </a:xfrm>
            <a:custGeom>
              <a:avLst/>
              <a:gdLst/>
              <a:ahLst/>
              <a:cxnLst/>
              <a:rect l="l" t="t" r="r" b="b"/>
              <a:pathLst>
                <a:path w="5215" h="2340" extrusionOk="0">
                  <a:moveTo>
                    <a:pt x="77" y="0"/>
                  </a:moveTo>
                  <a:lnTo>
                    <a:pt x="0" y="103"/>
                  </a:lnTo>
                  <a:lnTo>
                    <a:pt x="64" y="103"/>
                  </a:lnTo>
                  <a:lnTo>
                    <a:pt x="128" y="294"/>
                  </a:lnTo>
                  <a:lnTo>
                    <a:pt x="665" y="486"/>
                  </a:lnTo>
                  <a:lnTo>
                    <a:pt x="805" y="665"/>
                  </a:lnTo>
                  <a:lnTo>
                    <a:pt x="1074" y="690"/>
                  </a:lnTo>
                  <a:lnTo>
                    <a:pt x="1304" y="1572"/>
                  </a:lnTo>
                  <a:lnTo>
                    <a:pt x="1099" y="1815"/>
                  </a:lnTo>
                  <a:lnTo>
                    <a:pt x="1368" y="1879"/>
                  </a:lnTo>
                  <a:lnTo>
                    <a:pt x="1674" y="1879"/>
                  </a:lnTo>
                  <a:lnTo>
                    <a:pt x="1943" y="1969"/>
                  </a:lnTo>
                  <a:lnTo>
                    <a:pt x="2160" y="1879"/>
                  </a:lnTo>
                  <a:lnTo>
                    <a:pt x="2186" y="1879"/>
                  </a:lnTo>
                  <a:lnTo>
                    <a:pt x="2198" y="1892"/>
                  </a:lnTo>
                  <a:lnTo>
                    <a:pt x="2518" y="2186"/>
                  </a:lnTo>
                  <a:lnTo>
                    <a:pt x="2876" y="2186"/>
                  </a:lnTo>
                  <a:lnTo>
                    <a:pt x="3080" y="2339"/>
                  </a:lnTo>
                  <a:lnTo>
                    <a:pt x="3208" y="2250"/>
                  </a:lnTo>
                  <a:lnTo>
                    <a:pt x="4141" y="1930"/>
                  </a:lnTo>
                  <a:lnTo>
                    <a:pt x="4167" y="1930"/>
                  </a:lnTo>
                  <a:lnTo>
                    <a:pt x="4806" y="2237"/>
                  </a:lnTo>
                  <a:lnTo>
                    <a:pt x="5163" y="2314"/>
                  </a:lnTo>
                  <a:lnTo>
                    <a:pt x="5163" y="1802"/>
                  </a:lnTo>
                  <a:lnTo>
                    <a:pt x="5163" y="1790"/>
                  </a:lnTo>
                  <a:lnTo>
                    <a:pt x="5215" y="1700"/>
                  </a:lnTo>
                  <a:lnTo>
                    <a:pt x="4985" y="1470"/>
                  </a:lnTo>
                  <a:lnTo>
                    <a:pt x="4588" y="1419"/>
                  </a:lnTo>
                  <a:lnTo>
                    <a:pt x="4576" y="1419"/>
                  </a:lnTo>
                  <a:lnTo>
                    <a:pt x="4384" y="1317"/>
                  </a:lnTo>
                  <a:lnTo>
                    <a:pt x="4371" y="1304"/>
                  </a:lnTo>
                  <a:lnTo>
                    <a:pt x="4371" y="1278"/>
                  </a:lnTo>
                  <a:lnTo>
                    <a:pt x="4435" y="1061"/>
                  </a:lnTo>
                  <a:lnTo>
                    <a:pt x="4435" y="933"/>
                  </a:lnTo>
                  <a:lnTo>
                    <a:pt x="4179" y="946"/>
                  </a:lnTo>
                  <a:lnTo>
                    <a:pt x="4167" y="933"/>
                  </a:lnTo>
                  <a:lnTo>
                    <a:pt x="4154" y="933"/>
                  </a:lnTo>
                  <a:lnTo>
                    <a:pt x="4052" y="805"/>
                  </a:lnTo>
                  <a:lnTo>
                    <a:pt x="3502" y="818"/>
                  </a:lnTo>
                  <a:lnTo>
                    <a:pt x="3246" y="857"/>
                  </a:lnTo>
                  <a:lnTo>
                    <a:pt x="3042" y="1023"/>
                  </a:lnTo>
                  <a:lnTo>
                    <a:pt x="3029" y="1036"/>
                  </a:lnTo>
                  <a:lnTo>
                    <a:pt x="3016" y="1036"/>
                  </a:lnTo>
                  <a:lnTo>
                    <a:pt x="3003" y="1023"/>
                  </a:lnTo>
                  <a:lnTo>
                    <a:pt x="2991" y="1010"/>
                  </a:lnTo>
                  <a:lnTo>
                    <a:pt x="2876" y="665"/>
                  </a:lnTo>
                  <a:lnTo>
                    <a:pt x="2710" y="665"/>
                  </a:lnTo>
                  <a:lnTo>
                    <a:pt x="2684" y="652"/>
                  </a:lnTo>
                  <a:lnTo>
                    <a:pt x="2288" y="358"/>
                  </a:lnTo>
                  <a:lnTo>
                    <a:pt x="1393" y="358"/>
                  </a:lnTo>
                  <a:lnTo>
                    <a:pt x="792" y="128"/>
                  </a:lnTo>
                  <a:lnTo>
                    <a:pt x="7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0" name="Google Shape;988;p78">
              <a:extLst>
                <a:ext uri="{FF2B5EF4-FFF2-40B4-BE49-F238E27FC236}">
                  <a16:creationId xmlns:a16="http://schemas.microsoft.com/office/drawing/2014/main" id="{20D572D7-1673-1056-7E76-7F0F15FCE144}"/>
                </a:ext>
              </a:extLst>
            </p:cNvPr>
            <p:cNvSpPr/>
            <p:nvPr/>
          </p:nvSpPr>
          <p:spPr>
            <a:xfrm>
              <a:off x="5350375" y="2244475"/>
              <a:ext cx="634575" cy="261075"/>
            </a:xfrm>
            <a:custGeom>
              <a:avLst/>
              <a:gdLst/>
              <a:ahLst/>
              <a:cxnLst/>
              <a:rect l="l" t="t" r="r" b="b"/>
              <a:pathLst>
                <a:path w="25383" h="10443" extrusionOk="0">
                  <a:moveTo>
                    <a:pt x="10481" y="832"/>
                  </a:moveTo>
                  <a:lnTo>
                    <a:pt x="10532" y="1023"/>
                  </a:lnTo>
                  <a:lnTo>
                    <a:pt x="10532" y="1343"/>
                  </a:lnTo>
                  <a:lnTo>
                    <a:pt x="10442" y="1432"/>
                  </a:lnTo>
                  <a:lnTo>
                    <a:pt x="10353" y="1522"/>
                  </a:lnTo>
                  <a:lnTo>
                    <a:pt x="10238" y="1854"/>
                  </a:lnTo>
                  <a:lnTo>
                    <a:pt x="10238" y="1049"/>
                  </a:lnTo>
                  <a:lnTo>
                    <a:pt x="10391" y="934"/>
                  </a:lnTo>
                  <a:lnTo>
                    <a:pt x="10481" y="832"/>
                  </a:lnTo>
                  <a:close/>
                  <a:moveTo>
                    <a:pt x="4435" y="1803"/>
                  </a:moveTo>
                  <a:lnTo>
                    <a:pt x="4435" y="1944"/>
                  </a:lnTo>
                  <a:lnTo>
                    <a:pt x="4742" y="2033"/>
                  </a:lnTo>
                  <a:lnTo>
                    <a:pt x="4589" y="2135"/>
                  </a:lnTo>
                  <a:lnTo>
                    <a:pt x="4525" y="2135"/>
                  </a:lnTo>
                  <a:lnTo>
                    <a:pt x="4435" y="2289"/>
                  </a:lnTo>
                  <a:lnTo>
                    <a:pt x="4295" y="2289"/>
                  </a:lnTo>
                  <a:lnTo>
                    <a:pt x="4039" y="2046"/>
                  </a:lnTo>
                  <a:lnTo>
                    <a:pt x="4154" y="1803"/>
                  </a:lnTo>
                  <a:close/>
                  <a:moveTo>
                    <a:pt x="4550" y="3043"/>
                  </a:moveTo>
                  <a:lnTo>
                    <a:pt x="5023" y="3196"/>
                  </a:lnTo>
                  <a:lnTo>
                    <a:pt x="5023" y="3286"/>
                  </a:lnTo>
                  <a:lnTo>
                    <a:pt x="4947" y="3362"/>
                  </a:lnTo>
                  <a:lnTo>
                    <a:pt x="4947" y="3465"/>
                  </a:lnTo>
                  <a:lnTo>
                    <a:pt x="4793" y="3528"/>
                  </a:lnTo>
                  <a:lnTo>
                    <a:pt x="4742" y="3286"/>
                  </a:lnTo>
                  <a:lnTo>
                    <a:pt x="4666" y="3286"/>
                  </a:lnTo>
                  <a:lnTo>
                    <a:pt x="4614" y="3273"/>
                  </a:lnTo>
                  <a:lnTo>
                    <a:pt x="4550" y="3286"/>
                  </a:lnTo>
                  <a:lnTo>
                    <a:pt x="4525" y="3286"/>
                  </a:lnTo>
                  <a:lnTo>
                    <a:pt x="4499" y="3273"/>
                  </a:lnTo>
                  <a:lnTo>
                    <a:pt x="4474" y="3234"/>
                  </a:lnTo>
                  <a:lnTo>
                    <a:pt x="4448" y="3171"/>
                  </a:lnTo>
                  <a:lnTo>
                    <a:pt x="4525" y="3068"/>
                  </a:lnTo>
                  <a:lnTo>
                    <a:pt x="4550" y="3043"/>
                  </a:lnTo>
                  <a:close/>
                  <a:moveTo>
                    <a:pt x="4589" y="4231"/>
                  </a:moveTo>
                  <a:lnTo>
                    <a:pt x="4781" y="4385"/>
                  </a:lnTo>
                  <a:lnTo>
                    <a:pt x="4640" y="4538"/>
                  </a:lnTo>
                  <a:lnTo>
                    <a:pt x="4538" y="4423"/>
                  </a:lnTo>
                  <a:lnTo>
                    <a:pt x="4589" y="4231"/>
                  </a:lnTo>
                  <a:close/>
                  <a:moveTo>
                    <a:pt x="4244" y="4142"/>
                  </a:moveTo>
                  <a:lnTo>
                    <a:pt x="4244" y="4193"/>
                  </a:lnTo>
                  <a:lnTo>
                    <a:pt x="4231" y="4282"/>
                  </a:lnTo>
                  <a:lnTo>
                    <a:pt x="4193" y="4321"/>
                  </a:lnTo>
                  <a:lnTo>
                    <a:pt x="4129" y="4385"/>
                  </a:lnTo>
                  <a:lnTo>
                    <a:pt x="4039" y="4474"/>
                  </a:lnTo>
                  <a:lnTo>
                    <a:pt x="3860" y="4717"/>
                  </a:lnTo>
                  <a:lnTo>
                    <a:pt x="3796" y="4717"/>
                  </a:lnTo>
                  <a:lnTo>
                    <a:pt x="3796" y="4474"/>
                  </a:lnTo>
                  <a:lnTo>
                    <a:pt x="3937" y="4282"/>
                  </a:lnTo>
                  <a:lnTo>
                    <a:pt x="4014" y="4385"/>
                  </a:lnTo>
                  <a:lnTo>
                    <a:pt x="4231" y="4142"/>
                  </a:lnTo>
                  <a:close/>
                  <a:moveTo>
                    <a:pt x="8628" y="1"/>
                  </a:moveTo>
                  <a:lnTo>
                    <a:pt x="8628" y="282"/>
                  </a:lnTo>
                  <a:lnTo>
                    <a:pt x="8385" y="448"/>
                  </a:lnTo>
                  <a:lnTo>
                    <a:pt x="8219" y="691"/>
                  </a:lnTo>
                  <a:lnTo>
                    <a:pt x="8001" y="1023"/>
                  </a:lnTo>
                  <a:lnTo>
                    <a:pt x="8065" y="1420"/>
                  </a:lnTo>
                  <a:lnTo>
                    <a:pt x="8385" y="1599"/>
                  </a:lnTo>
                  <a:lnTo>
                    <a:pt x="8167" y="2110"/>
                  </a:lnTo>
                  <a:lnTo>
                    <a:pt x="7810" y="2276"/>
                  </a:lnTo>
                  <a:lnTo>
                    <a:pt x="7362" y="2365"/>
                  </a:lnTo>
                  <a:lnTo>
                    <a:pt x="7132" y="2289"/>
                  </a:lnTo>
                  <a:lnTo>
                    <a:pt x="6838" y="2289"/>
                  </a:lnTo>
                  <a:lnTo>
                    <a:pt x="6327" y="2071"/>
                  </a:lnTo>
                  <a:lnTo>
                    <a:pt x="5714" y="2225"/>
                  </a:lnTo>
                  <a:lnTo>
                    <a:pt x="5343" y="2161"/>
                  </a:lnTo>
                  <a:lnTo>
                    <a:pt x="5126" y="1956"/>
                  </a:lnTo>
                  <a:lnTo>
                    <a:pt x="5126" y="1714"/>
                  </a:lnTo>
                  <a:lnTo>
                    <a:pt x="4934" y="1535"/>
                  </a:lnTo>
                  <a:lnTo>
                    <a:pt x="4039" y="1509"/>
                  </a:lnTo>
                  <a:lnTo>
                    <a:pt x="3796" y="1317"/>
                  </a:lnTo>
                  <a:lnTo>
                    <a:pt x="3541" y="1496"/>
                  </a:lnTo>
                  <a:lnTo>
                    <a:pt x="3400" y="1317"/>
                  </a:lnTo>
                  <a:lnTo>
                    <a:pt x="3157" y="1317"/>
                  </a:lnTo>
                  <a:lnTo>
                    <a:pt x="2966" y="1560"/>
                  </a:lnTo>
                  <a:lnTo>
                    <a:pt x="2352" y="1777"/>
                  </a:lnTo>
                  <a:lnTo>
                    <a:pt x="1458" y="2161"/>
                  </a:lnTo>
                  <a:lnTo>
                    <a:pt x="1279" y="2429"/>
                  </a:lnTo>
                  <a:lnTo>
                    <a:pt x="793" y="2672"/>
                  </a:lnTo>
                  <a:lnTo>
                    <a:pt x="231" y="2672"/>
                  </a:lnTo>
                  <a:lnTo>
                    <a:pt x="1" y="3030"/>
                  </a:lnTo>
                  <a:lnTo>
                    <a:pt x="1" y="3043"/>
                  </a:lnTo>
                  <a:lnTo>
                    <a:pt x="26" y="3068"/>
                  </a:lnTo>
                  <a:lnTo>
                    <a:pt x="39" y="3388"/>
                  </a:lnTo>
                  <a:lnTo>
                    <a:pt x="269" y="3733"/>
                  </a:lnTo>
                  <a:lnTo>
                    <a:pt x="742" y="4129"/>
                  </a:lnTo>
                  <a:lnTo>
                    <a:pt x="1164" y="4142"/>
                  </a:lnTo>
                  <a:lnTo>
                    <a:pt x="1189" y="4142"/>
                  </a:lnTo>
                  <a:lnTo>
                    <a:pt x="1202" y="4155"/>
                  </a:lnTo>
                  <a:lnTo>
                    <a:pt x="1304" y="4308"/>
                  </a:lnTo>
                  <a:lnTo>
                    <a:pt x="1611" y="4244"/>
                  </a:lnTo>
                  <a:lnTo>
                    <a:pt x="1636" y="4257"/>
                  </a:lnTo>
                  <a:lnTo>
                    <a:pt x="1662" y="4270"/>
                  </a:lnTo>
                  <a:lnTo>
                    <a:pt x="2569" y="5318"/>
                  </a:lnTo>
                  <a:lnTo>
                    <a:pt x="2582" y="5330"/>
                  </a:lnTo>
                  <a:lnTo>
                    <a:pt x="2582" y="5356"/>
                  </a:lnTo>
                  <a:lnTo>
                    <a:pt x="2454" y="6085"/>
                  </a:lnTo>
                  <a:lnTo>
                    <a:pt x="2454" y="6097"/>
                  </a:lnTo>
                  <a:lnTo>
                    <a:pt x="2173" y="6532"/>
                  </a:lnTo>
                  <a:lnTo>
                    <a:pt x="2480" y="6979"/>
                  </a:lnTo>
                  <a:lnTo>
                    <a:pt x="4308" y="7133"/>
                  </a:lnTo>
                  <a:lnTo>
                    <a:pt x="4320" y="7145"/>
                  </a:lnTo>
                  <a:lnTo>
                    <a:pt x="5432" y="7810"/>
                  </a:lnTo>
                  <a:lnTo>
                    <a:pt x="5752" y="7810"/>
                  </a:lnTo>
                  <a:lnTo>
                    <a:pt x="5765" y="7823"/>
                  </a:lnTo>
                  <a:lnTo>
                    <a:pt x="6212" y="8270"/>
                  </a:lnTo>
                  <a:lnTo>
                    <a:pt x="6238" y="8296"/>
                  </a:lnTo>
                  <a:lnTo>
                    <a:pt x="6314" y="8615"/>
                  </a:lnTo>
                  <a:lnTo>
                    <a:pt x="6813" y="9420"/>
                  </a:lnTo>
                  <a:lnTo>
                    <a:pt x="7247" y="9280"/>
                  </a:lnTo>
                  <a:lnTo>
                    <a:pt x="7273" y="9280"/>
                  </a:lnTo>
                  <a:lnTo>
                    <a:pt x="8934" y="9510"/>
                  </a:lnTo>
                  <a:lnTo>
                    <a:pt x="10877" y="9510"/>
                  </a:lnTo>
                  <a:lnTo>
                    <a:pt x="10902" y="9522"/>
                  </a:lnTo>
                  <a:lnTo>
                    <a:pt x="10928" y="9535"/>
                  </a:lnTo>
                  <a:lnTo>
                    <a:pt x="11311" y="9970"/>
                  </a:lnTo>
                  <a:lnTo>
                    <a:pt x="12679" y="10328"/>
                  </a:lnTo>
                  <a:lnTo>
                    <a:pt x="13126" y="10174"/>
                  </a:lnTo>
                  <a:lnTo>
                    <a:pt x="13152" y="10174"/>
                  </a:lnTo>
                  <a:lnTo>
                    <a:pt x="13177" y="10187"/>
                  </a:lnTo>
                  <a:lnTo>
                    <a:pt x="13203" y="10200"/>
                  </a:lnTo>
                  <a:lnTo>
                    <a:pt x="13203" y="10225"/>
                  </a:lnTo>
                  <a:lnTo>
                    <a:pt x="13203" y="10353"/>
                  </a:lnTo>
                  <a:lnTo>
                    <a:pt x="13612" y="10443"/>
                  </a:lnTo>
                  <a:lnTo>
                    <a:pt x="15069" y="9689"/>
                  </a:lnTo>
                  <a:lnTo>
                    <a:pt x="15095" y="9689"/>
                  </a:lnTo>
                  <a:lnTo>
                    <a:pt x="17114" y="9599"/>
                  </a:lnTo>
                  <a:lnTo>
                    <a:pt x="17868" y="9344"/>
                  </a:lnTo>
                  <a:lnTo>
                    <a:pt x="18021" y="8922"/>
                  </a:lnTo>
                  <a:lnTo>
                    <a:pt x="18047" y="8896"/>
                  </a:lnTo>
                  <a:lnTo>
                    <a:pt x="18481" y="8641"/>
                  </a:lnTo>
                  <a:lnTo>
                    <a:pt x="18494" y="8641"/>
                  </a:lnTo>
                  <a:lnTo>
                    <a:pt x="19120" y="8372"/>
                  </a:lnTo>
                  <a:lnTo>
                    <a:pt x="18558" y="7695"/>
                  </a:lnTo>
                  <a:lnTo>
                    <a:pt x="18545" y="7657"/>
                  </a:lnTo>
                  <a:lnTo>
                    <a:pt x="18558" y="7618"/>
                  </a:lnTo>
                  <a:lnTo>
                    <a:pt x="18967" y="7171"/>
                  </a:lnTo>
                  <a:lnTo>
                    <a:pt x="18993" y="7158"/>
                  </a:lnTo>
                  <a:lnTo>
                    <a:pt x="19005" y="7145"/>
                  </a:lnTo>
                  <a:lnTo>
                    <a:pt x="19261" y="7133"/>
                  </a:lnTo>
                  <a:lnTo>
                    <a:pt x="19287" y="7145"/>
                  </a:lnTo>
                  <a:lnTo>
                    <a:pt x="19299" y="7158"/>
                  </a:lnTo>
                  <a:lnTo>
                    <a:pt x="19517" y="7388"/>
                  </a:lnTo>
                  <a:lnTo>
                    <a:pt x="20347" y="7388"/>
                  </a:lnTo>
                  <a:lnTo>
                    <a:pt x="20820" y="7158"/>
                  </a:lnTo>
                  <a:lnTo>
                    <a:pt x="21012" y="6800"/>
                  </a:lnTo>
                  <a:lnTo>
                    <a:pt x="21038" y="6787"/>
                  </a:lnTo>
                  <a:lnTo>
                    <a:pt x="21076" y="6775"/>
                  </a:lnTo>
                  <a:lnTo>
                    <a:pt x="21702" y="6877"/>
                  </a:lnTo>
                  <a:lnTo>
                    <a:pt x="22482" y="6570"/>
                  </a:lnTo>
                  <a:lnTo>
                    <a:pt x="22495" y="6378"/>
                  </a:lnTo>
                  <a:lnTo>
                    <a:pt x="22507" y="6353"/>
                  </a:lnTo>
                  <a:lnTo>
                    <a:pt x="22814" y="5957"/>
                  </a:lnTo>
                  <a:lnTo>
                    <a:pt x="22840" y="5944"/>
                  </a:lnTo>
                  <a:lnTo>
                    <a:pt x="23261" y="5944"/>
                  </a:lnTo>
                  <a:lnTo>
                    <a:pt x="23504" y="5676"/>
                  </a:lnTo>
                  <a:lnTo>
                    <a:pt x="23530" y="5650"/>
                  </a:lnTo>
                  <a:lnTo>
                    <a:pt x="23568" y="5663"/>
                  </a:lnTo>
                  <a:lnTo>
                    <a:pt x="23734" y="5752"/>
                  </a:lnTo>
                  <a:lnTo>
                    <a:pt x="24003" y="5522"/>
                  </a:lnTo>
                  <a:lnTo>
                    <a:pt x="24028" y="5509"/>
                  </a:lnTo>
                  <a:lnTo>
                    <a:pt x="24054" y="5509"/>
                  </a:lnTo>
                  <a:lnTo>
                    <a:pt x="24424" y="5573"/>
                  </a:lnTo>
                  <a:lnTo>
                    <a:pt x="24744" y="5535"/>
                  </a:lnTo>
                  <a:lnTo>
                    <a:pt x="25281" y="5535"/>
                  </a:lnTo>
                  <a:lnTo>
                    <a:pt x="25383" y="5343"/>
                  </a:lnTo>
                  <a:lnTo>
                    <a:pt x="24220" y="4334"/>
                  </a:lnTo>
                  <a:lnTo>
                    <a:pt x="23811" y="4244"/>
                  </a:lnTo>
                  <a:lnTo>
                    <a:pt x="23376" y="4679"/>
                  </a:lnTo>
                  <a:lnTo>
                    <a:pt x="23338" y="4691"/>
                  </a:lnTo>
                  <a:lnTo>
                    <a:pt x="23312" y="4691"/>
                  </a:lnTo>
                  <a:lnTo>
                    <a:pt x="23006" y="4564"/>
                  </a:lnTo>
                  <a:lnTo>
                    <a:pt x="22686" y="4449"/>
                  </a:lnTo>
                  <a:lnTo>
                    <a:pt x="22354" y="4691"/>
                  </a:lnTo>
                  <a:lnTo>
                    <a:pt x="22290" y="4691"/>
                  </a:lnTo>
                  <a:lnTo>
                    <a:pt x="22277" y="4666"/>
                  </a:lnTo>
                  <a:lnTo>
                    <a:pt x="21971" y="4180"/>
                  </a:lnTo>
                  <a:lnTo>
                    <a:pt x="21958" y="4167"/>
                  </a:lnTo>
                  <a:lnTo>
                    <a:pt x="21958" y="4142"/>
                  </a:lnTo>
                  <a:lnTo>
                    <a:pt x="21971" y="4129"/>
                  </a:lnTo>
                  <a:lnTo>
                    <a:pt x="21983" y="4104"/>
                  </a:lnTo>
                  <a:lnTo>
                    <a:pt x="22213" y="3937"/>
                  </a:lnTo>
                  <a:lnTo>
                    <a:pt x="22175" y="3822"/>
                  </a:lnTo>
                  <a:lnTo>
                    <a:pt x="22162" y="3810"/>
                  </a:lnTo>
                  <a:lnTo>
                    <a:pt x="22175" y="3784"/>
                  </a:lnTo>
                  <a:lnTo>
                    <a:pt x="22418" y="3107"/>
                  </a:lnTo>
                  <a:lnTo>
                    <a:pt x="22418" y="3094"/>
                  </a:lnTo>
                  <a:lnTo>
                    <a:pt x="22776" y="2353"/>
                  </a:lnTo>
                  <a:lnTo>
                    <a:pt x="22469" y="2186"/>
                  </a:lnTo>
                  <a:lnTo>
                    <a:pt x="21945" y="2353"/>
                  </a:lnTo>
                  <a:lnTo>
                    <a:pt x="21715" y="2161"/>
                  </a:lnTo>
                  <a:lnTo>
                    <a:pt x="21063" y="1918"/>
                  </a:lnTo>
                  <a:lnTo>
                    <a:pt x="20220" y="2404"/>
                  </a:lnTo>
                  <a:lnTo>
                    <a:pt x="20130" y="2634"/>
                  </a:lnTo>
                  <a:lnTo>
                    <a:pt x="19517" y="2647"/>
                  </a:lnTo>
                  <a:lnTo>
                    <a:pt x="19325" y="2813"/>
                  </a:lnTo>
                  <a:lnTo>
                    <a:pt x="18430" y="2889"/>
                  </a:lnTo>
                  <a:lnTo>
                    <a:pt x="18021" y="3158"/>
                  </a:lnTo>
                  <a:lnTo>
                    <a:pt x="17536" y="2966"/>
                  </a:lnTo>
                  <a:lnTo>
                    <a:pt x="16526" y="2928"/>
                  </a:lnTo>
                  <a:lnTo>
                    <a:pt x="16104" y="2685"/>
                  </a:lnTo>
                  <a:lnTo>
                    <a:pt x="15925" y="2289"/>
                  </a:lnTo>
                  <a:lnTo>
                    <a:pt x="15299" y="2289"/>
                  </a:lnTo>
                  <a:lnTo>
                    <a:pt x="14903" y="1829"/>
                  </a:lnTo>
                  <a:lnTo>
                    <a:pt x="14443" y="1918"/>
                  </a:lnTo>
                  <a:lnTo>
                    <a:pt x="14213" y="1752"/>
                  </a:lnTo>
                  <a:lnTo>
                    <a:pt x="13638" y="1739"/>
                  </a:lnTo>
                  <a:lnTo>
                    <a:pt x="12973" y="2008"/>
                  </a:lnTo>
                  <a:lnTo>
                    <a:pt x="12347" y="2046"/>
                  </a:lnTo>
                  <a:lnTo>
                    <a:pt x="11950" y="1880"/>
                  </a:lnTo>
                  <a:lnTo>
                    <a:pt x="11669" y="1841"/>
                  </a:lnTo>
                  <a:lnTo>
                    <a:pt x="11337" y="1432"/>
                  </a:lnTo>
                  <a:lnTo>
                    <a:pt x="11337" y="972"/>
                  </a:lnTo>
                  <a:lnTo>
                    <a:pt x="11222" y="691"/>
                  </a:lnTo>
                  <a:lnTo>
                    <a:pt x="10851" y="576"/>
                  </a:lnTo>
                  <a:lnTo>
                    <a:pt x="10391" y="525"/>
                  </a:lnTo>
                  <a:lnTo>
                    <a:pt x="9471" y="295"/>
                  </a:lnTo>
                  <a:lnTo>
                    <a:pt x="862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989;p78">
              <a:extLst>
                <a:ext uri="{FF2B5EF4-FFF2-40B4-BE49-F238E27FC236}">
                  <a16:creationId xmlns:a16="http://schemas.microsoft.com/office/drawing/2014/main" id="{51691A2D-F0EE-3CAE-1B7A-CFE9A3EA9CDD}"/>
                </a:ext>
              </a:extLst>
            </p:cNvPr>
            <p:cNvSpPr/>
            <p:nvPr/>
          </p:nvSpPr>
          <p:spPr>
            <a:xfrm>
              <a:off x="6355575" y="2590200"/>
              <a:ext cx="8325" cy="11200"/>
            </a:xfrm>
            <a:custGeom>
              <a:avLst/>
              <a:gdLst/>
              <a:ahLst/>
              <a:cxnLst/>
              <a:rect l="l" t="t" r="r" b="b"/>
              <a:pathLst>
                <a:path w="333" h="448" extrusionOk="0">
                  <a:moveTo>
                    <a:pt x="205" y="1"/>
                  </a:moveTo>
                  <a:lnTo>
                    <a:pt x="52" y="167"/>
                  </a:lnTo>
                  <a:lnTo>
                    <a:pt x="128" y="295"/>
                  </a:lnTo>
                  <a:lnTo>
                    <a:pt x="1" y="448"/>
                  </a:lnTo>
                  <a:lnTo>
                    <a:pt x="1" y="448"/>
                  </a:lnTo>
                  <a:lnTo>
                    <a:pt x="141" y="435"/>
                  </a:lnTo>
                  <a:lnTo>
                    <a:pt x="333" y="231"/>
                  </a:lnTo>
                  <a:lnTo>
                    <a:pt x="243" y="179"/>
                  </a:lnTo>
                  <a:lnTo>
                    <a:pt x="269" y="26"/>
                  </a:lnTo>
                  <a:lnTo>
                    <a:pt x="20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990;p78">
              <a:extLst>
                <a:ext uri="{FF2B5EF4-FFF2-40B4-BE49-F238E27FC236}">
                  <a16:creationId xmlns:a16="http://schemas.microsoft.com/office/drawing/2014/main" id="{EFC259C7-55F3-6F9C-25B1-05E01838EE79}"/>
                </a:ext>
              </a:extLst>
            </p:cNvPr>
            <p:cNvSpPr/>
            <p:nvPr/>
          </p:nvSpPr>
          <p:spPr>
            <a:xfrm>
              <a:off x="6215625" y="2618950"/>
              <a:ext cx="1625" cy="1300"/>
            </a:xfrm>
            <a:custGeom>
              <a:avLst/>
              <a:gdLst/>
              <a:ahLst/>
              <a:cxnLst/>
              <a:rect l="l" t="t" r="r" b="b"/>
              <a:pathLst>
                <a:path w="65" h="52" extrusionOk="0">
                  <a:moveTo>
                    <a:pt x="1" y="1"/>
                  </a:moveTo>
                  <a:lnTo>
                    <a:pt x="1" y="52"/>
                  </a:lnTo>
                  <a:lnTo>
                    <a:pt x="65" y="26"/>
                  </a:lnTo>
                  <a:lnTo>
                    <a:pt x="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3" name="Google Shape;991;p78">
              <a:extLst>
                <a:ext uri="{FF2B5EF4-FFF2-40B4-BE49-F238E27FC236}">
                  <a16:creationId xmlns:a16="http://schemas.microsoft.com/office/drawing/2014/main" id="{FA7BC0D5-7DEE-BAD5-6ACB-FEB52AF873E9}"/>
                </a:ext>
              </a:extLst>
            </p:cNvPr>
            <p:cNvSpPr/>
            <p:nvPr/>
          </p:nvSpPr>
          <p:spPr>
            <a:xfrm>
              <a:off x="6211150" y="2515750"/>
              <a:ext cx="216975" cy="184700"/>
            </a:xfrm>
            <a:custGeom>
              <a:avLst/>
              <a:gdLst/>
              <a:ahLst/>
              <a:cxnLst/>
              <a:rect l="l" t="t" r="r" b="b"/>
              <a:pathLst>
                <a:path w="8679" h="7388" extrusionOk="0">
                  <a:moveTo>
                    <a:pt x="7835" y="1"/>
                  </a:moveTo>
                  <a:lnTo>
                    <a:pt x="7733" y="371"/>
                  </a:lnTo>
                  <a:lnTo>
                    <a:pt x="7937" y="359"/>
                  </a:lnTo>
                  <a:lnTo>
                    <a:pt x="8052" y="256"/>
                  </a:lnTo>
                  <a:lnTo>
                    <a:pt x="8091" y="371"/>
                  </a:lnTo>
                  <a:lnTo>
                    <a:pt x="8052" y="525"/>
                  </a:lnTo>
                  <a:lnTo>
                    <a:pt x="8001" y="614"/>
                  </a:lnTo>
                  <a:lnTo>
                    <a:pt x="7848" y="512"/>
                  </a:lnTo>
                  <a:lnTo>
                    <a:pt x="7797" y="525"/>
                  </a:lnTo>
                  <a:lnTo>
                    <a:pt x="7797" y="601"/>
                  </a:lnTo>
                  <a:lnTo>
                    <a:pt x="7720" y="640"/>
                  </a:lnTo>
                  <a:lnTo>
                    <a:pt x="7682" y="601"/>
                  </a:lnTo>
                  <a:lnTo>
                    <a:pt x="7669" y="359"/>
                  </a:lnTo>
                  <a:lnTo>
                    <a:pt x="7618" y="295"/>
                  </a:lnTo>
                  <a:lnTo>
                    <a:pt x="7554" y="333"/>
                  </a:lnTo>
                  <a:lnTo>
                    <a:pt x="7452" y="269"/>
                  </a:lnTo>
                  <a:lnTo>
                    <a:pt x="7388" y="384"/>
                  </a:lnTo>
                  <a:lnTo>
                    <a:pt x="7426" y="410"/>
                  </a:lnTo>
                  <a:lnTo>
                    <a:pt x="7388" y="691"/>
                  </a:lnTo>
                  <a:lnTo>
                    <a:pt x="7350" y="729"/>
                  </a:lnTo>
                  <a:lnTo>
                    <a:pt x="7209" y="742"/>
                  </a:lnTo>
                  <a:lnTo>
                    <a:pt x="7107" y="844"/>
                  </a:lnTo>
                  <a:lnTo>
                    <a:pt x="7158" y="895"/>
                  </a:lnTo>
                  <a:lnTo>
                    <a:pt x="7145" y="1010"/>
                  </a:lnTo>
                  <a:lnTo>
                    <a:pt x="7196" y="1113"/>
                  </a:lnTo>
                  <a:lnTo>
                    <a:pt x="7196" y="1228"/>
                  </a:lnTo>
                  <a:lnTo>
                    <a:pt x="7043" y="1445"/>
                  </a:lnTo>
                  <a:lnTo>
                    <a:pt x="6941" y="1432"/>
                  </a:lnTo>
                  <a:lnTo>
                    <a:pt x="6979" y="1547"/>
                  </a:lnTo>
                  <a:lnTo>
                    <a:pt x="7107" y="1534"/>
                  </a:lnTo>
                  <a:lnTo>
                    <a:pt x="7209" y="1637"/>
                  </a:lnTo>
                  <a:lnTo>
                    <a:pt x="7183" y="1956"/>
                  </a:lnTo>
                  <a:lnTo>
                    <a:pt x="7068" y="2135"/>
                  </a:lnTo>
                  <a:lnTo>
                    <a:pt x="7017" y="2455"/>
                  </a:lnTo>
                  <a:lnTo>
                    <a:pt x="6813" y="2736"/>
                  </a:lnTo>
                  <a:lnTo>
                    <a:pt x="6659" y="3196"/>
                  </a:lnTo>
                  <a:lnTo>
                    <a:pt x="6263" y="3451"/>
                  </a:lnTo>
                  <a:lnTo>
                    <a:pt x="6097" y="3809"/>
                  </a:lnTo>
                  <a:lnTo>
                    <a:pt x="5803" y="4014"/>
                  </a:lnTo>
                  <a:lnTo>
                    <a:pt x="5688" y="4014"/>
                  </a:lnTo>
                  <a:lnTo>
                    <a:pt x="5560" y="4090"/>
                  </a:lnTo>
                  <a:lnTo>
                    <a:pt x="5202" y="4205"/>
                  </a:lnTo>
                  <a:lnTo>
                    <a:pt x="5190" y="4308"/>
                  </a:lnTo>
                  <a:lnTo>
                    <a:pt x="5036" y="4372"/>
                  </a:lnTo>
                  <a:lnTo>
                    <a:pt x="4857" y="4244"/>
                  </a:lnTo>
                  <a:lnTo>
                    <a:pt x="4947" y="4090"/>
                  </a:lnTo>
                  <a:lnTo>
                    <a:pt x="4908" y="4027"/>
                  </a:lnTo>
                  <a:lnTo>
                    <a:pt x="4845" y="4078"/>
                  </a:lnTo>
                  <a:lnTo>
                    <a:pt x="4793" y="4065"/>
                  </a:lnTo>
                  <a:lnTo>
                    <a:pt x="4793" y="3899"/>
                  </a:lnTo>
                  <a:lnTo>
                    <a:pt x="4896" y="3937"/>
                  </a:lnTo>
                  <a:lnTo>
                    <a:pt x="5075" y="3886"/>
                  </a:lnTo>
                  <a:lnTo>
                    <a:pt x="5087" y="3771"/>
                  </a:lnTo>
                  <a:lnTo>
                    <a:pt x="5177" y="3694"/>
                  </a:lnTo>
                  <a:lnTo>
                    <a:pt x="5126" y="3656"/>
                  </a:lnTo>
                  <a:lnTo>
                    <a:pt x="4730" y="3758"/>
                  </a:lnTo>
                  <a:lnTo>
                    <a:pt x="4589" y="3975"/>
                  </a:lnTo>
                  <a:lnTo>
                    <a:pt x="4678" y="4052"/>
                  </a:lnTo>
                  <a:lnTo>
                    <a:pt x="4691" y="4142"/>
                  </a:lnTo>
                  <a:lnTo>
                    <a:pt x="4653" y="4333"/>
                  </a:lnTo>
                  <a:lnTo>
                    <a:pt x="4384" y="4653"/>
                  </a:lnTo>
                  <a:lnTo>
                    <a:pt x="4154" y="4793"/>
                  </a:lnTo>
                  <a:lnTo>
                    <a:pt x="4154" y="4845"/>
                  </a:lnTo>
                  <a:lnTo>
                    <a:pt x="4001" y="5023"/>
                  </a:lnTo>
                  <a:lnTo>
                    <a:pt x="4129" y="5215"/>
                  </a:lnTo>
                  <a:lnTo>
                    <a:pt x="4090" y="5317"/>
                  </a:lnTo>
                  <a:lnTo>
                    <a:pt x="4065" y="5253"/>
                  </a:lnTo>
                  <a:lnTo>
                    <a:pt x="4014" y="5266"/>
                  </a:lnTo>
                  <a:lnTo>
                    <a:pt x="3988" y="5343"/>
                  </a:lnTo>
                  <a:lnTo>
                    <a:pt x="3899" y="5407"/>
                  </a:lnTo>
                  <a:lnTo>
                    <a:pt x="3822" y="5369"/>
                  </a:lnTo>
                  <a:lnTo>
                    <a:pt x="3835" y="5471"/>
                  </a:lnTo>
                  <a:lnTo>
                    <a:pt x="3720" y="5471"/>
                  </a:lnTo>
                  <a:lnTo>
                    <a:pt x="3630" y="5356"/>
                  </a:lnTo>
                  <a:lnTo>
                    <a:pt x="3528" y="5381"/>
                  </a:lnTo>
                  <a:lnTo>
                    <a:pt x="3579" y="5458"/>
                  </a:lnTo>
                  <a:lnTo>
                    <a:pt x="3579" y="5458"/>
                  </a:lnTo>
                  <a:lnTo>
                    <a:pt x="3426" y="5407"/>
                  </a:lnTo>
                  <a:lnTo>
                    <a:pt x="3388" y="5356"/>
                  </a:lnTo>
                  <a:lnTo>
                    <a:pt x="3503" y="5266"/>
                  </a:lnTo>
                  <a:lnTo>
                    <a:pt x="3451" y="5190"/>
                  </a:lnTo>
                  <a:lnTo>
                    <a:pt x="3157" y="5266"/>
                  </a:lnTo>
                  <a:lnTo>
                    <a:pt x="2902" y="5215"/>
                  </a:lnTo>
                  <a:lnTo>
                    <a:pt x="2672" y="5343"/>
                  </a:lnTo>
                  <a:lnTo>
                    <a:pt x="2314" y="5343"/>
                  </a:lnTo>
                  <a:lnTo>
                    <a:pt x="2161" y="5317"/>
                  </a:lnTo>
                  <a:lnTo>
                    <a:pt x="2084" y="5343"/>
                  </a:lnTo>
                  <a:lnTo>
                    <a:pt x="2007" y="5343"/>
                  </a:lnTo>
                  <a:lnTo>
                    <a:pt x="1931" y="5241"/>
                  </a:lnTo>
                  <a:lnTo>
                    <a:pt x="1816" y="5202"/>
                  </a:lnTo>
                  <a:lnTo>
                    <a:pt x="1713" y="5266"/>
                  </a:lnTo>
                  <a:lnTo>
                    <a:pt x="1458" y="5292"/>
                  </a:lnTo>
                  <a:lnTo>
                    <a:pt x="1483" y="5356"/>
                  </a:lnTo>
                  <a:lnTo>
                    <a:pt x="1483" y="5458"/>
                  </a:lnTo>
                  <a:lnTo>
                    <a:pt x="1317" y="5509"/>
                  </a:lnTo>
                  <a:lnTo>
                    <a:pt x="1228" y="5599"/>
                  </a:lnTo>
                  <a:lnTo>
                    <a:pt x="1023" y="5701"/>
                  </a:lnTo>
                  <a:lnTo>
                    <a:pt x="819" y="5905"/>
                  </a:lnTo>
                  <a:lnTo>
                    <a:pt x="678" y="5956"/>
                  </a:lnTo>
                  <a:lnTo>
                    <a:pt x="601" y="5956"/>
                  </a:lnTo>
                  <a:lnTo>
                    <a:pt x="435" y="6110"/>
                  </a:lnTo>
                  <a:lnTo>
                    <a:pt x="422" y="6161"/>
                  </a:lnTo>
                  <a:lnTo>
                    <a:pt x="256" y="6186"/>
                  </a:lnTo>
                  <a:lnTo>
                    <a:pt x="218" y="6123"/>
                  </a:lnTo>
                  <a:lnTo>
                    <a:pt x="103" y="6084"/>
                  </a:lnTo>
                  <a:lnTo>
                    <a:pt x="141" y="6174"/>
                  </a:lnTo>
                  <a:lnTo>
                    <a:pt x="65" y="6174"/>
                  </a:lnTo>
                  <a:lnTo>
                    <a:pt x="1" y="6212"/>
                  </a:lnTo>
                  <a:lnTo>
                    <a:pt x="39" y="6289"/>
                  </a:lnTo>
                  <a:lnTo>
                    <a:pt x="1" y="6340"/>
                  </a:lnTo>
                  <a:lnTo>
                    <a:pt x="26" y="6391"/>
                  </a:lnTo>
                  <a:lnTo>
                    <a:pt x="1" y="6455"/>
                  </a:lnTo>
                  <a:lnTo>
                    <a:pt x="26" y="6519"/>
                  </a:lnTo>
                  <a:lnTo>
                    <a:pt x="154" y="6480"/>
                  </a:lnTo>
                  <a:lnTo>
                    <a:pt x="256" y="6595"/>
                  </a:lnTo>
                  <a:lnTo>
                    <a:pt x="448" y="6532"/>
                  </a:lnTo>
                  <a:lnTo>
                    <a:pt x="474" y="6544"/>
                  </a:lnTo>
                  <a:lnTo>
                    <a:pt x="678" y="6493"/>
                  </a:lnTo>
                  <a:lnTo>
                    <a:pt x="780" y="6647"/>
                  </a:lnTo>
                  <a:lnTo>
                    <a:pt x="844" y="6659"/>
                  </a:lnTo>
                  <a:lnTo>
                    <a:pt x="883" y="6710"/>
                  </a:lnTo>
                  <a:lnTo>
                    <a:pt x="934" y="6710"/>
                  </a:lnTo>
                  <a:lnTo>
                    <a:pt x="946" y="6647"/>
                  </a:lnTo>
                  <a:lnTo>
                    <a:pt x="998" y="6621"/>
                  </a:lnTo>
                  <a:lnTo>
                    <a:pt x="1061" y="6417"/>
                  </a:lnTo>
                  <a:lnTo>
                    <a:pt x="1036" y="6353"/>
                  </a:lnTo>
                  <a:lnTo>
                    <a:pt x="1151" y="6276"/>
                  </a:lnTo>
                  <a:lnTo>
                    <a:pt x="1279" y="6302"/>
                  </a:lnTo>
                  <a:lnTo>
                    <a:pt x="1317" y="6455"/>
                  </a:lnTo>
                  <a:lnTo>
                    <a:pt x="1407" y="6455"/>
                  </a:lnTo>
                  <a:lnTo>
                    <a:pt x="1496" y="6378"/>
                  </a:lnTo>
                  <a:lnTo>
                    <a:pt x="1675" y="6391"/>
                  </a:lnTo>
                  <a:lnTo>
                    <a:pt x="1700" y="6327"/>
                  </a:lnTo>
                  <a:lnTo>
                    <a:pt x="1816" y="6302"/>
                  </a:lnTo>
                  <a:lnTo>
                    <a:pt x="1828" y="6340"/>
                  </a:lnTo>
                  <a:lnTo>
                    <a:pt x="1931" y="6378"/>
                  </a:lnTo>
                  <a:lnTo>
                    <a:pt x="1994" y="6314"/>
                  </a:lnTo>
                  <a:lnTo>
                    <a:pt x="2058" y="6302"/>
                  </a:lnTo>
                  <a:lnTo>
                    <a:pt x="2033" y="6225"/>
                  </a:lnTo>
                  <a:lnTo>
                    <a:pt x="2033" y="6225"/>
                  </a:lnTo>
                  <a:lnTo>
                    <a:pt x="2109" y="6263"/>
                  </a:lnTo>
                  <a:lnTo>
                    <a:pt x="2173" y="6225"/>
                  </a:lnTo>
                  <a:lnTo>
                    <a:pt x="2212" y="6314"/>
                  </a:lnTo>
                  <a:lnTo>
                    <a:pt x="2276" y="6263"/>
                  </a:lnTo>
                  <a:lnTo>
                    <a:pt x="2327" y="6314"/>
                  </a:lnTo>
                  <a:lnTo>
                    <a:pt x="2429" y="6276"/>
                  </a:lnTo>
                  <a:lnTo>
                    <a:pt x="2429" y="6199"/>
                  </a:lnTo>
                  <a:lnTo>
                    <a:pt x="2518" y="6212"/>
                  </a:lnTo>
                  <a:lnTo>
                    <a:pt x="2608" y="6135"/>
                  </a:lnTo>
                  <a:lnTo>
                    <a:pt x="2608" y="6084"/>
                  </a:lnTo>
                  <a:lnTo>
                    <a:pt x="2749" y="6110"/>
                  </a:lnTo>
                  <a:lnTo>
                    <a:pt x="2787" y="6008"/>
                  </a:lnTo>
                  <a:lnTo>
                    <a:pt x="2838" y="6084"/>
                  </a:lnTo>
                  <a:lnTo>
                    <a:pt x="3017" y="6084"/>
                  </a:lnTo>
                  <a:lnTo>
                    <a:pt x="3260" y="6225"/>
                  </a:lnTo>
                  <a:lnTo>
                    <a:pt x="3426" y="6161"/>
                  </a:lnTo>
                  <a:lnTo>
                    <a:pt x="3515" y="6186"/>
                  </a:lnTo>
                  <a:lnTo>
                    <a:pt x="3541" y="6302"/>
                  </a:lnTo>
                  <a:lnTo>
                    <a:pt x="3439" y="6429"/>
                  </a:lnTo>
                  <a:lnTo>
                    <a:pt x="3362" y="6480"/>
                  </a:lnTo>
                  <a:lnTo>
                    <a:pt x="3247" y="6557"/>
                  </a:lnTo>
                  <a:lnTo>
                    <a:pt x="3336" y="6698"/>
                  </a:lnTo>
                  <a:lnTo>
                    <a:pt x="3221" y="6774"/>
                  </a:lnTo>
                  <a:lnTo>
                    <a:pt x="3247" y="6826"/>
                  </a:lnTo>
                  <a:lnTo>
                    <a:pt x="3221" y="6953"/>
                  </a:lnTo>
                  <a:lnTo>
                    <a:pt x="3451" y="7107"/>
                  </a:lnTo>
                  <a:lnTo>
                    <a:pt x="3413" y="7145"/>
                  </a:lnTo>
                  <a:lnTo>
                    <a:pt x="3477" y="7286"/>
                  </a:lnTo>
                  <a:lnTo>
                    <a:pt x="3707" y="7388"/>
                  </a:lnTo>
                  <a:lnTo>
                    <a:pt x="3733" y="7350"/>
                  </a:lnTo>
                  <a:lnTo>
                    <a:pt x="3873" y="7298"/>
                  </a:lnTo>
                  <a:lnTo>
                    <a:pt x="3860" y="7183"/>
                  </a:lnTo>
                  <a:lnTo>
                    <a:pt x="3975" y="7004"/>
                  </a:lnTo>
                  <a:lnTo>
                    <a:pt x="4103" y="6941"/>
                  </a:lnTo>
                  <a:lnTo>
                    <a:pt x="4103" y="6851"/>
                  </a:lnTo>
                  <a:lnTo>
                    <a:pt x="4167" y="6826"/>
                  </a:lnTo>
                  <a:lnTo>
                    <a:pt x="4154" y="6723"/>
                  </a:lnTo>
                  <a:lnTo>
                    <a:pt x="4436" y="6634"/>
                  </a:lnTo>
                  <a:lnTo>
                    <a:pt x="4653" y="6659"/>
                  </a:lnTo>
                  <a:lnTo>
                    <a:pt x="4678" y="6493"/>
                  </a:lnTo>
                  <a:lnTo>
                    <a:pt x="4627" y="6493"/>
                  </a:lnTo>
                  <a:lnTo>
                    <a:pt x="4359" y="6340"/>
                  </a:lnTo>
                  <a:lnTo>
                    <a:pt x="4474" y="5995"/>
                  </a:lnTo>
                  <a:lnTo>
                    <a:pt x="4640" y="5944"/>
                  </a:lnTo>
                  <a:lnTo>
                    <a:pt x="4640" y="5944"/>
                  </a:lnTo>
                  <a:lnTo>
                    <a:pt x="4614" y="6212"/>
                  </a:lnTo>
                  <a:lnTo>
                    <a:pt x="4678" y="6238"/>
                  </a:lnTo>
                  <a:lnTo>
                    <a:pt x="4730" y="6161"/>
                  </a:lnTo>
                  <a:lnTo>
                    <a:pt x="4832" y="6238"/>
                  </a:lnTo>
                  <a:lnTo>
                    <a:pt x="4908" y="6148"/>
                  </a:lnTo>
                  <a:lnTo>
                    <a:pt x="5023" y="6276"/>
                  </a:lnTo>
                  <a:lnTo>
                    <a:pt x="4947" y="6276"/>
                  </a:lnTo>
                  <a:lnTo>
                    <a:pt x="4781" y="6302"/>
                  </a:lnTo>
                  <a:lnTo>
                    <a:pt x="4730" y="6391"/>
                  </a:lnTo>
                  <a:lnTo>
                    <a:pt x="4730" y="6391"/>
                  </a:lnTo>
                  <a:lnTo>
                    <a:pt x="5138" y="6327"/>
                  </a:lnTo>
                  <a:lnTo>
                    <a:pt x="5701" y="6442"/>
                  </a:lnTo>
                  <a:lnTo>
                    <a:pt x="5701" y="6442"/>
                  </a:lnTo>
                  <a:lnTo>
                    <a:pt x="5675" y="6378"/>
                  </a:lnTo>
                  <a:lnTo>
                    <a:pt x="5880" y="6008"/>
                  </a:lnTo>
                  <a:lnTo>
                    <a:pt x="6071" y="5918"/>
                  </a:lnTo>
                  <a:lnTo>
                    <a:pt x="6199" y="6020"/>
                  </a:lnTo>
                  <a:lnTo>
                    <a:pt x="6110" y="6046"/>
                  </a:lnTo>
                  <a:lnTo>
                    <a:pt x="6059" y="6353"/>
                  </a:lnTo>
                  <a:lnTo>
                    <a:pt x="6135" y="6442"/>
                  </a:lnTo>
                  <a:lnTo>
                    <a:pt x="6250" y="6391"/>
                  </a:lnTo>
                  <a:lnTo>
                    <a:pt x="6391" y="6135"/>
                  </a:lnTo>
                  <a:lnTo>
                    <a:pt x="6327" y="6020"/>
                  </a:lnTo>
                  <a:lnTo>
                    <a:pt x="6417" y="5931"/>
                  </a:lnTo>
                  <a:lnTo>
                    <a:pt x="6404" y="5841"/>
                  </a:lnTo>
                  <a:lnTo>
                    <a:pt x="6685" y="5790"/>
                  </a:lnTo>
                  <a:lnTo>
                    <a:pt x="6774" y="5918"/>
                  </a:lnTo>
                  <a:lnTo>
                    <a:pt x="6877" y="5829"/>
                  </a:lnTo>
                  <a:lnTo>
                    <a:pt x="6787" y="5662"/>
                  </a:lnTo>
                  <a:lnTo>
                    <a:pt x="6915" y="5599"/>
                  </a:lnTo>
                  <a:lnTo>
                    <a:pt x="6928" y="5496"/>
                  </a:lnTo>
                  <a:lnTo>
                    <a:pt x="6979" y="5522"/>
                  </a:lnTo>
                  <a:lnTo>
                    <a:pt x="7094" y="5445"/>
                  </a:lnTo>
                  <a:lnTo>
                    <a:pt x="7158" y="5560"/>
                  </a:lnTo>
                  <a:lnTo>
                    <a:pt x="7081" y="5675"/>
                  </a:lnTo>
                  <a:lnTo>
                    <a:pt x="6992" y="5688"/>
                  </a:lnTo>
                  <a:lnTo>
                    <a:pt x="6915" y="5790"/>
                  </a:lnTo>
                  <a:lnTo>
                    <a:pt x="6979" y="5880"/>
                  </a:lnTo>
                  <a:lnTo>
                    <a:pt x="6941" y="5918"/>
                  </a:lnTo>
                  <a:lnTo>
                    <a:pt x="6928" y="6008"/>
                  </a:lnTo>
                  <a:lnTo>
                    <a:pt x="6877" y="6123"/>
                  </a:lnTo>
                  <a:lnTo>
                    <a:pt x="6966" y="6199"/>
                  </a:lnTo>
                  <a:lnTo>
                    <a:pt x="7183" y="6008"/>
                  </a:lnTo>
                  <a:lnTo>
                    <a:pt x="7350" y="5918"/>
                  </a:lnTo>
                  <a:lnTo>
                    <a:pt x="7375" y="5637"/>
                  </a:lnTo>
                  <a:lnTo>
                    <a:pt x="7592" y="5471"/>
                  </a:lnTo>
                  <a:lnTo>
                    <a:pt x="7720" y="5432"/>
                  </a:lnTo>
                  <a:lnTo>
                    <a:pt x="7516" y="4934"/>
                  </a:lnTo>
                  <a:lnTo>
                    <a:pt x="7541" y="4781"/>
                  </a:lnTo>
                  <a:lnTo>
                    <a:pt x="7695" y="4346"/>
                  </a:lnTo>
                  <a:lnTo>
                    <a:pt x="7822" y="4295"/>
                  </a:lnTo>
                  <a:lnTo>
                    <a:pt x="7925" y="3681"/>
                  </a:lnTo>
                  <a:lnTo>
                    <a:pt x="7848" y="3439"/>
                  </a:lnTo>
                  <a:lnTo>
                    <a:pt x="7797" y="3221"/>
                  </a:lnTo>
                  <a:lnTo>
                    <a:pt x="7925" y="2966"/>
                  </a:lnTo>
                  <a:lnTo>
                    <a:pt x="8193" y="2953"/>
                  </a:lnTo>
                  <a:lnTo>
                    <a:pt x="8244" y="3081"/>
                  </a:lnTo>
                  <a:lnTo>
                    <a:pt x="8270" y="2991"/>
                  </a:lnTo>
                  <a:lnTo>
                    <a:pt x="8231" y="2864"/>
                  </a:lnTo>
                  <a:lnTo>
                    <a:pt x="8270" y="2812"/>
                  </a:lnTo>
                  <a:lnTo>
                    <a:pt x="8231" y="2710"/>
                  </a:lnTo>
                  <a:lnTo>
                    <a:pt x="8283" y="2518"/>
                  </a:lnTo>
                  <a:lnTo>
                    <a:pt x="8359" y="2506"/>
                  </a:lnTo>
                  <a:lnTo>
                    <a:pt x="8398" y="2391"/>
                  </a:lnTo>
                  <a:lnTo>
                    <a:pt x="8474" y="2365"/>
                  </a:lnTo>
                  <a:lnTo>
                    <a:pt x="8500" y="2263"/>
                  </a:lnTo>
                  <a:lnTo>
                    <a:pt x="8564" y="2186"/>
                  </a:lnTo>
                  <a:lnTo>
                    <a:pt x="8564" y="2033"/>
                  </a:lnTo>
                  <a:lnTo>
                    <a:pt x="8679" y="1892"/>
                  </a:lnTo>
                  <a:lnTo>
                    <a:pt x="8564" y="1803"/>
                  </a:lnTo>
                  <a:lnTo>
                    <a:pt x="8602" y="1470"/>
                  </a:lnTo>
                  <a:lnTo>
                    <a:pt x="8474" y="1304"/>
                  </a:lnTo>
                  <a:lnTo>
                    <a:pt x="8474" y="1240"/>
                  </a:lnTo>
                  <a:lnTo>
                    <a:pt x="8359" y="985"/>
                  </a:lnTo>
                  <a:lnTo>
                    <a:pt x="8257" y="934"/>
                  </a:lnTo>
                  <a:lnTo>
                    <a:pt x="8193" y="614"/>
                  </a:lnTo>
                  <a:lnTo>
                    <a:pt x="8257" y="231"/>
                  </a:lnTo>
                  <a:lnTo>
                    <a:pt x="8244" y="141"/>
                  </a:lnTo>
                  <a:lnTo>
                    <a:pt x="8065" y="141"/>
                  </a:lnTo>
                  <a:lnTo>
                    <a:pt x="783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4" name="Google Shape;992;p78">
              <a:extLst>
                <a:ext uri="{FF2B5EF4-FFF2-40B4-BE49-F238E27FC236}">
                  <a16:creationId xmlns:a16="http://schemas.microsoft.com/office/drawing/2014/main" id="{0D386C3F-511F-BF36-0FF0-3A74E6DE52CE}"/>
                </a:ext>
              </a:extLst>
            </p:cNvPr>
            <p:cNvSpPr/>
            <p:nvPr/>
          </p:nvSpPr>
          <p:spPr>
            <a:xfrm>
              <a:off x="6183350" y="2678700"/>
              <a:ext cx="46675" cy="67775"/>
            </a:xfrm>
            <a:custGeom>
              <a:avLst/>
              <a:gdLst/>
              <a:ahLst/>
              <a:cxnLst/>
              <a:rect l="l" t="t" r="r" b="b"/>
              <a:pathLst>
                <a:path w="1867" h="2711" extrusionOk="0">
                  <a:moveTo>
                    <a:pt x="934" y="1"/>
                  </a:moveTo>
                  <a:lnTo>
                    <a:pt x="908" y="52"/>
                  </a:lnTo>
                  <a:lnTo>
                    <a:pt x="742" y="77"/>
                  </a:lnTo>
                  <a:lnTo>
                    <a:pt x="691" y="256"/>
                  </a:lnTo>
                  <a:lnTo>
                    <a:pt x="601" y="308"/>
                  </a:lnTo>
                  <a:lnTo>
                    <a:pt x="550" y="218"/>
                  </a:lnTo>
                  <a:lnTo>
                    <a:pt x="461" y="269"/>
                  </a:lnTo>
                  <a:lnTo>
                    <a:pt x="486" y="333"/>
                  </a:lnTo>
                  <a:lnTo>
                    <a:pt x="410" y="384"/>
                  </a:lnTo>
                  <a:lnTo>
                    <a:pt x="346" y="397"/>
                  </a:lnTo>
                  <a:lnTo>
                    <a:pt x="346" y="397"/>
                  </a:lnTo>
                  <a:lnTo>
                    <a:pt x="359" y="333"/>
                  </a:lnTo>
                  <a:lnTo>
                    <a:pt x="244" y="308"/>
                  </a:lnTo>
                  <a:lnTo>
                    <a:pt x="192" y="461"/>
                  </a:lnTo>
                  <a:lnTo>
                    <a:pt x="14" y="423"/>
                  </a:lnTo>
                  <a:lnTo>
                    <a:pt x="1" y="589"/>
                  </a:lnTo>
                  <a:lnTo>
                    <a:pt x="77" y="627"/>
                  </a:lnTo>
                  <a:lnTo>
                    <a:pt x="282" y="780"/>
                  </a:lnTo>
                  <a:lnTo>
                    <a:pt x="269" y="908"/>
                  </a:lnTo>
                  <a:lnTo>
                    <a:pt x="180" y="934"/>
                  </a:lnTo>
                  <a:lnTo>
                    <a:pt x="167" y="819"/>
                  </a:lnTo>
                  <a:lnTo>
                    <a:pt x="77" y="691"/>
                  </a:lnTo>
                  <a:lnTo>
                    <a:pt x="14" y="870"/>
                  </a:lnTo>
                  <a:lnTo>
                    <a:pt x="77" y="921"/>
                  </a:lnTo>
                  <a:lnTo>
                    <a:pt x="129" y="1036"/>
                  </a:lnTo>
                  <a:lnTo>
                    <a:pt x="77" y="1151"/>
                  </a:lnTo>
                  <a:lnTo>
                    <a:pt x="218" y="1100"/>
                  </a:lnTo>
                  <a:lnTo>
                    <a:pt x="218" y="1023"/>
                  </a:lnTo>
                  <a:lnTo>
                    <a:pt x="435" y="1062"/>
                  </a:lnTo>
                  <a:lnTo>
                    <a:pt x="397" y="1113"/>
                  </a:lnTo>
                  <a:lnTo>
                    <a:pt x="371" y="1189"/>
                  </a:lnTo>
                  <a:lnTo>
                    <a:pt x="538" y="1125"/>
                  </a:lnTo>
                  <a:lnTo>
                    <a:pt x="576" y="1074"/>
                  </a:lnTo>
                  <a:lnTo>
                    <a:pt x="525" y="985"/>
                  </a:lnTo>
                  <a:lnTo>
                    <a:pt x="384" y="972"/>
                  </a:lnTo>
                  <a:lnTo>
                    <a:pt x="371" y="921"/>
                  </a:lnTo>
                  <a:lnTo>
                    <a:pt x="448" y="832"/>
                  </a:lnTo>
                  <a:lnTo>
                    <a:pt x="435" y="704"/>
                  </a:lnTo>
                  <a:lnTo>
                    <a:pt x="525" y="653"/>
                  </a:lnTo>
                  <a:lnTo>
                    <a:pt x="627" y="768"/>
                  </a:lnTo>
                  <a:lnTo>
                    <a:pt x="614" y="934"/>
                  </a:lnTo>
                  <a:lnTo>
                    <a:pt x="742" y="1049"/>
                  </a:lnTo>
                  <a:lnTo>
                    <a:pt x="742" y="1125"/>
                  </a:lnTo>
                  <a:lnTo>
                    <a:pt x="678" y="1228"/>
                  </a:lnTo>
                  <a:lnTo>
                    <a:pt x="793" y="1228"/>
                  </a:lnTo>
                  <a:lnTo>
                    <a:pt x="653" y="1317"/>
                  </a:lnTo>
                  <a:lnTo>
                    <a:pt x="678" y="1407"/>
                  </a:lnTo>
                  <a:lnTo>
                    <a:pt x="448" y="1649"/>
                  </a:lnTo>
                  <a:lnTo>
                    <a:pt x="346" y="1701"/>
                  </a:lnTo>
                  <a:lnTo>
                    <a:pt x="359" y="1841"/>
                  </a:lnTo>
                  <a:lnTo>
                    <a:pt x="295" y="1943"/>
                  </a:lnTo>
                  <a:lnTo>
                    <a:pt x="410" y="2097"/>
                  </a:lnTo>
                  <a:lnTo>
                    <a:pt x="346" y="2301"/>
                  </a:lnTo>
                  <a:lnTo>
                    <a:pt x="218" y="2276"/>
                  </a:lnTo>
                  <a:lnTo>
                    <a:pt x="282" y="2442"/>
                  </a:lnTo>
                  <a:lnTo>
                    <a:pt x="474" y="2493"/>
                  </a:lnTo>
                  <a:lnTo>
                    <a:pt x="512" y="2557"/>
                  </a:lnTo>
                  <a:lnTo>
                    <a:pt x="576" y="2544"/>
                  </a:lnTo>
                  <a:lnTo>
                    <a:pt x="640" y="2480"/>
                  </a:lnTo>
                  <a:lnTo>
                    <a:pt x="563" y="2429"/>
                  </a:lnTo>
                  <a:lnTo>
                    <a:pt x="538" y="2288"/>
                  </a:lnTo>
                  <a:lnTo>
                    <a:pt x="550" y="2199"/>
                  </a:lnTo>
                  <a:lnTo>
                    <a:pt x="614" y="2097"/>
                  </a:lnTo>
                  <a:lnTo>
                    <a:pt x="704" y="2071"/>
                  </a:lnTo>
                  <a:lnTo>
                    <a:pt x="768" y="2135"/>
                  </a:lnTo>
                  <a:lnTo>
                    <a:pt x="729" y="2199"/>
                  </a:lnTo>
                  <a:lnTo>
                    <a:pt x="691" y="2263"/>
                  </a:lnTo>
                  <a:lnTo>
                    <a:pt x="755" y="2404"/>
                  </a:lnTo>
                  <a:lnTo>
                    <a:pt x="678" y="2595"/>
                  </a:lnTo>
                  <a:lnTo>
                    <a:pt x="614" y="2646"/>
                  </a:lnTo>
                  <a:lnTo>
                    <a:pt x="601" y="2710"/>
                  </a:lnTo>
                  <a:lnTo>
                    <a:pt x="601" y="2710"/>
                  </a:lnTo>
                  <a:lnTo>
                    <a:pt x="716" y="2672"/>
                  </a:lnTo>
                  <a:lnTo>
                    <a:pt x="857" y="2634"/>
                  </a:lnTo>
                  <a:lnTo>
                    <a:pt x="959" y="2557"/>
                  </a:lnTo>
                  <a:lnTo>
                    <a:pt x="998" y="2506"/>
                  </a:lnTo>
                  <a:lnTo>
                    <a:pt x="921" y="2404"/>
                  </a:lnTo>
                  <a:lnTo>
                    <a:pt x="1010" y="2365"/>
                  </a:lnTo>
                  <a:lnTo>
                    <a:pt x="1189" y="2480"/>
                  </a:lnTo>
                  <a:lnTo>
                    <a:pt x="1228" y="2288"/>
                  </a:lnTo>
                  <a:lnTo>
                    <a:pt x="1304" y="2225"/>
                  </a:lnTo>
                  <a:lnTo>
                    <a:pt x="1356" y="1880"/>
                  </a:lnTo>
                  <a:lnTo>
                    <a:pt x="1522" y="1522"/>
                  </a:lnTo>
                  <a:lnTo>
                    <a:pt x="1611" y="1458"/>
                  </a:lnTo>
                  <a:lnTo>
                    <a:pt x="1586" y="1381"/>
                  </a:lnTo>
                  <a:lnTo>
                    <a:pt x="1726" y="1266"/>
                  </a:lnTo>
                  <a:lnTo>
                    <a:pt x="1726" y="1177"/>
                  </a:lnTo>
                  <a:lnTo>
                    <a:pt x="1828" y="1151"/>
                  </a:lnTo>
                  <a:lnTo>
                    <a:pt x="1867" y="1062"/>
                  </a:lnTo>
                  <a:lnTo>
                    <a:pt x="1764" y="972"/>
                  </a:lnTo>
                  <a:lnTo>
                    <a:pt x="1790" y="883"/>
                  </a:lnTo>
                  <a:lnTo>
                    <a:pt x="1726" y="870"/>
                  </a:lnTo>
                  <a:lnTo>
                    <a:pt x="1816" y="755"/>
                  </a:lnTo>
                  <a:lnTo>
                    <a:pt x="1534" y="729"/>
                  </a:lnTo>
                  <a:lnTo>
                    <a:pt x="1534" y="640"/>
                  </a:lnTo>
                  <a:lnTo>
                    <a:pt x="1662" y="601"/>
                  </a:lnTo>
                  <a:lnTo>
                    <a:pt x="1662" y="410"/>
                  </a:lnTo>
                  <a:lnTo>
                    <a:pt x="1534" y="333"/>
                  </a:lnTo>
                  <a:lnTo>
                    <a:pt x="1445" y="410"/>
                  </a:lnTo>
                  <a:lnTo>
                    <a:pt x="1240" y="333"/>
                  </a:lnTo>
                  <a:lnTo>
                    <a:pt x="1151" y="154"/>
                  </a:lnTo>
                  <a:lnTo>
                    <a:pt x="1189" y="90"/>
                  </a:lnTo>
                  <a:lnTo>
                    <a:pt x="1164" y="52"/>
                  </a:lnTo>
                  <a:lnTo>
                    <a:pt x="1151" y="52"/>
                  </a:lnTo>
                  <a:lnTo>
                    <a:pt x="1023" y="77"/>
                  </a:lnTo>
                  <a:lnTo>
                    <a:pt x="1049" y="26"/>
                  </a:lnTo>
                  <a:lnTo>
                    <a:pt x="93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5" name="Google Shape;993;p78">
              <a:extLst>
                <a:ext uri="{FF2B5EF4-FFF2-40B4-BE49-F238E27FC236}">
                  <a16:creationId xmlns:a16="http://schemas.microsoft.com/office/drawing/2014/main" id="{67ECC52D-D6BC-25DC-6B8E-F69556FF1C20}"/>
                </a:ext>
              </a:extLst>
            </p:cNvPr>
            <p:cNvSpPr/>
            <p:nvPr/>
          </p:nvSpPr>
          <p:spPr>
            <a:xfrm>
              <a:off x="4091150" y="2037450"/>
              <a:ext cx="81200" cy="62325"/>
            </a:xfrm>
            <a:custGeom>
              <a:avLst/>
              <a:gdLst/>
              <a:ahLst/>
              <a:cxnLst/>
              <a:rect l="l" t="t" r="r" b="b"/>
              <a:pathLst>
                <a:path w="3248" h="2493" extrusionOk="0">
                  <a:moveTo>
                    <a:pt x="1458" y="0"/>
                  </a:moveTo>
                  <a:lnTo>
                    <a:pt x="1190" y="154"/>
                  </a:lnTo>
                  <a:lnTo>
                    <a:pt x="806" y="154"/>
                  </a:lnTo>
                  <a:lnTo>
                    <a:pt x="359" y="256"/>
                  </a:lnTo>
                  <a:lnTo>
                    <a:pt x="359" y="384"/>
                  </a:lnTo>
                  <a:lnTo>
                    <a:pt x="205" y="396"/>
                  </a:lnTo>
                  <a:lnTo>
                    <a:pt x="103" y="409"/>
                  </a:lnTo>
                  <a:lnTo>
                    <a:pt x="65" y="409"/>
                  </a:lnTo>
                  <a:lnTo>
                    <a:pt x="52" y="422"/>
                  </a:lnTo>
                  <a:lnTo>
                    <a:pt x="1" y="984"/>
                  </a:lnTo>
                  <a:lnTo>
                    <a:pt x="180" y="1406"/>
                  </a:lnTo>
                  <a:lnTo>
                    <a:pt x="576" y="1495"/>
                  </a:lnTo>
                  <a:lnTo>
                    <a:pt x="551" y="2007"/>
                  </a:lnTo>
                  <a:lnTo>
                    <a:pt x="563" y="2045"/>
                  </a:lnTo>
                  <a:lnTo>
                    <a:pt x="1356" y="1828"/>
                  </a:lnTo>
                  <a:lnTo>
                    <a:pt x="2008" y="2135"/>
                  </a:lnTo>
                  <a:lnTo>
                    <a:pt x="2302" y="2492"/>
                  </a:lnTo>
                  <a:lnTo>
                    <a:pt x="3222" y="2377"/>
                  </a:lnTo>
                  <a:lnTo>
                    <a:pt x="3132" y="2288"/>
                  </a:lnTo>
                  <a:lnTo>
                    <a:pt x="3234" y="1828"/>
                  </a:lnTo>
                  <a:lnTo>
                    <a:pt x="2787" y="1483"/>
                  </a:lnTo>
                  <a:lnTo>
                    <a:pt x="2557" y="895"/>
                  </a:lnTo>
                  <a:lnTo>
                    <a:pt x="3017" y="716"/>
                  </a:lnTo>
                  <a:lnTo>
                    <a:pt x="3145" y="665"/>
                  </a:lnTo>
                  <a:lnTo>
                    <a:pt x="3247" y="269"/>
                  </a:lnTo>
                  <a:lnTo>
                    <a:pt x="2787" y="154"/>
                  </a:lnTo>
                  <a:lnTo>
                    <a:pt x="2365" y="192"/>
                  </a:lnTo>
                  <a:lnTo>
                    <a:pt x="2110" y="26"/>
                  </a:lnTo>
                  <a:lnTo>
                    <a:pt x="145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6" name="Google Shape;994;p78">
              <a:extLst>
                <a:ext uri="{FF2B5EF4-FFF2-40B4-BE49-F238E27FC236}">
                  <a16:creationId xmlns:a16="http://schemas.microsoft.com/office/drawing/2014/main" id="{2FF335DE-66E0-1768-3906-D486554CBE2A}"/>
                </a:ext>
              </a:extLst>
            </p:cNvPr>
            <p:cNvSpPr/>
            <p:nvPr/>
          </p:nvSpPr>
          <p:spPr>
            <a:xfrm>
              <a:off x="3938425" y="1782150"/>
              <a:ext cx="5775" cy="6100"/>
            </a:xfrm>
            <a:custGeom>
              <a:avLst/>
              <a:gdLst/>
              <a:ahLst/>
              <a:cxnLst/>
              <a:rect l="l" t="t" r="r" b="b"/>
              <a:pathLst>
                <a:path w="231" h="244" extrusionOk="0">
                  <a:moveTo>
                    <a:pt x="180" y="0"/>
                  </a:moveTo>
                  <a:lnTo>
                    <a:pt x="116" y="13"/>
                  </a:lnTo>
                  <a:lnTo>
                    <a:pt x="78" y="39"/>
                  </a:lnTo>
                  <a:lnTo>
                    <a:pt x="52" y="77"/>
                  </a:lnTo>
                  <a:lnTo>
                    <a:pt x="26" y="128"/>
                  </a:lnTo>
                  <a:lnTo>
                    <a:pt x="1" y="167"/>
                  </a:lnTo>
                  <a:lnTo>
                    <a:pt x="1" y="192"/>
                  </a:lnTo>
                  <a:lnTo>
                    <a:pt x="1" y="205"/>
                  </a:lnTo>
                  <a:lnTo>
                    <a:pt x="14" y="231"/>
                  </a:lnTo>
                  <a:lnTo>
                    <a:pt x="39" y="243"/>
                  </a:lnTo>
                  <a:lnTo>
                    <a:pt x="90" y="243"/>
                  </a:lnTo>
                  <a:lnTo>
                    <a:pt x="141" y="205"/>
                  </a:lnTo>
                  <a:lnTo>
                    <a:pt x="205" y="116"/>
                  </a:lnTo>
                  <a:lnTo>
                    <a:pt x="231" y="77"/>
                  </a:lnTo>
                  <a:lnTo>
                    <a:pt x="231" y="39"/>
                  </a:lnTo>
                  <a:lnTo>
                    <a:pt x="231" y="13"/>
                  </a:lnTo>
                  <a:lnTo>
                    <a:pt x="20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995;p78">
              <a:extLst>
                <a:ext uri="{FF2B5EF4-FFF2-40B4-BE49-F238E27FC236}">
                  <a16:creationId xmlns:a16="http://schemas.microsoft.com/office/drawing/2014/main" id="{417278ED-38D9-A283-EE72-EFDA0368479C}"/>
                </a:ext>
              </a:extLst>
            </p:cNvPr>
            <p:cNvSpPr/>
            <p:nvPr/>
          </p:nvSpPr>
          <p:spPr>
            <a:xfrm>
              <a:off x="3940025" y="1764900"/>
              <a:ext cx="3225" cy="2900"/>
            </a:xfrm>
            <a:custGeom>
              <a:avLst/>
              <a:gdLst/>
              <a:ahLst/>
              <a:cxnLst/>
              <a:rect l="l" t="t" r="r" b="b"/>
              <a:pathLst>
                <a:path w="129" h="116" extrusionOk="0">
                  <a:moveTo>
                    <a:pt x="14" y="0"/>
                  </a:moveTo>
                  <a:lnTo>
                    <a:pt x="1" y="26"/>
                  </a:lnTo>
                  <a:lnTo>
                    <a:pt x="1" y="39"/>
                  </a:lnTo>
                  <a:lnTo>
                    <a:pt x="1" y="90"/>
                  </a:lnTo>
                  <a:lnTo>
                    <a:pt x="14" y="103"/>
                  </a:lnTo>
                  <a:lnTo>
                    <a:pt x="26" y="115"/>
                  </a:lnTo>
                  <a:lnTo>
                    <a:pt x="90" y="115"/>
                  </a:lnTo>
                  <a:lnTo>
                    <a:pt x="103" y="103"/>
                  </a:lnTo>
                  <a:lnTo>
                    <a:pt x="116" y="77"/>
                  </a:lnTo>
                  <a:lnTo>
                    <a:pt x="129" y="26"/>
                  </a:lnTo>
                  <a:lnTo>
                    <a:pt x="10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996;p78">
              <a:extLst>
                <a:ext uri="{FF2B5EF4-FFF2-40B4-BE49-F238E27FC236}">
                  <a16:creationId xmlns:a16="http://schemas.microsoft.com/office/drawing/2014/main" id="{F1B158D6-7530-9327-9C2E-E5D7DE6DD9A6}"/>
                </a:ext>
              </a:extLst>
            </p:cNvPr>
            <p:cNvSpPr/>
            <p:nvPr/>
          </p:nvSpPr>
          <p:spPr>
            <a:xfrm>
              <a:off x="4085400" y="2135525"/>
              <a:ext cx="182800" cy="132625"/>
            </a:xfrm>
            <a:custGeom>
              <a:avLst/>
              <a:gdLst/>
              <a:ahLst/>
              <a:cxnLst/>
              <a:rect l="l" t="t" r="r" b="b"/>
              <a:pathLst>
                <a:path w="7312" h="5305" extrusionOk="0">
                  <a:moveTo>
                    <a:pt x="3720" y="1"/>
                  </a:moveTo>
                  <a:lnTo>
                    <a:pt x="3528" y="77"/>
                  </a:lnTo>
                  <a:lnTo>
                    <a:pt x="3362" y="435"/>
                  </a:lnTo>
                  <a:lnTo>
                    <a:pt x="2889" y="371"/>
                  </a:lnTo>
                  <a:lnTo>
                    <a:pt x="2544" y="653"/>
                  </a:lnTo>
                  <a:lnTo>
                    <a:pt x="2506" y="959"/>
                  </a:lnTo>
                  <a:lnTo>
                    <a:pt x="2532" y="1202"/>
                  </a:lnTo>
                  <a:lnTo>
                    <a:pt x="1905" y="1547"/>
                  </a:lnTo>
                  <a:lnTo>
                    <a:pt x="1905" y="2225"/>
                  </a:lnTo>
                  <a:lnTo>
                    <a:pt x="2071" y="2352"/>
                  </a:lnTo>
                  <a:lnTo>
                    <a:pt x="1075" y="2519"/>
                  </a:lnTo>
                  <a:lnTo>
                    <a:pt x="142" y="2608"/>
                  </a:lnTo>
                  <a:lnTo>
                    <a:pt x="180" y="2889"/>
                  </a:lnTo>
                  <a:lnTo>
                    <a:pt x="461" y="3324"/>
                  </a:lnTo>
                  <a:lnTo>
                    <a:pt x="461" y="3758"/>
                  </a:lnTo>
                  <a:lnTo>
                    <a:pt x="1" y="4001"/>
                  </a:lnTo>
                  <a:lnTo>
                    <a:pt x="1" y="4180"/>
                  </a:lnTo>
                  <a:lnTo>
                    <a:pt x="167" y="4180"/>
                  </a:lnTo>
                  <a:lnTo>
                    <a:pt x="333" y="4921"/>
                  </a:lnTo>
                  <a:lnTo>
                    <a:pt x="755" y="4921"/>
                  </a:lnTo>
                  <a:lnTo>
                    <a:pt x="806" y="4538"/>
                  </a:lnTo>
                  <a:lnTo>
                    <a:pt x="1841" y="4512"/>
                  </a:lnTo>
                  <a:lnTo>
                    <a:pt x="2519" y="4589"/>
                  </a:lnTo>
                  <a:lnTo>
                    <a:pt x="2953" y="4806"/>
                  </a:lnTo>
                  <a:lnTo>
                    <a:pt x="3247" y="4972"/>
                  </a:lnTo>
                  <a:lnTo>
                    <a:pt x="3452" y="4921"/>
                  </a:lnTo>
                  <a:lnTo>
                    <a:pt x="3528" y="5036"/>
                  </a:lnTo>
                  <a:lnTo>
                    <a:pt x="3912" y="4998"/>
                  </a:lnTo>
                  <a:lnTo>
                    <a:pt x="4219" y="5036"/>
                  </a:lnTo>
                  <a:lnTo>
                    <a:pt x="4628" y="4832"/>
                  </a:lnTo>
                  <a:lnTo>
                    <a:pt x="4679" y="4972"/>
                  </a:lnTo>
                  <a:lnTo>
                    <a:pt x="5203" y="5049"/>
                  </a:lnTo>
                  <a:lnTo>
                    <a:pt x="5573" y="5215"/>
                  </a:lnTo>
                  <a:lnTo>
                    <a:pt x="5650" y="5305"/>
                  </a:lnTo>
                  <a:lnTo>
                    <a:pt x="5739" y="5228"/>
                  </a:lnTo>
                  <a:lnTo>
                    <a:pt x="5778" y="4755"/>
                  </a:lnTo>
                  <a:lnTo>
                    <a:pt x="6238" y="4359"/>
                  </a:lnTo>
                  <a:lnTo>
                    <a:pt x="6417" y="4257"/>
                  </a:lnTo>
                  <a:lnTo>
                    <a:pt x="6430" y="4257"/>
                  </a:lnTo>
                  <a:lnTo>
                    <a:pt x="6327" y="3707"/>
                  </a:lnTo>
                  <a:lnTo>
                    <a:pt x="6315" y="3477"/>
                  </a:lnTo>
                  <a:lnTo>
                    <a:pt x="6161" y="3221"/>
                  </a:lnTo>
                  <a:lnTo>
                    <a:pt x="6570" y="3221"/>
                  </a:lnTo>
                  <a:lnTo>
                    <a:pt x="6915" y="3388"/>
                  </a:lnTo>
                  <a:lnTo>
                    <a:pt x="7311" y="2915"/>
                  </a:lnTo>
                  <a:lnTo>
                    <a:pt x="7030" y="2710"/>
                  </a:lnTo>
                  <a:lnTo>
                    <a:pt x="6596" y="2608"/>
                  </a:lnTo>
                  <a:lnTo>
                    <a:pt x="6724" y="2314"/>
                  </a:lnTo>
                  <a:lnTo>
                    <a:pt x="6583" y="2289"/>
                  </a:lnTo>
                  <a:lnTo>
                    <a:pt x="6200" y="2033"/>
                  </a:lnTo>
                  <a:lnTo>
                    <a:pt x="6200" y="1713"/>
                  </a:lnTo>
                  <a:lnTo>
                    <a:pt x="5970" y="1752"/>
                  </a:lnTo>
                  <a:lnTo>
                    <a:pt x="5854" y="1445"/>
                  </a:lnTo>
                  <a:lnTo>
                    <a:pt x="6033" y="1279"/>
                  </a:lnTo>
                  <a:lnTo>
                    <a:pt x="5854" y="1151"/>
                  </a:lnTo>
                  <a:lnTo>
                    <a:pt x="5970" y="921"/>
                  </a:lnTo>
                  <a:lnTo>
                    <a:pt x="5893" y="793"/>
                  </a:lnTo>
                  <a:lnTo>
                    <a:pt x="5727" y="793"/>
                  </a:lnTo>
                  <a:lnTo>
                    <a:pt x="5727" y="461"/>
                  </a:lnTo>
                  <a:lnTo>
                    <a:pt x="5343" y="346"/>
                  </a:lnTo>
                  <a:lnTo>
                    <a:pt x="5037" y="474"/>
                  </a:lnTo>
                  <a:lnTo>
                    <a:pt x="4794" y="474"/>
                  </a:lnTo>
                  <a:lnTo>
                    <a:pt x="4538" y="256"/>
                  </a:lnTo>
                  <a:lnTo>
                    <a:pt x="4244" y="371"/>
                  </a:lnTo>
                  <a:lnTo>
                    <a:pt x="4244" y="141"/>
                  </a:lnTo>
                  <a:lnTo>
                    <a:pt x="3733" y="90"/>
                  </a:lnTo>
                  <a:lnTo>
                    <a:pt x="372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9" name="Google Shape;997;p78">
              <a:extLst>
                <a:ext uri="{FF2B5EF4-FFF2-40B4-BE49-F238E27FC236}">
                  <a16:creationId xmlns:a16="http://schemas.microsoft.com/office/drawing/2014/main" id="{073264ED-70D4-6849-7551-696FCDD681EB}"/>
                </a:ext>
              </a:extLst>
            </p:cNvPr>
            <p:cNvSpPr/>
            <p:nvPr/>
          </p:nvSpPr>
          <p:spPr>
            <a:xfrm>
              <a:off x="3935550" y="1770000"/>
              <a:ext cx="3550" cy="4175"/>
            </a:xfrm>
            <a:custGeom>
              <a:avLst/>
              <a:gdLst/>
              <a:ahLst/>
              <a:cxnLst/>
              <a:rect l="l" t="t" r="r" b="b"/>
              <a:pathLst>
                <a:path w="142" h="167" extrusionOk="0">
                  <a:moveTo>
                    <a:pt x="103" y="1"/>
                  </a:moveTo>
                  <a:lnTo>
                    <a:pt x="65" y="14"/>
                  </a:lnTo>
                  <a:lnTo>
                    <a:pt x="26" y="14"/>
                  </a:lnTo>
                  <a:lnTo>
                    <a:pt x="14" y="39"/>
                  </a:lnTo>
                  <a:lnTo>
                    <a:pt x="14" y="52"/>
                  </a:lnTo>
                  <a:lnTo>
                    <a:pt x="1" y="90"/>
                  </a:lnTo>
                  <a:lnTo>
                    <a:pt x="1" y="116"/>
                  </a:lnTo>
                  <a:lnTo>
                    <a:pt x="14" y="129"/>
                  </a:lnTo>
                  <a:lnTo>
                    <a:pt x="77" y="167"/>
                  </a:lnTo>
                  <a:lnTo>
                    <a:pt x="116" y="167"/>
                  </a:lnTo>
                  <a:lnTo>
                    <a:pt x="129" y="154"/>
                  </a:lnTo>
                  <a:lnTo>
                    <a:pt x="129" y="129"/>
                  </a:lnTo>
                  <a:lnTo>
                    <a:pt x="141" y="90"/>
                  </a:lnTo>
                  <a:lnTo>
                    <a:pt x="141" y="52"/>
                  </a:lnTo>
                  <a:lnTo>
                    <a:pt x="129" y="26"/>
                  </a:lnTo>
                  <a:lnTo>
                    <a:pt x="10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0" name="Google Shape;998;p78">
              <a:extLst>
                <a:ext uri="{FF2B5EF4-FFF2-40B4-BE49-F238E27FC236}">
                  <a16:creationId xmlns:a16="http://schemas.microsoft.com/office/drawing/2014/main" id="{9F6A3FB9-17C5-0C27-F054-A655034EAD7B}"/>
                </a:ext>
              </a:extLst>
            </p:cNvPr>
            <p:cNvSpPr/>
            <p:nvPr/>
          </p:nvSpPr>
          <p:spPr>
            <a:xfrm>
              <a:off x="3932375" y="1776400"/>
              <a:ext cx="8950" cy="7375"/>
            </a:xfrm>
            <a:custGeom>
              <a:avLst/>
              <a:gdLst/>
              <a:ahLst/>
              <a:cxnLst/>
              <a:rect l="l" t="t" r="r" b="b"/>
              <a:pathLst>
                <a:path w="358" h="295" extrusionOk="0">
                  <a:moveTo>
                    <a:pt x="141" y="0"/>
                  </a:moveTo>
                  <a:lnTo>
                    <a:pt x="102" y="64"/>
                  </a:lnTo>
                  <a:lnTo>
                    <a:pt x="51" y="128"/>
                  </a:lnTo>
                  <a:lnTo>
                    <a:pt x="26" y="154"/>
                  </a:lnTo>
                  <a:lnTo>
                    <a:pt x="13" y="192"/>
                  </a:lnTo>
                  <a:lnTo>
                    <a:pt x="0" y="230"/>
                  </a:lnTo>
                  <a:lnTo>
                    <a:pt x="13" y="256"/>
                  </a:lnTo>
                  <a:lnTo>
                    <a:pt x="38" y="282"/>
                  </a:lnTo>
                  <a:lnTo>
                    <a:pt x="51" y="294"/>
                  </a:lnTo>
                  <a:lnTo>
                    <a:pt x="102" y="294"/>
                  </a:lnTo>
                  <a:lnTo>
                    <a:pt x="153" y="282"/>
                  </a:lnTo>
                  <a:lnTo>
                    <a:pt x="204" y="243"/>
                  </a:lnTo>
                  <a:lnTo>
                    <a:pt x="294" y="205"/>
                  </a:lnTo>
                  <a:lnTo>
                    <a:pt x="332" y="179"/>
                  </a:lnTo>
                  <a:lnTo>
                    <a:pt x="358" y="141"/>
                  </a:lnTo>
                  <a:lnTo>
                    <a:pt x="332" y="52"/>
                  </a:lnTo>
                  <a:lnTo>
                    <a:pt x="320" y="39"/>
                  </a:lnTo>
                  <a:lnTo>
                    <a:pt x="307" y="26"/>
                  </a:lnTo>
                  <a:lnTo>
                    <a:pt x="243" y="13"/>
                  </a:lnTo>
                  <a:lnTo>
                    <a:pt x="14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1" name="Google Shape;999;p78">
              <a:extLst>
                <a:ext uri="{FF2B5EF4-FFF2-40B4-BE49-F238E27FC236}">
                  <a16:creationId xmlns:a16="http://schemas.microsoft.com/office/drawing/2014/main" id="{A58B23D9-0FC1-D602-6746-B1AF30C13CA6}"/>
                </a:ext>
              </a:extLst>
            </p:cNvPr>
            <p:cNvSpPr/>
            <p:nvPr/>
          </p:nvSpPr>
          <p:spPr>
            <a:xfrm>
              <a:off x="4044525" y="2085050"/>
              <a:ext cx="133575" cy="65200"/>
            </a:xfrm>
            <a:custGeom>
              <a:avLst/>
              <a:gdLst/>
              <a:ahLst/>
              <a:cxnLst/>
              <a:rect l="l" t="t" r="r" b="b"/>
              <a:pathLst>
                <a:path w="5343" h="2608" extrusionOk="0">
                  <a:moveTo>
                    <a:pt x="3208" y="0"/>
                  </a:moveTo>
                  <a:lnTo>
                    <a:pt x="2428" y="218"/>
                  </a:lnTo>
                  <a:lnTo>
                    <a:pt x="2467" y="512"/>
                  </a:lnTo>
                  <a:lnTo>
                    <a:pt x="2428" y="818"/>
                  </a:lnTo>
                  <a:lnTo>
                    <a:pt x="2058" y="1061"/>
                  </a:lnTo>
                  <a:lnTo>
                    <a:pt x="1764" y="1061"/>
                  </a:lnTo>
                  <a:lnTo>
                    <a:pt x="1304" y="550"/>
                  </a:lnTo>
                  <a:lnTo>
                    <a:pt x="1176" y="256"/>
                  </a:lnTo>
                  <a:lnTo>
                    <a:pt x="895" y="333"/>
                  </a:lnTo>
                  <a:lnTo>
                    <a:pt x="422" y="627"/>
                  </a:lnTo>
                  <a:lnTo>
                    <a:pt x="268" y="1010"/>
                  </a:lnTo>
                  <a:lnTo>
                    <a:pt x="358" y="1304"/>
                  </a:lnTo>
                  <a:lnTo>
                    <a:pt x="115" y="1470"/>
                  </a:lnTo>
                  <a:lnTo>
                    <a:pt x="0" y="1713"/>
                  </a:lnTo>
                  <a:lnTo>
                    <a:pt x="51" y="1956"/>
                  </a:lnTo>
                  <a:lnTo>
                    <a:pt x="754" y="1726"/>
                  </a:lnTo>
                  <a:lnTo>
                    <a:pt x="2352" y="1905"/>
                  </a:lnTo>
                  <a:lnTo>
                    <a:pt x="2594" y="1905"/>
                  </a:lnTo>
                  <a:lnTo>
                    <a:pt x="2748" y="1726"/>
                  </a:lnTo>
                  <a:lnTo>
                    <a:pt x="2991" y="1726"/>
                  </a:lnTo>
                  <a:lnTo>
                    <a:pt x="2991" y="1981"/>
                  </a:lnTo>
                  <a:lnTo>
                    <a:pt x="3285" y="1994"/>
                  </a:lnTo>
                  <a:lnTo>
                    <a:pt x="4141" y="2608"/>
                  </a:lnTo>
                  <a:lnTo>
                    <a:pt x="4499" y="2314"/>
                  </a:lnTo>
                  <a:lnTo>
                    <a:pt x="4959" y="2378"/>
                  </a:lnTo>
                  <a:lnTo>
                    <a:pt x="5112" y="2033"/>
                  </a:lnTo>
                  <a:lnTo>
                    <a:pt x="5342" y="1943"/>
                  </a:lnTo>
                  <a:lnTo>
                    <a:pt x="5253" y="1483"/>
                  </a:lnTo>
                  <a:lnTo>
                    <a:pt x="5125" y="1010"/>
                  </a:lnTo>
                  <a:lnTo>
                    <a:pt x="5240" y="652"/>
                  </a:lnTo>
                  <a:lnTo>
                    <a:pt x="5138" y="537"/>
                  </a:lnTo>
                  <a:lnTo>
                    <a:pt x="4128" y="678"/>
                  </a:lnTo>
                  <a:lnTo>
                    <a:pt x="3834" y="294"/>
                  </a:lnTo>
                  <a:lnTo>
                    <a:pt x="320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2" name="Google Shape;1000;p78">
              <a:extLst>
                <a:ext uri="{FF2B5EF4-FFF2-40B4-BE49-F238E27FC236}">
                  <a16:creationId xmlns:a16="http://schemas.microsoft.com/office/drawing/2014/main" id="{C26D75C6-F54F-F7CD-E6BA-E22CE8724995}"/>
                </a:ext>
              </a:extLst>
            </p:cNvPr>
            <p:cNvSpPr/>
            <p:nvPr/>
          </p:nvSpPr>
          <p:spPr>
            <a:xfrm>
              <a:off x="3735850" y="1671600"/>
              <a:ext cx="450875" cy="408675"/>
            </a:xfrm>
            <a:custGeom>
              <a:avLst/>
              <a:gdLst/>
              <a:ahLst/>
              <a:cxnLst/>
              <a:rect l="l" t="t" r="r" b="b"/>
              <a:pathLst>
                <a:path w="18035" h="16347" extrusionOk="0">
                  <a:moveTo>
                    <a:pt x="15644" y="0"/>
                  </a:moveTo>
                  <a:lnTo>
                    <a:pt x="15632" y="13"/>
                  </a:lnTo>
                  <a:lnTo>
                    <a:pt x="15619" y="39"/>
                  </a:lnTo>
                  <a:lnTo>
                    <a:pt x="15581" y="77"/>
                  </a:lnTo>
                  <a:lnTo>
                    <a:pt x="15555" y="115"/>
                  </a:lnTo>
                  <a:lnTo>
                    <a:pt x="15568" y="128"/>
                  </a:lnTo>
                  <a:lnTo>
                    <a:pt x="15581" y="141"/>
                  </a:lnTo>
                  <a:lnTo>
                    <a:pt x="15632" y="167"/>
                  </a:lnTo>
                  <a:lnTo>
                    <a:pt x="15657" y="192"/>
                  </a:lnTo>
                  <a:lnTo>
                    <a:pt x="15683" y="218"/>
                  </a:lnTo>
                  <a:lnTo>
                    <a:pt x="15644" y="230"/>
                  </a:lnTo>
                  <a:lnTo>
                    <a:pt x="15606" y="230"/>
                  </a:lnTo>
                  <a:lnTo>
                    <a:pt x="15529" y="205"/>
                  </a:lnTo>
                  <a:lnTo>
                    <a:pt x="15453" y="179"/>
                  </a:lnTo>
                  <a:lnTo>
                    <a:pt x="15402" y="179"/>
                  </a:lnTo>
                  <a:lnTo>
                    <a:pt x="15363" y="192"/>
                  </a:lnTo>
                  <a:lnTo>
                    <a:pt x="15363" y="218"/>
                  </a:lnTo>
                  <a:lnTo>
                    <a:pt x="15363" y="243"/>
                  </a:lnTo>
                  <a:lnTo>
                    <a:pt x="15363" y="282"/>
                  </a:lnTo>
                  <a:lnTo>
                    <a:pt x="15389" y="320"/>
                  </a:lnTo>
                  <a:lnTo>
                    <a:pt x="15440" y="345"/>
                  </a:lnTo>
                  <a:lnTo>
                    <a:pt x="15478" y="345"/>
                  </a:lnTo>
                  <a:lnTo>
                    <a:pt x="15529" y="358"/>
                  </a:lnTo>
                  <a:lnTo>
                    <a:pt x="15555" y="384"/>
                  </a:lnTo>
                  <a:lnTo>
                    <a:pt x="15568" y="397"/>
                  </a:lnTo>
                  <a:lnTo>
                    <a:pt x="15593" y="422"/>
                  </a:lnTo>
                  <a:lnTo>
                    <a:pt x="15606" y="448"/>
                  </a:lnTo>
                  <a:lnTo>
                    <a:pt x="15593" y="473"/>
                  </a:lnTo>
                  <a:lnTo>
                    <a:pt x="15581" y="486"/>
                  </a:lnTo>
                  <a:lnTo>
                    <a:pt x="15542" y="524"/>
                  </a:lnTo>
                  <a:lnTo>
                    <a:pt x="15517" y="550"/>
                  </a:lnTo>
                  <a:lnTo>
                    <a:pt x="15504" y="588"/>
                  </a:lnTo>
                  <a:lnTo>
                    <a:pt x="15504" y="614"/>
                  </a:lnTo>
                  <a:lnTo>
                    <a:pt x="15529" y="678"/>
                  </a:lnTo>
                  <a:lnTo>
                    <a:pt x="15542" y="754"/>
                  </a:lnTo>
                  <a:lnTo>
                    <a:pt x="15542" y="793"/>
                  </a:lnTo>
                  <a:lnTo>
                    <a:pt x="15542" y="818"/>
                  </a:lnTo>
                  <a:lnTo>
                    <a:pt x="15504" y="857"/>
                  </a:lnTo>
                  <a:lnTo>
                    <a:pt x="15453" y="882"/>
                  </a:lnTo>
                  <a:lnTo>
                    <a:pt x="15338" y="946"/>
                  </a:lnTo>
                  <a:lnTo>
                    <a:pt x="15261" y="869"/>
                  </a:lnTo>
                  <a:lnTo>
                    <a:pt x="15223" y="806"/>
                  </a:lnTo>
                  <a:lnTo>
                    <a:pt x="15197" y="729"/>
                  </a:lnTo>
                  <a:lnTo>
                    <a:pt x="15197" y="639"/>
                  </a:lnTo>
                  <a:lnTo>
                    <a:pt x="15197" y="601"/>
                  </a:lnTo>
                  <a:lnTo>
                    <a:pt x="15184" y="563"/>
                  </a:lnTo>
                  <a:lnTo>
                    <a:pt x="15159" y="499"/>
                  </a:lnTo>
                  <a:lnTo>
                    <a:pt x="15133" y="473"/>
                  </a:lnTo>
                  <a:lnTo>
                    <a:pt x="15108" y="448"/>
                  </a:lnTo>
                  <a:lnTo>
                    <a:pt x="15005" y="448"/>
                  </a:lnTo>
                  <a:lnTo>
                    <a:pt x="14941" y="473"/>
                  </a:lnTo>
                  <a:lnTo>
                    <a:pt x="14890" y="512"/>
                  </a:lnTo>
                  <a:lnTo>
                    <a:pt x="14852" y="563"/>
                  </a:lnTo>
                  <a:lnTo>
                    <a:pt x="14826" y="614"/>
                  </a:lnTo>
                  <a:lnTo>
                    <a:pt x="14801" y="678"/>
                  </a:lnTo>
                  <a:lnTo>
                    <a:pt x="14775" y="742"/>
                  </a:lnTo>
                  <a:lnTo>
                    <a:pt x="14775" y="818"/>
                  </a:lnTo>
                  <a:lnTo>
                    <a:pt x="14775" y="895"/>
                  </a:lnTo>
                  <a:lnTo>
                    <a:pt x="14763" y="972"/>
                  </a:lnTo>
                  <a:lnTo>
                    <a:pt x="14737" y="1048"/>
                  </a:lnTo>
                  <a:lnTo>
                    <a:pt x="14711" y="1112"/>
                  </a:lnTo>
                  <a:lnTo>
                    <a:pt x="14699" y="1163"/>
                  </a:lnTo>
                  <a:lnTo>
                    <a:pt x="14711" y="1240"/>
                  </a:lnTo>
                  <a:lnTo>
                    <a:pt x="14711" y="1266"/>
                  </a:lnTo>
                  <a:lnTo>
                    <a:pt x="14711" y="1304"/>
                  </a:lnTo>
                  <a:lnTo>
                    <a:pt x="14699" y="1330"/>
                  </a:lnTo>
                  <a:lnTo>
                    <a:pt x="14673" y="1342"/>
                  </a:lnTo>
                  <a:lnTo>
                    <a:pt x="14609" y="1368"/>
                  </a:lnTo>
                  <a:lnTo>
                    <a:pt x="14545" y="1381"/>
                  </a:lnTo>
                  <a:lnTo>
                    <a:pt x="14494" y="1368"/>
                  </a:lnTo>
                  <a:lnTo>
                    <a:pt x="14469" y="1342"/>
                  </a:lnTo>
                  <a:lnTo>
                    <a:pt x="14456" y="1304"/>
                  </a:lnTo>
                  <a:lnTo>
                    <a:pt x="14456" y="1253"/>
                  </a:lnTo>
                  <a:lnTo>
                    <a:pt x="14469" y="1215"/>
                  </a:lnTo>
                  <a:lnTo>
                    <a:pt x="14481" y="1087"/>
                  </a:lnTo>
                  <a:lnTo>
                    <a:pt x="14507" y="972"/>
                  </a:lnTo>
                  <a:lnTo>
                    <a:pt x="14545" y="869"/>
                  </a:lnTo>
                  <a:lnTo>
                    <a:pt x="14571" y="767"/>
                  </a:lnTo>
                  <a:lnTo>
                    <a:pt x="14609" y="678"/>
                  </a:lnTo>
                  <a:lnTo>
                    <a:pt x="14648" y="614"/>
                  </a:lnTo>
                  <a:lnTo>
                    <a:pt x="14660" y="588"/>
                  </a:lnTo>
                  <a:lnTo>
                    <a:pt x="14660" y="550"/>
                  </a:lnTo>
                  <a:lnTo>
                    <a:pt x="14635" y="524"/>
                  </a:lnTo>
                  <a:lnTo>
                    <a:pt x="14596" y="499"/>
                  </a:lnTo>
                  <a:lnTo>
                    <a:pt x="14430" y="499"/>
                  </a:lnTo>
                  <a:lnTo>
                    <a:pt x="14405" y="512"/>
                  </a:lnTo>
                  <a:lnTo>
                    <a:pt x="14379" y="524"/>
                  </a:lnTo>
                  <a:lnTo>
                    <a:pt x="14354" y="537"/>
                  </a:lnTo>
                  <a:lnTo>
                    <a:pt x="14328" y="550"/>
                  </a:lnTo>
                  <a:lnTo>
                    <a:pt x="14302" y="550"/>
                  </a:lnTo>
                  <a:lnTo>
                    <a:pt x="14264" y="537"/>
                  </a:lnTo>
                  <a:lnTo>
                    <a:pt x="14213" y="499"/>
                  </a:lnTo>
                  <a:lnTo>
                    <a:pt x="14124" y="473"/>
                  </a:lnTo>
                  <a:lnTo>
                    <a:pt x="14034" y="460"/>
                  </a:lnTo>
                  <a:lnTo>
                    <a:pt x="13919" y="460"/>
                  </a:lnTo>
                  <a:lnTo>
                    <a:pt x="13868" y="473"/>
                  </a:lnTo>
                  <a:lnTo>
                    <a:pt x="13842" y="486"/>
                  </a:lnTo>
                  <a:lnTo>
                    <a:pt x="13830" y="499"/>
                  </a:lnTo>
                  <a:lnTo>
                    <a:pt x="13830" y="524"/>
                  </a:lnTo>
                  <a:lnTo>
                    <a:pt x="13842" y="537"/>
                  </a:lnTo>
                  <a:lnTo>
                    <a:pt x="13881" y="563"/>
                  </a:lnTo>
                  <a:lnTo>
                    <a:pt x="13893" y="576"/>
                  </a:lnTo>
                  <a:lnTo>
                    <a:pt x="13919" y="601"/>
                  </a:lnTo>
                  <a:lnTo>
                    <a:pt x="13945" y="614"/>
                  </a:lnTo>
                  <a:lnTo>
                    <a:pt x="13983" y="627"/>
                  </a:lnTo>
                  <a:lnTo>
                    <a:pt x="14021" y="627"/>
                  </a:lnTo>
                  <a:lnTo>
                    <a:pt x="14060" y="639"/>
                  </a:lnTo>
                  <a:lnTo>
                    <a:pt x="14072" y="678"/>
                  </a:lnTo>
                  <a:lnTo>
                    <a:pt x="14085" y="716"/>
                  </a:lnTo>
                  <a:lnTo>
                    <a:pt x="14098" y="780"/>
                  </a:lnTo>
                  <a:lnTo>
                    <a:pt x="13957" y="780"/>
                  </a:lnTo>
                  <a:lnTo>
                    <a:pt x="13945" y="793"/>
                  </a:lnTo>
                  <a:lnTo>
                    <a:pt x="13932" y="818"/>
                  </a:lnTo>
                  <a:lnTo>
                    <a:pt x="13919" y="844"/>
                  </a:lnTo>
                  <a:lnTo>
                    <a:pt x="13945" y="895"/>
                  </a:lnTo>
                  <a:lnTo>
                    <a:pt x="13932" y="895"/>
                  </a:lnTo>
                  <a:lnTo>
                    <a:pt x="13919" y="921"/>
                  </a:lnTo>
                  <a:lnTo>
                    <a:pt x="13906" y="946"/>
                  </a:lnTo>
                  <a:lnTo>
                    <a:pt x="13906" y="997"/>
                  </a:lnTo>
                  <a:lnTo>
                    <a:pt x="13919" y="1010"/>
                  </a:lnTo>
                  <a:lnTo>
                    <a:pt x="13945" y="1023"/>
                  </a:lnTo>
                  <a:lnTo>
                    <a:pt x="14008" y="1036"/>
                  </a:lnTo>
                  <a:lnTo>
                    <a:pt x="13996" y="1048"/>
                  </a:lnTo>
                  <a:lnTo>
                    <a:pt x="13957" y="1061"/>
                  </a:lnTo>
                  <a:lnTo>
                    <a:pt x="13842" y="1074"/>
                  </a:lnTo>
                  <a:lnTo>
                    <a:pt x="13689" y="1100"/>
                  </a:lnTo>
                  <a:lnTo>
                    <a:pt x="13612" y="1125"/>
                  </a:lnTo>
                  <a:lnTo>
                    <a:pt x="13587" y="1138"/>
                  </a:lnTo>
                  <a:lnTo>
                    <a:pt x="13561" y="1163"/>
                  </a:lnTo>
                  <a:lnTo>
                    <a:pt x="13523" y="1227"/>
                  </a:lnTo>
                  <a:lnTo>
                    <a:pt x="13497" y="1291"/>
                  </a:lnTo>
                  <a:lnTo>
                    <a:pt x="13497" y="1317"/>
                  </a:lnTo>
                  <a:lnTo>
                    <a:pt x="13510" y="1342"/>
                  </a:lnTo>
                  <a:lnTo>
                    <a:pt x="13536" y="1381"/>
                  </a:lnTo>
                  <a:lnTo>
                    <a:pt x="13408" y="1393"/>
                  </a:lnTo>
                  <a:lnTo>
                    <a:pt x="13382" y="1393"/>
                  </a:lnTo>
                  <a:lnTo>
                    <a:pt x="13369" y="1406"/>
                  </a:lnTo>
                  <a:lnTo>
                    <a:pt x="13369" y="1432"/>
                  </a:lnTo>
                  <a:lnTo>
                    <a:pt x="13369" y="1445"/>
                  </a:lnTo>
                  <a:lnTo>
                    <a:pt x="13484" y="1457"/>
                  </a:lnTo>
                  <a:lnTo>
                    <a:pt x="13484" y="1470"/>
                  </a:lnTo>
                  <a:lnTo>
                    <a:pt x="13472" y="1483"/>
                  </a:lnTo>
                  <a:lnTo>
                    <a:pt x="13484" y="1496"/>
                  </a:lnTo>
                  <a:lnTo>
                    <a:pt x="13510" y="1509"/>
                  </a:lnTo>
                  <a:lnTo>
                    <a:pt x="13561" y="1534"/>
                  </a:lnTo>
                  <a:lnTo>
                    <a:pt x="13587" y="1560"/>
                  </a:lnTo>
                  <a:lnTo>
                    <a:pt x="13600" y="1585"/>
                  </a:lnTo>
                  <a:lnTo>
                    <a:pt x="13600" y="1624"/>
                  </a:lnTo>
                  <a:lnTo>
                    <a:pt x="13600" y="1662"/>
                  </a:lnTo>
                  <a:lnTo>
                    <a:pt x="13574" y="1687"/>
                  </a:lnTo>
                  <a:lnTo>
                    <a:pt x="13523" y="1700"/>
                  </a:lnTo>
                  <a:lnTo>
                    <a:pt x="13472" y="1713"/>
                  </a:lnTo>
                  <a:lnTo>
                    <a:pt x="13382" y="1726"/>
                  </a:lnTo>
                  <a:lnTo>
                    <a:pt x="13357" y="1713"/>
                  </a:lnTo>
                  <a:lnTo>
                    <a:pt x="13344" y="1713"/>
                  </a:lnTo>
                  <a:lnTo>
                    <a:pt x="13331" y="1675"/>
                  </a:lnTo>
                  <a:lnTo>
                    <a:pt x="13344" y="1636"/>
                  </a:lnTo>
                  <a:lnTo>
                    <a:pt x="13357" y="1611"/>
                  </a:lnTo>
                  <a:lnTo>
                    <a:pt x="13357" y="1585"/>
                  </a:lnTo>
                  <a:lnTo>
                    <a:pt x="13357" y="1572"/>
                  </a:lnTo>
                  <a:lnTo>
                    <a:pt x="13331" y="1560"/>
                  </a:lnTo>
                  <a:lnTo>
                    <a:pt x="13280" y="1547"/>
                  </a:lnTo>
                  <a:lnTo>
                    <a:pt x="13165" y="1547"/>
                  </a:lnTo>
                  <a:lnTo>
                    <a:pt x="13152" y="1534"/>
                  </a:lnTo>
                  <a:lnTo>
                    <a:pt x="13152" y="1509"/>
                  </a:lnTo>
                  <a:lnTo>
                    <a:pt x="13152" y="1496"/>
                  </a:lnTo>
                  <a:lnTo>
                    <a:pt x="13203" y="1470"/>
                  </a:lnTo>
                  <a:lnTo>
                    <a:pt x="13242" y="1445"/>
                  </a:lnTo>
                  <a:lnTo>
                    <a:pt x="13242" y="1432"/>
                  </a:lnTo>
                  <a:lnTo>
                    <a:pt x="13242" y="1406"/>
                  </a:lnTo>
                  <a:lnTo>
                    <a:pt x="13216" y="1393"/>
                  </a:lnTo>
                  <a:lnTo>
                    <a:pt x="13050" y="1393"/>
                  </a:lnTo>
                  <a:lnTo>
                    <a:pt x="12999" y="1406"/>
                  </a:lnTo>
                  <a:lnTo>
                    <a:pt x="12960" y="1419"/>
                  </a:lnTo>
                  <a:lnTo>
                    <a:pt x="12948" y="1445"/>
                  </a:lnTo>
                  <a:lnTo>
                    <a:pt x="12909" y="1457"/>
                  </a:lnTo>
                  <a:lnTo>
                    <a:pt x="12884" y="1445"/>
                  </a:lnTo>
                  <a:lnTo>
                    <a:pt x="12858" y="1419"/>
                  </a:lnTo>
                  <a:lnTo>
                    <a:pt x="12858" y="1393"/>
                  </a:lnTo>
                  <a:lnTo>
                    <a:pt x="12845" y="1368"/>
                  </a:lnTo>
                  <a:lnTo>
                    <a:pt x="12794" y="1342"/>
                  </a:lnTo>
                  <a:lnTo>
                    <a:pt x="12718" y="1342"/>
                  </a:lnTo>
                  <a:lnTo>
                    <a:pt x="12577" y="1355"/>
                  </a:lnTo>
                  <a:lnTo>
                    <a:pt x="12462" y="1355"/>
                  </a:lnTo>
                  <a:lnTo>
                    <a:pt x="12411" y="1368"/>
                  </a:lnTo>
                  <a:lnTo>
                    <a:pt x="12373" y="1381"/>
                  </a:lnTo>
                  <a:lnTo>
                    <a:pt x="12360" y="1419"/>
                  </a:lnTo>
                  <a:lnTo>
                    <a:pt x="12373" y="1445"/>
                  </a:lnTo>
                  <a:lnTo>
                    <a:pt x="12385" y="1470"/>
                  </a:lnTo>
                  <a:lnTo>
                    <a:pt x="12411" y="1483"/>
                  </a:lnTo>
                  <a:lnTo>
                    <a:pt x="12475" y="1483"/>
                  </a:lnTo>
                  <a:lnTo>
                    <a:pt x="12564" y="1496"/>
                  </a:lnTo>
                  <a:lnTo>
                    <a:pt x="12641" y="1534"/>
                  </a:lnTo>
                  <a:lnTo>
                    <a:pt x="12705" y="1585"/>
                  </a:lnTo>
                  <a:lnTo>
                    <a:pt x="12730" y="1611"/>
                  </a:lnTo>
                  <a:lnTo>
                    <a:pt x="12730" y="1636"/>
                  </a:lnTo>
                  <a:lnTo>
                    <a:pt x="12743" y="1751"/>
                  </a:lnTo>
                  <a:lnTo>
                    <a:pt x="12730" y="1802"/>
                  </a:lnTo>
                  <a:lnTo>
                    <a:pt x="12730" y="1841"/>
                  </a:lnTo>
                  <a:lnTo>
                    <a:pt x="12743" y="1854"/>
                  </a:lnTo>
                  <a:lnTo>
                    <a:pt x="12756" y="1879"/>
                  </a:lnTo>
                  <a:lnTo>
                    <a:pt x="12794" y="1879"/>
                  </a:lnTo>
                  <a:lnTo>
                    <a:pt x="12820" y="1892"/>
                  </a:lnTo>
                  <a:lnTo>
                    <a:pt x="12845" y="1905"/>
                  </a:lnTo>
                  <a:lnTo>
                    <a:pt x="12858" y="1930"/>
                  </a:lnTo>
                  <a:lnTo>
                    <a:pt x="12858" y="1956"/>
                  </a:lnTo>
                  <a:lnTo>
                    <a:pt x="12858" y="2007"/>
                  </a:lnTo>
                  <a:lnTo>
                    <a:pt x="12782" y="2007"/>
                  </a:lnTo>
                  <a:lnTo>
                    <a:pt x="12705" y="1981"/>
                  </a:lnTo>
                  <a:lnTo>
                    <a:pt x="12667" y="1956"/>
                  </a:lnTo>
                  <a:lnTo>
                    <a:pt x="12654" y="1930"/>
                  </a:lnTo>
                  <a:lnTo>
                    <a:pt x="12628" y="1879"/>
                  </a:lnTo>
                  <a:lnTo>
                    <a:pt x="12590" y="1828"/>
                  </a:lnTo>
                  <a:lnTo>
                    <a:pt x="12552" y="1790"/>
                  </a:lnTo>
                  <a:lnTo>
                    <a:pt x="12539" y="1739"/>
                  </a:lnTo>
                  <a:lnTo>
                    <a:pt x="12513" y="1726"/>
                  </a:lnTo>
                  <a:lnTo>
                    <a:pt x="12488" y="1713"/>
                  </a:lnTo>
                  <a:lnTo>
                    <a:pt x="12462" y="1713"/>
                  </a:lnTo>
                  <a:lnTo>
                    <a:pt x="12449" y="1687"/>
                  </a:lnTo>
                  <a:lnTo>
                    <a:pt x="12360" y="1687"/>
                  </a:lnTo>
                  <a:lnTo>
                    <a:pt x="12347" y="1700"/>
                  </a:lnTo>
                  <a:lnTo>
                    <a:pt x="12334" y="1713"/>
                  </a:lnTo>
                  <a:lnTo>
                    <a:pt x="12334" y="1739"/>
                  </a:lnTo>
                  <a:lnTo>
                    <a:pt x="12321" y="1764"/>
                  </a:lnTo>
                  <a:lnTo>
                    <a:pt x="12309" y="1777"/>
                  </a:lnTo>
                  <a:lnTo>
                    <a:pt x="12296" y="1828"/>
                  </a:lnTo>
                  <a:lnTo>
                    <a:pt x="12283" y="1866"/>
                  </a:lnTo>
                  <a:lnTo>
                    <a:pt x="12245" y="1892"/>
                  </a:lnTo>
                  <a:lnTo>
                    <a:pt x="12168" y="1956"/>
                  </a:lnTo>
                  <a:lnTo>
                    <a:pt x="12091" y="2020"/>
                  </a:lnTo>
                  <a:lnTo>
                    <a:pt x="12079" y="2058"/>
                  </a:lnTo>
                  <a:lnTo>
                    <a:pt x="12066" y="2096"/>
                  </a:lnTo>
                  <a:lnTo>
                    <a:pt x="12066" y="2135"/>
                  </a:lnTo>
                  <a:lnTo>
                    <a:pt x="12053" y="2160"/>
                  </a:lnTo>
                  <a:lnTo>
                    <a:pt x="12015" y="2224"/>
                  </a:lnTo>
                  <a:lnTo>
                    <a:pt x="11976" y="2275"/>
                  </a:lnTo>
                  <a:lnTo>
                    <a:pt x="11964" y="2301"/>
                  </a:lnTo>
                  <a:lnTo>
                    <a:pt x="11938" y="2326"/>
                  </a:lnTo>
                  <a:lnTo>
                    <a:pt x="11900" y="2326"/>
                  </a:lnTo>
                  <a:lnTo>
                    <a:pt x="11874" y="2314"/>
                  </a:lnTo>
                  <a:lnTo>
                    <a:pt x="11861" y="2288"/>
                  </a:lnTo>
                  <a:lnTo>
                    <a:pt x="11861" y="2263"/>
                  </a:lnTo>
                  <a:lnTo>
                    <a:pt x="11874" y="2237"/>
                  </a:lnTo>
                  <a:lnTo>
                    <a:pt x="11912" y="2211"/>
                  </a:lnTo>
                  <a:lnTo>
                    <a:pt x="11938" y="2186"/>
                  </a:lnTo>
                  <a:lnTo>
                    <a:pt x="11951" y="2148"/>
                  </a:lnTo>
                  <a:lnTo>
                    <a:pt x="11964" y="2122"/>
                  </a:lnTo>
                  <a:lnTo>
                    <a:pt x="11964" y="2084"/>
                  </a:lnTo>
                  <a:lnTo>
                    <a:pt x="11951" y="2020"/>
                  </a:lnTo>
                  <a:lnTo>
                    <a:pt x="11951" y="1956"/>
                  </a:lnTo>
                  <a:lnTo>
                    <a:pt x="11938" y="1930"/>
                  </a:lnTo>
                  <a:lnTo>
                    <a:pt x="11900" y="1917"/>
                  </a:lnTo>
                  <a:lnTo>
                    <a:pt x="11721" y="1917"/>
                  </a:lnTo>
                  <a:lnTo>
                    <a:pt x="11682" y="1930"/>
                  </a:lnTo>
                  <a:lnTo>
                    <a:pt x="11657" y="1956"/>
                  </a:lnTo>
                  <a:lnTo>
                    <a:pt x="11644" y="1917"/>
                  </a:lnTo>
                  <a:lnTo>
                    <a:pt x="11593" y="1905"/>
                  </a:lnTo>
                  <a:lnTo>
                    <a:pt x="11529" y="1892"/>
                  </a:lnTo>
                  <a:lnTo>
                    <a:pt x="11503" y="1879"/>
                  </a:lnTo>
                  <a:lnTo>
                    <a:pt x="11452" y="1815"/>
                  </a:lnTo>
                  <a:lnTo>
                    <a:pt x="11427" y="1828"/>
                  </a:lnTo>
                  <a:lnTo>
                    <a:pt x="11401" y="1841"/>
                  </a:lnTo>
                  <a:lnTo>
                    <a:pt x="11376" y="1866"/>
                  </a:lnTo>
                  <a:lnTo>
                    <a:pt x="11363" y="1892"/>
                  </a:lnTo>
                  <a:lnTo>
                    <a:pt x="11363" y="1943"/>
                  </a:lnTo>
                  <a:lnTo>
                    <a:pt x="11376" y="1981"/>
                  </a:lnTo>
                  <a:lnTo>
                    <a:pt x="11350" y="2020"/>
                  </a:lnTo>
                  <a:lnTo>
                    <a:pt x="11350" y="2045"/>
                  </a:lnTo>
                  <a:lnTo>
                    <a:pt x="11363" y="2058"/>
                  </a:lnTo>
                  <a:lnTo>
                    <a:pt x="11312" y="2122"/>
                  </a:lnTo>
                  <a:lnTo>
                    <a:pt x="11286" y="2186"/>
                  </a:lnTo>
                  <a:lnTo>
                    <a:pt x="11286" y="2263"/>
                  </a:lnTo>
                  <a:lnTo>
                    <a:pt x="11273" y="2326"/>
                  </a:lnTo>
                  <a:lnTo>
                    <a:pt x="11261" y="2403"/>
                  </a:lnTo>
                  <a:lnTo>
                    <a:pt x="11197" y="2352"/>
                  </a:lnTo>
                  <a:lnTo>
                    <a:pt x="11158" y="2352"/>
                  </a:lnTo>
                  <a:lnTo>
                    <a:pt x="11120" y="2365"/>
                  </a:lnTo>
                  <a:lnTo>
                    <a:pt x="11095" y="2378"/>
                  </a:lnTo>
                  <a:lnTo>
                    <a:pt x="11082" y="2403"/>
                  </a:lnTo>
                  <a:lnTo>
                    <a:pt x="11082" y="2416"/>
                  </a:lnTo>
                  <a:lnTo>
                    <a:pt x="11069" y="2390"/>
                  </a:lnTo>
                  <a:lnTo>
                    <a:pt x="11031" y="2378"/>
                  </a:lnTo>
                  <a:lnTo>
                    <a:pt x="10979" y="2365"/>
                  </a:lnTo>
                  <a:lnTo>
                    <a:pt x="10941" y="2365"/>
                  </a:lnTo>
                  <a:lnTo>
                    <a:pt x="10916" y="2378"/>
                  </a:lnTo>
                  <a:lnTo>
                    <a:pt x="10903" y="2390"/>
                  </a:lnTo>
                  <a:lnTo>
                    <a:pt x="10903" y="2416"/>
                  </a:lnTo>
                  <a:lnTo>
                    <a:pt x="10928" y="2467"/>
                  </a:lnTo>
                  <a:lnTo>
                    <a:pt x="10954" y="2505"/>
                  </a:lnTo>
                  <a:lnTo>
                    <a:pt x="10903" y="2531"/>
                  </a:lnTo>
                  <a:lnTo>
                    <a:pt x="10852" y="2557"/>
                  </a:lnTo>
                  <a:lnTo>
                    <a:pt x="10801" y="2582"/>
                  </a:lnTo>
                  <a:lnTo>
                    <a:pt x="10788" y="2544"/>
                  </a:lnTo>
                  <a:lnTo>
                    <a:pt x="10749" y="2505"/>
                  </a:lnTo>
                  <a:lnTo>
                    <a:pt x="10724" y="2493"/>
                  </a:lnTo>
                  <a:lnTo>
                    <a:pt x="10686" y="2493"/>
                  </a:lnTo>
                  <a:lnTo>
                    <a:pt x="10609" y="2518"/>
                  </a:lnTo>
                  <a:lnTo>
                    <a:pt x="10583" y="2531"/>
                  </a:lnTo>
                  <a:lnTo>
                    <a:pt x="10571" y="2557"/>
                  </a:lnTo>
                  <a:lnTo>
                    <a:pt x="10558" y="2595"/>
                  </a:lnTo>
                  <a:lnTo>
                    <a:pt x="10558" y="2735"/>
                  </a:lnTo>
                  <a:lnTo>
                    <a:pt x="10571" y="2761"/>
                  </a:lnTo>
                  <a:lnTo>
                    <a:pt x="10596" y="2799"/>
                  </a:lnTo>
                  <a:lnTo>
                    <a:pt x="10609" y="2825"/>
                  </a:lnTo>
                  <a:lnTo>
                    <a:pt x="10609" y="2863"/>
                  </a:lnTo>
                  <a:lnTo>
                    <a:pt x="10545" y="2876"/>
                  </a:lnTo>
                  <a:lnTo>
                    <a:pt x="10455" y="2876"/>
                  </a:lnTo>
                  <a:lnTo>
                    <a:pt x="10430" y="2838"/>
                  </a:lnTo>
                  <a:lnTo>
                    <a:pt x="10353" y="2838"/>
                  </a:lnTo>
                  <a:lnTo>
                    <a:pt x="10302" y="2850"/>
                  </a:lnTo>
                  <a:lnTo>
                    <a:pt x="10264" y="2863"/>
                  </a:lnTo>
                  <a:lnTo>
                    <a:pt x="10238" y="2876"/>
                  </a:lnTo>
                  <a:lnTo>
                    <a:pt x="10225" y="2902"/>
                  </a:lnTo>
                  <a:lnTo>
                    <a:pt x="10200" y="2914"/>
                  </a:lnTo>
                  <a:lnTo>
                    <a:pt x="10174" y="2927"/>
                  </a:lnTo>
                  <a:lnTo>
                    <a:pt x="10098" y="2927"/>
                  </a:lnTo>
                  <a:lnTo>
                    <a:pt x="10110" y="2965"/>
                  </a:lnTo>
                  <a:lnTo>
                    <a:pt x="10136" y="2991"/>
                  </a:lnTo>
                  <a:lnTo>
                    <a:pt x="10162" y="3017"/>
                  </a:lnTo>
                  <a:lnTo>
                    <a:pt x="10174" y="3029"/>
                  </a:lnTo>
                  <a:lnTo>
                    <a:pt x="10174" y="3042"/>
                  </a:lnTo>
                  <a:lnTo>
                    <a:pt x="10149" y="3068"/>
                  </a:lnTo>
                  <a:lnTo>
                    <a:pt x="10123" y="3093"/>
                  </a:lnTo>
                  <a:lnTo>
                    <a:pt x="10085" y="3106"/>
                  </a:lnTo>
                  <a:lnTo>
                    <a:pt x="10072" y="3132"/>
                  </a:lnTo>
                  <a:lnTo>
                    <a:pt x="10072" y="3170"/>
                  </a:lnTo>
                  <a:lnTo>
                    <a:pt x="10085" y="3208"/>
                  </a:lnTo>
                  <a:lnTo>
                    <a:pt x="10123" y="3272"/>
                  </a:lnTo>
                  <a:lnTo>
                    <a:pt x="10149" y="3285"/>
                  </a:lnTo>
                  <a:lnTo>
                    <a:pt x="10187" y="3311"/>
                  </a:lnTo>
                  <a:lnTo>
                    <a:pt x="10225" y="3336"/>
                  </a:lnTo>
                  <a:lnTo>
                    <a:pt x="10264" y="3336"/>
                  </a:lnTo>
                  <a:lnTo>
                    <a:pt x="10251" y="3362"/>
                  </a:lnTo>
                  <a:lnTo>
                    <a:pt x="10213" y="3374"/>
                  </a:lnTo>
                  <a:lnTo>
                    <a:pt x="10149" y="3400"/>
                  </a:lnTo>
                  <a:lnTo>
                    <a:pt x="10085" y="3426"/>
                  </a:lnTo>
                  <a:lnTo>
                    <a:pt x="10021" y="3451"/>
                  </a:lnTo>
                  <a:lnTo>
                    <a:pt x="9944" y="3489"/>
                  </a:lnTo>
                  <a:lnTo>
                    <a:pt x="9804" y="3553"/>
                  </a:lnTo>
                  <a:lnTo>
                    <a:pt x="9676" y="3605"/>
                  </a:lnTo>
                  <a:lnTo>
                    <a:pt x="9599" y="3643"/>
                  </a:lnTo>
                  <a:lnTo>
                    <a:pt x="9586" y="3668"/>
                  </a:lnTo>
                  <a:lnTo>
                    <a:pt x="9586" y="3694"/>
                  </a:lnTo>
                  <a:lnTo>
                    <a:pt x="9753" y="3694"/>
                  </a:lnTo>
                  <a:lnTo>
                    <a:pt x="9714" y="3720"/>
                  </a:lnTo>
                  <a:lnTo>
                    <a:pt x="9676" y="3745"/>
                  </a:lnTo>
                  <a:lnTo>
                    <a:pt x="9663" y="3783"/>
                  </a:lnTo>
                  <a:lnTo>
                    <a:pt x="9663" y="3822"/>
                  </a:lnTo>
                  <a:lnTo>
                    <a:pt x="9638" y="3860"/>
                  </a:lnTo>
                  <a:lnTo>
                    <a:pt x="9574" y="3873"/>
                  </a:lnTo>
                  <a:lnTo>
                    <a:pt x="9522" y="3886"/>
                  </a:lnTo>
                  <a:lnTo>
                    <a:pt x="9510" y="3898"/>
                  </a:lnTo>
                  <a:lnTo>
                    <a:pt x="9407" y="3898"/>
                  </a:lnTo>
                  <a:lnTo>
                    <a:pt x="9407" y="3822"/>
                  </a:lnTo>
                  <a:lnTo>
                    <a:pt x="9420" y="3745"/>
                  </a:lnTo>
                  <a:lnTo>
                    <a:pt x="9446" y="3668"/>
                  </a:lnTo>
                  <a:lnTo>
                    <a:pt x="9446" y="3605"/>
                  </a:lnTo>
                  <a:lnTo>
                    <a:pt x="9369" y="3592"/>
                  </a:lnTo>
                  <a:lnTo>
                    <a:pt x="9305" y="3617"/>
                  </a:lnTo>
                  <a:lnTo>
                    <a:pt x="9254" y="3643"/>
                  </a:lnTo>
                  <a:lnTo>
                    <a:pt x="9216" y="3681"/>
                  </a:lnTo>
                  <a:lnTo>
                    <a:pt x="9190" y="3720"/>
                  </a:lnTo>
                  <a:lnTo>
                    <a:pt x="9190" y="3745"/>
                  </a:lnTo>
                  <a:lnTo>
                    <a:pt x="9203" y="3758"/>
                  </a:lnTo>
                  <a:lnTo>
                    <a:pt x="9229" y="3758"/>
                  </a:lnTo>
                  <a:lnTo>
                    <a:pt x="9280" y="3783"/>
                  </a:lnTo>
                  <a:lnTo>
                    <a:pt x="9305" y="3796"/>
                  </a:lnTo>
                  <a:lnTo>
                    <a:pt x="9318" y="3822"/>
                  </a:lnTo>
                  <a:lnTo>
                    <a:pt x="9229" y="3847"/>
                  </a:lnTo>
                  <a:lnTo>
                    <a:pt x="9139" y="3898"/>
                  </a:lnTo>
                  <a:lnTo>
                    <a:pt x="9037" y="3962"/>
                  </a:lnTo>
                  <a:lnTo>
                    <a:pt x="8973" y="4001"/>
                  </a:lnTo>
                  <a:lnTo>
                    <a:pt x="8935" y="4013"/>
                  </a:lnTo>
                  <a:lnTo>
                    <a:pt x="8909" y="4039"/>
                  </a:lnTo>
                  <a:lnTo>
                    <a:pt x="8909" y="4065"/>
                  </a:lnTo>
                  <a:lnTo>
                    <a:pt x="8909" y="4090"/>
                  </a:lnTo>
                  <a:lnTo>
                    <a:pt x="8922" y="4116"/>
                  </a:lnTo>
                  <a:lnTo>
                    <a:pt x="8935" y="4129"/>
                  </a:lnTo>
                  <a:lnTo>
                    <a:pt x="8922" y="4129"/>
                  </a:lnTo>
                  <a:lnTo>
                    <a:pt x="8896" y="4167"/>
                  </a:lnTo>
                  <a:lnTo>
                    <a:pt x="8896" y="4180"/>
                  </a:lnTo>
                  <a:lnTo>
                    <a:pt x="8909" y="4192"/>
                  </a:lnTo>
                  <a:lnTo>
                    <a:pt x="8922" y="4205"/>
                  </a:lnTo>
                  <a:lnTo>
                    <a:pt x="9011" y="4205"/>
                  </a:lnTo>
                  <a:lnTo>
                    <a:pt x="9075" y="4218"/>
                  </a:lnTo>
                  <a:lnTo>
                    <a:pt x="9088" y="4231"/>
                  </a:lnTo>
                  <a:lnTo>
                    <a:pt x="9101" y="4244"/>
                  </a:lnTo>
                  <a:lnTo>
                    <a:pt x="9101" y="4282"/>
                  </a:lnTo>
                  <a:lnTo>
                    <a:pt x="9101" y="4320"/>
                  </a:lnTo>
                  <a:lnTo>
                    <a:pt x="9011" y="4333"/>
                  </a:lnTo>
                  <a:lnTo>
                    <a:pt x="8909" y="4346"/>
                  </a:lnTo>
                  <a:lnTo>
                    <a:pt x="8743" y="4346"/>
                  </a:lnTo>
                  <a:lnTo>
                    <a:pt x="8705" y="4359"/>
                  </a:lnTo>
                  <a:lnTo>
                    <a:pt x="8692" y="4371"/>
                  </a:lnTo>
                  <a:lnTo>
                    <a:pt x="8666" y="4422"/>
                  </a:lnTo>
                  <a:lnTo>
                    <a:pt x="8628" y="4461"/>
                  </a:lnTo>
                  <a:lnTo>
                    <a:pt x="8615" y="4486"/>
                  </a:lnTo>
                  <a:lnTo>
                    <a:pt x="8615" y="4512"/>
                  </a:lnTo>
                  <a:lnTo>
                    <a:pt x="8628" y="4538"/>
                  </a:lnTo>
                  <a:lnTo>
                    <a:pt x="8653" y="4550"/>
                  </a:lnTo>
                  <a:lnTo>
                    <a:pt x="8730" y="4563"/>
                  </a:lnTo>
                  <a:lnTo>
                    <a:pt x="8756" y="4550"/>
                  </a:lnTo>
                  <a:lnTo>
                    <a:pt x="8768" y="4538"/>
                  </a:lnTo>
                  <a:lnTo>
                    <a:pt x="8807" y="4512"/>
                  </a:lnTo>
                  <a:lnTo>
                    <a:pt x="8858" y="4499"/>
                  </a:lnTo>
                  <a:lnTo>
                    <a:pt x="8960" y="4486"/>
                  </a:lnTo>
                  <a:lnTo>
                    <a:pt x="8998" y="4486"/>
                  </a:lnTo>
                  <a:lnTo>
                    <a:pt x="9011" y="4499"/>
                  </a:lnTo>
                  <a:lnTo>
                    <a:pt x="9011" y="4550"/>
                  </a:lnTo>
                  <a:lnTo>
                    <a:pt x="8998" y="4576"/>
                  </a:lnTo>
                  <a:lnTo>
                    <a:pt x="8973" y="4576"/>
                  </a:lnTo>
                  <a:lnTo>
                    <a:pt x="8909" y="4589"/>
                  </a:lnTo>
                  <a:lnTo>
                    <a:pt x="8871" y="4601"/>
                  </a:lnTo>
                  <a:lnTo>
                    <a:pt x="8858" y="4627"/>
                  </a:lnTo>
                  <a:lnTo>
                    <a:pt x="8871" y="4653"/>
                  </a:lnTo>
                  <a:lnTo>
                    <a:pt x="8883" y="4691"/>
                  </a:lnTo>
                  <a:lnTo>
                    <a:pt x="8896" y="4729"/>
                  </a:lnTo>
                  <a:lnTo>
                    <a:pt x="8909" y="4742"/>
                  </a:lnTo>
                  <a:lnTo>
                    <a:pt x="8922" y="4755"/>
                  </a:lnTo>
                  <a:lnTo>
                    <a:pt x="8960" y="4768"/>
                  </a:lnTo>
                  <a:lnTo>
                    <a:pt x="9011" y="4768"/>
                  </a:lnTo>
                  <a:lnTo>
                    <a:pt x="9114" y="4755"/>
                  </a:lnTo>
                  <a:lnTo>
                    <a:pt x="9114" y="4768"/>
                  </a:lnTo>
                  <a:lnTo>
                    <a:pt x="9101" y="4793"/>
                  </a:lnTo>
                  <a:lnTo>
                    <a:pt x="9088" y="4831"/>
                  </a:lnTo>
                  <a:lnTo>
                    <a:pt x="9075" y="4883"/>
                  </a:lnTo>
                  <a:lnTo>
                    <a:pt x="9062" y="4921"/>
                  </a:lnTo>
                  <a:lnTo>
                    <a:pt x="9050" y="4934"/>
                  </a:lnTo>
                  <a:lnTo>
                    <a:pt x="9024" y="4959"/>
                  </a:lnTo>
                  <a:lnTo>
                    <a:pt x="8986" y="4972"/>
                  </a:lnTo>
                  <a:lnTo>
                    <a:pt x="8896" y="4972"/>
                  </a:lnTo>
                  <a:lnTo>
                    <a:pt x="8871" y="4959"/>
                  </a:lnTo>
                  <a:lnTo>
                    <a:pt x="8858" y="4946"/>
                  </a:lnTo>
                  <a:lnTo>
                    <a:pt x="8845" y="4908"/>
                  </a:lnTo>
                  <a:lnTo>
                    <a:pt x="8820" y="4883"/>
                  </a:lnTo>
                  <a:lnTo>
                    <a:pt x="8768" y="4870"/>
                  </a:lnTo>
                  <a:lnTo>
                    <a:pt x="8577" y="4831"/>
                  </a:lnTo>
                  <a:lnTo>
                    <a:pt x="8526" y="4819"/>
                  </a:lnTo>
                  <a:lnTo>
                    <a:pt x="8487" y="4819"/>
                  </a:lnTo>
                  <a:lnTo>
                    <a:pt x="8474" y="4831"/>
                  </a:lnTo>
                  <a:lnTo>
                    <a:pt x="8449" y="4870"/>
                  </a:lnTo>
                  <a:lnTo>
                    <a:pt x="8449" y="4908"/>
                  </a:lnTo>
                  <a:lnTo>
                    <a:pt x="8500" y="4908"/>
                  </a:lnTo>
                  <a:lnTo>
                    <a:pt x="8513" y="4921"/>
                  </a:lnTo>
                  <a:lnTo>
                    <a:pt x="8538" y="4934"/>
                  </a:lnTo>
                  <a:lnTo>
                    <a:pt x="8577" y="4959"/>
                  </a:lnTo>
                  <a:lnTo>
                    <a:pt x="8564" y="4972"/>
                  </a:lnTo>
                  <a:lnTo>
                    <a:pt x="8526" y="4998"/>
                  </a:lnTo>
                  <a:lnTo>
                    <a:pt x="8334" y="4998"/>
                  </a:lnTo>
                  <a:lnTo>
                    <a:pt x="8296" y="5010"/>
                  </a:lnTo>
                  <a:lnTo>
                    <a:pt x="8270" y="5036"/>
                  </a:lnTo>
                  <a:lnTo>
                    <a:pt x="8270" y="5062"/>
                  </a:lnTo>
                  <a:lnTo>
                    <a:pt x="8270" y="5087"/>
                  </a:lnTo>
                  <a:lnTo>
                    <a:pt x="8296" y="5100"/>
                  </a:lnTo>
                  <a:lnTo>
                    <a:pt x="8321" y="5113"/>
                  </a:lnTo>
                  <a:lnTo>
                    <a:pt x="8372" y="5125"/>
                  </a:lnTo>
                  <a:lnTo>
                    <a:pt x="8500" y="5113"/>
                  </a:lnTo>
                  <a:lnTo>
                    <a:pt x="8551" y="5113"/>
                  </a:lnTo>
                  <a:lnTo>
                    <a:pt x="8589" y="5100"/>
                  </a:lnTo>
                  <a:lnTo>
                    <a:pt x="8628" y="5087"/>
                  </a:lnTo>
                  <a:lnTo>
                    <a:pt x="8628" y="5074"/>
                  </a:lnTo>
                  <a:lnTo>
                    <a:pt x="8628" y="5049"/>
                  </a:lnTo>
                  <a:lnTo>
                    <a:pt x="8615" y="5036"/>
                  </a:lnTo>
                  <a:lnTo>
                    <a:pt x="8615" y="5023"/>
                  </a:lnTo>
                  <a:lnTo>
                    <a:pt x="8641" y="5010"/>
                  </a:lnTo>
                  <a:lnTo>
                    <a:pt x="8705" y="5010"/>
                  </a:lnTo>
                  <a:lnTo>
                    <a:pt x="8756" y="5023"/>
                  </a:lnTo>
                  <a:lnTo>
                    <a:pt x="8794" y="5049"/>
                  </a:lnTo>
                  <a:lnTo>
                    <a:pt x="8871" y="5113"/>
                  </a:lnTo>
                  <a:lnTo>
                    <a:pt x="8909" y="5138"/>
                  </a:lnTo>
                  <a:lnTo>
                    <a:pt x="8935" y="5151"/>
                  </a:lnTo>
                  <a:lnTo>
                    <a:pt x="8947" y="5164"/>
                  </a:lnTo>
                  <a:lnTo>
                    <a:pt x="8947" y="5177"/>
                  </a:lnTo>
                  <a:lnTo>
                    <a:pt x="8909" y="5202"/>
                  </a:lnTo>
                  <a:lnTo>
                    <a:pt x="8832" y="5228"/>
                  </a:lnTo>
                  <a:lnTo>
                    <a:pt x="8743" y="5253"/>
                  </a:lnTo>
                  <a:lnTo>
                    <a:pt x="8411" y="5253"/>
                  </a:lnTo>
                  <a:lnTo>
                    <a:pt x="8372" y="5279"/>
                  </a:lnTo>
                  <a:lnTo>
                    <a:pt x="8347" y="5304"/>
                  </a:lnTo>
                  <a:lnTo>
                    <a:pt x="8334" y="5343"/>
                  </a:lnTo>
                  <a:lnTo>
                    <a:pt x="8334" y="5381"/>
                  </a:lnTo>
                  <a:lnTo>
                    <a:pt x="8321" y="5407"/>
                  </a:lnTo>
                  <a:lnTo>
                    <a:pt x="8296" y="5445"/>
                  </a:lnTo>
                  <a:lnTo>
                    <a:pt x="8257" y="5458"/>
                  </a:lnTo>
                  <a:lnTo>
                    <a:pt x="7950" y="5458"/>
                  </a:lnTo>
                  <a:lnTo>
                    <a:pt x="7912" y="5470"/>
                  </a:lnTo>
                  <a:lnTo>
                    <a:pt x="7887" y="5509"/>
                  </a:lnTo>
                  <a:lnTo>
                    <a:pt x="7874" y="5522"/>
                  </a:lnTo>
                  <a:lnTo>
                    <a:pt x="7848" y="5534"/>
                  </a:lnTo>
                  <a:lnTo>
                    <a:pt x="7797" y="5522"/>
                  </a:lnTo>
                  <a:lnTo>
                    <a:pt x="7682" y="5522"/>
                  </a:lnTo>
                  <a:lnTo>
                    <a:pt x="7657" y="5560"/>
                  </a:lnTo>
                  <a:lnTo>
                    <a:pt x="7644" y="5598"/>
                  </a:lnTo>
                  <a:lnTo>
                    <a:pt x="7644" y="5624"/>
                  </a:lnTo>
                  <a:lnTo>
                    <a:pt x="7644" y="5637"/>
                  </a:lnTo>
                  <a:lnTo>
                    <a:pt x="7682" y="5662"/>
                  </a:lnTo>
                  <a:lnTo>
                    <a:pt x="7772" y="5675"/>
                  </a:lnTo>
                  <a:lnTo>
                    <a:pt x="7797" y="5688"/>
                  </a:lnTo>
                  <a:lnTo>
                    <a:pt x="7797" y="5701"/>
                  </a:lnTo>
                  <a:lnTo>
                    <a:pt x="7797" y="5726"/>
                  </a:lnTo>
                  <a:lnTo>
                    <a:pt x="7784" y="5752"/>
                  </a:lnTo>
                  <a:lnTo>
                    <a:pt x="7772" y="5764"/>
                  </a:lnTo>
                  <a:lnTo>
                    <a:pt x="7746" y="5777"/>
                  </a:lnTo>
                  <a:lnTo>
                    <a:pt x="7708" y="5777"/>
                  </a:lnTo>
                  <a:lnTo>
                    <a:pt x="7644" y="5790"/>
                  </a:lnTo>
                  <a:lnTo>
                    <a:pt x="7618" y="5803"/>
                  </a:lnTo>
                  <a:lnTo>
                    <a:pt x="7618" y="5828"/>
                  </a:lnTo>
                  <a:lnTo>
                    <a:pt x="7631" y="5867"/>
                  </a:lnTo>
                  <a:lnTo>
                    <a:pt x="7644" y="5879"/>
                  </a:lnTo>
                  <a:lnTo>
                    <a:pt x="7644" y="5892"/>
                  </a:lnTo>
                  <a:lnTo>
                    <a:pt x="7644" y="5905"/>
                  </a:lnTo>
                  <a:lnTo>
                    <a:pt x="7631" y="5918"/>
                  </a:lnTo>
                  <a:lnTo>
                    <a:pt x="7605" y="5918"/>
                  </a:lnTo>
                  <a:lnTo>
                    <a:pt x="7580" y="5931"/>
                  </a:lnTo>
                  <a:lnTo>
                    <a:pt x="7554" y="5943"/>
                  </a:lnTo>
                  <a:lnTo>
                    <a:pt x="7554" y="5969"/>
                  </a:lnTo>
                  <a:lnTo>
                    <a:pt x="7554" y="5994"/>
                  </a:lnTo>
                  <a:lnTo>
                    <a:pt x="7631" y="5994"/>
                  </a:lnTo>
                  <a:lnTo>
                    <a:pt x="7631" y="6020"/>
                  </a:lnTo>
                  <a:lnTo>
                    <a:pt x="7618" y="6046"/>
                  </a:lnTo>
                  <a:lnTo>
                    <a:pt x="7605" y="6058"/>
                  </a:lnTo>
                  <a:lnTo>
                    <a:pt x="7567" y="6071"/>
                  </a:lnTo>
                  <a:lnTo>
                    <a:pt x="7516" y="6084"/>
                  </a:lnTo>
                  <a:lnTo>
                    <a:pt x="7426" y="6084"/>
                  </a:lnTo>
                  <a:lnTo>
                    <a:pt x="7414" y="6097"/>
                  </a:lnTo>
                  <a:lnTo>
                    <a:pt x="7401" y="6110"/>
                  </a:lnTo>
                  <a:lnTo>
                    <a:pt x="7388" y="6135"/>
                  </a:lnTo>
                  <a:lnTo>
                    <a:pt x="7401" y="6173"/>
                  </a:lnTo>
                  <a:lnTo>
                    <a:pt x="7414" y="6225"/>
                  </a:lnTo>
                  <a:lnTo>
                    <a:pt x="7452" y="6276"/>
                  </a:lnTo>
                  <a:lnTo>
                    <a:pt x="7465" y="6327"/>
                  </a:lnTo>
                  <a:lnTo>
                    <a:pt x="7657" y="6314"/>
                  </a:lnTo>
                  <a:lnTo>
                    <a:pt x="7848" y="6301"/>
                  </a:lnTo>
                  <a:lnTo>
                    <a:pt x="7899" y="6314"/>
                  </a:lnTo>
                  <a:lnTo>
                    <a:pt x="7912" y="6314"/>
                  </a:lnTo>
                  <a:lnTo>
                    <a:pt x="7912" y="6327"/>
                  </a:lnTo>
                  <a:lnTo>
                    <a:pt x="7887" y="6352"/>
                  </a:lnTo>
                  <a:lnTo>
                    <a:pt x="7848" y="6378"/>
                  </a:lnTo>
                  <a:lnTo>
                    <a:pt x="7708" y="6429"/>
                  </a:lnTo>
                  <a:lnTo>
                    <a:pt x="7605" y="6467"/>
                  </a:lnTo>
                  <a:lnTo>
                    <a:pt x="7529" y="6531"/>
                  </a:lnTo>
                  <a:lnTo>
                    <a:pt x="7465" y="6570"/>
                  </a:lnTo>
                  <a:lnTo>
                    <a:pt x="7439" y="6557"/>
                  </a:lnTo>
                  <a:lnTo>
                    <a:pt x="7388" y="6544"/>
                  </a:lnTo>
                  <a:lnTo>
                    <a:pt x="7311" y="6544"/>
                  </a:lnTo>
                  <a:lnTo>
                    <a:pt x="7209" y="6518"/>
                  </a:lnTo>
                  <a:lnTo>
                    <a:pt x="7158" y="6518"/>
                  </a:lnTo>
                  <a:lnTo>
                    <a:pt x="7133" y="6531"/>
                  </a:lnTo>
                  <a:lnTo>
                    <a:pt x="7120" y="6544"/>
                  </a:lnTo>
                  <a:lnTo>
                    <a:pt x="7120" y="6557"/>
                  </a:lnTo>
                  <a:lnTo>
                    <a:pt x="7145" y="6570"/>
                  </a:lnTo>
                  <a:lnTo>
                    <a:pt x="7196" y="6608"/>
                  </a:lnTo>
                  <a:lnTo>
                    <a:pt x="7222" y="6634"/>
                  </a:lnTo>
                  <a:lnTo>
                    <a:pt x="7222" y="6659"/>
                  </a:lnTo>
                  <a:lnTo>
                    <a:pt x="7235" y="6710"/>
                  </a:lnTo>
                  <a:lnTo>
                    <a:pt x="7260" y="6787"/>
                  </a:lnTo>
                  <a:lnTo>
                    <a:pt x="7273" y="6851"/>
                  </a:lnTo>
                  <a:lnTo>
                    <a:pt x="7273" y="6889"/>
                  </a:lnTo>
                  <a:lnTo>
                    <a:pt x="7260" y="6915"/>
                  </a:lnTo>
                  <a:lnTo>
                    <a:pt x="7248" y="6927"/>
                  </a:lnTo>
                  <a:lnTo>
                    <a:pt x="7196" y="6927"/>
                  </a:lnTo>
                  <a:lnTo>
                    <a:pt x="7145" y="6915"/>
                  </a:lnTo>
                  <a:lnTo>
                    <a:pt x="7094" y="6902"/>
                  </a:lnTo>
                  <a:lnTo>
                    <a:pt x="7069" y="6876"/>
                  </a:lnTo>
                  <a:lnTo>
                    <a:pt x="7043" y="6838"/>
                  </a:lnTo>
                  <a:lnTo>
                    <a:pt x="7030" y="6812"/>
                  </a:lnTo>
                  <a:lnTo>
                    <a:pt x="7005" y="6800"/>
                  </a:lnTo>
                  <a:lnTo>
                    <a:pt x="6979" y="6812"/>
                  </a:lnTo>
                  <a:lnTo>
                    <a:pt x="6954" y="6825"/>
                  </a:lnTo>
                  <a:lnTo>
                    <a:pt x="6954" y="6876"/>
                  </a:lnTo>
                  <a:lnTo>
                    <a:pt x="6928" y="6915"/>
                  </a:lnTo>
                  <a:lnTo>
                    <a:pt x="6915" y="6953"/>
                  </a:lnTo>
                  <a:lnTo>
                    <a:pt x="6928" y="7004"/>
                  </a:lnTo>
                  <a:lnTo>
                    <a:pt x="6941" y="7042"/>
                  </a:lnTo>
                  <a:lnTo>
                    <a:pt x="6928" y="7068"/>
                  </a:lnTo>
                  <a:lnTo>
                    <a:pt x="6890" y="7081"/>
                  </a:lnTo>
                  <a:lnTo>
                    <a:pt x="6762" y="7081"/>
                  </a:lnTo>
                  <a:lnTo>
                    <a:pt x="6736" y="7094"/>
                  </a:lnTo>
                  <a:lnTo>
                    <a:pt x="6724" y="7106"/>
                  </a:lnTo>
                  <a:lnTo>
                    <a:pt x="6724" y="7132"/>
                  </a:lnTo>
                  <a:lnTo>
                    <a:pt x="6724" y="7183"/>
                  </a:lnTo>
                  <a:lnTo>
                    <a:pt x="6724" y="7209"/>
                  </a:lnTo>
                  <a:lnTo>
                    <a:pt x="6724" y="7234"/>
                  </a:lnTo>
                  <a:lnTo>
                    <a:pt x="6749" y="7260"/>
                  </a:lnTo>
                  <a:lnTo>
                    <a:pt x="6787" y="7273"/>
                  </a:lnTo>
                  <a:lnTo>
                    <a:pt x="6787" y="7311"/>
                  </a:lnTo>
                  <a:lnTo>
                    <a:pt x="6787" y="7362"/>
                  </a:lnTo>
                  <a:lnTo>
                    <a:pt x="6724" y="7375"/>
                  </a:lnTo>
                  <a:lnTo>
                    <a:pt x="6685" y="7375"/>
                  </a:lnTo>
                  <a:lnTo>
                    <a:pt x="6672" y="7400"/>
                  </a:lnTo>
                  <a:lnTo>
                    <a:pt x="6660" y="7426"/>
                  </a:lnTo>
                  <a:lnTo>
                    <a:pt x="6660" y="7464"/>
                  </a:lnTo>
                  <a:lnTo>
                    <a:pt x="6672" y="7477"/>
                  </a:lnTo>
                  <a:lnTo>
                    <a:pt x="6698" y="7503"/>
                  </a:lnTo>
                  <a:lnTo>
                    <a:pt x="6749" y="7554"/>
                  </a:lnTo>
                  <a:lnTo>
                    <a:pt x="6775" y="7618"/>
                  </a:lnTo>
                  <a:lnTo>
                    <a:pt x="6787" y="7643"/>
                  </a:lnTo>
                  <a:lnTo>
                    <a:pt x="6775" y="7669"/>
                  </a:lnTo>
                  <a:lnTo>
                    <a:pt x="6749" y="7694"/>
                  </a:lnTo>
                  <a:lnTo>
                    <a:pt x="6711" y="7707"/>
                  </a:lnTo>
                  <a:lnTo>
                    <a:pt x="6596" y="7707"/>
                  </a:lnTo>
                  <a:lnTo>
                    <a:pt x="6583" y="7682"/>
                  </a:lnTo>
                  <a:lnTo>
                    <a:pt x="6583" y="7669"/>
                  </a:lnTo>
                  <a:lnTo>
                    <a:pt x="6557" y="7656"/>
                  </a:lnTo>
                  <a:lnTo>
                    <a:pt x="6519" y="7643"/>
                  </a:lnTo>
                  <a:lnTo>
                    <a:pt x="6455" y="7656"/>
                  </a:lnTo>
                  <a:lnTo>
                    <a:pt x="6442" y="7656"/>
                  </a:lnTo>
                  <a:lnTo>
                    <a:pt x="6417" y="7682"/>
                  </a:lnTo>
                  <a:lnTo>
                    <a:pt x="6353" y="7745"/>
                  </a:lnTo>
                  <a:lnTo>
                    <a:pt x="6302" y="7784"/>
                  </a:lnTo>
                  <a:lnTo>
                    <a:pt x="6251" y="7809"/>
                  </a:lnTo>
                  <a:lnTo>
                    <a:pt x="6161" y="7848"/>
                  </a:lnTo>
                  <a:lnTo>
                    <a:pt x="6097" y="7886"/>
                  </a:lnTo>
                  <a:lnTo>
                    <a:pt x="6008" y="7937"/>
                  </a:lnTo>
                  <a:lnTo>
                    <a:pt x="5918" y="7975"/>
                  </a:lnTo>
                  <a:lnTo>
                    <a:pt x="5842" y="8001"/>
                  </a:lnTo>
                  <a:lnTo>
                    <a:pt x="5816" y="8014"/>
                  </a:lnTo>
                  <a:lnTo>
                    <a:pt x="5816" y="8027"/>
                  </a:lnTo>
                  <a:lnTo>
                    <a:pt x="5816" y="8052"/>
                  </a:lnTo>
                  <a:lnTo>
                    <a:pt x="5829" y="8078"/>
                  </a:lnTo>
                  <a:lnTo>
                    <a:pt x="5893" y="8078"/>
                  </a:lnTo>
                  <a:lnTo>
                    <a:pt x="6033" y="8027"/>
                  </a:lnTo>
                  <a:lnTo>
                    <a:pt x="6136" y="7988"/>
                  </a:lnTo>
                  <a:lnTo>
                    <a:pt x="6238" y="7937"/>
                  </a:lnTo>
                  <a:lnTo>
                    <a:pt x="6366" y="7886"/>
                  </a:lnTo>
                  <a:lnTo>
                    <a:pt x="6404" y="7886"/>
                  </a:lnTo>
                  <a:lnTo>
                    <a:pt x="6442" y="7899"/>
                  </a:lnTo>
                  <a:lnTo>
                    <a:pt x="6481" y="7912"/>
                  </a:lnTo>
                  <a:lnTo>
                    <a:pt x="6557" y="7924"/>
                  </a:lnTo>
                  <a:lnTo>
                    <a:pt x="6570" y="7924"/>
                  </a:lnTo>
                  <a:lnTo>
                    <a:pt x="6570" y="7950"/>
                  </a:lnTo>
                  <a:lnTo>
                    <a:pt x="6557" y="7963"/>
                  </a:lnTo>
                  <a:lnTo>
                    <a:pt x="6545" y="7988"/>
                  </a:lnTo>
                  <a:lnTo>
                    <a:pt x="6519" y="7988"/>
                  </a:lnTo>
                  <a:lnTo>
                    <a:pt x="6481" y="8001"/>
                  </a:lnTo>
                  <a:lnTo>
                    <a:pt x="6455" y="7988"/>
                  </a:lnTo>
                  <a:lnTo>
                    <a:pt x="6430" y="7975"/>
                  </a:lnTo>
                  <a:lnTo>
                    <a:pt x="6353" y="7988"/>
                  </a:lnTo>
                  <a:lnTo>
                    <a:pt x="6289" y="8001"/>
                  </a:lnTo>
                  <a:lnTo>
                    <a:pt x="6238" y="8039"/>
                  </a:lnTo>
                  <a:lnTo>
                    <a:pt x="6148" y="8103"/>
                  </a:lnTo>
                  <a:lnTo>
                    <a:pt x="6072" y="8154"/>
                  </a:lnTo>
                  <a:lnTo>
                    <a:pt x="6033" y="8180"/>
                  </a:lnTo>
                  <a:lnTo>
                    <a:pt x="6021" y="8193"/>
                  </a:lnTo>
                  <a:lnTo>
                    <a:pt x="6008" y="8206"/>
                  </a:lnTo>
                  <a:lnTo>
                    <a:pt x="5995" y="8231"/>
                  </a:lnTo>
                  <a:lnTo>
                    <a:pt x="6008" y="8257"/>
                  </a:lnTo>
                  <a:lnTo>
                    <a:pt x="6008" y="8269"/>
                  </a:lnTo>
                  <a:lnTo>
                    <a:pt x="6021" y="8282"/>
                  </a:lnTo>
                  <a:lnTo>
                    <a:pt x="6059" y="8295"/>
                  </a:lnTo>
                  <a:lnTo>
                    <a:pt x="6084" y="8308"/>
                  </a:lnTo>
                  <a:lnTo>
                    <a:pt x="6084" y="8321"/>
                  </a:lnTo>
                  <a:lnTo>
                    <a:pt x="6084" y="8397"/>
                  </a:lnTo>
                  <a:lnTo>
                    <a:pt x="6084" y="8423"/>
                  </a:lnTo>
                  <a:lnTo>
                    <a:pt x="6084" y="8448"/>
                  </a:lnTo>
                  <a:lnTo>
                    <a:pt x="6046" y="8461"/>
                  </a:lnTo>
                  <a:lnTo>
                    <a:pt x="6021" y="8474"/>
                  </a:lnTo>
                  <a:lnTo>
                    <a:pt x="6008" y="8499"/>
                  </a:lnTo>
                  <a:lnTo>
                    <a:pt x="5969" y="8551"/>
                  </a:lnTo>
                  <a:lnTo>
                    <a:pt x="5880" y="8615"/>
                  </a:lnTo>
                  <a:lnTo>
                    <a:pt x="5842" y="8640"/>
                  </a:lnTo>
                  <a:lnTo>
                    <a:pt x="5752" y="8666"/>
                  </a:lnTo>
                  <a:lnTo>
                    <a:pt x="5701" y="8666"/>
                  </a:lnTo>
                  <a:lnTo>
                    <a:pt x="5663" y="8653"/>
                  </a:lnTo>
                  <a:lnTo>
                    <a:pt x="5663" y="8640"/>
                  </a:lnTo>
                  <a:lnTo>
                    <a:pt x="5663" y="8627"/>
                  </a:lnTo>
                  <a:lnTo>
                    <a:pt x="5663" y="8563"/>
                  </a:lnTo>
                  <a:lnTo>
                    <a:pt x="5637" y="8499"/>
                  </a:lnTo>
                  <a:lnTo>
                    <a:pt x="5624" y="8461"/>
                  </a:lnTo>
                  <a:lnTo>
                    <a:pt x="5599" y="8436"/>
                  </a:lnTo>
                  <a:lnTo>
                    <a:pt x="5560" y="8423"/>
                  </a:lnTo>
                  <a:lnTo>
                    <a:pt x="5509" y="8423"/>
                  </a:lnTo>
                  <a:lnTo>
                    <a:pt x="5497" y="8436"/>
                  </a:lnTo>
                  <a:lnTo>
                    <a:pt x="5484" y="8448"/>
                  </a:lnTo>
                  <a:lnTo>
                    <a:pt x="5471" y="8474"/>
                  </a:lnTo>
                  <a:lnTo>
                    <a:pt x="5458" y="8487"/>
                  </a:lnTo>
                  <a:lnTo>
                    <a:pt x="5369" y="8538"/>
                  </a:lnTo>
                  <a:lnTo>
                    <a:pt x="5292" y="8602"/>
                  </a:lnTo>
                  <a:lnTo>
                    <a:pt x="5203" y="8678"/>
                  </a:lnTo>
                  <a:lnTo>
                    <a:pt x="5164" y="8717"/>
                  </a:lnTo>
                  <a:lnTo>
                    <a:pt x="5139" y="8755"/>
                  </a:lnTo>
                  <a:lnTo>
                    <a:pt x="5100" y="8806"/>
                  </a:lnTo>
                  <a:lnTo>
                    <a:pt x="5062" y="8857"/>
                  </a:lnTo>
                  <a:lnTo>
                    <a:pt x="4973" y="8947"/>
                  </a:lnTo>
                  <a:lnTo>
                    <a:pt x="4934" y="8985"/>
                  </a:lnTo>
                  <a:lnTo>
                    <a:pt x="4896" y="9023"/>
                  </a:lnTo>
                  <a:lnTo>
                    <a:pt x="4883" y="9049"/>
                  </a:lnTo>
                  <a:lnTo>
                    <a:pt x="4883" y="9075"/>
                  </a:lnTo>
                  <a:lnTo>
                    <a:pt x="4883" y="9113"/>
                  </a:lnTo>
                  <a:lnTo>
                    <a:pt x="4870" y="9151"/>
                  </a:lnTo>
                  <a:lnTo>
                    <a:pt x="4832" y="9241"/>
                  </a:lnTo>
                  <a:lnTo>
                    <a:pt x="4666" y="9241"/>
                  </a:lnTo>
                  <a:lnTo>
                    <a:pt x="4627" y="9266"/>
                  </a:lnTo>
                  <a:lnTo>
                    <a:pt x="4615" y="9292"/>
                  </a:lnTo>
                  <a:lnTo>
                    <a:pt x="4576" y="9330"/>
                  </a:lnTo>
                  <a:lnTo>
                    <a:pt x="4551" y="9369"/>
                  </a:lnTo>
                  <a:lnTo>
                    <a:pt x="4525" y="9381"/>
                  </a:lnTo>
                  <a:lnTo>
                    <a:pt x="4449" y="9381"/>
                  </a:lnTo>
                  <a:lnTo>
                    <a:pt x="4436" y="9407"/>
                  </a:lnTo>
                  <a:lnTo>
                    <a:pt x="4423" y="9420"/>
                  </a:lnTo>
                  <a:lnTo>
                    <a:pt x="4423" y="9445"/>
                  </a:lnTo>
                  <a:lnTo>
                    <a:pt x="4423" y="9471"/>
                  </a:lnTo>
                  <a:lnTo>
                    <a:pt x="4576" y="9458"/>
                  </a:lnTo>
                  <a:lnTo>
                    <a:pt x="4730" y="9445"/>
                  </a:lnTo>
                  <a:lnTo>
                    <a:pt x="4730" y="9458"/>
                  </a:lnTo>
                  <a:lnTo>
                    <a:pt x="4717" y="9471"/>
                  </a:lnTo>
                  <a:lnTo>
                    <a:pt x="4691" y="9496"/>
                  </a:lnTo>
                  <a:lnTo>
                    <a:pt x="4666" y="9535"/>
                  </a:lnTo>
                  <a:lnTo>
                    <a:pt x="4666" y="9560"/>
                  </a:lnTo>
                  <a:lnTo>
                    <a:pt x="4691" y="9586"/>
                  </a:lnTo>
                  <a:lnTo>
                    <a:pt x="4743" y="9624"/>
                  </a:lnTo>
                  <a:lnTo>
                    <a:pt x="4781" y="9650"/>
                  </a:lnTo>
                  <a:lnTo>
                    <a:pt x="4819" y="9663"/>
                  </a:lnTo>
                  <a:lnTo>
                    <a:pt x="4883" y="9663"/>
                  </a:lnTo>
                  <a:lnTo>
                    <a:pt x="4909" y="9650"/>
                  </a:lnTo>
                  <a:lnTo>
                    <a:pt x="4934" y="9624"/>
                  </a:lnTo>
                  <a:lnTo>
                    <a:pt x="5062" y="9560"/>
                  </a:lnTo>
                  <a:lnTo>
                    <a:pt x="5126" y="9522"/>
                  </a:lnTo>
                  <a:lnTo>
                    <a:pt x="5203" y="9496"/>
                  </a:lnTo>
                  <a:lnTo>
                    <a:pt x="5292" y="9471"/>
                  </a:lnTo>
                  <a:lnTo>
                    <a:pt x="5318" y="9458"/>
                  </a:lnTo>
                  <a:lnTo>
                    <a:pt x="5330" y="9432"/>
                  </a:lnTo>
                  <a:lnTo>
                    <a:pt x="5330" y="9407"/>
                  </a:lnTo>
                  <a:lnTo>
                    <a:pt x="5318" y="9394"/>
                  </a:lnTo>
                  <a:lnTo>
                    <a:pt x="5267" y="9369"/>
                  </a:lnTo>
                  <a:lnTo>
                    <a:pt x="5241" y="9356"/>
                  </a:lnTo>
                  <a:lnTo>
                    <a:pt x="5241" y="9343"/>
                  </a:lnTo>
                  <a:lnTo>
                    <a:pt x="5267" y="9305"/>
                  </a:lnTo>
                  <a:lnTo>
                    <a:pt x="5305" y="9266"/>
                  </a:lnTo>
                  <a:lnTo>
                    <a:pt x="5394" y="9202"/>
                  </a:lnTo>
                  <a:lnTo>
                    <a:pt x="5484" y="9139"/>
                  </a:lnTo>
                  <a:lnTo>
                    <a:pt x="5586" y="9087"/>
                  </a:lnTo>
                  <a:lnTo>
                    <a:pt x="5599" y="9075"/>
                  </a:lnTo>
                  <a:lnTo>
                    <a:pt x="5624" y="9062"/>
                  </a:lnTo>
                  <a:lnTo>
                    <a:pt x="5663" y="9062"/>
                  </a:lnTo>
                  <a:lnTo>
                    <a:pt x="5701" y="9075"/>
                  </a:lnTo>
                  <a:lnTo>
                    <a:pt x="5727" y="9100"/>
                  </a:lnTo>
                  <a:lnTo>
                    <a:pt x="5739" y="9113"/>
                  </a:lnTo>
                  <a:lnTo>
                    <a:pt x="5752" y="9139"/>
                  </a:lnTo>
                  <a:lnTo>
                    <a:pt x="5739" y="9151"/>
                  </a:lnTo>
                  <a:lnTo>
                    <a:pt x="5727" y="9164"/>
                  </a:lnTo>
                  <a:lnTo>
                    <a:pt x="5688" y="9177"/>
                  </a:lnTo>
                  <a:lnTo>
                    <a:pt x="5637" y="9228"/>
                  </a:lnTo>
                  <a:lnTo>
                    <a:pt x="5548" y="9254"/>
                  </a:lnTo>
                  <a:lnTo>
                    <a:pt x="5535" y="9266"/>
                  </a:lnTo>
                  <a:lnTo>
                    <a:pt x="5522" y="9279"/>
                  </a:lnTo>
                  <a:lnTo>
                    <a:pt x="5522" y="9305"/>
                  </a:lnTo>
                  <a:lnTo>
                    <a:pt x="5548" y="9330"/>
                  </a:lnTo>
                  <a:lnTo>
                    <a:pt x="5586" y="9330"/>
                  </a:lnTo>
                  <a:lnTo>
                    <a:pt x="5624" y="9317"/>
                  </a:lnTo>
                  <a:lnTo>
                    <a:pt x="5688" y="9317"/>
                  </a:lnTo>
                  <a:lnTo>
                    <a:pt x="5701" y="9330"/>
                  </a:lnTo>
                  <a:lnTo>
                    <a:pt x="5701" y="9343"/>
                  </a:lnTo>
                  <a:lnTo>
                    <a:pt x="5714" y="9369"/>
                  </a:lnTo>
                  <a:lnTo>
                    <a:pt x="5714" y="9420"/>
                  </a:lnTo>
                  <a:lnTo>
                    <a:pt x="5701" y="9432"/>
                  </a:lnTo>
                  <a:lnTo>
                    <a:pt x="5701" y="9458"/>
                  </a:lnTo>
                  <a:lnTo>
                    <a:pt x="5650" y="9471"/>
                  </a:lnTo>
                  <a:lnTo>
                    <a:pt x="5586" y="9496"/>
                  </a:lnTo>
                  <a:lnTo>
                    <a:pt x="5458" y="9547"/>
                  </a:lnTo>
                  <a:lnTo>
                    <a:pt x="5356" y="9586"/>
                  </a:lnTo>
                  <a:lnTo>
                    <a:pt x="5267" y="9624"/>
                  </a:lnTo>
                  <a:lnTo>
                    <a:pt x="5203" y="9650"/>
                  </a:lnTo>
                  <a:lnTo>
                    <a:pt x="5190" y="9663"/>
                  </a:lnTo>
                  <a:lnTo>
                    <a:pt x="5190" y="9688"/>
                  </a:lnTo>
                  <a:lnTo>
                    <a:pt x="5356" y="9688"/>
                  </a:lnTo>
                  <a:lnTo>
                    <a:pt x="5369" y="9701"/>
                  </a:lnTo>
                  <a:lnTo>
                    <a:pt x="5369" y="9752"/>
                  </a:lnTo>
                  <a:lnTo>
                    <a:pt x="5369" y="9778"/>
                  </a:lnTo>
                  <a:lnTo>
                    <a:pt x="5356" y="9803"/>
                  </a:lnTo>
                  <a:lnTo>
                    <a:pt x="5305" y="9816"/>
                  </a:lnTo>
                  <a:lnTo>
                    <a:pt x="5254" y="9829"/>
                  </a:lnTo>
                  <a:lnTo>
                    <a:pt x="5152" y="9829"/>
                  </a:lnTo>
                  <a:lnTo>
                    <a:pt x="5049" y="9841"/>
                  </a:lnTo>
                  <a:lnTo>
                    <a:pt x="5011" y="9854"/>
                  </a:lnTo>
                  <a:lnTo>
                    <a:pt x="4947" y="9880"/>
                  </a:lnTo>
                  <a:lnTo>
                    <a:pt x="4896" y="9905"/>
                  </a:lnTo>
                  <a:lnTo>
                    <a:pt x="4870" y="9931"/>
                  </a:lnTo>
                  <a:lnTo>
                    <a:pt x="4819" y="9931"/>
                  </a:lnTo>
                  <a:lnTo>
                    <a:pt x="4730" y="9944"/>
                  </a:lnTo>
                  <a:lnTo>
                    <a:pt x="4704" y="9931"/>
                  </a:lnTo>
                  <a:lnTo>
                    <a:pt x="4704" y="9905"/>
                  </a:lnTo>
                  <a:lnTo>
                    <a:pt x="4717" y="9854"/>
                  </a:lnTo>
                  <a:lnTo>
                    <a:pt x="4717" y="9816"/>
                  </a:lnTo>
                  <a:lnTo>
                    <a:pt x="4691" y="9790"/>
                  </a:lnTo>
                  <a:lnTo>
                    <a:pt x="4653" y="9765"/>
                  </a:lnTo>
                  <a:lnTo>
                    <a:pt x="4589" y="9726"/>
                  </a:lnTo>
                  <a:lnTo>
                    <a:pt x="4500" y="9688"/>
                  </a:lnTo>
                  <a:lnTo>
                    <a:pt x="4397" y="9688"/>
                  </a:lnTo>
                  <a:lnTo>
                    <a:pt x="4295" y="9701"/>
                  </a:lnTo>
                  <a:lnTo>
                    <a:pt x="4142" y="9701"/>
                  </a:lnTo>
                  <a:lnTo>
                    <a:pt x="4142" y="9739"/>
                  </a:lnTo>
                  <a:lnTo>
                    <a:pt x="4142" y="9790"/>
                  </a:lnTo>
                  <a:lnTo>
                    <a:pt x="4167" y="9867"/>
                  </a:lnTo>
                  <a:lnTo>
                    <a:pt x="4180" y="9893"/>
                  </a:lnTo>
                  <a:lnTo>
                    <a:pt x="4167" y="9918"/>
                  </a:lnTo>
                  <a:lnTo>
                    <a:pt x="4142" y="9944"/>
                  </a:lnTo>
                  <a:lnTo>
                    <a:pt x="4103" y="9969"/>
                  </a:lnTo>
                  <a:lnTo>
                    <a:pt x="4065" y="9982"/>
                  </a:lnTo>
                  <a:lnTo>
                    <a:pt x="4027" y="9969"/>
                  </a:lnTo>
                  <a:lnTo>
                    <a:pt x="3988" y="9956"/>
                  </a:lnTo>
                  <a:lnTo>
                    <a:pt x="3963" y="9931"/>
                  </a:lnTo>
                  <a:lnTo>
                    <a:pt x="3950" y="9905"/>
                  </a:lnTo>
                  <a:lnTo>
                    <a:pt x="3963" y="9854"/>
                  </a:lnTo>
                  <a:lnTo>
                    <a:pt x="3963" y="9829"/>
                  </a:lnTo>
                  <a:lnTo>
                    <a:pt x="3950" y="9816"/>
                  </a:lnTo>
                  <a:lnTo>
                    <a:pt x="3925" y="9803"/>
                  </a:lnTo>
                  <a:lnTo>
                    <a:pt x="3746" y="9803"/>
                  </a:lnTo>
                  <a:lnTo>
                    <a:pt x="3656" y="9816"/>
                  </a:lnTo>
                  <a:lnTo>
                    <a:pt x="3631" y="9829"/>
                  </a:lnTo>
                  <a:lnTo>
                    <a:pt x="3618" y="9867"/>
                  </a:lnTo>
                  <a:lnTo>
                    <a:pt x="3605" y="9893"/>
                  </a:lnTo>
                  <a:lnTo>
                    <a:pt x="3592" y="9931"/>
                  </a:lnTo>
                  <a:lnTo>
                    <a:pt x="3592" y="9956"/>
                  </a:lnTo>
                  <a:lnTo>
                    <a:pt x="3618" y="9969"/>
                  </a:lnTo>
                  <a:lnTo>
                    <a:pt x="3631" y="9995"/>
                  </a:lnTo>
                  <a:lnTo>
                    <a:pt x="3656" y="10008"/>
                  </a:lnTo>
                  <a:lnTo>
                    <a:pt x="3656" y="10020"/>
                  </a:lnTo>
                  <a:lnTo>
                    <a:pt x="3643" y="10033"/>
                  </a:lnTo>
                  <a:lnTo>
                    <a:pt x="3631" y="10059"/>
                  </a:lnTo>
                  <a:lnTo>
                    <a:pt x="3528" y="10071"/>
                  </a:lnTo>
                  <a:lnTo>
                    <a:pt x="3490" y="10071"/>
                  </a:lnTo>
                  <a:lnTo>
                    <a:pt x="3464" y="10097"/>
                  </a:lnTo>
                  <a:lnTo>
                    <a:pt x="3464" y="10123"/>
                  </a:lnTo>
                  <a:lnTo>
                    <a:pt x="3490" y="10148"/>
                  </a:lnTo>
                  <a:lnTo>
                    <a:pt x="3528" y="10174"/>
                  </a:lnTo>
                  <a:lnTo>
                    <a:pt x="3567" y="10199"/>
                  </a:lnTo>
                  <a:lnTo>
                    <a:pt x="3592" y="10212"/>
                  </a:lnTo>
                  <a:lnTo>
                    <a:pt x="3605" y="10238"/>
                  </a:lnTo>
                  <a:lnTo>
                    <a:pt x="3631" y="10250"/>
                  </a:lnTo>
                  <a:lnTo>
                    <a:pt x="3631" y="10289"/>
                  </a:lnTo>
                  <a:lnTo>
                    <a:pt x="3618" y="10327"/>
                  </a:lnTo>
                  <a:lnTo>
                    <a:pt x="3592" y="10353"/>
                  </a:lnTo>
                  <a:lnTo>
                    <a:pt x="3567" y="10365"/>
                  </a:lnTo>
                  <a:lnTo>
                    <a:pt x="3477" y="10365"/>
                  </a:lnTo>
                  <a:lnTo>
                    <a:pt x="3477" y="10353"/>
                  </a:lnTo>
                  <a:lnTo>
                    <a:pt x="3464" y="10340"/>
                  </a:lnTo>
                  <a:lnTo>
                    <a:pt x="3452" y="10314"/>
                  </a:lnTo>
                  <a:lnTo>
                    <a:pt x="3413" y="10276"/>
                  </a:lnTo>
                  <a:lnTo>
                    <a:pt x="3375" y="10250"/>
                  </a:lnTo>
                  <a:lnTo>
                    <a:pt x="3286" y="10199"/>
                  </a:lnTo>
                  <a:lnTo>
                    <a:pt x="3260" y="10187"/>
                  </a:lnTo>
                  <a:lnTo>
                    <a:pt x="3222" y="10199"/>
                  </a:lnTo>
                  <a:lnTo>
                    <a:pt x="3132" y="10225"/>
                  </a:lnTo>
                  <a:lnTo>
                    <a:pt x="3145" y="10276"/>
                  </a:lnTo>
                  <a:lnTo>
                    <a:pt x="3170" y="10314"/>
                  </a:lnTo>
                  <a:lnTo>
                    <a:pt x="3222" y="10340"/>
                  </a:lnTo>
                  <a:lnTo>
                    <a:pt x="3273" y="10365"/>
                  </a:lnTo>
                  <a:lnTo>
                    <a:pt x="3362" y="10391"/>
                  </a:lnTo>
                  <a:lnTo>
                    <a:pt x="3401" y="10417"/>
                  </a:lnTo>
                  <a:lnTo>
                    <a:pt x="3464" y="10442"/>
                  </a:lnTo>
                  <a:lnTo>
                    <a:pt x="3452" y="10480"/>
                  </a:lnTo>
                  <a:lnTo>
                    <a:pt x="3452" y="10506"/>
                  </a:lnTo>
                  <a:lnTo>
                    <a:pt x="3413" y="10519"/>
                  </a:lnTo>
                  <a:lnTo>
                    <a:pt x="3388" y="10532"/>
                  </a:lnTo>
                  <a:lnTo>
                    <a:pt x="3362" y="10532"/>
                  </a:lnTo>
                  <a:lnTo>
                    <a:pt x="3337" y="10519"/>
                  </a:lnTo>
                  <a:lnTo>
                    <a:pt x="3273" y="10480"/>
                  </a:lnTo>
                  <a:lnTo>
                    <a:pt x="3209" y="10429"/>
                  </a:lnTo>
                  <a:lnTo>
                    <a:pt x="3145" y="10404"/>
                  </a:lnTo>
                  <a:lnTo>
                    <a:pt x="3094" y="10378"/>
                  </a:lnTo>
                  <a:lnTo>
                    <a:pt x="3030" y="10340"/>
                  </a:lnTo>
                  <a:lnTo>
                    <a:pt x="2966" y="10314"/>
                  </a:lnTo>
                  <a:lnTo>
                    <a:pt x="2698" y="10314"/>
                  </a:lnTo>
                  <a:lnTo>
                    <a:pt x="2659" y="10302"/>
                  </a:lnTo>
                  <a:lnTo>
                    <a:pt x="2634" y="10302"/>
                  </a:lnTo>
                  <a:lnTo>
                    <a:pt x="2634" y="10276"/>
                  </a:lnTo>
                  <a:lnTo>
                    <a:pt x="2621" y="10250"/>
                  </a:lnTo>
                  <a:lnTo>
                    <a:pt x="2583" y="10212"/>
                  </a:lnTo>
                  <a:lnTo>
                    <a:pt x="2519" y="10199"/>
                  </a:lnTo>
                  <a:lnTo>
                    <a:pt x="2314" y="10199"/>
                  </a:lnTo>
                  <a:lnTo>
                    <a:pt x="2301" y="10212"/>
                  </a:lnTo>
                  <a:lnTo>
                    <a:pt x="2301" y="10238"/>
                  </a:lnTo>
                  <a:lnTo>
                    <a:pt x="2289" y="10250"/>
                  </a:lnTo>
                  <a:lnTo>
                    <a:pt x="2289" y="10263"/>
                  </a:lnTo>
                  <a:lnTo>
                    <a:pt x="2301" y="10276"/>
                  </a:lnTo>
                  <a:lnTo>
                    <a:pt x="2327" y="10289"/>
                  </a:lnTo>
                  <a:lnTo>
                    <a:pt x="2365" y="10302"/>
                  </a:lnTo>
                  <a:lnTo>
                    <a:pt x="2404" y="10302"/>
                  </a:lnTo>
                  <a:lnTo>
                    <a:pt x="2416" y="10314"/>
                  </a:lnTo>
                  <a:lnTo>
                    <a:pt x="2416" y="10327"/>
                  </a:lnTo>
                  <a:lnTo>
                    <a:pt x="2416" y="10353"/>
                  </a:lnTo>
                  <a:lnTo>
                    <a:pt x="2340" y="10365"/>
                  </a:lnTo>
                  <a:lnTo>
                    <a:pt x="2301" y="10365"/>
                  </a:lnTo>
                  <a:lnTo>
                    <a:pt x="2263" y="10378"/>
                  </a:lnTo>
                  <a:lnTo>
                    <a:pt x="2238" y="10391"/>
                  </a:lnTo>
                  <a:lnTo>
                    <a:pt x="2238" y="10417"/>
                  </a:lnTo>
                  <a:lnTo>
                    <a:pt x="2238" y="10455"/>
                  </a:lnTo>
                  <a:lnTo>
                    <a:pt x="2289" y="10493"/>
                  </a:lnTo>
                  <a:lnTo>
                    <a:pt x="2404" y="10493"/>
                  </a:lnTo>
                  <a:lnTo>
                    <a:pt x="2557" y="10480"/>
                  </a:lnTo>
                  <a:lnTo>
                    <a:pt x="2583" y="10480"/>
                  </a:lnTo>
                  <a:lnTo>
                    <a:pt x="2621" y="10493"/>
                  </a:lnTo>
                  <a:lnTo>
                    <a:pt x="2621" y="10506"/>
                  </a:lnTo>
                  <a:lnTo>
                    <a:pt x="2621" y="10519"/>
                  </a:lnTo>
                  <a:lnTo>
                    <a:pt x="2608" y="10544"/>
                  </a:lnTo>
                  <a:lnTo>
                    <a:pt x="2646" y="10557"/>
                  </a:lnTo>
                  <a:lnTo>
                    <a:pt x="2672" y="10557"/>
                  </a:lnTo>
                  <a:lnTo>
                    <a:pt x="2698" y="10583"/>
                  </a:lnTo>
                  <a:lnTo>
                    <a:pt x="2710" y="10583"/>
                  </a:lnTo>
                  <a:lnTo>
                    <a:pt x="2723" y="10570"/>
                  </a:lnTo>
                  <a:lnTo>
                    <a:pt x="2825" y="10557"/>
                  </a:lnTo>
                  <a:lnTo>
                    <a:pt x="2902" y="10544"/>
                  </a:lnTo>
                  <a:lnTo>
                    <a:pt x="2915" y="10557"/>
                  </a:lnTo>
                  <a:lnTo>
                    <a:pt x="2928" y="10570"/>
                  </a:lnTo>
                  <a:lnTo>
                    <a:pt x="2928" y="10595"/>
                  </a:lnTo>
                  <a:lnTo>
                    <a:pt x="2915" y="10621"/>
                  </a:lnTo>
                  <a:lnTo>
                    <a:pt x="2877" y="10634"/>
                  </a:lnTo>
                  <a:lnTo>
                    <a:pt x="2672" y="10634"/>
                  </a:lnTo>
                  <a:lnTo>
                    <a:pt x="2659" y="10647"/>
                  </a:lnTo>
                  <a:lnTo>
                    <a:pt x="2659" y="10672"/>
                  </a:lnTo>
                  <a:lnTo>
                    <a:pt x="2634" y="10698"/>
                  </a:lnTo>
                  <a:lnTo>
                    <a:pt x="2621" y="10711"/>
                  </a:lnTo>
                  <a:lnTo>
                    <a:pt x="2621" y="10723"/>
                  </a:lnTo>
                  <a:lnTo>
                    <a:pt x="2634" y="10736"/>
                  </a:lnTo>
                  <a:lnTo>
                    <a:pt x="2659" y="10749"/>
                  </a:lnTo>
                  <a:lnTo>
                    <a:pt x="2710" y="10762"/>
                  </a:lnTo>
                  <a:lnTo>
                    <a:pt x="2685" y="10787"/>
                  </a:lnTo>
                  <a:lnTo>
                    <a:pt x="2672" y="10813"/>
                  </a:lnTo>
                  <a:lnTo>
                    <a:pt x="2646" y="10826"/>
                  </a:lnTo>
                  <a:lnTo>
                    <a:pt x="2608" y="10826"/>
                  </a:lnTo>
                  <a:lnTo>
                    <a:pt x="2583" y="10813"/>
                  </a:lnTo>
                  <a:lnTo>
                    <a:pt x="2506" y="10774"/>
                  </a:lnTo>
                  <a:lnTo>
                    <a:pt x="2455" y="10736"/>
                  </a:lnTo>
                  <a:lnTo>
                    <a:pt x="2416" y="10711"/>
                  </a:lnTo>
                  <a:lnTo>
                    <a:pt x="2365" y="10711"/>
                  </a:lnTo>
                  <a:lnTo>
                    <a:pt x="2199" y="10698"/>
                  </a:lnTo>
                  <a:lnTo>
                    <a:pt x="2148" y="10698"/>
                  </a:lnTo>
                  <a:lnTo>
                    <a:pt x="2122" y="10672"/>
                  </a:lnTo>
                  <a:lnTo>
                    <a:pt x="2097" y="10647"/>
                  </a:lnTo>
                  <a:lnTo>
                    <a:pt x="2084" y="10634"/>
                  </a:lnTo>
                  <a:lnTo>
                    <a:pt x="1944" y="10634"/>
                  </a:lnTo>
                  <a:lnTo>
                    <a:pt x="1765" y="10647"/>
                  </a:lnTo>
                  <a:lnTo>
                    <a:pt x="1714" y="10647"/>
                  </a:lnTo>
                  <a:lnTo>
                    <a:pt x="1675" y="10634"/>
                  </a:lnTo>
                  <a:lnTo>
                    <a:pt x="1560" y="10634"/>
                  </a:lnTo>
                  <a:lnTo>
                    <a:pt x="1522" y="10647"/>
                  </a:lnTo>
                  <a:lnTo>
                    <a:pt x="1509" y="10647"/>
                  </a:lnTo>
                  <a:lnTo>
                    <a:pt x="1496" y="10659"/>
                  </a:lnTo>
                  <a:lnTo>
                    <a:pt x="1496" y="10685"/>
                  </a:lnTo>
                  <a:lnTo>
                    <a:pt x="1496" y="10698"/>
                  </a:lnTo>
                  <a:lnTo>
                    <a:pt x="1573" y="10698"/>
                  </a:lnTo>
                  <a:lnTo>
                    <a:pt x="1611" y="10711"/>
                  </a:lnTo>
                  <a:lnTo>
                    <a:pt x="1637" y="10711"/>
                  </a:lnTo>
                  <a:lnTo>
                    <a:pt x="1637" y="10736"/>
                  </a:lnTo>
                  <a:lnTo>
                    <a:pt x="1624" y="10762"/>
                  </a:lnTo>
                  <a:lnTo>
                    <a:pt x="1598" y="10774"/>
                  </a:lnTo>
                  <a:lnTo>
                    <a:pt x="1573" y="10774"/>
                  </a:lnTo>
                  <a:lnTo>
                    <a:pt x="1509" y="10787"/>
                  </a:lnTo>
                  <a:lnTo>
                    <a:pt x="1420" y="10800"/>
                  </a:lnTo>
                  <a:lnTo>
                    <a:pt x="1420" y="10877"/>
                  </a:lnTo>
                  <a:lnTo>
                    <a:pt x="1420" y="10889"/>
                  </a:lnTo>
                  <a:lnTo>
                    <a:pt x="1611" y="10889"/>
                  </a:lnTo>
                  <a:lnTo>
                    <a:pt x="1765" y="10877"/>
                  </a:lnTo>
                  <a:lnTo>
                    <a:pt x="1931" y="10877"/>
                  </a:lnTo>
                  <a:lnTo>
                    <a:pt x="2020" y="10864"/>
                  </a:lnTo>
                  <a:lnTo>
                    <a:pt x="2084" y="10864"/>
                  </a:lnTo>
                  <a:lnTo>
                    <a:pt x="2097" y="10889"/>
                  </a:lnTo>
                  <a:lnTo>
                    <a:pt x="2110" y="10928"/>
                  </a:lnTo>
                  <a:lnTo>
                    <a:pt x="2110" y="11017"/>
                  </a:lnTo>
                  <a:lnTo>
                    <a:pt x="2186" y="11017"/>
                  </a:lnTo>
                  <a:lnTo>
                    <a:pt x="2199" y="11030"/>
                  </a:lnTo>
                  <a:lnTo>
                    <a:pt x="2212" y="11056"/>
                  </a:lnTo>
                  <a:lnTo>
                    <a:pt x="2212" y="11081"/>
                  </a:lnTo>
                  <a:lnTo>
                    <a:pt x="2225" y="11119"/>
                  </a:lnTo>
                  <a:lnTo>
                    <a:pt x="2212" y="11183"/>
                  </a:lnTo>
                  <a:lnTo>
                    <a:pt x="2199" y="11247"/>
                  </a:lnTo>
                  <a:lnTo>
                    <a:pt x="2199" y="11260"/>
                  </a:lnTo>
                  <a:lnTo>
                    <a:pt x="2186" y="11260"/>
                  </a:lnTo>
                  <a:lnTo>
                    <a:pt x="2148" y="11273"/>
                  </a:lnTo>
                  <a:lnTo>
                    <a:pt x="2110" y="11273"/>
                  </a:lnTo>
                  <a:lnTo>
                    <a:pt x="2046" y="11260"/>
                  </a:lnTo>
                  <a:lnTo>
                    <a:pt x="2033" y="11247"/>
                  </a:lnTo>
                  <a:lnTo>
                    <a:pt x="2033" y="11222"/>
                  </a:lnTo>
                  <a:lnTo>
                    <a:pt x="2033" y="11171"/>
                  </a:lnTo>
                  <a:lnTo>
                    <a:pt x="2020" y="11119"/>
                  </a:lnTo>
                  <a:lnTo>
                    <a:pt x="1995" y="11068"/>
                  </a:lnTo>
                  <a:lnTo>
                    <a:pt x="1969" y="11030"/>
                  </a:lnTo>
                  <a:lnTo>
                    <a:pt x="1956" y="11004"/>
                  </a:lnTo>
                  <a:lnTo>
                    <a:pt x="1790" y="11004"/>
                  </a:lnTo>
                  <a:lnTo>
                    <a:pt x="1790" y="11043"/>
                  </a:lnTo>
                  <a:lnTo>
                    <a:pt x="1790" y="11081"/>
                  </a:lnTo>
                  <a:lnTo>
                    <a:pt x="1803" y="11107"/>
                  </a:lnTo>
                  <a:lnTo>
                    <a:pt x="1829" y="11119"/>
                  </a:lnTo>
                  <a:lnTo>
                    <a:pt x="1892" y="11119"/>
                  </a:lnTo>
                  <a:lnTo>
                    <a:pt x="1905" y="11132"/>
                  </a:lnTo>
                  <a:lnTo>
                    <a:pt x="1892" y="11158"/>
                  </a:lnTo>
                  <a:lnTo>
                    <a:pt x="1880" y="11196"/>
                  </a:lnTo>
                  <a:lnTo>
                    <a:pt x="1880" y="11222"/>
                  </a:lnTo>
                  <a:lnTo>
                    <a:pt x="1867" y="11235"/>
                  </a:lnTo>
                  <a:lnTo>
                    <a:pt x="1841" y="11260"/>
                  </a:lnTo>
                  <a:lnTo>
                    <a:pt x="1790" y="11273"/>
                  </a:lnTo>
                  <a:lnTo>
                    <a:pt x="1688" y="11273"/>
                  </a:lnTo>
                  <a:lnTo>
                    <a:pt x="1675" y="11260"/>
                  </a:lnTo>
                  <a:lnTo>
                    <a:pt x="1662" y="11222"/>
                  </a:lnTo>
                  <a:lnTo>
                    <a:pt x="1650" y="11171"/>
                  </a:lnTo>
                  <a:lnTo>
                    <a:pt x="1637" y="11145"/>
                  </a:lnTo>
                  <a:lnTo>
                    <a:pt x="1611" y="11119"/>
                  </a:lnTo>
                  <a:lnTo>
                    <a:pt x="1598" y="11094"/>
                  </a:lnTo>
                  <a:lnTo>
                    <a:pt x="1586" y="11081"/>
                  </a:lnTo>
                  <a:lnTo>
                    <a:pt x="1368" y="11081"/>
                  </a:lnTo>
                  <a:lnTo>
                    <a:pt x="1356" y="11094"/>
                  </a:lnTo>
                  <a:lnTo>
                    <a:pt x="1356" y="11119"/>
                  </a:lnTo>
                  <a:lnTo>
                    <a:pt x="1356" y="11145"/>
                  </a:lnTo>
                  <a:lnTo>
                    <a:pt x="1343" y="11171"/>
                  </a:lnTo>
                  <a:lnTo>
                    <a:pt x="1330" y="11196"/>
                  </a:lnTo>
                  <a:lnTo>
                    <a:pt x="1343" y="11209"/>
                  </a:lnTo>
                  <a:lnTo>
                    <a:pt x="1356" y="11222"/>
                  </a:lnTo>
                  <a:lnTo>
                    <a:pt x="1407" y="11235"/>
                  </a:lnTo>
                  <a:lnTo>
                    <a:pt x="1458" y="11273"/>
                  </a:lnTo>
                  <a:lnTo>
                    <a:pt x="1471" y="11298"/>
                  </a:lnTo>
                  <a:lnTo>
                    <a:pt x="1483" y="11324"/>
                  </a:lnTo>
                  <a:lnTo>
                    <a:pt x="1458" y="11362"/>
                  </a:lnTo>
                  <a:lnTo>
                    <a:pt x="1445" y="11388"/>
                  </a:lnTo>
                  <a:lnTo>
                    <a:pt x="1445" y="11401"/>
                  </a:lnTo>
                  <a:lnTo>
                    <a:pt x="1394" y="11401"/>
                  </a:lnTo>
                  <a:lnTo>
                    <a:pt x="1356" y="11388"/>
                  </a:lnTo>
                  <a:lnTo>
                    <a:pt x="1317" y="11362"/>
                  </a:lnTo>
                  <a:lnTo>
                    <a:pt x="1292" y="11350"/>
                  </a:lnTo>
                  <a:lnTo>
                    <a:pt x="1266" y="11324"/>
                  </a:lnTo>
                  <a:lnTo>
                    <a:pt x="1228" y="11298"/>
                  </a:lnTo>
                  <a:lnTo>
                    <a:pt x="1189" y="11286"/>
                  </a:lnTo>
                  <a:lnTo>
                    <a:pt x="1164" y="11273"/>
                  </a:lnTo>
                  <a:lnTo>
                    <a:pt x="1138" y="11247"/>
                  </a:lnTo>
                  <a:lnTo>
                    <a:pt x="947" y="11247"/>
                  </a:lnTo>
                  <a:lnTo>
                    <a:pt x="934" y="11273"/>
                  </a:lnTo>
                  <a:lnTo>
                    <a:pt x="934" y="11298"/>
                  </a:lnTo>
                  <a:lnTo>
                    <a:pt x="934" y="11324"/>
                  </a:lnTo>
                  <a:lnTo>
                    <a:pt x="934" y="11337"/>
                  </a:lnTo>
                  <a:lnTo>
                    <a:pt x="921" y="11350"/>
                  </a:lnTo>
                  <a:lnTo>
                    <a:pt x="883" y="11350"/>
                  </a:lnTo>
                  <a:lnTo>
                    <a:pt x="793" y="11362"/>
                  </a:lnTo>
                  <a:lnTo>
                    <a:pt x="717" y="11362"/>
                  </a:lnTo>
                  <a:lnTo>
                    <a:pt x="717" y="11375"/>
                  </a:lnTo>
                  <a:lnTo>
                    <a:pt x="717" y="11401"/>
                  </a:lnTo>
                  <a:lnTo>
                    <a:pt x="729" y="11413"/>
                  </a:lnTo>
                  <a:lnTo>
                    <a:pt x="742" y="11426"/>
                  </a:lnTo>
                  <a:lnTo>
                    <a:pt x="1011" y="11426"/>
                  </a:lnTo>
                  <a:lnTo>
                    <a:pt x="1074" y="11452"/>
                  </a:lnTo>
                  <a:lnTo>
                    <a:pt x="1138" y="11477"/>
                  </a:lnTo>
                  <a:lnTo>
                    <a:pt x="1330" y="11516"/>
                  </a:lnTo>
                  <a:lnTo>
                    <a:pt x="1420" y="11541"/>
                  </a:lnTo>
                  <a:lnTo>
                    <a:pt x="1471" y="11554"/>
                  </a:lnTo>
                  <a:lnTo>
                    <a:pt x="1535" y="11541"/>
                  </a:lnTo>
                  <a:lnTo>
                    <a:pt x="1547" y="11541"/>
                  </a:lnTo>
                  <a:lnTo>
                    <a:pt x="1560" y="11554"/>
                  </a:lnTo>
                  <a:lnTo>
                    <a:pt x="1598" y="11605"/>
                  </a:lnTo>
                  <a:lnTo>
                    <a:pt x="1586" y="11618"/>
                  </a:lnTo>
                  <a:lnTo>
                    <a:pt x="1573" y="11644"/>
                  </a:lnTo>
                  <a:lnTo>
                    <a:pt x="1343" y="11656"/>
                  </a:lnTo>
                  <a:lnTo>
                    <a:pt x="1215" y="11656"/>
                  </a:lnTo>
                  <a:lnTo>
                    <a:pt x="1138" y="11631"/>
                  </a:lnTo>
                  <a:lnTo>
                    <a:pt x="1074" y="11618"/>
                  </a:lnTo>
                  <a:lnTo>
                    <a:pt x="934" y="11567"/>
                  </a:lnTo>
                  <a:lnTo>
                    <a:pt x="870" y="11554"/>
                  </a:lnTo>
                  <a:lnTo>
                    <a:pt x="819" y="11541"/>
                  </a:lnTo>
                  <a:lnTo>
                    <a:pt x="781" y="11554"/>
                  </a:lnTo>
                  <a:lnTo>
                    <a:pt x="717" y="11580"/>
                  </a:lnTo>
                  <a:lnTo>
                    <a:pt x="653" y="11592"/>
                  </a:lnTo>
                  <a:lnTo>
                    <a:pt x="614" y="11618"/>
                  </a:lnTo>
                  <a:lnTo>
                    <a:pt x="589" y="11656"/>
                  </a:lnTo>
                  <a:lnTo>
                    <a:pt x="563" y="11669"/>
                  </a:lnTo>
                  <a:lnTo>
                    <a:pt x="525" y="11669"/>
                  </a:lnTo>
                  <a:lnTo>
                    <a:pt x="499" y="11682"/>
                  </a:lnTo>
                  <a:lnTo>
                    <a:pt x="461" y="11682"/>
                  </a:lnTo>
                  <a:lnTo>
                    <a:pt x="474" y="11746"/>
                  </a:lnTo>
                  <a:lnTo>
                    <a:pt x="487" y="11784"/>
                  </a:lnTo>
                  <a:lnTo>
                    <a:pt x="512" y="11797"/>
                  </a:lnTo>
                  <a:lnTo>
                    <a:pt x="563" y="11810"/>
                  </a:lnTo>
                  <a:lnTo>
                    <a:pt x="614" y="11810"/>
                  </a:lnTo>
                  <a:lnTo>
                    <a:pt x="665" y="11822"/>
                  </a:lnTo>
                  <a:lnTo>
                    <a:pt x="717" y="11835"/>
                  </a:lnTo>
                  <a:lnTo>
                    <a:pt x="729" y="11861"/>
                  </a:lnTo>
                  <a:lnTo>
                    <a:pt x="793" y="11925"/>
                  </a:lnTo>
                  <a:lnTo>
                    <a:pt x="806" y="11950"/>
                  </a:lnTo>
                  <a:lnTo>
                    <a:pt x="832" y="11976"/>
                  </a:lnTo>
                  <a:lnTo>
                    <a:pt x="806" y="11989"/>
                  </a:lnTo>
                  <a:lnTo>
                    <a:pt x="781" y="12001"/>
                  </a:lnTo>
                  <a:lnTo>
                    <a:pt x="755" y="12014"/>
                  </a:lnTo>
                  <a:lnTo>
                    <a:pt x="640" y="12001"/>
                  </a:lnTo>
                  <a:lnTo>
                    <a:pt x="525" y="12014"/>
                  </a:lnTo>
                  <a:lnTo>
                    <a:pt x="525" y="12065"/>
                  </a:lnTo>
                  <a:lnTo>
                    <a:pt x="538" y="12116"/>
                  </a:lnTo>
                  <a:lnTo>
                    <a:pt x="550" y="12219"/>
                  </a:lnTo>
                  <a:lnTo>
                    <a:pt x="538" y="12283"/>
                  </a:lnTo>
                  <a:lnTo>
                    <a:pt x="538" y="12308"/>
                  </a:lnTo>
                  <a:lnTo>
                    <a:pt x="563" y="12334"/>
                  </a:lnTo>
                  <a:lnTo>
                    <a:pt x="576" y="12346"/>
                  </a:lnTo>
                  <a:lnTo>
                    <a:pt x="908" y="12346"/>
                  </a:lnTo>
                  <a:lnTo>
                    <a:pt x="947" y="12372"/>
                  </a:lnTo>
                  <a:lnTo>
                    <a:pt x="985" y="12385"/>
                  </a:lnTo>
                  <a:lnTo>
                    <a:pt x="1343" y="12385"/>
                  </a:lnTo>
                  <a:lnTo>
                    <a:pt x="1356" y="12359"/>
                  </a:lnTo>
                  <a:lnTo>
                    <a:pt x="1381" y="12334"/>
                  </a:lnTo>
                  <a:lnTo>
                    <a:pt x="1394" y="12308"/>
                  </a:lnTo>
                  <a:lnTo>
                    <a:pt x="1407" y="12270"/>
                  </a:lnTo>
                  <a:lnTo>
                    <a:pt x="1458" y="12219"/>
                  </a:lnTo>
                  <a:lnTo>
                    <a:pt x="1483" y="12206"/>
                  </a:lnTo>
                  <a:lnTo>
                    <a:pt x="1611" y="12206"/>
                  </a:lnTo>
                  <a:lnTo>
                    <a:pt x="1650" y="12219"/>
                  </a:lnTo>
                  <a:lnTo>
                    <a:pt x="1650" y="12231"/>
                  </a:lnTo>
                  <a:lnTo>
                    <a:pt x="1637" y="12257"/>
                  </a:lnTo>
                  <a:lnTo>
                    <a:pt x="1624" y="12295"/>
                  </a:lnTo>
                  <a:lnTo>
                    <a:pt x="1611" y="12359"/>
                  </a:lnTo>
                  <a:lnTo>
                    <a:pt x="1611" y="12372"/>
                  </a:lnTo>
                  <a:lnTo>
                    <a:pt x="1624" y="12385"/>
                  </a:lnTo>
                  <a:lnTo>
                    <a:pt x="1637" y="12398"/>
                  </a:lnTo>
                  <a:lnTo>
                    <a:pt x="1650" y="12410"/>
                  </a:lnTo>
                  <a:lnTo>
                    <a:pt x="1701" y="12410"/>
                  </a:lnTo>
                  <a:lnTo>
                    <a:pt x="1726" y="12398"/>
                  </a:lnTo>
                  <a:lnTo>
                    <a:pt x="1739" y="12385"/>
                  </a:lnTo>
                  <a:lnTo>
                    <a:pt x="1752" y="12359"/>
                  </a:lnTo>
                  <a:lnTo>
                    <a:pt x="1765" y="12346"/>
                  </a:lnTo>
                  <a:lnTo>
                    <a:pt x="1905" y="12346"/>
                  </a:lnTo>
                  <a:lnTo>
                    <a:pt x="1905" y="12359"/>
                  </a:lnTo>
                  <a:lnTo>
                    <a:pt x="1905" y="12398"/>
                  </a:lnTo>
                  <a:lnTo>
                    <a:pt x="1905" y="12423"/>
                  </a:lnTo>
                  <a:lnTo>
                    <a:pt x="1918" y="12436"/>
                  </a:lnTo>
                  <a:lnTo>
                    <a:pt x="1956" y="12449"/>
                  </a:lnTo>
                  <a:lnTo>
                    <a:pt x="2059" y="12449"/>
                  </a:lnTo>
                  <a:lnTo>
                    <a:pt x="2161" y="12436"/>
                  </a:lnTo>
                  <a:lnTo>
                    <a:pt x="2161" y="12359"/>
                  </a:lnTo>
                  <a:lnTo>
                    <a:pt x="2161" y="12321"/>
                  </a:lnTo>
                  <a:lnTo>
                    <a:pt x="2148" y="12283"/>
                  </a:lnTo>
                  <a:lnTo>
                    <a:pt x="2110" y="12219"/>
                  </a:lnTo>
                  <a:lnTo>
                    <a:pt x="2097" y="12180"/>
                  </a:lnTo>
                  <a:lnTo>
                    <a:pt x="2110" y="12142"/>
                  </a:lnTo>
                  <a:lnTo>
                    <a:pt x="2148" y="12116"/>
                  </a:lnTo>
                  <a:lnTo>
                    <a:pt x="2199" y="12104"/>
                  </a:lnTo>
                  <a:lnTo>
                    <a:pt x="2250" y="12104"/>
                  </a:lnTo>
                  <a:lnTo>
                    <a:pt x="2289" y="12116"/>
                  </a:lnTo>
                  <a:lnTo>
                    <a:pt x="2301" y="12142"/>
                  </a:lnTo>
                  <a:lnTo>
                    <a:pt x="2301" y="12193"/>
                  </a:lnTo>
                  <a:lnTo>
                    <a:pt x="2301" y="12257"/>
                  </a:lnTo>
                  <a:lnTo>
                    <a:pt x="2301" y="12295"/>
                  </a:lnTo>
                  <a:lnTo>
                    <a:pt x="2301" y="12321"/>
                  </a:lnTo>
                  <a:lnTo>
                    <a:pt x="2314" y="12334"/>
                  </a:lnTo>
                  <a:lnTo>
                    <a:pt x="2327" y="12346"/>
                  </a:lnTo>
                  <a:lnTo>
                    <a:pt x="2416" y="12346"/>
                  </a:lnTo>
                  <a:lnTo>
                    <a:pt x="2455" y="12372"/>
                  </a:lnTo>
                  <a:lnTo>
                    <a:pt x="2506" y="12385"/>
                  </a:lnTo>
                  <a:lnTo>
                    <a:pt x="2519" y="12398"/>
                  </a:lnTo>
                  <a:lnTo>
                    <a:pt x="2519" y="12423"/>
                  </a:lnTo>
                  <a:lnTo>
                    <a:pt x="2506" y="12461"/>
                  </a:lnTo>
                  <a:lnTo>
                    <a:pt x="2468" y="12500"/>
                  </a:lnTo>
                  <a:lnTo>
                    <a:pt x="2429" y="12513"/>
                  </a:lnTo>
                  <a:lnTo>
                    <a:pt x="2378" y="12538"/>
                  </a:lnTo>
                  <a:lnTo>
                    <a:pt x="2276" y="12551"/>
                  </a:lnTo>
                  <a:lnTo>
                    <a:pt x="2122" y="12564"/>
                  </a:lnTo>
                  <a:lnTo>
                    <a:pt x="1982" y="12576"/>
                  </a:lnTo>
                  <a:lnTo>
                    <a:pt x="1918" y="12589"/>
                  </a:lnTo>
                  <a:lnTo>
                    <a:pt x="1867" y="12602"/>
                  </a:lnTo>
                  <a:lnTo>
                    <a:pt x="1829" y="12628"/>
                  </a:lnTo>
                  <a:lnTo>
                    <a:pt x="1816" y="12640"/>
                  </a:lnTo>
                  <a:lnTo>
                    <a:pt x="1803" y="12666"/>
                  </a:lnTo>
                  <a:lnTo>
                    <a:pt x="1816" y="12692"/>
                  </a:lnTo>
                  <a:lnTo>
                    <a:pt x="1841" y="12717"/>
                  </a:lnTo>
                  <a:lnTo>
                    <a:pt x="1854" y="12755"/>
                  </a:lnTo>
                  <a:lnTo>
                    <a:pt x="1841" y="12768"/>
                  </a:lnTo>
                  <a:lnTo>
                    <a:pt x="1829" y="12781"/>
                  </a:lnTo>
                  <a:lnTo>
                    <a:pt x="1803" y="12781"/>
                  </a:lnTo>
                  <a:lnTo>
                    <a:pt x="1739" y="12794"/>
                  </a:lnTo>
                  <a:lnTo>
                    <a:pt x="1650" y="12781"/>
                  </a:lnTo>
                  <a:lnTo>
                    <a:pt x="1650" y="12755"/>
                  </a:lnTo>
                  <a:lnTo>
                    <a:pt x="1637" y="12730"/>
                  </a:lnTo>
                  <a:lnTo>
                    <a:pt x="1637" y="12666"/>
                  </a:lnTo>
                  <a:lnTo>
                    <a:pt x="1624" y="12628"/>
                  </a:lnTo>
                  <a:lnTo>
                    <a:pt x="1598" y="12576"/>
                  </a:lnTo>
                  <a:lnTo>
                    <a:pt x="1547" y="12538"/>
                  </a:lnTo>
                  <a:lnTo>
                    <a:pt x="1522" y="12525"/>
                  </a:lnTo>
                  <a:lnTo>
                    <a:pt x="1432" y="12525"/>
                  </a:lnTo>
                  <a:lnTo>
                    <a:pt x="1394" y="12551"/>
                  </a:lnTo>
                  <a:lnTo>
                    <a:pt x="1368" y="12576"/>
                  </a:lnTo>
                  <a:lnTo>
                    <a:pt x="1317" y="12602"/>
                  </a:lnTo>
                  <a:lnTo>
                    <a:pt x="1253" y="12602"/>
                  </a:lnTo>
                  <a:lnTo>
                    <a:pt x="1189" y="12589"/>
                  </a:lnTo>
                  <a:lnTo>
                    <a:pt x="1074" y="12551"/>
                  </a:lnTo>
                  <a:lnTo>
                    <a:pt x="1023" y="12525"/>
                  </a:lnTo>
                  <a:lnTo>
                    <a:pt x="959" y="12500"/>
                  </a:lnTo>
                  <a:lnTo>
                    <a:pt x="857" y="12500"/>
                  </a:lnTo>
                  <a:lnTo>
                    <a:pt x="755" y="12513"/>
                  </a:lnTo>
                  <a:lnTo>
                    <a:pt x="627" y="12513"/>
                  </a:lnTo>
                  <a:lnTo>
                    <a:pt x="499" y="12525"/>
                  </a:lnTo>
                  <a:lnTo>
                    <a:pt x="423" y="12525"/>
                  </a:lnTo>
                  <a:lnTo>
                    <a:pt x="359" y="12551"/>
                  </a:lnTo>
                  <a:lnTo>
                    <a:pt x="308" y="12576"/>
                  </a:lnTo>
                  <a:lnTo>
                    <a:pt x="269" y="12602"/>
                  </a:lnTo>
                  <a:lnTo>
                    <a:pt x="257" y="12628"/>
                  </a:lnTo>
                  <a:lnTo>
                    <a:pt x="257" y="12653"/>
                  </a:lnTo>
                  <a:lnTo>
                    <a:pt x="257" y="12704"/>
                  </a:lnTo>
                  <a:lnTo>
                    <a:pt x="257" y="12717"/>
                  </a:lnTo>
                  <a:lnTo>
                    <a:pt x="282" y="12730"/>
                  </a:lnTo>
                  <a:lnTo>
                    <a:pt x="538" y="12730"/>
                  </a:lnTo>
                  <a:lnTo>
                    <a:pt x="614" y="12743"/>
                  </a:lnTo>
                  <a:lnTo>
                    <a:pt x="563" y="12781"/>
                  </a:lnTo>
                  <a:lnTo>
                    <a:pt x="538" y="12794"/>
                  </a:lnTo>
                  <a:lnTo>
                    <a:pt x="525" y="12819"/>
                  </a:lnTo>
                  <a:lnTo>
                    <a:pt x="538" y="12858"/>
                  </a:lnTo>
                  <a:lnTo>
                    <a:pt x="550" y="12883"/>
                  </a:lnTo>
                  <a:lnTo>
                    <a:pt x="589" y="12909"/>
                  </a:lnTo>
                  <a:lnTo>
                    <a:pt x="627" y="12922"/>
                  </a:lnTo>
                  <a:lnTo>
                    <a:pt x="704" y="12909"/>
                  </a:lnTo>
                  <a:lnTo>
                    <a:pt x="781" y="12909"/>
                  </a:lnTo>
                  <a:lnTo>
                    <a:pt x="806" y="12922"/>
                  </a:lnTo>
                  <a:lnTo>
                    <a:pt x="819" y="12947"/>
                  </a:lnTo>
                  <a:lnTo>
                    <a:pt x="832" y="12998"/>
                  </a:lnTo>
                  <a:lnTo>
                    <a:pt x="844" y="13049"/>
                  </a:lnTo>
                  <a:lnTo>
                    <a:pt x="832" y="13100"/>
                  </a:lnTo>
                  <a:lnTo>
                    <a:pt x="819" y="13113"/>
                  </a:lnTo>
                  <a:lnTo>
                    <a:pt x="793" y="13126"/>
                  </a:lnTo>
                  <a:lnTo>
                    <a:pt x="768" y="13139"/>
                  </a:lnTo>
                  <a:lnTo>
                    <a:pt x="729" y="13126"/>
                  </a:lnTo>
                  <a:lnTo>
                    <a:pt x="640" y="13062"/>
                  </a:lnTo>
                  <a:lnTo>
                    <a:pt x="525" y="12985"/>
                  </a:lnTo>
                  <a:lnTo>
                    <a:pt x="410" y="12909"/>
                  </a:lnTo>
                  <a:lnTo>
                    <a:pt x="359" y="12896"/>
                  </a:lnTo>
                  <a:lnTo>
                    <a:pt x="295" y="12883"/>
                  </a:lnTo>
                  <a:lnTo>
                    <a:pt x="308" y="12909"/>
                  </a:lnTo>
                  <a:lnTo>
                    <a:pt x="333" y="12934"/>
                  </a:lnTo>
                  <a:lnTo>
                    <a:pt x="397" y="12998"/>
                  </a:lnTo>
                  <a:lnTo>
                    <a:pt x="487" y="13049"/>
                  </a:lnTo>
                  <a:lnTo>
                    <a:pt x="563" y="13088"/>
                  </a:lnTo>
                  <a:lnTo>
                    <a:pt x="627" y="13113"/>
                  </a:lnTo>
                  <a:lnTo>
                    <a:pt x="640" y="13139"/>
                  </a:lnTo>
                  <a:lnTo>
                    <a:pt x="653" y="13164"/>
                  </a:lnTo>
                  <a:lnTo>
                    <a:pt x="653" y="13203"/>
                  </a:lnTo>
                  <a:lnTo>
                    <a:pt x="653" y="13228"/>
                  </a:lnTo>
                  <a:lnTo>
                    <a:pt x="614" y="13241"/>
                  </a:lnTo>
                  <a:lnTo>
                    <a:pt x="474" y="13241"/>
                  </a:lnTo>
                  <a:lnTo>
                    <a:pt x="448" y="13228"/>
                  </a:lnTo>
                  <a:lnTo>
                    <a:pt x="435" y="13203"/>
                  </a:lnTo>
                  <a:lnTo>
                    <a:pt x="423" y="13190"/>
                  </a:lnTo>
                  <a:lnTo>
                    <a:pt x="397" y="13177"/>
                  </a:lnTo>
                  <a:lnTo>
                    <a:pt x="359" y="13228"/>
                  </a:lnTo>
                  <a:lnTo>
                    <a:pt x="333" y="13267"/>
                  </a:lnTo>
                  <a:lnTo>
                    <a:pt x="333" y="13318"/>
                  </a:lnTo>
                  <a:lnTo>
                    <a:pt x="333" y="13369"/>
                  </a:lnTo>
                  <a:lnTo>
                    <a:pt x="346" y="13420"/>
                  </a:lnTo>
                  <a:lnTo>
                    <a:pt x="372" y="13458"/>
                  </a:lnTo>
                  <a:lnTo>
                    <a:pt x="397" y="13471"/>
                  </a:lnTo>
                  <a:lnTo>
                    <a:pt x="423" y="13484"/>
                  </a:lnTo>
                  <a:lnTo>
                    <a:pt x="474" y="13497"/>
                  </a:lnTo>
                  <a:lnTo>
                    <a:pt x="602" y="13497"/>
                  </a:lnTo>
                  <a:lnTo>
                    <a:pt x="589" y="13573"/>
                  </a:lnTo>
                  <a:lnTo>
                    <a:pt x="589" y="13612"/>
                  </a:lnTo>
                  <a:lnTo>
                    <a:pt x="589" y="13663"/>
                  </a:lnTo>
                  <a:lnTo>
                    <a:pt x="793" y="13650"/>
                  </a:lnTo>
                  <a:lnTo>
                    <a:pt x="793" y="13561"/>
                  </a:lnTo>
                  <a:lnTo>
                    <a:pt x="793" y="13509"/>
                  </a:lnTo>
                  <a:lnTo>
                    <a:pt x="806" y="13471"/>
                  </a:lnTo>
                  <a:lnTo>
                    <a:pt x="832" y="13433"/>
                  </a:lnTo>
                  <a:lnTo>
                    <a:pt x="857" y="13394"/>
                  </a:lnTo>
                  <a:lnTo>
                    <a:pt x="908" y="13369"/>
                  </a:lnTo>
                  <a:lnTo>
                    <a:pt x="972" y="13356"/>
                  </a:lnTo>
                  <a:lnTo>
                    <a:pt x="1151" y="13318"/>
                  </a:lnTo>
                  <a:lnTo>
                    <a:pt x="1317" y="13267"/>
                  </a:lnTo>
                  <a:lnTo>
                    <a:pt x="1381" y="13254"/>
                  </a:lnTo>
                  <a:lnTo>
                    <a:pt x="1432" y="13241"/>
                  </a:lnTo>
                  <a:lnTo>
                    <a:pt x="1483" y="13254"/>
                  </a:lnTo>
                  <a:lnTo>
                    <a:pt x="1496" y="13267"/>
                  </a:lnTo>
                  <a:lnTo>
                    <a:pt x="1509" y="13279"/>
                  </a:lnTo>
                  <a:lnTo>
                    <a:pt x="1509" y="13318"/>
                  </a:lnTo>
                  <a:lnTo>
                    <a:pt x="1496" y="13356"/>
                  </a:lnTo>
                  <a:lnTo>
                    <a:pt x="1471" y="13394"/>
                  </a:lnTo>
                  <a:lnTo>
                    <a:pt x="1432" y="13420"/>
                  </a:lnTo>
                  <a:lnTo>
                    <a:pt x="1407" y="13433"/>
                  </a:lnTo>
                  <a:lnTo>
                    <a:pt x="1368" y="13446"/>
                  </a:lnTo>
                  <a:lnTo>
                    <a:pt x="1305" y="13458"/>
                  </a:lnTo>
                  <a:lnTo>
                    <a:pt x="1241" y="13446"/>
                  </a:lnTo>
                  <a:lnTo>
                    <a:pt x="1164" y="13458"/>
                  </a:lnTo>
                  <a:lnTo>
                    <a:pt x="1062" y="13509"/>
                  </a:lnTo>
                  <a:lnTo>
                    <a:pt x="1011" y="13535"/>
                  </a:lnTo>
                  <a:lnTo>
                    <a:pt x="972" y="13573"/>
                  </a:lnTo>
                  <a:lnTo>
                    <a:pt x="947" y="13599"/>
                  </a:lnTo>
                  <a:lnTo>
                    <a:pt x="947" y="13624"/>
                  </a:lnTo>
                  <a:lnTo>
                    <a:pt x="947" y="13676"/>
                  </a:lnTo>
                  <a:lnTo>
                    <a:pt x="934" y="13727"/>
                  </a:lnTo>
                  <a:lnTo>
                    <a:pt x="921" y="13752"/>
                  </a:lnTo>
                  <a:lnTo>
                    <a:pt x="896" y="13778"/>
                  </a:lnTo>
                  <a:lnTo>
                    <a:pt x="844" y="13816"/>
                  </a:lnTo>
                  <a:lnTo>
                    <a:pt x="781" y="13842"/>
                  </a:lnTo>
                  <a:lnTo>
                    <a:pt x="653" y="13893"/>
                  </a:lnTo>
                  <a:lnTo>
                    <a:pt x="563" y="13918"/>
                  </a:lnTo>
                  <a:lnTo>
                    <a:pt x="525" y="13931"/>
                  </a:lnTo>
                  <a:lnTo>
                    <a:pt x="499" y="13957"/>
                  </a:lnTo>
                  <a:lnTo>
                    <a:pt x="499" y="13995"/>
                  </a:lnTo>
                  <a:lnTo>
                    <a:pt x="512" y="14008"/>
                  </a:lnTo>
                  <a:lnTo>
                    <a:pt x="550" y="14033"/>
                  </a:lnTo>
                  <a:lnTo>
                    <a:pt x="576" y="14046"/>
                  </a:lnTo>
                  <a:lnTo>
                    <a:pt x="678" y="14046"/>
                  </a:lnTo>
                  <a:lnTo>
                    <a:pt x="678" y="14059"/>
                  </a:lnTo>
                  <a:lnTo>
                    <a:pt x="678" y="14097"/>
                  </a:lnTo>
                  <a:lnTo>
                    <a:pt x="640" y="14123"/>
                  </a:lnTo>
                  <a:lnTo>
                    <a:pt x="602" y="14136"/>
                  </a:lnTo>
                  <a:lnTo>
                    <a:pt x="499" y="14161"/>
                  </a:lnTo>
                  <a:lnTo>
                    <a:pt x="410" y="14200"/>
                  </a:lnTo>
                  <a:lnTo>
                    <a:pt x="372" y="14225"/>
                  </a:lnTo>
                  <a:lnTo>
                    <a:pt x="346" y="14251"/>
                  </a:lnTo>
                  <a:lnTo>
                    <a:pt x="295" y="14302"/>
                  </a:lnTo>
                  <a:lnTo>
                    <a:pt x="269" y="14327"/>
                  </a:lnTo>
                  <a:lnTo>
                    <a:pt x="231" y="14327"/>
                  </a:lnTo>
                  <a:lnTo>
                    <a:pt x="218" y="14289"/>
                  </a:lnTo>
                  <a:lnTo>
                    <a:pt x="218" y="14251"/>
                  </a:lnTo>
                  <a:lnTo>
                    <a:pt x="231" y="14200"/>
                  </a:lnTo>
                  <a:lnTo>
                    <a:pt x="231" y="14161"/>
                  </a:lnTo>
                  <a:lnTo>
                    <a:pt x="129" y="14161"/>
                  </a:lnTo>
                  <a:lnTo>
                    <a:pt x="90" y="14174"/>
                  </a:lnTo>
                  <a:lnTo>
                    <a:pt x="52" y="14200"/>
                  </a:lnTo>
                  <a:lnTo>
                    <a:pt x="26" y="14238"/>
                  </a:lnTo>
                  <a:lnTo>
                    <a:pt x="14" y="14276"/>
                  </a:lnTo>
                  <a:lnTo>
                    <a:pt x="1" y="14366"/>
                  </a:lnTo>
                  <a:lnTo>
                    <a:pt x="1" y="14442"/>
                  </a:lnTo>
                  <a:lnTo>
                    <a:pt x="1" y="14519"/>
                  </a:lnTo>
                  <a:lnTo>
                    <a:pt x="1" y="14583"/>
                  </a:lnTo>
                  <a:lnTo>
                    <a:pt x="14" y="14660"/>
                  </a:lnTo>
                  <a:lnTo>
                    <a:pt x="116" y="14647"/>
                  </a:lnTo>
                  <a:lnTo>
                    <a:pt x="154" y="14634"/>
                  </a:lnTo>
                  <a:lnTo>
                    <a:pt x="180" y="14596"/>
                  </a:lnTo>
                  <a:lnTo>
                    <a:pt x="205" y="14557"/>
                  </a:lnTo>
                  <a:lnTo>
                    <a:pt x="218" y="14545"/>
                  </a:lnTo>
                  <a:lnTo>
                    <a:pt x="257" y="14557"/>
                  </a:lnTo>
                  <a:lnTo>
                    <a:pt x="333" y="14596"/>
                  </a:lnTo>
                  <a:lnTo>
                    <a:pt x="372" y="14596"/>
                  </a:lnTo>
                  <a:lnTo>
                    <a:pt x="384" y="14583"/>
                  </a:lnTo>
                  <a:lnTo>
                    <a:pt x="410" y="14557"/>
                  </a:lnTo>
                  <a:lnTo>
                    <a:pt x="423" y="14545"/>
                  </a:lnTo>
                  <a:lnTo>
                    <a:pt x="423" y="14506"/>
                  </a:lnTo>
                  <a:lnTo>
                    <a:pt x="423" y="14481"/>
                  </a:lnTo>
                  <a:lnTo>
                    <a:pt x="423" y="14455"/>
                  </a:lnTo>
                  <a:lnTo>
                    <a:pt x="448" y="14442"/>
                  </a:lnTo>
                  <a:lnTo>
                    <a:pt x="474" y="14417"/>
                  </a:lnTo>
                  <a:lnTo>
                    <a:pt x="499" y="14417"/>
                  </a:lnTo>
                  <a:lnTo>
                    <a:pt x="525" y="14430"/>
                  </a:lnTo>
                  <a:lnTo>
                    <a:pt x="538" y="14468"/>
                  </a:lnTo>
                  <a:lnTo>
                    <a:pt x="550" y="14506"/>
                  </a:lnTo>
                  <a:lnTo>
                    <a:pt x="563" y="14519"/>
                  </a:lnTo>
                  <a:lnTo>
                    <a:pt x="576" y="14532"/>
                  </a:lnTo>
                  <a:lnTo>
                    <a:pt x="602" y="14519"/>
                  </a:lnTo>
                  <a:lnTo>
                    <a:pt x="627" y="14506"/>
                  </a:lnTo>
                  <a:lnTo>
                    <a:pt x="640" y="14481"/>
                  </a:lnTo>
                  <a:lnTo>
                    <a:pt x="653" y="14455"/>
                  </a:lnTo>
                  <a:lnTo>
                    <a:pt x="653" y="14430"/>
                  </a:lnTo>
                  <a:lnTo>
                    <a:pt x="678" y="14404"/>
                  </a:lnTo>
                  <a:lnTo>
                    <a:pt x="755" y="14366"/>
                  </a:lnTo>
                  <a:lnTo>
                    <a:pt x="832" y="14340"/>
                  </a:lnTo>
                  <a:lnTo>
                    <a:pt x="870" y="14366"/>
                  </a:lnTo>
                  <a:lnTo>
                    <a:pt x="896" y="14391"/>
                  </a:lnTo>
                  <a:lnTo>
                    <a:pt x="896" y="14404"/>
                  </a:lnTo>
                  <a:lnTo>
                    <a:pt x="870" y="14404"/>
                  </a:lnTo>
                  <a:lnTo>
                    <a:pt x="832" y="14430"/>
                  </a:lnTo>
                  <a:lnTo>
                    <a:pt x="781" y="14468"/>
                  </a:lnTo>
                  <a:lnTo>
                    <a:pt x="742" y="14519"/>
                  </a:lnTo>
                  <a:lnTo>
                    <a:pt x="665" y="14596"/>
                  </a:lnTo>
                  <a:lnTo>
                    <a:pt x="627" y="14634"/>
                  </a:lnTo>
                  <a:lnTo>
                    <a:pt x="627" y="14660"/>
                  </a:lnTo>
                  <a:lnTo>
                    <a:pt x="627" y="14685"/>
                  </a:lnTo>
                  <a:lnTo>
                    <a:pt x="640" y="14724"/>
                  </a:lnTo>
                  <a:lnTo>
                    <a:pt x="653" y="14736"/>
                  </a:lnTo>
                  <a:lnTo>
                    <a:pt x="640" y="14749"/>
                  </a:lnTo>
                  <a:lnTo>
                    <a:pt x="614" y="14788"/>
                  </a:lnTo>
                  <a:lnTo>
                    <a:pt x="576" y="14813"/>
                  </a:lnTo>
                  <a:lnTo>
                    <a:pt x="563" y="14864"/>
                  </a:lnTo>
                  <a:lnTo>
                    <a:pt x="563" y="14915"/>
                  </a:lnTo>
                  <a:lnTo>
                    <a:pt x="563" y="14966"/>
                  </a:lnTo>
                  <a:lnTo>
                    <a:pt x="563" y="15005"/>
                  </a:lnTo>
                  <a:lnTo>
                    <a:pt x="538" y="15107"/>
                  </a:lnTo>
                  <a:lnTo>
                    <a:pt x="512" y="15158"/>
                  </a:lnTo>
                  <a:lnTo>
                    <a:pt x="499" y="15171"/>
                  </a:lnTo>
                  <a:lnTo>
                    <a:pt x="474" y="15184"/>
                  </a:lnTo>
                  <a:lnTo>
                    <a:pt x="410" y="15184"/>
                  </a:lnTo>
                  <a:lnTo>
                    <a:pt x="346" y="15158"/>
                  </a:lnTo>
                  <a:lnTo>
                    <a:pt x="269" y="15069"/>
                  </a:lnTo>
                  <a:lnTo>
                    <a:pt x="218" y="15030"/>
                  </a:lnTo>
                  <a:lnTo>
                    <a:pt x="193" y="15018"/>
                  </a:lnTo>
                  <a:lnTo>
                    <a:pt x="167" y="15005"/>
                  </a:lnTo>
                  <a:lnTo>
                    <a:pt x="129" y="15018"/>
                  </a:lnTo>
                  <a:lnTo>
                    <a:pt x="90" y="15030"/>
                  </a:lnTo>
                  <a:lnTo>
                    <a:pt x="65" y="15043"/>
                  </a:lnTo>
                  <a:lnTo>
                    <a:pt x="52" y="15069"/>
                  </a:lnTo>
                  <a:lnTo>
                    <a:pt x="39" y="15107"/>
                  </a:lnTo>
                  <a:lnTo>
                    <a:pt x="39" y="15133"/>
                  </a:lnTo>
                  <a:lnTo>
                    <a:pt x="65" y="15197"/>
                  </a:lnTo>
                  <a:lnTo>
                    <a:pt x="65" y="15286"/>
                  </a:lnTo>
                  <a:lnTo>
                    <a:pt x="65" y="15388"/>
                  </a:lnTo>
                  <a:lnTo>
                    <a:pt x="90" y="15529"/>
                  </a:lnTo>
                  <a:lnTo>
                    <a:pt x="103" y="15567"/>
                  </a:lnTo>
                  <a:lnTo>
                    <a:pt x="129" y="15580"/>
                  </a:lnTo>
                  <a:lnTo>
                    <a:pt x="180" y="15618"/>
                  </a:lnTo>
                  <a:lnTo>
                    <a:pt x="333" y="15682"/>
                  </a:lnTo>
                  <a:lnTo>
                    <a:pt x="435" y="15746"/>
                  </a:lnTo>
                  <a:lnTo>
                    <a:pt x="538" y="15823"/>
                  </a:lnTo>
                  <a:lnTo>
                    <a:pt x="614" y="15861"/>
                  </a:lnTo>
                  <a:lnTo>
                    <a:pt x="691" y="15874"/>
                  </a:lnTo>
                  <a:lnTo>
                    <a:pt x="781" y="15899"/>
                  </a:lnTo>
                  <a:lnTo>
                    <a:pt x="870" y="15938"/>
                  </a:lnTo>
                  <a:lnTo>
                    <a:pt x="908" y="15951"/>
                  </a:lnTo>
                  <a:lnTo>
                    <a:pt x="921" y="15963"/>
                  </a:lnTo>
                  <a:lnTo>
                    <a:pt x="908" y="15976"/>
                  </a:lnTo>
                  <a:lnTo>
                    <a:pt x="896" y="15989"/>
                  </a:lnTo>
                  <a:lnTo>
                    <a:pt x="793" y="16027"/>
                  </a:lnTo>
                  <a:lnTo>
                    <a:pt x="755" y="16040"/>
                  </a:lnTo>
                  <a:lnTo>
                    <a:pt x="729" y="16078"/>
                  </a:lnTo>
                  <a:lnTo>
                    <a:pt x="717" y="16117"/>
                  </a:lnTo>
                  <a:lnTo>
                    <a:pt x="742" y="16168"/>
                  </a:lnTo>
                  <a:lnTo>
                    <a:pt x="768" y="16193"/>
                  </a:lnTo>
                  <a:lnTo>
                    <a:pt x="806" y="16206"/>
                  </a:lnTo>
                  <a:lnTo>
                    <a:pt x="908" y="16206"/>
                  </a:lnTo>
                  <a:lnTo>
                    <a:pt x="998" y="16181"/>
                  </a:lnTo>
                  <a:lnTo>
                    <a:pt x="1074" y="16168"/>
                  </a:lnTo>
                  <a:lnTo>
                    <a:pt x="1100" y="16181"/>
                  </a:lnTo>
                  <a:lnTo>
                    <a:pt x="1113" y="16193"/>
                  </a:lnTo>
                  <a:lnTo>
                    <a:pt x="1241" y="16219"/>
                  </a:lnTo>
                  <a:lnTo>
                    <a:pt x="1394" y="16245"/>
                  </a:lnTo>
                  <a:lnTo>
                    <a:pt x="1471" y="16245"/>
                  </a:lnTo>
                  <a:lnTo>
                    <a:pt x="1496" y="16270"/>
                  </a:lnTo>
                  <a:lnTo>
                    <a:pt x="1509" y="16296"/>
                  </a:lnTo>
                  <a:lnTo>
                    <a:pt x="1522" y="16321"/>
                  </a:lnTo>
                  <a:lnTo>
                    <a:pt x="1547" y="16334"/>
                  </a:lnTo>
                  <a:lnTo>
                    <a:pt x="1586" y="16347"/>
                  </a:lnTo>
                  <a:lnTo>
                    <a:pt x="1624" y="16334"/>
                  </a:lnTo>
                  <a:lnTo>
                    <a:pt x="1714" y="16321"/>
                  </a:lnTo>
                  <a:lnTo>
                    <a:pt x="1777" y="16296"/>
                  </a:lnTo>
                  <a:lnTo>
                    <a:pt x="1816" y="16283"/>
                  </a:lnTo>
                  <a:lnTo>
                    <a:pt x="1829" y="16270"/>
                  </a:lnTo>
                  <a:lnTo>
                    <a:pt x="1841" y="16245"/>
                  </a:lnTo>
                  <a:lnTo>
                    <a:pt x="1854" y="16219"/>
                  </a:lnTo>
                  <a:lnTo>
                    <a:pt x="1854" y="16206"/>
                  </a:lnTo>
                  <a:lnTo>
                    <a:pt x="1867" y="16181"/>
                  </a:lnTo>
                  <a:lnTo>
                    <a:pt x="1905" y="16155"/>
                  </a:lnTo>
                  <a:lnTo>
                    <a:pt x="2059" y="16155"/>
                  </a:lnTo>
                  <a:lnTo>
                    <a:pt x="2071" y="16181"/>
                  </a:lnTo>
                  <a:lnTo>
                    <a:pt x="2084" y="16193"/>
                  </a:lnTo>
                  <a:lnTo>
                    <a:pt x="2097" y="16206"/>
                  </a:lnTo>
                  <a:lnTo>
                    <a:pt x="2186" y="16206"/>
                  </a:lnTo>
                  <a:lnTo>
                    <a:pt x="2250" y="16193"/>
                  </a:lnTo>
                  <a:lnTo>
                    <a:pt x="2314" y="16168"/>
                  </a:lnTo>
                  <a:lnTo>
                    <a:pt x="2378" y="16155"/>
                  </a:lnTo>
                  <a:lnTo>
                    <a:pt x="2416" y="16117"/>
                  </a:lnTo>
                  <a:lnTo>
                    <a:pt x="2442" y="16078"/>
                  </a:lnTo>
                  <a:lnTo>
                    <a:pt x="2493" y="16002"/>
                  </a:lnTo>
                  <a:lnTo>
                    <a:pt x="2583" y="15887"/>
                  </a:lnTo>
                  <a:lnTo>
                    <a:pt x="2685" y="15772"/>
                  </a:lnTo>
                  <a:lnTo>
                    <a:pt x="2736" y="15721"/>
                  </a:lnTo>
                  <a:lnTo>
                    <a:pt x="2774" y="15695"/>
                  </a:lnTo>
                  <a:lnTo>
                    <a:pt x="2902" y="15631"/>
                  </a:lnTo>
                  <a:lnTo>
                    <a:pt x="2979" y="15618"/>
                  </a:lnTo>
                  <a:lnTo>
                    <a:pt x="3017" y="15605"/>
                  </a:lnTo>
                  <a:lnTo>
                    <a:pt x="3043" y="15593"/>
                  </a:lnTo>
                  <a:lnTo>
                    <a:pt x="3055" y="15567"/>
                  </a:lnTo>
                  <a:lnTo>
                    <a:pt x="3055" y="15542"/>
                  </a:lnTo>
                  <a:lnTo>
                    <a:pt x="3055" y="15490"/>
                  </a:lnTo>
                  <a:lnTo>
                    <a:pt x="3209" y="15478"/>
                  </a:lnTo>
                  <a:lnTo>
                    <a:pt x="3273" y="15478"/>
                  </a:lnTo>
                  <a:lnTo>
                    <a:pt x="3311" y="15452"/>
                  </a:lnTo>
                  <a:lnTo>
                    <a:pt x="3375" y="15375"/>
                  </a:lnTo>
                  <a:lnTo>
                    <a:pt x="3413" y="15350"/>
                  </a:lnTo>
                  <a:lnTo>
                    <a:pt x="3439" y="15324"/>
                  </a:lnTo>
                  <a:lnTo>
                    <a:pt x="3477" y="15299"/>
                  </a:lnTo>
                  <a:lnTo>
                    <a:pt x="3503" y="15273"/>
                  </a:lnTo>
                  <a:lnTo>
                    <a:pt x="3516" y="15248"/>
                  </a:lnTo>
                  <a:lnTo>
                    <a:pt x="3516" y="15209"/>
                  </a:lnTo>
                  <a:lnTo>
                    <a:pt x="3503" y="15133"/>
                  </a:lnTo>
                  <a:lnTo>
                    <a:pt x="3605" y="15120"/>
                  </a:lnTo>
                  <a:lnTo>
                    <a:pt x="3605" y="15184"/>
                  </a:lnTo>
                  <a:lnTo>
                    <a:pt x="3605" y="15222"/>
                  </a:lnTo>
                  <a:lnTo>
                    <a:pt x="3618" y="15235"/>
                  </a:lnTo>
                  <a:lnTo>
                    <a:pt x="3643" y="15248"/>
                  </a:lnTo>
                  <a:lnTo>
                    <a:pt x="3746" y="15248"/>
                  </a:lnTo>
                  <a:lnTo>
                    <a:pt x="3976" y="15235"/>
                  </a:lnTo>
                  <a:lnTo>
                    <a:pt x="4116" y="15222"/>
                  </a:lnTo>
                  <a:lnTo>
                    <a:pt x="4193" y="15209"/>
                  </a:lnTo>
                  <a:lnTo>
                    <a:pt x="4219" y="15197"/>
                  </a:lnTo>
                  <a:lnTo>
                    <a:pt x="4244" y="15184"/>
                  </a:lnTo>
                  <a:lnTo>
                    <a:pt x="4257" y="15145"/>
                  </a:lnTo>
                  <a:lnTo>
                    <a:pt x="4257" y="15094"/>
                  </a:lnTo>
                  <a:lnTo>
                    <a:pt x="4244" y="15005"/>
                  </a:lnTo>
                  <a:lnTo>
                    <a:pt x="4231" y="14941"/>
                  </a:lnTo>
                  <a:lnTo>
                    <a:pt x="4244" y="14915"/>
                  </a:lnTo>
                  <a:lnTo>
                    <a:pt x="4257" y="14877"/>
                  </a:lnTo>
                  <a:lnTo>
                    <a:pt x="4282" y="14851"/>
                  </a:lnTo>
                  <a:lnTo>
                    <a:pt x="4308" y="14826"/>
                  </a:lnTo>
                  <a:lnTo>
                    <a:pt x="4334" y="14800"/>
                  </a:lnTo>
                  <a:lnTo>
                    <a:pt x="4334" y="14762"/>
                  </a:lnTo>
                  <a:lnTo>
                    <a:pt x="4295" y="14685"/>
                  </a:lnTo>
                  <a:lnTo>
                    <a:pt x="4257" y="14621"/>
                  </a:lnTo>
                  <a:lnTo>
                    <a:pt x="4231" y="14596"/>
                  </a:lnTo>
                  <a:lnTo>
                    <a:pt x="4231" y="14570"/>
                  </a:lnTo>
                  <a:lnTo>
                    <a:pt x="4244" y="14532"/>
                  </a:lnTo>
                  <a:lnTo>
                    <a:pt x="4270" y="14506"/>
                  </a:lnTo>
                  <a:lnTo>
                    <a:pt x="4295" y="14455"/>
                  </a:lnTo>
                  <a:lnTo>
                    <a:pt x="4334" y="14519"/>
                  </a:lnTo>
                  <a:lnTo>
                    <a:pt x="4359" y="14545"/>
                  </a:lnTo>
                  <a:lnTo>
                    <a:pt x="4397" y="14545"/>
                  </a:lnTo>
                  <a:lnTo>
                    <a:pt x="4449" y="14532"/>
                  </a:lnTo>
                  <a:lnTo>
                    <a:pt x="4461" y="14506"/>
                  </a:lnTo>
                  <a:lnTo>
                    <a:pt x="4474" y="14481"/>
                  </a:lnTo>
                  <a:lnTo>
                    <a:pt x="4474" y="14455"/>
                  </a:lnTo>
                  <a:lnTo>
                    <a:pt x="4474" y="14327"/>
                  </a:lnTo>
                  <a:lnTo>
                    <a:pt x="4487" y="14302"/>
                  </a:lnTo>
                  <a:lnTo>
                    <a:pt x="4500" y="14276"/>
                  </a:lnTo>
                  <a:lnTo>
                    <a:pt x="4538" y="14264"/>
                  </a:lnTo>
                  <a:lnTo>
                    <a:pt x="4576" y="14238"/>
                  </a:lnTo>
                  <a:lnTo>
                    <a:pt x="4589" y="14315"/>
                  </a:lnTo>
                  <a:lnTo>
                    <a:pt x="4602" y="14404"/>
                  </a:lnTo>
                  <a:lnTo>
                    <a:pt x="4602" y="14557"/>
                  </a:lnTo>
                  <a:lnTo>
                    <a:pt x="4602" y="14621"/>
                  </a:lnTo>
                  <a:lnTo>
                    <a:pt x="4627" y="14672"/>
                  </a:lnTo>
                  <a:lnTo>
                    <a:pt x="4653" y="14788"/>
                  </a:lnTo>
                  <a:lnTo>
                    <a:pt x="4666" y="14890"/>
                  </a:lnTo>
                  <a:lnTo>
                    <a:pt x="4679" y="14941"/>
                  </a:lnTo>
                  <a:lnTo>
                    <a:pt x="4691" y="14992"/>
                  </a:lnTo>
                  <a:lnTo>
                    <a:pt x="4870" y="14966"/>
                  </a:lnTo>
                  <a:lnTo>
                    <a:pt x="4960" y="14979"/>
                  </a:lnTo>
                  <a:lnTo>
                    <a:pt x="4998" y="14992"/>
                  </a:lnTo>
                  <a:lnTo>
                    <a:pt x="5024" y="15005"/>
                  </a:lnTo>
                  <a:lnTo>
                    <a:pt x="5049" y="15043"/>
                  </a:lnTo>
                  <a:lnTo>
                    <a:pt x="5062" y="15081"/>
                  </a:lnTo>
                  <a:lnTo>
                    <a:pt x="5100" y="15120"/>
                  </a:lnTo>
                  <a:lnTo>
                    <a:pt x="5113" y="15145"/>
                  </a:lnTo>
                  <a:lnTo>
                    <a:pt x="5126" y="15158"/>
                  </a:lnTo>
                  <a:lnTo>
                    <a:pt x="5407" y="15209"/>
                  </a:lnTo>
                  <a:lnTo>
                    <a:pt x="5407" y="15209"/>
                  </a:lnTo>
                  <a:lnTo>
                    <a:pt x="5394" y="14992"/>
                  </a:lnTo>
                  <a:lnTo>
                    <a:pt x="5394" y="14979"/>
                  </a:lnTo>
                  <a:lnTo>
                    <a:pt x="5650" y="14276"/>
                  </a:lnTo>
                  <a:lnTo>
                    <a:pt x="5663" y="14264"/>
                  </a:lnTo>
                  <a:lnTo>
                    <a:pt x="6072" y="13982"/>
                  </a:lnTo>
                  <a:lnTo>
                    <a:pt x="6327" y="13292"/>
                  </a:lnTo>
                  <a:lnTo>
                    <a:pt x="6200" y="13075"/>
                  </a:lnTo>
                  <a:lnTo>
                    <a:pt x="6200" y="13062"/>
                  </a:lnTo>
                  <a:lnTo>
                    <a:pt x="6123" y="12653"/>
                  </a:lnTo>
                  <a:lnTo>
                    <a:pt x="6148" y="12628"/>
                  </a:lnTo>
                  <a:lnTo>
                    <a:pt x="6493" y="12500"/>
                  </a:lnTo>
                  <a:lnTo>
                    <a:pt x="6430" y="12129"/>
                  </a:lnTo>
                  <a:lnTo>
                    <a:pt x="6148" y="11963"/>
                  </a:lnTo>
                  <a:lnTo>
                    <a:pt x="6136" y="11950"/>
                  </a:lnTo>
                  <a:lnTo>
                    <a:pt x="6046" y="11695"/>
                  </a:lnTo>
                  <a:lnTo>
                    <a:pt x="6059" y="11682"/>
                  </a:lnTo>
                  <a:lnTo>
                    <a:pt x="6212" y="11298"/>
                  </a:lnTo>
                  <a:lnTo>
                    <a:pt x="6136" y="11081"/>
                  </a:lnTo>
                  <a:lnTo>
                    <a:pt x="6136" y="11068"/>
                  </a:lnTo>
                  <a:lnTo>
                    <a:pt x="6110" y="10084"/>
                  </a:lnTo>
                  <a:lnTo>
                    <a:pt x="6123" y="10059"/>
                  </a:lnTo>
                  <a:lnTo>
                    <a:pt x="6915" y="9164"/>
                  </a:lnTo>
                  <a:lnTo>
                    <a:pt x="6954" y="9151"/>
                  </a:lnTo>
                  <a:lnTo>
                    <a:pt x="7580" y="9100"/>
                  </a:lnTo>
                  <a:lnTo>
                    <a:pt x="7784" y="8998"/>
                  </a:lnTo>
                  <a:lnTo>
                    <a:pt x="7593" y="8295"/>
                  </a:lnTo>
                  <a:lnTo>
                    <a:pt x="7593" y="8282"/>
                  </a:lnTo>
                  <a:lnTo>
                    <a:pt x="8014" y="7605"/>
                  </a:lnTo>
                  <a:lnTo>
                    <a:pt x="8181" y="6442"/>
                  </a:lnTo>
                  <a:lnTo>
                    <a:pt x="8206" y="6416"/>
                  </a:lnTo>
                  <a:lnTo>
                    <a:pt x="8768" y="6276"/>
                  </a:lnTo>
                  <a:lnTo>
                    <a:pt x="8768" y="5943"/>
                  </a:lnTo>
                  <a:lnTo>
                    <a:pt x="8781" y="5931"/>
                  </a:lnTo>
                  <a:lnTo>
                    <a:pt x="9446" y="5304"/>
                  </a:lnTo>
                  <a:lnTo>
                    <a:pt x="9356" y="4985"/>
                  </a:lnTo>
                  <a:lnTo>
                    <a:pt x="9356" y="4972"/>
                  </a:lnTo>
                  <a:lnTo>
                    <a:pt x="9535" y="4640"/>
                  </a:lnTo>
                  <a:lnTo>
                    <a:pt x="10136" y="4129"/>
                  </a:lnTo>
                  <a:lnTo>
                    <a:pt x="10187" y="4129"/>
                  </a:lnTo>
                  <a:lnTo>
                    <a:pt x="10455" y="4231"/>
                  </a:lnTo>
                  <a:lnTo>
                    <a:pt x="10737" y="3617"/>
                  </a:lnTo>
                  <a:lnTo>
                    <a:pt x="10788" y="3592"/>
                  </a:lnTo>
                  <a:lnTo>
                    <a:pt x="11951" y="3771"/>
                  </a:lnTo>
                  <a:lnTo>
                    <a:pt x="12168" y="3196"/>
                  </a:lnTo>
                  <a:lnTo>
                    <a:pt x="12079" y="3068"/>
                  </a:lnTo>
                  <a:lnTo>
                    <a:pt x="12002" y="2850"/>
                  </a:lnTo>
                  <a:lnTo>
                    <a:pt x="12040" y="2812"/>
                  </a:lnTo>
                  <a:lnTo>
                    <a:pt x="12373" y="2723"/>
                  </a:lnTo>
                  <a:lnTo>
                    <a:pt x="12552" y="2467"/>
                  </a:lnTo>
                  <a:lnTo>
                    <a:pt x="12615" y="2454"/>
                  </a:lnTo>
                  <a:lnTo>
                    <a:pt x="13625" y="3170"/>
                  </a:lnTo>
                  <a:lnTo>
                    <a:pt x="13893" y="3208"/>
                  </a:lnTo>
                  <a:lnTo>
                    <a:pt x="14315" y="3055"/>
                  </a:lnTo>
                  <a:lnTo>
                    <a:pt x="14354" y="3055"/>
                  </a:lnTo>
                  <a:lnTo>
                    <a:pt x="14750" y="3196"/>
                  </a:lnTo>
                  <a:lnTo>
                    <a:pt x="15082" y="3106"/>
                  </a:lnTo>
                  <a:lnTo>
                    <a:pt x="15146" y="2863"/>
                  </a:lnTo>
                  <a:lnTo>
                    <a:pt x="15159" y="2838"/>
                  </a:lnTo>
                  <a:lnTo>
                    <a:pt x="15465" y="2620"/>
                  </a:lnTo>
                  <a:lnTo>
                    <a:pt x="15338" y="1905"/>
                  </a:lnTo>
                  <a:lnTo>
                    <a:pt x="15338" y="1892"/>
                  </a:lnTo>
                  <a:lnTo>
                    <a:pt x="15440" y="1598"/>
                  </a:lnTo>
                  <a:lnTo>
                    <a:pt x="15465" y="1572"/>
                  </a:lnTo>
                  <a:lnTo>
                    <a:pt x="15708" y="1509"/>
                  </a:lnTo>
                  <a:lnTo>
                    <a:pt x="15874" y="1368"/>
                  </a:lnTo>
                  <a:lnTo>
                    <a:pt x="15926" y="1355"/>
                  </a:lnTo>
                  <a:lnTo>
                    <a:pt x="16168" y="1470"/>
                  </a:lnTo>
                  <a:lnTo>
                    <a:pt x="16526" y="1483"/>
                  </a:lnTo>
                  <a:lnTo>
                    <a:pt x="16552" y="1496"/>
                  </a:lnTo>
                  <a:lnTo>
                    <a:pt x="16846" y="1751"/>
                  </a:lnTo>
                  <a:lnTo>
                    <a:pt x="16859" y="1764"/>
                  </a:lnTo>
                  <a:lnTo>
                    <a:pt x="16884" y="2544"/>
                  </a:lnTo>
                  <a:lnTo>
                    <a:pt x="17613" y="2199"/>
                  </a:lnTo>
                  <a:lnTo>
                    <a:pt x="17625" y="1943"/>
                  </a:lnTo>
                  <a:lnTo>
                    <a:pt x="17638" y="1930"/>
                  </a:lnTo>
                  <a:lnTo>
                    <a:pt x="17971" y="1585"/>
                  </a:lnTo>
                  <a:lnTo>
                    <a:pt x="18034" y="1381"/>
                  </a:lnTo>
                  <a:lnTo>
                    <a:pt x="17945" y="1381"/>
                  </a:lnTo>
                  <a:lnTo>
                    <a:pt x="17907" y="1393"/>
                  </a:lnTo>
                  <a:lnTo>
                    <a:pt x="17894" y="1406"/>
                  </a:lnTo>
                  <a:lnTo>
                    <a:pt x="17868" y="1445"/>
                  </a:lnTo>
                  <a:lnTo>
                    <a:pt x="17843" y="1521"/>
                  </a:lnTo>
                  <a:lnTo>
                    <a:pt x="17817" y="1560"/>
                  </a:lnTo>
                  <a:lnTo>
                    <a:pt x="17779" y="1585"/>
                  </a:lnTo>
                  <a:lnTo>
                    <a:pt x="17766" y="1572"/>
                  </a:lnTo>
                  <a:lnTo>
                    <a:pt x="17766" y="1534"/>
                  </a:lnTo>
                  <a:lnTo>
                    <a:pt x="17753" y="1470"/>
                  </a:lnTo>
                  <a:lnTo>
                    <a:pt x="17740" y="1406"/>
                  </a:lnTo>
                  <a:lnTo>
                    <a:pt x="17728" y="1381"/>
                  </a:lnTo>
                  <a:lnTo>
                    <a:pt x="17702" y="1368"/>
                  </a:lnTo>
                  <a:lnTo>
                    <a:pt x="17664" y="1368"/>
                  </a:lnTo>
                  <a:lnTo>
                    <a:pt x="17638" y="1381"/>
                  </a:lnTo>
                  <a:lnTo>
                    <a:pt x="17613" y="1393"/>
                  </a:lnTo>
                  <a:lnTo>
                    <a:pt x="17600" y="1419"/>
                  </a:lnTo>
                  <a:lnTo>
                    <a:pt x="17587" y="1483"/>
                  </a:lnTo>
                  <a:lnTo>
                    <a:pt x="17587" y="1534"/>
                  </a:lnTo>
                  <a:lnTo>
                    <a:pt x="17587" y="1585"/>
                  </a:lnTo>
                  <a:lnTo>
                    <a:pt x="17574" y="1611"/>
                  </a:lnTo>
                  <a:lnTo>
                    <a:pt x="17536" y="1624"/>
                  </a:lnTo>
                  <a:lnTo>
                    <a:pt x="17472" y="1636"/>
                  </a:lnTo>
                  <a:lnTo>
                    <a:pt x="17280" y="1636"/>
                  </a:lnTo>
                  <a:lnTo>
                    <a:pt x="17255" y="1624"/>
                  </a:lnTo>
                  <a:lnTo>
                    <a:pt x="17216" y="1611"/>
                  </a:lnTo>
                  <a:lnTo>
                    <a:pt x="17204" y="1598"/>
                  </a:lnTo>
                  <a:lnTo>
                    <a:pt x="17191" y="1572"/>
                  </a:lnTo>
                  <a:lnTo>
                    <a:pt x="17191" y="1521"/>
                  </a:lnTo>
                  <a:lnTo>
                    <a:pt x="17204" y="1509"/>
                  </a:lnTo>
                  <a:lnTo>
                    <a:pt x="17229" y="1483"/>
                  </a:lnTo>
                  <a:lnTo>
                    <a:pt x="17280" y="1445"/>
                  </a:lnTo>
                  <a:lnTo>
                    <a:pt x="17306" y="1406"/>
                  </a:lnTo>
                  <a:lnTo>
                    <a:pt x="17306" y="1393"/>
                  </a:lnTo>
                  <a:lnTo>
                    <a:pt x="17293" y="1381"/>
                  </a:lnTo>
                  <a:lnTo>
                    <a:pt x="17255" y="1368"/>
                  </a:lnTo>
                  <a:lnTo>
                    <a:pt x="17204" y="1381"/>
                  </a:lnTo>
                  <a:lnTo>
                    <a:pt x="17089" y="1406"/>
                  </a:lnTo>
                  <a:lnTo>
                    <a:pt x="17038" y="1419"/>
                  </a:lnTo>
                  <a:lnTo>
                    <a:pt x="16999" y="1419"/>
                  </a:lnTo>
                  <a:lnTo>
                    <a:pt x="16986" y="1406"/>
                  </a:lnTo>
                  <a:lnTo>
                    <a:pt x="16986" y="1393"/>
                  </a:lnTo>
                  <a:lnTo>
                    <a:pt x="16999" y="1355"/>
                  </a:lnTo>
                  <a:lnTo>
                    <a:pt x="17025" y="1330"/>
                  </a:lnTo>
                  <a:lnTo>
                    <a:pt x="17038" y="1304"/>
                  </a:lnTo>
                  <a:lnTo>
                    <a:pt x="17025" y="1291"/>
                  </a:lnTo>
                  <a:lnTo>
                    <a:pt x="17012" y="1278"/>
                  </a:lnTo>
                  <a:lnTo>
                    <a:pt x="16986" y="1253"/>
                  </a:lnTo>
                  <a:lnTo>
                    <a:pt x="16897" y="1240"/>
                  </a:lnTo>
                  <a:lnTo>
                    <a:pt x="16731" y="1227"/>
                  </a:lnTo>
                  <a:lnTo>
                    <a:pt x="16680" y="1227"/>
                  </a:lnTo>
                  <a:lnTo>
                    <a:pt x="16654" y="1202"/>
                  </a:lnTo>
                  <a:lnTo>
                    <a:pt x="16654" y="1176"/>
                  </a:lnTo>
                  <a:lnTo>
                    <a:pt x="16654" y="1151"/>
                  </a:lnTo>
                  <a:lnTo>
                    <a:pt x="16667" y="1125"/>
                  </a:lnTo>
                  <a:lnTo>
                    <a:pt x="16680" y="1112"/>
                  </a:lnTo>
                  <a:lnTo>
                    <a:pt x="16718" y="1100"/>
                  </a:lnTo>
                  <a:lnTo>
                    <a:pt x="16756" y="1100"/>
                  </a:lnTo>
                  <a:lnTo>
                    <a:pt x="16846" y="1087"/>
                  </a:lnTo>
                  <a:lnTo>
                    <a:pt x="17025" y="1087"/>
                  </a:lnTo>
                  <a:lnTo>
                    <a:pt x="17268" y="1061"/>
                  </a:lnTo>
                  <a:lnTo>
                    <a:pt x="17357" y="1048"/>
                  </a:lnTo>
                  <a:lnTo>
                    <a:pt x="17395" y="1048"/>
                  </a:lnTo>
                  <a:lnTo>
                    <a:pt x="17434" y="1023"/>
                  </a:lnTo>
                  <a:lnTo>
                    <a:pt x="17510" y="959"/>
                  </a:lnTo>
                  <a:lnTo>
                    <a:pt x="17600" y="882"/>
                  </a:lnTo>
                  <a:lnTo>
                    <a:pt x="17689" y="818"/>
                  </a:lnTo>
                  <a:lnTo>
                    <a:pt x="17728" y="780"/>
                  </a:lnTo>
                  <a:lnTo>
                    <a:pt x="17740" y="742"/>
                  </a:lnTo>
                  <a:lnTo>
                    <a:pt x="17740" y="703"/>
                  </a:lnTo>
                  <a:lnTo>
                    <a:pt x="17728" y="678"/>
                  </a:lnTo>
                  <a:lnTo>
                    <a:pt x="17677" y="639"/>
                  </a:lnTo>
                  <a:lnTo>
                    <a:pt x="17638" y="601"/>
                  </a:lnTo>
                  <a:lnTo>
                    <a:pt x="17587" y="576"/>
                  </a:lnTo>
                  <a:lnTo>
                    <a:pt x="17549" y="576"/>
                  </a:lnTo>
                  <a:lnTo>
                    <a:pt x="17446" y="563"/>
                  </a:lnTo>
                  <a:lnTo>
                    <a:pt x="17280" y="563"/>
                  </a:lnTo>
                  <a:lnTo>
                    <a:pt x="17204" y="550"/>
                  </a:lnTo>
                  <a:lnTo>
                    <a:pt x="17127" y="537"/>
                  </a:lnTo>
                  <a:lnTo>
                    <a:pt x="17025" y="486"/>
                  </a:lnTo>
                  <a:lnTo>
                    <a:pt x="16910" y="448"/>
                  </a:lnTo>
                  <a:lnTo>
                    <a:pt x="16731" y="397"/>
                  </a:lnTo>
                  <a:lnTo>
                    <a:pt x="16667" y="384"/>
                  </a:lnTo>
                  <a:lnTo>
                    <a:pt x="16616" y="371"/>
                  </a:lnTo>
                  <a:lnTo>
                    <a:pt x="16565" y="371"/>
                  </a:lnTo>
                  <a:lnTo>
                    <a:pt x="16514" y="397"/>
                  </a:lnTo>
                  <a:lnTo>
                    <a:pt x="16475" y="435"/>
                  </a:lnTo>
                  <a:lnTo>
                    <a:pt x="16450" y="460"/>
                  </a:lnTo>
                  <a:lnTo>
                    <a:pt x="16411" y="537"/>
                  </a:lnTo>
                  <a:lnTo>
                    <a:pt x="16398" y="550"/>
                  </a:lnTo>
                  <a:lnTo>
                    <a:pt x="16398" y="576"/>
                  </a:lnTo>
                  <a:lnTo>
                    <a:pt x="16411" y="601"/>
                  </a:lnTo>
                  <a:lnTo>
                    <a:pt x="16424" y="614"/>
                  </a:lnTo>
                  <a:lnTo>
                    <a:pt x="16450" y="652"/>
                  </a:lnTo>
                  <a:lnTo>
                    <a:pt x="16462" y="665"/>
                  </a:lnTo>
                  <a:lnTo>
                    <a:pt x="16450" y="691"/>
                  </a:lnTo>
                  <a:lnTo>
                    <a:pt x="16424" y="742"/>
                  </a:lnTo>
                  <a:lnTo>
                    <a:pt x="16373" y="780"/>
                  </a:lnTo>
                  <a:lnTo>
                    <a:pt x="16335" y="806"/>
                  </a:lnTo>
                  <a:lnTo>
                    <a:pt x="16296" y="831"/>
                  </a:lnTo>
                  <a:lnTo>
                    <a:pt x="16271" y="869"/>
                  </a:lnTo>
                  <a:lnTo>
                    <a:pt x="16258" y="895"/>
                  </a:lnTo>
                  <a:lnTo>
                    <a:pt x="16258" y="908"/>
                  </a:lnTo>
                  <a:lnTo>
                    <a:pt x="16232" y="921"/>
                  </a:lnTo>
                  <a:lnTo>
                    <a:pt x="16207" y="921"/>
                  </a:lnTo>
                  <a:lnTo>
                    <a:pt x="16194" y="908"/>
                  </a:lnTo>
                  <a:lnTo>
                    <a:pt x="16181" y="882"/>
                  </a:lnTo>
                  <a:lnTo>
                    <a:pt x="16181" y="831"/>
                  </a:lnTo>
                  <a:lnTo>
                    <a:pt x="16168" y="806"/>
                  </a:lnTo>
                  <a:lnTo>
                    <a:pt x="16130" y="780"/>
                  </a:lnTo>
                  <a:lnTo>
                    <a:pt x="16092" y="767"/>
                  </a:lnTo>
                  <a:lnTo>
                    <a:pt x="16053" y="754"/>
                  </a:lnTo>
                  <a:lnTo>
                    <a:pt x="16041" y="729"/>
                  </a:lnTo>
                  <a:lnTo>
                    <a:pt x="16041" y="716"/>
                  </a:lnTo>
                  <a:lnTo>
                    <a:pt x="16053" y="691"/>
                  </a:lnTo>
                  <a:lnTo>
                    <a:pt x="16079" y="665"/>
                  </a:lnTo>
                  <a:lnTo>
                    <a:pt x="16092" y="627"/>
                  </a:lnTo>
                  <a:lnTo>
                    <a:pt x="16092" y="614"/>
                  </a:lnTo>
                  <a:lnTo>
                    <a:pt x="16092" y="601"/>
                  </a:lnTo>
                  <a:lnTo>
                    <a:pt x="16002" y="601"/>
                  </a:lnTo>
                  <a:lnTo>
                    <a:pt x="15964" y="627"/>
                  </a:lnTo>
                  <a:lnTo>
                    <a:pt x="15951" y="652"/>
                  </a:lnTo>
                  <a:lnTo>
                    <a:pt x="15926" y="678"/>
                  </a:lnTo>
                  <a:lnTo>
                    <a:pt x="15887" y="691"/>
                  </a:lnTo>
                  <a:lnTo>
                    <a:pt x="15849" y="703"/>
                  </a:lnTo>
                  <a:lnTo>
                    <a:pt x="15811" y="691"/>
                  </a:lnTo>
                  <a:lnTo>
                    <a:pt x="15785" y="678"/>
                  </a:lnTo>
                  <a:lnTo>
                    <a:pt x="15785" y="652"/>
                  </a:lnTo>
                  <a:lnTo>
                    <a:pt x="15785" y="627"/>
                  </a:lnTo>
                  <a:lnTo>
                    <a:pt x="15811" y="614"/>
                  </a:lnTo>
                  <a:lnTo>
                    <a:pt x="15874" y="576"/>
                  </a:lnTo>
                  <a:lnTo>
                    <a:pt x="15926" y="537"/>
                  </a:lnTo>
                  <a:lnTo>
                    <a:pt x="15938" y="512"/>
                  </a:lnTo>
                  <a:lnTo>
                    <a:pt x="15938" y="486"/>
                  </a:lnTo>
                  <a:lnTo>
                    <a:pt x="15887" y="460"/>
                  </a:lnTo>
                  <a:lnTo>
                    <a:pt x="15823" y="422"/>
                  </a:lnTo>
                  <a:lnTo>
                    <a:pt x="15811" y="397"/>
                  </a:lnTo>
                  <a:lnTo>
                    <a:pt x="15798" y="371"/>
                  </a:lnTo>
                  <a:lnTo>
                    <a:pt x="15811" y="358"/>
                  </a:lnTo>
                  <a:lnTo>
                    <a:pt x="15836" y="345"/>
                  </a:lnTo>
                  <a:lnTo>
                    <a:pt x="15862" y="345"/>
                  </a:lnTo>
                  <a:lnTo>
                    <a:pt x="15887" y="358"/>
                  </a:lnTo>
                  <a:lnTo>
                    <a:pt x="15900" y="371"/>
                  </a:lnTo>
                  <a:lnTo>
                    <a:pt x="15926" y="384"/>
                  </a:lnTo>
                  <a:lnTo>
                    <a:pt x="16002" y="397"/>
                  </a:lnTo>
                  <a:lnTo>
                    <a:pt x="16092" y="397"/>
                  </a:lnTo>
                  <a:lnTo>
                    <a:pt x="16194" y="371"/>
                  </a:lnTo>
                  <a:lnTo>
                    <a:pt x="16258" y="345"/>
                  </a:lnTo>
                  <a:lnTo>
                    <a:pt x="16283" y="345"/>
                  </a:lnTo>
                  <a:lnTo>
                    <a:pt x="16296" y="333"/>
                  </a:lnTo>
                  <a:lnTo>
                    <a:pt x="16283" y="320"/>
                  </a:lnTo>
                  <a:lnTo>
                    <a:pt x="16271" y="307"/>
                  </a:lnTo>
                  <a:lnTo>
                    <a:pt x="16207" y="256"/>
                  </a:lnTo>
                  <a:lnTo>
                    <a:pt x="16156" y="205"/>
                  </a:lnTo>
                  <a:lnTo>
                    <a:pt x="16117" y="167"/>
                  </a:lnTo>
                  <a:lnTo>
                    <a:pt x="16092" y="154"/>
                  </a:lnTo>
                  <a:lnTo>
                    <a:pt x="16053" y="141"/>
                  </a:lnTo>
                  <a:lnTo>
                    <a:pt x="16053" y="115"/>
                  </a:lnTo>
                  <a:lnTo>
                    <a:pt x="16053" y="103"/>
                  </a:lnTo>
                  <a:lnTo>
                    <a:pt x="16079" y="77"/>
                  </a:lnTo>
                  <a:lnTo>
                    <a:pt x="16079" y="64"/>
                  </a:lnTo>
                  <a:lnTo>
                    <a:pt x="16053" y="52"/>
                  </a:lnTo>
                  <a:lnTo>
                    <a:pt x="16028" y="39"/>
                  </a:lnTo>
                  <a:lnTo>
                    <a:pt x="15964" y="26"/>
                  </a:lnTo>
                  <a:lnTo>
                    <a:pt x="15823" y="26"/>
                  </a:lnTo>
                  <a:lnTo>
                    <a:pt x="1574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001;p78">
              <a:extLst>
                <a:ext uri="{FF2B5EF4-FFF2-40B4-BE49-F238E27FC236}">
                  <a16:creationId xmlns:a16="http://schemas.microsoft.com/office/drawing/2014/main" id="{683168C2-C144-AD5B-E970-4FAA1160A5A4}"/>
                </a:ext>
              </a:extLst>
            </p:cNvPr>
            <p:cNvSpPr/>
            <p:nvPr/>
          </p:nvSpPr>
          <p:spPr>
            <a:xfrm>
              <a:off x="6380825" y="2498825"/>
              <a:ext cx="4175" cy="5450"/>
            </a:xfrm>
            <a:custGeom>
              <a:avLst/>
              <a:gdLst/>
              <a:ahLst/>
              <a:cxnLst/>
              <a:rect l="l" t="t" r="r" b="b"/>
              <a:pathLst>
                <a:path w="167" h="218" extrusionOk="0">
                  <a:moveTo>
                    <a:pt x="166" y="0"/>
                  </a:moveTo>
                  <a:lnTo>
                    <a:pt x="26" y="26"/>
                  </a:lnTo>
                  <a:lnTo>
                    <a:pt x="0" y="205"/>
                  </a:lnTo>
                  <a:lnTo>
                    <a:pt x="102" y="218"/>
                  </a:lnTo>
                  <a:lnTo>
                    <a:pt x="16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4" name="Google Shape;1002;p78">
              <a:extLst>
                <a:ext uri="{FF2B5EF4-FFF2-40B4-BE49-F238E27FC236}">
                  <a16:creationId xmlns:a16="http://schemas.microsoft.com/office/drawing/2014/main" id="{E40FB5E5-1ACA-8D26-3A8E-D1C182AB8377}"/>
                </a:ext>
              </a:extLst>
            </p:cNvPr>
            <p:cNvSpPr/>
            <p:nvPr/>
          </p:nvSpPr>
          <p:spPr>
            <a:xfrm>
              <a:off x="4042275" y="1707375"/>
              <a:ext cx="216350" cy="316350"/>
            </a:xfrm>
            <a:custGeom>
              <a:avLst/>
              <a:gdLst/>
              <a:ahLst/>
              <a:cxnLst/>
              <a:rect l="l" t="t" r="r" b="b"/>
              <a:pathLst>
                <a:path w="8654" h="12654" extrusionOk="0">
                  <a:moveTo>
                    <a:pt x="3656" y="1"/>
                  </a:moveTo>
                  <a:lnTo>
                    <a:pt x="3515" y="129"/>
                  </a:lnTo>
                  <a:lnTo>
                    <a:pt x="3502" y="141"/>
                  </a:lnTo>
                  <a:lnTo>
                    <a:pt x="3260" y="193"/>
                  </a:lnTo>
                  <a:lnTo>
                    <a:pt x="3170" y="474"/>
                  </a:lnTo>
                  <a:lnTo>
                    <a:pt x="3298" y="1189"/>
                  </a:lnTo>
                  <a:lnTo>
                    <a:pt x="3285" y="1215"/>
                  </a:lnTo>
                  <a:lnTo>
                    <a:pt x="2978" y="1445"/>
                  </a:lnTo>
                  <a:lnTo>
                    <a:pt x="2902" y="1701"/>
                  </a:lnTo>
                  <a:lnTo>
                    <a:pt x="2876" y="1713"/>
                  </a:lnTo>
                  <a:lnTo>
                    <a:pt x="2506" y="1828"/>
                  </a:lnTo>
                  <a:lnTo>
                    <a:pt x="2467" y="1828"/>
                  </a:lnTo>
                  <a:lnTo>
                    <a:pt x="2084" y="1688"/>
                  </a:lnTo>
                  <a:lnTo>
                    <a:pt x="1662" y="1828"/>
                  </a:lnTo>
                  <a:lnTo>
                    <a:pt x="1636" y="1841"/>
                  </a:lnTo>
                  <a:lnTo>
                    <a:pt x="1330" y="1803"/>
                  </a:lnTo>
                  <a:lnTo>
                    <a:pt x="1304" y="1790"/>
                  </a:lnTo>
                  <a:lnTo>
                    <a:pt x="346" y="1100"/>
                  </a:lnTo>
                  <a:lnTo>
                    <a:pt x="192" y="1330"/>
                  </a:lnTo>
                  <a:lnTo>
                    <a:pt x="167" y="1343"/>
                  </a:lnTo>
                  <a:lnTo>
                    <a:pt x="1" y="1394"/>
                  </a:lnTo>
                  <a:lnTo>
                    <a:pt x="435" y="1828"/>
                  </a:lnTo>
                  <a:lnTo>
                    <a:pt x="934" y="1995"/>
                  </a:lnTo>
                  <a:lnTo>
                    <a:pt x="1406" y="2467"/>
                  </a:lnTo>
                  <a:lnTo>
                    <a:pt x="1726" y="2404"/>
                  </a:lnTo>
                  <a:lnTo>
                    <a:pt x="1879" y="3055"/>
                  </a:lnTo>
                  <a:lnTo>
                    <a:pt x="2045" y="3119"/>
                  </a:lnTo>
                  <a:lnTo>
                    <a:pt x="1994" y="3528"/>
                  </a:lnTo>
                  <a:lnTo>
                    <a:pt x="2276" y="3758"/>
                  </a:lnTo>
                  <a:lnTo>
                    <a:pt x="2314" y="4027"/>
                  </a:lnTo>
                  <a:lnTo>
                    <a:pt x="2263" y="4321"/>
                  </a:lnTo>
                  <a:lnTo>
                    <a:pt x="2518" y="4832"/>
                  </a:lnTo>
                  <a:lnTo>
                    <a:pt x="2480" y="5087"/>
                  </a:lnTo>
                  <a:lnTo>
                    <a:pt x="2544" y="5113"/>
                  </a:lnTo>
                  <a:lnTo>
                    <a:pt x="2608" y="5139"/>
                  </a:lnTo>
                  <a:lnTo>
                    <a:pt x="2723" y="5190"/>
                  </a:lnTo>
                  <a:lnTo>
                    <a:pt x="3030" y="5330"/>
                  </a:lnTo>
                  <a:lnTo>
                    <a:pt x="3196" y="5407"/>
                  </a:lnTo>
                  <a:lnTo>
                    <a:pt x="3272" y="5458"/>
                  </a:lnTo>
                  <a:lnTo>
                    <a:pt x="3298" y="5484"/>
                  </a:lnTo>
                  <a:lnTo>
                    <a:pt x="3311" y="5522"/>
                  </a:lnTo>
                  <a:lnTo>
                    <a:pt x="3324" y="5586"/>
                  </a:lnTo>
                  <a:lnTo>
                    <a:pt x="3336" y="5650"/>
                  </a:lnTo>
                  <a:lnTo>
                    <a:pt x="3349" y="5714"/>
                  </a:lnTo>
                  <a:lnTo>
                    <a:pt x="3362" y="5778"/>
                  </a:lnTo>
                  <a:lnTo>
                    <a:pt x="3400" y="5842"/>
                  </a:lnTo>
                  <a:lnTo>
                    <a:pt x="3439" y="5893"/>
                  </a:lnTo>
                  <a:lnTo>
                    <a:pt x="3541" y="5982"/>
                  </a:lnTo>
                  <a:lnTo>
                    <a:pt x="3579" y="6008"/>
                  </a:lnTo>
                  <a:lnTo>
                    <a:pt x="3605" y="6020"/>
                  </a:lnTo>
                  <a:lnTo>
                    <a:pt x="3617" y="6033"/>
                  </a:lnTo>
                  <a:lnTo>
                    <a:pt x="3592" y="6072"/>
                  </a:lnTo>
                  <a:lnTo>
                    <a:pt x="3554" y="6110"/>
                  </a:lnTo>
                  <a:lnTo>
                    <a:pt x="3515" y="6148"/>
                  </a:lnTo>
                  <a:lnTo>
                    <a:pt x="3464" y="6199"/>
                  </a:lnTo>
                  <a:lnTo>
                    <a:pt x="3426" y="6225"/>
                  </a:lnTo>
                  <a:lnTo>
                    <a:pt x="3387" y="6238"/>
                  </a:lnTo>
                  <a:lnTo>
                    <a:pt x="3349" y="6238"/>
                  </a:lnTo>
                  <a:lnTo>
                    <a:pt x="3311" y="6225"/>
                  </a:lnTo>
                  <a:lnTo>
                    <a:pt x="3247" y="6225"/>
                  </a:lnTo>
                  <a:lnTo>
                    <a:pt x="3234" y="6238"/>
                  </a:lnTo>
                  <a:lnTo>
                    <a:pt x="3221" y="6263"/>
                  </a:lnTo>
                  <a:lnTo>
                    <a:pt x="3208" y="6289"/>
                  </a:lnTo>
                  <a:lnTo>
                    <a:pt x="3196" y="6314"/>
                  </a:lnTo>
                  <a:lnTo>
                    <a:pt x="3170" y="6327"/>
                  </a:lnTo>
                  <a:lnTo>
                    <a:pt x="3145" y="6340"/>
                  </a:lnTo>
                  <a:lnTo>
                    <a:pt x="3030" y="6340"/>
                  </a:lnTo>
                  <a:lnTo>
                    <a:pt x="2978" y="6353"/>
                  </a:lnTo>
                  <a:lnTo>
                    <a:pt x="2940" y="6378"/>
                  </a:lnTo>
                  <a:lnTo>
                    <a:pt x="2927" y="6417"/>
                  </a:lnTo>
                  <a:lnTo>
                    <a:pt x="2940" y="6481"/>
                  </a:lnTo>
                  <a:lnTo>
                    <a:pt x="2940" y="6583"/>
                  </a:lnTo>
                  <a:lnTo>
                    <a:pt x="2915" y="6685"/>
                  </a:lnTo>
                  <a:lnTo>
                    <a:pt x="2876" y="6775"/>
                  </a:lnTo>
                  <a:lnTo>
                    <a:pt x="2851" y="6826"/>
                  </a:lnTo>
                  <a:lnTo>
                    <a:pt x="2812" y="6864"/>
                  </a:lnTo>
                  <a:lnTo>
                    <a:pt x="2633" y="7030"/>
                  </a:lnTo>
                  <a:lnTo>
                    <a:pt x="2544" y="7107"/>
                  </a:lnTo>
                  <a:lnTo>
                    <a:pt x="2493" y="7196"/>
                  </a:lnTo>
                  <a:lnTo>
                    <a:pt x="2467" y="7222"/>
                  </a:lnTo>
                  <a:lnTo>
                    <a:pt x="2442" y="7235"/>
                  </a:lnTo>
                  <a:lnTo>
                    <a:pt x="2378" y="7260"/>
                  </a:lnTo>
                  <a:lnTo>
                    <a:pt x="2314" y="7286"/>
                  </a:lnTo>
                  <a:lnTo>
                    <a:pt x="2288" y="7299"/>
                  </a:lnTo>
                  <a:lnTo>
                    <a:pt x="2263" y="7311"/>
                  </a:lnTo>
                  <a:lnTo>
                    <a:pt x="2250" y="7337"/>
                  </a:lnTo>
                  <a:lnTo>
                    <a:pt x="2250" y="7350"/>
                  </a:lnTo>
                  <a:lnTo>
                    <a:pt x="2250" y="7401"/>
                  </a:lnTo>
                  <a:lnTo>
                    <a:pt x="2212" y="7452"/>
                  </a:lnTo>
                  <a:lnTo>
                    <a:pt x="2173" y="7503"/>
                  </a:lnTo>
                  <a:lnTo>
                    <a:pt x="2122" y="7580"/>
                  </a:lnTo>
                  <a:lnTo>
                    <a:pt x="2084" y="7618"/>
                  </a:lnTo>
                  <a:lnTo>
                    <a:pt x="2033" y="7644"/>
                  </a:lnTo>
                  <a:lnTo>
                    <a:pt x="1982" y="7656"/>
                  </a:lnTo>
                  <a:lnTo>
                    <a:pt x="1918" y="7656"/>
                  </a:lnTo>
                  <a:lnTo>
                    <a:pt x="1867" y="7669"/>
                  </a:lnTo>
                  <a:lnTo>
                    <a:pt x="1815" y="7695"/>
                  </a:lnTo>
                  <a:lnTo>
                    <a:pt x="1790" y="7708"/>
                  </a:lnTo>
                  <a:lnTo>
                    <a:pt x="1777" y="7733"/>
                  </a:lnTo>
                  <a:lnTo>
                    <a:pt x="1751" y="7771"/>
                  </a:lnTo>
                  <a:lnTo>
                    <a:pt x="1726" y="7835"/>
                  </a:lnTo>
                  <a:lnTo>
                    <a:pt x="1700" y="7899"/>
                  </a:lnTo>
                  <a:lnTo>
                    <a:pt x="1675" y="8040"/>
                  </a:lnTo>
                  <a:lnTo>
                    <a:pt x="1649" y="8065"/>
                  </a:lnTo>
                  <a:lnTo>
                    <a:pt x="1624" y="8104"/>
                  </a:lnTo>
                  <a:lnTo>
                    <a:pt x="1585" y="8129"/>
                  </a:lnTo>
                  <a:lnTo>
                    <a:pt x="1560" y="8168"/>
                  </a:lnTo>
                  <a:lnTo>
                    <a:pt x="1547" y="8206"/>
                  </a:lnTo>
                  <a:lnTo>
                    <a:pt x="1547" y="8257"/>
                  </a:lnTo>
                  <a:lnTo>
                    <a:pt x="1547" y="8410"/>
                  </a:lnTo>
                  <a:lnTo>
                    <a:pt x="1521" y="8487"/>
                  </a:lnTo>
                  <a:lnTo>
                    <a:pt x="1496" y="8551"/>
                  </a:lnTo>
                  <a:lnTo>
                    <a:pt x="1483" y="8564"/>
                  </a:lnTo>
                  <a:lnTo>
                    <a:pt x="1458" y="8577"/>
                  </a:lnTo>
                  <a:lnTo>
                    <a:pt x="1432" y="8589"/>
                  </a:lnTo>
                  <a:lnTo>
                    <a:pt x="1394" y="8589"/>
                  </a:lnTo>
                  <a:lnTo>
                    <a:pt x="1343" y="8564"/>
                  </a:lnTo>
                  <a:lnTo>
                    <a:pt x="1304" y="8538"/>
                  </a:lnTo>
                  <a:lnTo>
                    <a:pt x="1253" y="8487"/>
                  </a:lnTo>
                  <a:lnTo>
                    <a:pt x="1227" y="8462"/>
                  </a:lnTo>
                  <a:lnTo>
                    <a:pt x="1176" y="8449"/>
                  </a:lnTo>
                  <a:lnTo>
                    <a:pt x="1125" y="8462"/>
                  </a:lnTo>
                  <a:lnTo>
                    <a:pt x="1061" y="8474"/>
                  </a:lnTo>
                  <a:lnTo>
                    <a:pt x="985" y="8513"/>
                  </a:lnTo>
                  <a:lnTo>
                    <a:pt x="934" y="8551"/>
                  </a:lnTo>
                  <a:lnTo>
                    <a:pt x="895" y="8602"/>
                  </a:lnTo>
                  <a:lnTo>
                    <a:pt x="882" y="8653"/>
                  </a:lnTo>
                  <a:lnTo>
                    <a:pt x="895" y="8717"/>
                  </a:lnTo>
                  <a:lnTo>
                    <a:pt x="895" y="8781"/>
                  </a:lnTo>
                  <a:lnTo>
                    <a:pt x="908" y="8845"/>
                  </a:lnTo>
                  <a:lnTo>
                    <a:pt x="908" y="8909"/>
                  </a:lnTo>
                  <a:lnTo>
                    <a:pt x="882" y="8947"/>
                  </a:lnTo>
                  <a:lnTo>
                    <a:pt x="857" y="8986"/>
                  </a:lnTo>
                  <a:lnTo>
                    <a:pt x="806" y="9075"/>
                  </a:lnTo>
                  <a:lnTo>
                    <a:pt x="780" y="9126"/>
                  </a:lnTo>
                  <a:lnTo>
                    <a:pt x="767" y="9164"/>
                  </a:lnTo>
                  <a:lnTo>
                    <a:pt x="767" y="9216"/>
                  </a:lnTo>
                  <a:lnTo>
                    <a:pt x="793" y="9267"/>
                  </a:lnTo>
                  <a:lnTo>
                    <a:pt x="806" y="9280"/>
                  </a:lnTo>
                  <a:lnTo>
                    <a:pt x="831" y="9292"/>
                  </a:lnTo>
                  <a:lnTo>
                    <a:pt x="831" y="9318"/>
                  </a:lnTo>
                  <a:lnTo>
                    <a:pt x="831" y="9343"/>
                  </a:lnTo>
                  <a:lnTo>
                    <a:pt x="844" y="9458"/>
                  </a:lnTo>
                  <a:lnTo>
                    <a:pt x="844" y="9561"/>
                  </a:lnTo>
                  <a:lnTo>
                    <a:pt x="857" y="9599"/>
                  </a:lnTo>
                  <a:lnTo>
                    <a:pt x="882" y="9650"/>
                  </a:lnTo>
                  <a:lnTo>
                    <a:pt x="921" y="9688"/>
                  </a:lnTo>
                  <a:lnTo>
                    <a:pt x="934" y="9727"/>
                  </a:lnTo>
                  <a:lnTo>
                    <a:pt x="946" y="9765"/>
                  </a:lnTo>
                  <a:lnTo>
                    <a:pt x="921" y="9816"/>
                  </a:lnTo>
                  <a:lnTo>
                    <a:pt x="882" y="9867"/>
                  </a:lnTo>
                  <a:lnTo>
                    <a:pt x="870" y="9919"/>
                  </a:lnTo>
                  <a:lnTo>
                    <a:pt x="882" y="9970"/>
                  </a:lnTo>
                  <a:lnTo>
                    <a:pt x="895" y="10034"/>
                  </a:lnTo>
                  <a:lnTo>
                    <a:pt x="895" y="10085"/>
                  </a:lnTo>
                  <a:lnTo>
                    <a:pt x="908" y="10136"/>
                  </a:lnTo>
                  <a:lnTo>
                    <a:pt x="921" y="10161"/>
                  </a:lnTo>
                  <a:lnTo>
                    <a:pt x="946" y="10174"/>
                  </a:lnTo>
                  <a:lnTo>
                    <a:pt x="972" y="10187"/>
                  </a:lnTo>
                  <a:lnTo>
                    <a:pt x="997" y="10200"/>
                  </a:lnTo>
                  <a:lnTo>
                    <a:pt x="1023" y="10225"/>
                  </a:lnTo>
                  <a:lnTo>
                    <a:pt x="1036" y="10238"/>
                  </a:lnTo>
                  <a:lnTo>
                    <a:pt x="1049" y="10289"/>
                  </a:lnTo>
                  <a:lnTo>
                    <a:pt x="1049" y="10340"/>
                  </a:lnTo>
                  <a:lnTo>
                    <a:pt x="1074" y="10379"/>
                  </a:lnTo>
                  <a:lnTo>
                    <a:pt x="1112" y="10417"/>
                  </a:lnTo>
                  <a:lnTo>
                    <a:pt x="1125" y="10455"/>
                  </a:lnTo>
                  <a:lnTo>
                    <a:pt x="1125" y="10494"/>
                  </a:lnTo>
                  <a:lnTo>
                    <a:pt x="1112" y="10532"/>
                  </a:lnTo>
                  <a:lnTo>
                    <a:pt x="1087" y="10596"/>
                  </a:lnTo>
                  <a:lnTo>
                    <a:pt x="1087" y="10647"/>
                  </a:lnTo>
                  <a:lnTo>
                    <a:pt x="1087" y="10698"/>
                  </a:lnTo>
                  <a:lnTo>
                    <a:pt x="1100" y="10749"/>
                  </a:lnTo>
                  <a:lnTo>
                    <a:pt x="1125" y="10813"/>
                  </a:lnTo>
                  <a:lnTo>
                    <a:pt x="1138" y="10839"/>
                  </a:lnTo>
                  <a:lnTo>
                    <a:pt x="1138" y="10864"/>
                  </a:lnTo>
                  <a:lnTo>
                    <a:pt x="1125" y="10877"/>
                  </a:lnTo>
                  <a:lnTo>
                    <a:pt x="1100" y="10890"/>
                  </a:lnTo>
                  <a:lnTo>
                    <a:pt x="1061" y="10903"/>
                  </a:lnTo>
                  <a:lnTo>
                    <a:pt x="1010" y="10903"/>
                  </a:lnTo>
                  <a:lnTo>
                    <a:pt x="997" y="10928"/>
                  </a:lnTo>
                  <a:lnTo>
                    <a:pt x="997" y="10941"/>
                  </a:lnTo>
                  <a:lnTo>
                    <a:pt x="1010" y="10967"/>
                  </a:lnTo>
                  <a:lnTo>
                    <a:pt x="1036" y="10992"/>
                  </a:lnTo>
                  <a:lnTo>
                    <a:pt x="1087" y="11043"/>
                  </a:lnTo>
                  <a:lnTo>
                    <a:pt x="1151" y="11094"/>
                  </a:lnTo>
                  <a:lnTo>
                    <a:pt x="1202" y="11133"/>
                  </a:lnTo>
                  <a:lnTo>
                    <a:pt x="1215" y="11158"/>
                  </a:lnTo>
                  <a:lnTo>
                    <a:pt x="1215" y="11184"/>
                  </a:lnTo>
                  <a:lnTo>
                    <a:pt x="1215" y="11235"/>
                  </a:lnTo>
                  <a:lnTo>
                    <a:pt x="1215" y="11299"/>
                  </a:lnTo>
                  <a:lnTo>
                    <a:pt x="1240" y="11350"/>
                  </a:lnTo>
                  <a:lnTo>
                    <a:pt x="1266" y="11388"/>
                  </a:lnTo>
                  <a:lnTo>
                    <a:pt x="1291" y="11439"/>
                  </a:lnTo>
                  <a:lnTo>
                    <a:pt x="1291" y="11478"/>
                  </a:lnTo>
                  <a:lnTo>
                    <a:pt x="1291" y="11516"/>
                  </a:lnTo>
                  <a:lnTo>
                    <a:pt x="1279" y="11593"/>
                  </a:lnTo>
                  <a:lnTo>
                    <a:pt x="1279" y="11631"/>
                  </a:lnTo>
                  <a:lnTo>
                    <a:pt x="1279" y="11657"/>
                  </a:lnTo>
                  <a:lnTo>
                    <a:pt x="1304" y="11695"/>
                  </a:lnTo>
                  <a:lnTo>
                    <a:pt x="1343" y="11708"/>
                  </a:lnTo>
                  <a:lnTo>
                    <a:pt x="1381" y="11721"/>
                  </a:lnTo>
                  <a:lnTo>
                    <a:pt x="1419" y="11708"/>
                  </a:lnTo>
                  <a:lnTo>
                    <a:pt x="1496" y="11669"/>
                  </a:lnTo>
                  <a:lnTo>
                    <a:pt x="1547" y="11644"/>
                  </a:lnTo>
                  <a:lnTo>
                    <a:pt x="1585" y="11631"/>
                  </a:lnTo>
                  <a:lnTo>
                    <a:pt x="1611" y="11644"/>
                  </a:lnTo>
                  <a:lnTo>
                    <a:pt x="1624" y="11669"/>
                  </a:lnTo>
                  <a:lnTo>
                    <a:pt x="1636" y="11695"/>
                  </a:lnTo>
                  <a:lnTo>
                    <a:pt x="1636" y="11746"/>
                  </a:lnTo>
                  <a:lnTo>
                    <a:pt x="1636" y="11797"/>
                  </a:lnTo>
                  <a:lnTo>
                    <a:pt x="1636" y="11823"/>
                  </a:lnTo>
                  <a:lnTo>
                    <a:pt x="1662" y="11836"/>
                  </a:lnTo>
                  <a:lnTo>
                    <a:pt x="1700" y="11848"/>
                  </a:lnTo>
                  <a:lnTo>
                    <a:pt x="1751" y="11861"/>
                  </a:lnTo>
                  <a:lnTo>
                    <a:pt x="1854" y="11861"/>
                  </a:lnTo>
                  <a:lnTo>
                    <a:pt x="1930" y="11900"/>
                  </a:lnTo>
                  <a:lnTo>
                    <a:pt x="1982" y="11912"/>
                  </a:lnTo>
                  <a:lnTo>
                    <a:pt x="2020" y="11925"/>
                  </a:lnTo>
                  <a:lnTo>
                    <a:pt x="2058" y="11925"/>
                  </a:lnTo>
                  <a:lnTo>
                    <a:pt x="2084" y="11912"/>
                  </a:lnTo>
                  <a:lnTo>
                    <a:pt x="2135" y="11887"/>
                  </a:lnTo>
                  <a:lnTo>
                    <a:pt x="2199" y="11848"/>
                  </a:lnTo>
                  <a:lnTo>
                    <a:pt x="2263" y="11848"/>
                  </a:lnTo>
                  <a:lnTo>
                    <a:pt x="2301" y="11861"/>
                  </a:lnTo>
                  <a:lnTo>
                    <a:pt x="2301" y="11874"/>
                  </a:lnTo>
                  <a:lnTo>
                    <a:pt x="2301" y="11887"/>
                  </a:lnTo>
                  <a:lnTo>
                    <a:pt x="2276" y="11912"/>
                  </a:lnTo>
                  <a:lnTo>
                    <a:pt x="2224" y="11938"/>
                  </a:lnTo>
                  <a:lnTo>
                    <a:pt x="2199" y="11951"/>
                  </a:lnTo>
                  <a:lnTo>
                    <a:pt x="2186" y="11976"/>
                  </a:lnTo>
                  <a:lnTo>
                    <a:pt x="2212" y="11989"/>
                  </a:lnTo>
                  <a:lnTo>
                    <a:pt x="2237" y="12015"/>
                  </a:lnTo>
                  <a:lnTo>
                    <a:pt x="2276" y="12027"/>
                  </a:lnTo>
                  <a:lnTo>
                    <a:pt x="2301" y="12040"/>
                  </a:lnTo>
                  <a:lnTo>
                    <a:pt x="2314" y="12078"/>
                  </a:lnTo>
                  <a:lnTo>
                    <a:pt x="2314" y="12117"/>
                  </a:lnTo>
                  <a:lnTo>
                    <a:pt x="2301" y="12142"/>
                  </a:lnTo>
                  <a:lnTo>
                    <a:pt x="2276" y="12181"/>
                  </a:lnTo>
                  <a:lnTo>
                    <a:pt x="2199" y="12219"/>
                  </a:lnTo>
                  <a:lnTo>
                    <a:pt x="2173" y="12257"/>
                  </a:lnTo>
                  <a:lnTo>
                    <a:pt x="2160" y="12283"/>
                  </a:lnTo>
                  <a:lnTo>
                    <a:pt x="2160" y="12309"/>
                  </a:lnTo>
                  <a:lnTo>
                    <a:pt x="2173" y="12321"/>
                  </a:lnTo>
                  <a:lnTo>
                    <a:pt x="2212" y="12360"/>
                  </a:lnTo>
                  <a:lnTo>
                    <a:pt x="2314" y="12398"/>
                  </a:lnTo>
                  <a:lnTo>
                    <a:pt x="2378" y="12411"/>
                  </a:lnTo>
                  <a:lnTo>
                    <a:pt x="2454" y="12424"/>
                  </a:lnTo>
                  <a:lnTo>
                    <a:pt x="2531" y="12411"/>
                  </a:lnTo>
                  <a:lnTo>
                    <a:pt x="2557" y="12398"/>
                  </a:lnTo>
                  <a:lnTo>
                    <a:pt x="2582" y="12372"/>
                  </a:lnTo>
                  <a:lnTo>
                    <a:pt x="2608" y="12347"/>
                  </a:lnTo>
                  <a:lnTo>
                    <a:pt x="2621" y="12309"/>
                  </a:lnTo>
                  <a:lnTo>
                    <a:pt x="2633" y="12257"/>
                  </a:lnTo>
                  <a:lnTo>
                    <a:pt x="2659" y="12232"/>
                  </a:lnTo>
                  <a:lnTo>
                    <a:pt x="2710" y="12168"/>
                  </a:lnTo>
                  <a:lnTo>
                    <a:pt x="2748" y="12142"/>
                  </a:lnTo>
                  <a:lnTo>
                    <a:pt x="2774" y="12104"/>
                  </a:lnTo>
                  <a:lnTo>
                    <a:pt x="2787" y="12066"/>
                  </a:lnTo>
                  <a:lnTo>
                    <a:pt x="2787" y="12040"/>
                  </a:lnTo>
                  <a:lnTo>
                    <a:pt x="2812" y="12002"/>
                  </a:lnTo>
                  <a:lnTo>
                    <a:pt x="2851" y="11976"/>
                  </a:lnTo>
                  <a:lnTo>
                    <a:pt x="2876" y="12002"/>
                  </a:lnTo>
                  <a:lnTo>
                    <a:pt x="2902" y="12015"/>
                  </a:lnTo>
                  <a:lnTo>
                    <a:pt x="2902" y="12066"/>
                  </a:lnTo>
                  <a:lnTo>
                    <a:pt x="2902" y="12117"/>
                  </a:lnTo>
                  <a:lnTo>
                    <a:pt x="2902" y="12142"/>
                  </a:lnTo>
                  <a:lnTo>
                    <a:pt x="2915" y="12168"/>
                  </a:lnTo>
                  <a:lnTo>
                    <a:pt x="2940" y="12206"/>
                  </a:lnTo>
                  <a:lnTo>
                    <a:pt x="2978" y="12232"/>
                  </a:lnTo>
                  <a:lnTo>
                    <a:pt x="3017" y="12257"/>
                  </a:lnTo>
                  <a:lnTo>
                    <a:pt x="3030" y="12270"/>
                  </a:lnTo>
                  <a:lnTo>
                    <a:pt x="3030" y="12296"/>
                  </a:lnTo>
                  <a:lnTo>
                    <a:pt x="3017" y="12334"/>
                  </a:lnTo>
                  <a:lnTo>
                    <a:pt x="2991" y="12347"/>
                  </a:lnTo>
                  <a:lnTo>
                    <a:pt x="2940" y="12385"/>
                  </a:lnTo>
                  <a:lnTo>
                    <a:pt x="2889" y="12424"/>
                  </a:lnTo>
                  <a:lnTo>
                    <a:pt x="2863" y="12449"/>
                  </a:lnTo>
                  <a:lnTo>
                    <a:pt x="2863" y="12475"/>
                  </a:lnTo>
                  <a:lnTo>
                    <a:pt x="2876" y="12500"/>
                  </a:lnTo>
                  <a:lnTo>
                    <a:pt x="2889" y="12513"/>
                  </a:lnTo>
                  <a:lnTo>
                    <a:pt x="2927" y="12513"/>
                  </a:lnTo>
                  <a:lnTo>
                    <a:pt x="2966" y="12500"/>
                  </a:lnTo>
                  <a:lnTo>
                    <a:pt x="3042" y="12475"/>
                  </a:lnTo>
                  <a:lnTo>
                    <a:pt x="3106" y="12462"/>
                  </a:lnTo>
                  <a:lnTo>
                    <a:pt x="3106" y="12500"/>
                  </a:lnTo>
                  <a:lnTo>
                    <a:pt x="3093" y="12526"/>
                  </a:lnTo>
                  <a:lnTo>
                    <a:pt x="3042" y="12564"/>
                  </a:lnTo>
                  <a:lnTo>
                    <a:pt x="2991" y="12602"/>
                  </a:lnTo>
                  <a:lnTo>
                    <a:pt x="2966" y="12628"/>
                  </a:lnTo>
                  <a:lnTo>
                    <a:pt x="2966" y="12654"/>
                  </a:lnTo>
                  <a:lnTo>
                    <a:pt x="3042" y="12654"/>
                  </a:lnTo>
                  <a:lnTo>
                    <a:pt x="3106" y="12641"/>
                  </a:lnTo>
                  <a:lnTo>
                    <a:pt x="3208" y="12577"/>
                  </a:lnTo>
                  <a:lnTo>
                    <a:pt x="3375" y="12500"/>
                  </a:lnTo>
                  <a:lnTo>
                    <a:pt x="3554" y="12436"/>
                  </a:lnTo>
                  <a:lnTo>
                    <a:pt x="3643" y="12411"/>
                  </a:lnTo>
                  <a:lnTo>
                    <a:pt x="3733" y="12360"/>
                  </a:lnTo>
                  <a:lnTo>
                    <a:pt x="3911" y="12283"/>
                  </a:lnTo>
                  <a:lnTo>
                    <a:pt x="4065" y="12219"/>
                  </a:lnTo>
                  <a:lnTo>
                    <a:pt x="4141" y="12193"/>
                  </a:lnTo>
                  <a:lnTo>
                    <a:pt x="4218" y="12155"/>
                  </a:lnTo>
                  <a:lnTo>
                    <a:pt x="4346" y="12091"/>
                  </a:lnTo>
                  <a:lnTo>
                    <a:pt x="4487" y="12040"/>
                  </a:lnTo>
                  <a:lnTo>
                    <a:pt x="4678" y="12002"/>
                  </a:lnTo>
                  <a:lnTo>
                    <a:pt x="4781" y="11976"/>
                  </a:lnTo>
                  <a:lnTo>
                    <a:pt x="4870" y="11938"/>
                  </a:lnTo>
                  <a:lnTo>
                    <a:pt x="4934" y="11900"/>
                  </a:lnTo>
                  <a:lnTo>
                    <a:pt x="4998" y="11861"/>
                  </a:lnTo>
                  <a:lnTo>
                    <a:pt x="5049" y="11810"/>
                  </a:lnTo>
                  <a:lnTo>
                    <a:pt x="5087" y="11759"/>
                  </a:lnTo>
                  <a:lnTo>
                    <a:pt x="5126" y="11695"/>
                  </a:lnTo>
                  <a:lnTo>
                    <a:pt x="5151" y="11631"/>
                  </a:lnTo>
                  <a:lnTo>
                    <a:pt x="5164" y="11593"/>
                  </a:lnTo>
                  <a:lnTo>
                    <a:pt x="5164" y="11554"/>
                  </a:lnTo>
                  <a:lnTo>
                    <a:pt x="5177" y="11529"/>
                  </a:lnTo>
                  <a:lnTo>
                    <a:pt x="5202" y="11503"/>
                  </a:lnTo>
                  <a:lnTo>
                    <a:pt x="5241" y="11491"/>
                  </a:lnTo>
                  <a:lnTo>
                    <a:pt x="5292" y="11503"/>
                  </a:lnTo>
                  <a:lnTo>
                    <a:pt x="5330" y="11516"/>
                  </a:lnTo>
                  <a:lnTo>
                    <a:pt x="5356" y="11542"/>
                  </a:lnTo>
                  <a:lnTo>
                    <a:pt x="5394" y="11580"/>
                  </a:lnTo>
                  <a:lnTo>
                    <a:pt x="5420" y="11593"/>
                  </a:lnTo>
                  <a:lnTo>
                    <a:pt x="5445" y="11606"/>
                  </a:lnTo>
                  <a:lnTo>
                    <a:pt x="5483" y="11606"/>
                  </a:lnTo>
                  <a:lnTo>
                    <a:pt x="5547" y="11593"/>
                  </a:lnTo>
                  <a:lnTo>
                    <a:pt x="5650" y="11567"/>
                  </a:lnTo>
                  <a:lnTo>
                    <a:pt x="5752" y="11529"/>
                  </a:lnTo>
                  <a:lnTo>
                    <a:pt x="5854" y="11478"/>
                  </a:lnTo>
                  <a:lnTo>
                    <a:pt x="5956" y="11439"/>
                  </a:lnTo>
                  <a:lnTo>
                    <a:pt x="6033" y="11427"/>
                  </a:lnTo>
                  <a:lnTo>
                    <a:pt x="6110" y="11414"/>
                  </a:lnTo>
                  <a:lnTo>
                    <a:pt x="6468" y="11414"/>
                  </a:lnTo>
                  <a:lnTo>
                    <a:pt x="6493" y="11401"/>
                  </a:lnTo>
                  <a:lnTo>
                    <a:pt x="6519" y="11388"/>
                  </a:lnTo>
                  <a:lnTo>
                    <a:pt x="6519" y="11363"/>
                  </a:lnTo>
                  <a:lnTo>
                    <a:pt x="6506" y="11337"/>
                  </a:lnTo>
                  <a:lnTo>
                    <a:pt x="6480" y="11286"/>
                  </a:lnTo>
                  <a:lnTo>
                    <a:pt x="6468" y="11261"/>
                  </a:lnTo>
                  <a:lnTo>
                    <a:pt x="6480" y="11248"/>
                  </a:lnTo>
                  <a:lnTo>
                    <a:pt x="6480" y="11235"/>
                  </a:lnTo>
                  <a:lnTo>
                    <a:pt x="6480" y="11222"/>
                  </a:lnTo>
                  <a:lnTo>
                    <a:pt x="6685" y="10711"/>
                  </a:lnTo>
                  <a:lnTo>
                    <a:pt x="6685" y="10698"/>
                  </a:lnTo>
                  <a:lnTo>
                    <a:pt x="7375" y="9816"/>
                  </a:lnTo>
                  <a:lnTo>
                    <a:pt x="7388" y="9816"/>
                  </a:lnTo>
                  <a:lnTo>
                    <a:pt x="8219" y="8960"/>
                  </a:lnTo>
                  <a:lnTo>
                    <a:pt x="8602" y="8206"/>
                  </a:lnTo>
                  <a:lnTo>
                    <a:pt x="8653" y="7925"/>
                  </a:lnTo>
                  <a:lnTo>
                    <a:pt x="8116" y="7375"/>
                  </a:lnTo>
                  <a:lnTo>
                    <a:pt x="7784" y="7362"/>
                  </a:lnTo>
                  <a:lnTo>
                    <a:pt x="7758" y="7350"/>
                  </a:lnTo>
                  <a:lnTo>
                    <a:pt x="7337" y="6915"/>
                  </a:lnTo>
                  <a:lnTo>
                    <a:pt x="7324" y="6902"/>
                  </a:lnTo>
                  <a:lnTo>
                    <a:pt x="7375" y="6404"/>
                  </a:lnTo>
                  <a:lnTo>
                    <a:pt x="7119" y="6046"/>
                  </a:lnTo>
                  <a:lnTo>
                    <a:pt x="7119" y="6033"/>
                  </a:lnTo>
                  <a:lnTo>
                    <a:pt x="7055" y="5816"/>
                  </a:lnTo>
                  <a:lnTo>
                    <a:pt x="6787" y="5663"/>
                  </a:lnTo>
                  <a:lnTo>
                    <a:pt x="6762" y="5650"/>
                  </a:lnTo>
                  <a:lnTo>
                    <a:pt x="6672" y="5292"/>
                  </a:lnTo>
                  <a:lnTo>
                    <a:pt x="6455" y="4960"/>
                  </a:lnTo>
                  <a:lnTo>
                    <a:pt x="6442" y="4947"/>
                  </a:lnTo>
                  <a:lnTo>
                    <a:pt x="6429" y="4359"/>
                  </a:lnTo>
                  <a:lnTo>
                    <a:pt x="5688" y="3643"/>
                  </a:lnTo>
                  <a:lnTo>
                    <a:pt x="5675" y="3643"/>
                  </a:lnTo>
                  <a:lnTo>
                    <a:pt x="5483" y="3349"/>
                  </a:lnTo>
                  <a:lnTo>
                    <a:pt x="5483" y="3324"/>
                  </a:lnTo>
                  <a:lnTo>
                    <a:pt x="5752" y="2851"/>
                  </a:lnTo>
                  <a:lnTo>
                    <a:pt x="5803" y="2519"/>
                  </a:lnTo>
                  <a:lnTo>
                    <a:pt x="5317" y="2046"/>
                  </a:lnTo>
                  <a:lnTo>
                    <a:pt x="4729" y="1675"/>
                  </a:lnTo>
                  <a:lnTo>
                    <a:pt x="4717" y="1650"/>
                  </a:lnTo>
                  <a:lnTo>
                    <a:pt x="4704" y="1343"/>
                  </a:lnTo>
                  <a:lnTo>
                    <a:pt x="4550" y="1189"/>
                  </a:lnTo>
                  <a:lnTo>
                    <a:pt x="4563" y="1189"/>
                  </a:lnTo>
                  <a:lnTo>
                    <a:pt x="4538" y="1177"/>
                  </a:lnTo>
                  <a:lnTo>
                    <a:pt x="4512" y="359"/>
                  </a:lnTo>
                  <a:lnTo>
                    <a:pt x="4244" y="103"/>
                  </a:lnTo>
                  <a:lnTo>
                    <a:pt x="3873" y="103"/>
                  </a:lnTo>
                  <a:lnTo>
                    <a:pt x="365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5" name="Google Shape;1003;p78">
              <a:extLst>
                <a:ext uri="{FF2B5EF4-FFF2-40B4-BE49-F238E27FC236}">
                  <a16:creationId xmlns:a16="http://schemas.microsoft.com/office/drawing/2014/main" id="{2C7B6F72-CB4B-92D9-6389-44548AE25D54}"/>
                </a:ext>
              </a:extLst>
            </p:cNvPr>
            <p:cNvSpPr/>
            <p:nvPr/>
          </p:nvSpPr>
          <p:spPr>
            <a:xfrm>
              <a:off x="6490400" y="2433325"/>
              <a:ext cx="23050" cy="23975"/>
            </a:xfrm>
            <a:custGeom>
              <a:avLst/>
              <a:gdLst/>
              <a:ahLst/>
              <a:cxnLst/>
              <a:rect l="l" t="t" r="r" b="b"/>
              <a:pathLst>
                <a:path w="922" h="959" extrusionOk="0">
                  <a:moveTo>
                    <a:pt x="819" y="0"/>
                  </a:moveTo>
                  <a:lnTo>
                    <a:pt x="448" y="256"/>
                  </a:lnTo>
                  <a:lnTo>
                    <a:pt x="78" y="665"/>
                  </a:lnTo>
                  <a:lnTo>
                    <a:pt x="1" y="959"/>
                  </a:lnTo>
                  <a:lnTo>
                    <a:pt x="142" y="869"/>
                  </a:lnTo>
                  <a:lnTo>
                    <a:pt x="244" y="805"/>
                  </a:lnTo>
                  <a:lnTo>
                    <a:pt x="269" y="780"/>
                  </a:lnTo>
                  <a:lnTo>
                    <a:pt x="282" y="754"/>
                  </a:lnTo>
                  <a:lnTo>
                    <a:pt x="308" y="729"/>
                  </a:lnTo>
                  <a:lnTo>
                    <a:pt x="359" y="678"/>
                  </a:lnTo>
                  <a:lnTo>
                    <a:pt x="512" y="537"/>
                  </a:lnTo>
                  <a:lnTo>
                    <a:pt x="742" y="333"/>
                  </a:lnTo>
                  <a:lnTo>
                    <a:pt x="921" y="230"/>
                  </a:lnTo>
                  <a:lnTo>
                    <a:pt x="81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004;p78">
              <a:extLst>
                <a:ext uri="{FF2B5EF4-FFF2-40B4-BE49-F238E27FC236}">
                  <a16:creationId xmlns:a16="http://schemas.microsoft.com/office/drawing/2014/main" id="{53147F25-5F2C-74FF-0417-C3AE614D265A}"/>
                </a:ext>
              </a:extLst>
            </p:cNvPr>
            <p:cNvSpPr/>
            <p:nvPr/>
          </p:nvSpPr>
          <p:spPr>
            <a:xfrm>
              <a:off x="6408300" y="3434675"/>
              <a:ext cx="190775" cy="154675"/>
            </a:xfrm>
            <a:custGeom>
              <a:avLst/>
              <a:gdLst/>
              <a:ahLst/>
              <a:cxnLst/>
              <a:rect l="l" t="t" r="r" b="b"/>
              <a:pathLst>
                <a:path w="7631" h="6187" extrusionOk="0">
                  <a:moveTo>
                    <a:pt x="0" y="1"/>
                  </a:moveTo>
                  <a:lnTo>
                    <a:pt x="0" y="5100"/>
                  </a:lnTo>
                  <a:lnTo>
                    <a:pt x="64" y="5151"/>
                  </a:lnTo>
                  <a:lnTo>
                    <a:pt x="218" y="5228"/>
                  </a:lnTo>
                  <a:lnTo>
                    <a:pt x="946" y="5215"/>
                  </a:lnTo>
                  <a:lnTo>
                    <a:pt x="984" y="5317"/>
                  </a:lnTo>
                  <a:lnTo>
                    <a:pt x="1419" y="5228"/>
                  </a:lnTo>
                  <a:lnTo>
                    <a:pt x="1649" y="4896"/>
                  </a:lnTo>
                  <a:lnTo>
                    <a:pt x="1508" y="4653"/>
                  </a:lnTo>
                  <a:lnTo>
                    <a:pt x="1802" y="4781"/>
                  </a:lnTo>
                  <a:lnTo>
                    <a:pt x="1802" y="4435"/>
                  </a:lnTo>
                  <a:lnTo>
                    <a:pt x="1790" y="4295"/>
                  </a:lnTo>
                  <a:lnTo>
                    <a:pt x="1956" y="4244"/>
                  </a:lnTo>
                  <a:lnTo>
                    <a:pt x="1956" y="4039"/>
                  </a:lnTo>
                  <a:lnTo>
                    <a:pt x="2365" y="4103"/>
                  </a:lnTo>
                  <a:lnTo>
                    <a:pt x="2493" y="3924"/>
                  </a:lnTo>
                  <a:lnTo>
                    <a:pt x="3515" y="4320"/>
                  </a:lnTo>
                  <a:lnTo>
                    <a:pt x="3988" y="4525"/>
                  </a:lnTo>
                  <a:lnTo>
                    <a:pt x="4333" y="5100"/>
                  </a:lnTo>
                  <a:lnTo>
                    <a:pt x="4895" y="5905"/>
                  </a:lnTo>
                  <a:lnTo>
                    <a:pt x="6518" y="6084"/>
                  </a:lnTo>
                  <a:lnTo>
                    <a:pt x="7451" y="6186"/>
                  </a:lnTo>
                  <a:lnTo>
                    <a:pt x="7630" y="6020"/>
                  </a:lnTo>
                  <a:lnTo>
                    <a:pt x="7132" y="5829"/>
                  </a:lnTo>
                  <a:lnTo>
                    <a:pt x="6442" y="5458"/>
                  </a:lnTo>
                  <a:lnTo>
                    <a:pt x="6199" y="5292"/>
                  </a:lnTo>
                  <a:lnTo>
                    <a:pt x="5547" y="4525"/>
                  </a:lnTo>
                  <a:lnTo>
                    <a:pt x="5228" y="3988"/>
                  </a:lnTo>
                  <a:lnTo>
                    <a:pt x="4576" y="3630"/>
                  </a:lnTo>
                  <a:lnTo>
                    <a:pt x="4576" y="3311"/>
                  </a:lnTo>
                  <a:lnTo>
                    <a:pt x="5266" y="3349"/>
                  </a:lnTo>
                  <a:lnTo>
                    <a:pt x="5470" y="3349"/>
                  </a:lnTo>
                  <a:lnTo>
                    <a:pt x="5125" y="2863"/>
                  </a:lnTo>
                  <a:lnTo>
                    <a:pt x="4627" y="2531"/>
                  </a:lnTo>
                  <a:lnTo>
                    <a:pt x="4218" y="2531"/>
                  </a:lnTo>
                  <a:lnTo>
                    <a:pt x="3681" y="2237"/>
                  </a:lnTo>
                  <a:lnTo>
                    <a:pt x="3681" y="2122"/>
                  </a:lnTo>
                  <a:lnTo>
                    <a:pt x="3336" y="1509"/>
                  </a:lnTo>
                  <a:lnTo>
                    <a:pt x="3196" y="1534"/>
                  </a:lnTo>
                  <a:lnTo>
                    <a:pt x="2787" y="1176"/>
                  </a:lnTo>
                  <a:lnTo>
                    <a:pt x="1956" y="678"/>
                  </a:lnTo>
                  <a:lnTo>
                    <a:pt x="1598" y="563"/>
                  </a:lnTo>
                  <a:lnTo>
                    <a:pt x="895" y="563"/>
                  </a:lnTo>
                  <a:lnTo>
                    <a:pt x="90" y="13"/>
                  </a:lnTo>
                  <a:lnTo>
                    <a:pt x="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7" name="Google Shape;1005;p78">
              <a:extLst>
                <a:ext uri="{FF2B5EF4-FFF2-40B4-BE49-F238E27FC236}">
                  <a16:creationId xmlns:a16="http://schemas.microsoft.com/office/drawing/2014/main" id="{DC719274-A745-AC94-3CD0-6ADD1A9B77D2}"/>
                </a:ext>
              </a:extLst>
            </p:cNvPr>
            <p:cNvSpPr/>
            <p:nvPr/>
          </p:nvSpPr>
          <p:spPr>
            <a:xfrm>
              <a:off x="6504150" y="3074900"/>
              <a:ext cx="2575" cy="3875"/>
            </a:xfrm>
            <a:custGeom>
              <a:avLst/>
              <a:gdLst/>
              <a:ahLst/>
              <a:cxnLst/>
              <a:rect l="l" t="t" r="r" b="b"/>
              <a:pathLst>
                <a:path w="103" h="155" extrusionOk="0">
                  <a:moveTo>
                    <a:pt x="1" y="1"/>
                  </a:moveTo>
                  <a:lnTo>
                    <a:pt x="39" y="154"/>
                  </a:lnTo>
                  <a:lnTo>
                    <a:pt x="103" y="128"/>
                  </a:lnTo>
                  <a:lnTo>
                    <a:pt x="64" y="39"/>
                  </a:lnTo>
                  <a:lnTo>
                    <a:pt x="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8" name="Google Shape;1006;p78">
              <a:extLst>
                <a:ext uri="{FF2B5EF4-FFF2-40B4-BE49-F238E27FC236}">
                  <a16:creationId xmlns:a16="http://schemas.microsoft.com/office/drawing/2014/main" id="{33B7E833-9234-4F1E-7CFC-EF64CBDA7F07}"/>
                </a:ext>
              </a:extLst>
            </p:cNvPr>
            <p:cNvSpPr/>
            <p:nvPr/>
          </p:nvSpPr>
          <p:spPr>
            <a:xfrm>
              <a:off x="6486250" y="3103975"/>
              <a:ext cx="6100" cy="8650"/>
            </a:xfrm>
            <a:custGeom>
              <a:avLst/>
              <a:gdLst/>
              <a:ahLst/>
              <a:cxnLst/>
              <a:rect l="l" t="t" r="r" b="b"/>
              <a:pathLst>
                <a:path w="244" h="346" extrusionOk="0">
                  <a:moveTo>
                    <a:pt x="154" y="1"/>
                  </a:moveTo>
                  <a:lnTo>
                    <a:pt x="78" y="116"/>
                  </a:lnTo>
                  <a:lnTo>
                    <a:pt x="1" y="167"/>
                  </a:lnTo>
                  <a:lnTo>
                    <a:pt x="1" y="346"/>
                  </a:lnTo>
                  <a:lnTo>
                    <a:pt x="52" y="346"/>
                  </a:lnTo>
                  <a:lnTo>
                    <a:pt x="65" y="320"/>
                  </a:lnTo>
                  <a:lnTo>
                    <a:pt x="52" y="256"/>
                  </a:lnTo>
                  <a:lnTo>
                    <a:pt x="39" y="180"/>
                  </a:lnTo>
                  <a:lnTo>
                    <a:pt x="180" y="180"/>
                  </a:lnTo>
                  <a:lnTo>
                    <a:pt x="244" y="39"/>
                  </a:lnTo>
                  <a:lnTo>
                    <a:pt x="15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007;p78">
              <a:extLst>
                <a:ext uri="{FF2B5EF4-FFF2-40B4-BE49-F238E27FC236}">
                  <a16:creationId xmlns:a16="http://schemas.microsoft.com/office/drawing/2014/main" id="{71815F9C-A334-EF53-CF85-FA2C46EC9DEF}"/>
                </a:ext>
              </a:extLst>
            </p:cNvPr>
            <p:cNvSpPr/>
            <p:nvPr/>
          </p:nvSpPr>
          <p:spPr>
            <a:xfrm>
              <a:off x="6494575" y="3091850"/>
              <a:ext cx="4800" cy="4175"/>
            </a:xfrm>
            <a:custGeom>
              <a:avLst/>
              <a:gdLst/>
              <a:ahLst/>
              <a:cxnLst/>
              <a:rect l="l" t="t" r="r" b="b"/>
              <a:pathLst>
                <a:path w="192" h="167" extrusionOk="0">
                  <a:moveTo>
                    <a:pt x="141" y="0"/>
                  </a:moveTo>
                  <a:lnTo>
                    <a:pt x="0" y="77"/>
                  </a:lnTo>
                  <a:lnTo>
                    <a:pt x="77" y="166"/>
                  </a:lnTo>
                  <a:lnTo>
                    <a:pt x="192" y="77"/>
                  </a:lnTo>
                  <a:lnTo>
                    <a:pt x="14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0" name="Google Shape;1008;p78">
              <a:extLst>
                <a:ext uri="{FF2B5EF4-FFF2-40B4-BE49-F238E27FC236}">
                  <a16:creationId xmlns:a16="http://schemas.microsoft.com/office/drawing/2014/main" id="{37485078-2918-B2FA-B25D-68AB7DBFB0D3}"/>
                </a:ext>
              </a:extLst>
            </p:cNvPr>
            <p:cNvSpPr/>
            <p:nvPr/>
          </p:nvSpPr>
          <p:spPr>
            <a:xfrm>
              <a:off x="3921825" y="1782150"/>
              <a:ext cx="6100" cy="8000"/>
            </a:xfrm>
            <a:custGeom>
              <a:avLst/>
              <a:gdLst/>
              <a:ahLst/>
              <a:cxnLst/>
              <a:rect l="l" t="t" r="r" b="b"/>
              <a:pathLst>
                <a:path w="244" h="320" extrusionOk="0">
                  <a:moveTo>
                    <a:pt x="179" y="0"/>
                  </a:moveTo>
                  <a:lnTo>
                    <a:pt x="141" y="26"/>
                  </a:lnTo>
                  <a:lnTo>
                    <a:pt x="77" y="116"/>
                  </a:lnTo>
                  <a:lnTo>
                    <a:pt x="26" y="205"/>
                  </a:lnTo>
                  <a:lnTo>
                    <a:pt x="13" y="243"/>
                  </a:lnTo>
                  <a:lnTo>
                    <a:pt x="0" y="307"/>
                  </a:lnTo>
                  <a:lnTo>
                    <a:pt x="64" y="320"/>
                  </a:lnTo>
                  <a:lnTo>
                    <a:pt x="128" y="320"/>
                  </a:lnTo>
                  <a:lnTo>
                    <a:pt x="141" y="256"/>
                  </a:lnTo>
                  <a:lnTo>
                    <a:pt x="179" y="192"/>
                  </a:lnTo>
                  <a:lnTo>
                    <a:pt x="205" y="128"/>
                  </a:lnTo>
                  <a:lnTo>
                    <a:pt x="243" y="77"/>
                  </a:lnTo>
                  <a:lnTo>
                    <a:pt x="230" y="13"/>
                  </a:lnTo>
                  <a:lnTo>
                    <a:pt x="20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1" name="Google Shape;1009;p78">
              <a:extLst>
                <a:ext uri="{FF2B5EF4-FFF2-40B4-BE49-F238E27FC236}">
                  <a16:creationId xmlns:a16="http://schemas.microsoft.com/office/drawing/2014/main" id="{BD21EB99-711E-444A-C97B-2F6ED3682FB5}"/>
                </a:ext>
              </a:extLst>
            </p:cNvPr>
            <p:cNvSpPr/>
            <p:nvPr/>
          </p:nvSpPr>
          <p:spPr>
            <a:xfrm>
              <a:off x="6212425" y="3525425"/>
              <a:ext cx="16975" cy="18225"/>
            </a:xfrm>
            <a:custGeom>
              <a:avLst/>
              <a:gdLst/>
              <a:ahLst/>
              <a:cxnLst/>
              <a:rect l="l" t="t" r="r" b="b"/>
              <a:pathLst>
                <a:path w="679" h="729" extrusionOk="0">
                  <a:moveTo>
                    <a:pt x="576" y="0"/>
                  </a:moveTo>
                  <a:lnTo>
                    <a:pt x="320" y="13"/>
                  </a:lnTo>
                  <a:lnTo>
                    <a:pt x="77" y="371"/>
                  </a:lnTo>
                  <a:lnTo>
                    <a:pt x="1" y="729"/>
                  </a:lnTo>
                  <a:lnTo>
                    <a:pt x="129" y="729"/>
                  </a:lnTo>
                  <a:lnTo>
                    <a:pt x="295" y="575"/>
                  </a:lnTo>
                  <a:lnTo>
                    <a:pt x="474" y="409"/>
                  </a:lnTo>
                  <a:lnTo>
                    <a:pt x="435" y="103"/>
                  </a:lnTo>
                  <a:lnTo>
                    <a:pt x="512" y="26"/>
                  </a:lnTo>
                  <a:lnTo>
                    <a:pt x="678" y="115"/>
                  </a:lnTo>
                  <a:lnTo>
                    <a:pt x="64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2" name="Google Shape;1010;p78">
              <a:extLst>
                <a:ext uri="{FF2B5EF4-FFF2-40B4-BE49-F238E27FC236}">
                  <a16:creationId xmlns:a16="http://schemas.microsoft.com/office/drawing/2014/main" id="{58FAE47D-AA11-C57F-6FC8-2DC7613280F1}"/>
                </a:ext>
              </a:extLst>
            </p:cNvPr>
            <p:cNvSpPr/>
            <p:nvPr/>
          </p:nvSpPr>
          <p:spPr>
            <a:xfrm>
              <a:off x="6243100" y="3487725"/>
              <a:ext cx="10900" cy="15025"/>
            </a:xfrm>
            <a:custGeom>
              <a:avLst/>
              <a:gdLst/>
              <a:ahLst/>
              <a:cxnLst/>
              <a:rect l="l" t="t" r="r" b="b"/>
              <a:pathLst>
                <a:path w="436" h="601" extrusionOk="0">
                  <a:moveTo>
                    <a:pt x="397" y="0"/>
                  </a:moveTo>
                  <a:lnTo>
                    <a:pt x="320" y="281"/>
                  </a:lnTo>
                  <a:lnTo>
                    <a:pt x="218" y="332"/>
                  </a:lnTo>
                  <a:lnTo>
                    <a:pt x="167" y="550"/>
                  </a:lnTo>
                  <a:lnTo>
                    <a:pt x="167" y="217"/>
                  </a:lnTo>
                  <a:lnTo>
                    <a:pt x="1" y="269"/>
                  </a:lnTo>
                  <a:lnTo>
                    <a:pt x="26" y="550"/>
                  </a:lnTo>
                  <a:lnTo>
                    <a:pt x="116" y="499"/>
                  </a:lnTo>
                  <a:lnTo>
                    <a:pt x="180" y="601"/>
                  </a:lnTo>
                  <a:lnTo>
                    <a:pt x="256" y="550"/>
                  </a:lnTo>
                  <a:lnTo>
                    <a:pt x="269" y="384"/>
                  </a:lnTo>
                  <a:lnTo>
                    <a:pt x="435" y="269"/>
                  </a:lnTo>
                  <a:lnTo>
                    <a:pt x="39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3" name="Google Shape;1011;p78">
              <a:extLst>
                <a:ext uri="{FF2B5EF4-FFF2-40B4-BE49-F238E27FC236}">
                  <a16:creationId xmlns:a16="http://schemas.microsoft.com/office/drawing/2014/main" id="{DFF4610F-52E8-A8DE-D5E5-2A7E7BE62FF7}"/>
                </a:ext>
              </a:extLst>
            </p:cNvPr>
            <p:cNvSpPr/>
            <p:nvPr/>
          </p:nvSpPr>
          <p:spPr>
            <a:xfrm>
              <a:off x="6271225" y="3490600"/>
              <a:ext cx="14725" cy="31000"/>
            </a:xfrm>
            <a:custGeom>
              <a:avLst/>
              <a:gdLst/>
              <a:ahLst/>
              <a:cxnLst/>
              <a:rect l="l" t="t" r="r" b="b"/>
              <a:pathLst>
                <a:path w="589" h="1240" extrusionOk="0">
                  <a:moveTo>
                    <a:pt x="409" y="0"/>
                  </a:moveTo>
                  <a:lnTo>
                    <a:pt x="256" y="243"/>
                  </a:lnTo>
                  <a:lnTo>
                    <a:pt x="179" y="243"/>
                  </a:lnTo>
                  <a:lnTo>
                    <a:pt x="115" y="307"/>
                  </a:lnTo>
                  <a:lnTo>
                    <a:pt x="230" y="281"/>
                  </a:lnTo>
                  <a:lnTo>
                    <a:pt x="205" y="473"/>
                  </a:lnTo>
                  <a:lnTo>
                    <a:pt x="269" y="563"/>
                  </a:lnTo>
                  <a:lnTo>
                    <a:pt x="90" y="499"/>
                  </a:lnTo>
                  <a:lnTo>
                    <a:pt x="90" y="665"/>
                  </a:lnTo>
                  <a:lnTo>
                    <a:pt x="52" y="690"/>
                  </a:lnTo>
                  <a:lnTo>
                    <a:pt x="0" y="1125"/>
                  </a:lnTo>
                  <a:lnTo>
                    <a:pt x="167" y="1240"/>
                  </a:lnTo>
                  <a:lnTo>
                    <a:pt x="409" y="959"/>
                  </a:lnTo>
                  <a:lnTo>
                    <a:pt x="141" y="678"/>
                  </a:lnTo>
                  <a:lnTo>
                    <a:pt x="409" y="895"/>
                  </a:lnTo>
                  <a:lnTo>
                    <a:pt x="473" y="793"/>
                  </a:lnTo>
                  <a:lnTo>
                    <a:pt x="333" y="716"/>
                  </a:lnTo>
                  <a:lnTo>
                    <a:pt x="269" y="741"/>
                  </a:lnTo>
                  <a:lnTo>
                    <a:pt x="282" y="678"/>
                  </a:lnTo>
                  <a:lnTo>
                    <a:pt x="512" y="780"/>
                  </a:lnTo>
                  <a:lnTo>
                    <a:pt x="588" y="626"/>
                  </a:lnTo>
                  <a:lnTo>
                    <a:pt x="486" y="460"/>
                  </a:lnTo>
                  <a:lnTo>
                    <a:pt x="588" y="396"/>
                  </a:lnTo>
                  <a:lnTo>
                    <a:pt x="588" y="205"/>
                  </a:lnTo>
                  <a:lnTo>
                    <a:pt x="43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012;p78">
              <a:extLst>
                <a:ext uri="{FF2B5EF4-FFF2-40B4-BE49-F238E27FC236}">
                  <a16:creationId xmlns:a16="http://schemas.microsoft.com/office/drawing/2014/main" id="{AA12B71D-B2E8-6545-278F-C04C89E88056}"/>
                </a:ext>
              </a:extLst>
            </p:cNvPr>
            <p:cNvSpPr/>
            <p:nvPr/>
          </p:nvSpPr>
          <p:spPr>
            <a:xfrm>
              <a:off x="6196125" y="3389300"/>
              <a:ext cx="210275" cy="171300"/>
            </a:xfrm>
            <a:custGeom>
              <a:avLst/>
              <a:gdLst/>
              <a:ahLst/>
              <a:cxnLst/>
              <a:rect l="l" t="t" r="r" b="b"/>
              <a:pathLst>
                <a:path w="8411" h="6852" extrusionOk="0">
                  <a:moveTo>
                    <a:pt x="1535" y="1"/>
                  </a:moveTo>
                  <a:lnTo>
                    <a:pt x="1241" y="244"/>
                  </a:lnTo>
                  <a:lnTo>
                    <a:pt x="793" y="282"/>
                  </a:lnTo>
                  <a:lnTo>
                    <a:pt x="729" y="589"/>
                  </a:lnTo>
                  <a:lnTo>
                    <a:pt x="678" y="716"/>
                  </a:lnTo>
                  <a:lnTo>
                    <a:pt x="563" y="653"/>
                  </a:lnTo>
                  <a:lnTo>
                    <a:pt x="614" y="410"/>
                  </a:lnTo>
                  <a:lnTo>
                    <a:pt x="384" y="410"/>
                  </a:lnTo>
                  <a:lnTo>
                    <a:pt x="499" y="359"/>
                  </a:lnTo>
                  <a:lnTo>
                    <a:pt x="384" y="282"/>
                  </a:lnTo>
                  <a:lnTo>
                    <a:pt x="333" y="359"/>
                  </a:lnTo>
                  <a:lnTo>
                    <a:pt x="27" y="371"/>
                  </a:lnTo>
                  <a:lnTo>
                    <a:pt x="1" y="448"/>
                  </a:lnTo>
                  <a:lnTo>
                    <a:pt x="269" y="448"/>
                  </a:lnTo>
                  <a:lnTo>
                    <a:pt x="359" y="397"/>
                  </a:lnTo>
                  <a:lnTo>
                    <a:pt x="282" y="538"/>
                  </a:lnTo>
                  <a:lnTo>
                    <a:pt x="359" y="538"/>
                  </a:lnTo>
                  <a:lnTo>
                    <a:pt x="359" y="704"/>
                  </a:lnTo>
                  <a:lnTo>
                    <a:pt x="474" y="819"/>
                  </a:lnTo>
                  <a:lnTo>
                    <a:pt x="563" y="716"/>
                  </a:lnTo>
                  <a:lnTo>
                    <a:pt x="499" y="870"/>
                  </a:lnTo>
                  <a:lnTo>
                    <a:pt x="729" y="908"/>
                  </a:lnTo>
                  <a:lnTo>
                    <a:pt x="768" y="806"/>
                  </a:lnTo>
                  <a:lnTo>
                    <a:pt x="857" y="819"/>
                  </a:lnTo>
                  <a:lnTo>
                    <a:pt x="857" y="908"/>
                  </a:lnTo>
                  <a:lnTo>
                    <a:pt x="1087" y="908"/>
                  </a:lnTo>
                  <a:lnTo>
                    <a:pt x="1126" y="985"/>
                  </a:lnTo>
                  <a:lnTo>
                    <a:pt x="1343" y="921"/>
                  </a:lnTo>
                  <a:lnTo>
                    <a:pt x="1292" y="1023"/>
                  </a:lnTo>
                  <a:lnTo>
                    <a:pt x="1420" y="1074"/>
                  </a:lnTo>
                  <a:lnTo>
                    <a:pt x="1305" y="1228"/>
                  </a:lnTo>
                  <a:lnTo>
                    <a:pt x="1420" y="1356"/>
                  </a:lnTo>
                  <a:lnTo>
                    <a:pt x="1611" y="1522"/>
                  </a:lnTo>
                  <a:lnTo>
                    <a:pt x="1867" y="1445"/>
                  </a:lnTo>
                  <a:lnTo>
                    <a:pt x="1956" y="1560"/>
                  </a:lnTo>
                  <a:lnTo>
                    <a:pt x="2084" y="1534"/>
                  </a:lnTo>
                  <a:lnTo>
                    <a:pt x="2161" y="1560"/>
                  </a:lnTo>
                  <a:lnTo>
                    <a:pt x="2532" y="1483"/>
                  </a:lnTo>
                  <a:lnTo>
                    <a:pt x="2672" y="1509"/>
                  </a:lnTo>
                  <a:lnTo>
                    <a:pt x="2889" y="1419"/>
                  </a:lnTo>
                  <a:lnTo>
                    <a:pt x="2889" y="1419"/>
                  </a:lnTo>
                  <a:lnTo>
                    <a:pt x="2826" y="1509"/>
                  </a:lnTo>
                  <a:lnTo>
                    <a:pt x="2864" y="1637"/>
                  </a:lnTo>
                  <a:lnTo>
                    <a:pt x="2787" y="1701"/>
                  </a:lnTo>
                  <a:lnTo>
                    <a:pt x="2698" y="1841"/>
                  </a:lnTo>
                  <a:lnTo>
                    <a:pt x="2672" y="1739"/>
                  </a:lnTo>
                  <a:lnTo>
                    <a:pt x="2595" y="1803"/>
                  </a:lnTo>
                  <a:lnTo>
                    <a:pt x="2659" y="1675"/>
                  </a:lnTo>
                  <a:lnTo>
                    <a:pt x="2493" y="1649"/>
                  </a:lnTo>
                  <a:lnTo>
                    <a:pt x="2455" y="1790"/>
                  </a:lnTo>
                  <a:lnTo>
                    <a:pt x="2391" y="1649"/>
                  </a:lnTo>
                  <a:lnTo>
                    <a:pt x="2174" y="1675"/>
                  </a:lnTo>
                  <a:lnTo>
                    <a:pt x="1982" y="1982"/>
                  </a:lnTo>
                  <a:lnTo>
                    <a:pt x="1829" y="1905"/>
                  </a:lnTo>
                  <a:lnTo>
                    <a:pt x="1688" y="1905"/>
                  </a:lnTo>
                  <a:lnTo>
                    <a:pt x="1586" y="1867"/>
                  </a:lnTo>
                  <a:lnTo>
                    <a:pt x="1369" y="1931"/>
                  </a:lnTo>
                  <a:lnTo>
                    <a:pt x="1381" y="2110"/>
                  </a:lnTo>
                  <a:lnTo>
                    <a:pt x="1611" y="2046"/>
                  </a:lnTo>
                  <a:lnTo>
                    <a:pt x="1893" y="2276"/>
                  </a:lnTo>
                  <a:lnTo>
                    <a:pt x="1880" y="2429"/>
                  </a:lnTo>
                  <a:lnTo>
                    <a:pt x="2046" y="2378"/>
                  </a:lnTo>
                  <a:lnTo>
                    <a:pt x="2059" y="2493"/>
                  </a:lnTo>
                  <a:lnTo>
                    <a:pt x="2097" y="2646"/>
                  </a:lnTo>
                  <a:lnTo>
                    <a:pt x="1918" y="2646"/>
                  </a:lnTo>
                  <a:lnTo>
                    <a:pt x="2097" y="3017"/>
                  </a:lnTo>
                  <a:lnTo>
                    <a:pt x="2301" y="2953"/>
                  </a:lnTo>
                  <a:lnTo>
                    <a:pt x="2353" y="3017"/>
                  </a:lnTo>
                  <a:lnTo>
                    <a:pt x="2532" y="2813"/>
                  </a:lnTo>
                  <a:lnTo>
                    <a:pt x="2506" y="2672"/>
                  </a:lnTo>
                  <a:lnTo>
                    <a:pt x="2659" y="2582"/>
                  </a:lnTo>
                  <a:lnTo>
                    <a:pt x="2595" y="2455"/>
                  </a:lnTo>
                  <a:lnTo>
                    <a:pt x="2685" y="2455"/>
                  </a:lnTo>
                  <a:lnTo>
                    <a:pt x="2698" y="2314"/>
                  </a:lnTo>
                  <a:lnTo>
                    <a:pt x="2710" y="2186"/>
                  </a:lnTo>
                  <a:lnTo>
                    <a:pt x="2838" y="2122"/>
                  </a:lnTo>
                  <a:lnTo>
                    <a:pt x="2864" y="2225"/>
                  </a:lnTo>
                  <a:lnTo>
                    <a:pt x="2736" y="2314"/>
                  </a:lnTo>
                  <a:lnTo>
                    <a:pt x="2736" y="2519"/>
                  </a:lnTo>
                  <a:lnTo>
                    <a:pt x="2762" y="2685"/>
                  </a:lnTo>
                  <a:lnTo>
                    <a:pt x="2826" y="2659"/>
                  </a:lnTo>
                  <a:lnTo>
                    <a:pt x="2915" y="2813"/>
                  </a:lnTo>
                  <a:lnTo>
                    <a:pt x="3030" y="2774"/>
                  </a:lnTo>
                  <a:lnTo>
                    <a:pt x="3132" y="2889"/>
                  </a:lnTo>
                  <a:lnTo>
                    <a:pt x="3234" y="2928"/>
                  </a:lnTo>
                  <a:lnTo>
                    <a:pt x="3260" y="2851"/>
                  </a:lnTo>
                  <a:lnTo>
                    <a:pt x="3401" y="2928"/>
                  </a:lnTo>
                  <a:lnTo>
                    <a:pt x="3528" y="2851"/>
                  </a:lnTo>
                  <a:lnTo>
                    <a:pt x="3618" y="2864"/>
                  </a:lnTo>
                  <a:lnTo>
                    <a:pt x="3503" y="2928"/>
                  </a:lnTo>
                  <a:lnTo>
                    <a:pt x="3528" y="3068"/>
                  </a:lnTo>
                  <a:lnTo>
                    <a:pt x="3669" y="3145"/>
                  </a:lnTo>
                  <a:lnTo>
                    <a:pt x="4014" y="3337"/>
                  </a:lnTo>
                  <a:lnTo>
                    <a:pt x="4219" y="3285"/>
                  </a:lnTo>
                  <a:lnTo>
                    <a:pt x="4538" y="3337"/>
                  </a:lnTo>
                  <a:lnTo>
                    <a:pt x="4666" y="3490"/>
                  </a:lnTo>
                  <a:lnTo>
                    <a:pt x="4870" y="3490"/>
                  </a:lnTo>
                  <a:lnTo>
                    <a:pt x="5305" y="3682"/>
                  </a:lnTo>
                  <a:lnTo>
                    <a:pt x="5407" y="3682"/>
                  </a:lnTo>
                  <a:lnTo>
                    <a:pt x="6289" y="4091"/>
                  </a:lnTo>
                  <a:lnTo>
                    <a:pt x="6289" y="4282"/>
                  </a:lnTo>
                  <a:lnTo>
                    <a:pt x="6430" y="4423"/>
                  </a:lnTo>
                  <a:lnTo>
                    <a:pt x="6532" y="4845"/>
                  </a:lnTo>
                  <a:lnTo>
                    <a:pt x="6775" y="5075"/>
                  </a:lnTo>
                  <a:lnTo>
                    <a:pt x="6775" y="5190"/>
                  </a:lnTo>
                  <a:lnTo>
                    <a:pt x="6647" y="5279"/>
                  </a:lnTo>
                  <a:lnTo>
                    <a:pt x="6698" y="5330"/>
                  </a:lnTo>
                  <a:lnTo>
                    <a:pt x="6775" y="5394"/>
                  </a:lnTo>
                  <a:lnTo>
                    <a:pt x="6941" y="5484"/>
                  </a:lnTo>
                  <a:lnTo>
                    <a:pt x="6724" y="5548"/>
                  </a:lnTo>
                  <a:lnTo>
                    <a:pt x="6941" y="5726"/>
                  </a:lnTo>
                  <a:lnTo>
                    <a:pt x="6941" y="5726"/>
                  </a:lnTo>
                  <a:lnTo>
                    <a:pt x="6749" y="5637"/>
                  </a:lnTo>
                  <a:lnTo>
                    <a:pt x="6468" y="5726"/>
                  </a:lnTo>
                  <a:lnTo>
                    <a:pt x="6187" y="5893"/>
                  </a:lnTo>
                  <a:lnTo>
                    <a:pt x="5893" y="6519"/>
                  </a:lnTo>
                  <a:lnTo>
                    <a:pt x="5893" y="6519"/>
                  </a:lnTo>
                  <a:lnTo>
                    <a:pt x="6200" y="6468"/>
                  </a:lnTo>
                  <a:lnTo>
                    <a:pt x="6379" y="6481"/>
                  </a:lnTo>
                  <a:lnTo>
                    <a:pt x="6519" y="6519"/>
                  </a:lnTo>
                  <a:lnTo>
                    <a:pt x="6672" y="6442"/>
                  </a:lnTo>
                  <a:lnTo>
                    <a:pt x="6864" y="6493"/>
                  </a:lnTo>
                  <a:lnTo>
                    <a:pt x="6941" y="6442"/>
                  </a:lnTo>
                  <a:lnTo>
                    <a:pt x="7184" y="6225"/>
                  </a:lnTo>
                  <a:lnTo>
                    <a:pt x="7299" y="6314"/>
                  </a:lnTo>
                  <a:lnTo>
                    <a:pt x="7631" y="6276"/>
                  </a:lnTo>
                  <a:lnTo>
                    <a:pt x="7759" y="6276"/>
                  </a:lnTo>
                  <a:lnTo>
                    <a:pt x="7797" y="6327"/>
                  </a:lnTo>
                  <a:lnTo>
                    <a:pt x="8411" y="6851"/>
                  </a:lnTo>
                  <a:lnTo>
                    <a:pt x="8411" y="1803"/>
                  </a:lnTo>
                  <a:lnTo>
                    <a:pt x="8398" y="1803"/>
                  </a:lnTo>
                  <a:lnTo>
                    <a:pt x="8270" y="1649"/>
                  </a:lnTo>
                  <a:lnTo>
                    <a:pt x="8117" y="1649"/>
                  </a:lnTo>
                  <a:lnTo>
                    <a:pt x="8002" y="1701"/>
                  </a:lnTo>
                  <a:lnTo>
                    <a:pt x="7951" y="1598"/>
                  </a:lnTo>
                  <a:lnTo>
                    <a:pt x="7682" y="1611"/>
                  </a:lnTo>
                  <a:lnTo>
                    <a:pt x="6979" y="1253"/>
                  </a:lnTo>
                  <a:lnTo>
                    <a:pt x="6864" y="1253"/>
                  </a:lnTo>
                  <a:lnTo>
                    <a:pt x="6762" y="1151"/>
                  </a:lnTo>
                  <a:lnTo>
                    <a:pt x="6545" y="1062"/>
                  </a:lnTo>
                  <a:lnTo>
                    <a:pt x="6085" y="870"/>
                  </a:lnTo>
                  <a:lnTo>
                    <a:pt x="5458" y="1138"/>
                  </a:lnTo>
                  <a:lnTo>
                    <a:pt x="5458" y="1266"/>
                  </a:lnTo>
                  <a:lnTo>
                    <a:pt x="5561" y="1343"/>
                  </a:lnTo>
                  <a:lnTo>
                    <a:pt x="5318" y="1471"/>
                  </a:lnTo>
                  <a:lnTo>
                    <a:pt x="5152" y="1547"/>
                  </a:lnTo>
                  <a:lnTo>
                    <a:pt x="4960" y="1458"/>
                  </a:lnTo>
                  <a:lnTo>
                    <a:pt x="4870" y="1496"/>
                  </a:lnTo>
                  <a:lnTo>
                    <a:pt x="4870" y="1598"/>
                  </a:lnTo>
                  <a:lnTo>
                    <a:pt x="4832" y="1649"/>
                  </a:lnTo>
                  <a:lnTo>
                    <a:pt x="4832" y="1752"/>
                  </a:lnTo>
                  <a:lnTo>
                    <a:pt x="4589" y="1880"/>
                  </a:lnTo>
                  <a:lnTo>
                    <a:pt x="4538" y="2058"/>
                  </a:lnTo>
                  <a:lnTo>
                    <a:pt x="4142" y="2416"/>
                  </a:lnTo>
                  <a:lnTo>
                    <a:pt x="3720" y="2378"/>
                  </a:lnTo>
                  <a:lnTo>
                    <a:pt x="3643" y="2288"/>
                  </a:lnTo>
                  <a:lnTo>
                    <a:pt x="3592" y="2237"/>
                  </a:lnTo>
                  <a:lnTo>
                    <a:pt x="3580" y="2212"/>
                  </a:lnTo>
                  <a:lnTo>
                    <a:pt x="3605" y="2186"/>
                  </a:lnTo>
                  <a:lnTo>
                    <a:pt x="3631" y="2135"/>
                  </a:lnTo>
                  <a:lnTo>
                    <a:pt x="3669" y="2046"/>
                  </a:lnTo>
                  <a:lnTo>
                    <a:pt x="3567" y="2071"/>
                  </a:lnTo>
                  <a:lnTo>
                    <a:pt x="3503" y="1739"/>
                  </a:lnTo>
                  <a:lnTo>
                    <a:pt x="3465" y="1534"/>
                  </a:lnTo>
                  <a:lnTo>
                    <a:pt x="3426" y="1701"/>
                  </a:lnTo>
                  <a:lnTo>
                    <a:pt x="3388" y="1726"/>
                  </a:lnTo>
                  <a:lnTo>
                    <a:pt x="3375" y="1982"/>
                  </a:lnTo>
                  <a:lnTo>
                    <a:pt x="3234" y="1739"/>
                  </a:lnTo>
                  <a:lnTo>
                    <a:pt x="3119" y="1573"/>
                  </a:lnTo>
                  <a:lnTo>
                    <a:pt x="3107" y="1317"/>
                  </a:lnTo>
                  <a:lnTo>
                    <a:pt x="3004" y="1074"/>
                  </a:lnTo>
                  <a:lnTo>
                    <a:pt x="3183" y="908"/>
                  </a:lnTo>
                  <a:lnTo>
                    <a:pt x="3209" y="768"/>
                  </a:lnTo>
                  <a:lnTo>
                    <a:pt x="2966" y="512"/>
                  </a:lnTo>
                  <a:lnTo>
                    <a:pt x="3056" y="410"/>
                  </a:lnTo>
                  <a:lnTo>
                    <a:pt x="2966" y="282"/>
                  </a:lnTo>
                  <a:lnTo>
                    <a:pt x="2532" y="282"/>
                  </a:lnTo>
                  <a:lnTo>
                    <a:pt x="196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013;p78">
              <a:extLst>
                <a:ext uri="{FF2B5EF4-FFF2-40B4-BE49-F238E27FC236}">
                  <a16:creationId xmlns:a16="http://schemas.microsoft.com/office/drawing/2014/main" id="{D6FA43E5-781A-CAFB-AAE4-D356DCDB3F98}"/>
                </a:ext>
              </a:extLst>
            </p:cNvPr>
            <p:cNvSpPr/>
            <p:nvPr/>
          </p:nvSpPr>
          <p:spPr>
            <a:xfrm>
              <a:off x="6570925" y="2386025"/>
              <a:ext cx="25600" cy="26875"/>
            </a:xfrm>
            <a:custGeom>
              <a:avLst/>
              <a:gdLst/>
              <a:ahLst/>
              <a:cxnLst/>
              <a:rect l="l" t="t" r="r" b="b"/>
              <a:pathLst>
                <a:path w="1024" h="1075" extrusionOk="0">
                  <a:moveTo>
                    <a:pt x="1023" y="1"/>
                  </a:moveTo>
                  <a:lnTo>
                    <a:pt x="780" y="307"/>
                  </a:lnTo>
                  <a:lnTo>
                    <a:pt x="371" y="563"/>
                  </a:lnTo>
                  <a:lnTo>
                    <a:pt x="1" y="819"/>
                  </a:lnTo>
                  <a:lnTo>
                    <a:pt x="1" y="1074"/>
                  </a:lnTo>
                  <a:lnTo>
                    <a:pt x="141" y="1023"/>
                  </a:lnTo>
                  <a:lnTo>
                    <a:pt x="244" y="985"/>
                  </a:lnTo>
                  <a:lnTo>
                    <a:pt x="269" y="972"/>
                  </a:lnTo>
                  <a:lnTo>
                    <a:pt x="295" y="959"/>
                  </a:lnTo>
                  <a:lnTo>
                    <a:pt x="410" y="793"/>
                  </a:lnTo>
                  <a:lnTo>
                    <a:pt x="512" y="653"/>
                  </a:lnTo>
                  <a:lnTo>
                    <a:pt x="844" y="410"/>
                  </a:lnTo>
                  <a:lnTo>
                    <a:pt x="895" y="320"/>
                  </a:lnTo>
                  <a:lnTo>
                    <a:pt x="972" y="192"/>
                  </a:lnTo>
                  <a:lnTo>
                    <a:pt x="102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014;p78">
              <a:extLst>
                <a:ext uri="{FF2B5EF4-FFF2-40B4-BE49-F238E27FC236}">
                  <a16:creationId xmlns:a16="http://schemas.microsoft.com/office/drawing/2014/main" id="{DA4EC515-0587-72DC-E8E6-34814F616F78}"/>
                </a:ext>
              </a:extLst>
            </p:cNvPr>
            <p:cNvSpPr/>
            <p:nvPr/>
          </p:nvSpPr>
          <p:spPr>
            <a:xfrm>
              <a:off x="6411500" y="2429175"/>
              <a:ext cx="3850" cy="4175"/>
            </a:xfrm>
            <a:custGeom>
              <a:avLst/>
              <a:gdLst/>
              <a:ahLst/>
              <a:cxnLst/>
              <a:rect l="l" t="t" r="r" b="b"/>
              <a:pathLst>
                <a:path w="154" h="167" extrusionOk="0">
                  <a:moveTo>
                    <a:pt x="90" y="0"/>
                  </a:moveTo>
                  <a:lnTo>
                    <a:pt x="0" y="90"/>
                  </a:lnTo>
                  <a:lnTo>
                    <a:pt x="64" y="166"/>
                  </a:lnTo>
                  <a:lnTo>
                    <a:pt x="154" y="115"/>
                  </a:lnTo>
                  <a:lnTo>
                    <a:pt x="9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7" name="Google Shape;1015;p78">
              <a:extLst>
                <a:ext uri="{FF2B5EF4-FFF2-40B4-BE49-F238E27FC236}">
                  <a16:creationId xmlns:a16="http://schemas.microsoft.com/office/drawing/2014/main" id="{21317E4C-4C26-DB3F-C35C-CB891351E171}"/>
                </a:ext>
              </a:extLst>
            </p:cNvPr>
            <p:cNvSpPr/>
            <p:nvPr/>
          </p:nvSpPr>
          <p:spPr>
            <a:xfrm>
              <a:off x="6523950" y="2412875"/>
              <a:ext cx="34225" cy="23975"/>
            </a:xfrm>
            <a:custGeom>
              <a:avLst/>
              <a:gdLst/>
              <a:ahLst/>
              <a:cxnLst/>
              <a:rect l="l" t="t" r="r" b="b"/>
              <a:pathLst>
                <a:path w="1369" h="959" extrusionOk="0">
                  <a:moveTo>
                    <a:pt x="1190" y="0"/>
                  </a:moveTo>
                  <a:lnTo>
                    <a:pt x="870" y="205"/>
                  </a:lnTo>
                  <a:lnTo>
                    <a:pt x="870" y="103"/>
                  </a:lnTo>
                  <a:lnTo>
                    <a:pt x="793" y="103"/>
                  </a:lnTo>
                  <a:lnTo>
                    <a:pt x="678" y="205"/>
                  </a:lnTo>
                  <a:lnTo>
                    <a:pt x="359" y="422"/>
                  </a:lnTo>
                  <a:lnTo>
                    <a:pt x="103" y="652"/>
                  </a:lnTo>
                  <a:lnTo>
                    <a:pt x="1" y="959"/>
                  </a:lnTo>
                  <a:lnTo>
                    <a:pt x="231" y="857"/>
                  </a:lnTo>
                  <a:lnTo>
                    <a:pt x="512" y="524"/>
                  </a:lnTo>
                  <a:lnTo>
                    <a:pt x="538" y="499"/>
                  </a:lnTo>
                  <a:lnTo>
                    <a:pt x="602" y="473"/>
                  </a:lnTo>
                  <a:lnTo>
                    <a:pt x="781" y="397"/>
                  </a:lnTo>
                  <a:lnTo>
                    <a:pt x="1036" y="307"/>
                  </a:lnTo>
                  <a:lnTo>
                    <a:pt x="1368" y="179"/>
                  </a:lnTo>
                  <a:lnTo>
                    <a:pt x="1330" y="64"/>
                  </a:lnTo>
                  <a:lnTo>
                    <a:pt x="119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8" name="Google Shape;1016;p78">
              <a:extLst>
                <a:ext uri="{FF2B5EF4-FFF2-40B4-BE49-F238E27FC236}">
                  <a16:creationId xmlns:a16="http://schemas.microsoft.com/office/drawing/2014/main" id="{F9AB0B92-3A48-F181-E918-5E9A3477621B}"/>
                </a:ext>
              </a:extLst>
            </p:cNvPr>
            <p:cNvSpPr/>
            <p:nvPr/>
          </p:nvSpPr>
          <p:spPr>
            <a:xfrm>
              <a:off x="6416600" y="2185700"/>
              <a:ext cx="54975" cy="218250"/>
            </a:xfrm>
            <a:custGeom>
              <a:avLst/>
              <a:gdLst/>
              <a:ahLst/>
              <a:cxnLst/>
              <a:rect l="l" t="t" r="r" b="b"/>
              <a:pathLst>
                <a:path w="2199" h="8730" extrusionOk="0">
                  <a:moveTo>
                    <a:pt x="499" y="0"/>
                  </a:moveTo>
                  <a:lnTo>
                    <a:pt x="499" y="154"/>
                  </a:lnTo>
                  <a:lnTo>
                    <a:pt x="793" y="345"/>
                  </a:lnTo>
                  <a:lnTo>
                    <a:pt x="895" y="665"/>
                  </a:lnTo>
                  <a:lnTo>
                    <a:pt x="704" y="716"/>
                  </a:lnTo>
                  <a:lnTo>
                    <a:pt x="704" y="869"/>
                  </a:lnTo>
                  <a:lnTo>
                    <a:pt x="601" y="1112"/>
                  </a:lnTo>
                  <a:lnTo>
                    <a:pt x="422" y="869"/>
                  </a:lnTo>
                  <a:lnTo>
                    <a:pt x="90" y="997"/>
                  </a:lnTo>
                  <a:lnTo>
                    <a:pt x="90" y="1227"/>
                  </a:lnTo>
                  <a:lnTo>
                    <a:pt x="205" y="1419"/>
                  </a:lnTo>
                  <a:lnTo>
                    <a:pt x="167" y="1828"/>
                  </a:lnTo>
                  <a:lnTo>
                    <a:pt x="154" y="1943"/>
                  </a:lnTo>
                  <a:lnTo>
                    <a:pt x="128" y="2032"/>
                  </a:lnTo>
                  <a:lnTo>
                    <a:pt x="103" y="2058"/>
                  </a:lnTo>
                  <a:lnTo>
                    <a:pt x="90" y="2084"/>
                  </a:lnTo>
                  <a:lnTo>
                    <a:pt x="52" y="2109"/>
                  </a:lnTo>
                  <a:lnTo>
                    <a:pt x="26" y="2147"/>
                  </a:lnTo>
                  <a:lnTo>
                    <a:pt x="1" y="2211"/>
                  </a:lnTo>
                  <a:lnTo>
                    <a:pt x="77" y="2799"/>
                  </a:lnTo>
                  <a:lnTo>
                    <a:pt x="384" y="3170"/>
                  </a:lnTo>
                  <a:lnTo>
                    <a:pt x="512" y="3336"/>
                  </a:lnTo>
                  <a:lnTo>
                    <a:pt x="448" y="3528"/>
                  </a:lnTo>
                  <a:lnTo>
                    <a:pt x="333" y="3694"/>
                  </a:lnTo>
                  <a:lnTo>
                    <a:pt x="307" y="4026"/>
                  </a:lnTo>
                  <a:lnTo>
                    <a:pt x="448" y="4422"/>
                  </a:lnTo>
                  <a:lnTo>
                    <a:pt x="320" y="4831"/>
                  </a:lnTo>
                  <a:lnTo>
                    <a:pt x="371" y="4921"/>
                  </a:lnTo>
                  <a:lnTo>
                    <a:pt x="397" y="5087"/>
                  </a:lnTo>
                  <a:lnTo>
                    <a:pt x="320" y="5292"/>
                  </a:lnTo>
                  <a:lnTo>
                    <a:pt x="269" y="5534"/>
                  </a:lnTo>
                  <a:lnTo>
                    <a:pt x="90" y="5611"/>
                  </a:lnTo>
                  <a:lnTo>
                    <a:pt x="154" y="5994"/>
                  </a:lnTo>
                  <a:lnTo>
                    <a:pt x="243" y="6301"/>
                  </a:lnTo>
                  <a:lnTo>
                    <a:pt x="384" y="6403"/>
                  </a:lnTo>
                  <a:lnTo>
                    <a:pt x="371" y="6697"/>
                  </a:lnTo>
                  <a:lnTo>
                    <a:pt x="167" y="6940"/>
                  </a:lnTo>
                  <a:lnTo>
                    <a:pt x="205" y="7170"/>
                  </a:lnTo>
                  <a:lnTo>
                    <a:pt x="320" y="7362"/>
                  </a:lnTo>
                  <a:lnTo>
                    <a:pt x="256" y="7643"/>
                  </a:lnTo>
                  <a:lnTo>
                    <a:pt x="128" y="7963"/>
                  </a:lnTo>
                  <a:lnTo>
                    <a:pt x="141" y="8231"/>
                  </a:lnTo>
                  <a:lnTo>
                    <a:pt x="154" y="8538"/>
                  </a:lnTo>
                  <a:lnTo>
                    <a:pt x="295" y="8729"/>
                  </a:lnTo>
                  <a:lnTo>
                    <a:pt x="512" y="8640"/>
                  </a:lnTo>
                  <a:lnTo>
                    <a:pt x="589" y="8282"/>
                  </a:lnTo>
                  <a:lnTo>
                    <a:pt x="806" y="7912"/>
                  </a:lnTo>
                  <a:lnTo>
                    <a:pt x="998" y="7950"/>
                  </a:lnTo>
                  <a:lnTo>
                    <a:pt x="998" y="8129"/>
                  </a:lnTo>
                  <a:lnTo>
                    <a:pt x="1279" y="8090"/>
                  </a:lnTo>
                  <a:lnTo>
                    <a:pt x="1355" y="8359"/>
                  </a:lnTo>
                  <a:lnTo>
                    <a:pt x="1509" y="8448"/>
                  </a:lnTo>
                  <a:lnTo>
                    <a:pt x="1560" y="8116"/>
                  </a:lnTo>
                  <a:lnTo>
                    <a:pt x="1394" y="7860"/>
                  </a:lnTo>
                  <a:lnTo>
                    <a:pt x="1176" y="7758"/>
                  </a:lnTo>
                  <a:lnTo>
                    <a:pt x="1164" y="7413"/>
                  </a:lnTo>
                  <a:lnTo>
                    <a:pt x="959" y="7170"/>
                  </a:lnTo>
                  <a:lnTo>
                    <a:pt x="780" y="6966"/>
                  </a:lnTo>
                  <a:lnTo>
                    <a:pt x="780" y="6518"/>
                  </a:lnTo>
                  <a:lnTo>
                    <a:pt x="998" y="6148"/>
                  </a:lnTo>
                  <a:lnTo>
                    <a:pt x="1036" y="5841"/>
                  </a:lnTo>
                  <a:lnTo>
                    <a:pt x="1113" y="5726"/>
                  </a:lnTo>
                  <a:lnTo>
                    <a:pt x="1113" y="5419"/>
                  </a:lnTo>
                  <a:lnTo>
                    <a:pt x="1291" y="5317"/>
                  </a:lnTo>
                  <a:lnTo>
                    <a:pt x="1624" y="5292"/>
                  </a:lnTo>
                  <a:lnTo>
                    <a:pt x="1892" y="5394"/>
                  </a:lnTo>
                  <a:lnTo>
                    <a:pt x="2097" y="5624"/>
                  </a:lnTo>
                  <a:lnTo>
                    <a:pt x="2199" y="5585"/>
                  </a:lnTo>
                  <a:lnTo>
                    <a:pt x="2148" y="5138"/>
                  </a:lnTo>
                  <a:lnTo>
                    <a:pt x="1815" y="4665"/>
                  </a:lnTo>
                  <a:lnTo>
                    <a:pt x="1803" y="4307"/>
                  </a:lnTo>
                  <a:lnTo>
                    <a:pt x="1675" y="3950"/>
                  </a:lnTo>
                  <a:lnTo>
                    <a:pt x="1598" y="3247"/>
                  </a:lnTo>
                  <a:lnTo>
                    <a:pt x="1304" y="2774"/>
                  </a:lnTo>
                  <a:lnTo>
                    <a:pt x="1164" y="2646"/>
                  </a:lnTo>
                  <a:lnTo>
                    <a:pt x="1228" y="2058"/>
                  </a:lnTo>
                  <a:lnTo>
                    <a:pt x="1368" y="1969"/>
                  </a:lnTo>
                  <a:lnTo>
                    <a:pt x="1394" y="1330"/>
                  </a:lnTo>
                  <a:lnTo>
                    <a:pt x="1151" y="869"/>
                  </a:lnTo>
                  <a:lnTo>
                    <a:pt x="985" y="435"/>
                  </a:lnTo>
                  <a:lnTo>
                    <a:pt x="1100" y="294"/>
                  </a:lnTo>
                  <a:lnTo>
                    <a:pt x="1100" y="115"/>
                  </a:lnTo>
                  <a:lnTo>
                    <a:pt x="89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017;p78">
              <a:extLst>
                <a:ext uri="{FF2B5EF4-FFF2-40B4-BE49-F238E27FC236}">
                  <a16:creationId xmlns:a16="http://schemas.microsoft.com/office/drawing/2014/main" id="{E70104EA-699E-91F1-BB2F-9AAA6D98CF2F}"/>
                </a:ext>
              </a:extLst>
            </p:cNvPr>
            <p:cNvSpPr/>
            <p:nvPr/>
          </p:nvSpPr>
          <p:spPr>
            <a:xfrm>
              <a:off x="6407975" y="2423425"/>
              <a:ext cx="3850" cy="4800"/>
            </a:xfrm>
            <a:custGeom>
              <a:avLst/>
              <a:gdLst/>
              <a:ahLst/>
              <a:cxnLst/>
              <a:rect l="l" t="t" r="r" b="b"/>
              <a:pathLst>
                <a:path w="154" h="192" extrusionOk="0">
                  <a:moveTo>
                    <a:pt x="52" y="0"/>
                  </a:moveTo>
                  <a:lnTo>
                    <a:pt x="1" y="51"/>
                  </a:lnTo>
                  <a:lnTo>
                    <a:pt x="116" y="192"/>
                  </a:lnTo>
                  <a:lnTo>
                    <a:pt x="154" y="38"/>
                  </a:lnTo>
                  <a:lnTo>
                    <a:pt x="5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0" name="Google Shape;1018;p78">
              <a:extLst>
                <a:ext uri="{FF2B5EF4-FFF2-40B4-BE49-F238E27FC236}">
                  <a16:creationId xmlns:a16="http://schemas.microsoft.com/office/drawing/2014/main" id="{3E6C0264-71AD-CDC4-25ED-2B33BE4BA331}"/>
                </a:ext>
              </a:extLst>
            </p:cNvPr>
            <p:cNvSpPr/>
            <p:nvPr/>
          </p:nvSpPr>
          <p:spPr>
            <a:xfrm>
              <a:off x="6589150" y="3416150"/>
              <a:ext cx="11200" cy="10575"/>
            </a:xfrm>
            <a:custGeom>
              <a:avLst/>
              <a:gdLst/>
              <a:ahLst/>
              <a:cxnLst/>
              <a:rect l="l" t="t" r="r" b="b"/>
              <a:pathLst>
                <a:path w="448" h="423" extrusionOk="0">
                  <a:moveTo>
                    <a:pt x="77" y="0"/>
                  </a:moveTo>
                  <a:lnTo>
                    <a:pt x="26" y="13"/>
                  </a:lnTo>
                  <a:lnTo>
                    <a:pt x="0" y="26"/>
                  </a:lnTo>
                  <a:lnTo>
                    <a:pt x="141" y="141"/>
                  </a:lnTo>
                  <a:lnTo>
                    <a:pt x="141" y="230"/>
                  </a:lnTo>
                  <a:lnTo>
                    <a:pt x="217" y="333"/>
                  </a:lnTo>
                  <a:lnTo>
                    <a:pt x="332" y="294"/>
                  </a:lnTo>
                  <a:lnTo>
                    <a:pt x="294" y="345"/>
                  </a:lnTo>
                  <a:lnTo>
                    <a:pt x="332" y="422"/>
                  </a:lnTo>
                  <a:lnTo>
                    <a:pt x="396" y="422"/>
                  </a:lnTo>
                  <a:lnTo>
                    <a:pt x="448" y="384"/>
                  </a:lnTo>
                  <a:lnTo>
                    <a:pt x="371" y="307"/>
                  </a:lnTo>
                  <a:lnTo>
                    <a:pt x="332" y="103"/>
                  </a:lnTo>
                  <a:lnTo>
                    <a:pt x="205" y="51"/>
                  </a:lnTo>
                  <a:lnTo>
                    <a:pt x="7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1" name="Google Shape;1019;p78">
              <a:extLst>
                <a:ext uri="{FF2B5EF4-FFF2-40B4-BE49-F238E27FC236}">
                  <a16:creationId xmlns:a16="http://schemas.microsoft.com/office/drawing/2014/main" id="{43A1D2B0-529B-CDFC-B26B-A9F984EC0779}"/>
                </a:ext>
              </a:extLst>
            </p:cNvPr>
            <p:cNvSpPr/>
            <p:nvPr/>
          </p:nvSpPr>
          <p:spPr>
            <a:xfrm>
              <a:off x="6530025" y="3442350"/>
              <a:ext cx="78950" cy="51150"/>
            </a:xfrm>
            <a:custGeom>
              <a:avLst/>
              <a:gdLst/>
              <a:ahLst/>
              <a:cxnLst/>
              <a:rect l="l" t="t" r="r" b="b"/>
              <a:pathLst>
                <a:path w="3158" h="2046" extrusionOk="0">
                  <a:moveTo>
                    <a:pt x="2774" y="0"/>
                  </a:moveTo>
                  <a:lnTo>
                    <a:pt x="2582" y="550"/>
                  </a:lnTo>
                  <a:lnTo>
                    <a:pt x="2506" y="946"/>
                  </a:lnTo>
                  <a:lnTo>
                    <a:pt x="2250" y="1023"/>
                  </a:lnTo>
                  <a:lnTo>
                    <a:pt x="2020" y="1163"/>
                  </a:lnTo>
                  <a:lnTo>
                    <a:pt x="1841" y="1483"/>
                  </a:lnTo>
                  <a:lnTo>
                    <a:pt x="1330" y="1649"/>
                  </a:lnTo>
                  <a:lnTo>
                    <a:pt x="985" y="1700"/>
                  </a:lnTo>
                  <a:lnTo>
                    <a:pt x="895" y="1802"/>
                  </a:lnTo>
                  <a:lnTo>
                    <a:pt x="589" y="1802"/>
                  </a:lnTo>
                  <a:lnTo>
                    <a:pt x="410" y="1930"/>
                  </a:lnTo>
                  <a:lnTo>
                    <a:pt x="1" y="1994"/>
                  </a:lnTo>
                  <a:lnTo>
                    <a:pt x="103" y="2045"/>
                  </a:lnTo>
                  <a:lnTo>
                    <a:pt x="1534" y="2045"/>
                  </a:lnTo>
                  <a:lnTo>
                    <a:pt x="2378" y="1508"/>
                  </a:lnTo>
                  <a:lnTo>
                    <a:pt x="2378" y="1304"/>
                  </a:lnTo>
                  <a:lnTo>
                    <a:pt x="2813" y="1151"/>
                  </a:lnTo>
                  <a:lnTo>
                    <a:pt x="3158" y="946"/>
                  </a:lnTo>
                  <a:lnTo>
                    <a:pt x="3158" y="639"/>
                  </a:lnTo>
                  <a:lnTo>
                    <a:pt x="3030" y="333"/>
                  </a:lnTo>
                  <a:lnTo>
                    <a:pt x="277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020;p78">
              <a:extLst>
                <a:ext uri="{FF2B5EF4-FFF2-40B4-BE49-F238E27FC236}">
                  <a16:creationId xmlns:a16="http://schemas.microsoft.com/office/drawing/2014/main" id="{7A8B86ED-98C3-C691-007B-AF139C53D878}"/>
                </a:ext>
              </a:extLst>
            </p:cNvPr>
            <p:cNvSpPr/>
            <p:nvPr/>
          </p:nvSpPr>
          <p:spPr>
            <a:xfrm>
              <a:off x="6566775" y="3400500"/>
              <a:ext cx="10900" cy="8650"/>
            </a:xfrm>
            <a:custGeom>
              <a:avLst/>
              <a:gdLst/>
              <a:ahLst/>
              <a:cxnLst/>
              <a:rect l="l" t="t" r="r" b="b"/>
              <a:pathLst>
                <a:path w="436" h="346" extrusionOk="0">
                  <a:moveTo>
                    <a:pt x="192" y="0"/>
                  </a:moveTo>
                  <a:lnTo>
                    <a:pt x="1" y="51"/>
                  </a:lnTo>
                  <a:lnTo>
                    <a:pt x="52" y="243"/>
                  </a:lnTo>
                  <a:lnTo>
                    <a:pt x="256" y="345"/>
                  </a:lnTo>
                  <a:lnTo>
                    <a:pt x="435" y="345"/>
                  </a:lnTo>
                  <a:lnTo>
                    <a:pt x="410" y="179"/>
                  </a:lnTo>
                  <a:lnTo>
                    <a:pt x="435" y="77"/>
                  </a:lnTo>
                  <a:lnTo>
                    <a:pt x="19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3" name="Google Shape;1021;p78">
              <a:extLst>
                <a:ext uri="{FF2B5EF4-FFF2-40B4-BE49-F238E27FC236}">
                  <a16:creationId xmlns:a16="http://schemas.microsoft.com/office/drawing/2014/main" id="{FAF96013-BAD9-B487-3C40-78392001A305}"/>
                </a:ext>
              </a:extLst>
            </p:cNvPr>
            <p:cNvSpPr/>
            <p:nvPr/>
          </p:nvSpPr>
          <p:spPr>
            <a:xfrm>
              <a:off x="6387525" y="2423425"/>
              <a:ext cx="102900" cy="95225"/>
            </a:xfrm>
            <a:custGeom>
              <a:avLst/>
              <a:gdLst/>
              <a:ahLst/>
              <a:cxnLst/>
              <a:rect l="l" t="t" r="r" b="b"/>
              <a:pathLst>
                <a:path w="4116" h="3809" extrusionOk="0">
                  <a:moveTo>
                    <a:pt x="1560" y="0"/>
                  </a:moveTo>
                  <a:lnTo>
                    <a:pt x="1445" y="115"/>
                  </a:lnTo>
                  <a:lnTo>
                    <a:pt x="1317" y="102"/>
                  </a:lnTo>
                  <a:lnTo>
                    <a:pt x="1279" y="358"/>
                  </a:lnTo>
                  <a:lnTo>
                    <a:pt x="1419" y="703"/>
                  </a:lnTo>
                  <a:lnTo>
                    <a:pt x="1394" y="997"/>
                  </a:lnTo>
                  <a:lnTo>
                    <a:pt x="1330" y="1099"/>
                  </a:lnTo>
                  <a:lnTo>
                    <a:pt x="1291" y="1521"/>
                  </a:lnTo>
                  <a:lnTo>
                    <a:pt x="1125" y="1598"/>
                  </a:lnTo>
                  <a:lnTo>
                    <a:pt x="1113" y="1725"/>
                  </a:lnTo>
                  <a:lnTo>
                    <a:pt x="1176" y="2045"/>
                  </a:lnTo>
                  <a:lnTo>
                    <a:pt x="1061" y="2173"/>
                  </a:lnTo>
                  <a:lnTo>
                    <a:pt x="908" y="2173"/>
                  </a:lnTo>
                  <a:lnTo>
                    <a:pt x="908" y="2109"/>
                  </a:lnTo>
                  <a:lnTo>
                    <a:pt x="755" y="2134"/>
                  </a:lnTo>
                  <a:lnTo>
                    <a:pt x="550" y="1956"/>
                  </a:lnTo>
                  <a:lnTo>
                    <a:pt x="397" y="2019"/>
                  </a:lnTo>
                  <a:lnTo>
                    <a:pt x="525" y="2326"/>
                  </a:lnTo>
                  <a:lnTo>
                    <a:pt x="384" y="2531"/>
                  </a:lnTo>
                  <a:lnTo>
                    <a:pt x="333" y="2492"/>
                  </a:lnTo>
                  <a:lnTo>
                    <a:pt x="243" y="2620"/>
                  </a:lnTo>
                  <a:lnTo>
                    <a:pt x="90" y="2646"/>
                  </a:lnTo>
                  <a:lnTo>
                    <a:pt x="77" y="2825"/>
                  </a:lnTo>
                  <a:lnTo>
                    <a:pt x="1" y="2952"/>
                  </a:lnTo>
                  <a:lnTo>
                    <a:pt x="231" y="3234"/>
                  </a:lnTo>
                  <a:lnTo>
                    <a:pt x="269" y="3425"/>
                  </a:lnTo>
                  <a:lnTo>
                    <a:pt x="141" y="3579"/>
                  </a:lnTo>
                  <a:lnTo>
                    <a:pt x="205" y="3783"/>
                  </a:lnTo>
                  <a:lnTo>
                    <a:pt x="307" y="3809"/>
                  </a:lnTo>
                  <a:lnTo>
                    <a:pt x="448" y="3706"/>
                  </a:lnTo>
                  <a:lnTo>
                    <a:pt x="473" y="3540"/>
                  </a:lnTo>
                  <a:lnTo>
                    <a:pt x="576" y="3528"/>
                  </a:lnTo>
                  <a:lnTo>
                    <a:pt x="601" y="3451"/>
                  </a:lnTo>
                  <a:lnTo>
                    <a:pt x="819" y="3528"/>
                  </a:lnTo>
                  <a:lnTo>
                    <a:pt x="1010" y="3464"/>
                  </a:lnTo>
                  <a:lnTo>
                    <a:pt x="793" y="3297"/>
                  </a:lnTo>
                  <a:lnTo>
                    <a:pt x="716" y="3182"/>
                  </a:lnTo>
                  <a:lnTo>
                    <a:pt x="537" y="3170"/>
                  </a:lnTo>
                  <a:lnTo>
                    <a:pt x="358" y="2978"/>
                  </a:lnTo>
                  <a:lnTo>
                    <a:pt x="563" y="2735"/>
                  </a:lnTo>
                  <a:lnTo>
                    <a:pt x="780" y="2850"/>
                  </a:lnTo>
                  <a:lnTo>
                    <a:pt x="819" y="2991"/>
                  </a:lnTo>
                  <a:lnTo>
                    <a:pt x="895" y="2991"/>
                  </a:lnTo>
                  <a:lnTo>
                    <a:pt x="1343" y="2684"/>
                  </a:lnTo>
                  <a:lnTo>
                    <a:pt x="1649" y="2837"/>
                  </a:lnTo>
                  <a:lnTo>
                    <a:pt x="1969" y="3080"/>
                  </a:lnTo>
                  <a:lnTo>
                    <a:pt x="2212" y="3106"/>
                  </a:lnTo>
                  <a:lnTo>
                    <a:pt x="2365" y="3323"/>
                  </a:lnTo>
                  <a:lnTo>
                    <a:pt x="2480" y="3272"/>
                  </a:lnTo>
                  <a:lnTo>
                    <a:pt x="2506" y="2952"/>
                  </a:lnTo>
                  <a:lnTo>
                    <a:pt x="3055" y="2352"/>
                  </a:lnTo>
                  <a:lnTo>
                    <a:pt x="3387" y="2403"/>
                  </a:lnTo>
                  <a:lnTo>
                    <a:pt x="3439" y="2313"/>
                  </a:lnTo>
                  <a:lnTo>
                    <a:pt x="3554" y="2352"/>
                  </a:lnTo>
                  <a:lnTo>
                    <a:pt x="3707" y="2186"/>
                  </a:lnTo>
                  <a:lnTo>
                    <a:pt x="3963" y="2173"/>
                  </a:lnTo>
                  <a:lnTo>
                    <a:pt x="3975" y="2045"/>
                  </a:lnTo>
                  <a:lnTo>
                    <a:pt x="4116" y="1956"/>
                  </a:lnTo>
                  <a:lnTo>
                    <a:pt x="4052" y="1917"/>
                  </a:lnTo>
                  <a:lnTo>
                    <a:pt x="3886" y="2032"/>
                  </a:lnTo>
                  <a:lnTo>
                    <a:pt x="3745" y="1815"/>
                  </a:lnTo>
                  <a:lnTo>
                    <a:pt x="3618" y="1623"/>
                  </a:lnTo>
                  <a:lnTo>
                    <a:pt x="3848" y="1138"/>
                  </a:lnTo>
                  <a:lnTo>
                    <a:pt x="3784" y="1074"/>
                  </a:lnTo>
                  <a:lnTo>
                    <a:pt x="3426" y="1457"/>
                  </a:lnTo>
                  <a:lnTo>
                    <a:pt x="3119" y="1444"/>
                  </a:lnTo>
                  <a:lnTo>
                    <a:pt x="3106" y="1316"/>
                  </a:lnTo>
                  <a:lnTo>
                    <a:pt x="2646" y="1176"/>
                  </a:lnTo>
                  <a:lnTo>
                    <a:pt x="2212" y="856"/>
                  </a:lnTo>
                  <a:lnTo>
                    <a:pt x="1918" y="460"/>
                  </a:lnTo>
                  <a:lnTo>
                    <a:pt x="156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4" name="Google Shape;1022;p78">
              <a:extLst>
                <a:ext uri="{FF2B5EF4-FFF2-40B4-BE49-F238E27FC236}">
                  <a16:creationId xmlns:a16="http://schemas.microsoft.com/office/drawing/2014/main" id="{4CAFE4B9-9A76-5195-3825-A625B420E39E}"/>
                </a:ext>
              </a:extLst>
            </p:cNvPr>
            <p:cNvSpPr/>
            <p:nvPr/>
          </p:nvSpPr>
          <p:spPr>
            <a:xfrm>
              <a:off x="6601275" y="3431175"/>
              <a:ext cx="8650" cy="5775"/>
            </a:xfrm>
            <a:custGeom>
              <a:avLst/>
              <a:gdLst/>
              <a:ahLst/>
              <a:cxnLst/>
              <a:rect l="l" t="t" r="r" b="b"/>
              <a:pathLst>
                <a:path w="346" h="231" extrusionOk="0">
                  <a:moveTo>
                    <a:pt x="1" y="0"/>
                  </a:moveTo>
                  <a:lnTo>
                    <a:pt x="26" y="51"/>
                  </a:lnTo>
                  <a:lnTo>
                    <a:pt x="52" y="89"/>
                  </a:lnTo>
                  <a:lnTo>
                    <a:pt x="103" y="115"/>
                  </a:lnTo>
                  <a:lnTo>
                    <a:pt x="346" y="230"/>
                  </a:lnTo>
                  <a:lnTo>
                    <a:pt x="308" y="141"/>
                  </a:lnTo>
                  <a:lnTo>
                    <a:pt x="15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023;p78">
              <a:extLst>
                <a:ext uri="{FF2B5EF4-FFF2-40B4-BE49-F238E27FC236}">
                  <a16:creationId xmlns:a16="http://schemas.microsoft.com/office/drawing/2014/main" id="{E8CC0977-D72F-29D8-A3A6-C30CC7E62DF3}"/>
                </a:ext>
              </a:extLst>
            </p:cNvPr>
            <p:cNvSpPr/>
            <p:nvPr/>
          </p:nvSpPr>
          <p:spPr>
            <a:xfrm>
              <a:off x="5504700" y="1428450"/>
              <a:ext cx="26875" cy="10875"/>
            </a:xfrm>
            <a:custGeom>
              <a:avLst/>
              <a:gdLst/>
              <a:ahLst/>
              <a:cxnLst/>
              <a:rect l="l" t="t" r="r" b="b"/>
              <a:pathLst>
                <a:path w="1075" h="435" extrusionOk="0">
                  <a:moveTo>
                    <a:pt x="806" y="0"/>
                  </a:moveTo>
                  <a:lnTo>
                    <a:pt x="499" y="154"/>
                  </a:lnTo>
                  <a:lnTo>
                    <a:pt x="1" y="282"/>
                  </a:lnTo>
                  <a:lnTo>
                    <a:pt x="1" y="435"/>
                  </a:lnTo>
                  <a:lnTo>
                    <a:pt x="563" y="435"/>
                  </a:lnTo>
                  <a:lnTo>
                    <a:pt x="1074" y="154"/>
                  </a:lnTo>
                  <a:lnTo>
                    <a:pt x="80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6" name="Google Shape;1024;p78">
              <a:extLst>
                <a:ext uri="{FF2B5EF4-FFF2-40B4-BE49-F238E27FC236}">
                  <a16:creationId xmlns:a16="http://schemas.microsoft.com/office/drawing/2014/main" id="{DA894440-0040-95AB-B181-7F3B97002EF7}"/>
                </a:ext>
              </a:extLst>
            </p:cNvPr>
            <p:cNvSpPr/>
            <p:nvPr/>
          </p:nvSpPr>
          <p:spPr>
            <a:xfrm>
              <a:off x="5421300" y="1303825"/>
              <a:ext cx="49250" cy="19850"/>
            </a:xfrm>
            <a:custGeom>
              <a:avLst/>
              <a:gdLst/>
              <a:ahLst/>
              <a:cxnLst/>
              <a:rect l="l" t="t" r="r" b="b"/>
              <a:pathLst>
                <a:path w="1970" h="794" extrusionOk="0">
                  <a:moveTo>
                    <a:pt x="333" y="1"/>
                  </a:moveTo>
                  <a:lnTo>
                    <a:pt x="52" y="154"/>
                  </a:lnTo>
                  <a:lnTo>
                    <a:pt x="1" y="461"/>
                  </a:lnTo>
                  <a:lnTo>
                    <a:pt x="359" y="448"/>
                  </a:lnTo>
                  <a:lnTo>
                    <a:pt x="704" y="589"/>
                  </a:lnTo>
                  <a:lnTo>
                    <a:pt x="793" y="793"/>
                  </a:lnTo>
                  <a:lnTo>
                    <a:pt x="1343" y="793"/>
                  </a:lnTo>
                  <a:lnTo>
                    <a:pt x="1739" y="576"/>
                  </a:lnTo>
                  <a:lnTo>
                    <a:pt x="1969" y="384"/>
                  </a:lnTo>
                  <a:lnTo>
                    <a:pt x="1164" y="142"/>
                  </a:lnTo>
                  <a:lnTo>
                    <a:pt x="33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7" name="Google Shape;1025;p78">
              <a:extLst>
                <a:ext uri="{FF2B5EF4-FFF2-40B4-BE49-F238E27FC236}">
                  <a16:creationId xmlns:a16="http://schemas.microsoft.com/office/drawing/2014/main" id="{99E0BEC6-3BC1-E17A-32D9-C1C73CC3F641}"/>
                </a:ext>
              </a:extLst>
            </p:cNvPr>
            <p:cNvSpPr/>
            <p:nvPr/>
          </p:nvSpPr>
          <p:spPr>
            <a:xfrm>
              <a:off x="5583300" y="1330025"/>
              <a:ext cx="110900" cy="70975"/>
            </a:xfrm>
            <a:custGeom>
              <a:avLst/>
              <a:gdLst/>
              <a:ahLst/>
              <a:cxnLst/>
              <a:rect l="l" t="t" r="r" b="b"/>
              <a:pathLst>
                <a:path w="4436" h="2839" extrusionOk="0">
                  <a:moveTo>
                    <a:pt x="2455" y="1"/>
                  </a:moveTo>
                  <a:lnTo>
                    <a:pt x="2109" y="448"/>
                  </a:lnTo>
                  <a:lnTo>
                    <a:pt x="1905" y="282"/>
                  </a:lnTo>
                  <a:lnTo>
                    <a:pt x="1189" y="755"/>
                  </a:lnTo>
                  <a:lnTo>
                    <a:pt x="1189" y="1113"/>
                  </a:lnTo>
                  <a:lnTo>
                    <a:pt x="998" y="1241"/>
                  </a:lnTo>
                  <a:lnTo>
                    <a:pt x="384" y="2353"/>
                  </a:lnTo>
                  <a:lnTo>
                    <a:pt x="1" y="2557"/>
                  </a:lnTo>
                  <a:lnTo>
                    <a:pt x="1" y="2838"/>
                  </a:lnTo>
                  <a:lnTo>
                    <a:pt x="1547" y="2225"/>
                  </a:lnTo>
                  <a:lnTo>
                    <a:pt x="2685" y="2225"/>
                  </a:lnTo>
                  <a:lnTo>
                    <a:pt x="2812" y="2276"/>
                  </a:lnTo>
                  <a:lnTo>
                    <a:pt x="3068" y="2123"/>
                  </a:lnTo>
                  <a:lnTo>
                    <a:pt x="3720" y="2123"/>
                  </a:lnTo>
                  <a:lnTo>
                    <a:pt x="4308" y="1816"/>
                  </a:lnTo>
                  <a:lnTo>
                    <a:pt x="4436" y="1266"/>
                  </a:lnTo>
                  <a:lnTo>
                    <a:pt x="3771" y="781"/>
                  </a:lnTo>
                  <a:lnTo>
                    <a:pt x="2812" y="857"/>
                  </a:lnTo>
                  <a:lnTo>
                    <a:pt x="2812" y="857"/>
                  </a:lnTo>
                  <a:lnTo>
                    <a:pt x="3017" y="282"/>
                  </a:lnTo>
                  <a:lnTo>
                    <a:pt x="245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026;p78">
              <a:extLst>
                <a:ext uri="{FF2B5EF4-FFF2-40B4-BE49-F238E27FC236}">
                  <a16:creationId xmlns:a16="http://schemas.microsoft.com/office/drawing/2014/main" id="{EE98E40E-EB50-0F6C-BE5E-3562D50A8252}"/>
                </a:ext>
              </a:extLst>
            </p:cNvPr>
            <p:cNvSpPr/>
            <p:nvPr/>
          </p:nvSpPr>
          <p:spPr>
            <a:xfrm>
              <a:off x="5462850" y="1299050"/>
              <a:ext cx="131975" cy="60075"/>
            </a:xfrm>
            <a:custGeom>
              <a:avLst/>
              <a:gdLst/>
              <a:ahLst/>
              <a:cxnLst/>
              <a:rect l="l" t="t" r="r" b="b"/>
              <a:pathLst>
                <a:path w="5279" h="2403" extrusionOk="0">
                  <a:moveTo>
                    <a:pt x="3323" y="0"/>
                  </a:moveTo>
                  <a:lnTo>
                    <a:pt x="2646" y="154"/>
                  </a:lnTo>
                  <a:lnTo>
                    <a:pt x="1828" y="154"/>
                  </a:lnTo>
                  <a:lnTo>
                    <a:pt x="1470" y="294"/>
                  </a:lnTo>
                  <a:lnTo>
                    <a:pt x="1048" y="294"/>
                  </a:lnTo>
                  <a:lnTo>
                    <a:pt x="614" y="754"/>
                  </a:lnTo>
                  <a:lnTo>
                    <a:pt x="0" y="1240"/>
                  </a:lnTo>
                  <a:lnTo>
                    <a:pt x="179" y="1496"/>
                  </a:lnTo>
                  <a:lnTo>
                    <a:pt x="869" y="1496"/>
                  </a:lnTo>
                  <a:lnTo>
                    <a:pt x="1202" y="2045"/>
                  </a:lnTo>
                  <a:lnTo>
                    <a:pt x="1547" y="2122"/>
                  </a:lnTo>
                  <a:lnTo>
                    <a:pt x="1675" y="1841"/>
                  </a:lnTo>
                  <a:lnTo>
                    <a:pt x="2109" y="2275"/>
                  </a:lnTo>
                  <a:lnTo>
                    <a:pt x="2787" y="2250"/>
                  </a:lnTo>
                  <a:lnTo>
                    <a:pt x="3911" y="2403"/>
                  </a:lnTo>
                  <a:lnTo>
                    <a:pt x="4819" y="2403"/>
                  </a:lnTo>
                  <a:lnTo>
                    <a:pt x="5049" y="1968"/>
                  </a:lnTo>
                  <a:lnTo>
                    <a:pt x="4819" y="1572"/>
                  </a:lnTo>
                  <a:lnTo>
                    <a:pt x="5279" y="1444"/>
                  </a:lnTo>
                  <a:lnTo>
                    <a:pt x="5279" y="575"/>
                  </a:lnTo>
                  <a:lnTo>
                    <a:pt x="4231" y="345"/>
                  </a:lnTo>
                  <a:lnTo>
                    <a:pt x="4231" y="550"/>
                  </a:lnTo>
                  <a:lnTo>
                    <a:pt x="4013" y="626"/>
                  </a:lnTo>
                  <a:lnTo>
                    <a:pt x="332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027;p78">
              <a:extLst>
                <a:ext uri="{FF2B5EF4-FFF2-40B4-BE49-F238E27FC236}">
                  <a16:creationId xmlns:a16="http://schemas.microsoft.com/office/drawing/2014/main" id="{190EC35B-ADAB-0A03-A3B4-08DABC5C1186}"/>
                </a:ext>
              </a:extLst>
            </p:cNvPr>
            <p:cNvSpPr/>
            <p:nvPr/>
          </p:nvSpPr>
          <p:spPr>
            <a:xfrm>
              <a:off x="5177200" y="1590750"/>
              <a:ext cx="17275" cy="15375"/>
            </a:xfrm>
            <a:custGeom>
              <a:avLst/>
              <a:gdLst/>
              <a:ahLst/>
              <a:cxnLst/>
              <a:rect l="l" t="t" r="r" b="b"/>
              <a:pathLst>
                <a:path w="691" h="615" extrusionOk="0">
                  <a:moveTo>
                    <a:pt x="409" y="1"/>
                  </a:moveTo>
                  <a:lnTo>
                    <a:pt x="0" y="359"/>
                  </a:lnTo>
                  <a:lnTo>
                    <a:pt x="205" y="614"/>
                  </a:lnTo>
                  <a:lnTo>
                    <a:pt x="691" y="614"/>
                  </a:lnTo>
                  <a:lnTo>
                    <a:pt x="40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028;p78">
              <a:extLst>
                <a:ext uri="{FF2B5EF4-FFF2-40B4-BE49-F238E27FC236}">
                  <a16:creationId xmlns:a16="http://schemas.microsoft.com/office/drawing/2014/main" id="{F60A6977-5CE8-381C-E71B-A3B6124640B9}"/>
                </a:ext>
              </a:extLst>
            </p:cNvPr>
            <p:cNvSpPr/>
            <p:nvPr/>
          </p:nvSpPr>
          <p:spPr>
            <a:xfrm>
              <a:off x="5394150" y="1248550"/>
              <a:ext cx="32925" cy="14725"/>
            </a:xfrm>
            <a:custGeom>
              <a:avLst/>
              <a:gdLst/>
              <a:ahLst/>
              <a:cxnLst/>
              <a:rect l="l" t="t" r="r" b="b"/>
              <a:pathLst>
                <a:path w="1317" h="589" extrusionOk="0">
                  <a:moveTo>
                    <a:pt x="1" y="1"/>
                  </a:moveTo>
                  <a:lnTo>
                    <a:pt x="1" y="231"/>
                  </a:lnTo>
                  <a:lnTo>
                    <a:pt x="294" y="372"/>
                  </a:lnTo>
                  <a:lnTo>
                    <a:pt x="499" y="487"/>
                  </a:lnTo>
                  <a:lnTo>
                    <a:pt x="563" y="525"/>
                  </a:lnTo>
                  <a:lnTo>
                    <a:pt x="601" y="563"/>
                  </a:lnTo>
                  <a:lnTo>
                    <a:pt x="627" y="576"/>
                  </a:lnTo>
                  <a:lnTo>
                    <a:pt x="678" y="589"/>
                  </a:lnTo>
                  <a:lnTo>
                    <a:pt x="831" y="576"/>
                  </a:lnTo>
                  <a:lnTo>
                    <a:pt x="1023" y="563"/>
                  </a:lnTo>
                  <a:lnTo>
                    <a:pt x="1317" y="90"/>
                  </a:lnTo>
                  <a:lnTo>
                    <a:pt x="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029;p78">
              <a:extLst>
                <a:ext uri="{FF2B5EF4-FFF2-40B4-BE49-F238E27FC236}">
                  <a16:creationId xmlns:a16="http://schemas.microsoft.com/office/drawing/2014/main" id="{F20E6555-6CB7-70DF-8684-73565EE05A50}"/>
                </a:ext>
              </a:extLst>
            </p:cNvPr>
            <p:cNvSpPr/>
            <p:nvPr/>
          </p:nvSpPr>
          <p:spPr>
            <a:xfrm>
              <a:off x="5228650" y="1496500"/>
              <a:ext cx="19825" cy="16000"/>
            </a:xfrm>
            <a:custGeom>
              <a:avLst/>
              <a:gdLst/>
              <a:ahLst/>
              <a:cxnLst/>
              <a:rect l="l" t="t" r="r" b="b"/>
              <a:pathLst>
                <a:path w="793" h="640" extrusionOk="0">
                  <a:moveTo>
                    <a:pt x="460" y="1"/>
                  </a:moveTo>
                  <a:lnTo>
                    <a:pt x="0" y="435"/>
                  </a:lnTo>
                  <a:lnTo>
                    <a:pt x="460" y="640"/>
                  </a:lnTo>
                  <a:lnTo>
                    <a:pt x="665" y="320"/>
                  </a:lnTo>
                  <a:lnTo>
                    <a:pt x="793" y="205"/>
                  </a:lnTo>
                  <a:lnTo>
                    <a:pt x="46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030;p78">
              <a:extLst>
                <a:ext uri="{FF2B5EF4-FFF2-40B4-BE49-F238E27FC236}">
                  <a16:creationId xmlns:a16="http://schemas.microsoft.com/office/drawing/2014/main" id="{A8809750-1DB7-ECA1-B641-5043E85EB884}"/>
                </a:ext>
              </a:extLst>
            </p:cNvPr>
            <p:cNvSpPr/>
            <p:nvPr/>
          </p:nvSpPr>
          <p:spPr>
            <a:xfrm>
              <a:off x="5376575" y="1428450"/>
              <a:ext cx="8025" cy="9300"/>
            </a:xfrm>
            <a:custGeom>
              <a:avLst/>
              <a:gdLst/>
              <a:ahLst/>
              <a:cxnLst/>
              <a:rect l="l" t="t" r="r" b="b"/>
              <a:pathLst>
                <a:path w="321" h="372" extrusionOk="0">
                  <a:moveTo>
                    <a:pt x="192" y="0"/>
                  </a:moveTo>
                  <a:lnTo>
                    <a:pt x="1" y="192"/>
                  </a:lnTo>
                  <a:lnTo>
                    <a:pt x="192" y="371"/>
                  </a:lnTo>
                  <a:lnTo>
                    <a:pt x="320" y="218"/>
                  </a:lnTo>
                  <a:lnTo>
                    <a:pt x="19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031;p78">
              <a:extLst>
                <a:ext uri="{FF2B5EF4-FFF2-40B4-BE49-F238E27FC236}">
                  <a16:creationId xmlns:a16="http://schemas.microsoft.com/office/drawing/2014/main" id="{E4E84804-B5E4-0E5D-5236-E0759CDE2438}"/>
                </a:ext>
              </a:extLst>
            </p:cNvPr>
            <p:cNvSpPr/>
            <p:nvPr/>
          </p:nvSpPr>
          <p:spPr>
            <a:xfrm>
              <a:off x="5386175" y="1419825"/>
              <a:ext cx="12800" cy="13125"/>
            </a:xfrm>
            <a:custGeom>
              <a:avLst/>
              <a:gdLst/>
              <a:ahLst/>
              <a:cxnLst/>
              <a:rect l="l" t="t" r="r" b="b"/>
              <a:pathLst>
                <a:path w="512" h="525" extrusionOk="0">
                  <a:moveTo>
                    <a:pt x="141" y="0"/>
                  </a:moveTo>
                  <a:lnTo>
                    <a:pt x="0" y="115"/>
                  </a:lnTo>
                  <a:lnTo>
                    <a:pt x="0" y="397"/>
                  </a:lnTo>
                  <a:lnTo>
                    <a:pt x="268" y="524"/>
                  </a:lnTo>
                  <a:lnTo>
                    <a:pt x="460" y="345"/>
                  </a:lnTo>
                  <a:lnTo>
                    <a:pt x="498" y="218"/>
                  </a:lnTo>
                  <a:lnTo>
                    <a:pt x="511" y="141"/>
                  </a:lnTo>
                  <a:lnTo>
                    <a:pt x="511" y="115"/>
                  </a:lnTo>
                  <a:lnTo>
                    <a:pt x="473" y="115"/>
                  </a:lnTo>
                  <a:lnTo>
                    <a:pt x="435" y="103"/>
                  </a:lnTo>
                  <a:lnTo>
                    <a:pt x="307" y="64"/>
                  </a:lnTo>
                  <a:lnTo>
                    <a:pt x="14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032;p78">
              <a:extLst>
                <a:ext uri="{FF2B5EF4-FFF2-40B4-BE49-F238E27FC236}">
                  <a16:creationId xmlns:a16="http://schemas.microsoft.com/office/drawing/2014/main" id="{9F0DF62C-B6DD-C3D7-265F-1C29E285666A}"/>
                </a:ext>
              </a:extLst>
            </p:cNvPr>
            <p:cNvSpPr/>
            <p:nvPr/>
          </p:nvSpPr>
          <p:spPr>
            <a:xfrm>
              <a:off x="6046600" y="3114200"/>
              <a:ext cx="7700" cy="8325"/>
            </a:xfrm>
            <a:custGeom>
              <a:avLst/>
              <a:gdLst/>
              <a:ahLst/>
              <a:cxnLst/>
              <a:rect l="l" t="t" r="r" b="b"/>
              <a:pathLst>
                <a:path w="308" h="333" extrusionOk="0">
                  <a:moveTo>
                    <a:pt x="39" y="1"/>
                  </a:moveTo>
                  <a:lnTo>
                    <a:pt x="1" y="116"/>
                  </a:lnTo>
                  <a:lnTo>
                    <a:pt x="307" y="333"/>
                  </a:lnTo>
                  <a:lnTo>
                    <a:pt x="3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033;p78">
              <a:extLst>
                <a:ext uri="{FF2B5EF4-FFF2-40B4-BE49-F238E27FC236}">
                  <a16:creationId xmlns:a16="http://schemas.microsoft.com/office/drawing/2014/main" id="{D7B77D7E-0E76-5EFB-6BAE-91A4E9F78CBC}"/>
                </a:ext>
              </a:extLst>
            </p:cNvPr>
            <p:cNvSpPr/>
            <p:nvPr/>
          </p:nvSpPr>
          <p:spPr>
            <a:xfrm>
              <a:off x="6783100" y="1665850"/>
              <a:ext cx="10550" cy="15675"/>
            </a:xfrm>
            <a:custGeom>
              <a:avLst/>
              <a:gdLst/>
              <a:ahLst/>
              <a:cxnLst/>
              <a:rect l="l" t="t" r="r" b="b"/>
              <a:pathLst>
                <a:path w="422" h="627" extrusionOk="0">
                  <a:moveTo>
                    <a:pt x="345" y="0"/>
                  </a:moveTo>
                  <a:lnTo>
                    <a:pt x="0" y="166"/>
                  </a:lnTo>
                  <a:lnTo>
                    <a:pt x="179" y="627"/>
                  </a:lnTo>
                  <a:lnTo>
                    <a:pt x="422" y="627"/>
                  </a:lnTo>
                  <a:lnTo>
                    <a:pt x="422" y="473"/>
                  </a:lnTo>
                  <a:lnTo>
                    <a:pt x="34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034;p78">
              <a:extLst>
                <a:ext uri="{FF2B5EF4-FFF2-40B4-BE49-F238E27FC236}">
                  <a16:creationId xmlns:a16="http://schemas.microsoft.com/office/drawing/2014/main" id="{339D9F60-6982-160A-2B39-15A02AB6C5B6}"/>
                </a:ext>
              </a:extLst>
            </p:cNvPr>
            <p:cNvSpPr/>
            <p:nvPr/>
          </p:nvSpPr>
          <p:spPr>
            <a:xfrm>
              <a:off x="6546000" y="1444100"/>
              <a:ext cx="27200" cy="11200"/>
            </a:xfrm>
            <a:custGeom>
              <a:avLst/>
              <a:gdLst/>
              <a:ahLst/>
              <a:cxnLst/>
              <a:rect l="l" t="t" r="r" b="b"/>
              <a:pathLst>
                <a:path w="1088" h="448" extrusionOk="0">
                  <a:moveTo>
                    <a:pt x="857" y="1"/>
                  </a:moveTo>
                  <a:lnTo>
                    <a:pt x="1" y="256"/>
                  </a:lnTo>
                  <a:lnTo>
                    <a:pt x="1" y="448"/>
                  </a:lnTo>
                  <a:lnTo>
                    <a:pt x="857" y="448"/>
                  </a:lnTo>
                  <a:lnTo>
                    <a:pt x="108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035;p78">
              <a:extLst>
                <a:ext uri="{FF2B5EF4-FFF2-40B4-BE49-F238E27FC236}">
                  <a16:creationId xmlns:a16="http://schemas.microsoft.com/office/drawing/2014/main" id="{68F1040D-5E4D-78F7-D5D3-F5B452F356D1}"/>
                </a:ext>
              </a:extLst>
            </p:cNvPr>
            <p:cNvSpPr/>
            <p:nvPr/>
          </p:nvSpPr>
          <p:spPr>
            <a:xfrm>
              <a:off x="6505425" y="1493000"/>
              <a:ext cx="95875" cy="33250"/>
            </a:xfrm>
            <a:custGeom>
              <a:avLst/>
              <a:gdLst/>
              <a:ahLst/>
              <a:cxnLst/>
              <a:rect l="l" t="t" r="r" b="b"/>
              <a:pathLst>
                <a:path w="3835" h="1330" extrusionOk="0">
                  <a:moveTo>
                    <a:pt x="141" y="0"/>
                  </a:moveTo>
                  <a:lnTo>
                    <a:pt x="77" y="256"/>
                  </a:lnTo>
                  <a:lnTo>
                    <a:pt x="13" y="460"/>
                  </a:lnTo>
                  <a:lnTo>
                    <a:pt x="1" y="588"/>
                  </a:lnTo>
                  <a:lnTo>
                    <a:pt x="1" y="614"/>
                  </a:lnTo>
                  <a:lnTo>
                    <a:pt x="13" y="652"/>
                  </a:lnTo>
                  <a:lnTo>
                    <a:pt x="77" y="729"/>
                  </a:lnTo>
                  <a:lnTo>
                    <a:pt x="141" y="818"/>
                  </a:lnTo>
                  <a:lnTo>
                    <a:pt x="1113" y="1061"/>
                  </a:lnTo>
                  <a:lnTo>
                    <a:pt x="1522" y="1329"/>
                  </a:lnTo>
                  <a:lnTo>
                    <a:pt x="2889" y="1329"/>
                  </a:lnTo>
                  <a:lnTo>
                    <a:pt x="3592" y="1150"/>
                  </a:lnTo>
                  <a:lnTo>
                    <a:pt x="3835" y="665"/>
                  </a:lnTo>
                  <a:lnTo>
                    <a:pt x="3694" y="665"/>
                  </a:lnTo>
                  <a:lnTo>
                    <a:pt x="3324" y="882"/>
                  </a:lnTo>
                  <a:lnTo>
                    <a:pt x="3285" y="665"/>
                  </a:lnTo>
                  <a:lnTo>
                    <a:pt x="1918" y="665"/>
                  </a:lnTo>
                  <a:lnTo>
                    <a:pt x="1918" y="332"/>
                  </a:lnTo>
                  <a:lnTo>
                    <a:pt x="908" y="332"/>
                  </a:lnTo>
                  <a:lnTo>
                    <a:pt x="563" y="486"/>
                  </a:lnTo>
                  <a:lnTo>
                    <a:pt x="448" y="435"/>
                  </a:lnTo>
                  <a:lnTo>
                    <a:pt x="474" y="90"/>
                  </a:lnTo>
                  <a:lnTo>
                    <a:pt x="14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036;p78">
              <a:extLst>
                <a:ext uri="{FF2B5EF4-FFF2-40B4-BE49-F238E27FC236}">
                  <a16:creationId xmlns:a16="http://schemas.microsoft.com/office/drawing/2014/main" id="{FC4512B3-AD16-A44B-EBAC-52A4E5888DC0}"/>
                </a:ext>
              </a:extLst>
            </p:cNvPr>
            <p:cNvSpPr/>
            <p:nvPr/>
          </p:nvSpPr>
          <p:spPr>
            <a:xfrm>
              <a:off x="7149900" y="1644750"/>
              <a:ext cx="73500" cy="32950"/>
            </a:xfrm>
            <a:custGeom>
              <a:avLst/>
              <a:gdLst/>
              <a:ahLst/>
              <a:cxnLst/>
              <a:rect l="l" t="t" r="r" b="b"/>
              <a:pathLst>
                <a:path w="2940" h="1318" extrusionOk="0">
                  <a:moveTo>
                    <a:pt x="1227" y="1"/>
                  </a:moveTo>
                  <a:lnTo>
                    <a:pt x="742" y="218"/>
                  </a:lnTo>
                  <a:lnTo>
                    <a:pt x="0" y="499"/>
                  </a:lnTo>
                  <a:lnTo>
                    <a:pt x="0" y="921"/>
                  </a:lnTo>
                  <a:lnTo>
                    <a:pt x="115" y="1317"/>
                  </a:lnTo>
                  <a:lnTo>
                    <a:pt x="1035" y="998"/>
                  </a:lnTo>
                  <a:lnTo>
                    <a:pt x="1496" y="1100"/>
                  </a:lnTo>
                  <a:lnTo>
                    <a:pt x="1764" y="998"/>
                  </a:lnTo>
                  <a:lnTo>
                    <a:pt x="2735" y="921"/>
                  </a:lnTo>
                  <a:lnTo>
                    <a:pt x="2940" y="576"/>
                  </a:lnTo>
                  <a:lnTo>
                    <a:pt x="2556" y="423"/>
                  </a:lnTo>
                  <a:lnTo>
                    <a:pt x="219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037;p78">
              <a:extLst>
                <a:ext uri="{FF2B5EF4-FFF2-40B4-BE49-F238E27FC236}">
                  <a16:creationId xmlns:a16="http://schemas.microsoft.com/office/drawing/2014/main" id="{376B6B8B-7B42-0F9E-762A-C40562238CBC}"/>
                </a:ext>
              </a:extLst>
            </p:cNvPr>
            <p:cNvSpPr/>
            <p:nvPr/>
          </p:nvSpPr>
          <p:spPr>
            <a:xfrm>
              <a:off x="5717500" y="1379875"/>
              <a:ext cx="34225" cy="13450"/>
            </a:xfrm>
            <a:custGeom>
              <a:avLst/>
              <a:gdLst/>
              <a:ahLst/>
              <a:cxnLst/>
              <a:rect l="l" t="t" r="r" b="b"/>
              <a:pathLst>
                <a:path w="1369" h="538" extrusionOk="0">
                  <a:moveTo>
                    <a:pt x="333" y="1"/>
                  </a:moveTo>
                  <a:lnTo>
                    <a:pt x="1" y="307"/>
                  </a:lnTo>
                  <a:lnTo>
                    <a:pt x="1" y="448"/>
                  </a:lnTo>
                  <a:lnTo>
                    <a:pt x="371" y="218"/>
                  </a:lnTo>
                  <a:lnTo>
                    <a:pt x="243" y="538"/>
                  </a:lnTo>
                  <a:lnTo>
                    <a:pt x="997" y="538"/>
                  </a:lnTo>
                  <a:lnTo>
                    <a:pt x="1317" y="346"/>
                  </a:lnTo>
                  <a:lnTo>
                    <a:pt x="1330" y="333"/>
                  </a:lnTo>
                  <a:lnTo>
                    <a:pt x="1368" y="282"/>
                  </a:lnTo>
                  <a:lnTo>
                    <a:pt x="1368" y="256"/>
                  </a:lnTo>
                  <a:lnTo>
                    <a:pt x="1368" y="244"/>
                  </a:lnTo>
                  <a:lnTo>
                    <a:pt x="1355" y="218"/>
                  </a:lnTo>
                  <a:lnTo>
                    <a:pt x="1317" y="218"/>
                  </a:lnTo>
                  <a:lnTo>
                    <a:pt x="819" y="244"/>
                  </a:lnTo>
                  <a:lnTo>
                    <a:pt x="410" y="269"/>
                  </a:lnTo>
                  <a:lnTo>
                    <a:pt x="48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038;p78">
              <a:extLst>
                <a:ext uri="{FF2B5EF4-FFF2-40B4-BE49-F238E27FC236}">
                  <a16:creationId xmlns:a16="http://schemas.microsoft.com/office/drawing/2014/main" id="{2E7E7B70-854A-B889-7399-0D35ED1F6791}"/>
                </a:ext>
              </a:extLst>
            </p:cNvPr>
            <p:cNvSpPr/>
            <p:nvPr/>
          </p:nvSpPr>
          <p:spPr>
            <a:xfrm>
              <a:off x="6292300" y="1482775"/>
              <a:ext cx="18875" cy="22375"/>
            </a:xfrm>
            <a:custGeom>
              <a:avLst/>
              <a:gdLst/>
              <a:ahLst/>
              <a:cxnLst/>
              <a:rect l="l" t="t" r="r" b="b"/>
              <a:pathLst>
                <a:path w="755" h="895" extrusionOk="0">
                  <a:moveTo>
                    <a:pt x="205" y="0"/>
                  </a:moveTo>
                  <a:lnTo>
                    <a:pt x="129" y="537"/>
                  </a:lnTo>
                  <a:lnTo>
                    <a:pt x="1" y="741"/>
                  </a:lnTo>
                  <a:lnTo>
                    <a:pt x="205" y="895"/>
                  </a:lnTo>
                  <a:lnTo>
                    <a:pt x="384" y="818"/>
                  </a:lnTo>
                  <a:lnTo>
                    <a:pt x="512" y="767"/>
                  </a:lnTo>
                  <a:lnTo>
                    <a:pt x="551" y="754"/>
                  </a:lnTo>
                  <a:lnTo>
                    <a:pt x="576" y="741"/>
                  </a:lnTo>
                  <a:lnTo>
                    <a:pt x="602" y="690"/>
                  </a:lnTo>
                  <a:lnTo>
                    <a:pt x="666" y="614"/>
                  </a:lnTo>
                  <a:lnTo>
                    <a:pt x="755" y="524"/>
                  </a:lnTo>
                  <a:lnTo>
                    <a:pt x="487" y="281"/>
                  </a:lnTo>
                  <a:lnTo>
                    <a:pt x="39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039;p78">
              <a:extLst>
                <a:ext uri="{FF2B5EF4-FFF2-40B4-BE49-F238E27FC236}">
                  <a16:creationId xmlns:a16="http://schemas.microsoft.com/office/drawing/2014/main" id="{4160F86F-6CEC-D1A5-ED7E-0679E4F70603}"/>
                </a:ext>
              </a:extLst>
            </p:cNvPr>
            <p:cNvSpPr/>
            <p:nvPr/>
          </p:nvSpPr>
          <p:spPr>
            <a:xfrm>
              <a:off x="6293600" y="1546025"/>
              <a:ext cx="17575" cy="16325"/>
            </a:xfrm>
            <a:custGeom>
              <a:avLst/>
              <a:gdLst/>
              <a:ahLst/>
              <a:cxnLst/>
              <a:rect l="l" t="t" r="r" b="b"/>
              <a:pathLst>
                <a:path w="703" h="653" extrusionOk="0">
                  <a:moveTo>
                    <a:pt x="38" y="1"/>
                  </a:moveTo>
                  <a:lnTo>
                    <a:pt x="0" y="231"/>
                  </a:lnTo>
                  <a:lnTo>
                    <a:pt x="588" y="652"/>
                  </a:lnTo>
                  <a:lnTo>
                    <a:pt x="703" y="474"/>
                  </a:lnTo>
                  <a:lnTo>
                    <a:pt x="537" y="103"/>
                  </a:lnTo>
                  <a:lnTo>
                    <a:pt x="3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040;p78">
              <a:extLst>
                <a:ext uri="{FF2B5EF4-FFF2-40B4-BE49-F238E27FC236}">
                  <a16:creationId xmlns:a16="http://schemas.microsoft.com/office/drawing/2014/main" id="{D7208F97-5253-4043-95F1-9817D1731F3C}"/>
                </a:ext>
              </a:extLst>
            </p:cNvPr>
            <p:cNvSpPr/>
            <p:nvPr/>
          </p:nvSpPr>
          <p:spPr>
            <a:xfrm>
              <a:off x="6374750" y="1544425"/>
              <a:ext cx="81825" cy="43175"/>
            </a:xfrm>
            <a:custGeom>
              <a:avLst/>
              <a:gdLst/>
              <a:ahLst/>
              <a:cxnLst/>
              <a:rect l="l" t="t" r="r" b="b"/>
              <a:pathLst>
                <a:path w="3273" h="1727" extrusionOk="0">
                  <a:moveTo>
                    <a:pt x="895" y="1"/>
                  </a:moveTo>
                  <a:lnTo>
                    <a:pt x="460" y="205"/>
                  </a:lnTo>
                  <a:lnTo>
                    <a:pt x="524" y="665"/>
                  </a:lnTo>
                  <a:lnTo>
                    <a:pt x="1176" y="665"/>
                  </a:lnTo>
                  <a:lnTo>
                    <a:pt x="857" y="1228"/>
                  </a:lnTo>
                  <a:lnTo>
                    <a:pt x="563" y="1343"/>
                  </a:lnTo>
                  <a:lnTo>
                    <a:pt x="0" y="1343"/>
                  </a:lnTo>
                  <a:lnTo>
                    <a:pt x="0" y="1573"/>
                  </a:lnTo>
                  <a:lnTo>
                    <a:pt x="588" y="1522"/>
                  </a:lnTo>
                  <a:lnTo>
                    <a:pt x="1176" y="1343"/>
                  </a:lnTo>
                  <a:lnTo>
                    <a:pt x="1330" y="1573"/>
                  </a:lnTo>
                  <a:lnTo>
                    <a:pt x="1700" y="1624"/>
                  </a:lnTo>
                  <a:lnTo>
                    <a:pt x="2096" y="1675"/>
                  </a:lnTo>
                  <a:lnTo>
                    <a:pt x="2493" y="1713"/>
                  </a:lnTo>
                  <a:lnTo>
                    <a:pt x="2863" y="1726"/>
                  </a:lnTo>
                  <a:lnTo>
                    <a:pt x="3272" y="1726"/>
                  </a:lnTo>
                  <a:lnTo>
                    <a:pt x="3272" y="1381"/>
                  </a:lnTo>
                  <a:lnTo>
                    <a:pt x="2799" y="870"/>
                  </a:lnTo>
                  <a:lnTo>
                    <a:pt x="2288" y="589"/>
                  </a:lnTo>
                  <a:lnTo>
                    <a:pt x="1215" y="755"/>
                  </a:lnTo>
                  <a:lnTo>
                    <a:pt x="1215" y="538"/>
                  </a:lnTo>
                  <a:lnTo>
                    <a:pt x="1330" y="129"/>
                  </a:lnTo>
                  <a:lnTo>
                    <a:pt x="89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041;p78">
              <a:extLst>
                <a:ext uri="{FF2B5EF4-FFF2-40B4-BE49-F238E27FC236}">
                  <a16:creationId xmlns:a16="http://schemas.microsoft.com/office/drawing/2014/main" id="{2C4CB1D0-688C-4286-ED7E-C3A564C55150}"/>
                </a:ext>
              </a:extLst>
            </p:cNvPr>
            <p:cNvSpPr/>
            <p:nvPr/>
          </p:nvSpPr>
          <p:spPr>
            <a:xfrm>
              <a:off x="6321375" y="1469675"/>
              <a:ext cx="167475" cy="62950"/>
            </a:xfrm>
            <a:custGeom>
              <a:avLst/>
              <a:gdLst/>
              <a:ahLst/>
              <a:cxnLst/>
              <a:rect l="l" t="t" r="r" b="b"/>
              <a:pathLst>
                <a:path w="6699" h="2518" extrusionOk="0">
                  <a:moveTo>
                    <a:pt x="1599" y="0"/>
                  </a:moveTo>
                  <a:lnTo>
                    <a:pt x="1151" y="205"/>
                  </a:lnTo>
                  <a:lnTo>
                    <a:pt x="845" y="320"/>
                  </a:lnTo>
                  <a:lnTo>
                    <a:pt x="384" y="320"/>
                  </a:lnTo>
                  <a:lnTo>
                    <a:pt x="384" y="754"/>
                  </a:lnTo>
                  <a:lnTo>
                    <a:pt x="193" y="754"/>
                  </a:lnTo>
                  <a:lnTo>
                    <a:pt x="295" y="1419"/>
                  </a:lnTo>
                  <a:lnTo>
                    <a:pt x="1" y="1419"/>
                  </a:lnTo>
                  <a:lnTo>
                    <a:pt x="142" y="1802"/>
                  </a:lnTo>
                  <a:lnTo>
                    <a:pt x="614" y="1802"/>
                  </a:lnTo>
                  <a:lnTo>
                    <a:pt x="845" y="2186"/>
                  </a:lnTo>
                  <a:lnTo>
                    <a:pt x="1317" y="2518"/>
                  </a:lnTo>
                  <a:lnTo>
                    <a:pt x="2020" y="2518"/>
                  </a:lnTo>
                  <a:lnTo>
                    <a:pt x="2225" y="2032"/>
                  </a:lnTo>
                  <a:lnTo>
                    <a:pt x="2813" y="2275"/>
                  </a:lnTo>
                  <a:lnTo>
                    <a:pt x="3669" y="1994"/>
                  </a:lnTo>
                  <a:lnTo>
                    <a:pt x="4104" y="2007"/>
                  </a:lnTo>
                  <a:lnTo>
                    <a:pt x="4628" y="2083"/>
                  </a:lnTo>
                  <a:lnTo>
                    <a:pt x="5152" y="2032"/>
                  </a:lnTo>
                  <a:lnTo>
                    <a:pt x="5548" y="2007"/>
                  </a:lnTo>
                  <a:lnTo>
                    <a:pt x="5241" y="1892"/>
                  </a:lnTo>
                  <a:lnTo>
                    <a:pt x="5062" y="1828"/>
                  </a:lnTo>
                  <a:lnTo>
                    <a:pt x="4883" y="1764"/>
                  </a:lnTo>
                  <a:lnTo>
                    <a:pt x="4436" y="1380"/>
                  </a:lnTo>
                  <a:lnTo>
                    <a:pt x="5688" y="1917"/>
                  </a:lnTo>
                  <a:lnTo>
                    <a:pt x="6085" y="1917"/>
                  </a:lnTo>
                  <a:lnTo>
                    <a:pt x="6391" y="1342"/>
                  </a:lnTo>
                  <a:lnTo>
                    <a:pt x="6251" y="1265"/>
                  </a:lnTo>
                  <a:lnTo>
                    <a:pt x="6698" y="1150"/>
                  </a:lnTo>
                  <a:lnTo>
                    <a:pt x="6596" y="907"/>
                  </a:lnTo>
                  <a:lnTo>
                    <a:pt x="5305" y="588"/>
                  </a:lnTo>
                  <a:lnTo>
                    <a:pt x="4794" y="588"/>
                  </a:lnTo>
                  <a:lnTo>
                    <a:pt x="3695" y="153"/>
                  </a:lnTo>
                  <a:lnTo>
                    <a:pt x="3477" y="153"/>
                  </a:lnTo>
                  <a:lnTo>
                    <a:pt x="3311" y="268"/>
                  </a:lnTo>
                  <a:lnTo>
                    <a:pt x="3119" y="971"/>
                  </a:lnTo>
                  <a:lnTo>
                    <a:pt x="3004" y="856"/>
                  </a:lnTo>
                  <a:lnTo>
                    <a:pt x="2800" y="562"/>
                  </a:lnTo>
                  <a:lnTo>
                    <a:pt x="2557" y="562"/>
                  </a:lnTo>
                  <a:lnTo>
                    <a:pt x="2417" y="358"/>
                  </a:lnTo>
                  <a:lnTo>
                    <a:pt x="1905" y="320"/>
                  </a:lnTo>
                  <a:lnTo>
                    <a:pt x="159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042;p78">
              <a:extLst>
                <a:ext uri="{FF2B5EF4-FFF2-40B4-BE49-F238E27FC236}">
                  <a16:creationId xmlns:a16="http://schemas.microsoft.com/office/drawing/2014/main" id="{1674D144-E073-DE8E-6FF3-65D7C723BBA9}"/>
                </a:ext>
              </a:extLst>
            </p:cNvPr>
            <p:cNvSpPr/>
            <p:nvPr/>
          </p:nvSpPr>
          <p:spPr>
            <a:xfrm>
              <a:off x="5421300" y="1246650"/>
              <a:ext cx="135825" cy="62650"/>
            </a:xfrm>
            <a:custGeom>
              <a:avLst/>
              <a:gdLst/>
              <a:ahLst/>
              <a:cxnLst/>
              <a:rect l="l" t="t" r="r" b="b"/>
              <a:pathLst>
                <a:path w="5433" h="2506" extrusionOk="0">
                  <a:moveTo>
                    <a:pt x="3375" y="0"/>
                  </a:moveTo>
                  <a:lnTo>
                    <a:pt x="2570" y="384"/>
                  </a:lnTo>
                  <a:lnTo>
                    <a:pt x="2212" y="448"/>
                  </a:lnTo>
                  <a:lnTo>
                    <a:pt x="1931" y="499"/>
                  </a:lnTo>
                  <a:lnTo>
                    <a:pt x="1726" y="537"/>
                  </a:lnTo>
                  <a:lnTo>
                    <a:pt x="1381" y="665"/>
                  </a:lnTo>
                  <a:lnTo>
                    <a:pt x="1177" y="754"/>
                  </a:lnTo>
                  <a:lnTo>
                    <a:pt x="1138" y="972"/>
                  </a:lnTo>
                  <a:lnTo>
                    <a:pt x="1445" y="1048"/>
                  </a:lnTo>
                  <a:lnTo>
                    <a:pt x="1011" y="1240"/>
                  </a:lnTo>
                  <a:lnTo>
                    <a:pt x="269" y="1611"/>
                  </a:lnTo>
                  <a:lnTo>
                    <a:pt x="1" y="1866"/>
                  </a:lnTo>
                  <a:lnTo>
                    <a:pt x="589" y="1930"/>
                  </a:lnTo>
                  <a:lnTo>
                    <a:pt x="589" y="2096"/>
                  </a:lnTo>
                  <a:lnTo>
                    <a:pt x="1522" y="2096"/>
                  </a:lnTo>
                  <a:lnTo>
                    <a:pt x="1573" y="2314"/>
                  </a:lnTo>
                  <a:lnTo>
                    <a:pt x="2237" y="2505"/>
                  </a:lnTo>
                  <a:lnTo>
                    <a:pt x="2838" y="2211"/>
                  </a:lnTo>
                  <a:lnTo>
                    <a:pt x="3132" y="2301"/>
                  </a:lnTo>
                  <a:lnTo>
                    <a:pt x="3388" y="2096"/>
                  </a:lnTo>
                  <a:lnTo>
                    <a:pt x="3861" y="2135"/>
                  </a:lnTo>
                  <a:lnTo>
                    <a:pt x="4487" y="2096"/>
                  </a:lnTo>
                  <a:lnTo>
                    <a:pt x="4679" y="1994"/>
                  </a:lnTo>
                  <a:lnTo>
                    <a:pt x="4870" y="1790"/>
                  </a:lnTo>
                  <a:lnTo>
                    <a:pt x="4487" y="1572"/>
                  </a:lnTo>
                  <a:lnTo>
                    <a:pt x="4704" y="1240"/>
                  </a:lnTo>
                  <a:lnTo>
                    <a:pt x="5254" y="1202"/>
                  </a:lnTo>
                  <a:lnTo>
                    <a:pt x="5433" y="920"/>
                  </a:lnTo>
                  <a:lnTo>
                    <a:pt x="5100" y="895"/>
                  </a:lnTo>
                  <a:lnTo>
                    <a:pt x="4743" y="869"/>
                  </a:lnTo>
                  <a:lnTo>
                    <a:pt x="4704" y="844"/>
                  </a:lnTo>
                  <a:lnTo>
                    <a:pt x="4653" y="793"/>
                  </a:lnTo>
                  <a:lnTo>
                    <a:pt x="4500" y="652"/>
                  </a:lnTo>
                  <a:lnTo>
                    <a:pt x="4308" y="460"/>
                  </a:lnTo>
                  <a:lnTo>
                    <a:pt x="3682" y="102"/>
                  </a:lnTo>
                  <a:lnTo>
                    <a:pt x="337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043;p78">
              <a:extLst>
                <a:ext uri="{FF2B5EF4-FFF2-40B4-BE49-F238E27FC236}">
                  <a16:creationId xmlns:a16="http://schemas.microsoft.com/office/drawing/2014/main" id="{F2C46608-2640-1E03-6864-EAC4C29FF1C3}"/>
                </a:ext>
              </a:extLst>
            </p:cNvPr>
            <p:cNvSpPr/>
            <p:nvPr/>
          </p:nvSpPr>
          <p:spPr>
            <a:xfrm>
              <a:off x="4060175" y="1691100"/>
              <a:ext cx="16950" cy="9600"/>
            </a:xfrm>
            <a:custGeom>
              <a:avLst/>
              <a:gdLst/>
              <a:ahLst/>
              <a:cxnLst/>
              <a:rect l="l" t="t" r="r" b="b"/>
              <a:pathLst>
                <a:path w="678" h="384" extrusionOk="0">
                  <a:moveTo>
                    <a:pt x="563" y="0"/>
                  </a:moveTo>
                  <a:lnTo>
                    <a:pt x="511" y="26"/>
                  </a:lnTo>
                  <a:lnTo>
                    <a:pt x="473" y="38"/>
                  </a:lnTo>
                  <a:lnTo>
                    <a:pt x="435" y="77"/>
                  </a:lnTo>
                  <a:lnTo>
                    <a:pt x="371" y="141"/>
                  </a:lnTo>
                  <a:lnTo>
                    <a:pt x="320" y="217"/>
                  </a:lnTo>
                  <a:lnTo>
                    <a:pt x="243" y="217"/>
                  </a:lnTo>
                  <a:lnTo>
                    <a:pt x="154" y="205"/>
                  </a:lnTo>
                  <a:lnTo>
                    <a:pt x="103" y="192"/>
                  </a:lnTo>
                  <a:lnTo>
                    <a:pt x="64" y="192"/>
                  </a:lnTo>
                  <a:lnTo>
                    <a:pt x="26" y="205"/>
                  </a:lnTo>
                  <a:lnTo>
                    <a:pt x="13" y="243"/>
                  </a:lnTo>
                  <a:lnTo>
                    <a:pt x="0" y="281"/>
                  </a:lnTo>
                  <a:lnTo>
                    <a:pt x="0" y="307"/>
                  </a:lnTo>
                  <a:lnTo>
                    <a:pt x="26" y="332"/>
                  </a:lnTo>
                  <a:lnTo>
                    <a:pt x="64" y="358"/>
                  </a:lnTo>
                  <a:lnTo>
                    <a:pt x="154" y="371"/>
                  </a:lnTo>
                  <a:lnTo>
                    <a:pt x="243" y="383"/>
                  </a:lnTo>
                  <a:lnTo>
                    <a:pt x="358" y="371"/>
                  </a:lnTo>
                  <a:lnTo>
                    <a:pt x="448" y="345"/>
                  </a:lnTo>
                  <a:lnTo>
                    <a:pt x="537" y="294"/>
                  </a:lnTo>
                  <a:lnTo>
                    <a:pt x="614" y="230"/>
                  </a:lnTo>
                  <a:lnTo>
                    <a:pt x="652" y="179"/>
                  </a:lnTo>
                  <a:lnTo>
                    <a:pt x="678" y="128"/>
                  </a:lnTo>
                  <a:lnTo>
                    <a:pt x="678" y="64"/>
                  </a:lnTo>
                  <a:lnTo>
                    <a:pt x="66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044;p78">
              <a:extLst>
                <a:ext uri="{FF2B5EF4-FFF2-40B4-BE49-F238E27FC236}">
                  <a16:creationId xmlns:a16="http://schemas.microsoft.com/office/drawing/2014/main" id="{DF98366F-BC7E-6BB2-9448-7D18104A6230}"/>
                </a:ext>
              </a:extLst>
            </p:cNvPr>
            <p:cNvSpPr/>
            <p:nvPr/>
          </p:nvSpPr>
          <p:spPr>
            <a:xfrm>
              <a:off x="4030125" y="1712175"/>
              <a:ext cx="5475" cy="4825"/>
            </a:xfrm>
            <a:custGeom>
              <a:avLst/>
              <a:gdLst/>
              <a:ahLst/>
              <a:cxnLst/>
              <a:rect l="l" t="t" r="r" b="b"/>
              <a:pathLst>
                <a:path w="219" h="193" extrusionOk="0">
                  <a:moveTo>
                    <a:pt x="52" y="1"/>
                  </a:moveTo>
                  <a:lnTo>
                    <a:pt x="26" y="13"/>
                  </a:lnTo>
                  <a:lnTo>
                    <a:pt x="1" y="39"/>
                  </a:lnTo>
                  <a:lnTo>
                    <a:pt x="1" y="64"/>
                  </a:lnTo>
                  <a:lnTo>
                    <a:pt x="1" y="90"/>
                  </a:lnTo>
                  <a:lnTo>
                    <a:pt x="26" y="141"/>
                  </a:lnTo>
                  <a:lnTo>
                    <a:pt x="52" y="179"/>
                  </a:lnTo>
                  <a:lnTo>
                    <a:pt x="78" y="192"/>
                  </a:lnTo>
                  <a:lnTo>
                    <a:pt x="116" y="192"/>
                  </a:lnTo>
                  <a:lnTo>
                    <a:pt x="154" y="179"/>
                  </a:lnTo>
                  <a:lnTo>
                    <a:pt x="193" y="167"/>
                  </a:lnTo>
                  <a:lnTo>
                    <a:pt x="218" y="154"/>
                  </a:lnTo>
                  <a:lnTo>
                    <a:pt x="218" y="128"/>
                  </a:lnTo>
                  <a:lnTo>
                    <a:pt x="205" y="103"/>
                  </a:lnTo>
                  <a:lnTo>
                    <a:pt x="167" y="52"/>
                  </a:lnTo>
                  <a:lnTo>
                    <a:pt x="5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045;p78">
              <a:extLst>
                <a:ext uri="{FF2B5EF4-FFF2-40B4-BE49-F238E27FC236}">
                  <a16:creationId xmlns:a16="http://schemas.microsoft.com/office/drawing/2014/main" id="{93FEE05D-148E-14F2-16AB-9F8813DE9A06}"/>
                </a:ext>
              </a:extLst>
            </p:cNvPr>
            <p:cNvSpPr/>
            <p:nvPr/>
          </p:nvSpPr>
          <p:spPr>
            <a:xfrm>
              <a:off x="3946100" y="1774150"/>
              <a:ext cx="8975" cy="7375"/>
            </a:xfrm>
            <a:custGeom>
              <a:avLst/>
              <a:gdLst/>
              <a:ahLst/>
              <a:cxnLst/>
              <a:rect l="l" t="t" r="r" b="b"/>
              <a:pathLst>
                <a:path w="359" h="295" extrusionOk="0">
                  <a:moveTo>
                    <a:pt x="179" y="1"/>
                  </a:moveTo>
                  <a:lnTo>
                    <a:pt x="141" y="14"/>
                  </a:lnTo>
                  <a:lnTo>
                    <a:pt x="64" y="78"/>
                  </a:lnTo>
                  <a:lnTo>
                    <a:pt x="26" y="116"/>
                  </a:lnTo>
                  <a:lnTo>
                    <a:pt x="1" y="142"/>
                  </a:lnTo>
                  <a:lnTo>
                    <a:pt x="1" y="218"/>
                  </a:lnTo>
                  <a:lnTo>
                    <a:pt x="1" y="244"/>
                  </a:lnTo>
                  <a:lnTo>
                    <a:pt x="13" y="269"/>
                  </a:lnTo>
                  <a:lnTo>
                    <a:pt x="39" y="295"/>
                  </a:lnTo>
                  <a:lnTo>
                    <a:pt x="77" y="295"/>
                  </a:lnTo>
                  <a:lnTo>
                    <a:pt x="141" y="257"/>
                  </a:lnTo>
                  <a:lnTo>
                    <a:pt x="179" y="231"/>
                  </a:lnTo>
                  <a:lnTo>
                    <a:pt x="205" y="193"/>
                  </a:lnTo>
                  <a:lnTo>
                    <a:pt x="269" y="103"/>
                  </a:lnTo>
                  <a:lnTo>
                    <a:pt x="35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046;p78">
              <a:extLst>
                <a:ext uri="{FF2B5EF4-FFF2-40B4-BE49-F238E27FC236}">
                  <a16:creationId xmlns:a16="http://schemas.microsoft.com/office/drawing/2014/main" id="{F168FDAD-D7CA-2B6F-369F-E7E65133E81D}"/>
                </a:ext>
              </a:extLst>
            </p:cNvPr>
            <p:cNvSpPr/>
            <p:nvPr/>
          </p:nvSpPr>
          <p:spPr>
            <a:xfrm>
              <a:off x="3949300" y="1760425"/>
              <a:ext cx="12800" cy="9600"/>
            </a:xfrm>
            <a:custGeom>
              <a:avLst/>
              <a:gdLst/>
              <a:ahLst/>
              <a:cxnLst/>
              <a:rect l="l" t="t" r="r" b="b"/>
              <a:pathLst>
                <a:path w="512" h="384" extrusionOk="0">
                  <a:moveTo>
                    <a:pt x="358" y="0"/>
                  </a:moveTo>
                  <a:lnTo>
                    <a:pt x="345" y="103"/>
                  </a:lnTo>
                  <a:lnTo>
                    <a:pt x="345" y="167"/>
                  </a:lnTo>
                  <a:lnTo>
                    <a:pt x="345" y="192"/>
                  </a:lnTo>
                  <a:lnTo>
                    <a:pt x="320" y="218"/>
                  </a:lnTo>
                  <a:lnTo>
                    <a:pt x="294" y="230"/>
                  </a:lnTo>
                  <a:lnTo>
                    <a:pt x="282" y="230"/>
                  </a:lnTo>
                  <a:lnTo>
                    <a:pt x="243" y="218"/>
                  </a:lnTo>
                  <a:lnTo>
                    <a:pt x="218" y="192"/>
                  </a:lnTo>
                  <a:lnTo>
                    <a:pt x="205" y="167"/>
                  </a:lnTo>
                  <a:lnTo>
                    <a:pt x="167" y="128"/>
                  </a:lnTo>
                  <a:lnTo>
                    <a:pt x="26" y="128"/>
                  </a:lnTo>
                  <a:lnTo>
                    <a:pt x="0" y="179"/>
                  </a:lnTo>
                  <a:lnTo>
                    <a:pt x="0" y="243"/>
                  </a:lnTo>
                  <a:lnTo>
                    <a:pt x="13" y="269"/>
                  </a:lnTo>
                  <a:lnTo>
                    <a:pt x="26" y="294"/>
                  </a:lnTo>
                  <a:lnTo>
                    <a:pt x="115" y="294"/>
                  </a:lnTo>
                  <a:lnTo>
                    <a:pt x="128" y="282"/>
                  </a:lnTo>
                  <a:lnTo>
                    <a:pt x="141" y="269"/>
                  </a:lnTo>
                  <a:lnTo>
                    <a:pt x="167" y="256"/>
                  </a:lnTo>
                  <a:lnTo>
                    <a:pt x="218" y="256"/>
                  </a:lnTo>
                  <a:lnTo>
                    <a:pt x="243" y="282"/>
                  </a:lnTo>
                  <a:lnTo>
                    <a:pt x="256" y="294"/>
                  </a:lnTo>
                  <a:lnTo>
                    <a:pt x="269" y="307"/>
                  </a:lnTo>
                  <a:lnTo>
                    <a:pt x="243" y="320"/>
                  </a:lnTo>
                  <a:lnTo>
                    <a:pt x="218" y="333"/>
                  </a:lnTo>
                  <a:lnTo>
                    <a:pt x="192" y="345"/>
                  </a:lnTo>
                  <a:lnTo>
                    <a:pt x="192" y="358"/>
                  </a:lnTo>
                  <a:lnTo>
                    <a:pt x="205" y="371"/>
                  </a:lnTo>
                  <a:lnTo>
                    <a:pt x="256" y="371"/>
                  </a:lnTo>
                  <a:lnTo>
                    <a:pt x="307" y="384"/>
                  </a:lnTo>
                  <a:lnTo>
                    <a:pt x="345" y="371"/>
                  </a:lnTo>
                  <a:lnTo>
                    <a:pt x="371" y="358"/>
                  </a:lnTo>
                  <a:lnTo>
                    <a:pt x="384" y="333"/>
                  </a:lnTo>
                  <a:lnTo>
                    <a:pt x="397" y="294"/>
                  </a:lnTo>
                  <a:lnTo>
                    <a:pt x="448" y="179"/>
                  </a:lnTo>
                  <a:lnTo>
                    <a:pt x="512" y="52"/>
                  </a:lnTo>
                  <a:lnTo>
                    <a:pt x="46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047;p78">
              <a:extLst>
                <a:ext uri="{FF2B5EF4-FFF2-40B4-BE49-F238E27FC236}">
                  <a16:creationId xmlns:a16="http://schemas.microsoft.com/office/drawing/2014/main" id="{89ECE5F5-5ED3-5844-E2D2-E6CDDF3AA643}"/>
                </a:ext>
              </a:extLst>
            </p:cNvPr>
            <p:cNvSpPr/>
            <p:nvPr/>
          </p:nvSpPr>
          <p:spPr>
            <a:xfrm>
              <a:off x="4570125" y="1724000"/>
              <a:ext cx="36750" cy="32625"/>
            </a:xfrm>
            <a:custGeom>
              <a:avLst/>
              <a:gdLst/>
              <a:ahLst/>
              <a:cxnLst/>
              <a:rect l="l" t="t" r="r" b="b"/>
              <a:pathLst>
                <a:path w="1470" h="1305" extrusionOk="0">
                  <a:moveTo>
                    <a:pt x="550" y="0"/>
                  </a:moveTo>
                  <a:lnTo>
                    <a:pt x="141" y="345"/>
                  </a:lnTo>
                  <a:lnTo>
                    <a:pt x="0" y="1010"/>
                  </a:lnTo>
                  <a:lnTo>
                    <a:pt x="550" y="1304"/>
                  </a:lnTo>
                  <a:lnTo>
                    <a:pt x="869" y="1112"/>
                  </a:lnTo>
                  <a:lnTo>
                    <a:pt x="1099" y="857"/>
                  </a:lnTo>
                  <a:lnTo>
                    <a:pt x="1138" y="997"/>
                  </a:lnTo>
                  <a:lnTo>
                    <a:pt x="1470" y="997"/>
                  </a:lnTo>
                  <a:lnTo>
                    <a:pt x="1470" y="422"/>
                  </a:lnTo>
                  <a:lnTo>
                    <a:pt x="55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048;p78">
              <a:extLst>
                <a:ext uri="{FF2B5EF4-FFF2-40B4-BE49-F238E27FC236}">
                  <a16:creationId xmlns:a16="http://schemas.microsoft.com/office/drawing/2014/main" id="{55B024BD-BB42-C952-01A1-5BE5CDD19FF8}"/>
                </a:ext>
              </a:extLst>
            </p:cNvPr>
            <p:cNvSpPr/>
            <p:nvPr/>
          </p:nvSpPr>
          <p:spPr>
            <a:xfrm>
              <a:off x="3963675" y="1747650"/>
              <a:ext cx="14725" cy="10550"/>
            </a:xfrm>
            <a:custGeom>
              <a:avLst/>
              <a:gdLst/>
              <a:ahLst/>
              <a:cxnLst/>
              <a:rect l="l" t="t" r="r" b="b"/>
              <a:pathLst>
                <a:path w="589" h="422" extrusionOk="0">
                  <a:moveTo>
                    <a:pt x="512" y="0"/>
                  </a:moveTo>
                  <a:lnTo>
                    <a:pt x="461" y="13"/>
                  </a:lnTo>
                  <a:lnTo>
                    <a:pt x="371" y="64"/>
                  </a:lnTo>
                  <a:lnTo>
                    <a:pt x="282" y="102"/>
                  </a:lnTo>
                  <a:lnTo>
                    <a:pt x="192" y="154"/>
                  </a:lnTo>
                  <a:lnTo>
                    <a:pt x="128" y="192"/>
                  </a:lnTo>
                  <a:lnTo>
                    <a:pt x="64" y="256"/>
                  </a:lnTo>
                  <a:lnTo>
                    <a:pt x="13" y="320"/>
                  </a:lnTo>
                  <a:lnTo>
                    <a:pt x="1" y="358"/>
                  </a:lnTo>
                  <a:lnTo>
                    <a:pt x="1" y="384"/>
                  </a:lnTo>
                  <a:lnTo>
                    <a:pt x="13" y="396"/>
                  </a:lnTo>
                  <a:lnTo>
                    <a:pt x="26" y="409"/>
                  </a:lnTo>
                  <a:lnTo>
                    <a:pt x="64" y="422"/>
                  </a:lnTo>
                  <a:lnTo>
                    <a:pt x="116" y="422"/>
                  </a:lnTo>
                  <a:lnTo>
                    <a:pt x="167" y="409"/>
                  </a:lnTo>
                  <a:lnTo>
                    <a:pt x="218" y="396"/>
                  </a:lnTo>
                  <a:lnTo>
                    <a:pt x="243" y="358"/>
                  </a:lnTo>
                  <a:lnTo>
                    <a:pt x="269" y="320"/>
                  </a:lnTo>
                  <a:lnTo>
                    <a:pt x="307" y="281"/>
                  </a:lnTo>
                  <a:lnTo>
                    <a:pt x="384" y="243"/>
                  </a:lnTo>
                  <a:lnTo>
                    <a:pt x="486" y="179"/>
                  </a:lnTo>
                  <a:lnTo>
                    <a:pt x="563" y="128"/>
                  </a:lnTo>
                  <a:lnTo>
                    <a:pt x="588" y="90"/>
                  </a:lnTo>
                  <a:lnTo>
                    <a:pt x="588" y="64"/>
                  </a:lnTo>
                  <a:lnTo>
                    <a:pt x="58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049;p78">
              <a:extLst>
                <a:ext uri="{FF2B5EF4-FFF2-40B4-BE49-F238E27FC236}">
                  <a16:creationId xmlns:a16="http://schemas.microsoft.com/office/drawing/2014/main" id="{86B632FE-0F44-B218-8C68-D5E9B9A27809}"/>
                </a:ext>
              </a:extLst>
            </p:cNvPr>
            <p:cNvSpPr/>
            <p:nvPr/>
          </p:nvSpPr>
          <p:spPr>
            <a:xfrm>
              <a:off x="6170900" y="3602750"/>
              <a:ext cx="31325" cy="12800"/>
            </a:xfrm>
            <a:custGeom>
              <a:avLst/>
              <a:gdLst/>
              <a:ahLst/>
              <a:cxnLst/>
              <a:rect l="l" t="t" r="r" b="b"/>
              <a:pathLst>
                <a:path w="1253" h="512" extrusionOk="0">
                  <a:moveTo>
                    <a:pt x="358" y="0"/>
                  </a:moveTo>
                  <a:lnTo>
                    <a:pt x="320" y="13"/>
                  </a:lnTo>
                  <a:lnTo>
                    <a:pt x="269" y="39"/>
                  </a:lnTo>
                  <a:lnTo>
                    <a:pt x="230" y="64"/>
                  </a:lnTo>
                  <a:lnTo>
                    <a:pt x="205" y="102"/>
                  </a:lnTo>
                  <a:lnTo>
                    <a:pt x="179" y="141"/>
                  </a:lnTo>
                  <a:lnTo>
                    <a:pt x="179" y="179"/>
                  </a:lnTo>
                  <a:lnTo>
                    <a:pt x="179" y="217"/>
                  </a:lnTo>
                  <a:lnTo>
                    <a:pt x="166" y="256"/>
                  </a:lnTo>
                  <a:lnTo>
                    <a:pt x="141" y="294"/>
                  </a:lnTo>
                  <a:lnTo>
                    <a:pt x="115" y="307"/>
                  </a:lnTo>
                  <a:lnTo>
                    <a:pt x="51" y="358"/>
                  </a:lnTo>
                  <a:lnTo>
                    <a:pt x="26" y="371"/>
                  </a:lnTo>
                  <a:lnTo>
                    <a:pt x="0" y="409"/>
                  </a:lnTo>
                  <a:lnTo>
                    <a:pt x="103" y="435"/>
                  </a:lnTo>
                  <a:lnTo>
                    <a:pt x="205" y="448"/>
                  </a:lnTo>
                  <a:lnTo>
                    <a:pt x="409" y="448"/>
                  </a:lnTo>
                  <a:lnTo>
                    <a:pt x="601" y="460"/>
                  </a:lnTo>
                  <a:lnTo>
                    <a:pt x="703" y="473"/>
                  </a:lnTo>
                  <a:lnTo>
                    <a:pt x="805" y="499"/>
                  </a:lnTo>
                  <a:lnTo>
                    <a:pt x="869" y="511"/>
                  </a:lnTo>
                  <a:lnTo>
                    <a:pt x="933" y="511"/>
                  </a:lnTo>
                  <a:lnTo>
                    <a:pt x="997" y="486"/>
                  </a:lnTo>
                  <a:lnTo>
                    <a:pt x="1048" y="448"/>
                  </a:lnTo>
                  <a:lnTo>
                    <a:pt x="1112" y="396"/>
                  </a:lnTo>
                  <a:lnTo>
                    <a:pt x="1163" y="345"/>
                  </a:lnTo>
                  <a:lnTo>
                    <a:pt x="1240" y="230"/>
                  </a:lnTo>
                  <a:lnTo>
                    <a:pt x="1253" y="192"/>
                  </a:lnTo>
                  <a:lnTo>
                    <a:pt x="1253" y="141"/>
                  </a:lnTo>
                  <a:lnTo>
                    <a:pt x="1240" y="90"/>
                  </a:lnTo>
                  <a:lnTo>
                    <a:pt x="1214" y="51"/>
                  </a:lnTo>
                  <a:lnTo>
                    <a:pt x="1189" y="26"/>
                  </a:lnTo>
                  <a:lnTo>
                    <a:pt x="1151" y="13"/>
                  </a:lnTo>
                  <a:lnTo>
                    <a:pt x="1099" y="13"/>
                  </a:lnTo>
                  <a:lnTo>
                    <a:pt x="1048" y="26"/>
                  </a:lnTo>
                  <a:lnTo>
                    <a:pt x="895" y="77"/>
                  </a:lnTo>
                  <a:lnTo>
                    <a:pt x="831" y="90"/>
                  </a:lnTo>
                  <a:lnTo>
                    <a:pt x="754" y="102"/>
                  </a:lnTo>
                  <a:lnTo>
                    <a:pt x="678" y="102"/>
                  </a:lnTo>
                  <a:lnTo>
                    <a:pt x="601" y="90"/>
                  </a:lnTo>
                  <a:lnTo>
                    <a:pt x="524" y="64"/>
                  </a:lnTo>
                  <a:lnTo>
                    <a:pt x="448" y="26"/>
                  </a:lnTo>
                  <a:lnTo>
                    <a:pt x="40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050;p78">
              <a:extLst>
                <a:ext uri="{FF2B5EF4-FFF2-40B4-BE49-F238E27FC236}">
                  <a16:creationId xmlns:a16="http://schemas.microsoft.com/office/drawing/2014/main" id="{DB005349-A9A0-0FF9-2F87-8495F37163A2}"/>
                </a:ext>
              </a:extLst>
            </p:cNvPr>
            <p:cNvSpPr/>
            <p:nvPr/>
          </p:nvSpPr>
          <p:spPr>
            <a:xfrm>
              <a:off x="4637850" y="1436750"/>
              <a:ext cx="347350" cy="249575"/>
            </a:xfrm>
            <a:custGeom>
              <a:avLst/>
              <a:gdLst/>
              <a:ahLst/>
              <a:cxnLst/>
              <a:rect l="l" t="t" r="r" b="b"/>
              <a:pathLst>
                <a:path w="13894" h="9983" extrusionOk="0">
                  <a:moveTo>
                    <a:pt x="12769" y="1"/>
                  </a:moveTo>
                  <a:lnTo>
                    <a:pt x="12654" y="13"/>
                  </a:lnTo>
                  <a:lnTo>
                    <a:pt x="12551" y="26"/>
                  </a:lnTo>
                  <a:lnTo>
                    <a:pt x="12360" y="90"/>
                  </a:lnTo>
                  <a:lnTo>
                    <a:pt x="12181" y="167"/>
                  </a:lnTo>
                  <a:lnTo>
                    <a:pt x="11989" y="256"/>
                  </a:lnTo>
                  <a:lnTo>
                    <a:pt x="11823" y="320"/>
                  </a:lnTo>
                  <a:lnTo>
                    <a:pt x="11746" y="371"/>
                  </a:lnTo>
                  <a:lnTo>
                    <a:pt x="11669" y="422"/>
                  </a:lnTo>
                  <a:lnTo>
                    <a:pt x="11657" y="448"/>
                  </a:lnTo>
                  <a:lnTo>
                    <a:pt x="11644" y="486"/>
                  </a:lnTo>
                  <a:lnTo>
                    <a:pt x="11618" y="563"/>
                  </a:lnTo>
                  <a:lnTo>
                    <a:pt x="11606" y="640"/>
                  </a:lnTo>
                  <a:lnTo>
                    <a:pt x="11593" y="665"/>
                  </a:lnTo>
                  <a:lnTo>
                    <a:pt x="11567" y="691"/>
                  </a:lnTo>
                  <a:lnTo>
                    <a:pt x="11529" y="716"/>
                  </a:lnTo>
                  <a:lnTo>
                    <a:pt x="11478" y="729"/>
                  </a:lnTo>
                  <a:lnTo>
                    <a:pt x="11350" y="742"/>
                  </a:lnTo>
                  <a:lnTo>
                    <a:pt x="11209" y="755"/>
                  </a:lnTo>
                  <a:lnTo>
                    <a:pt x="11094" y="768"/>
                  </a:lnTo>
                  <a:lnTo>
                    <a:pt x="10621" y="870"/>
                  </a:lnTo>
                  <a:lnTo>
                    <a:pt x="10315" y="921"/>
                  </a:lnTo>
                  <a:lnTo>
                    <a:pt x="10174" y="959"/>
                  </a:lnTo>
                  <a:lnTo>
                    <a:pt x="10021" y="998"/>
                  </a:lnTo>
                  <a:lnTo>
                    <a:pt x="9880" y="1061"/>
                  </a:lnTo>
                  <a:lnTo>
                    <a:pt x="9740" y="1125"/>
                  </a:lnTo>
                  <a:lnTo>
                    <a:pt x="9625" y="1215"/>
                  </a:lnTo>
                  <a:lnTo>
                    <a:pt x="9573" y="1279"/>
                  </a:lnTo>
                  <a:lnTo>
                    <a:pt x="9522" y="1330"/>
                  </a:lnTo>
                  <a:lnTo>
                    <a:pt x="9382" y="1292"/>
                  </a:lnTo>
                  <a:lnTo>
                    <a:pt x="9228" y="1266"/>
                  </a:lnTo>
                  <a:lnTo>
                    <a:pt x="9075" y="1253"/>
                  </a:lnTo>
                  <a:lnTo>
                    <a:pt x="8922" y="1240"/>
                  </a:lnTo>
                  <a:lnTo>
                    <a:pt x="8602" y="1253"/>
                  </a:lnTo>
                  <a:lnTo>
                    <a:pt x="8142" y="1253"/>
                  </a:lnTo>
                  <a:lnTo>
                    <a:pt x="8078" y="1240"/>
                  </a:lnTo>
                  <a:lnTo>
                    <a:pt x="8027" y="1215"/>
                  </a:lnTo>
                  <a:lnTo>
                    <a:pt x="7976" y="1189"/>
                  </a:lnTo>
                  <a:lnTo>
                    <a:pt x="7925" y="1151"/>
                  </a:lnTo>
                  <a:lnTo>
                    <a:pt x="7810" y="1049"/>
                  </a:lnTo>
                  <a:lnTo>
                    <a:pt x="7759" y="1164"/>
                  </a:lnTo>
                  <a:lnTo>
                    <a:pt x="7682" y="1292"/>
                  </a:lnTo>
                  <a:lnTo>
                    <a:pt x="7605" y="1419"/>
                  </a:lnTo>
                  <a:lnTo>
                    <a:pt x="7554" y="1458"/>
                  </a:lnTo>
                  <a:lnTo>
                    <a:pt x="7503" y="1496"/>
                  </a:lnTo>
                  <a:lnTo>
                    <a:pt x="7439" y="1509"/>
                  </a:lnTo>
                  <a:lnTo>
                    <a:pt x="7375" y="1509"/>
                  </a:lnTo>
                  <a:lnTo>
                    <a:pt x="7324" y="1470"/>
                  </a:lnTo>
                  <a:lnTo>
                    <a:pt x="7273" y="1432"/>
                  </a:lnTo>
                  <a:lnTo>
                    <a:pt x="7222" y="1407"/>
                  </a:lnTo>
                  <a:lnTo>
                    <a:pt x="7158" y="1368"/>
                  </a:lnTo>
                  <a:lnTo>
                    <a:pt x="7107" y="1368"/>
                  </a:lnTo>
                  <a:lnTo>
                    <a:pt x="7030" y="1381"/>
                  </a:lnTo>
                  <a:lnTo>
                    <a:pt x="7017" y="1407"/>
                  </a:lnTo>
                  <a:lnTo>
                    <a:pt x="6992" y="1432"/>
                  </a:lnTo>
                  <a:lnTo>
                    <a:pt x="6953" y="1522"/>
                  </a:lnTo>
                  <a:lnTo>
                    <a:pt x="6902" y="1611"/>
                  </a:lnTo>
                  <a:lnTo>
                    <a:pt x="6877" y="1637"/>
                  </a:lnTo>
                  <a:lnTo>
                    <a:pt x="6838" y="1662"/>
                  </a:lnTo>
                  <a:lnTo>
                    <a:pt x="6800" y="1675"/>
                  </a:lnTo>
                  <a:lnTo>
                    <a:pt x="6762" y="1662"/>
                  </a:lnTo>
                  <a:lnTo>
                    <a:pt x="6698" y="1649"/>
                  </a:lnTo>
                  <a:lnTo>
                    <a:pt x="6634" y="1611"/>
                  </a:lnTo>
                  <a:lnTo>
                    <a:pt x="6570" y="1611"/>
                  </a:lnTo>
                  <a:lnTo>
                    <a:pt x="6506" y="1624"/>
                  </a:lnTo>
                  <a:lnTo>
                    <a:pt x="6455" y="1675"/>
                  </a:lnTo>
                  <a:lnTo>
                    <a:pt x="6417" y="1726"/>
                  </a:lnTo>
                  <a:lnTo>
                    <a:pt x="6378" y="1790"/>
                  </a:lnTo>
                  <a:lnTo>
                    <a:pt x="6340" y="1854"/>
                  </a:lnTo>
                  <a:lnTo>
                    <a:pt x="6302" y="1918"/>
                  </a:lnTo>
                  <a:lnTo>
                    <a:pt x="6238" y="1956"/>
                  </a:lnTo>
                  <a:lnTo>
                    <a:pt x="6174" y="1994"/>
                  </a:lnTo>
                  <a:lnTo>
                    <a:pt x="6084" y="2007"/>
                  </a:lnTo>
                  <a:lnTo>
                    <a:pt x="6008" y="1994"/>
                  </a:lnTo>
                  <a:lnTo>
                    <a:pt x="5829" y="1969"/>
                  </a:lnTo>
                  <a:lnTo>
                    <a:pt x="5739" y="1956"/>
                  </a:lnTo>
                  <a:lnTo>
                    <a:pt x="5650" y="1956"/>
                  </a:lnTo>
                  <a:lnTo>
                    <a:pt x="5573" y="1969"/>
                  </a:lnTo>
                  <a:lnTo>
                    <a:pt x="5484" y="2007"/>
                  </a:lnTo>
                  <a:lnTo>
                    <a:pt x="5445" y="2046"/>
                  </a:lnTo>
                  <a:lnTo>
                    <a:pt x="5420" y="2109"/>
                  </a:lnTo>
                  <a:lnTo>
                    <a:pt x="5369" y="2250"/>
                  </a:lnTo>
                  <a:lnTo>
                    <a:pt x="5317" y="2391"/>
                  </a:lnTo>
                  <a:lnTo>
                    <a:pt x="5292" y="2442"/>
                  </a:lnTo>
                  <a:lnTo>
                    <a:pt x="5254" y="2480"/>
                  </a:lnTo>
                  <a:lnTo>
                    <a:pt x="5202" y="2493"/>
                  </a:lnTo>
                  <a:lnTo>
                    <a:pt x="5151" y="2493"/>
                  </a:lnTo>
                  <a:lnTo>
                    <a:pt x="5075" y="2455"/>
                  </a:lnTo>
                  <a:lnTo>
                    <a:pt x="5036" y="2442"/>
                  </a:lnTo>
                  <a:lnTo>
                    <a:pt x="4998" y="2429"/>
                  </a:lnTo>
                  <a:lnTo>
                    <a:pt x="4947" y="2442"/>
                  </a:lnTo>
                  <a:lnTo>
                    <a:pt x="4896" y="2467"/>
                  </a:lnTo>
                  <a:lnTo>
                    <a:pt x="4870" y="2506"/>
                  </a:lnTo>
                  <a:lnTo>
                    <a:pt x="4845" y="2557"/>
                  </a:lnTo>
                  <a:lnTo>
                    <a:pt x="4793" y="2646"/>
                  </a:lnTo>
                  <a:lnTo>
                    <a:pt x="4755" y="2736"/>
                  </a:lnTo>
                  <a:lnTo>
                    <a:pt x="4730" y="2774"/>
                  </a:lnTo>
                  <a:lnTo>
                    <a:pt x="4691" y="2800"/>
                  </a:lnTo>
                  <a:lnTo>
                    <a:pt x="4640" y="2761"/>
                  </a:lnTo>
                  <a:lnTo>
                    <a:pt x="4576" y="2723"/>
                  </a:lnTo>
                  <a:lnTo>
                    <a:pt x="4499" y="2697"/>
                  </a:lnTo>
                  <a:lnTo>
                    <a:pt x="4423" y="2672"/>
                  </a:lnTo>
                  <a:lnTo>
                    <a:pt x="4269" y="2672"/>
                  </a:lnTo>
                  <a:lnTo>
                    <a:pt x="4206" y="2685"/>
                  </a:lnTo>
                  <a:lnTo>
                    <a:pt x="4142" y="2723"/>
                  </a:lnTo>
                  <a:lnTo>
                    <a:pt x="4116" y="2748"/>
                  </a:lnTo>
                  <a:lnTo>
                    <a:pt x="4091" y="2800"/>
                  </a:lnTo>
                  <a:lnTo>
                    <a:pt x="4065" y="2915"/>
                  </a:lnTo>
                  <a:lnTo>
                    <a:pt x="4052" y="3030"/>
                  </a:lnTo>
                  <a:lnTo>
                    <a:pt x="4039" y="3132"/>
                  </a:lnTo>
                  <a:lnTo>
                    <a:pt x="3963" y="3119"/>
                  </a:lnTo>
                  <a:lnTo>
                    <a:pt x="3873" y="3094"/>
                  </a:lnTo>
                  <a:lnTo>
                    <a:pt x="3694" y="3017"/>
                  </a:lnTo>
                  <a:lnTo>
                    <a:pt x="3618" y="2979"/>
                  </a:lnTo>
                  <a:lnTo>
                    <a:pt x="3528" y="2953"/>
                  </a:lnTo>
                  <a:lnTo>
                    <a:pt x="3490" y="2953"/>
                  </a:lnTo>
                  <a:lnTo>
                    <a:pt x="3451" y="2966"/>
                  </a:lnTo>
                  <a:lnTo>
                    <a:pt x="3413" y="2979"/>
                  </a:lnTo>
                  <a:lnTo>
                    <a:pt x="3388" y="3004"/>
                  </a:lnTo>
                  <a:lnTo>
                    <a:pt x="3349" y="3042"/>
                  </a:lnTo>
                  <a:lnTo>
                    <a:pt x="3324" y="3068"/>
                  </a:lnTo>
                  <a:lnTo>
                    <a:pt x="3311" y="3106"/>
                  </a:lnTo>
                  <a:lnTo>
                    <a:pt x="3311" y="3132"/>
                  </a:lnTo>
                  <a:lnTo>
                    <a:pt x="3324" y="3157"/>
                  </a:lnTo>
                  <a:lnTo>
                    <a:pt x="3349" y="3183"/>
                  </a:lnTo>
                  <a:lnTo>
                    <a:pt x="3400" y="3221"/>
                  </a:lnTo>
                  <a:lnTo>
                    <a:pt x="3554" y="3285"/>
                  </a:lnTo>
                  <a:lnTo>
                    <a:pt x="3630" y="3324"/>
                  </a:lnTo>
                  <a:lnTo>
                    <a:pt x="3669" y="3362"/>
                  </a:lnTo>
                  <a:lnTo>
                    <a:pt x="3541" y="3541"/>
                  </a:lnTo>
                  <a:lnTo>
                    <a:pt x="3400" y="3720"/>
                  </a:lnTo>
                  <a:lnTo>
                    <a:pt x="3362" y="3745"/>
                  </a:lnTo>
                  <a:lnTo>
                    <a:pt x="3349" y="3771"/>
                  </a:lnTo>
                  <a:lnTo>
                    <a:pt x="3311" y="3784"/>
                  </a:lnTo>
                  <a:lnTo>
                    <a:pt x="3298" y="3784"/>
                  </a:lnTo>
                  <a:lnTo>
                    <a:pt x="3298" y="3809"/>
                  </a:lnTo>
                  <a:lnTo>
                    <a:pt x="3311" y="3886"/>
                  </a:lnTo>
                  <a:lnTo>
                    <a:pt x="3336" y="3937"/>
                  </a:lnTo>
                  <a:lnTo>
                    <a:pt x="3362" y="3988"/>
                  </a:lnTo>
                  <a:lnTo>
                    <a:pt x="3400" y="4039"/>
                  </a:lnTo>
                  <a:lnTo>
                    <a:pt x="3413" y="4090"/>
                  </a:lnTo>
                  <a:lnTo>
                    <a:pt x="3336" y="4103"/>
                  </a:lnTo>
                  <a:lnTo>
                    <a:pt x="3081" y="4103"/>
                  </a:lnTo>
                  <a:lnTo>
                    <a:pt x="3030" y="4090"/>
                  </a:lnTo>
                  <a:lnTo>
                    <a:pt x="2966" y="4218"/>
                  </a:lnTo>
                  <a:lnTo>
                    <a:pt x="2889" y="4372"/>
                  </a:lnTo>
                  <a:lnTo>
                    <a:pt x="2812" y="4499"/>
                  </a:lnTo>
                  <a:lnTo>
                    <a:pt x="2723" y="4614"/>
                  </a:lnTo>
                  <a:lnTo>
                    <a:pt x="2659" y="4666"/>
                  </a:lnTo>
                  <a:lnTo>
                    <a:pt x="2595" y="4691"/>
                  </a:lnTo>
                  <a:lnTo>
                    <a:pt x="2531" y="4717"/>
                  </a:lnTo>
                  <a:lnTo>
                    <a:pt x="2455" y="4729"/>
                  </a:lnTo>
                  <a:lnTo>
                    <a:pt x="2391" y="4768"/>
                  </a:lnTo>
                  <a:lnTo>
                    <a:pt x="2327" y="4806"/>
                  </a:lnTo>
                  <a:lnTo>
                    <a:pt x="2212" y="4908"/>
                  </a:lnTo>
                  <a:lnTo>
                    <a:pt x="2071" y="5011"/>
                  </a:lnTo>
                  <a:lnTo>
                    <a:pt x="1918" y="5100"/>
                  </a:lnTo>
                  <a:lnTo>
                    <a:pt x="1752" y="5177"/>
                  </a:lnTo>
                  <a:lnTo>
                    <a:pt x="1586" y="5241"/>
                  </a:lnTo>
                  <a:lnTo>
                    <a:pt x="1624" y="5292"/>
                  </a:lnTo>
                  <a:lnTo>
                    <a:pt x="1688" y="5330"/>
                  </a:lnTo>
                  <a:lnTo>
                    <a:pt x="1777" y="5369"/>
                  </a:lnTo>
                  <a:lnTo>
                    <a:pt x="1879" y="5394"/>
                  </a:lnTo>
                  <a:lnTo>
                    <a:pt x="2084" y="5432"/>
                  </a:lnTo>
                  <a:lnTo>
                    <a:pt x="2173" y="5445"/>
                  </a:lnTo>
                  <a:lnTo>
                    <a:pt x="2237" y="5445"/>
                  </a:lnTo>
                  <a:lnTo>
                    <a:pt x="2237" y="5586"/>
                  </a:lnTo>
                  <a:lnTo>
                    <a:pt x="2237" y="5765"/>
                  </a:lnTo>
                  <a:lnTo>
                    <a:pt x="2237" y="5854"/>
                  </a:lnTo>
                  <a:lnTo>
                    <a:pt x="2225" y="5931"/>
                  </a:lnTo>
                  <a:lnTo>
                    <a:pt x="2212" y="6008"/>
                  </a:lnTo>
                  <a:lnTo>
                    <a:pt x="2173" y="6046"/>
                  </a:lnTo>
                  <a:lnTo>
                    <a:pt x="2135" y="6059"/>
                  </a:lnTo>
                  <a:lnTo>
                    <a:pt x="2071" y="6071"/>
                  </a:lnTo>
                  <a:lnTo>
                    <a:pt x="1892" y="6071"/>
                  </a:lnTo>
                  <a:lnTo>
                    <a:pt x="1637" y="6046"/>
                  </a:lnTo>
                  <a:lnTo>
                    <a:pt x="1113" y="6046"/>
                  </a:lnTo>
                  <a:lnTo>
                    <a:pt x="1100" y="6148"/>
                  </a:lnTo>
                  <a:lnTo>
                    <a:pt x="1087" y="6199"/>
                  </a:lnTo>
                  <a:lnTo>
                    <a:pt x="1061" y="6250"/>
                  </a:lnTo>
                  <a:lnTo>
                    <a:pt x="998" y="6314"/>
                  </a:lnTo>
                  <a:lnTo>
                    <a:pt x="895" y="6404"/>
                  </a:lnTo>
                  <a:lnTo>
                    <a:pt x="768" y="6493"/>
                  </a:lnTo>
                  <a:lnTo>
                    <a:pt x="640" y="6570"/>
                  </a:lnTo>
                  <a:lnTo>
                    <a:pt x="512" y="6634"/>
                  </a:lnTo>
                  <a:lnTo>
                    <a:pt x="627" y="6672"/>
                  </a:lnTo>
                  <a:lnTo>
                    <a:pt x="729" y="6710"/>
                  </a:lnTo>
                  <a:lnTo>
                    <a:pt x="844" y="6749"/>
                  </a:lnTo>
                  <a:lnTo>
                    <a:pt x="959" y="6787"/>
                  </a:lnTo>
                  <a:lnTo>
                    <a:pt x="934" y="6889"/>
                  </a:lnTo>
                  <a:lnTo>
                    <a:pt x="921" y="7004"/>
                  </a:lnTo>
                  <a:lnTo>
                    <a:pt x="895" y="7273"/>
                  </a:lnTo>
                  <a:lnTo>
                    <a:pt x="870" y="7401"/>
                  </a:lnTo>
                  <a:lnTo>
                    <a:pt x="844" y="7516"/>
                  </a:lnTo>
                  <a:lnTo>
                    <a:pt x="806" y="7618"/>
                  </a:lnTo>
                  <a:lnTo>
                    <a:pt x="780" y="7656"/>
                  </a:lnTo>
                  <a:lnTo>
                    <a:pt x="742" y="7682"/>
                  </a:lnTo>
                  <a:lnTo>
                    <a:pt x="678" y="7707"/>
                  </a:lnTo>
                  <a:lnTo>
                    <a:pt x="601" y="7720"/>
                  </a:lnTo>
                  <a:lnTo>
                    <a:pt x="499" y="7720"/>
                  </a:lnTo>
                  <a:lnTo>
                    <a:pt x="384" y="7707"/>
                  </a:lnTo>
                  <a:lnTo>
                    <a:pt x="167" y="7695"/>
                  </a:lnTo>
                  <a:lnTo>
                    <a:pt x="1" y="7682"/>
                  </a:lnTo>
                  <a:lnTo>
                    <a:pt x="90" y="7861"/>
                  </a:lnTo>
                  <a:lnTo>
                    <a:pt x="116" y="7937"/>
                  </a:lnTo>
                  <a:lnTo>
                    <a:pt x="154" y="8040"/>
                  </a:lnTo>
                  <a:lnTo>
                    <a:pt x="167" y="8142"/>
                  </a:lnTo>
                  <a:lnTo>
                    <a:pt x="167" y="8244"/>
                  </a:lnTo>
                  <a:lnTo>
                    <a:pt x="180" y="8359"/>
                  </a:lnTo>
                  <a:lnTo>
                    <a:pt x="192" y="8410"/>
                  </a:lnTo>
                  <a:lnTo>
                    <a:pt x="205" y="8449"/>
                  </a:lnTo>
                  <a:lnTo>
                    <a:pt x="244" y="8513"/>
                  </a:lnTo>
                  <a:lnTo>
                    <a:pt x="269" y="8551"/>
                  </a:lnTo>
                  <a:lnTo>
                    <a:pt x="307" y="8576"/>
                  </a:lnTo>
                  <a:lnTo>
                    <a:pt x="359" y="8602"/>
                  </a:lnTo>
                  <a:lnTo>
                    <a:pt x="435" y="8602"/>
                  </a:lnTo>
                  <a:lnTo>
                    <a:pt x="525" y="8576"/>
                  </a:lnTo>
                  <a:lnTo>
                    <a:pt x="627" y="8538"/>
                  </a:lnTo>
                  <a:lnTo>
                    <a:pt x="716" y="8474"/>
                  </a:lnTo>
                  <a:lnTo>
                    <a:pt x="870" y="8385"/>
                  </a:lnTo>
                  <a:lnTo>
                    <a:pt x="908" y="8423"/>
                  </a:lnTo>
                  <a:lnTo>
                    <a:pt x="959" y="8461"/>
                  </a:lnTo>
                  <a:lnTo>
                    <a:pt x="1100" y="8538"/>
                  </a:lnTo>
                  <a:lnTo>
                    <a:pt x="1164" y="8576"/>
                  </a:lnTo>
                  <a:lnTo>
                    <a:pt x="1215" y="8628"/>
                  </a:lnTo>
                  <a:lnTo>
                    <a:pt x="1240" y="8666"/>
                  </a:lnTo>
                  <a:lnTo>
                    <a:pt x="1240" y="8691"/>
                  </a:lnTo>
                  <a:lnTo>
                    <a:pt x="1240" y="8704"/>
                  </a:lnTo>
                  <a:lnTo>
                    <a:pt x="1202" y="8730"/>
                  </a:lnTo>
                  <a:lnTo>
                    <a:pt x="1164" y="8755"/>
                  </a:lnTo>
                  <a:lnTo>
                    <a:pt x="1036" y="8755"/>
                  </a:lnTo>
                  <a:lnTo>
                    <a:pt x="895" y="8743"/>
                  </a:lnTo>
                  <a:lnTo>
                    <a:pt x="844" y="8743"/>
                  </a:lnTo>
                  <a:lnTo>
                    <a:pt x="793" y="8755"/>
                  </a:lnTo>
                  <a:lnTo>
                    <a:pt x="716" y="8819"/>
                  </a:lnTo>
                  <a:lnTo>
                    <a:pt x="704" y="8832"/>
                  </a:lnTo>
                  <a:lnTo>
                    <a:pt x="691" y="8858"/>
                  </a:lnTo>
                  <a:lnTo>
                    <a:pt x="691" y="8883"/>
                  </a:lnTo>
                  <a:lnTo>
                    <a:pt x="704" y="8909"/>
                  </a:lnTo>
                  <a:lnTo>
                    <a:pt x="755" y="8947"/>
                  </a:lnTo>
                  <a:lnTo>
                    <a:pt x="895" y="9011"/>
                  </a:lnTo>
                  <a:lnTo>
                    <a:pt x="1023" y="9062"/>
                  </a:lnTo>
                  <a:lnTo>
                    <a:pt x="1087" y="9113"/>
                  </a:lnTo>
                  <a:lnTo>
                    <a:pt x="1151" y="9164"/>
                  </a:lnTo>
                  <a:lnTo>
                    <a:pt x="1228" y="9254"/>
                  </a:lnTo>
                  <a:lnTo>
                    <a:pt x="1279" y="9279"/>
                  </a:lnTo>
                  <a:lnTo>
                    <a:pt x="1330" y="9279"/>
                  </a:lnTo>
                  <a:lnTo>
                    <a:pt x="1394" y="9267"/>
                  </a:lnTo>
                  <a:lnTo>
                    <a:pt x="1470" y="9215"/>
                  </a:lnTo>
                  <a:lnTo>
                    <a:pt x="1394" y="9139"/>
                  </a:lnTo>
                  <a:lnTo>
                    <a:pt x="1317" y="9075"/>
                  </a:lnTo>
                  <a:lnTo>
                    <a:pt x="1279" y="9049"/>
                  </a:lnTo>
                  <a:lnTo>
                    <a:pt x="1253" y="9011"/>
                  </a:lnTo>
                  <a:lnTo>
                    <a:pt x="1240" y="8960"/>
                  </a:lnTo>
                  <a:lnTo>
                    <a:pt x="1240" y="8909"/>
                  </a:lnTo>
                  <a:lnTo>
                    <a:pt x="1240" y="8858"/>
                  </a:lnTo>
                  <a:lnTo>
                    <a:pt x="1266" y="8819"/>
                  </a:lnTo>
                  <a:lnTo>
                    <a:pt x="1292" y="8781"/>
                  </a:lnTo>
                  <a:lnTo>
                    <a:pt x="1317" y="8768"/>
                  </a:lnTo>
                  <a:lnTo>
                    <a:pt x="1355" y="8755"/>
                  </a:lnTo>
                  <a:lnTo>
                    <a:pt x="1445" y="8755"/>
                  </a:lnTo>
                  <a:lnTo>
                    <a:pt x="1496" y="8781"/>
                  </a:lnTo>
                  <a:lnTo>
                    <a:pt x="1534" y="8806"/>
                  </a:lnTo>
                  <a:lnTo>
                    <a:pt x="1573" y="8845"/>
                  </a:lnTo>
                  <a:lnTo>
                    <a:pt x="1688" y="8973"/>
                  </a:lnTo>
                  <a:lnTo>
                    <a:pt x="1790" y="9126"/>
                  </a:lnTo>
                  <a:lnTo>
                    <a:pt x="1816" y="9177"/>
                  </a:lnTo>
                  <a:lnTo>
                    <a:pt x="1828" y="9228"/>
                  </a:lnTo>
                  <a:lnTo>
                    <a:pt x="1816" y="9267"/>
                  </a:lnTo>
                  <a:lnTo>
                    <a:pt x="1790" y="9305"/>
                  </a:lnTo>
                  <a:lnTo>
                    <a:pt x="1701" y="9356"/>
                  </a:lnTo>
                  <a:lnTo>
                    <a:pt x="1662" y="9382"/>
                  </a:lnTo>
                  <a:lnTo>
                    <a:pt x="1637" y="9420"/>
                  </a:lnTo>
                  <a:lnTo>
                    <a:pt x="1624" y="9458"/>
                  </a:lnTo>
                  <a:lnTo>
                    <a:pt x="1637" y="9522"/>
                  </a:lnTo>
                  <a:lnTo>
                    <a:pt x="1662" y="9548"/>
                  </a:lnTo>
                  <a:lnTo>
                    <a:pt x="1701" y="9561"/>
                  </a:lnTo>
                  <a:lnTo>
                    <a:pt x="1803" y="9586"/>
                  </a:lnTo>
                  <a:lnTo>
                    <a:pt x="1918" y="9586"/>
                  </a:lnTo>
                  <a:lnTo>
                    <a:pt x="1994" y="9599"/>
                  </a:lnTo>
                  <a:lnTo>
                    <a:pt x="2097" y="9624"/>
                  </a:lnTo>
                  <a:lnTo>
                    <a:pt x="2173" y="9650"/>
                  </a:lnTo>
                  <a:lnTo>
                    <a:pt x="2352" y="9739"/>
                  </a:lnTo>
                  <a:lnTo>
                    <a:pt x="2531" y="9829"/>
                  </a:lnTo>
                  <a:lnTo>
                    <a:pt x="2608" y="9867"/>
                  </a:lnTo>
                  <a:lnTo>
                    <a:pt x="2672" y="9880"/>
                  </a:lnTo>
                  <a:lnTo>
                    <a:pt x="2749" y="9893"/>
                  </a:lnTo>
                  <a:lnTo>
                    <a:pt x="2915" y="9893"/>
                  </a:lnTo>
                  <a:lnTo>
                    <a:pt x="3004" y="9867"/>
                  </a:lnTo>
                  <a:lnTo>
                    <a:pt x="3145" y="9816"/>
                  </a:lnTo>
                  <a:lnTo>
                    <a:pt x="3221" y="9791"/>
                  </a:lnTo>
                  <a:lnTo>
                    <a:pt x="3273" y="9791"/>
                  </a:lnTo>
                  <a:lnTo>
                    <a:pt x="3311" y="9803"/>
                  </a:lnTo>
                  <a:lnTo>
                    <a:pt x="3349" y="9829"/>
                  </a:lnTo>
                  <a:lnTo>
                    <a:pt x="3388" y="9854"/>
                  </a:lnTo>
                  <a:lnTo>
                    <a:pt x="3439" y="9906"/>
                  </a:lnTo>
                  <a:lnTo>
                    <a:pt x="3503" y="9957"/>
                  </a:lnTo>
                  <a:lnTo>
                    <a:pt x="3541" y="9970"/>
                  </a:lnTo>
                  <a:lnTo>
                    <a:pt x="3592" y="9982"/>
                  </a:lnTo>
                  <a:lnTo>
                    <a:pt x="3630" y="9970"/>
                  </a:lnTo>
                  <a:lnTo>
                    <a:pt x="3669" y="9957"/>
                  </a:lnTo>
                  <a:lnTo>
                    <a:pt x="3733" y="9918"/>
                  </a:lnTo>
                  <a:lnTo>
                    <a:pt x="3797" y="9880"/>
                  </a:lnTo>
                  <a:lnTo>
                    <a:pt x="3860" y="9842"/>
                  </a:lnTo>
                  <a:lnTo>
                    <a:pt x="3912" y="9829"/>
                  </a:lnTo>
                  <a:lnTo>
                    <a:pt x="3975" y="9816"/>
                  </a:lnTo>
                  <a:lnTo>
                    <a:pt x="4078" y="9816"/>
                  </a:lnTo>
                  <a:lnTo>
                    <a:pt x="4180" y="9842"/>
                  </a:lnTo>
                  <a:lnTo>
                    <a:pt x="4282" y="9880"/>
                  </a:lnTo>
                  <a:lnTo>
                    <a:pt x="4384" y="9918"/>
                  </a:lnTo>
                  <a:lnTo>
                    <a:pt x="4474" y="9944"/>
                  </a:lnTo>
                  <a:lnTo>
                    <a:pt x="4576" y="9970"/>
                  </a:lnTo>
                  <a:lnTo>
                    <a:pt x="4627" y="9970"/>
                  </a:lnTo>
                  <a:lnTo>
                    <a:pt x="4691" y="9957"/>
                  </a:lnTo>
                  <a:lnTo>
                    <a:pt x="4781" y="9931"/>
                  </a:lnTo>
                  <a:lnTo>
                    <a:pt x="4845" y="9893"/>
                  </a:lnTo>
                  <a:lnTo>
                    <a:pt x="4883" y="9842"/>
                  </a:lnTo>
                  <a:lnTo>
                    <a:pt x="4896" y="9791"/>
                  </a:lnTo>
                  <a:lnTo>
                    <a:pt x="4883" y="9739"/>
                  </a:lnTo>
                  <a:lnTo>
                    <a:pt x="4845" y="9688"/>
                  </a:lnTo>
                  <a:lnTo>
                    <a:pt x="4793" y="9637"/>
                  </a:lnTo>
                  <a:lnTo>
                    <a:pt x="4717" y="9573"/>
                  </a:lnTo>
                  <a:lnTo>
                    <a:pt x="4487" y="9471"/>
                  </a:lnTo>
                  <a:lnTo>
                    <a:pt x="4257" y="9356"/>
                  </a:lnTo>
                  <a:lnTo>
                    <a:pt x="4154" y="9305"/>
                  </a:lnTo>
                  <a:lnTo>
                    <a:pt x="4039" y="9228"/>
                  </a:lnTo>
                  <a:lnTo>
                    <a:pt x="3950" y="9152"/>
                  </a:lnTo>
                  <a:lnTo>
                    <a:pt x="3860" y="9062"/>
                  </a:lnTo>
                  <a:lnTo>
                    <a:pt x="3733" y="8896"/>
                  </a:lnTo>
                  <a:lnTo>
                    <a:pt x="3630" y="8730"/>
                  </a:lnTo>
                  <a:lnTo>
                    <a:pt x="3528" y="8551"/>
                  </a:lnTo>
                  <a:lnTo>
                    <a:pt x="3439" y="8359"/>
                  </a:lnTo>
                  <a:lnTo>
                    <a:pt x="3349" y="8206"/>
                  </a:lnTo>
                  <a:lnTo>
                    <a:pt x="3298" y="8116"/>
                  </a:lnTo>
                  <a:lnTo>
                    <a:pt x="3260" y="8027"/>
                  </a:lnTo>
                  <a:lnTo>
                    <a:pt x="3234" y="7937"/>
                  </a:lnTo>
                  <a:lnTo>
                    <a:pt x="3221" y="7848"/>
                  </a:lnTo>
                  <a:lnTo>
                    <a:pt x="3234" y="7758"/>
                  </a:lnTo>
                  <a:lnTo>
                    <a:pt x="3273" y="7682"/>
                  </a:lnTo>
                  <a:lnTo>
                    <a:pt x="3221" y="7643"/>
                  </a:lnTo>
                  <a:lnTo>
                    <a:pt x="3183" y="7618"/>
                  </a:lnTo>
                  <a:lnTo>
                    <a:pt x="3158" y="7592"/>
                  </a:lnTo>
                  <a:lnTo>
                    <a:pt x="3145" y="7554"/>
                  </a:lnTo>
                  <a:lnTo>
                    <a:pt x="3145" y="7516"/>
                  </a:lnTo>
                  <a:lnTo>
                    <a:pt x="3145" y="7477"/>
                  </a:lnTo>
                  <a:lnTo>
                    <a:pt x="3183" y="7413"/>
                  </a:lnTo>
                  <a:lnTo>
                    <a:pt x="3234" y="7337"/>
                  </a:lnTo>
                  <a:lnTo>
                    <a:pt x="3285" y="7273"/>
                  </a:lnTo>
                  <a:lnTo>
                    <a:pt x="3388" y="7145"/>
                  </a:lnTo>
                  <a:lnTo>
                    <a:pt x="3439" y="7081"/>
                  </a:lnTo>
                  <a:lnTo>
                    <a:pt x="3464" y="7004"/>
                  </a:lnTo>
                  <a:lnTo>
                    <a:pt x="3503" y="6928"/>
                  </a:lnTo>
                  <a:lnTo>
                    <a:pt x="3541" y="6864"/>
                  </a:lnTo>
                  <a:lnTo>
                    <a:pt x="3618" y="6800"/>
                  </a:lnTo>
                  <a:lnTo>
                    <a:pt x="3682" y="6749"/>
                  </a:lnTo>
                  <a:lnTo>
                    <a:pt x="3758" y="6710"/>
                  </a:lnTo>
                  <a:lnTo>
                    <a:pt x="3822" y="6659"/>
                  </a:lnTo>
                  <a:lnTo>
                    <a:pt x="3771" y="6608"/>
                  </a:lnTo>
                  <a:lnTo>
                    <a:pt x="3733" y="6557"/>
                  </a:lnTo>
                  <a:lnTo>
                    <a:pt x="3720" y="6506"/>
                  </a:lnTo>
                  <a:lnTo>
                    <a:pt x="3733" y="6429"/>
                  </a:lnTo>
                  <a:lnTo>
                    <a:pt x="3745" y="6404"/>
                  </a:lnTo>
                  <a:lnTo>
                    <a:pt x="3784" y="6391"/>
                  </a:lnTo>
                  <a:lnTo>
                    <a:pt x="3822" y="6378"/>
                  </a:lnTo>
                  <a:lnTo>
                    <a:pt x="3848" y="6353"/>
                  </a:lnTo>
                  <a:lnTo>
                    <a:pt x="3835" y="6314"/>
                  </a:lnTo>
                  <a:lnTo>
                    <a:pt x="3822" y="6289"/>
                  </a:lnTo>
                  <a:lnTo>
                    <a:pt x="3809" y="6250"/>
                  </a:lnTo>
                  <a:lnTo>
                    <a:pt x="3822" y="6225"/>
                  </a:lnTo>
                  <a:lnTo>
                    <a:pt x="3873" y="6148"/>
                  </a:lnTo>
                  <a:lnTo>
                    <a:pt x="3937" y="6084"/>
                  </a:lnTo>
                  <a:lnTo>
                    <a:pt x="4001" y="6033"/>
                  </a:lnTo>
                  <a:lnTo>
                    <a:pt x="4091" y="5982"/>
                  </a:lnTo>
                  <a:lnTo>
                    <a:pt x="4180" y="5944"/>
                  </a:lnTo>
                  <a:lnTo>
                    <a:pt x="4282" y="5918"/>
                  </a:lnTo>
                  <a:lnTo>
                    <a:pt x="4474" y="5880"/>
                  </a:lnTo>
                  <a:lnTo>
                    <a:pt x="4487" y="5765"/>
                  </a:lnTo>
                  <a:lnTo>
                    <a:pt x="4512" y="5726"/>
                  </a:lnTo>
                  <a:lnTo>
                    <a:pt x="4525" y="5714"/>
                  </a:lnTo>
                  <a:lnTo>
                    <a:pt x="4576" y="5675"/>
                  </a:lnTo>
                  <a:lnTo>
                    <a:pt x="4666" y="5624"/>
                  </a:lnTo>
                  <a:lnTo>
                    <a:pt x="4717" y="5560"/>
                  </a:lnTo>
                  <a:lnTo>
                    <a:pt x="4742" y="5496"/>
                  </a:lnTo>
                  <a:lnTo>
                    <a:pt x="4755" y="5420"/>
                  </a:lnTo>
                  <a:lnTo>
                    <a:pt x="4755" y="5330"/>
                  </a:lnTo>
                  <a:lnTo>
                    <a:pt x="4845" y="5343"/>
                  </a:lnTo>
                  <a:lnTo>
                    <a:pt x="4934" y="5343"/>
                  </a:lnTo>
                  <a:lnTo>
                    <a:pt x="5023" y="5330"/>
                  </a:lnTo>
                  <a:lnTo>
                    <a:pt x="5100" y="5305"/>
                  </a:lnTo>
                  <a:lnTo>
                    <a:pt x="5062" y="5177"/>
                  </a:lnTo>
                  <a:lnTo>
                    <a:pt x="5023" y="5049"/>
                  </a:lnTo>
                  <a:lnTo>
                    <a:pt x="4985" y="4908"/>
                  </a:lnTo>
                  <a:lnTo>
                    <a:pt x="4960" y="4832"/>
                  </a:lnTo>
                  <a:lnTo>
                    <a:pt x="4960" y="4755"/>
                  </a:lnTo>
                  <a:lnTo>
                    <a:pt x="4998" y="4806"/>
                  </a:lnTo>
                  <a:lnTo>
                    <a:pt x="5036" y="4857"/>
                  </a:lnTo>
                  <a:lnTo>
                    <a:pt x="5075" y="4883"/>
                  </a:lnTo>
                  <a:lnTo>
                    <a:pt x="5100" y="4896"/>
                  </a:lnTo>
                  <a:lnTo>
                    <a:pt x="5177" y="4896"/>
                  </a:lnTo>
                  <a:lnTo>
                    <a:pt x="5254" y="4857"/>
                  </a:lnTo>
                  <a:lnTo>
                    <a:pt x="5330" y="4806"/>
                  </a:lnTo>
                  <a:lnTo>
                    <a:pt x="5394" y="4742"/>
                  </a:lnTo>
                  <a:lnTo>
                    <a:pt x="5471" y="4666"/>
                  </a:lnTo>
                  <a:lnTo>
                    <a:pt x="5548" y="4602"/>
                  </a:lnTo>
                  <a:lnTo>
                    <a:pt x="5688" y="4499"/>
                  </a:lnTo>
                  <a:lnTo>
                    <a:pt x="5739" y="4448"/>
                  </a:lnTo>
                  <a:lnTo>
                    <a:pt x="5790" y="4397"/>
                  </a:lnTo>
                  <a:lnTo>
                    <a:pt x="5829" y="4333"/>
                  </a:lnTo>
                  <a:lnTo>
                    <a:pt x="5854" y="4269"/>
                  </a:lnTo>
                  <a:lnTo>
                    <a:pt x="5867" y="4180"/>
                  </a:lnTo>
                  <a:lnTo>
                    <a:pt x="5880" y="4090"/>
                  </a:lnTo>
                  <a:lnTo>
                    <a:pt x="5944" y="4103"/>
                  </a:lnTo>
                  <a:lnTo>
                    <a:pt x="5995" y="4142"/>
                  </a:lnTo>
                  <a:lnTo>
                    <a:pt x="6123" y="4218"/>
                  </a:lnTo>
                  <a:lnTo>
                    <a:pt x="6161" y="4180"/>
                  </a:lnTo>
                  <a:lnTo>
                    <a:pt x="6187" y="4129"/>
                  </a:lnTo>
                  <a:lnTo>
                    <a:pt x="6225" y="4014"/>
                  </a:lnTo>
                  <a:lnTo>
                    <a:pt x="6263" y="3899"/>
                  </a:lnTo>
                  <a:lnTo>
                    <a:pt x="6276" y="3860"/>
                  </a:lnTo>
                  <a:lnTo>
                    <a:pt x="6314" y="3835"/>
                  </a:lnTo>
                  <a:lnTo>
                    <a:pt x="6391" y="3835"/>
                  </a:lnTo>
                  <a:lnTo>
                    <a:pt x="6455" y="3886"/>
                  </a:lnTo>
                  <a:lnTo>
                    <a:pt x="6532" y="3950"/>
                  </a:lnTo>
                  <a:lnTo>
                    <a:pt x="6557" y="3963"/>
                  </a:lnTo>
                  <a:lnTo>
                    <a:pt x="6596" y="3975"/>
                  </a:lnTo>
                  <a:lnTo>
                    <a:pt x="6634" y="3963"/>
                  </a:lnTo>
                  <a:lnTo>
                    <a:pt x="6685" y="3950"/>
                  </a:lnTo>
                  <a:lnTo>
                    <a:pt x="6774" y="3899"/>
                  </a:lnTo>
                  <a:lnTo>
                    <a:pt x="6877" y="3835"/>
                  </a:lnTo>
                  <a:lnTo>
                    <a:pt x="6966" y="3758"/>
                  </a:lnTo>
                  <a:lnTo>
                    <a:pt x="7056" y="3681"/>
                  </a:lnTo>
                  <a:lnTo>
                    <a:pt x="7145" y="3592"/>
                  </a:lnTo>
                  <a:lnTo>
                    <a:pt x="7247" y="3451"/>
                  </a:lnTo>
                  <a:lnTo>
                    <a:pt x="7273" y="3413"/>
                  </a:lnTo>
                  <a:lnTo>
                    <a:pt x="7286" y="3375"/>
                  </a:lnTo>
                  <a:lnTo>
                    <a:pt x="7273" y="3336"/>
                  </a:lnTo>
                  <a:lnTo>
                    <a:pt x="7222" y="3311"/>
                  </a:lnTo>
                  <a:lnTo>
                    <a:pt x="7158" y="3298"/>
                  </a:lnTo>
                  <a:lnTo>
                    <a:pt x="7056" y="3285"/>
                  </a:lnTo>
                  <a:lnTo>
                    <a:pt x="7056" y="3234"/>
                  </a:lnTo>
                  <a:lnTo>
                    <a:pt x="7068" y="3196"/>
                  </a:lnTo>
                  <a:lnTo>
                    <a:pt x="7094" y="3183"/>
                  </a:lnTo>
                  <a:lnTo>
                    <a:pt x="7132" y="3170"/>
                  </a:lnTo>
                  <a:lnTo>
                    <a:pt x="7209" y="3183"/>
                  </a:lnTo>
                  <a:lnTo>
                    <a:pt x="7273" y="3183"/>
                  </a:lnTo>
                  <a:lnTo>
                    <a:pt x="7350" y="3145"/>
                  </a:lnTo>
                  <a:lnTo>
                    <a:pt x="7401" y="3094"/>
                  </a:lnTo>
                  <a:lnTo>
                    <a:pt x="7503" y="2991"/>
                  </a:lnTo>
                  <a:lnTo>
                    <a:pt x="7618" y="2876"/>
                  </a:lnTo>
                  <a:lnTo>
                    <a:pt x="7682" y="2825"/>
                  </a:lnTo>
                  <a:lnTo>
                    <a:pt x="7746" y="2787"/>
                  </a:lnTo>
                  <a:lnTo>
                    <a:pt x="7810" y="2774"/>
                  </a:lnTo>
                  <a:lnTo>
                    <a:pt x="7874" y="2774"/>
                  </a:lnTo>
                  <a:lnTo>
                    <a:pt x="7899" y="2787"/>
                  </a:lnTo>
                  <a:lnTo>
                    <a:pt x="7937" y="2812"/>
                  </a:lnTo>
                  <a:lnTo>
                    <a:pt x="7950" y="2838"/>
                  </a:lnTo>
                  <a:lnTo>
                    <a:pt x="7976" y="2889"/>
                  </a:lnTo>
                  <a:lnTo>
                    <a:pt x="8014" y="2851"/>
                  </a:lnTo>
                  <a:lnTo>
                    <a:pt x="8065" y="2812"/>
                  </a:lnTo>
                  <a:lnTo>
                    <a:pt x="8168" y="2787"/>
                  </a:lnTo>
                  <a:lnTo>
                    <a:pt x="8270" y="2761"/>
                  </a:lnTo>
                  <a:lnTo>
                    <a:pt x="8372" y="2736"/>
                  </a:lnTo>
                  <a:lnTo>
                    <a:pt x="8513" y="2672"/>
                  </a:lnTo>
                  <a:lnTo>
                    <a:pt x="8653" y="2621"/>
                  </a:lnTo>
                  <a:lnTo>
                    <a:pt x="8794" y="2557"/>
                  </a:lnTo>
                  <a:lnTo>
                    <a:pt x="8934" y="2493"/>
                  </a:lnTo>
                  <a:lnTo>
                    <a:pt x="9062" y="2455"/>
                  </a:lnTo>
                  <a:lnTo>
                    <a:pt x="9203" y="2429"/>
                  </a:lnTo>
                  <a:lnTo>
                    <a:pt x="9471" y="2378"/>
                  </a:lnTo>
                  <a:lnTo>
                    <a:pt x="9752" y="2327"/>
                  </a:lnTo>
                  <a:lnTo>
                    <a:pt x="9880" y="2288"/>
                  </a:lnTo>
                  <a:lnTo>
                    <a:pt x="10008" y="2237"/>
                  </a:lnTo>
                  <a:lnTo>
                    <a:pt x="10123" y="2212"/>
                  </a:lnTo>
                  <a:lnTo>
                    <a:pt x="10225" y="2199"/>
                  </a:lnTo>
                  <a:lnTo>
                    <a:pt x="10327" y="2186"/>
                  </a:lnTo>
                  <a:lnTo>
                    <a:pt x="10442" y="2173"/>
                  </a:lnTo>
                  <a:lnTo>
                    <a:pt x="10558" y="2135"/>
                  </a:lnTo>
                  <a:lnTo>
                    <a:pt x="10660" y="2084"/>
                  </a:lnTo>
                  <a:lnTo>
                    <a:pt x="10762" y="2033"/>
                  </a:lnTo>
                  <a:lnTo>
                    <a:pt x="10864" y="1994"/>
                  </a:lnTo>
                  <a:lnTo>
                    <a:pt x="11056" y="1931"/>
                  </a:lnTo>
                  <a:lnTo>
                    <a:pt x="11273" y="1867"/>
                  </a:lnTo>
                  <a:lnTo>
                    <a:pt x="11478" y="1816"/>
                  </a:lnTo>
                  <a:lnTo>
                    <a:pt x="11682" y="1752"/>
                  </a:lnTo>
                  <a:lnTo>
                    <a:pt x="11772" y="1726"/>
                  </a:lnTo>
                  <a:lnTo>
                    <a:pt x="11874" y="1713"/>
                  </a:lnTo>
                  <a:lnTo>
                    <a:pt x="12066" y="1700"/>
                  </a:lnTo>
                  <a:lnTo>
                    <a:pt x="12257" y="1688"/>
                  </a:lnTo>
                  <a:lnTo>
                    <a:pt x="12360" y="1688"/>
                  </a:lnTo>
                  <a:lnTo>
                    <a:pt x="12462" y="1662"/>
                  </a:lnTo>
                  <a:lnTo>
                    <a:pt x="12539" y="1637"/>
                  </a:lnTo>
                  <a:lnTo>
                    <a:pt x="12615" y="1611"/>
                  </a:lnTo>
                  <a:lnTo>
                    <a:pt x="12769" y="1534"/>
                  </a:lnTo>
                  <a:lnTo>
                    <a:pt x="12922" y="1445"/>
                  </a:lnTo>
                  <a:lnTo>
                    <a:pt x="13075" y="1368"/>
                  </a:lnTo>
                  <a:lnTo>
                    <a:pt x="13203" y="1292"/>
                  </a:lnTo>
                  <a:lnTo>
                    <a:pt x="13331" y="1202"/>
                  </a:lnTo>
                  <a:lnTo>
                    <a:pt x="13459" y="1100"/>
                  </a:lnTo>
                  <a:lnTo>
                    <a:pt x="13561" y="985"/>
                  </a:lnTo>
                  <a:lnTo>
                    <a:pt x="13676" y="883"/>
                  </a:lnTo>
                  <a:lnTo>
                    <a:pt x="13778" y="780"/>
                  </a:lnTo>
                  <a:lnTo>
                    <a:pt x="13829" y="716"/>
                  </a:lnTo>
                  <a:lnTo>
                    <a:pt x="13868" y="652"/>
                  </a:lnTo>
                  <a:lnTo>
                    <a:pt x="13880" y="589"/>
                  </a:lnTo>
                  <a:lnTo>
                    <a:pt x="13893" y="512"/>
                  </a:lnTo>
                  <a:lnTo>
                    <a:pt x="13868" y="435"/>
                  </a:lnTo>
                  <a:lnTo>
                    <a:pt x="13842" y="359"/>
                  </a:lnTo>
                  <a:lnTo>
                    <a:pt x="13804" y="295"/>
                  </a:lnTo>
                  <a:lnTo>
                    <a:pt x="13740" y="231"/>
                  </a:lnTo>
                  <a:lnTo>
                    <a:pt x="13676" y="180"/>
                  </a:lnTo>
                  <a:lnTo>
                    <a:pt x="13612" y="141"/>
                  </a:lnTo>
                  <a:lnTo>
                    <a:pt x="13535" y="103"/>
                  </a:lnTo>
                  <a:lnTo>
                    <a:pt x="13446" y="77"/>
                  </a:lnTo>
                  <a:lnTo>
                    <a:pt x="13267" y="26"/>
                  </a:lnTo>
                  <a:lnTo>
                    <a:pt x="13088" y="13"/>
                  </a:lnTo>
                  <a:lnTo>
                    <a:pt x="1292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051;p78">
              <a:extLst>
                <a:ext uri="{FF2B5EF4-FFF2-40B4-BE49-F238E27FC236}">
                  <a16:creationId xmlns:a16="http://schemas.microsoft.com/office/drawing/2014/main" id="{F6C2CCB1-503D-625C-482B-AC3F1BC9851D}"/>
                </a:ext>
              </a:extLst>
            </p:cNvPr>
            <p:cNvSpPr/>
            <p:nvPr/>
          </p:nvSpPr>
          <p:spPr>
            <a:xfrm>
              <a:off x="3926300" y="1762975"/>
              <a:ext cx="9600" cy="8325"/>
            </a:xfrm>
            <a:custGeom>
              <a:avLst/>
              <a:gdLst/>
              <a:ahLst/>
              <a:cxnLst/>
              <a:rect l="l" t="t" r="r" b="b"/>
              <a:pathLst>
                <a:path w="384" h="333" extrusionOk="0">
                  <a:moveTo>
                    <a:pt x="320" y="1"/>
                  </a:moveTo>
                  <a:lnTo>
                    <a:pt x="281" y="13"/>
                  </a:lnTo>
                  <a:lnTo>
                    <a:pt x="243" y="65"/>
                  </a:lnTo>
                  <a:lnTo>
                    <a:pt x="205" y="128"/>
                  </a:lnTo>
                  <a:lnTo>
                    <a:pt x="192" y="180"/>
                  </a:lnTo>
                  <a:lnTo>
                    <a:pt x="39" y="180"/>
                  </a:lnTo>
                  <a:lnTo>
                    <a:pt x="13" y="192"/>
                  </a:lnTo>
                  <a:lnTo>
                    <a:pt x="0" y="218"/>
                  </a:lnTo>
                  <a:lnTo>
                    <a:pt x="0" y="243"/>
                  </a:lnTo>
                  <a:lnTo>
                    <a:pt x="0" y="269"/>
                  </a:lnTo>
                  <a:lnTo>
                    <a:pt x="26" y="295"/>
                  </a:lnTo>
                  <a:lnTo>
                    <a:pt x="51" y="307"/>
                  </a:lnTo>
                  <a:lnTo>
                    <a:pt x="102" y="320"/>
                  </a:lnTo>
                  <a:lnTo>
                    <a:pt x="154" y="333"/>
                  </a:lnTo>
                  <a:lnTo>
                    <a:pt x="217" y="320"/>
                  </a:lnTo>
                  <a:lnTo>
                    <a:pt x="281" y="282"/>
                  </a:lnTo>
                  <a:lnTo>
                    <a:pt x="320" y="243"/>
                  </a:lnTo>
                  <a:lnTo>
                    <a:pt x="358" y="192"/>
                  </a:lnTo>
                  <a:lnTo>
                    <a:pt x="384" y="141"/>
                  </a:lnTo>
                  <a:lnTo>
                    <a:pt x="384" y="90"/>
                  </a:lnTo>
                  <a:lnTo>
                    <a:pt x="37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052;p78">
              <a:extLst>
                <a:ext uri="{FF2B5EF4-FFF2-40B4-BE49-F238E27FC236}">
                  <a16:creationId xmlns:a16="http://schemas.microsoft.com/office/drawing/2014/main" id="{789A8A07-1E03-71C0-BBC0-0A7DDE7BDECC}"/>
                </a:ext>
              </a:extLst>
            </p:cNvPr>
            <p:cNvSpPr/>
            <p:nvPr/>
          </p:nvSpPr>
          <p:spPr>
            <a:xfrm>
              <a:off x="6168025" y="2698825"/>
              <a:ext cx="2250" cy="2600"/>
            </a:xfrm>
            <a:custGeom>
              <a:avLst/>
              <a:gdLst/>
              <a:ahLst/>
              <a:cxnLst/>
              <a:rect l="l" t="t" r="r" b="b"/>
              <a:pathLst>
                <a:path w="90" h="104" extrusionOk="0">
                  <a:moveTo>
                    <a:pt x="77" y="1"/>
                  </a:moveTo>
                  <a:lnTo>
                    <a:pt x="0" y="78"/>
                  </a:lnTo>
                  <a:lnTo>
                    <a:pt x="39" y="103"/>
                  </a:lnTo>
                  <a:lnTo>
                    <a:pt x="90" y="65"/>
                  </a:lnTo>
                  <a:lnTo>
                    <a:pt x="7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053;p78">
              <a:extLst>
                <a:ext uri="{FF2B5EF4-FFF2-40B4-BE49-F238E27FC236}">
                  <a16:creationId xmlns:a16="http://schemas.microsoft.com/office/drawing/2014/main" id="{52AE28BF-AFE5-96CD-93AB-79E90F952648}"/>
                </a:ext>
              </a:extLst>
            </p:cNvPr>
            <p:cNvSpPr/>
            <p:nvPr/>
          </p:nvSpPr>
          <p:spPr>
            <a:xfrm>
              <a:off x="6153650" y="3328600"/>
              <a:ext cx="9925" cy="11525"/>
            </a:xfrm>
            <a:custGeom>
              <a:avLst/>
              <a:gdLst/>
              <a:ahLst/>
              <a:cxnLst/>
              <a:rect l="l" t="t" r="r" b="b"/>
              <a:pathLst>
                <a:path w="397" h="461" extrusionOk="0">
                  <a:moveTo>
                    <a:pt x="256" y="0"/>
                  </a:moveTo>
                  <a:lnTo>
                    <a:pt x="0" y="231"/>
                  </a:lnTo>
                  <a:lnTo>
                    <a:pt x="64" y="461"/>
                  </a:lnTo>
                  <a:lnTo>
                    <a:pt x="256" y="422"/>
                  </a:lnTo>
                  <a:lnTo>
                    <a:pt x="396" y="115"/>
                  </a:lnTo>
                  <a:lnTo>
                    <a:pt x="25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054;p78">
              <a:extLst>
                <a:ext uri="{FF2B5EF4-FFF2-40B4-BE49-F238E27FC236}">
                  <a16:creationId xmlns:a16="http://schemas.microsoft.com/office/drawing/2014/main" id="{9E5F8C7C-C767-1C31-5875-352FFD4D4248}"/>
                </a:ext>
              </a:extLst>
            </p:cNvPr>
            <p:cNvSpPr/>
            <p:nvPr/>
          </p:nvSpPr>
          <p:spPr>
            <a:xfrm>
              <a:off x="6171525" y="2695000"/>
              <a:ext cx="3225" cy="5450"/>
            </a:xfrm>
            <a:custGeom>
              <a:avLst/>
              <a:gdLst/>
              <a:ahLst/>
              <a:cxnLst/>
              <a:rect l="l" t="t" r="r" b="b"/>
              <a:pathLst>
                <a:path w="129" h="218" extrusionOk="0">
                  <a:moveTo>
                    <a:pt x="90" y="1"/>
                  </a:moveTo>
                  <a:lnTo>
                    <a:pt x="1" y="90"/>
                  </a:lnTo>
                  <a:lnTo>
                    <a:pt x="78" y="218"/>
                  </a:lnTo>
                  <a:lnTo>
                    <a:pt x="129" y="103"/>
                  </a:lnTo>
                  <a:lnTo>
                    <a:pt x="9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055;p78">
              <a:extLst>
                <a:ext uri="{FF2B5EF4-FFF2-40B4-BE49-F238E27FC236}">
                  <a16:creationId xmlns:a16="http://schemas.microsoft.com/office/drawing/2014/main" id="{E4A86004-5FF1-B032-2A3F-181648E9C350}"/>
                </a:ext>
              </a:extLst>
            </p:cNvPr>
            <p:cNvSpPr/>
            <p:nvPr/>
          </p:nvSpPr>
          <p:spPr>
            <a:xfrm>
              <a:off x="6162900" y="2701075"/>
              <a:ext cx="5475" cy="4825"/>
            </a:xfrm>
            <a:custGeom>
              <a:avLst/>
              <a:gdLst/>
              <a:ahLst/>
              <a:cxnLst/>
              <a:rect l="l" t="t" r="r" b="b"/>
              <a:pathLst>
                <a:path w="219" h="193" extrusionOk="0">
                  <a:moveTo>
                    <a:pt x="77" y="0"/>
                  </a:moveTo>
                  <a:lnTo>
                    <a:pt x="1" y="128"/>
                  </a:lnTo>
                  <a:lnTo>
                    <a:pt x="90" y="192"/>
                  </a:lnTo>
                  <a:lnTo>
                    <a:pt x="141" y="154"/>
                  </a:lnTo>
                  <a:lnTo>
                    <a:pt x="218" y="154"/>
                  </a:lnTo>
                  <a:lnTo>
                    <a:pt x="205" y="90"/>
                  </a:lnTo>
                  <a:lnTo>
                    <a:pt x="129" y="13"/>
                  </a:lnTo>
                  <a:lnTo>
                    <a:pt x="7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056;p78">
              <a:extLst>
                <a:ext uri="{FF2B5EF4-FFF2-40B4-BE49-F238E27FC236}">
                  <a16:creationId xmlns:a16="http://schemas.microsoft.com/office/drawing/2014/main" id="{4E8651E7-5FFB-9DA6-D37C-9EEA8C9AE43D}"/>
                </a:ext>
              </a:extLst>
            </p:cNvPr>
            <p:cNvSpPr/>
            <p:nvPr/>
          </p:nvSpPr>
          <p:spPr>
            <a:xfrm>
              <a:off x="6168350" y="2802675"/>
              <a:ext cx="6400" cy="9625"/>
            </a:xfrm>
            <a:custGeom>
              <a:avLst/>
              <a:gdLst/>
              <a:ahLst/>
              <a:cxnLst/>
              <a:rect l="l" t="t" r="r" b="b"/>
              <a:pathLst>
                <a:path w="256" h="385" extrusionOk="0">
                  <a:moveTo>
                    <a:pt x="256" y="1"/>
                  </a:moveTo>
                  <a:lnTo>
                    <a:pt x="0" y="154"/>
                  </a:lnTo>
                  <a:lnTo>
                    <a:pt x="0" y="384"/>
                  </a:lnTo>
                  <a:lnTo>
                    <a:pt x="205" y="384"/>
                  </a:lnTo>
                  <a:lnTo>
                    <a:pt x="256" y="192"/>
                  </a:lnTo>
                  <a:lnTo>
                    <a:pt x="25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057;p78">
              <a:extLst>
                <a:ext uri="{FF2B5EF4-FFF2-40B4-BE49-F238E27FC236}">
                  <a16:creationId xmlns:a16="http://schemas.microsoft.com/office/drawing/2014/main" id="{7BEA808C-E5D8-1E62-28BA-F2AFD632D920}"/>
                </a:ext>
              </a:extLst>
            </p:cNvPr>
            <p:cNvSpPr/>
            <p:nvPr/>
          </p:nvSpPr>
          <p:spPr>
            <a:xfrm>
              <a:off x="6107950" y="3443950"/>
              <a:ext cx="25575" cy="15675"/>
            </a:xfrm>
            <a:custGeom>
              <a:avLst/>
              <a:gdLst/>
              <a:ahLst/>
              <a:cxnLst/>
              <a:rect l="l" t="t" r="r" b="b"/>
              <a:pathLst>
                <a:path w="1023" h="627" extrusionOk="0">
                  <a:moveTo>
                    <a:pt x="384" y="0"/>
                  </a:moveTo>
                  <a:lnTo>
                    <a:pt x="179" y="90"/>
                  </a:lnTo>
                  <a:lnTo>
                    <a:pt x="128" y="39"/>
                  </a:lnTo>
                  <a:lnTo>
                    <a:pt x="39" y="64"/>
                  </a:lnTo>
                  <a:lnTo>
                    <a:pt x="1" y="230"/>
                  </a:lnTo>
                  <a:lnTo>
                    <a:pt x="256" y="460"/>
                  </a:lnTo>
                  <a:lnTo>
                    <a:pt x="614" y="627"/>
                  </a:lnTo>
                  <a:lnTo>
                    <a:pt x="921" y="460"/>
                  </a:lnTo>
                  <a:lnTo>
                    <a:pt x="1023" y="448"/>
                  </a:lnTo>
                  <a:lnTo>
                    <a:pt x="1023" y="256"/>
                  </a:lnTo>
                  <a:lnTo>
                    <a:pt x="882" y="256"/>
                  </a:lnTo>
                  <a:lnTo>
                    <a:pt x="857" y="166"/>
                  </a:lnTo>
                  <a:lnTo>
                    <a:pt x="946" y="166"/>
                  </a:lnTo>
                  <a:lnTo>
                    <a:pt x="946" y="77"/>
                  </a:lnTo>
                  <a:lnTo>
                    <a:pt x="70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058;p78">
              <a:extLst>
                <a:ext uri="{FF2B5EF4-FFF2-40B4-BE49-F238E27FC236}">
                  <a16:creationId xmlns:a16="http://schemas.microsoft.com/office/drawing/2014/main" id="{7C1AE952-1BBE-8D75-BFBB-4F649B138D4D}"/>
                </a:ext>
              </a:extLst>
            </p:cNvPr>
            <p:cNvSpPr/>
            <p:nvPr/>
          </p:nvSpPr>
          <p:spPr>
            <a:xfrm>
              <a:off x="6033500" y="3470150"/>
              <a:ext cx="20150" cy="26550"/>
            </a:xfrm>
            <a:custGeom>
              <a:avLst/>
              <a:gdLst/>
              <a:ahLst/>
              <a:cxnLst/>
              <a:rect l="l" t="t" r="r" b="b"/>
              <a:pathLst>
                <a:path w="806" h="1062" extrusionOk="0">
                  <a:moveTo>
                    <a:pt x="640" y="0"/>
                  </a:moveTo>
                  <a:lnTo>
                    <a:pt x="461" y="179"/>
                  </a:lnTo>
                  <a:lnTo>
                    <a:pt x="461" y="358"/>
                  </a:lnTo>
                  <a:lnTo>
                    <a:pt x="384" y="524"/>
                  </a:lnTo>
                  <a:lnTo>
                    <a:pt x="422" y="665"/>
                  </a:lnTo>
                  <a:lnTo>
                    <a:pt x="346" y="754"/>
                  </a:lnTo>
                  <a:lnTo>
                    <a:pt x="282" y="716"/>
                  </a:lnTo>
                  <a:lnTo>
                    <a:pt x="269" y="563"/>
                  </a:lnTo>
                  <a:lnTo>
                    <a:pt x="384" y="473"/>
                  </a:lnTo>
                  <a:lnTo>
                    <a:pt x="422" y="409"/>
                  </a:lnTo>
                  <a:lnTo>
                    <a:pt x="358" y="409"/>
                  </a:lnTo>
                  <a:lnTo>
                    <a:pt x="358" y="179"/>
                  </a:lnTo>
                  <a:lnTo>
                    <a:pt x="192" y="281"/>
                  </a:lnTo>
                  <a:lnTo>
                    <a:pt x="65" y="307"/>
                  </a:lnTo>
                  <a:lnTo>
                    <a:pt x="26" y="396"/>
                  </a:lnTo>
                  <a:lnTo>
                    <a:pt x="65" y="588"/>
                  </a:lnTo>
                  <a:lnTo>
                    <a:pt x="1" y="793"/>
                  </a:lnTo>
                  <a:lnTo>
                    <a:pt x="269" y="831"/>
                  </a:lnTo>
                  <a:lnTo>
                    <a:pt x="320" y="767"/>
                  </a:lnTo>
                  <a:lnTo>
                    <a:pt x="320" y="767"/>
                  </a:lnTo>
                  <a:lnTo>
                    <a:pt x="243" y="959"/>
                  </a:lnTo>
                  <a:lnTo>
                    <a:pt x="384" y="1061"/>
                  </a:lnTo>
                  <a:lnTo>
                    <a:pt x="499" y="997"/>
                  </a:lnTo>
                  <a:lnTo>
                    <a:pt x="512" y="831"/>
                  </a:lnTo>
                  <a:lnTo>
                    <a:pt x="678" y="844"/>
                  </a:lnTo>
                  <a:lnTo>
                    <a:pt x="806" y="754"/>
                  </a:lnTo>
                  <a:lnTo>
                    <a:pt x="601" y="575"/>
                  </a:lnTo>
                  <a:lnTo>
                    <a:pt x="601" y="358"/>
                  </a:lnTo>
                  <a:lnTo>
                    <a:pt x="691" y="294"/>
                  </a:lnTo>
                  <a:lnTo>
                    <a:pt x="729" y="333"/>
                  </a:lnTo>
                  <a:lnTo>
                    <a:pt x="767" y="384"/>
                  </a:lnTo>
                  <a:lnTo>
                    <a:pt x="767" y="166"/>
                  </a:lnTo>
                  <a:lnTo>
                    <a:pt x="64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059;p78">
              <a:extLst>
                <a:ext uri="{FF2B5EF4-FFF2-40B4-BE49-F238E27FC236}">
                  <a16:creationId xmlns:a16="http://schemas.microsoft.com/office/drawing/2014/main" id="{49DE648E-E1D8-E0D2-7CFD-9FE3DDF2050C}"/>
                </a:ext>
              </a:extLst>
            </p:cNvPr>
            <p:cNvSpPr/>
            <p:nvPr/>
          </p:nvSpPr>
          <p:spPr>
            <a:xfrm>
              <a:off x="6044050" y="3405275"/>
              <a:ext cx="16950" cy="11850"/>
            </a:xfrm>
            <a:custGeom>
              <a:avLst/>
              <a:gdLst/>
              <a:ahLst/>
              <a:cxnLst/>
              <a:rect l="l" t="t" r="r" b="b"/>
              <a:pathLst>
                <a:path w="678" h="474" extrusionOk="0">
                  <a:moveTo>
                    <a:pt x="90" y="1"/>
                  </a:moveTo>
                  <a:lnTo>
                    <a:pt x="0" y="141"/>
                  </a:lnTo>
                  <a:lnTo>
                    <a:pt x="64" y="333"/>
                  </a:lnTo>
                  <a:lnTo>
                    <a:pt x="154" y="244"/>
                  </a:lnTo>
                  <a:lnTo>
                    <a:pt x="243" y="141"/>
                  </a:lnTo>
                  <a:lnTo>
                    <a:pt x="333" y="167"/>
                  </a:lnTo>
                  <a:lnTo>
                    <a:pt x="243" y="333"/>
                  </a:lnTo>
                  <a:lnTo>
                    <a:pt x="371" y="397"/>
                  </a:lnTo>
                  <a:lnTo>
                    <a:pt x="371" y="154"/>
                  </a:lnTo>
                  <a:lnTo>
                    <a:pt x="460" y="256"/>
                  </a:lnTo>
                  <a:lnTo>
                    <a:pt x="563" y="269"/>
                  </a:lnTo>
                  <a:lnTo>
                    <a:pt x="550" y="474"/>
                  </a:lnTo>
                  <a:lnTo>
                    <a:pt x="550" y="474"/>
                  </a:lnTo>
                  <a:lnTo>
                    <a:pt x="614" y="448"/>
                  </a:lnTo>
                  <a:lnTo>
                    <a:pt x="678" y="423"/>
                  </a:lnTo>
                  <a:lnTo>
                    <a:pt x="639" y="256"/>
                  </a:lnTo>
                  <a:lnTo>
                    <a:pt x="563" y="231"/>
                  </a:lnTo>
                  <a:lnTo>
                    <a:pt x="627" y="129"/>
                  </a:lnTo>
                  <a:lnTo>
                    <a:pt x="563" y="26"/>
                  </a:lnTo>
                  <a:lnTo>
                    <a:pt x="435" y="39"/>
                  </a:lnTo>
                  <a:lnTo>
                    <a:pt x="409" y="154"/>
                  </a:lnTo>
                  <a:lnTo>
                    <a:pt x="282" y="129"/>
                  </a:lnTo>
                  <a:lnTo>
                    <a:pt x="384" y="39"/>
                  </a:lnTo>
                  <a:lnTo>
                    <a:pt x="33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060;p78">
              <a:extLst>
                <a:ext uri="{FF2B5EF4-FFF2-40B4-BE49-F238E27FC236}">
                  <a16:creationId xmlns:a16="http://schemas.microsoft.com/office/drawing/2014/main" id="{D90EFF90-2793-8BFB-12F1-F455B372BDA6}"/>
                </a:ext>
              </a:extLst>
            </p:cNvPr>
            <p:cNvSpPr/>
            <p:nvPr/>
          </p:nvSpPr>
          <p:spPr>
            <a:xfrm>
              <a:off x="6075675" y="3413900"/>
              <a:ext cx="40300" cy="17300"/>
            </a:xfrm>
            <a:custGeom>
              <a:avLst/>
              <a:gdLst/>
              <a:ahLst/>
              <a:cxnLst/>
              <a:rect l="l" t="t" r="r" b="b"/>
              <a:pathLst>
                <a:path w="1612" h="692" extrusionOk="0">
                  <a:moveTo>
                    <a:pt x="141" y="1"/>
                  </a:moveTo>
                  <a:lnTo>
                    <a:pt x="39" y="65"/>
                  </a:lnTo>
                  <a:lnTo>
                    <a:pt x="1" y="359"/>
                  </a:lnTo>
                  <a:lnTo>
                    <a:pt x="180" y="346"/>
                  </a:lnTo>
                  <a:lnTo>
                    <a:pt x="359" y="231"/>
                  </a:lnTo>
                  <a:lnTo>
                    <a:pt x="461" y="256"/>
                  </a:lnTo>
                  <a:lnTo>
                    <a:pt x="601" y="231"/>
                  </a:lnTo>
                  <a:lnTo>
                    <a:pt x="768" y="218"/>
                  </a:lnTo>
                  <a:lnTo>
                    <a:pt x="806" y="205"/>
                  </a:lnTo>
                  <a:lnTo>
                    <a:pt x="831" y="193"/>
                  </a:lnTo>
                  <a:lnTo>
                    <a:pt x="857" y="180"/>
                  </a:lnTo>
                  <a:lnTo>
                    <a:pt x="857" y="256"/>
                  </a:lnTo>
                  <a:lnTo>
                    <a:pt x="1215" y="269"/>
                  </a:lnTo>
                  <a:lnTo>
                    <a:pt x="1266" y="359"/>
                  </a:lnTo>
                  <a:lnTo>
                    <a:pt x="1215" y="397"/>
                  </a:lnTo>
                  <a:lnTo>
                    <a:pt x="1355" y="691"/>
                  </a:lnTo>
                  <a:lnTo>
                    <a:pt x="1381" y="665"/>
                  </a:lnTo>
                  <a:lnTo>
                    <a:pt x="1317" y="435"/>
                  </a:lnTo>
                  <a:lnTo>
                    <a:pt x="1317" y="256"/>
                  </a:lnTo>
                  <a:lnTo>
                    <a:pt x="1496" y="244"/>
                  </a:lnTo>
                  <a:lnTo>
                    <a:pt x="1611" y="154"/>
                  </a:lnTo>
                  <a:lnTo>
                    <a:pt x="1292" y="141"/>
                  </a:lnTo>
                  <a:lnTo>
                    <a:pt x="985" y="180"/>
                  </a:lnTo>
                  <a:lnTo>
                    <a:pt x="895" y="167"/>
                  </a:lnTo>
                  <a:lnTo>
                    <a:pt x="691" y="129"/>
                  </a:lnTo>
                  <a:lnTo>
                    <a:pt x="652" y="52"/>
                  </a:lnTo>
                  <a:lnTo>
                    <a:pt x="537" y="129"/>
                  </a:lnTo>
                  <a:lnTo>
                    <a:pt x="14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061;p78">
              <a:extLst>
                <a:ext uri="{FF2B5EF4-FFF2-40B4-BE49-F238E27FC236}">
                  <a16:creationId xmlns:a16="http://schemas.microsoft.com/office/drawing/2014/main" id="{40BCE950-2E90-19FE-9C60-25F6D7FD2691}"/>
                </a:ext>
              </a:extLst>
            </p:cNvPr>
            <p:cNvSpPr/>
            <p:nvPr/>
          </p:nvSpPr>
          <p:spPr>
            <a:xfrm>
              <a:off x="6137025" y="3337225"/>
              <a:ext cx="13775" cy="27175"/>
            </a:xfrm>
            <a:custGeom>
              <a:avLst/>
              <a:gdLst/>
              <a:ahLst/>
              <a:cxnLst/>
              <a:rect l="l" t="t" r="r" b="b"/>
              <a:pathLst>
                <a:path w="551" h="1087" extrusionOk="0">
                  <a:moveTo>
                    <a:pt x="410" y="1"/>
                  </a:moveTo>
                  <a:lnTo>
                    <a:pt x="128" y="384"/>
                  </a:lnTo>
                  <a:lnTo>
                    <a:pt x="103" y="614"/>
                  </a:lnTo>
                  <a:lnTo>
                    <a:pt x="1" y="780"/>
                  </a:lnTo>
                  <a:lnTo>
                    <a:pt x="1" y="908"/>
                  </a:lnTo>
                  <a:lnTo>
                    <a:pt x="77" y="959"/>
                  </a:lnTo>
                  <a:lnTo>
                    <a:pt x="128" y="1087"/>
                  </a:lnTo>
                  <a:lnTo>
                    <a:pt x="179" y="1023"/>
                  </a:lnTo>
                  <a:lnTo>
                    <a:pt x="282" y="882"/>
                  </a:lnTo>
                  <a:lnTo>
                    <a:pt x="473" y="665"/>
                  </a:lnTo>
                  <a:lnTo>
                    <a:pt x="512" y="358"/>
                  </a:lnTo>
                  <a:lnTo>
                    <a:pt x="384" y="320"/>
                  </a:lnTo>
                  <a:lnTo>
                    <a:pt x="384" y="269"/>
                  </a:lnTo>
                  <a:lnTo>
                    <a:pt x="55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062;p78">
              <a:extLst>
                <a:ext uri="{FF2B5EF4-FFF2-40B4-BE49-F238E27FC236}">
                  <a16:creationId xmlns:a16="http://schemas.microsoft.com/office/drawing/2014/main" id="{3E56EC9E-CB04-27DE-4F7C-B4E247DB89C1}"/>
                </a:ext>
              </a:extLst>
            </p:cNvPr>
            <p:cNvSpPr/>
            <p:nvPr/>
          </p:nvSpPr>
          <p:spPr>
            <a:xfrm>
              <a:off x="6047550" y="3462150"/>
              <a:ext cx="5800" cy="5775"/>
            </a:xfrm>
            <a:custGeom>
              <a:avLst/>
              <a:gdLst/>
              <a:ahLst/>
              <a:cxnLst/>
              <a:rect l="l" t="t" r="r" b="b"/>
              <a:pathLst>
                <a:path w="232" h="231" extrusionOk="0">
                  <a:moveTo>
                    <a:pt x="52" y="1"/>
                  </a:moveTo>
                  <a:lnTo>
                    <a:pt x="1" y="116"/>
                  </a:lnTo>
                  <a:lnTo>
                    <a:pt x="142" y="231"/>
                  </a:lnTo>
                  <a:lnTo>
                    <a:pt x="231" y="129"/>
                  </a:lnTo>
                  <a:lnTo>
                    <a:pt x="193" y="26"/>
                  </a:lnTo>
                  <a:lnTo>
                    <a:pt x="167" y="39"/>
                  </a:lnTo>
                  <a:lnTo>
                    <a:pt x="5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063;p78">
              <a:extLst>
                <a:ext uri="{FF2B5EF4-FFF2-40B4-BE49-F238E27FC236}">
                  <a16:creationId xmlns:a16="http://schemas.microsoft.com/office/drawing/2014/main" id="{4DAE7C3E-03D9-4D26-1046-7490B84D876C}"/>
                </a:ext>
              </a:extLst>
            </p:cNvPr>
            <p:cNvSpPr/>
            <p:nvPr/>
          </p:nvSpPr>
          <p:spPr>
            <a:xfrm>
              <a:off x="6107000" y="2577750"/>
              <a:ext cx="71900" cy="95550"/>
            </a:xfrm>
            <a:custGeom>
              <a:avLst/>
              <a:gdLst/>
              <a:ahLst/>
              <a:cxnLst/>
              <a:rect l="l" t="t" r="r" b="b"/>
              <a:pathLst>
                <a:path w="2876" h="3822" extrusionOk="0">
                  <a:moveTo>
                    <a:pt x="1904" y="0"/>
                  </a:moveTo>
                  <a:lnTo>
                    <a:pt x="1508" y="307"/>
                  </a:lnTo>
                  <a:lnTo>
                    <a:pt x="920" y="307"/>
                  </a:lnTo>
                  <a:lnTo>
                    <a:pt x="550" y="614"/>
                  </a:lnTo>
                  <a:lnTo>
                    <a:pt x="320" y="869"/>
                  </a:lnTo>
                  <a:lnTo>
                    <a:pt x="396" y="882"/>
                  </a:lnTo>
                  <a:lnTo>
                    <a:pt x="422" y="933"/>
                  </a:lnTo>
                  <a:lnTo>
                    <a:pt x="447" y="1010"/>
                  </a:lnTo>
                  <a:lnTo>
                    <a:pt x="435" y="1048"/>
                  </a:lnTo>
                  <a:lnTo>
                    <a:pt x="422" y="1086"/>
                  </a:lnTo>
                  <a:lnTo>
                    <a:pt x="588" y="1240"/>
                  </a:lnTo>
                  <a:lnTo>
                    <a:pt x="486" y="1368"/>
                  </a:lnTo>
                  <a:lnTo>
                    <a:pt x="550" y="1572"/>
                  </a:lnTo>
                  <a:lnTo>
                    <a:pt x="550" y="1572"/>
                  </a:lnTo>
                  <a:lnTo>
                    <a:pt x="384" y="1495"/>
                  </a:lnTo>
                  <a:lnTo>
                    <a:pt x="154" y="1521"/>
                  </a:lnTo>
                  <a:lnTo>
                    <a:pt x="0" y="1572"/>
                  </a:lnTo>
                  <a:lnTo>
                    <a:pt x="39" y="1674"/>
                  </a:lnTo>
                  <a:lnTo>
                    <a:pt x="77" y="1892"/>
                  </a:lnTo>
                  <a:lnTo>
                    <a:pt x="179" y="1917"/>
                  </a:lnTo>
                  <a:lnTo>
                    <a:pt x="243" y="1789"/>
                  </a:lnTo>
                  <a:lnTo>
                    <a:pt x="358" y="1943"/>
                  </a:lnTo>
                  <a:lnTo>
                    <a:pt x="409" y="2109"/>
                  </a:lnTo>
                  <a:lnTo>
                    <a:pt x="307" y="2186"/>
                  </a:lnTo>
                  <a:lnTo>
                    <a:pt x="281" y="2365"/>
                  </a:lnTo>
                  <a:lnTo>
                    <a:pt x="422" y="2352"/>
                  </a:lnTo>
                  <a:lnTo>
                    <a:pt x="499" y="2441"/>
                  </a:lnTo>
                  <a:lnTo>
                    <a:pt x="537" y="2518"/>
                  </a:lnTo>
                  <a:lnTo>
                    <a:pt x="499" y="2543"/>
                  </a:lnTo>
                  <a:lnTo>
                    <a:pt x="435" y="2569"/>
                  </a:lnTo>
                  <a:lnTo>
                    <a:pt x="409" y="2569"/>
                  </a:lnTo>
                  <a:lnTo>
                    <a:pt x="371" y="2595"/>
                  </a:lnTo>
                  <a:lnTo>
                    <a:pt x="332" y="2620"/>
                  </a:lnTo>
                  <a:lnTo>
                    <a:pt x="358" y="2710"/>
                  </a:lnTo>
                  <a:lnTo>
                    <a:pt x="256" y="2799"/>
                  </a:lnTo>
                  <a:lnTo>
                    <a:pt x="179" y="2876"/>
                  </a:lnTo>
                  <a:lnTo>
                    <a:pt x="179" y="2952"/>
                  </a:lnTo>
                  <a:lnTo>
                    <a:pt x="205" y="3093"/>
                  </a:lnTo>
                  <a:lnTo>
                    <a:pt x="90" y="3272"/>
                  </a:lnTo>
                  <a:lnTo>
                    <a:pt x="102" y="3361"/>
                  </a:lnTo>
                  <a:lnTo>
                    <a:pt x="281" y="3425"/>
                  </a:lnTo>
                  <a:lnTo>
                    <a:pt x="64" y="3643"/>
                  </a:lnTo>
                  <a:lnTo>
                    <a:pt x="64" y="3796"/>
                  </a:lnTo>
                  <a:lnTo>
                    <a:pt x="217" y="3822"/>
                  </a:lnTo>
                  <a:lnTo>
                    <a:pt x="294" y="3783"/>
                  </a:lnTo>
                  <a:lnTo>
                    <a:pt x="499" y="3822"/>
                  </a:lnTo>
                  <a:lnTo>
                    <a:pt x="678" y="3694"/>
                  </a:lnTo>
                  <a:lnTo>
                    <a:pt x="729" y="3591"/>
                  </a:lnTo>
                  <a:lnTo>
                    <a:pt x="831" y="3604"/>
                  </a:lnTo>
                  <a:lnTo>
                    <a:pt x="895" y="3745"/>
                  </a:lnTo>
                  <a:lnTo>
                    <a:pt x="972" y="3732"/>
                  </a:lnTo>
                  <a:lnTo>
                    <a:pt x="1023" y="3630"/>
                  </a:lnTo>
                  <a:lnTo>
                    <a:pt x="1176" y="3591"/>
                  </a:lnTo>
                  <a:lnTo>
                    <a:pt x="1265" y="3438"/>
                  </a:lnTo>
                  <a:lnTo>
                    <a:pt x="1393" y="3361"/>
                  </a:lnTo>
                  <a:lnTo>
                    <a:pt x="1496" y="3425"/>
                  </a:lnTo>
                  <a:lnTo>
                    <a:pt x="1649" y="3464"/>
                  </a:lnTo>
                  <a:lnTo>
                    <a:pt x="1662" y="3387"/>
                  </a:lnTo>
                  <a:lnTo>
                    <a:pt x="1789" y="3361"/>
                  </a:lnTo>
                  <a:lnTo>
                    <a:pt x="1879" y="3515"/>
                  </a:lnTo>
                  <a:lnTo>
                    <a:pt x="1994" y="3515"/>
                  </a:lnTo>
                  <a:lnTo>
                    <a:pt x="2032" y="3400"/>
                  </a:lnTo>
                  <a:lnTo>
                    <a:pt x="1994" y="3323"/>
                  </a:lnTo>
                  <a:lnTo>
                    <a:pt x="2032" y="3246"/>
                  </a:lnTo>
                  <a:lnTo>
                    <a:pt x="2262" y="3285"/>
                  </a:lnTo>
                  <a:lnTo>
                    <a:pt x="2518" y="3182"/>
                  </a:lnTo>
                  <a:lnTo>
                    <a:pt x="2646" y="3131"/>
                  </a:lnTo>
                  <a:lnTo>
                    <a:pt x="2620" y="2889"/>
                  </a:lnTo>
                  <a:lnTo>
                    <a:pt x="2799" y="2620"/>
                  </a:lnTo>
                  <a:lnTo>
                    <a:pt x="2876" y="2173"/>
                  </a:lnTo>
                  <a:lnTo>
                    <a:pt x="2876" y="2173"/>
                  </a:lnTo>
                  <a:lnTo>
                    <a:pt x="2761" y="2186"/>
                  </a:lnTo>
                  <a:lnTo>
                    <a:pt x="2748" y="1777"/>
                  </a:lnTo>
                  <a:lnTo>
                    <a:pt x="2544" y="1125"/>
                  </a:lnTo>
                  <a:lnTo>
                    <a:pt x="2198" y="614"/>
                  </a:lnTo>
                  <a:lnTo>
                    <a:pt x="1981" y="243"/>
                  </a:lnTo>
                  <a:lnTo>
                    <a:pt x="190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064;p78">
              <a:extLst>
                <a:ext uri="{FF2B5EF4-FFF2-40B4-BE49-F238E27FC236}">
                  <a16:creationId xmlns:a16="http://schemas.microsoft.com/office/drawing/2014/main" id="{B6B082E2-5619-4F26-3E66-FD1207B62D1E}"/>
                </a:ext>
              </a:extLst>
            </p:cNvPr>
            <p:cNvSpPr/>
            <p:nvPr/>
          </p:nvSpPr>
          <p:spPr>
            <a:xfrm>
              <a:off x="6073750" y="3126675"/>
              <a:ext cx="29750" cy="54325"/>
            </a:xfrm>
            <a:custGeom>
              <a:avLst/>
              <a:gdLst/>
              <a:ahLst/>
              <a:cxnLst/>
              <a:rect l="l" t="t" r="r" b="b"/>
              <a:pathLst>
                <a:path w="1190" h="2173" extrusionOk="0">
                  <a:moveTo>
                    <a:pt x="742" y="0"/>
                  </a:moveTo>
                  <a:lnTo>
                    <a:pt x="614" y="77"/>
                  </a:lnTo>
                  <a:lnTo>
                    <a:pt x="231" y="64"/>
                  </a:lnTo>
                  <a:lnTo>
                    <a:pt x="1" y="0"/>
                  </a:lnTo>
                  <a:lnTo>
                    <a:pt x="1" y="0"/>
                  </a:lnTo>
                  <a:lnTo>
                    <a:pt x="142" y="384"/>
                  </a:lnTo>
                  <a:lnTo>
                    <a:pt x="269" y="371"/>
                  </a:lnTo>
                  <a:lnTo>
                    <a:pt x="512" y="690"/>
                  </a:lnTo>
                  <a:lnTo>
                    <a:pt x="614" y="678"/>
                  </a:lnTo>
                  <a:lnTo>
                    <a:pt x="525" y="793"/>
                  </a:lnTo>
                  <a:lnTo>
                    <a:pt x="512" y="793"/>
                  </a:lnTo>
                  <a:lnTo>
                    <a:pt x="487" y="780"/>
                  </a:lnTo>
                  <a:lnTo>
                    <a:pt x="461" y="767"/>
                  </a:lnTo>
                  <a:lnTo>
                    <a:pt x="448" y="767"/>
                  </a:lnTo>
                  <a:lnTo>
                    <a:pt x="448" y="780"/>
                  </a:lnTo>
                  <a:lnTo>
                    <a:pt x="461" y="882"/>
                  </a:lnTo>
                  <a:lnTo>
                    <a:pt x="487" y="971"/>
                  </a:lnTo>
                  <a:lnTo>
                    <a:pt x="333" y="1048"/>
                  </a:lnTo>
                  <a:lnTo>
                    <a:pt x="129" y="895"/>
                  </a:lnTo>
                  <a:lnTo>
                    <a:pt x="308" y="895"/>
                  </a:lnTo>
                  <a:lnTo>
                    <a:pt x="269" y="767"/>
                  </a:lnTo>
                  <a:lnTo>
                    <a:pt x="129" y="678"/>
                  </a:lnTo>
                  <a:lnTo>
                    <a:pt x="90" y="690"/>
                  </a:lnTo>
                  <a:lnTo>
                    <a:pt x="65" y="690"/>
                  </a:lnTo>
                  <a:lnTo>
                    <a:pt x="52" y="703"/>
                  </a:lnTo>
                  <a:lnTo>
                    <a:pt x="90" y="793"/>
                  </a:lnTo>
                  <a:lnTo>
                    <a:pt x="129" y="856"/>
                  </a:lnTo>
                  <a:lnTo>
                    <a:pt x="27" y="869"/>
                  </a:lnTo>
                  <a:lnTo>
                    <a:pt x="116" y="1393"/>
                  </a:lnTo>
                  <a:lnTo>
                    <a:pt x="205" y="1393"/>
                  </a:lnTo>
                  <a:lnTo>
                    <a:pt x="257" y="1291"/>
                  </a:lnTo>
                  <a:lnTo>
                    <a:pt x="436" y="1457"/>
                  </a:lnTo>
                  <a:lnTo>
                    <a:pt x="359" y="1930"/>
                  </a:lnTo>
                  <a:lnTo>
                    <a:pt x="640" y="2058"/>
                  </a:lnTo>
                  <a:lnTo>
                    <a:pt x="640" y="1866"/>
                  </a:lnTo>
                  <a:lnTo>
                    <a:pt x="793" y="2173"/>
                  </a:lnTo>
                  <a:lnTo>
                    <a:pt x="832" y="2134"/>
                  </a:lnTo>
                  <a:lnTo>
                    <a:pt x="729" y="1968"/>
                  </a:lnTo>
                  <a:lnTo>
                    <a:pt x="729" y="1879"/>
                  </a:lnTo>
                  <a:lnTo>
                    <a:pt x="870" y="1879"/>
                  </a:lnTo>
                  <a:lnTo>
                    <a:pt x="870" y="1764"/>
                  </a:lnTo>
                  <a:lnTo>
                    <a:pt x="729" y="1547"/>
                  </a:lnTo>
                  <a:lnTo>
                    <a:pt x="576" y="1457"/>
                  </a:lnTo>
                  <a:lnTo>
                    <a:pt x="666" y="1023"/>
                  </a:lnTo>
                  <a:lnTo>
                    <a:pt x="819" y="1189"/>
                  </a:lnTo>
                  <a:lnTo>
                    <a:pt x="1190" y="1138"/>
                  </a:lnTo>
                  <a:lnTo>
                    <a:pt x="1100" y="997"/>
                  </a:lnTo>
                  <a:lnTo>
                    <a:pt x="998" y="856"/>
                  </a:lnTo>
                  <a:lnTo>
                    <a:pt x="1023" y="307"/>
                  </a:lnTo>
                  <a:lnTo>
                    <a:pt x="960" y="230"/>
                  </a:lnTo>
                  <a:lnTo>
                    <a:pt x="819" y="230"/>
                  </a:lnTo>
                  <a:lnTo>
                    <a:pt x="870" y="102"/>
                  </a:lnTo>
                  <a:lnTo>
                    <a:pt x="74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065;p78">
              <a:extLst>
                <a:ext uri="{FF2B5EF4-FFF2-40B4-BE49-F238E27FC236}">
                  <a16:creationId xmlns:a16="http://schemas.microsoft.com/office/drawing/2014/main" id="{25A26ACB-5840-BC7E-36A7-349B98E83A26}"/>
                </a:ext>
              </a:extLst>
            </p:cNvPr>
            <p:cNvSpPr/>
            <p:nvPr/>
          </p:nvSpPr>
          <p:spPr>
            <a:xfrm>
              <a:off x="6024875" y="2991200"/>
              <a:ext cx="2900" cy="6725"/>
            </a:xfrm>
            <a:custGeom>
              <a:avLst/>
              <a:gdLst/>
              <a:ahLst/>
              <a:cxnLst/>
              <a:rect l="l" t="t" r="r" b="b"/>
              <a:pathLst>
                <a:path w="116" h="269" extrusionOk="0">
                  <a:moveTo>
                    <a:pt x="64" y="0"/>
                  </a:moveTo>
                  <a:lnTo>
                    <a:pt x="1" y="269"/>
                  </a:lnTo>
                  <a:lnTo>
                    <a:pt x="116" y="128"/>
                  </a:lnTo>
                  <a:lnTo>
                    <a:pt x="6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066;p78">
              <a:extLst>
                <a:ext uri="{FF2B5EF4-FFF2-40B4-BE49-F238E27FC236}">
                  <a16:creationId xmlns:a16="http://schemas.microsoft.com/office/drawing/2014/main" id="{7481CAE4-4EF9-AFDF-3E6E-39D9784218AE}"/>
                </a:ext>
              </a:extLst>
            </p:cNvPr>
            <p:cNvSpPr/>
            <p:nvPr/>
          </p:nvSpPr>
          <p:spPr>
            <a:xfrm>
              <a:off x="6181125" y="2657300"/>
              <a:ext cx="6100" cy="8325"/>
            </a:xfrm>
            <a:custGeom>
              <a:avLst/>
              <a:gdLst/>
              <a:ahLst/>
              <a:cxnLst/>
              <a:rect l="l" t="t" r="r" b="b"/>
              <a:pathLst>
                <a:path w="244" h="333" extrusionOk="0">
                  <a:moveTo>
                    <a:pt x="192" y="0"/>
                  </a:moveTo>
                  <a:lnTo>
                    <a:pt x="39" y="115"/>
                  </a:lnTo>
                  <a:lnTo>
                    <a:pt x="51" y="192"/>
                  </a:lnTo>
                  <a:lnTo>
                    <a:pt x="0" y="320"/>
                  </a:lnTo>
                  <a:lnTo>
                    <a:pt x="64" y="333"/>
                  </a:lnTo>
                  <a:lnTo>
                    <a:pt x="205" y="205"/>
                  </a:lnTo>
                  <a:lnTo>
                    <a:pt x="243" y="52"/>
                  </a:lnTo>
                  <a:lnTo>
                    <a:pt x="19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9" name="Google Shape;1067;p78">
              <a:extLst>
                <a:ext uri="{FF2B5EF4-FFF2-40B4-BE49-F238E27FC236}">
                  <a16:creationId xmlns:a16="http://schemas.microsoft.com/office/drawing/2014/main" id="{79C6075A-A69D-FA25-3209-3149461CAA67}"/>
                </a:ext>
              </a:extLst>
            </p:cNvPr>
            <p:cNvSpPr/>
            <p:nvPr/>
          </p:nvSpPr>
          <p:spPr>
            <a:xfrm>
              <a:off x="6139900" y="3349675"/>
              <a:ext cx="25900" cy="48925"/>
            </a:xfrm>
            <a:custGeom>
              <a:avLst/>
              <a:gdLst/>
              <a:ahLst/>
              <a:cxnLst/>
              <a:rect l="l" t="t" r="r" b="b"/>
              <a:pathLst>
                <a:path w="1036" h="1957" extrusionOk="0">
                  <a:moveTo>
                    <a:pt x="908" y="1"/>
                  </a:moveTo>
                  <a:lnTo>
                    <a:pt x="691" y="39"/>
                  </a:lnTo>
                  <a:lnTo>
                    <a:pt x="435" y="269"/>
                  </a:lnTo>
                  <a:lnTo>
                    <a:pt x="486" y="359"/>
                  </a:lnTo>
                  <a:lnTo>
                    <a:pt x="346" y="397"/>
                  </a:lnTo>
                  <a:lnTo>
                    <a:pt x="295" y="512"/>
                  </a:lnTo>
                  <a:lnTo>
                    <a:pt x="295" y="627"/>
                  </a:lnTo>
                  <a:lnTo>
                    <a:pt x="90" y="589"/>
                  </a:lnTo>
                  <a:lnTo>
                    <a:pt x="1" y="717"/>
                  </a:lnTo>
                  <a:lnTo>
                    <a:pt x="1" y="998"/>
                  </a:lnTo>
                  <a:lnTo>
                    <a:pt x="103" y="1036"/>
                  </a:lnTo>
                  <a:lnTo>
                    <a:pt x="77" y="1445"/>
                  </a:lnTo>
                  <a:lnTo>
                    <a:pt x="256" y="1560"/>
                  </a:lnTo>
                  <a:lnTo>
                    <a:pt x="397" y="1841"/>
                  </a:lnTo>
                  <a:lnTo>
                    <a:pt x="550" y="1867"/>
                  </a:lnTo>
                  <a:lnTo>
                    <a:pt x="652" y="1956"/>
                  </a:lnTo>
                  <a:lnTo>
                    <a:pt x="614" y="1854"/>
                  </a:lnTo>
                  <a:lnTo>
                    <a:pt x="295" y="1330"/>
                  </a:lnTo>
                  <a:lnTo>
                    <a:pt x="320" y="883"/>
                  </a:lnTo>
                  <a:lnTo>
                    <a:pt x="486" y="883"/>
                  </a:lnTo>
                  <a:lnTo>
                    <a:pt x="627" y="972"/>
                  </a:lnTo>
                  <a:lnTo>
                    <a:pt x="806" y="972"/>
                  </a:lnTo>
                  <a:lnTo>
                    <a:pt x="908" y="1062"/>
                  </a:lnTo>
                  <a:lnTo>
                    <a:pt x="1036" y="1062"/>
                  </a:lnTo>
                  <a:lnTo>
                    <a:pt x="946" y="972"/>
                  </a:lnTo>
                  <a:lnTo>
                    <a:pt x="946" y="819"/>
                  </a:lnTo>
                  <a:lnTo>
                    <a:pt x="678" y="768"/>
                  </a:lnTo>
                  <a:lnTo>
                    <a:pt x="550" y="640"/>
                  </a:lnTo>
                  <a:lnTo>
                    <a:pt x="742" y="499"/>
                  </a:lnTo>
                  <a:lnTo>
                    <a:pt x="908" y="499"/>
                  </a:lnTo>
                  <a:lnTo>
                    <a:pt x="1010" y="218"/>
                  </a:lnTo>
                  <a:lnTo>
                    <a:pt x="946" y="116"/>
                  </a:lnTo>
                  <a:lnTo>
                    <a:pt x="97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0" name="Google Shape;1068;p78">
              <a:extLst>
                <a:ext uri="{FF2B5EF4-FFF2-40B4-BE49-F238E27FC236}">
                  <a16:creationId xmlns:a16="http://schemas.microsoft.com/office/drawing/2014/main" id="{E97E42F0-CE78-B22A-81D4-A9AAF97325FD}"/>
                </a:ext>
              </a:extLst>
            </p:cNvPr>
            <p:cNvSpPr/>
            <p:nvPr/>
          </p:nvSpPr>
          <p:spPr>
            <a:xfrm>
              <a:off x="6136375" y="2838150"/>
              <a:ext cx="14100" cy="14075"/>
            </a:xfrm>
            <a:custGeom>
              <a:avLst/>
              <a:gdLst/>
              <a:ahLst/>
              <a:cxnLst/>
              <a:rect l="l" t="t" r="r" b="b"/>
              <a:pathLst>
                <a:path w="564" h="563" extrusionOk="0">
                  <a:moveTo>
                    <a:pt x="512" y="0"/>
                  </a:moveTo>
                  <a:lnTo>
                    <a:pt x="333" y="128"/>
                  </a:lnTo>
                  <a:lnTo>
                    <a:pt x="333" y="256"/>
                  </a:lnTo>
                  <a:lnTo>
                    <a:pt x="1" y="563"/>
                  </a:lnTo>
                  <a:lnTo>
                    <a:pt x="116" y="563"/>
                  </a:lnTo>
                  <a:lnTo>
                    <a:pt x="384" y="384"/>
                  </a:lnTo>
                  <a:lnTo>
                    <a:pt x="372" y="281"/>
                  </a:lnTo>
                  <a:lnTo>
                    <a:pt x="563" y="115"/>
                  </a:lnTo>
                  <a:lnTo>
                    <a:pt x="51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069;p78">
              <a:extLst>
                <a:ext uri="{FF2B5EF4-FFF2-40B4-BE49-F238E27FC236}">
                  <a16:creationId xmlns:a16="http://schemas.microsoft.com/office/drawing/2014/main" id="{08D64DBE-4F78-F9AE-A348-9425A2D4CDDB}"/>
                </a:ext>
              </a:extLst>
            </p:cNvPr>
            <p:cNvSpPr/>
            <p:nvPr/>
          </p:nvSpPr>
          <p:spPr>
            <a:xfrm>
              <a:off x="6177275" y="2666575"/>
              <a:ext cx="5150" cy="5450"/>
            </a:xfrm>
            <a:custGeom>
              <a:avLst/>
              <a:gdLst/>
              <a:ahLst/>
              <a:cxnLst/>
              <a:rect l="l" t="t" r="r" b="b"/>
              <a:pathLst>
                <a:path w="206" h="218" extrusionOk="0">
                  <a:moveTo>
                    <a:pt x="142" y="0"/>
                  </a:moveTo>
                  <a:lnTo>
                    <a:pt x="1" y="217"/>
                  </a:lnTo>
                  <a:lnTo>
                    <a:pt x="1" y="217"/>
                  </a:lnTo>
                  <a:lnTo>
                    <a:pt x="129" y="192"/>
                  </a:lnTo>
                  <a:lnTo>
                    <a:pt x="205" y="38"/>
                  </a:lnTo>
                  <a:lnTo>
                    <a:pt x="15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070;p78">
              <a:extLst>
                <a:ext uri="{FF2B5EF4-FFF2-40B4-BE49-F238E27FC236}">
                  <a16:creationId xmlns:a16="http://schemas.microsoft.com/office/drawing/2014/main" id="{58257D4D-FC8A-9362-7BED-C39A8BAB7B13}"/>
                </a:ext>
              </a:extLst>
            </p:cNvPr>
            <p:cNvSpPr/>
            <p:nvPr/>
          </p:nvSpPr>
          <p:spPr>
            <a:xfrm>
              <a:off x="6175700" y="3380675"/>
              <a:ext cx="5775" cy="5150"/>
            </a:xfrm>
            <a:custGeom>
              <a:avLst/>
              <a:gdLst/>
              <a:ahLst/>
              <a:cxnLst/>
              <a:rect l="l" t="t" r="r" b="b"/>
              <a:pathLst>
                <a:path w="231" h="206" extrusionOk="0">
                  <a:moveTo>
                    <a:pt x="0" y="1"/>
                  </a:moveTo>
                  <a:lnTo>
                    <a:pt x="26" y="103"/>
                  </a:lnTo>
                  <a:lnTo>
                    <a:pt x="141" y="205"/>
                  </a:lnTo>
                  <a:lnTo>
                    <a:pt x="230" y="167"/>
                  </a:lnTo>
                  <a:lnTo>
                    <a:pt x="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071;p78">
              <a:extLst>
                <a:ext uri="{FF2B5EF4-FFF2-40B4-BE49-F238E27FC236}">
                  <a16:creationId xmlns:a16="http://schemas.microsoft.com/office/drawing/2014/main" id="{5B3C5735-3E9B-423D-122D-14F38D8123F3}"/>
                </a:ext>
              </a:extLst>
            </p:cNvPr>
            <p:cNvSpPr/>
            <p:nvPr/>
          </p:nvSpPr>
          <p:spPr>
            <a:xfrm>
              <a:off x="6178575" y="2770100"/>
              <a:ext cx="3850" cy="3850"/>
            </a:xfrm>
            <a:custGeom>
              <a:avLst/>
              <a:gdLst/>
              <a:ahLst/>
              <a:cxnLst/>
              <a:rect l="l" t="t" r="r" b="b"/>
              <a:pathLst>
                <a:path w="154" h="154" extrusionOk="0">
                  <a:moveTo>
                    <a:pt x="77" y="0"/>
                  </a:moveTo>
                  <a:lnTo>
                    <a:pt x="0" y="38"/>
                  </a:lnTo>
                  <a:lnTo>
                    <a:pt x="77" y="153"/>
                  </a:lnTo>
                  <a:lnTo>
                    <a:pt x="153" y="77"/>
                  </a:lnTo>
                  <a:lnTo>
                    <a:pt x="7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072;p78">
              <a:extLst>
                <a:ext uri="{FF2B5EF4-FFF2-40B4-BE49-F238E27FC236}">
                  <a16:creationId xmlns:a16="http://schemas.microsoft.com/office/drawing/2014/main" id="{EE923B98-E9C5-EC17-3806-2A547EF8E683}"/>
                </a:ext>
              </a:extLst>
            </p:cNvPr>
            <p:cNvSpPr/>
            <p:nvPr/>
          </p:nvSpPr>
          <p:spPr>
            <a:xfrm>
              <a:off x="6024550" y="3138500"/>
              <a:ext cx="27500" cy="33250"/>
            </a:xfrm>
            <a:custGeom>
              <a:avLst/>
              <a:gdLst/>
              <a:ahLst/>
              <a:cxnLst/>
              <a:rect l="l" t="t" r="r" b="b"/>
              <a:pathLst>
                <a:path w="1100" h="1330" extrusionOk="0">
                  <a:moveTo>
                    <a:pt x="116" y="0"/>
                  </a:moveTo>
                  <a:lnTo>
                    <a:pt x="1" y="153"/>
                  </a:lnTo>
                  <a:lnTo>
                    <a:pt x="231" y="217"/>
                  </a:lnTo>
                  <a:lnTo>
                    <a:pt x="129" y="550"/>
                  </a:lnTo>
                  <a:lnTo>
                    <a:pt x="192" y="767"/>
                  </a:lnTo>
                  <a:lnTo>
                    <a:pt x="90" y="869"/>
                  </a:lnTo>
                  <a:lnTo>
                    <a:pt x="129" y="1048"/>
                  </a:lnTo>
                  <a:lnTo>
                    <a:pt x="129" y="1291"/>
                  </a:lnTo>
                  <a:lnTo>
                    <a:pt x="371" y="1074"/>
                  </a:lnTo>
                  <a:lnTo>
                    <a:pt x="614" y="1048"/>
                  </a:lnTo>
                  <a:lnTo>
                    <a:pt x="614" y="1048"/>
                  </a:lnTo>
                  <a:lnTo>
                    <a:pt x="512" y="1150"/>
                  </a:lnTo>
                  <a:lnTo>
                    <a:pt x="525" y="1329"/>
                  </a:lnTo>
                  <a:lnTo>
                    <a:pt x="704" y="1201"/>
                  </a:lnTo>
                  <a:lnTo>
                    <a:pt x="768" y="1074"/>
                  </a:lnTo>
                  <a:lnTo>
                    <a:pt x="640" y="1022"/>
                  </a:lnTo>
                  <a:lnTo>
                    <a:pt x="755" y="984"/>
                  </a:lnTo>
                  <a:lnTo>
                    <a:pt x="780" y="792"/>
                  </a:lnTo>
                  <a:lnTo>
                    <a:pt x="1062" y="690"/>
                  </a:lnTo>
                  <a:lnTo>
                    <a:pt x="1100" y="537"/>
                  </a:lnTo>
                  <a:lnTo>
                    <a:pt x="1062" y="371"/>
                  </a:lnTo>
                  <a:lnTo>
                    <a:pt x="934" y="473"/>
                  </a:lnTo>
                  <a:lnTo>
                    <a:pt x="832" y="320"/>
                  </a:lnTo>
                  <a:lnTo>
                    <a:pt x="704" y="435"/>
                  </a:lnTo>
                  <a:lnTo>
                    <a:pt x="448" y="179"/>
                  </a:lnTo>
                  <a:lnTo>
                    <a:pt x="282" y="166"/>
                  </a:lnTo>
                  <a:lnTo>
                    <a:pt x="11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073;p78">
              <a:extLst>
                <a:ext uri="{FF2B5EF4-FFF2-40B4-BE49-F238E27FC236}">
                  <a16:creationId xmlns:a16="http://schemas.microsoft.com/office/drawing/2014/main" id="{7C359566-60AE-EB89-EB94-95476CB18FDD}"/>
                </a:ext>
              </a:extLst>
            </p:cNvPr>
            <p:cNvSpPr/>
            <p:nvPr/>
          </p:nvSpPr>
          <p:spPr>
            <a:xfrm>
              <a:off x="6024875" y="3105900"/>
              <a:ext cx="6425" cy="8325"/>
            </a:xfrm>
            <a:custGeom>
              <a:avLst/>
              <a:gdLst/>
              <a:ahLst/>
              <a:cxnLst/>
              <a:rect l="l" t="t" r="r" b="b"/>
              <a:pathLst>
                <a:path w="257" h="333" extrusionOk="0">
                  <a:moveTo>
                    <a:pt x="1" y="0"/>
                  </a:moveTo>
                  <a:lnTo>
                    <a:pt x="1" y="218"/>
                  </a:lnTo>
                  <a:lnTo>
                    <a:pt x="116" y="333"/>
                  </a:lnTo>
                  <a:lnTo>
                    <a:pt x="256" y="167"/>
                  </a:lnTo>
                  <a:lnTo>
                    <a:pt x="11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074;p78">
              <a:extLst>
                <a:ext uri="{FF2B5EF4-FFF2-40B4-BE49-F238E27FC236}">
                  <a16:creationId xmlns:a16="http://schemas.microsoft.com/office/drawing/2014/main" id="{5D6AC875-0A33-7ECB-401B-BB2E5B40E84D}"/>
                </a:ext>
              </a:extLst>
            </p:cNvPr>
            <p:cNvSpPr/>
            <p:nvPr/>
          </p:nvSpPr>
          <p:spPr>
            <a:xfrm>
              <a:off x="5982700" y="3273325"/>
              <a:ext cx="8975" cy="6425"/>
            </a:xfrm>
            <a:custGeom>
              <a:avLst/>
              <a:gdLst/>
              <a:ahLst/>
              <a:cxnLst/>
              <a:rect l="l" t="t" r="r" b="b"/>
              <a:pathLst>
                <a:path w="359" h="257" extrusionOk="0">
                  <a:moveTo>
                    <a:pt x="358" y="0"/>
                  </a:moveTo>
                  <a:lnTo>
                    <a:pt x="0" y="205"/>
                  </a:lnTo>
                  <a:lnTo>
                    <a:pt x="0" y="256"/>
                  </a:lnTo>
                  <a:lnTo>
                    <a:pt x="358" y="141"/>
                  </a:lnTo>
                  <a:lnTo>
                    <a:pt x="35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075;p78">
              <a:extLst>
                <a:ext uri="{FF2B5EF4-FFF2-40B4-BE49-F238E27FC236}">
                  <a16:creationId xmlns:a16="http://schemas.microsoft.com/office/drawing/2014/main" id="{A493EC89-81CF-65F5-B980-698CBAD9526B}"/>
                </a:ext>
              </a:extLst>
            </p:cNvPr>
            <p:cNvSpPr/>
            <p:nvPr/>
          </p:nvSpPr>
          <p:spPr>
            <a:xfrm>
              <a:off x="6035100" y="3128275"/>
              <a:ext cx="7050" cy="5125"/>
            </a:xfrm>
            <a:custGeom>
              <a:avLst/>
              <a:gdLst/>
              <a:ahLst/>
              <a:cxnLst/>
              <a:rect l="l" t="t" r="r" b="b"/>
              <a:pathLst>
                <a:path w="282" h="205" extrusionOk="0">
                  <a:moveTo>
                    <a:pt x="256" y="0"/>
                  </a:moveTo>
                  <a:lnTo>
                    <a:pt x="1" y="26"/>
                  </a:lnTo>
                  <a:lnTo>
                    <a:pt x="231" y="205"/>
                  </a:lnTo>
                  <a:lnTo>
                    <a:pt x="282" y="102"/>
                  </a:lnTo>
                  <a:lnTo>
                    <a:pt x="25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076;p78">
              <a:extLst>
                <a:ext uri="{FF2B5EF4-FFF2-40B4-BE49-F238E27FC236}">
                  <a16:creationId xmlns:a16="http://schemas.microsoft.com/office/drawing/2014/main" id="{4A8923C5-36B5-2D62-E238-F549F42F4398}"/>
                </a:ext>
              </a:extLst>
            </p:cNvPr>
            <p:cNvSpPr/>
            <p:nvPr/>
          </p:nvSpPr>
          <p:spPr>
            <a:xfrm>
              <a:off x="6026800" y="3123800"/>
              <a:ext cx="5450" cy="11200"/>
            </a:xfrm>
            <a:custGeom>
              <a:avLst/>
              <a:gdLst/>
              <a:ahLst/>
              <a:cxnLst/>
              <a:rect l="l" t="t" r="r" b="b"/>
              <a:pathLst>
                <a:path w="218" h="448" extrusionOk="0">
                  <a:moveTo>
                    <a:pt x="217" y="0"/>
                  </a:moveTo>
                  <a:lnTo>
                    <a:pt x="51" y="64"/>
                  </a:lnTo>
                  <a:lnTo>
                    <a:pt x="39" y="77"/>
                  </a:lnTo>
                  <a:lnTo>
                    <a:pt x="39" y="90"/>
                  </a:lnTo>
                  <a:lnTo>
                    <a:pt x="39" y="128"/>
                  </a:lnTo>
                  <a:lnTo>
                    <a:pt x="51" y="179"/>
                  </a:lnTo>
                  <a:lnTo>
                    <a:pt x="0" y="217"/>
                  </a:lnTo>
                  <a:lnTo>
                    <a:pt x="64" y="447"/>
                  </a:lnTo>
                  <a:lnTo>
                    <a:pt x="21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077;p78">
              <a:extLst>
                <a:ext uri="{FF2B5EF4-FFF2-40B4-BE49-F238E27FC236}">
                  <a16:creationId xmlns:a16="http://schemas.microsoft.com/office/drawing/2014/main" id="{DBF4A743-1EBB-8BE2-630C-AFA0301F2D35}"/>
                </a:ext>
              </a:extLst>
            </p:cNvPr>
            <p:cNvSpPr/>
            <p:nvPr/>
          </p:nvSpPr>
          <p:spPr>
            <a:xfrm>
              <a:off x="6051075" y="3126975"/>
              <a:ext cx="18250" cy="16650"/>
            </a:xfrm>
            <a:custGeom>
              <a:avLst/>
              <a:gdLst/>
              <a:ahLst/>
              <a:cxnLst/>
              <a:rect l="l" t="t" r="r" b="b"/>
              <a:pathLst>
                <a:path w="730" h="666" extrusionOk="0">
                  <a:moveTo>
                    <a:pt x="243" y="1"/>
                  </a:moveTo>
                  <a:lnTo>
                    <a:pt x="103" y="193"/>
                  </a:lnTo>
                  <a:lnTo>
                    <a:pt x="128" y="257"/>
                  </a:lnTo>
                  <a:lnTo>
                    <a:pt x="1" y="512"/>
                  </a:lnTo>
                  <a:lnTo>
                    <a:pt x="52" y="512"/>
                  </a:lnTo>
                  <a:lnTo>
                    <a:pt x="295" y="257"/>
                  </a:lnTo>
                  <a:lnTo>
                    <a:pt x="461" y="512"/>
                  </a:lnTo>
                  <a:lnTo>
                    <a:pt x="703" y="666"/>
                  </a:lnTo>
                  <a:lnTo>
                    <a:pt x="729" y="461"/>
                  </a:lnTo>
                  <a:lnTo>
                    <a:pt x="563" y="231"/>
                  </a:lnTo>
                  <a:lnTo>
                    <a:pt x="499" y="231"/>
                  </a:lnTo>
                  <a:lnTo>
                    <a:pt x="24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0" name="Google Shape;1078;p78">
              <a:extLst>
                <a:ext uri="{FF2B5EF4-FFF2-40B4-BE49-F238E27FC236}">
                  <a16:creationId xmlns:a16="http://schemas.microsoft.com/office/drawing/2014/main" id="{BE7A91B7-3C42-9987-BDE3-FA8FB6256B45}"/>
                </a:ext>
              </a:extLst>
            </p:cNvPr>
            <p:cNvSpPr/>
            <p:nvPr/>
          </p:nvSpPr>
          <p:spPr>
            <a:xfrm>
              <a:off x="6064500" y="3175550"/>
              <a:ext cx="16325" cy="11850"/>
            </a:xfrm>
            <a:custGeom>
              <a:avLst/>
              <a:gdLst/>
              <a:ahLst/>
              <a:cxnLst/>
              <a:rect l="l" t="t" r="r" b="b"/>
              <a:pathLst>
                <a:path w="653" h="474" extrusionOk="0">
                  <a:moveTo>
                    <a:pt x="345" y="1"/>
                  </a:moveTo>
                  <a:lnTo>
                    <a:pt x="0" y="307"/>
                  </a:lnTo>
                  <a:lnTo>
                    <a:pt x="77" y="473"/>
                  </a:lnTo>
                  <a:lnTo>
                    <a:pt x="422" y="473"/>
                  </a:lnTo>
                  <a:lnTo>
                    <a:pt x="588" y="358"/>
                  </a:lnTo>
                  <a:lnTo>
                    <a:pt x="652" y="52"/>
                  </a:lnTo>
                  <a:lnTo>
                    <a:pt x="601" y="77"/>
                  </a:lnTo>
                  <a:lnTo>
                    <a:pt x="563" y="90"/>
                  </a:lnTo>
                  <a:lnTo>
                    <a:pt x="524" y="90"/>
                  </a:lnTo>
                  <a:lnTo>
                    <a:pt x="34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1" name="Google Shape;1079;p78">
              <a:extLst>
                <a:ext uri="{FF2B5EF4-FFF2-40B4-BE49-F238E27FC236}">
                  <a16:creationId xmlns:a16="http://schemas.microsoft.com/office/drawing/2014/main" id="{184F4928-CBA4-D5B2-4E3D-D164A2F5DAB4}"/>
                </a:ext>
              </a:extLst>
            </p:cNvPr>
            <p:cNvSpPr/>
            <p:nvPr/>
          </p:nvSpPr>
          <p:spPr>
            <a:xfrm>
              <a:off x="6035750" y="3152875"/>
              <a:ext cx="34200" cy="45375"/>
            </a:xfrm>
            <a:custGeom>
              <a:avLst/>
              <a:gdLst/>
              <a:ahLst/>
              <a:cxnLst/>
              <a:rect l="l" t="t" r="r" b="b"/>
              <a:pathLst>
                <a:path w="1368" h="1815" extrusionOk="0">
                  <a:moveTo>
                    <a:pt x="1368" y="0"/>
                  </a:moveTo>
                  <a:lnTo>
                    <a:pt x="1291" y="38"/>
                  </a:lnTo>
                  <a:lnTo>
                    <a:pt x="1099" y="601"/>
                  </a:lnTo>
                  <a:lnTo>
                    <a:pt x="818" y="1023"/>
                  </a:lnTo>
                  <a:lnTo>
                    <a:pt x="741" y="1585"/>
                  </a:lnTo>
                  <a:lnTo>
                    <a:pt x="588" y="1342"/>
                  </a:lnTo>
                  <a:lnTo>
                    <a:pt x="639" y="1125"/>
                  </a:lnTo>
                  <a:lnTo>
                    <a:pt x="716" y="971"/>
                  </a:lnTo>
                  <a:lnTo>
                    <a:pt x="716" y="754"/>
                  </a:lnTo>
                  <a:lnTo>
                    <a:pt x="959" y="524"/>
                  </a:lnTo>
                  <a:lnTo>
                    <a:pt x="984" y="384"/>
                  </a:lnTo>
                  <a:lnTo>
                    <a:pt x="780" y="205"/>
                  </a:lnTo>
                  <a:lnTo>
                    <a:pt x="665" y="256"/>
                  </a:lnTo>
                  <a:lnTo>
                    <a:pt x="460" y="256"/>
                  </a:lnTo>
                  <a:lnTo>
                    <a:pt x="486" y="524"/>
                  </a:lnTo>
                  <a:lnTo>
                    <a:pt x="384" y="665"/>
                  </a:lnTo>
                  <a:lnTo>
                    <a:pt x="396" y="920"/>
                  </a:lnTo>
                  <a:lnTo>
                    <a:pt x="294" y="1023"/>
                  </a:lnTo>
                  <a:lnTo>
                    <a:pt x="51" y="1061"/>
                  </a:lnTo>
                  <a:lnTo>
                    <a:pt x="0" y="1278"/>
                  </a:lnTo>
                  <a:lnTo>
                    <a:pt x="230" y="1547"/>
                  </a:lnTo>
                  <a:lnTo>
                    <a:pt x="371" y="1598"/>
                  </a:lnTo>
                  <a:lnTo>
                    <a:pt x="409" y="1815"/>
                  </a:lnTo>
                  <a:lnTo>
                    <a:pt x="562" y="1815"/>
                  </a:lnTo>
                  <a:lnTo>
                    <a:pt x="767" y="1726"/>
                  </a:lnTo>
                  <a:lnTo>
                    <a:pt x="780" y="1534"/>
                  </a:lnTo>
                  <a:lnTo>
                    <a:pt x="895" y="1419"/>
                  </a:lnTo>
                  <a:lnTo>
                    <a:pt x="997" y="1163"/>
                  </a:lnTo>
                  <a:lnTo>
                    <a:pt x="1035" y="1023"/>
                  </a:lnTo>
                  <a:lnTo>
                    <a:pt x="1125" y="882"/>
                  </a:lnTo>
                  <a:lnTo>
                    <a:pt x="1240" y="818"/>
                  </a:lnTo>
                  <a:lnTo>
                    <a:pt x="1342" y="665"/>
                  </a:lnTo>
                  <a:lnTo>
                    <a:pt x="136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080;p78">
              <a:extLst>
                <a:ext uri="{FF2B5EF4-FFF2-40B4-BE49-F238E27FC236}">
                  <a16:creationId xmlns:a16="http://schemas.microsoft.com/office/drawing/2014/main" id="{6AE54F46-73B2-9F31-D8AF-726339E7B50A}"/>
                </a:ext>
              </a:extLst>
            </p:cNvPr>
            <p:cNvSpPr/>
            <p:nvPr/>
          </p:nvSpPr>
          <p:spPr>
            <a:xfrm>
              <a:off x="6059375" y="3123800"/>
              <a:ext cx="5475" cy="7050"/>
            </a:xfrm>
            <a:custGeom>
              <a:avLst/>
              <a:gdLst/>
              <a:ahLst/>
              <a:cxnLst/>
              <a:rect l="l" t="t" r="r" b="b"/>
              <a:pathLst>
                <a:path w="219" h="282" extrusionOk="0">
                  <a:moveTo>
                    <a:pt x="39" y="0"/>
                  </a:moveTo>
                  <a:lnTo>
                    <a:pt x="1" y="90"/>
                  </a:lnTo>
                  <a:lnTo>
                    <a:pt x="167" y="281"/>
                  </a:lnTo>
                  <a:lnTo>
                    <a:pt x="218" y="217"/>
                  </a:lnTo>
                  <a:lnTo>
                    <a:pt x="3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3" name="Google Shape;1081;p78">
              <a:extLst>
                <a:ext uri="{FF2B5EF4-FFF2-40B4-BE49-F238E27FC236}">
                  <a16:creationId xmlns:a16="http://schemas.microsoft.com/office/drawing/2014/main" id="{CCD2EF97-EED6-BDA3-D108-D24749BD062B}"/>
                </a:ext>
              </a:extLst>
            </p:cNvPr>
            <p:cNvSpPr/>
            <p:nvPr/>
          </p:nvSpPr>
          <p:spPr>
            <a:xfrm>
              <a:off x="5993875" y="3107175"/>
              <a:ext cx="26550" cy="27175"/>
            </a:xfrm>
            <a:custGeom>
              <a:avLst/>
              <a:gdLst/>
              <a:ahLst/>
              <a:cxnLst/>
              <a:rect l="l" t="t" r="r" b="b"/>
              <a:pathLst>
                <a:path w="1062" h="1087" extrusionOk="0">
                  <a:moveTo>
                    <a:pt x="65" y="1"/>
                  </a:moveTo>
                  <a:lnTo>
                    <a:pt x="1" y="77"/>
                  </a:lnTo>
                  <a:lnTo>
                    <a:pt x="1" y="128"/>
                  </a:lnTo>
                  <a:lnTo>
                    <a:pt x="103" y="64"/>
                  </a:lnTo>
                  <a:lnTo>
                    <a:pt x="154" y="192"/>
                  </a:lnTo>
                  <a:lnTo>
                    <a:pt x="359" y="320"/>
                  </a:lnTo>
                  <a:lnTo>
                    <a:pt x="397" y="678"/>
                  </a:lnTo>
                  <a:lnTo>
                    <a:pt x="423" y="665"/>
                  </a:lnTo>
                  <a:lnTo>
                    <a:pt x="435" y="665"/>
                  </a:lnTo>
                  <a:lnTo>
                    <a:pt x="448" y="678"/>
                  </a:lnTo>
                  <a:lnTo>
                    <a:pt x="525" y="921"/>
                  </a:lnTo>
                  <a:lnTo>
                    <a:pt x="614" y="997"/>
                  </a:lnTo>
                  <a:lnTo>
                    <a:pt x="614" y="1061"/>
                  </a:lnTo>
                  <a:lnTo>
                    <a:pt x="780" y="1087"/>
                  </a:lnTo>
                  <a:lnTo>
                    <a:pt x="857" y="946"/>
                  </a:lnTo>
                  <a:lnTo>
                    <a:pt x="895" y="844"/>
                  </a:lnTo>
                  <a:lnTo>
                    <a:pt x="1062" y="755"/>
                  </a:lnTo>
                  <a:lnTo>
                    <a:pt x="947" y="627"/>
                  </a:lnTo>
                  <a:lnTo>
                    <a:pt x="934" y="307"/>
                  </a:lnTo>
                  <a:lnTo>
                    <a:pt x="704" y="77"/>
                  </a:lnTo>
                  <a:lnTo>
                    <a:pt x="550" y="103"/>
                  </a:lnTo>
                  <a:lnTo>
                    <a:pt x="486" y="1"/>
                  </a:lnTo>
                  <a:lnTo>
                    <a:pt x="282" y="52"/>
                  </a:lnTo>
                  <a:lnTo>
                    <a:pt x="6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082;p78">
              <a:extLst>
                <a:ext uri="{FF2B5EF4-FFF2-40B4-BE49-F238E27FC236}">
                  <a16:creationId xmlns:a16="http://schemas.microsoft.com/office/drawing/2014/main" id="{DE2DD5E2-D89B-58B8-98B7-AAC80D0D832F}"/>
                </a:ext>
              </a:extLst>
            </p:cNvPr>
            <p:cNvSpPr/>
            <p:nvPr/>
          </p:nvSpPr>
          <p:spPr>
            <a:xfrm>
              <a:off x="5996450" y="3498575"/>
              <a:ext cx="2900" cy="13125"/>
            </a:xfrm>
            <a:custGeom>
              <a:avLst/>
              <a:gdLst/>
              <a:ahLst/>
              <a:cxnLst/>
              <a:rect l="l" t="t" r="r" b="b"/>
              <a:pathLst>
                <a:path w="116" h="525" extrusionOk="0">
                  <a:moveTo>
                    <a:pt x="38" y="1"/>
                  </a:moveTo>
                  <a:lnTo>
                    <a:pt x="0" y="320"/>
                  </a:lnTo>
                  <a:lnTo>
                    <a:pt x="77" y="525"/>
                  </a:lnTo>
                  <a:lnTo>
                    <a:pt x="115" y="192"/>
                  </a:lnTo>
                  <a:lnTo>
                    <a:pt x="3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5" name="Google Shape;1083;p78">
              <a:extLst>
                <a:ext uri="{FF2B5EF4-FFF2-40B4-BE49-F238E27FC236}">
                  <a16:creationId xmlns:a16="http://schemas.microsoft.com/office/drawing/2014/main" id="{0C7B52A5-CA49-15E8-E861-1115CE9E7108}"/>
                </a:ext>
              </a:extLst>
            </p:cNvPr>
            <p:cNvSpPr/>
            <p:nvPr/>
          </p:nvSpPr>
          <p:spPr>
            <a:xfrm>
              <a:off x="6023600" y="3483575"/>
              <a:ext cx="5775" cy="9275"/>
            </a:xfrm>
            <a:custGeom>
              <a:avLst/>
              <a:gdLst/>
              <a:ahLst/>
              <a:cxnLst/>
              <a:rect l="l" t="t" r="r" b="b"/>
              <a:pathLst>
                <a:path w="231" h="371" extrusionOk="0">
                  <a:moveTo>
                    <a:pt x="103" y="0"/>
                  </a:moveTo>
                  <a:lnTo>
                    <a:pt x="0" y="128"/>
                  </a:lnTo>
                  <a:lnTo>
                    <a:pt x="90" y="268"/>
                  </a:lnTo>
                  <a:lnTo>
                    <a:pt x="205" y="371"/>
                  </a:lnTo>
                  <a:lnTo>
                    <a:pt x="230" y="294"/>
                  </a:lnTo>
                  <a:lnTo>
                    <a:pt x="230" y="128"/>
                  </a:lnTo>
                  <a:lnTo>
                    <a:pt x="10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6" name="Google Shape;1084;p78">
              <a:extLst>
                <a:ext uri="{FF2B5EF4-FFF2-40B4-BE49-F238E27FC236}">
                  <a16:creationId xmlns:a16="http://schemas.microsoft.com/office/drawing/2014/main" id="{FBB730DC-08E8-9AFD-0C15-63A6AF9AEA91}"/>
                </a:ext>
              </a:extLst>
            </p:cNvPr>
            <p:cNvSpPr/>
            <p:nvPr/>
          </p:nvSpPr>
          <p:spPr>
            <a:xfrm>
              <a:off x="5985250" y="3138500"/>
              <a:ext cx="4175" cy="6725"/>
            </a:xfrm>
            <a:custGeom>
              <a:avLst/>
              <a:gdLst/>
              <a:ahLst/>
              <a:cxnLst/>
              <a:rect l="l" t="t" r="r" b="b"/>
              <a:pathLst>
                <a:path w="167" h="269" extrusionOk="0">
                  <a:moveTo>
                    <a:pt x="39" y="0"/>
                  </a:moveTo>
                  <a:lnTo>
                    <a:pt x="1" y="26"/>
                  </a:lnTo>
                  <a:lnTo>
                    <a:pt x="65" y="268"/>
                  </a:lnTo>
                  <a:lnTo>
                    <a:pt x="116" y="217"/>
                  </a:lnTo>
                  <a:lnTo>
                    <a:pt x="167" y="153"/>
                  </a:lnTo>
                  <a:lnTo>
                    <a:pt x="103" y="77"/>
                  </a:lnTo>
                  <a:lnTo>
                    <a:pt x="3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085;p78">
              <a:extLst>
                <a:ext uri="{FF2B5EF4-FFF2-40B4-BE49-F238E27FC236}">
                  <a16:creationId xmlns:a16="http://schemas.microsoft.com/office/drawing/2014/main" id="{B639F818-8FB7-DCE3-FBBC-1F0CDE1980C1}"/>
                </a:ext>
              </a:extLst>
            </p:cNvPr>
            <p:cNvSpPr/>
            <p:nvPr/>
          </p:nvSpPr>
          <p:spPr>
            <a:xfrm>
              <a:off x="6020400" y="3388350"/>
              <a:ext cx="10900" cy="4825"/>
            </a:xfrm>
            <a:custGeom>
              <a:avLst/>
              <a:gdLst/>
              <a:ahLst/>
              <a:cxnLst/>
              <a:rect l="l" t="t" r="r" b="b"/>
              <a:pathLst>
                <a:path w="436" h="193" extrusionOk="0">
                  <a:moveTo>
                    <a:pt x="231" y="0"/>
                  </a:moveTo>
                  <a:lnTo>
                    <a:pt x="205" y="39"/>
                  </a:lnTo>
                  <a:lnTo>
                    <a:pt x="192" y="64"/>
                  </a:lnTo>
                  <a:lnTo>
                    <a:pt x="77" y="64"/>
                  </a:lnTo>
                  <a:lnTo>
                    <a:pt x="1" y="192"/>
                  </a:lnTo>
                  <a:lnTo>
                    <a:pt x="65" y="192"/>
                  </a:lnTo>
                  <a:lnTo>
                    <a:pt x="90" y="115"/>
                  </a:lnTo>
                  <a:lnTo>
                    <a:pt x="218" y="167"/>
                  </a:lnTo>
                  <a:lnTo>
                    <a:pt x="218" y="52"/>
                  </a:lnTo>
                  <a:lnTo>
                    <a:pt x="410" y="77"/>
                  </a:lnTo>
                  <a:lnTo>
                    <a:pt x="43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086;p78">
              <a:extLst>
                <a:ext uri="{FF2B5EF4-FFF2-40B4-BE49-F238E27FC236}">
                  <a16:creationId xmlns:a16="http://schemas.microsoft.com/office/drawing/2014/main" id="{0D5DA039-75E8-480B-D7A0-71EFD4F93A2B}"/>
                </a:ext>
              </a:extLst>
            </p:cNvPr>
            <p:cNvSpPr/>
            <p:nvPr/>
          </p:nvSpPr>
          <p:spPr>
            <a:xfrm>
              <a:off x="5999325" y="3522875"/>
              <a:ext cx="4175" cy="3200"/>
            </a:xfrm>
            <a:custGeom>
              <a:avLst/>
              <a:gdLst/>
              <a:ahLst/>
              <a:cxnLst/>
              <a:rect l="l" t="t" r="r" b="b"/>
              <a:pathLst>
                <a:path w="167" h="128" extrusionOk="0">
                  <a:moveTo>
                    <a:pt x="51" y="0"/>
                  </a:moveTo>
                  <a:lnTo>
                    <a:pt x="0" y="128"/>
                  </a:lnTo>
                  <a:lnTo>
                    <a:pt x="166" y="128"/>
                  </a:lnTo>
                  <a:lnTo>
                    <a:pt x="166" y="64"/>
                  </a:lnTo>
                  <a:lnTo>
                    <a:pt x="5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087;p78">
              <a:extLst>
                <a:ext uri="{FF2B5EF4-FFF2-40B4-BE49-F238E27FC236}">
                  <a16:creationId xmlns:a16="http://schemas.microsoft.com/office/drawing/2014/main" id="{18883E6E-B1A9-BA54-C0F7-A7A193D68E33}"/>
                </a:ext>
              </a:extLst>
            </p:cNvPr>
            <p:cNvSpPr/>
            <p:nvPr/>
          </p:nvSpPr>
          <p:spPr>
            <a:xfrm>
              <a:off x="5974400" y="3552575"/>
              <a:ext cx="4800" cy="6750"/>
            </a:xfrm>
            <a:custGeom>
              <a:avLst/>
              <a:gdLst/>
              <a:ahLst/>
              <a:cxnLst/>
              <a:rect l="l" t="t" r="r" b="b"/>
              <a:pathLst>
                <a:path w="192" h="270" extrusionOk="0">
                  <a:moveTo>
                    <a:pt x="64" y="1"/>
                  </a:moveTo>
                  <a:lnTo>
                    <a:pt x="0" y="77"/>
                  </a:lnTo>
                  <a:lnTo>
                    <a:pt x="64" y="180"/>
                  </a:lnTo>
                  <a:lnTo>
                    <a:pt x="26" y="256"/>
                  </a:lnTo>
                  <a:lnTo>
                    <a:pt x="154" y="269"/>
                  </a:lnTo>
                  <a:lnTo>
                    <a:pt x="77" y="192"/>
                  </a:lnTo>
                  <a:lnTo>
                    <a:pt x="192" y="77"/>
                  </a:lnTo>
                  <a:lnTo>
                    <a:pt x="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088;p78">
              <a:extLst>
                <a:ext uri="{FF2B5EF4-FFF2-40B4-BE49-F238E27FC236}">
                  <a16:creationId xmlns:a16="http://schemas.microsoft.com/office/drawing/2014/main" id="{87235E78-A748-7B1A-E92D-426151912224}"/>
                </a:ext>
              </a:extLst>
            </p:cNvPr>
            <p:cNvSpPr/>
            <p:nvPr/>
          </p:nvSpPr>
          <p:spPr>
            <a:xfrm>
              <a:off x="5985250" y="3130825"/>
              <a:ext cx="9625" cy="11200"/>
            </a:xfrm>
            <a:custGeom>
              <a:avLst/>
              <a:gdLst/>
              <a:ahLst/>
              <a:cxnLst/>
              <a:rect l="l" t="t" r="r" b="b"/>
              <a:pathLst>
                <a:path w="385" h="448" extrusionOk="0">
                  <a:moveTo>
                    <a:pt x="26" y="0"/>
                  </a:moveTo>
                  <a:lnTo>
                    <a:pt x="1" y="166"/>
                  </a:lnTo>
                  <a:lnTo>
                    <a:pt x="167" y="333"/>
                  </a:lnTo>
                  <a:lnTo>
                    <a:pt x="205" y="307"/>
                  </a:lnTo>
                  <a:lnTo>
                    <a:pt x="231" y="230"/>
                  </a:lnTo>
                  <a:lnTo>
                    <a:pt x="269" y="333"/>
                  </a:lnTo>
                  <a:lnTo>
                    <a:pt x="295" y="448"/>
                  </a:lnTo>
                  <a:lnTo>
                    <a:pt x="384" y="281"/>
                  </a:lnTo>
                  <a:lnTo>
                    <a:pt x="320" y="154"/>
                  </a:lnTo>
                  <a:lnTo>
                    <a:pt x="256" y="205"/>
                  </a:lnTo>
                  <a:lnTo>
                    <a:pt x="167" y="192"/>
                  </a:lnTo>
                  <a:lnTo>
                    <a:pt x="2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089;p78">
              <a:extLst>
                <a:ext uri="{FF2B5EF4-FFF2-40B4-BE49-F238E27FC236}">
                  <a16:creationId xmlns:a16="http://schemas.microsoft.com/office/drawing/2014/main" id="{E89DF5F0-8514-B3AA-5CDB-1D6260104771}"/>
                </a:ext>
              </a:extLst>
            </p:cNvPr>
            <p:cNvSpPr/>
            <p:nvPr/>
          </p:nvSpPr>
          <p:spPr>
            <a:xfrm>
              <a:off x="6005075" y="3258300"/>
              <a:ext cx="11850" cy="5450"/>
            </a:xfrm>
            <a:custGeom>
              <a:avLst/>
              <a:gdLst/>
              <a:ahLst/>
              <a:cxnLst/>
              <a:rect l="l" t="t" r="r" b="b"/>
              <a:pathLst>
                <a:path w="474" h="218" extrusionOk="0">
                  <a:moveTo>
                    <a:pt x="141" y="1"/>
                  </a:moveTo>
                  <a:lnTo>
                    <a:pt x="0" y="77"/>
                  </a:lnTo>
                  <a:lnTo>
                    <a:pt x="26" y="154"/>
                  </a:lnTo>
                  <a:lnTo>
                    <a:pt x="256" y="103"/>
                  </a:lnTo>
                  <a:lnTo>
                    <a:pt x="332" y="218"/>
                  </a:lnTo>
                  <a:lnTo>
                    <a:pt x="460" y="167"/>
                  </a:lnTo>
                  <a:lnTo>
                    <a:pt x="473" y="103"/>
                  </a:lnTo>
                  <a:lnTo>
                    <a:pt x="320" y="39"/>
                  </a:lnTo>
                  <a:lnTo>
                    <a:pt x="294" y="103"/>
                  </a:lnTo>
                  <a:lnTo>
                    <a:pt x="256" y="26"/>
                  </a:lnTo>
                  <a:lnTo>
                    <a:pt x="14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090;p78">
              <a:extLst>
                <a:ext uri="{FF2B5EF4-FFF2-40B4-BE49-F238E27FC236}">
                  <a16:creationId xmlns:a16="http://schemas.microsoft.com/office/drawing/2014/main" id="{E4F5942A-957B-90EC-D26B-CA22FC26CD76}"/>
                </a:ext>
              </a:extLst>
            </p:cNvPr>
            <p:cNvSpPr/>
            <p:nvPr/>
          </p:nvSpPr>
          <p:spPr>
            <a:xfrm>
              <a:off x="5962900" y="3346175"/>
              <a:ext cx="131325" cy="151800"/>
            </a:xfrm>
            <a:custGeom>
              <a:avLst/>
              <a:gdLst/>
              <a:ahLst/>
              <a:cxnLst/>
              <a:rect l="l" t="t" r="r" b="b"/>
              <a:pathLst>
                <a:path w="5253" h="6072" extrusionOk="0">
                  <a:moveTo>
                    <a:pt x="5023" y="0"/>
                  </a:moveTo>
                  <a:lnTo>
                    <a:pt x="4844" y="154"/>
                  </a:lnTo>
                  <a:lnTo>
                    <a:pt x="4831" y="243"/>
                  </a:lnTo>
                  <a:lnTo>
                    <a:pt x="4652" y="282"/>
                  </a:lnTo>
                  <a:lnTo>
                    <a:pt x="4639" y="397"/>
                  </a:lnTo>
                  <a:lnTo>
                    <a:pt x="4691" y="460"/>
                  </a:lnTo>
                  <a:lnTo>
                    <a:pt x="4499" y="473"/>
                  </a:lnTo>
                  <a:lnTo>
                    <a:pt x="4486" y="576"/>
                  </a:lnTo>
                  <a:lnTo>
                    <a:pt x="4077" y="767"/>
                  </a:lnTo>
                  <a:lnTo>
                    <a:pt x="3438" y="601"/>
                  </a:lnTo>
                  <a:lnTo>
                    <a:pt x="3259" y="729"/>
                  </a:lnTo>
                  <a:lnTo>
                    <a:pt x="3067" y="588"/>
                  </a:lnTo>
                  <a:lnTo>
                    <a:pt x="2684" y="550"/>
                  </a:lnTo>
                  <a:lnTo>
                    <a:pt x="2569" y="601"/>
                  </a:lnTo>
                  <a:lnTo>
                    <a:pt x="2505" y="499"/>
                  </a:lnTo>
                  <a:lnTo>
                    <a:pt x="2224" y="576"/>
                  </a:lnTo>
                  <a:lnTo>
                    <a:pt x="2109" y="435"/>
                  </a:lnTo>
                  <a:lnTo>
                    <a:pt x="2160" y="384"/>
                  </a:lnTo>
                  <a:lnTo>
                    <a:pt x="2160" y="384"/>
                  </a:lnTo>
                  <a:lnTo>
                    <a:pt x="1968" y="435"/>
                  </a:lnTo>
                  <a:lnTo>
                    <a:pt x="1866" y="333"/>
                  </a:lnTo>
                  <a:lnTo>
                    <a:pt x="1700" y="333"/>
                  </a:lnTo>
                  <a:lnTo>
                    <a:pt x="1623" y="601"/>
                  </a:lnTo>
                  <a:lnTo>
                    <a:pt x="1534" y="627"/>
                  </a:lnTo>
                  <a:lnTo>
                    <a:pt x="1470" y="780"/>
                  </a:lnTo>
                  <a:lnTo>
                    <a:pt x="1278" y="742"/>
                  </a:lnTo>
                  <a:lnTo>
                    <a:pt x="1304" y="601"/>
                  </a:lnTo>
                  <a:lnTo>
                    <a:pt x="1176" y="627"/>
                  </a:lnTo>
                  <a:lnTo>
                    <a:pt x="1176" y="754"/>
                  </a:lnTo>
                  <a:lnTo>
                    <a:pt x="1061" y="831"/>
                  </a:lnTo>
                  <a:lnTo>
                    <a:pt x="1023" y="997"/>
                  </a:lnTo>
                  <a:lnTo>
                    <a:pt x="869" y="1036"/>
                  </a:lnTo>
                  <a:lnTo>
                    <a:pt x="792" y="1304"/>
                  </a:lnTo>
                  <a:lnTo>
                    <a:pt x="869" y="1355"/>
                  </a:lnTo>
                  <a:lnTo>
                    <a:pt x="831" y="1483"/>
                  </a:lnTo>
                  <a:lnTo>
                    <a:pt x="703" y="1406"/>
                  </a:lnTo>
                  <a:lnTo>
                    <a:pt x="703" y="1483"/>
                  </a:lnTo>
                  <a:lnTo>
                    <a:pt x="831" y="1534"/>
                  </a:lnTo>
                  <a:lnTo>
                    <a:pt x="818" y="1841"/>
                  </a:lnTo>
                  <a:lnTo>
                    <a:pt x="869" y="2045"/>
                  </a:lnTo>
                  <a:lnTo>
                    <a:pt x="703" y="1969"/>
                  </a:lnTo>
                  <a:lnTo>
                    <a:pt x="460" y="2416"/>
                  </a:lnTo>
                  <a:lnTo>
                    <a:pt x="460" y="2927"/>
                  </a:lnTo>
                  <a:lnTo>
                    <a:pt x="511" y="2978"/>
                  </a:lnTo>
                  <a:lnTo>
                    <a:pt x="345" y="3068"/>
                  </a:lnTo>
                  <a:lnTo>
                    <a:pt x="256" y="3362"/>
                  </a:lnTo>
                  <a:lnTo>
                    <a:pt x="307" y="3387"/>
                  </a:lnTo>
                  <a:lnTo>
                    <a:pt x="90" y="3528"/>
                  </a:lnTo>
                  <a:lnTo>
                    <a:pt x="0" y="3528"/>
                  </a:lnTo>
                  <a:lnTo>
                    <a:pt x="0" y="3681"/>
                  </a:lnTo>
                  <a:lnTo>
                    <a:pt x="102" y="3732"/>
                  </a:lnTo>
                  <a:lnTo>
                    <a:pt x="0" y="3924"/>
                  </a:lnTo>
                  <a:lnTo>
                    <a:pt x="64" y="4269"/>
                  </a:lnTo>
                  <a:lnTo>
                    <a:pt x="332" y="4269"/>
                  </a:lnTo>
                  <a:lnTo>
                    <a:pt x="396" y="4192"/>
                  </a:lnTo>
                  <a:lnTo>
                    <a:pt x="588" y="4269"/>
                  </a:lnTo>
                  <a:lnTo>
                    <a:pt x="511" y="4384"/>
                  </a:lnTo>
                  <a:lnTo>
                    <a:pt x="639" y="4640"/>
                  </a:lnTo>
                  <a:lnTo>
                    <a:pt x="652" y="4742"/>
                  </a:lnTo>
                  <a:lnTo>
                    <a:pt x="652" y="4921"/>
                  </a:lnTo>
                  <a:lnTo>
                    <a:pt x="639" y="5164"/>
                  </a:lnTo>
                  <a:lnTo>
                    <a:pt x="550" y="5240"/>
                  </a:lnTo>
                  <a:lnTo>
                    <a:pt x="626" y="5343"/>
                  </a:lnTo>
                  <a:lnTo>
                    <a:pt x="435" y="5764"/>
                  </a:lnTo>
                  <a:lnTo>
                    <a:pt x="780" y="6071"/>
                  </a:lnTo>
                  <a:lnTo>
                    <a:pt x="946" y="5892"/>
                  </a:lnTo>
                  <a:lnTo>
                    <a:pt x="1112" y="5905"/>
                  </a:lnTo>
                  <a:lnTo>
                    <a:pt x="1329" y="5867"/>
                  </a:lnTo>
                  <a:lnTo>
                    <a:pt x="1393" y="5982"/>
                  </a:lnTo>
                  <a:lnTo>
                    <a:pt x="1253" y="5496"/>
                  </a:lnTo>
                  <a:lnTo>
                    <a:pt x="1240" y="5368"/>
                  </a:lnTo>
                  <a:lnTo>
                    <a:pt x="1317" y="5317"/>
                  </a:lnTo>
                  <a:lnTo>
                    <a:pt x="1368" y="5164"/>
                  </a:lnTo>
                  <a:lnTo>
                    <a:pt x="1278" y="5100"/>
                  </a:lnTo>
                  <a:lnTo>
                    <a:pt x="1265" y="4499"/>
                  </a:lnTo>
                  <a:lnTo>
                    <a:pt x="1317" y="4474"/>
                  </a:lnTo>
                  <a:lnTo>
                    <a:pt x="1342" y="4013"/>
                  </a:lnTo>
                  <a:lnTo>
                    <a:pt x="1112" y="3822"/>
                  </a:lnTo>
                  <a:lnTo>
                    <a:pt x="1662" y="3528"/>
                  </a:lnTo>
                  <a:lnTo>
                    <a:pt x="1866" y="3617"/>
                  </a:lnTo>
                  <a:lnTo>
                    <a:pt x="1802" y="3707"/>
                  </a:lnTo>
                  <a:lnTo>
                    <a:pt x="1866" y="3796"/>
                  </a:lnTo>
                  <a:lnTo>
                    <a:pt x="1866" y="3988"/>
                  </a:lnTo>
                  <a:lnTo>
                    <a:pt x="1649" y="4231"/>
                  </a:lnTo>
                  <a:lnTo>
                    <a:pt x="2032" y="4563"/>
                  </a:lnTo>
                  <a:lnTo>
                    <a:pt x="2096" y="4538"/>
                  </a:lnTo>
                  <a:lnTo>
                    <a:pt x="2122" y="4614"/>
                  </a:lnTo>
                  <a:lnTo>
                    <a:pt x="2288" y="4665"/>
                  </a:lnTo>
                  <a:lnTo>
                    <a:pt x="2288" y="4806"/>
                  </a:lnTo>
                  <a:lnTo>
                    <a:pt x="2237" y="4844"/>
                  </a:lnTo>
                  <a:lnTo>
                    <a:pt x="2211" y="4972"/>
                  </a:lnTo>
                  <a:lnTo>
                    <a:pt x="2173" y="5138"/>
                  </a:lnTo>
                  <a:lnTo>
                    <a:pt x="2198" y="5177"/>
                  </a:lnTo>
                  <a:lnTo>
                    <a:pt x="2249" y="5240"/>
                  </a:lnTo>
                  <a:lnTo>
                    <a:pt x="2313" y="5330"/>
                  </a:lnTo>
                  <a:lnTo>
                    <a:pt x="2671" y="5317"/>
                  </a:lnTo>
                  <a:lnTo>
                    <a:pt x="2607" y="5100"/>
                  </a:lnTo>
                  <a:lnTo>
                    <a:pt x="3093" y="4985"/>
                  </a:lnTo>
                  <a:lnTo>
                    <a:pt x="3208" y="5049"/>
                  </a:lnTo>
                  <a:lnTo>
                    <a:pt x="3310" y="4946"/>
                  </a:lnTo>
                  <a:lnTo>
                    <a:pt x="3310" y="4729"/>
                  </a:lnTo>
                  <a:lnTo>
                    <a:pt x="3170" y="4729"/>
                  </a:lnTo>
                  <a:lnTo>
                    <a:pt x="3067" y="4538"/>
                  </a:lnTo>
                  <a:lnTo>
                    <a:pt x="2927" y="4422"/>
                  </a:lnTo>
                  <a:lnTo>
                    <a:pt x="2735" y="4333"/>
                  </a:lnTo>
                  <a:lnTo>
                    <a:pt x="2850" y="4282"/>
                  </a:lnTo>
                  <a:lnTo>
                    <a:pt x="2812" y="4141"/>
                  </a:lnTo>
                  <a:lnTo>
                    <a:pt x="2812" y="4141"/>
                  </a:lnTo>
                  <a:lnTo>
                    <a:pt x="3004" y="4295"/>
                  </a:lnTo>
                  <a:lnTo>
                    <a:pt x="3004" y="4192"/>
                  </a:lnTo>
                  <a:lnTo>
                    <a:pt x="2850" y="4065"/>
                  </a:lnTo>
                  <a:lnTo>
                    <a:pt x="2978" y="4026"/>
                  </a:lnTo>
                  <a:lnTo>
                    <a:pt x="2991" y="3911"/>
                  </a:lnTo>
                  <a:lnTo>
                    <a:pt x="2825" y="3873"/>
                  </a:lnTo>
                  <a:lnTo>
                    <a:pt x="2850" y="3822"/>
                  </a:lnTo>
                  <a:lnTo>
                    <a:pt x="2863" y="3783"/>
                  </a:lnTo>
                  <a:lnTo>
                    <a:pt x="2876" y="3758"/>
                  </a:lnTo>
                  <a:lnTo>
                    <a:pt x="2825" y="3720"/>
                  </a:lnTo>
                  <a:lnTo>
                    <a:pt x="2748" y="3681"/>
                  </a:lnTo>
                  <a:lnTo>
                    <a:pt x="2633" y="3617"/>
                  </a:lnTo>
                  <a:lnTo>
                    <a:pt x="2607" y="3451"/>
                  </a:lnTo>
                  <a:lnTo>
                    <a:pt x="2416" y="3157"/>
                  </a:lnTo>
                  <a:lnTo>
                    <a:pt x="2198" y="3144"/>
                  </a:lnTo>
                  <a:lnTo>
                    <a:pt x="2096" y="3004"/>
                  </a:lnTo>
                  <a:lnTo>
                    <a:pt x="2083" y="2850"/>
                  </a:lnTo>
                  <a:lnTo>
                    <a:pt x="2224" y="3004"/>
                  </a:lnTo>
                  <a:lnTo>
                    <a:pt x="2377" y="2940"/>
                  </a:lnTo>
                  <a:lnTo>
                    <a:pt x="2492" y="2774"/>
                  </a:lnTo>
                  <a:lnTo>
                    <a:pt x="2901" y="2659"/>
                  </a:lnTo>
                  <a:lnTo>
                    <a:pt x="3221" y="2160"/>
                  </a:lnTo>
                  <a:lnTo>
                    <a:pt x="3464" y="2148"/>
                  </a:lnTo>
                  <a:lnTo>
                    <a:pt x="3643" y="2263"/>
                  </a:lnTo>
                  <a:lnTo>
                    <a:pt x="3809" y="2033"/>
                  </a:lnTo>
                  <a:lnTo>
                    <a:pt x="3604" y="1866"/>
                  </a:lnTo>
                  <a:lnTo>
                    <a:pt x="3208" y="1905"/>
                  </a:lnTo>
                  <a:lnTo>
                    <a:pt x="3349" y="2020"/>
                  </a:lnTo>
                  <a:lnTo>
                    <a:pt x="3131" y="2033"/>
                  </a:lnTo>
                  <a:lnTo>
                    <a:pt x="2646" y="2033"/>
                  </a:lnTo>
                  <a:lnTo>
                    <a:pt x="2671" y="2160"/>
                  </a:lnTo>
                  <a:lnTo>
                    <a:pt x="2390" y="2160"/>
                  </a:lnTo>
                  <a:lnTo>
                    <a:pt x="2288" y="2045"/>
                  </a:lnTo>
                  <a:lnTo>
                    <a:pt x="1994" y="2301"/>
                  </a:lnTo>
                  <a:lnTo>
                    <a:pt x="1956" y="2518"/>
                  </a:lnTo>
                  <a:lnTo>
                    <a:pt x="1534" y="2518"/>
                  </a:lnTo>
                  <a:lnTo>
                    <a:pt x="1419" y="2160"/>
                  </a:lnTo>
                  <a:lnTo>
                    <a:pt x="1214" y="2109"/>
                  </a:lnTo>
                  <a:lnTo>
                    <a:pt x="1010" y="1802"/>
                  </a:lnTo>
                  <a:lnTo>
                    <a:pt x="1061" y="1304"/>
                  </a:lnTo>
                  <a:lnTo>
                    <a:pt x="1444" y="959"/>
                  </a:lnTo>
                  <a:lnTo>
                    <a:pt x="1751" y="1061"/>
                  </a:lnTo>
                  <a:lnTo>
                    <a:pt x="1956" y="1074"/>
                  </a:lnTo>
                  <a:lnTo>
                    <a:pt x="2147" y="1036"/>
                  </a:lnTo>
                  <a:lnTo>
                    <a:pt x="2416" y="1087"/>
                  </a:lnTo>
                  <a:lnTo>
                    <a:pt x="2671" y="1036"/>
                  </a:lnTo>
                  <a:lnTo>
                    <a:pt x="3515" y="997"/>
                  </a:lnTo>
                  <a:lnTo>
                    <a:pt x="3655" y="1151"/>
                  </a:lnTo>
                  <a:lnTo>
                    <a:pt x="3809" y="1176"/>
                  </a:lnTo>
                  <a:lnTo>
                    <a:pt x="3937" y="1215"/>
                  </a:lnTo>
                  <a:lnTo>
                    <a:pt x="4601" y="1061"/>
                  </a:lnTo>
                  <a:lnTo>
                    <a:pt x="4755" y="754"/>
                  </a:lnTo>
                  <a:lnTo>
                    <a:pt x="4946" y="665"/>
                  </a:lnTo>
                  <a:lnTo>
                    <a:pt x="5138" y="282"/>
                  </a:lnTo>
                  <a:lnTo>
                    <a:pt x="5215" y="282"/>
                  </a:lnTo>
                  <a:lnTo>
                    <a:pt x="5253" y="192"/>
                  </a:lnTo>
                  <a:lnTo>
                    <a:pt x="5176" y="167"/>
                  </a:lnTo>
                  <a:lnTo>
                    <a:pt x="5151" y="39"/>
                  </a:lnTo>
                  <a:lnTo>
                    <a:pt x="502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091;p78">
              <a:extLst>
                <a:ext uri="{FF2B5EF4-FFF2-40B4-BE49-F238E27FC236}">
                  <a16:creationId xmlns:a16="http://schemas.microsoft.com/office/drawing/2014/main" id="{4A00CD15-0C90-707B-0C4F-770E68846C00}"/>
                </a:ext>
              </a:extLst>
            </p:cNvPr>
            <p:cNvSpPr/>
            <p:nvPr/>
          </p:nvSpPr>
          <p:spPr>
            <a:xfrm>
              <a:off x="6136700" y="3404975"/>
              <a:ext cx="16325" cy="12475"/>
            </a:xfrm>
            <a:custGeom>
              <a:avLst/>
              <a:gdLst/>
              <a:ahLst/>
              <a:cxnLst/>
              <a:rect l="l" t="t" r="r" b="b"/>
              <a:pathLst>
                <a:path w="653" h="499" extrusionOk="0">
                  <a:moveTo>
                    <a:pt x="154" y="0"/>
                  </a:moveTo>
                  <a:lnTo>
                    <a:pt x="77" y="13"/>
                  </a:lnTo>
                  <a:lnTo>
                    <a:pt x="52" y="13"/>
                  </a:lnTo>
                  <a:lnTo>
                    <a:pt x="39" y="26"/>
                  </a:lnTo>
                  <a:lnTo>
                    <a:pt x="52" y="38"/>
                  </a:lnTo>
                  <a:lnTo>
                    <a:pt x="65" y="51"/>
                  </a:lnTo>
                  <a:lnTo>
                    <a:pt x="103" y="77"/>
                  </a:lnTo>
                  <a:lnTo>
                    <a:pt x="154" y="102"/>
                  </a:lnTo>
                  <a:lnTo>
                    <a:pt x="231" y="77"/>
                  </a:lnTo>
                  <a:lnTo>
                    <a:pt x="231" y="77"/>
                  </a:lnTo>
                  <a:lnTo>
                    <a:pt x="192" y="141"/>
                  </a:lnTo>
                  <a:lnTo>
                    <a:pt x="1" y="243"/>
                  </a:lnTo>
                  <a:lnTo>
                    <a:pt x="14" y="422"/>
                  </a:lnTo>
                  <a:lnTo>
                    <a:pt x="26" y="435"/>
                  </a:lnTo>
                  <a:lnTo>
                    <a:pt x="65" y="460"/>
                  </a:lnTo>
                  <a:lnTo>
                    <a:pt x="129" y="498"/>
                  </a:lnTo>
                  <a:lnTo>
                    <a:pt x="282" y="422"/>
                  </a:lnTo>
                  <a:lnTo>
                    <a:pt x="627" y="447"/>
                  </a:lnTo>
                  <a:lnTo>
                    <a:pt x="653" y="332"/>
                  </a:lnTo>
                  <a:lnTo>
                    <a:pt x="218" y="141"/>
                  </a:lnTo>
                  <a:lnTo>
                    <a:pt x="282" y="77"/>
                  </a:lnTo>
                  <a:lnTo>
                    <a:pt x="269" y="13"/>
                  </a:lnTo>
                  <a:lnTo>
                    <a:pt x="15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092;p78">
              <a:extLst>
                <a:ext uri="{FF2B5EF4-FFF2-40B4-BE49-F238E27FC236}">
                  <a16:creationId xmlns:a16="http://schemas.microsoft.com/office/drawing/2014/main" id="{B9A15A9B-AC55-3327-25E5-D0A67B040D50}"/>
                </a:ext>
              </a:extLst>
            </p:cNvPr>
            <p:cNvSpPr/>
            <p:nvPr/>
          </p:nvSpPr>
          <p:spPr>
            <a:xfrm>
              <a:off x="5668925" y="3378125"/>
              <a:ext cx="16650" cy="16325"/>
            </a:xfrm>
            <a:custGeom>
              <a:avLst/>
              <a:gdLst/>
              <a:ahLst/>
              <a:cxnLst/>
              <a:rect l="l" t="t" r="r" b="b"/>
              <a:pathLst>
                <a:path w="666" h="653" extrusionOk="0">
                  <a:moveTo>
                    <a:pt x="141" y="0"/>
                  </a:moveTo>
                  <a:lnTo>
                    <a:pt x="257" y="154"/>
                  </a:lnTo>
                  <a:lnTo>
                    <a:pt x="141" y="307"/>
                  </a:lnTo>
                  <a:lnTo>
                    <a:pt x="205" y="371"/>
                  </a:lnTo>
                  <a:lnTo>
                    <a:pt x="1" y="473"/>
                  </a:lnTo>
                  <a:lnTo>
                    <a:pt x="129" y="652"/>
                  </a:lnTo>
                  <a:lnTo>
                    <a:pt x="346" y="588"/>
                  </a:lnTo>
                  <a:lnTo>
                    <a:pt x="180" y="422"/>
                  </a:lnTo>
                  <a:lnTo>
                    <a:pt x="359" y="282"/>
                  </a:lnTo>
                  <a:lnTo>
                    <a:pt x="602" y="422"/>
                  </a:lnTo>
                  <a:lnTo>
                    <a:pt x="665" y="346"/>
                  </a:lnTo>
                  <a:lnTo>
                    <a:pt x="448" y="243"/>
                  </a:lnTo>
                  <a:lnTo>
                    <a:pt x="333" y="192"/>
                  </a:lnTo>
                  <a:lnTo>
                    <a:pt x="359" y="179"/>
                  </a:lnTo>
                  <a:lnTo>
                    <a:pt x="14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5" name="Google Shape;1093;p78">
              <a:extLst>
                <a:ext uri="{FF2B5EF4-FFF2-40B4-BE49-F238E27FC236}">
                  <a16:creationId xmlns:a16="http://schemas.microsoft.com/office/drawing/2014/main" id="{8DCC74E6-5F36-74DE-4EEF-A811FDF74F8B}"/>
                </a:ext>
              </a:extLst>
            </p:cNvPr>
            <p:cNvSpPr/>
            <p:nvPr/>
          </p:nvSpPr>
          <p:spPr>
            <a:xfrm>
              <a:off x="5586175" y="3247125"/>
              <a:ext cx="84050" cy="108350"/>
            </a:xfrm>
            <a:custGeom>
              <a:avLst/>
              <a:gdLst/>
              <a:ahLst/>
              <a:cxnLst/>
              <a:rect l="l" t="t" r="r" b="b"/>
              <a:pathLst>
                <a:path w="3362" h="4334" extrusionOk="0">
                  <a:moveTo>
                    <a:pt x="77" y="0"/>
                  </a:moveTo>
                  <a:lnTo>
                    <a:pt x="1" y="205"/>
                  </a:lnTo>
                  <a:lnTo>
                    <a:pt x="167" y="524"/>
                  </a:lnTo>
                  <a:lnTo>
                    <a:pt x="231" y="959"/>
                  </a:lnTo>
                  <a:lnTo>
                    <a:pt x="180" y="1100"/>
                  </a:lnTo>
                  <a:lnTo>
                    <a:pt x="231" y="1215"/>
                  </a:lnTo>
                  <a:lnTo>
                    <a:pt x="218" y="1368"/>
                  </a:lnTo>
                  <a:lnTo>
                    <a:pt x="397" y="1470"/>
                  </a:lnTo>
                  <a:lnTo>
                    <a:pt x="384" y="1739"/>
                  </a:lnTo>
                  <a:lnTo>
                    <a:pt x="371" y="1943"/>
                  </a:lnTo>
                  <a:lnTo>
                    <a:pt x="448" y="2135"/>
                  </a:lnTo>
                  <a:lnTo>
                    <a:pt x="499" y="2263"/>
                  </a:lnTo>
                  <a:lnTo>
                    <a:pt x="921" y="2748"/>
                  </a:lnTo>
                  <a:lnTo>
                    <a:pt x="946" y="2876"/>
                  </a:lnTo>
                  <a:lnTo>
                    <a:pt x="934" y="3055"/>
                  </a:lnTo>
                  <a:lnTo>
                    <a:pt x="1113" y="3208"/>
                  </a:lnTo>
                  <a:lnTo>
                    <a:pt x="1279" y="3234"/>
                  </a:lnTo>
                  <a:lnTo>
                    <a:pt x="1368" y="3438"/>
                  </a:lnTo>
                  <a:lnTo>
                    <a:pt x="1458" y="3451"/>
                  </a:lnTo>
                  <a:lnTo>
                    <a:pt x="1675" y="3617"/>
                  </a:lnTo>
                  <a:lnTo>
                    <a:pt x="1879" y="3656"/>
                  </a:lnTo>
                  <a:lnTo>
                    <a:pt x="2058" y="3886"/>
                  </a:lnTo>
                  <a:lnTo>
                    <a:pt x="2122" y="3898"/>
                  </a:lnTo>
                  <a:lnTo>
                    <a:pt x="2327" y="4001"/>
                  </a:lnTo>
                  <a:lnTo>
                    <a:pt x="2634" y="4167"/>
                  </a:lnTo>
                  <a:lnTo>
                    <a:pt x="2697" y="4320"/>
                  </a:lnTo>
                  <a:lnTo>
                    <a:pt x="2761" y="4307"/>
                  </a:lnTo>
                  <a:lnTo>
                    <a:pt x="2851" y="4333"/>
                  </a:lnTo>
                  <a:lnTo>
                    <a:pt x="2927" y="4295"/>
                  </a:lnTo>
                  <a:lnTo>
                    <a:pt x="3081" y="4333"/>
                  </a:lnTo>
                  <a:lnTo>
                    <a:pt x="3145" y="4205"/>
                  </a:lnTo>
                  <a:lnTo>
                    <a:pt x="3158" y="4116"/>
                  </a:lnTo>
                  <a:lnTo>
                    <a:pt x="3158" y="4141"/>
                  </a:lnTo>
                  <a:lnTo>
                    <a:pt x="3260" y="4129"/>
                  </a:lnTo>
                  <a:lnTo>
                    <a:pt x="3362" y="4244"/>
                  </a:lnTo>
                  <a:lnTo>
                    <a:pt x="3362" y="4154"/>
                  </a:lnTo>
                  <a:lnTo>
                    <a:pt x="3311" y="4039"/>
                  </a:lnTo>
                  <a:lnTo>
                    <a:pt x="3311" y="3911"/>
                  </a:lnTo>
                  <a:lnTo>
                    <a:pt x="3209" y="3860"/>
                  </a:lnTo>
                  <a:lnTo>
                    <a:pt x="3183" y="3745"/>
                  </a:lnTo>
                  <a:lnTo>
                    <a:pt x="3119" y="3656"/>
                  </a:lnTo>
                  <a:lnTo>
                    <a:pt x="3106" y="3515"/>
                  </a:lnTo>
                  <a:lnTo>
                    <a:pt x="3030" y="3426"/>
                  </a:lnTo>
                  <a:lnTo>
                    <a:pt x="2953" y="3272"/>
                  </a:lnTo>
                  <a:lnTo>
                    <a:pt x="2851" y="3272"/>
                  </a:lnTo>
                  <a:lnTo>
                    <a:pt x="2761" y="3157"/>
                  </a:lnTo>
                  <a:lnTo>
                    <a:pt x="2672" y="2914"/>
                  </a:lnTo>
                  <a:lnTo>
                    <a:pt x="2710" y="2531"/>
                  </a:lnTo>
                  <a:lnTo>
                    <a:pt x="2595" y="2352"/>
                  </a:lnTo>
                  <a:lnTo>
                    <a:pt x="2595" y="2250"/>
                  </a:lnTo>
                  <a:lnTo>
                    <a:pt x="2685" y="2148"/>
                  </a:lnTo>
                  <a:lnTo>
                    <a:pt x="2646" y="2020"/>
                  </a:lnTo>
                  <a:lnTo>
                    <a:pt x="2723" y="1930"/>
                  </a:lnTo>
                  <a:lnTo>
                    <a:pt x="2710" y="1509"/>
                  </a:lnTo>
                  <a:lnTo>
                    <a:pt x="2506" y="1227"/>
                  </a:lnTo>
                  <a:lnTo>
                    <a:pt x="2314" y="921"/>
                  </a:lnTo>
                  <a:lnTo>
                    <a:pt x="2173" y="869"/>
                  </a:lnTo>
                  <a:lnTo>
                    <a:pt x="1956" y="678"/>
                  </a:lnTo>
                  <a:lnTo>
                    <a:pt x="1777" y="397"/>
                  </a:lnTo>
                  <a:lnTo>
                    <a:pt x="1637" y="371"/>
                  </a:lnTo>
                  <a:lnTo>
                    <a:pt x="1611" y="345"/>
                  </a:lnTo>
                  <a:lnTo>
                    <a:pt x="1470" y="550"/>
                  </a:lnTo>
                  <a:lnTo>
                    <a:pt x="1470" y="652"/>
                  </a:lnTo>
                  <a:lnTo>
                    <a:pt x="1458" y="665"/>
                  </a:lnTo>
                  <a:lnTo>
                    <a:pt x="1381" y="767"/>
                  </a:lnTo>
                  <a:lnTo>
                    <a:pt x="1368" y="780"/>
                  </a:lnTo>
                  <a:lnTo>
                    <a:pt x="1343" y="780"/>
                  </a:lnTo>
                  <a:lnTo>
                    <a:pt x="1151" y="614"/>
                  </a:lnTo>
                  <a:lnTo>
                    <a:pt x="780" y="857"/>
                  </a:lnTo>
                  <a:lnTo>
                    <a:pt x="768" y="869"/>
                  </a:lnTo>
                  <a:lnTo>
                    <a:pt x="755" y="857"/>
                  </a:lnTo>
                  <a:lnTo>
                    <a:pt x="653" y="703"/>
                  </a:lnTo>
                  <a:lnTo>
                    <a:pt x="653" y="691"/>
                  </a:lnTo>
                  <a:lnTo>
                    <a:pt x="653" y="678"/>
                  </a:lnTo>
                  <a:lnTo>
                    <a:pt x="755" y="563"/>
                  </a:lnTo>
                  <a:lnTo>
                    <a:pt x="704" y="320"/>
                  </a:lnTo>
                  <a:lnTo>
                    <a:pt x="550" y="371"/>
                  </a:lnTo>
                  <a:lnTo>
                    <a:pt x="525" y="358"/>
                  </a:lnTo>
                  <a:lnTo>
                    <a:pt x="525" y="345"/>
                  </a:lnTo>
                  <a:lnTo>
                    <a:pt x="499" y="179"/>
                  </a:lnTo>
                  <a:lnTo>
                    <a:pt x="167" y="141"/>
                  </a:lnTo>
                  <a:lnTo>
                    <a:pt x="154" y="141"/>
                  </a:lnTo>
                  <a:lnTo>
                    <a:pt x="154" y="115"/>
                  </a:lnTo>
                  <a:lnTo>
                    <a:pt x="15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6" name="Google Shape;1094;p78">
              <a:extLst>
                <a:ext uri="{FF2B5EF4-FFF2-40B4-BE49-F238E27FC236}">
                  <a16:creationId xmlns:a16="http://schemas.microsoft.com/office/drawing/2014/main" id="{5F7AEBC9-0366-0438-A46E-E0E6D5C4B1F8}"/>
                </a:ext>
              </a:extLst>
            </p:cNvPr>
            <p:cNvSpPr/>
            <p:nvPr/>
          </p:nvSpPr>
          <p:spPr>
            <a:xfrm>
              <a:off x="5544950" y="3158625"/>
              <a:ext cx="4200" cy="7050"/>
            </a:xfrm>
            <a:custGeom>
              <a:avLst/>
              <a:gdLst/>
              <a:ahLst/>
              <a:cxnLst/>
              <a:rect l="l" t="t" r="r" b="b"/>
              <a:pathLst>
                <a:path w="168" h="282" extrusionOk="0">
                  <a:moveTo>
                    <a:pt x="52" y="0"/>
                  </a:moveTo>
                  <a:lnTo>
                    <a:pt x="1" y="90"/>
                  </a:lnTo>
                  <a:lnTo>
                    <a:pt x="103" y="281"/>
                  </a:lnTo>
                  <a:lnTo>
                    <a:pt x="167" y="205"/>
                  </a:lnTo>
                  <a:lnTo>
                    <a:pt x="5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095;p78">
              <a:extLst>
                <a:ext uri="{FF2B5EF4-FFF2-40B4-BE49-F238E27FC236}">
                  <a16:creationId xmlns:a16="http://schemas.microsoft.com/office/drawing/2014/main" id="{059B1356-52F0-42F8-A8E6-478224BF2536}"/>
                </a:ext>
              </a:extLst>
            </p:cNvPr>
            <p:cNvSpPr/>
            <p:nvPr/>
          </p:nvSpPr>
          <p:spPr>
            <a:xfrm>
              <a:off x="5698650" y="3319325"/>
              <a:ext cx="3550" cy="5150"/>
            </a:xfrm>
            <a:custGeom>
              <a:avLst/>
              <a:gdLst/>
              <a:ahLst/>
              <a:cxnLst/>
              <a:rect l="l" t="t" r="r" b="b"/>
              <a:pathLst>
                <a:path w="142" h="206" extrusionOk="0">
                  <a:moveTo>
                    <a:pt x="0" y="1"/>
                  </a:moveTo>
                  <a:lnTo>
                    <a:pt x="0" y="205"/>
                  </a:lnTo>
                  <a:lnTo>
                    <a:pt x="141" y="103"/>
                  </a:lnTo>
                  <a:lnTo>
                    <a:pt x="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096;p78">
              <a:extLst>
                <a:ext uri="{FF2B5EF4-FFF2-40B4-BE49-F238E27FC236}">
                  <a16:creationId xmlns:a16="http://schemas.microsoft.com/office/drawing/2014/main" id="{D5E1BE03-8329-B171-2CC7-D1F7611A2BD7}"/>
                </a:ext>
              </a:extLst>
            </p:cNvPr>
            <p:cNvSpPr/>
            <p:nvPr/>
          </p:nvSpPr>
          <p:spPr>
            <a:xfrm>
              <a:off x="5541775" y="3128900"/>
              <a:ext cx="3850" cy="7050"/>
            </a:xfrm>
            <a:custGeom>
              <a:avLst/>
              <a:gdLst/>
              <a:ahLst/>
              <a:cxnLst/>
              <a:rect l="l" t="t" r="r" b="b"/>
              <a:pathLst>
                <a:path w="154" h="282" extrusionOk="0">
                  <a:moveTo>
                    <a:pt x="90" y="1"/>
                  </a:moveTo>
                  <a:lnTo>
                    <a:pt x="0" y="141"/>
                  </a:lnTo>
                  <a:lnTo>
                    <a:pt x="154" y="282"/>
                  </a:lnTo>
                  <a:lnTo>
                    <a:pt x="154" y="180"/>
                  </a:lnTo>
                  <a:lnTo>
                    <a:pt x="102" y="103"/>
                  </a:lnTo>
                  <a:lnTo>
                    <a:pt x="141" y="65"/>
                  </a:lnTo>
                  <a:lnTo>
                    <a:pt x="9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097;p78">
              <a:extLst>
                <a:ext uri="{FF2B5EF4-FFF2-40B4-BE49-F238E27FC236}">
                  <a16:creationId xmlns:a16="http://schemas.microsoft.com/office/drawing/2014/main" id="{23E57439-D439-5B38-DFBB-86E79C193436}"/>
                </a:ext>
              </a:extLst>
            </p:cNvPr>
            <p:cNvSpPr/>
            <p:nvPr/>
          </p:nvSpPr>
          <p:spPr>
            <a:xfrm>
              <a:off x="5576925" y="3250650"/>
              <a:ext cx="5125" cy="6725"/>
            </a:xfrm>
            <a:custGeom>
              <a:avLst/>
              <a:gdLst/>
              <a:ahLst/>
              <a:cxnLst/>
              <a:rect l="l" t="t" r="r" b="b"/>
              <a:pathLst>
                <a:path w="205" h="269" extrusionOk="0">
                  <a:moveTo>
                    <a:pt x="0" y="0"/>
                  </a:moveTo>
                  <a:lnTo>
                    <a:pt x="26" y="166"/>
                  </a:lnTo>
                  <a:lnTo>
                    <a:pt x="77" y="230"/>
                  </a:lnTo>
                  <a:lnTo>
                    <a:pt x="115" y="268"/>
                  </a:lnTo>
                  <a:lnTo>
                    <a:pt x="141" y="268"/>
                  </a:lnTo>
                  <a:lnTo>
                    <a:pt x="179" y="192"/>
                  </a:lnTo>
                  <a:lnTo>
                    <a:pt x="205" y="115"/>
                  </a:lnTo>
                  <a:lnTo>
                    <a:pt x="166" y="38"/>
                  </a:lnTo>
                  <a:lnTo>
                    <a:pt x="64" y="64"/>
                  </a:lnTo>
                  <a:lnTo>
                    <a:pt x="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098;p78">
              <a:extLst>
                <a:ext uri="{FF2B5EF4-FFF2-40B4-BE49-F238E27FC236}">
                  <a16:creationId xmlns:a16="http://schemas.microsoft.com/office/drawing/2014/main" id="{ECBC1840-D618-5D8F-283D-36C2D31B6C37}"/>
                </a:ext>
              </a:extLst>
            </p:cNvPr>
            <p:cNvSpPr/>
            <p:nvPr/>
          </p:nvSpPr>
          <p:spPr>
            <a:xfrm>
              <a:off x="5651050" y="3362775"/>
              <a:ext cx="4800" cy="6425"/>
            </a:xfrm>
            <a:custGeom>
              <a:avLst/>
              <a:gdLst/>
              <a:ahLst/>
              <a:cxnLst/>
              <a:rect l="l" t="t" r="r" b="b"/>
              <a:pathLst>
                <a:path w="192" h="257" extrusionOk="0">
                  <a:moveTo>
                    <a:pt x="64" y="1"/>
                  </a:moveTo>
                  <a:lnTo>
                    <a:pt x="0" y="129"/>
                  </a:lnTo>
                  <a:lnTo>
                    <a:pt x="51" y="193"/>
                  </a:lnTo>
                  <a:lnTo>
                    <a:pt x="102" y="257"/>
                  </a:lnTo>
                  <a:lnTo>
                    <a:pt x="192" y="218"/>
                  </a:lnTo>
                  <a:lnTo>
                    <a:pt x="166" y="142"/>
                  </a:lnTo>
                  <a:lnTo>
                    <a:pt x="141" y="65"/>
                  </a:lnTo>
                  <a:lnTo>
                    <a:pt x="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1" name="Google Shape;1099;p78">
              <a:extLst>
                <a:ext uri="{FF2B5EF4-FFF2-40B4-BE49-F238E27FC236}">
                  <a16:creationId xmlns:a16="http://schemas.microsoft.com/office/drawing/2014/main" id="{4F9787B8-F6E5-00EB-9B07-267BC9A8351F}"/>
                </a:ext>
              </a:extLst>
            </p:cNvPr>
            <p:cNvSpPr/>
            <p:nvPr/>
          </p:nvSpPr>
          <p:spPr>
            <a:xfrm>
              <a:off x="5686825" y="3410400"/>
              <a:ext cx="37100" cy="33900"/>
            </a:xfrm>
            <a:custGeom>
              <a:avLst/>
              <a:gdLst/>
              <a:ahLst/>
              <a:cxnLst/>
              <a:rect l="l" t="t" r="r" b="b"/>
              <a:pathLst>
                <a:path w="1484" h="1356" extrusionOk="0">
                  <a:moveTo>
                    <a:pt x="627" y="0"/>
                  </a:moveTo>
                  <a:lnTo>
                    <a:pt x="525" y="77"/>
                  </a:lnTo>
                  <a:lnTo>
                    <a:pt x="563" y="294"/>
                  </a:lnTo>
                  <a:lnTo>
                    <a:pt x="473" y="256"/>
                  </a:lnTo>
                  <a:lnTo>
                    <a:pt x="410" y="64"/>
                  </a:lnTo>
                  <a:lnTo>
                    <a:pt x="358" y="77"/>
                  </a:lnTo>
                  <a:lnTo>
                    <a:pt x="154" y="192"/>
                  </a:lnTo>
                  <a:lnTo>
                    <a:pt x="180" y="243"/>
                  </a:lnTo>
                  <a:lnTo>
                    <a:pt x="256" y="281"/>
                  </a:lnTo>
                  <a:lnTo>
                    <a:pt x="218" y="333"/>
                  </a:lnTo>
                  <a:lnTo>
                    <a:pt x="1" y="435"/>
                  </a:lnTo>
                  <a:lnTo>
                    <a:pt x="1" y="524"/>
                  </a:lnTo>
                  <a:lnTo>
                    <a:pt x="116" y="537"/>
                  </a:lnTo>
                  <a:lnTo>
                    <a:pt x="180" y="588"/>
                  </a:lnTo>
                  <a:lnTo>
                    <a:pt x="435" y="550"/>
                  </a:lnTo>
                  <a:lnTo>
                    <a:pt x="563" y="652"/>
                  </a:lnTo>
                  <a:lnTo>
                    <a:pt x="563" y="742"/>
                  </a:lnTo>
                  <a:lnTo>
                    <a:pt x="665" y="844"/>
                  </a:lnTo>
                  <a:lnTo>
                    <a:pt x="665" y="1048"/>
                  </a:lnTo>
                  <a:lnTo>
                    <a:pt x="780" y="1138"/>
                  </a:lnTo>
                  <a:lnTo>
                    <a:pt x="985" y="1214"/>
                  </a:lnTo>
                  <a:lnTo>
                    <a:pt x="1074" y="1317"/>
                  </a:lnTo>
                  <a:lnTo>
                    <a:pt x="1202" y="1304"/>
                  </a:lnTo>
                  <a:lnTo>
                    <a:pt x="1202" y="1355"/>
                  </a:lnTo>
                  <a:lnTo>
                    <a:pt x="1330" y="1355"/>
                  </a:lnTo>
                  <a:lnTo>
                    <a:pt x="1304" y="1266"/>
                  </a:lnTo>
                  <a:lnTo>
                    <a:pt x="1458" y="1317"/>
                  </a:lnTo>
                  <a:lnTo>
                    <a:pt x="1483" y="1227"/>
                  </a:lnTo>
                  <a:lnTo>
                    <a:pt x="1343" y="1176"/>
                  </a:lnTo>
                  <a:lnTo>
                    <a:pt x="1279" y="1253"/>
                  </a:lnTo>
                  <a:lnTo>
                    <a:pt x="1164" y="1253"/>
                  </a:lnTo>
                  <a:lnTo>
                    <a:pt x="1215" y="1112"/>
                  </a:lnTo>
                  <a:lnTo>
                    <a:pt x="1228" y="1023"/>
                  </a:lnTo>
                  <a:lnTo>
                    <a:pt x="1394" y="1023"/>
                  </a:lnTo>
                  <a:lnTo>
                    <a:pt x="1330" y="933"/>
                  </a:lnTo>
                  <a:lnTo>
                    <a:pt x="1266" y="869"/>
                  </a:lnTo>
                  <a:lnTo>
                    <a:pt x="972" y="844"/>
                  </a:lnTo>
                  <a:lnTo>
                    <a:pt x="895" y="678"/>
                  </a:lnTo>
                  <a:lnTo>
                    <a:pt x="895" y="524"/>
                  </a:lnTo>
                  <a:lnTo>
                    <a:pt x="857" y="333"/>
                  </a:lnTo>
                  <a:lnTo>
                    <a:pt x="767" y="218"/>
                  </a:lnTo>
                  <a:lnTo>
                    <a:pt x="767" y="141"/>
                  </a:lnTo>
                  <a:lnTo>
                    <a:pt x="62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2" name="Google Shape;1100;p78">
              <a:extLst>
                <a:ext uri="{FF2B5EF4-FFF2-40B4-BE49-F238E27FC236}">
                  <a16:creationId xmlns:a16="http://schemas.microsoft.com/office/drawing/2014/main" id="{266B9D37-820C-A436-5F75-C1639346A14B}"/>
                </a:ext>
              </a:extLst>
            </p:cNvPr>
            <p:cNvSpPr/>
            <p:nvPr/>
          </p:nvSpPr>
          <p:spPr>
            <a:xfrm>
              <a:off x="5532175" y="2964350"/>
              <a:ext cx="165225" cy="303250"/>
            </a:xfrm>
            <a:custGeom>
              <a:avLst/>
              <a:gdLst/>
              <a:ahLst/>
              <a:cxnLst/>
              <a:rect l="l" t="t" r="r" b="b"/>
              <a:pathLst>
                <a:path w="6609" h="12130" extrusionOk="0">
                  <a:moveTo>
                    <a:pt x="2084" y="1"/>
                  </a:moveTo>
                  <a:lnTo>
                    <a:pt x="1854" y="65"/>
                  </a:lnTo>
                  <a:lnTo>
                    <a:pt x="1841" y="65"/>
                  </a:lnTo>
                  <a:lnTo>
                    <a:pt x="1688" y="13"/>
                  </a:lnTo>
                  <a:lnTo>
                    <a:pt x="1688" y="180"/>
                  </a:lnTo>
                  <a:lnTo>
                    <a:pt x="1675" y="192"/>
                  </a:lnTo>
                  <a:lnTo>
                    <a:pt x="1534" y="282"/>
                  </a:lnTo>
                  <a:lnTo>
                    <a:pt x="1522" y="282"/>
                  </a:lnTo>
                  <a:lnTo>
                    <a:pt x="1330" y="243"/>
                  </a:lnTo>
                  <a:lnTo>
                    <a:pt x="1304" y="499"/>
                  </a:lnTo>
                  <a:lnTo>
                    <a:pt x="1292" y="512"/>
                  </a:lnTo>
                  <a:lnTo>
                    <a:pt x="1279" y="512"/>
                  </a:lnTo>
                  <a:lnTo>
                    <a:pt x="729" y="614"/>
                  </a:lnTo>
                  <a:lnTo>
                    <a:pt x="716" y="614"/>
                  </a:lnTo>
                  <a:lnTo>
                    <a:pt x="499" y="512"/>
                  </a:lnTo>
                  <a:lnTo>
                    <a:pt x="474" y="640"/>
                  </a:lnTo>
                  <a:lnTo>
                    <a:pt x="461" y="652"/>
                  </a:lnTo>
                  <a:lnTo>
                    <a:pt x="320" y="755"/>
                  </a:lnTo>
                  <a:lnTo>
                    <a:pt x="218" y="959"/>
                  </a:lnTo>
                  <a:lnTo>
                    <a:pt x="282" y="1023"/>
                  </a:lnTo>
                  <a:lnTo>
                    <a:pt x="282" y="1036"/>
                  </a:lnTo>
                  <a:lnTo>
                    <a:pt x="282" y="1049"/>
                  </a:lnTo>
                  <a:lnTo>
                    <a:pt x="205" y="1202"/>
                  </a:lnTo>
                  <a:lnTo>
                    <a:pt x="231" y="1496"/>
                  </a:lnTo>
                  <a:lnTo>
                    <a:pt x="231" y="1509"/>
                  </a:lnTo>
                  <a:lnTo>
                    <a:pt x="218" y="1521"/>
                  </a:lnTo>
                  <a:lnTo>
                    <a:pt x="1" y="1611"/>
                  </a:lnTo>
                  <a:lnTo>
                    <a:pt x="77" y="1764"/>
                  </a:lnTo>
                  <a:lnTo>
                    <a:pt x="129" y="1739"/>
                  </a:lnTo>
                  <a:lnTo>
                    <a:pt x="141" y="1739"/>
                  </a:lnTo>
                  <a:lnTo>
                    <a:pt x="154" y="1752"/>
                  </a:lnTo>
                  <a:lnTo>
                    <a:pt x="269" y="2033"/>
                  </a:lnTo>
                  <a:lnTo>
                    <a:pt x="269" y="2045"/>
                  </a:lnTo>
                  <a:lnTo>
                    <a:pt x="256" y="2058"/>
                  </a:lnTo>
                  <a:lnTo>
                    <a:pt x="167" y="2109"/>
                  </a:lnTo>
                  <a:lnTo>
                    <a:pt x="742" y="2800"/>
                  </a:lnTo>
                  <a:lnTo>
                    <a:pt x="844" y="2800"/>
                  </a:lnTo>
                  <a:lnTo>
                    <a:pt x="857" y="2812"/>
                  </a:lnTo>
                  <a:lnTo>
                    <a:pt x="870" y="2825"/>
                  </a:lnTo>
                  <a:lnTo>
                    <a:pt x="870" y="3157"/>
                  </a:lnTo>
                  <a:lnTo>
                    <a:pt x="959" y="3375"/>
                  </a:lnTo>
                  <a:lnTo>
                    <a:pt x="1062" y="3336"/>
                  </a:lnTo>
                  <a:lnTo>
                    <a:pt x="1177" y="3336"/>
                  </a:lnTo>
                  <a:lnTo>
                    <a:pt x="1177" y="3362"/>
                  </a:lnTo>
                  <a:lnTo>
                    <a:pt x="1125" y="3579"/>
                  </a:lnTo>
                  <a:lnTo>
                    <a:pt x="1125" y="3592"/>
                  </a:lnTo>
                  <a:lnTo>
                    <a:pt x="1113" y="3605"/>
                  </a:lnTo>
                  <a:lnTo>
                    <a:pt x="959" y="3605"/>
                  </a:lnTo>
                  <a:lnTo>
                    <a:pt x="883" y="4116"/>
                  </a:lnTo>
                  <a:lnTo>
                    <a:pt x="883" y="4129"/>
                  </a:lnTo>
                  <a:lnTo>
                    <a:pt x="844" y="4154"/>
                  </a:lnTo>
                  <a:lnTo>
                    <a:pt x="563" y="4308"/>
                  </a:lnTo>
                  <a:lnTo>
                    <a:pt x="601" y="4576"/>
                  </a:lnTo>
                  <a:lnTo>
                    <a:pt x="985" y="5087"/>
                  </a:lnTo>
                  <a:lnTo>
                    <a:pt x="1279" y="5330"/>
                  </a:lnTo>
                  <a:lnTo>
                    <a:pt x="1292" y="5343"/>
                  </a:lnTo>
                  <a:lnTo>
                    <a:pt x="1407" y="5905"/>
                  </a:lnTo>
                  <a:lnTo>
                    <a:pt x="1407" y="5918"/>
                  </a:lnTo>
                  <a:lnTo>
                    <a:pt x="1330" y="6071"/>
                  </a:lnTo>
                  <a:lnTo>
                    <a:pt x="1394" y="6353"/>
                  </a:lnTo>
                  <a:lnTo>
                    <a:pt x="1573" y="6468"/>
                  </a:lnTo>
                  <a:lnTo>
                    <a:pt x="1586" y="6480"/>
                  </a:lnTo>
                  <a:lnTo>
                    <a:pt x="1637" y="6800"/>
                  </a:lnTo>
                  <a:lnTo>
                    <a:pt x="1701" y="6825"/>
                  </a:lnTo>
                  <a:lnTo>
                    <a:pt x="1701" y="6838"/>
                  </a:lnTo>
                  <a:lnTo>
                    <a:pt x="1790" y="7145"/>
                  </a:lnTo>
                  <a:lnTo>
                    <a:pt x="1790" y="7158"/>
                  </a:lnTo>
                  <a:lnTo>
                    <a:pt x="1713" y="7273"/>
                  </a:lnTo>
                  <a:lnTo>
                    <a:pt x="1688" y="7286"/>
                  </a:lnTo>
                  <a:lnTo>
                    <a:pt x="1649" y="7286"/>
                  </a:lnTo>
                  <a:lnTo>
                    <a:pt x="1624" y="7452"/>
                  </a:lnTo>
                  <a:lnTo>
                    <a:pt x="1624" y="7464"/>
                  </a:lnTo>
                  <a:lnTo>
                    <a:pt x="1317" y="7822"/>
                  </a:lnTo>
                  <a:lnTo>
                    <a:pt x="1304" y="7822"/>
                  </a:lnTo>
                  <a:lnTo>
                    <a:pt x="1253" y="7861"/>
                  </a:lnTo>
                  <a:lnTo>
                    <a:pt x="1240" y="7937"/>
                  </a:lnTo>
                  <a:lnTo>
                    <a:pt x="1228" y="7950"/>
                  </a:lnTo>
                  <a:lnTo>
                    <a:pt x="1087" y="8014"/>
                  </a:lnTo>
                  <a:lnTo>
                    <a:pt x="1049" y="8334"/>
                  </a:lnTo>
                  <a:lnTo>
                    <a:pt x="883" y="8589"/>
                  </a:lnTo>
                  <a:lnTo>
                    <a:pt x="895" y="8615"/>
                  </a:lnTo>
                  <a:lnTo>
                    <a:pt x="832" y="8921"/>
                  </a:lnTo>
                  <a:lnTo>
                    <a:pt x="691" y="9241"/>
                  </a:lnTo>
                  <a:lnTo>
                    <a:pt x="729" y="9394"/>
                  </a:lnTo>
                  <a:lnTo>
                    <a:pt x="678" y="9522"/>
                  </a:lnTo>
                  <a:lnTo>
                    <a:pt x="576" y="9803"/>
                  </a:lnTo>
                  <a:lnTo>
                    <a:pt x="678" y="10072"/>
                  </a:lnTo>
                  <a:lnTo>
                    <a:pt x="755" y="10110"/>
                  </a:lnTo>
                  <a:lnTo>
                    <a:pt x="653" y="10136"/>
                  </a:lnTo>
                  <a:lnTo>
                    <a:pt x="653" y="10238"/>
                  </a:lnTo>
                  <a:lnTo>
                    <a:pt x="704" y="10391"/>
                  </a:lnTo>
                  <a:lnTo>
                    <a:pt x="793" y="10340"/>
                  </a:lnTo>
                  <a:lnTo>
                    <a:pt x="793" y="10046"/>
                  </a:lnTo>
                  <a:lnTo>
                    <a:pt x="857" y="9918"/>
                  </a:lnTo>
                  <a:lnTo>
                    <a:pt x="985" y="10021"/>
                  </a:lnTo>
                  <a:lnTo>
                    <a:pt x="1036" y="10187"/>
                  </a:lnTo>
                  <a:lnTo>
                    <a:pt x="1189" y="10187"/>
                  </a:lnTo>
                  <a:lnTo>
                    <a:pt x="1266" y="10327"/>
                  </a:lnTo>
                  <a:lnTo>
                    <a:pt x="1317" y="10545"/>
                  </a:lnTo>
                  <a:lnTo>
                    <a:pt x="1317" y="10430"/>
                  </a:lnTo>
                  <a:lnTo>
                    <a:pt x="1547" y="10583"/>
                  </a:lnTo>
                  <a:lnTo>
                    <a:pt x="1560" y="10839"/>
                  </a:lnTo>
                  <a:lnTo>
                    <a:pt x="1726" y="10724"/>
                  </a:lnTo>
                  <a:lnTo>
                    <a:pt x="1726" y="10724"/>
                  </a:lnTo>
                  <a:lnTo>
                    <a:pt x="1662" y="10839"/>
                  </a:lnTo>
                  <a:lnTo>
                    <a:pt x="1777" y="10954"/>
                  </a:lnTo>
                  <a:lnTo>
                    <a:pt x="1790" y="11132"/>
                  </a:lnTo>
                  <a:lnTo>
                    <a:pt x="2135" y="11452"/>
                  </a:lnTo>
                  <a:lnTo>
                    <a:pt x="2135" y="11465"/>
                  </a:lnTo>
                  <a:lnTo>
                    <a:pt x="2212" y="11286"/>
                  </a:lnTo>
                  <a:lnTo>
                    <a:pt x="2225" y="11273"/>
                  </a:lnTo>
                  <a:lnTo>
                    <a:pt x="2340" y="11273"/>
                  </a:lnTo>
                  <a:lnTo>
                    <a:pt x="2352" y="11286"/>
                  </a:lnTo>
                  <a:lnTo>
                    <a:pt x="2352" y="11414"/>
                  </a:lnTo>
                  <a:lnTo>
                    <a:pt x="2672" y="11452"/>
                  </a:lnTo>
                  <a:lnTo>
                    <a:pt x="2685" y="11465"/>
                  </a:lnTo>
                  <a:lnTo>
                    <a:pt x="2697" y="11465"/>
                  </a:lnTo>
                  <a:lnTo>
                    <a:pt x="2723" y="11631"/>
                  </a:lnTo>
                  <a:lnTo>
                    <a:pt x="2864" y="11580"/>
                  </a:lnTo>
                  <a:lnTo>
                    <a:pt x="2889" y="11580"/>
                  </a:lnTo>
                  <a:lnTo>
                    <a:pt x="2902" y="11593"/>
                  </a:lnTo>
                  <a:lnTo>
                    <a:pt x="2953" y="11874"/>
                  </a:lnTo>
                  <a:lnTo>
                    <a:pt x="2953" y="11899"/>
                  </a:lnTo>
                  <a:lnTo>
                    <a:pt x="2864" y="12002"/>
                  </a:lnTo>
                  <a:lnTo>
                    <a:pt x="2940" y="12129"/>
                  </a:lnTo>
                  <a:lnTo>
                    <a:pt x="3298" y="11887"/>
                  </a:lnTo>
                  <a:lnTo>
                    <a:pt x="3311" y="11874"/>
                  </a:lnTo>
                  <a:lnTo>
                    <a:pt x="3324" y="11887"/>
                  </a:lnTo>
                  <a:lnTo>
                    <a:pt x="3515" y="12040"/>
                  </a:lnTo>
                  <a:lnTo>
                    <a:pt x="3579" y="11950"/>
                  </a:lnTo>
                  <a:lnTo>
                    <a:pt x="3579" y="11861"/>
                  </a:lnTo>
                  <a:lnTo>
                    <a:pt x="3592" y="11848"/>
                  </a:lnTo>
                  <a:lnTo>
                    <a:pt x="3733" y="11631"/>
                  </a:lnTo>
                  <a:lnTo>
                    <a:pt x="3541" y="11478"/>
                  </a:lnTo>
                  <a:lnTo>
                    <a:pt x="3337" y="11196"/>
                  </a:lnTo>
                  <a:lnTo>
                    <a:pt x="3183" y="11081"/>
                  </a:lnTo>
                  <a:lnTo>
                    <a:pt x="3030" y="11171"/>
                  </a:lnTo>
                  <a:lnTo>
                    <a:pt x="2876" y="11145"/>
                  </a:lnTo>
                  <a:lnTo>
                    <a:pt x="2710" y="11030"/>
                  </a:lnTo>
                  <a:lnTo>
                    <a:pt x="2455" y="10711"/>
                  </a:lnTo>
                  <a:lnTo>
                    <a:pt x="2404" y="10698"/>
                  </a:lnTo>
                  <a:lnTo>
                    <a:pt x="2327" y="10749"/>
                  </a:lnTo>
                  <a:lnTo>
                    <a:pt x="2199" y="10455"/>
                  </a:lnTo>
                  <a:lnTo>
                    <a:pt x="2250" y="10391"/>
                  </a:lnTo>
                  <a:lnTo>
                    <a:pt x="2327" y="10417"/>
                  </a:lnTo>
                  <a:lnTo>
                    <a:pt x="2429" y="10685"/>
                  </a:lnTo>
                  <a:lnTo>
                    <a:pt x="2416" y="10596"/>
                  </a:lnTo>
                  <a:lnTo>
                    <a:pt x="2378" y="10404"/>
                  </a:lnTo>
                  <a:lnTo>
                    <a:pt x="2212" y="9803"/>
                  </a:lnTo>
                  <a:lnTo>
                    <a:pt x="2212" y="9918"/>
                  </a:lnTo>
                  <a:lnTo>
                    <a:pt x="2058" y="9778"/>
                  </a:lnTo>
                  <a:lnTo>
                    <a:pt x="2007" y="9382"/>
                  </a:lnTo>
                  <a:lnTo>
                    <a:pt x="1931" y="9139"/>
                  </a:lnTo>
                  <a:lnTo>
                    <a:pt x="1803" y="9100"/>
                  </a:lnTo>
                  <a:lnTo>
                    <a:pt x="1675" y="9190"/>
                  </a:lnTo>
                  <a:lnTo>
                    <a:pt x="1522" y="9241"/>
                  </a:lnTo>
                  <a:lnTo>
                    <a:pt x="1419" y="9164"/>
                  </a:lnTo>
                  <a:lnTo>
                    <a:pt x="1509" y="9088"/>
                  </a:lnTo>
                  <a:lnTo>
                    <a:pt x="1407" y="8870"/>
                  </a:lnTo>
                  <a:lnTo>
                    <a:pt x="1394" y="8436"/>
                  </a:lnTo>
                  <a:lnTo>
                    <a:pt x="1445" y="8385"/>
                  </a:lnTo>
                  <a:lnTo>
                    <a:pt x="1368" y="8321"/>
                  </a:lnTo>
                  <a:lnTo>
                    <a:pt x="1458" y="8334"/>
                  </a:lnTo>
                  <a:lnTo>
                    <a:pt x="1496" y="8282"/>
                  </a:lnTo>
                  <a:lnTo>
                    <a:pt x="1458" y="8167"/>
                  </a:lnTo>
                  <a:lnTo>
                    <a:pt x="1649" y="7912"/>
                  </a:lnTo>
                  <a:lnTo>
                    <a:pt x="1649" y="7707"/>
                  </a:lnTo>
                  <a:lnTo>
                    <a:pt x="1713" y="7669"/>
                  </a:lnTo>
                  <a:lnTo>
                    <a:pt x="1713" y="7567"/>
                  </a:lnTo>
                  <a:lnTo>
                    <a:pt x="1777" y="7311"/>
                  </a:lnTo>
                  <a:lnTo>
                    <a:pt x="1943" y="7107"/>
                  </a:lnTo>
                  <a:lnTo>
                    <a:pt x="1931" y="7030"/>
                  </a:lnTo>
                  <a:lnTo>
                    <a:pt x="2097" y="6813"/>
                  </a:lnTo>
                  <a:lnTo>
                    <a:pt x="2020" y="6314"/>
                  </a:lnTo>
                  <a:lnTo>
                    <a:pt x="2148" y="6033"/>
                  </a:lnTo>
                  <a:lnTo>
                    <a:pt x="2020" y="5892"/>
                  </a:lnTo>
                  <a:lnTo>
                    <a:pt x="2161" y="5726"/>
                  </a:lnTo>
                  <a:lnTo>
                    <a:pt x="2519" y="5688"/>
                  </a:lnTo>
                  <a:lnTo>
                    <a:pt x="2800" y="5714"/>
                  </a:lnTo>
                  <a:lnTo>
                    <a:pt x="2851" y="5816"/>
                  </a:lnTo>
                  <a:lnTo>
                    <a:pt x="2710" y="5944"/>
                  </a:lnTo>
                  <a:lnTo>
                    <a:pt x="2774" y="6135"/>
                  </a:lnTo>
                  <a:lnTo>
                    <a:pt x="2825" y="6276"/>
                  </a:lnTo>
                  <a:lnTo>
                    <a:pt x="2774" y="6404"/>
                  </a:lnTo>
                  <a:lnTo>
                    <a:pt x="2876" y="6442"/>
                  </a:lnTo>
                  <a:lnTo>
                    <a:pt x="3017" y="6391"/>
                  </a:lnTo>
                  <a:lnTo>
                    <a:pt x="3106" y="6442"/>
                  </a:lnTo>
                  <a:lnTo>
                    <a:pt x="3145" y="6442"/>
                  </a:lnTo>
                  <a:lnTo>
                    <a:pt x="3273" y="6404"/>
                  </a:lnTo>
                  <a:lnTo>
                    <a:pt x="3452" y="6455"/>
                  </a:lnTo>
                  <a:lnTo>
                    <a:pt x="3515" y="6391"/>
                  </a:lnTo>
                  <a:lnTo>
                    <a:pt x="3579" y="6493"/>
                  </a:lnTo>
                  <a:lnTo>
                    <a:pt x="3758" y="6519"/>
                  </a:lnTo>
                  <a:lnTo>
                    <a:pt x="3784" y="6621"/>
                  </a:lnTo>
                  <a:lnTo>
                    <a:pt x="3912" y="6736"/>
                  </a:lnTo>
                  <a:lnTo>
                    <a:pt x="3937" y="6787"/>
                  </a:lnTo>
                  <a:lnTo>
                    <a:pt x="3873" y="6851"/>
                  </a:lnTo>
                  <a:lnTo>
                    <a:pt x="3899" y="6979"/>
                  </a:lnTo>
                  <a:lnTo>
                    <a:pt x="4039" y="6966"/>
                  </a:lnTo>
                  <a:lnTo>
                    <a:pt x="3976" y="6851"/>
                  </a:lnTo>
                  <a:lnTo>
                    <a:pt x="4039" y="6838"/>
                  </a:lnTo>
                  <a:lnTo>
                    <a:pt x="4167" y="6915"/>
                  </a:lnTo>
                  <a:lnTo>
                    <a:pt x="4167" y="6813"/>
                  </a:lnTo>
                  <a:lnTo>
                    <a:pt x="4231" y="6877"/>
                  </a:lnTo>
                  <a:lnTo>
                    <a:pt x="4244" y="6647"/>
                  </a:lnTo>
                  <a:lnTo>
                    <a:pt x="4052" y="6455"/>
                  </a:lnTo>
                  <a:lnTo>
                    <a:pt x="4039" y="6442"/>
                  </a:lnTo>
                  <a:lnTo>
                    <a:pt x="4039" y="6123"/>
                  </a:lnTo>
                  <a:lnTo>
                    <a:pt x="3912" y="5982"/>
                  </a:lnTo>
                  <a:lnTo>
                    <a:pt x="3912" y="5969"/>
                  </a:lnTo>
                  <a:lnTo>
                    <a:pt x="3861" y="5688"/>
                  </a:lnTo>
                  <a:lnTo>
                    <a:pt x="3873" y="5675"/>
                  </a:lnTo>
                  <a:lnTo>
                    <a:pt x="3886" y="5662"/>
                  </a:lnTo>
                  <a:lnTo>
                    <a:pt x="4065" y="5662"/>
                  </a:lnTo>
                  <a:lnTo>
                    <a:pt x="4065" y="5573"/>
                  </a:lnTo>
                  <a:lnTo>
                    <a:pt x="4065" y="5560"/>
                  </a:lnTo>
                  <a:lnTo>
                    <a:pt x="4167" y="5496"/>
                  </a:lnTo>
                  <a:lnTo>
                    <a:pt x="4487" y="5074"/>
                  </a:lnTo>
                  <a:lnTo>
                    <a:pt x="4500" y="5062"/>
                  </a:lnTo>
                  <a:lnTo>
                    <a:pt x="4985" y="4921"/>
                  </a:lnTo>
                  <a:lnTo>
                    <a:pt x="5011" y="4921"/>
                  </a:lnTo>
                  <a:lnTo>
                    <a:pt x="5024" y="4934"/>
                  </a:lnTo>
                  <a:lnTo>
                    <a:pt x="5036" y="4998"/>
                  </a:lnTo>
                  <a:lnTo>
                    <a:pt x="5663" y="5023"/>
                  </a:lnTo>
                  <a:lnTo>
                    <a:pt x="5816" y="4959"/>
                  </a:lnTo>
                  <a:lnTo>
                    <a:pt x="5829" y="4959"/>
                  </a:lnTo>
                  <a:lnTo>
                    <a:pt x="6059" y="4998"/>
                  </a:lnTo>
                  <a:lnTo>
                    <a:pt x="6084" y="4998"/>
                  </a:lnTo>
                  <a:lnTo>
                    <a:pt x="6161" y="5113"/>
                  </a:lnTo>
                  <a:lnTo>
                    <a:pt x="6212" y="5023"/>
                  </a:lnTo>
                  <a:lnTo>
                    <a:pt x="6442" y="4870"/>
                  </a:lnTo>
                  <a:lnTo>
                    <a:pt x="6506" y="4474"/>
                  </a:lnTo>
                  <a:lnTo>
                    <a:pt x="6468" y="4372"/>
                  </a:lnTo>
                  <a:lnTo>
                    <a:pt x="6468" y="4359"/>
                  </a:lnTo>
                  <a:lnTo>
                    <a:pt x="6519" y="4295"/>
                  </a:lnTo>
                  <a:lnTo>
                    <a:pt x="6468" y="4193"/>
                  </a:lnTo>
                  <a:lnTo>
                    <a:pt x="6468" y="4167"/>
                  </a:lnTo>
                  <a:lnTo>
                    <a:pt x="6481" y="4154"/>
                  </a:lnTo>
                  <a:lnTo>
                    <a:pt x="6570" y="4154"/>
                  </a:lnTo>
                  <a:lnTo>
                    <a:pt x="6608" y="3963"/>
                  </a:lnTo>
                  <a:lnTo>
                    <a:pt x="6429" y="3822"/>
                  </a:lnTo>
                  <a:lnTo>
                    <a:pt x="6417" y="3796"/>
                  </a:lnTo>
                  <a:lnTo>
                    <a:pt x="6455" y="3656"/>
                  </a:lnTo>
                  <a:lnTo>
                    <a:pt x="6161" y="3592"/>
                  </a:lnTo>
                  <a:lnTo>
                    <a:pt x="6135" y="3579"/>
                  </a:lnTo>
                  <a:lnTo>
                    <a:pt x="6097" y="3387"/>
                  </a:lnTo>
                  <a:lnTo>
                    <a:pt x="6046" y="3439"/>
                  </a:lnTo>
                  <a:lnTo>
                    <a:pt x="6033" y="3439"/>
                  </a:lnTo>
                  <a:lnTo>
                    <a:pt x="6020" y="3426"/>
                  </a:lnTo>
                  <a:lnTo>
                    <a:pt x="5931" y="3209"/>
                  </a:lnTo>
                  <a:lnTo>
                    <a:pt x="5880" y="2825"/>
                  </a:lnTo>
                  <a:lnTo>
                    <a:pt x="5880" y="2812"/>
                  </a:lnTo>
                  <a:lnTo>
                    <a:pt x="5957" y="2582"/>
                  </a:lnTo>
                  <a:lnTo>
                    <a:pt x="5842" y="2518"/>
                  </a:lnTo>
                  <a:lnTo>
                    <a:pt x="5842" y="2506"/>
                  </a:lnTo>
                  <a:lnTo>
                    <a:pt x="5842" y="2480"/>
                  </a:lnTo>
                  <a:lnTo>
                    <a:pt x="5944" y="2391"/>
                  </a:lnTo>
                  <a:lnTo>
                    <a:pt x="5739" y="2276"/>
                  </a:lnTo>
                  <a:lnTo>
                    <a:pt x="5407" y="2007"/>
                  </a:lnTo>
                  <a:lnTo>
                    <a:pt x="5394" y="2007"/>
                  </a:lnTo>
                  <a:lnTo>
                    <a:pt x="5266" y="1752"/>
                  </a:lnTo>
                  <a:lnTo>
                    <a:pt x="5190" y="1815"/>
                  </a:lnTo>
                  <a:lnTo>
                    <a:pt x="5177" y="1828"/>
                  </a:lnTo>
                  <a:lnTo>
                    <a:pt x="5164" y="1828"/>
                  </a:lnTo>
                  <a:lnTo>
                    <a:pt x="5113" y="1790"/>
                  </a:lnTo>
                  <a:lnTo>
                    <a:pt x="4730" y="1637"/>
                  </a:lnTo>
                  <a:lnTo>
                    <a:pt x="4666" y="1675"/>
                  </a:lnTo>
                  <a:lnTo>
                    <a:pt x="4742" y="1790"/>
                  </a:lnTo>
                  <a:lnTo>
                    <a:pt x="4742" y="1815"/>
                  </a:lnTo>
                  <a:lnTo>
                    <a:pt x="4742" y="1828"/>
                  </a:lnTo>
                  <a:lnTo>
                    <a:pt x="4551" y="1956"/>
                  </a:lnTo>
                  <a:lnTo>
                    <a:pt x="4448" y="2020"/>
                  </a:lnTo>
                  <a:lnTo>
                    <a:pt x="4385" y="2045"/>
                  </a:lnTo>
                  <a:lnTo>
                    <a:pt x="4039" y="2020"/>
                  </a:lnTo>
                  <a:lnTo>
                    <a:pt x="4027" y="2020"/>
                  </a:lnTo>
                  <a:lnTo>
                    <a:pt x="3694" y="1918"/>
                  </a:lnTo>
                  <a:lnTo>
                    <a:pt x="3605" y="2033"/>
                  </a:lnTo>
                  <a:lnTo>
                    <a:pt x="3592" y="2045"/>
                  </a:lnTo>
                  <a:lnTo>
                    <a:pt x="3579" y="2045"/>
                  </a:lnTo>
                  <a:lnTo>
                    <a:pt x="3579" y="2033"/>
                  </a:lnTo>
                  <a:lnTo>
                    <a:pt x="3567" y="2020"/>
                  </a:lnTo>
                  <a:lnTo>
                    <a:pt x="3567" y="1994"/>
                  </a:lnTo>
                  <a:lnTo>
                    <a:pt x="2915" y="2467"/>
                  </a:lnTo>
                  <a:lnTo>
                    <a:pt x="2902" y="2467"/>
                  </a:lnTo>
                  <a:lnTo>
                    <a:pt x="2749" y="2416"/>
                  </a:lnTo>
                  <a:lnTo>
                    <a:pt x="2736" y="2403"/>
                  </a:lnTo>
                  <a:lnTo>
                    <a:pt x="2736" y="2391"/>
                  </a:lnTo>
                  <a:lnTo>
                    <a:pt x="2953" y="1790"/>
                  </a:lnTo>
                  <a:lnTo>
                    <a:pt x="2876" y="1624"/>
                  </a:lnTo>
                  <a:lnTo>
                    <a:pt x="2864" y="1611"/>
                  </a:lnTo>
                  <a:lnTo>
                    <a:pt x="2876" y="1598"/>
                  </a:lnTo>
                  <a:lnTo>
                    <a:pt x="3017" y="1458"/>
                  </a:lnTo>
                  <a:lnTo>
                    <a:pt x="3030" y="1279"/>
                  </a:lnTo>
                  <a:lnTo>
                    <a:pt x="3030" y="1266"/>
                  </a:lnTo>
                  <a:lnTo>
                    <a:pt x="3119" y="1138"/>
                  </a:lnTo>
                  <a:lnTo>
                    <a:pt x="3068" y="1138"/>
                  </a:lnTo>
                  <a:lnTo>
                    <a:pt x="3043" y="1125"/>
                  </a:lnTo>
                  <a:lnTo>
                    <a:pt x="2953" y="844"/>
                  </a:lnTo>
                  <a:lnTo>
                    <a:pt x="2953" y="831"/>
                  </a:lnTo>
                  <a:lnTo>
                    <a:pt x="2991" y="704"/>
                  </a:lnTo>
                  <a:lnTo>
                    <a:pt x="2825" y="640"/>
                  </a:lnTo>
                  <a:lnTo>
                    <a:pt x="2710" y="806"/>
                  </a:lnTo>
                  <a:lnTo>
                    <a:pt x="2697" y="819"/>
                  </a:lnTo>
                  <a:lnTo>
                    <a:pt x="2685" y="819"/>
                  </a:lnTo>
                  <a:lnTo>
                    <a:pt x="2582" y="755"/>
                  </a:lnTo>
                  <a:lnTo>
                    <a:pt x="2404" y="780"/>
                  </a:lnTo>
                  <a:lnTo>
                    <a:pt x="2391" y="780"/>
                  </a:lnTo>
                  <a:lnTo>
                    <a:pt x="2378" y="767"/>
                  </a:lnTo>
                  <a:lnTo>
                    <a:pt x="2301" y="614"/>
                  </a:lnTo>
                  <a:lnTo>
                    <a:pt x="2301" y="601"/>
                  </a:lnTo>
                  <a:lnTo>
                    <a:pt x="2519" y="231"/>
                  </a:lnTo>
                  <a:lnTo>
                    <a:pt x="2327" y="26"/>
                  </a:lnTo>
                  <a:lnTo>
                    <a:pt x="2186" y="141"/>
                  </a:lnTo>
                  <a:lnTo>
                    <a:pt x="2161" y="141"/>
                  </a:lnTo>
                  <a:lnTo>
                    <a:pt x="208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101;p78">
              <a:extLst>
                <a:ext uri="{FF2B5EF4-FFF2-40B4-BE49-F238E27FC236}">
                  <a16:creationId xmlns:a16="http://schemas.microsoft.com/office/drawing/2014/main" id="{2185DAC1-7159-DA21-8252-F7FA67B2CC6E}"/>
                </a:ext>
              </a:extLst>
            </p:cNvPr>
            <p:cNvSpPr/>
            <p:nvPr/>
          </p:nvSpPr>
          <p:spPr>
            <a:xfrm>
              <a:off x="5707925" y="3313250"/>
              <a:ext cx="2900" cy="7075"/>
            </a:xfrm>
            <a:custGeom>
              <a:avLst/>
              <a:gdLst/>
              <a:ahLst/>
              <a:cxnLst/>
              <a:rect l="l" t="t" r="r" b="b"/>
              <a:pathLst>
                <a:path w="116" h="283" extrusionOk="0">
                  <a:moveTo>
                    <a:pt x="64" y="1"/>
                  </a:moveTo>
                  <a:lnTo>
                    <a:pt x="0" y="244"/>
                  </a:lnTo>
                  <a:lnTo>
                    <a:pt x="115" y="282"/>
                  </a:lnTo>
                  <a:lnTo>
                    <a:pt x="115" y="27"/>
                  </a:lnTo>
                  <a:lnTo>
                    <a:pt x="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102;p78">
              <a:extLst>
                <a:ext uri="{FF2B5EF4-FFF2-40B4-BE49-F238E27FC236}">
                  <a16:creationId xmlns:a16="http://schemas.microsoft.com/office/drawing/2014/main" id="{3DFA0DB6-9B1E-C4D5-EB18-68E2507A023D}"/>
                </a:ext>
              </a:extLst>
            </p:cNvPr>
            <p:cNvSpPr/>
            <p:nvPr/>
          </p:nvSpPr>
          <p:spPr>
            <a:xfrm>
              <a:off x="6181450" y="3539475"/>
              <a:ext cx="5450" cy="6100"/>
            </a:xfrm>
            <a:custGeom>
              <a:avLst/>
              <a:gdLst/>
              <a:ahLst/>
              <a:cxnLst/>
              <a:rect l="l" t="t" r="r" b="b"/>
              <a:pathLst>
                <a:path w="218" h="244" extrusionOk="0">
                  <a:moveTo>
                    <a:pt x="0" y="1"/>
                  </a:moveTo>
                  <a:lnTo>
                    <a:pt x="90" y="243"/>
                  </a:lnTo>
                  <a:lnTo>
                    <a:pt x="217" y="90"/>
                  </a:lnTo>
                  <a:lnTo>
                    <a:pt x="17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103;p78">
              <a:extLst>
                <a:ext uri="{FF2B5EF4-FFF2-40B4-BE49-F238E27FC236}">
                  <a16:creationId xmlns:a16="http://schemas.microsoft.com/office/drawing/2014/main" id="{058B62BA-515C-5A98-C640-75FD4092E45E}"/>
                </a:ext>
              </a:extLst>
            </p:cNvPr>
            <p:cNvSpPr/>
            <p:nvPr/>
          </p:nvSpPr>
          <p:spPr>
            <a:xfrm>
              <a:off x="5980475" y="3545550"/>
              <a:ext cx="85000" cy="17600"/>
            </a:xfrm>
            <a:custGeom>
              <a:avLst/>
              <a:gdLst/>
              <a:ahLst/>
              <a:cxnLst/>
              <a:rect l="l" t="t" r="r" b="b"/>
              <a:pathLst>
                <a:path w="3400" h="704" extrusionOk="0">
                  <a:moveTo>
                    <a:pt x="2671" y="0"/>
                  </a:moveTo>
                  <a:lnTo>
                    <a:pt x="2492" y="90"/>
                  </a:lnTo>
                  <a:lnTo>
                    <a:pt x="2671" y="90"/>
                  </a:lnTo>
                  <a:lnTo>
                    <a:pt x="2658" y="128"/>
                  </a:lnTo>
                  <a:lnTo>
                    <a:pt x="2454" y="243"/>
                  </a:lnTo>
                  <a:lnTo>
                    <a:pt x="2313" y="294"/>
                  </a:lnTo>
                  <a:lnTo>
                    <a:pt x="2262" y="384"/>
                  </a:lnTo>
                  <a:lnTo>
                    <a:pt x="2058" y="346"/>
                  </a:lnTo>
                  <a:lnTo>
                    <a:pt x="1892" y="256"/>
                  </a:lnTo>
                  <a:lnTo>
                    <a:pt x="1700" y="346"/>
                  </a:lnTo>
                  <a:lnTo>
                    <a:pt x="1585" y="307"/>
                  </a:lnTo>
                  <a:lnTo>
                    <a:pt x="1470" y="371"/>
                  </a:lnTo>
                  <a:lnTo>
                    <a:pt x="895" y="154"/>
                  </a:lnTo>
                  <a:lnTo>
                    <a:pt x="729" y="116"/>
                  </a:lnTo>
                  <a:lnTo>
                    <a:pt x="562" y="90"/>
                  </a:lnTo>
                  <a:lnTo>
                    <a:pt x="268" y="256"/>
                  </a:lnTo>
                  <a:lnTo>
                    <a:pt x="141" y="307"/>
                  </a:lnTo>
                  <a:lnTo>
                    <a:pt x="0" y="422"/>
                  </a:lnTo>
                  <a:lnTo>
                    <a:pt x="179" y="614"/>
                  </a:lnTo>
                  <a:lnTo>
                    <a:pt x="435" y="512"/>
                  </a:lnTo>
                  <a:lnTo>
                    <a:pt x="460" y="550"/>
                  </a:lnTo>
                  <a:lnTo>
                    <a:pt x="703" y="550"/>
                  </a:lnTo>
                  <a:lnTo>
                    <a:pt x="1010" y="640"/>
                  </a:lnTo>
                  <a:lnTo>
                    <a:pt x="1022" y="703"/>
                  </a:lnTo>
                  <a:lnTo>
                    <a:pt x="1278" y="678"/>
                  </a:lnTo>
                  <a:lnTo>
                    <a:pt x="1419" y="576"/>
                  </a:lnTo>
                  <a:lnTo>
                    <a:pt x="1585" y="640"/>
                  </a:lnTo>
                  <a:lnTo>
                    <a:pt x="1917" y="512"/>
                  </a:lnTo>
                  <a:lnTo>
                    <a:pt x="2045" y="448"/>
                  </a:lnTo>
                  <a:lnTo>
                    <a:pt x="2109" y="537"/>
                  </a:lnTo>
                  <a:lnTo>
                    <a:pt x="2479" y="448"/>
                  </a:lnTo>
                  <a:lnTo>
                    <a:pt x="2620" y="448"/>
                  </a:lnTo>
                  <a:lnTo>
                    <a:pt x="2543" y="307"/>
                  </a:lnTo>
                  <a:lnTo>
                    <a:pt x="2722" y="167"/>
                  </a:lnTo>
                  <a:lnTo>
                    <a:pt x="2748" y="294"/>
                  </a:lnTo>
                  <a:lnTo>
                    <a:pt x="3055" y="231"/>
                  </a:lnTo>
                  <a:lnTo>
                    <a:pt x="2991" y="371"/>
                  </a:lnTo>
                  <a:lnTo>
                    <a:pt x="3093" y="448"/>
                  </a:lnTo>
                  <a:lnTo>
                    <a:pt x="3234" y="282"/>
                  </a:lnTo>
                  <a:lnTo>
                    <a:pt x="3182" y="205"/>
                  </a:lnTo>
                  <a:lnTo>
                    <a:pt x="3272" y="269"/>
                  </a:lnTo>
                  <a:lnTo>
                    <a:pt x="3400" y="103"/>
                  </a:lnTo>
                  <a:lnTo>
                    <a:pt x="3336" y="52"/>
                  </a:lnTo>
                  <a:lnTo>
                    <a:pt x="3208" y="179"/>
                  </a:lnTo>
                  <a:lnTo>
                    <a:pt x="3093" y="231"/>
                  </a:lnTo>
                  <a:lnTo>
                    <a:pt x="2927" y="103"/>
                  </a:lnTo>
                  <a:lnTo>
                    <a:pt x="2761" y="179"/>
                  </a:lnTo>
                  <a:lnTo>
                    <a:pt x="2722" y="116"/>
                  </a:lnTo>
                  <a:lnTo>
                    <a:pt x="267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104;p78">
              <a:extLst>
                <a:ext uri="{FF2B5EF4-FFF2-40B4-BE49-F238E27FC236}">
                  <a16:creationId xmlns:a16="http://schemas.microsoft.com/office/drawing/2014/main" id="{64A54965-7791-0E07-3D58-CDEA2A047759}"/>
                </a:ext>
              </a:extLst>
            </p:cNvPr>
            <p:cNvSpPr/>
            <p:nvPr/>
          </p:nvSpPr>
          <p:spPr>
            <a:xfrm>
              <a:off x="6141500" y="3437550"/>
              <a:ext cx="66475" cy="22075"/>
            </a:xfrm>
            <a:custGeom>
              <a:avLst/>
              <a:gdLst/>
              <a:ahLst/>
              <a:cxnLst/>
              <a:rect l="l" t="t" r="r" b="b"/>
              <a:pathLst>
                <a:path w="2659" h="883" extrusionOk="0">
                  <a:moveTo>
                    <a:pt x="1496" y="1"/>
                  </a:moveTo>
                  <a:lnTo>
                    <a:pt x="1202" y="141"/>
                  </a:lnTo>
                  <a:lnTo>
                    <a:pt x="1227" y="39"/>
                  </a:lnTo>
                  <a:lnTo>
                    <a:pt x="1112" y="39"/>
                  </a:lnTo>
                  <a:lnTo>
                    <a:pt x="972" y="90"/>
                  </a:lnTo>
                  <a:lnTo>
                    <a:pt x="461" y="52"/>
                  </a:lnTo>
                  <a:lnTo>
                    <a:pt x="435" y="65"/>
                  </a:lnTo>
                  <a:lnTo>
                    <a:pt x="346" y="231"/>
                  </a:lnTo>
                  <a:lnTo>
                    <a:pt x="205" y="333"/>
                  </a:lnTo>
                  <a:lnTo>
                    <a:pt x="128" y="307"/>
                  </a:lnTo>
                  <a:lnTo>
                    <a:pt x="77" y="295"/>
                  </a:lnTo>
                  <a:lnTo>
                    <a:pt x="0" y="346"/>
                  </a:lnTo>
                  <a:lnTo>
                    <a:pt x="90" y="422"/>
                  </a:lnTo>
                  <a:lnTo>
                    <a:pt x="154" y="333"/>
                  </a:lnTo>
                  <a:lnTo>
                    <a:pt x="243" y="422"/>
                  </a:lnTo>
                  <a:lnTo>
                    <a:pt x="243" y="563"/>
                  </a:lnTo>
                  <a:lnTo>
                    <a:pt x="371" y="435"/>
                  </a:lnTo>
                  <a:lnTo>
                    <a:pt x="397" y="256"/>
                  </a:lnTo>
                  <a:lnTo>
                    <a:pt x="461" y="218"/>
                  </a:lnTo>
                  <a:lnTo>
                    <a:pt x="461" y="358"/>
                  </a:lnTo>
                  <a:lnTo>
                    <a:pt x="524" y="384"/>
                  </a:lnTo>
                  <a:lnTo>
                    <a:pt x="716" y="601"/>
                  </a:lnTo>
                  <a:lnTo>
                    <a:pt x="601" y="665"/>
                  </a:lnTo>
                  <a:lnTo>
                    <a:pt x="550" y="601"/>
                  </a:lnTo>
                  <a:lnTo>
                    <a:pt x="461" y="665"/>
                  </a:lnTo>
                  <a:lnTo>
                    <a:pt x="333" y="665"/>
                  </a:lnTo>
                  <a:lnTo>
                    <a:pt x="192" y="806"/>
                  </a:lnTo>
                  <a:lnTo>
                    <a:pt x="333" y="844"/>
                  </a:lnTo>
                  <a:lnTo>
                    <a:pt x="563" y="665"/>
                  </a:lnTo>
                  <a:lnTo>
                    <a:pt x="652" y="704"/>
                  </a:lnTo>
                  <a:lnTo>
                    <a:pt x="793" y="640"/>
                  </a:lnTo>
                  <a:lnTo>
                    <a:pt x="908" y="691"/>
                  </a:lnTo>
                  <a:lnTo>
                    <a:pt x="921" y="652"/>
                  </a:lnTo>
                  <a:lnTo>
                    <a:pt x="921" y="614"/>
                  </a:lnTo>
                  <a:lnTo>
                    <a:pt x="908" y="601"/>
                  </a:lnTo>
                  <a:lnTo>
                    <a:pt x="716" y="614"/>
                  </a:lnTo>
                  <a:lnTo>
                    <a:pt x="729" y="550"/>
                  </a:lnTo>
                  <a:lnTo>
                    <a:pt x="882" y="550"/>
                  </a:lnTo>
                  <a:lnTo>
                    <a:pt x="985" y="371"/>
                  </a:lnTo>
                  <a:lnTo>
                    <a:pt x="1100" y="410"/>
                  </a:lnTo>
                  <a:lnTo>
                    <a:pt x="1100" y="474"/>
                  </a:lnTo>
                  <a:lnTo>
                    <a:pt x="1304" y="499"/>
                  </a:lnTo>
                  <a:lnTo>
                    <a:pt x="1496" y="563"/>
                  </a:lnTo>
                  <a:lnTo>
                    <a:pt x="1560" y="525"/>
                  </a:lnTo>
                  <a:lnTo>
                    <a:pt x="1547" y="435"/>
                  </a:lnTo>
                  <a:lnTo>
                    <a:pt x="1892" y="474"/>
                  </a:lnTo>
                  <a:lnTo>
                    <a:pt x="1905" y="563"/>
                  </a:lnTo>
                  <a:lnTo>
                    <a:pt x="2224" y="640"/>
                  </a:lnTo>
                  <a:lnTo>
                    <a:pt x="2544" y="883"/>
                  </a:lnTo>
                  <a:lnTo>
                    <a:pt x="2621" y="883"/>
                  </a:lnTo>
                  <a:lnTo>
                    <a:pt x="2595" y="742"/>
                  </a:lnTo>
                  <a:lnTo>
                    <a:pt x="2659" y="665"/>
                  </a:lnTo>
                  <a:lnTo>
                    <a:pt x="2582" y="537"/>
                  </a:lnTo>
                  <a:lnTo>
                    <a:pt x="2429" y="537"/>
                  </a:lnTo>
                  <a:lnTo>
                    <a:pt x="2416" y="358"/>
                  </a:lnTo>
                  <a:lnTo>
                    <a:pt x="2135" y="180"/>
                  </a:lnTo>
                  <a:lnTo>
                    <a:pt x="1866" y="205"/>
                  </a:lnTo>
                  <a:lnTo>
                    <a:pt x="149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7" name="Google Shape;1105;p78">
              <a:extLst>
                <a:ext uri="{FF2B5EF4-FFF2-40B4-BE49-F238E27FC236}">
                  <a16:creationId xmlns:a16="http://schemas.microsoft.com/office/drawing/2014/main" id="{D2709EF9-FD00-B6EB-5544-F78FA0D57620}"/>
                </a:ext>
              </a:extLst>
            </p:cNvPr>
            <p:cNvSpPr/>
            <p:nvPr/>
          </p:nvSpPr>
          <p:spPr>
            <a:xfrm>
              <a:off x="6021350" y="3592850"/>
              <a:ext cx="7375" cy="4175"/>
            </a:xfrm>
            <a:custGeom>
              <a:avLst/>
              <a:gdLst/>
              <a:ahLst/>
              <a:cxnLst/>
              <a:rect l="l" t="t" r="r" b="b"/>
              <a:pathLst>
                <a:path w="295" h="167" extrusionOk="0">
                  <a:moveTo>
                    <a:pt x="244" y="0"/>
                  </a:moveTo>
                  <a:lnTo>
                    <a:pt x="1" y="128"/>
                  </a:lnTo>
                  <a:lnTo>
                    <a:pt x="180" y="166"/>
                  </a:lnTo>
                  <a:lnTo>
                    <a:pt x="295" y="51"/>
                  </a:lnTo>
                  <a:lnTo>
                    <a:pt x="24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8" name="Google Shape;1106;p78">
              <a:extLst>
                <a:ext uri="{FF2B5EF4-FFF2-40B4-BE49-F238E27FC236}">
                  <a16:creationId xmlns:a16="http://schemas.microsoft.com/office/drawing/2014/main" id="{BA4CB873-BD9A-E6C4-8A3E-DCE03B8E7791}"/>
                </a:ext>
              </a:extLst>
            </p:cNvPr>
            <p:cNvSpPr/>
            <p:nvPr/>
          </p:nvSpPr>
          <p:spPr>
            <a:xfrm>
              <a:off x="5762550" y="3293450"/>
              <a:ext cx="205475" cy="173850"/>
            </a:xfrm>
            <a:custGeom>
              <a:avLst/>
              <a:gdLst/>
              <a:ahLst/>
              <a:cxnLst/>
              <a:rect l="l" t="t" r="r" b="b"/>
              <a:pathLst>
                <a:path w="8219" h="6954" extrusionOk="0">
                  <a:moveTo>
                    <a:pt x="5650" y="1"/>
                  </a:moveTo>
                  <a:lnTo>
                    <a:pt x="5407" y="205"/>
                  </a:lnTo>
                  <a:lnTo>
                    <a:pt x="5458" y="384"/>
                  </a:lnTo>
                  <a:lnTo>
                    <a:pt x="5458" y="397"/>
                  </a:lnTo>
                  <a:lnTo>
                    <a:pt x="5343" y="1087"/>
                  </a:lnTo>
                  <a:lnTo>
                    <a:pt x="5343" y="1100"/>
                  </a:lnTo>
                  <a:lnTo>
                    <a:pt x="5177" y="1100"/>
                  </a:lnTo>
                  <a:lnTo>
                    <a:pt x="5049" y="1381"/>
                  </a:lnTo>
                  <a:lnTo>
                    <a:pt x="5151" y="1406"/>
                  </a:lnTo>
                  <a:lnTo>
                    <a:pt x="5164" y="1406"/>
                  </a:lnTo>
                  <a:lnTo>
                    <a:pt x="5215" y="1470"/>
                  </a:lnTo>
                  <a:lnTo>
                    <a:pt x="5215" y="1496"/>
                  </a:lnTo>
                  <a:lnTo>
                    <a:pt x="5202" y="1509"/>
                  </a:lnTo>
                  <a:lnTo>
                    <a:pt x="4781" y="1739"/>
                  </a:lnTo>
                  <a:lnTo>
                    <a:pt x="4729" y="1790"/>
                  </a:lnTo>
                  <a:lnTo>
                    <a:pt x="4857" y="1969"/>
                  </a:lnTo>
                  <a:lnTo>
                    <a:pt x="4857" y="1982"/>
                  </a:lnTo>
                  <a:lnTo>
                    <a:pt x="4844" y="1994"/>
                  </a:lnTo>
                  <a:lnTo>
                    <a:pt x="4729" y="2045"/>
                  </a:lnTo>
                  <a:lnTo>
                    <a:pt x="4640" y="2403"/>
                  </a:lnTo>
                  <a:lnTo>
                    <a:pt x="4627" y="2416"/>
                  </a:lnTo>
                  <a:lnTo>
                    <a:pt x="4614" y="2416"/>
                  </a:lnTo>
                  <a:lnTo>
                    <a:pt x="4410" y="2378"/>
                  </a:lnTo>
                  <a:lnTo>
                    <a:pt x="4333" y="2391"/>
                  </a:lnTo>
                  <a:lnTo>
                    <a:pt x="4320" y="2391"/>
                  </a:lnTo>
                  <a:lnTo>
                    <a:pt x="4142" y="2327"/>
                  </a:lnTo>
                  <a:lnTo>
                    <a:pt x="3950" y="2557"/>
                  </a:lnTo>
                  <a:lnTo>
                    <a:pt x="3924" y="2557"/>
                  </a:lnTo>
                  <a:lnTo>
                    <a:pt x="3336" y="2391"/>
                  </a:lnTo>
                  <a:lnTo>
                    <a:pt x="3324" y="2378"/>
                  </a:lnTo>
                  <a:lnTo>
                    <a:pt x="3324" y="2365"/>
                  </a:lnTo>
                  <a:lnTo>
                    <a:pt x="3375" y="2263"/>
                  </a:lnTo>
                  <a:lnTo>
                    <a:pt x="2889" y="2263"/>
                  </a:lnTo>
                  <a:lnTo>
                    <a:pt x="2659" y="2365"/>
                  </a:lnTo>
                  <a:lnTo>
                    <a:pt x="2582" y="2595"/>
                  </a:lnTo>
                  <a:lnTo>
                    <a:pt x="2570" y="2608"/>
                  </a:lnTo>
                  <a:lnTo>
                    <a:pt x="2224" y="2774"/>
                  </a:lnTo>
                  <a:lnTo>
                    <a:pt x="2212" y="2774"/>
                  </a:lnTo>
                  <a:lnTo>
                    <a:pt x="1943" y="2685"/>
                  </a:lnTo>
                  <a:lnTo>
                    <a:pt x="1585" y="2723"/>
                  </a:lnTo>
                  <a:lnTo>
                    <a:pt x="1560" y="2800"/>
                  </a:lnTo>
                  <a:lnTo>
                    <a:pt x="1547" y="2812"/>
                  </a:lnTo>
                  <a:lnTo>
                    <a:pt x="1343" y="2863"/>
                  </a:lnTo>
                  <a:lnTo>
                    <a:pt x="1317" y="2863"/>
                  </a:lnTo>
                  <a:lnTo>
                    <a:pt x="652" y="2263"/>
                  </a:lnTo>
                  <a:lnTo>
                    <a:pt x="640" y="2250"/>
                  </a:lnTo>
                  <a:lnTo>
                    <a:pt x="640" y="2109"/>
                  </a:lnTo>
                  <a:lnTo>
                    <a:pt x="499" y="2071"/>
                  </a:lnTo>
                  <a:lnTo>
                    <a:pt x="486" y="2058"/>
                  </a:lnTo>
                  <a:lnTo>
                    <a:pt x="486" y="2045"/>
                  </a:lnTo>
                  <a:lnTo>
                    <a:pt x="537" y="1918"/>
                  </a:lnTo>
                  <a:lnTo>
                    <a:pt x="371" y="1943"/>
                  </a:lnTo>
                  <a:lnTo>
                    <a:pt x="320" y="2161"/>
                  </a:lnTo>
                  <a:lnTo>
                    <a:pt x="154" y="2301"/>
                  </a:lnTo>
                  <a:lnTo>
                    <a:pt x="154" y="2416"/>
                  </a:lnTo>
                  <a:lnTo>
                    <a:pt x="26" y="2582"/>
                  </a:lnTo>
                  <a:lnTo>
                    <a:pt x="65" y="2748"/>
                  </a:lnTo>
                  <a:lnTo>
                    <a:pt x="1" y="2863"/>
                  </a:lnTo>
                  <a:lnTo>
                    <a:pt x="26" y="3030"/>
                  </a:lnTo>
                  <a:lnTo>
                    <a:pt x="90" y="3119"/>
                  </a:lnTo>
                  <a:lnTo>
                    <a:pt x="90" y="3247"/>
                  </a:lnTo>
                  <a:lnTo>
                    <a:pt x="192" y="3362"/>
                  </a:lnTo>
                  <a:lnTo>
                    <a:pt x="282" y="3707"/>
                  </a:lnTo>
                  <a:lnTo>
                    <a:pt x="128" y="3707"/>
                  </a:lnTo>
                  <a:lnTo>
                    <a:pt x="218" y="3963"/>
                  </a:lnTo>
                  <a:lnTo>
                    <a:pt x="231" y="3975"/>
                  </a:lnTo>
                  <a:lnTo>
                    <a:pt x="256" y="3988"/>
                  </a:lnTo>
                  <a:lnTo>
                    <a:pt x="346" y="4001"/>
                  </a:lnTo>
                  <a:lnTo>
                    <a:pt x="474" y="4014"/>
                  </a:lnTo>
                  <a:lnTo>
                    <a:pt x="422" y="4078"/>
                  </a:lnTo>
                  <a:lnTo>
                    <a:pt x="320" y="4078"/>
                  </a:lnTo>
                  <a:lnTo>
                    <a:pt x="346" y="4244"/>
                  </a:lnTo>
                  <a:lnTo>
                    <a:pt x="422" y="4244"/>
                  </a:lnTo>
                  <a:lnTo>
                    <a:pt x="474" y="4205"/>
                  </a:lnTo>
                  <a:lnTo>
                    <a:pt x="627" y="4282"/>
                  </a:lnTo>
                  <a:lnTo>
                    <a:pt x="550" y="4295"/>
                  </a:lnTo>
                  <a:lnTo>
                    <a:pt x="486" y="4308"/>
                  </a:lnTo>
                  <a:lnTo>
                    <a:pt x="474" y="4320"/>
                  </a:lnTo>
                  <a:lnTo>
                    <a:pt x="474" y="4602"/>
                  </a:lnTo>
                  <a:lnTo>
                    <a:pt x="844" y="4410"/>
                  </a:lnTo>
                  <a:lnTo>
                    <a:pt x="870" y="4525"/>
                  </a:lnTo>
                  <a:lnTo>
                    <a:pt x="972" y="4602"/>
                  </a:lnTo>
                  <a:lnTo>
                    <a:pt x="972" y="4883"/>
                  </a:lnTo>
                  <a:lnTo>
                    <a:pt x="793" y="4985"/>
                  </a:lnTo>
                  <a:lnTo>
                    <a:pt x="972" y="5100"/>
                  </a:lnTo>
                  <a:lnTo>
                    <a:pt x="1049" y="5343"/>
                  </a:lnTo>
                  <a:lnTo>
                    <a:pt x="1087" y="5547"/>
                  </a:lnTo>
                  <a:lnTo>
                    <a:pt x="1036" y="5637"/>
                  </a:lnTo>
                  <a:lnTo>
                    <a:pt x="1049" y="5701"/>
                  </a:lnTo>
                  <a:lnTo>
                    <a:pt x="1087" y="5918"/>
                  </a:lnTo>
                  <a:lnTo>
                    <a:pt x="1394" y="5841"/>
                  </a:lnTo>
                  <a:lnTo>
                    <a:pt x="1432" y="6033"/>
                  </a:lnTo>
                  <a:lnTo>
                    <a:pt x="1764" y="6033"/>
                  </a:lnTo>
                  <a:lnTo>
                    <a:pt x="1994" y="5867"/>
                  </a:lnTo>
                  <a:lnTo>
                    <a:pt x="2173" y="5969"/>
                  </a:lnTo>
                  <a:lnTo>
                    <a:pt x="2301" y="5803"/>
                  </a:lnTo>
                  <a:lnTo>
                    <a:pt x="2429" y="6071"/>
                  </a:lnTo>
                  <a:lnTo>
                    <a:pt x="2352" y="6404"/>
                  </a:lnTo>
                  <a:lnTo>
                    <a:pt x="2429" y="6404"/>
                  </a:lnTo>
                  <a:lnTo>
                    <a:pt x="2697" y="6212"/>
                  </a:lnTo>
                  <a:lnTo>
                    <a:pt x="2966" y="6289"/>
                  </a:lnTo>
                  <a:lnTo>
                    <a:pt x="3349" y="6110"/>
                  </a:lnTo>
                  <a:lnTo>
                    <a:pt x="3298" y="6033"/>
                  </a:lnTo>
                  <a:lnTo>
                    <a:pt x="3387" y="5944"/>
                  </a:lnTo>
                  <a:lnTo>
                    <a:pt x="3503" y="6059"/>
                  </a:lnTo>
                  <a:lnTo>
                    <a:pt x="3579" y="6135"/>
                  </a:lnTo>
                  <a:lnTo>
                    <a:pt x="3630" y="6174"/>
                  </a:lnTo>
                  <a:lnTo>
                    <a:pt x="3758" y="6135"/>
                  </a:lnTo>
                  <a:lnTo>
                    <a:pt x="3886" y="6084"/>
                  </a:lnTo>
                  <a:lnTo>
                    <a:pt x="3886" y="6340"/>
                  </a:lnTo>
                  <a:lnTo>
                    <a:pt x="4308" y="6212"/>
                  </a:lnTo>
                  <a:lnTo>
                    <a:pt x="4614" y="6429"/>
                  </a:lnTo>
                  <a:lnTo>
                    <a:pt x="4666" y="6953"/>
                  </a:lnTo>
                  <a:lnTo>
                    <a:pt x="5611" y="6493"/>
                  </a:lnTo>
                  <a:lnTo>
                    <a:pt x="5739" y="6404"/>
                  </a:lnTo>
                  <a:lnTo>
                    <a:pt x="5790" y="6238"/>
                  </a:lnTo>
                  <a:lnTo>
                    <a:pt x="5944" y="6122"/>
                  </a:lnTo>
                  <a:lnTo>
                    <a:pt x="5816" y="6263"/>
                  </a:lnTo>
                  <a:lnTo>
                    <a:pt x="5765" y="6442"/>
                  </a:lnTo>
                  <a:lnTo>
                    <a:pt x="5816" y="6570"/>
                  </a:lnTo>
                  <a:lnTo>
                    <a:pt x="5829" y="6787"/>
                  </a:lnTo>
                  <a:lnTo>
                    <a:pt x="6071" y="6608"/>
                  </a:lnTo>
                  <a:lnTo>
                    <a:pt x="6033" y="6455"/>
                  </a:lnTo>
                  <a:lnTo>
                    <a:pt x="6033" y="6455"/>
                  </a:lnTo>
                  <a:lnTo>
                    <a:pt x="6123" y="6493"/>
                  </a:lnTo>
                  <a:lnTo>
                    <a:pt x="6123" y="6289"/>
                  </a:lnTo>
                  <a:lnTo>
                    <a:pt x="6046" y="6301"/>
                  </a:lnTo>
                  <a:lnTo>
                    <a:pt x="6020" y="6416"/>
                  </a:lnTo>
                  <a:lnTo>
                    <a:pt x="5995" y="6148"/>
                  </a:lnTo>
                  <a:lnTo>
                    <a:pt x="5956" y="6135"/>
                  </a:lnTo>
                  <a:lnTo>
                    <a:pt x="5982" y="6046"/>
                  </a:lnTo>
                  <a:lnTo>
                    <a:pt x="5867" y="5931"/>
                  </a:lnTo>
                  <a:lnTo>
                    <a:pt x="6020" y="5956"/>
                  </a:lnTo>
                  <a:lnTo>
                    <a:pt x="6097" y="5790"/>
                  </a:lnTo>
                  <a:lnTo>
                    <a:pt x="6020" y="5637"/>
                  </a:lnTo>
                  <a:lnTo>
                    <a:pt x="6161" y="5586"/>
                  </a:lnTo>
                  <a:lnTo>
                    <a:pt x="6250" y="5279"/>
                  </a:lnTo>
                  <a:lnTo>
                    <a:pt x="6071" y="5266"/>
                  </a:lnTo>
                  <a:lnTo>
                    <a:pt x="6033" y="5253"/>
                  </a:lnTo>
                  <a:lnTo>
                    <a:pt x="6148" y="5113"/>
                  </a:lnTo>
                  <a:lnTo>
                    <a:pt x="6097" y="4972"/>
                  </a:lnTo>
                  <a:lnTo>
                    <a:pt x="6020" y="4972"/>
                  </a:lnTo>
                  <a:lnTo>
                    <a:pt x="6174" y="4844"/>
                  </a:lnTo>
                  <a:lnTo>
                    <a:pt x="6199" y="4717"/>
                  </a:lnTo>
                  <a:lnTo>
                    <a:pt x="6429" y="4640"/>
                  </a:lnTo>
                  <a:lnTo>
                    <a:pt x="6608" y="4512"/>
                  </a:lnTo>
                  <a:lnTo>
                    <a:pt x="6672" y="4372"/>
                  </a:lnTo>
                  <a:lnTo>
                    <a:pt x="6736" y="4269"/>
                  </a:lnTo>
                  <a:lnTo>
                    <a:pt x="6774" y="4205"/>
                  </a:lnTo>
                  <a:lnTo>
                    <a:pt x="6838" y="4193"/>
                  </a:lnTo>
                  <a:lnTo>
                    <a:pt x="6941" y="4193"/>
                  </a:lnTo>
                  <a:lnTo>
                    <a:pt x="7068" y="4180"/>
                  </a:lnTo>
                  <a:lnTo>
                    <a:pt x="7004" y="4078"/>
                  </a:lnTo>
                  <a:lnTo>
                    <a:pt x="7132" y="3873"/>
                  </a:lnTo>
                  <a:lnTo>
                    <a:pt x="7017" y="3848"/>
                  </a:lnTo>
                  <a:lnTo>
                    <a:pt x="6953" y="3694"/>
                  </a:lnTo>
                  <a:lnTo>
                    <a:pt x="6941" y="3349"/>
                  </a:lnTo>
                  <a:lnTo>
                    <a:pt x="7132" y="3094"/>
                  </a:lnTo>
                  <a:lnTo>
                    <a:pt x="7132" y="2902"/>
                  </a:lnTo>
                  <a:lnTo>
                    <a:pt x="7324" y="2838"/>
                  </a:lnTo>
                  <a:lnTo>
                    <a:pt x="7413" y="2902"/>
                  </a:lnTo>
                  <a:lnTo>
                    <a:pt x="7324" y="2633"/>
                  </a:lnTo>
                  <a:lnTo>
                    <a:pt x="7477" y="2838"/>
                  </a:lnTo>
                  <a:lnTo>
                    <a:pt x="7797" y="2876"/>
                  </a:lnTo>
                  <a:lnTo>
                    <a:pt x="7963" y="2825"/>
                  </a:lnTo>
                  <a:lnTo>
                    <a:pt x="8040" y="2889"/>
                  </a:lnTo>
                  <a:lnTo>
                    <a:pt x="8219" y="2685"/>
                  </a:lnTo>
                  <a:lnTo>
                    <a:pt x="8155" y="2633"/>
                  </a:lnTo>
                  <a:lnTo>
                    <a:pt x="8078" y="2646"/>
                  </a:lnTo>
                  <a:lnTo>
                    <a:pt x="7963" y="2442"/>
                  </a:lnTo>
                  <a:lnTo>
                    <a:pt x="7426" y="2135"/>
                  </a:lnTo>
                  <a:lnTo>
                    <a:pt x="7477" y="2071"/>
                  </a:lnTo>
                  <a:lnTo>
                    <a:pt x="7298" y="2045"/>
                  </a:lnTo>
                  <a:lnTo>
                    <a:pt x="7247" y="1867"/>
                  </a:lnTo>
                  <a:lnTo>
                    <a:pt x="7477" y="1713"/>
                  </a:lnTo>
                  <a:lnTo>
                    <a:pt x="7337" y="1509"/>
                  </a:lnTo>
                  <a:lnTo>
                    <a:pt x="7222" y="1279"/>
                  </a:lnTo>
                  <a:lnTo>
                    <a:pt x="7107" y="1253"/>
                  </a:lnTo>
                  <a:lnTo>
                    <a:pt x="7183" y="1189"/>
                  </a:lnTo>
                  <a:lnTo>
                    <a:pt x="7094" y="1023"/>
                  </a:lnTo>
                  <a:lnTo>
                    <a:pt x="6889" y="985"/>
                  </a:lnTo>
                  <a:lnTo>
                    <a:pt x="6774" y="921"/>
                  </a:lnTo>
                  <a:lnTo>
                    <a:pt x="7004" y="844"/>
                  </a:lnTo>
                  <a:lnTo>
                    <a:pt x="6953" y="742"/>
                  </a:lnTo>
                  <a:lnTo>
                    <a:pt x="6877" y="767"/>
                  </a:lnTo>
                  <a:lnTo>
                    <a:pt x="6774" y="716"/>
                  </a:lnTo>
                  <a:lnTo>
                    <a:pt x="6877" y="729"/>
                  </a:lnTo>
                  <a:lnTo>
                    <a:pt x="6979" y="704"/>
                  </a:lnTo>
                  <a:lnTo>
                    <a:pt x="6915" y="640"/>
                  </a:lnTo>
                  <a:lnTo>
                    <a:pt x="6749" y="614"/>
                  </a:lnTo>
                  <a:lnTo>
                    <a:pt x="6736" y="678"/>
                  </a:lnTo>
                  <a:lnTo>
                    <a:pt x="6710" y="601"/>
                  </a:lnTo>
                  <a:lnTo>
                    <a:pt x="6774" y="589"/>
                  </a:lnTo>
                  <a:lnTo>
                    <a:pt x="7107" y="601"/>
                  </a:lnTo>
                  <a:lnTo>
                    <a:pt x="7183" y="550"/>
                  </a:lnTo>
                  <a:lnTo>
                    <a:pt x="7132" y="486"/>
                  </a:lnTo>
                  <a:lnTo>
                    <a:pt x="7260" y="461"/>
                  </a:lnTo>
                  <a:lnTo>
                    <a:pt x="7234" y="397"/>
                  </a:lnTo>
                  <a:lnTo>
                    <a:pt x="7043" y="371"/>
                  </a:lnTo>
                  <a:lnTo>
                    <a:pt x="6992" y="295"/>
                  </a:lnTo>
                  <a:lnTo>
                    <a:pt x="6928" y="192"/>
                  </a:lnTo>
                  <a:lnTo>
                    <a:pt x="7056" y="307"/>
                  </a:lnTo>
                  <a:lnTo>
                    <a:pt x="7081" y="205"/>
                  </a:lnTo>
                  <a:lnTo>
                    <a:pt x="7081" y="307"/>
                  </a:lnTo>
                  <a:lnTo>
                    <a:pt x="7209" y="320"/>
                  </a:lnTo>
                  <a:lnTo>
                    <a:pt x="7209" y="231"/>
                  </a:lnTo>
                  <a:lnTo>
                    <a:pt x="7260" y="295"/>
                  </a:lnTo>
                  <a:lnTo>
                    <a:pt x="7375" y="269"/>
                  </a:lnTo>
                  <a:lnTo>
                    <a:pt x="7298" y="167"/>
                  </a:lnTo>
                  <a:lnTo>
                    <a:pt x="7132" y="90"/>
                  </a:lnTo>
                  <a:lnTo>
                    <a:pt x="7094" y="116"/>
                  </a:lnTo>
                  <a:lnTo>
                    <a:pt x="7183" y="205"/>
                  </a:lnTo>
                  <a:lnTo>
                    <a:pt x="7068" y="141"/>
                  </a:lnTo>
                  <a:lnTo>
                    <a:pt x="7056" y="141"/>
                  </a:lnTo>
                  <a:lnTo>
                    <a:pt x="6966" y="180"/>
                  </a:lnTo>
                  <a:lnTo>
                    <a:pt x="7030" y="141"/>
                  </a:lnTo>
                  <a:lnTo>
                    <a:pt x="6774" y="39"/>
                  </a:lnTo>
                  <a:lnTo>
                    <a:pt x="6263" y="1"/>
                  </a:lnTo>
                  <a:lnTo>
                    <a:pt x="6059" y="52"/>
                  </a:lnTo>
                  <a:lnTo>
                    <a:pt x="6046" y="52"/>
                  </a:lnTo>
                  <a:lnTo>
                    <a:pt x="5867" y="1"/>
                  </a:lnTo>
                  <a:lnTo>
                    <a:pt x="5765" y="77"/>
                  </a:lnTo>
                  <a:lnTo>
                    <a:pt x="5739" y="77"/>
                  </a:lnTo>
                  <a:lnTo>
                    <a:pt x="565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107;p78">
              <a:extLst>
                <a:ext uri="{FF2B5EF4-FFF2-40B4-BE49-F238E27FC236}">
                  <a16:creationId xmlns:a16="http://schemas.microsoft.com/office/drawing/2014/main" id="{E9B2D886-4B4E-5FD3-6D2E-F69AFE963243}"/>
                </a:ext>
              </a:extLst>
            </p:cNvPr>
            <p:cNvSpPr/>
            <p:nvPr/>
          </p:nvSpPr>
          <p:spPr>
            <a:xfrm>
              <a:off x="5731550" y="3432750"/>
              <a:ext cx="20475" cy="14725"/>
            </a:xfrm>
            <a:custGeom>
              <a:avLst/>
              <a:gdLst/>
              <a:ahLst/>
              <a:cxnLst/>
              <a:rect l="l" t="t" r="r" b="b"/>
              <a:pathLst>
                <a:path w="819" h="589" extrusionOk="0">
                  <a:moveTo>
                    <a:pt x="320" y="1"/>
                  </a:moveTo>
                  <a:lnTo>
                    <a:pt x="244" y="116"/>
                  </a:lnTo>
                  <a:lnTo>
                    <a:pt x="231" y="282"/>
                  </a:lnTo>
                  <a:lnTo>
                    <a:pt x="205" y="282"/>
                  </a:lnTo>
                  <a:lnTo>
                    <a:pt x="116" y="205"/>
                  </a:lnTo>
                  <a:lnTo>
                    <a:pt x="1" y="218"/>
                  </a:lnTo>
                  <a:lnTo>
                    <a:pt x="26" y="346"/>
                  </a:lnTo>
                  <a:lnTo>
                    <a:pt x="65" y="372"/>
                  </a:lnTo>
                  <a:lnTo>
                    <a:pt x="103" y="384"/>
                  </a:lnTo>
                  <a:lnTo>
                    <a:pt x="129" y="384"/>
                  </a:lnTo>
                  <a:lnTo>
                    <a:pt x="167" y="295"/>
                  </a:lnTo>
                  <a:lnTo>
                    <a:pt x="231" y="333"/>
                  </a:lnTo>
                  <a:lnTo>
                    <a:pt x="231" y="589"/>
                  </a:lnTo>
                  <a:lnTo>
                    <a:pt x="359" y="525"/>
                  </a:lnTo>
                  <a:lnTo>
                    <a:pt x="410" y="435"/>
                  </a:lnTo>
                  <a:lnTo>
                    <a:pt x="512" y="512"/>
                  </a:lnTo>
                  <a:lnTo>
                    <a:pt x="512" y="589"/>
                  </a:lnTo>
                  <a:lnTo>
                    <a:pt x="602" y="589"/>
                  </a:lnTo>
                  <a:lnTo>
                    <a:pt x="640" y="525"/>
                  </a:lnTo>
                  <a:lnTo>
                    <a:pt x="717" y="461"/>
                  </a:lnTo>
                  <a:lnTo>
                    <a:pt x="729" y="346"/>
                  </a:lnTo>
                  <a:lnTo>
                    <a:pt x="819" y="269"/>
                  </a:lnTo>
                  <a:lnTo>
                    <a:pt x="678" y="90"/>
                  </a:lnTo>
                  <a:lnTo>
                    <a:pt x="41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108;p78">
              <a:extLst>
                <a:ext uri="{FF2B5EF4-FFF2-40B4-BE49-F238E27FC236}">
                  <a16:creationId xmlns:a16="http://schemas.microsoft.com/office/drawing/2014/main" id="{55B85659-56E6-09A6-F79C-3C81E659212D}"/>
                </a:ext>
              </a:extLst>
            </p:cNvPr>
            <p:cNvSpPr/>
            <p:nvPr/>
          </p:nvSpPr>
          <p:spPr>
            <a:xfrm>
              <a:off x="5744650" y="3295700"/>
              <a:ext cx="8650" cy="12475"/>
            </a:xfrm>
            <a:custGeom>
              <a:avLst/>
              <a:gdLst/>
              <a:ahLst/>
              <a:cxnLst/>
              <a:rect l="l" t="t" r="r" b="b"/>
              <a:pathLst>
                <a:path w="346" h="499" extrusionOk="0">
                  <a:moveTo>
                    <a:pt x="205" y="0"/>
                  </a:moveTo>
                  <a:lnTo>
                    <a:pt x="1" y="179"/>
                  </a:lnTo>
                  <a:lnTo>
                    <a:pt x="39" y="320"/>
                  </a:lnTo>
                  <a:lnTo>
                    <a:pt x="218" y="358"/>
                  </a:lnTo>
                  <a:lnTo>
                    <a:pt x="218" y="422"/>
                  </a:lnTo>
                  <a:lnTo>
                    <a:pt x="180" y="396"/>
                  </a:lnTo>
                  <a:lnTo>
                    <a:pt x="78" y="435"/>
                  </a:lnTo>
                  <a:lnTo>
                    <a:pt x="116" y="499"/>
                  </a:lnTo>
                  <a:lnTo>
                    <a:pt x="269" y="473"/>
                  </a:lnTo>
                  <a:lnTo>
                    <a:pt x="346" y="294"/>
                  </a:lnTo>
                  <a:lnTo>
                    <a:pt x="346" y="192"/>
                  </a:lnTo>
                  <a:lnTo>
                    <a:pt x="218" y="115"/>
                  </a:lnTo>
                  <a:lnTo>
                    <a:pt x="244" y="26"/>
                  </a:lnTo>
                  <a:lnTo>
                    <a:pt x="20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109;p78">
              <a:extLst>
                <a:ext uri="{FF2B5EF4-FFF2-40B4-BE49-F238E27FC236}">
                  <a16:creationId xmlns:a16="http://schemas.microsoft.com/office/drawing/2014/main" id="{C44C4BBF-DF04-3F8F-C1D5-575A66852DC2}"/>
                </a:ext>
              </a:extLst>
            </p:cNvPr>
            <p:cNvSpPr/>
            <p:nvPr/>
          </p:nvSpPr>
          <p:spPr>
            <a:xfrm>
              <a:off x="5890350" y="3518400"/>
              <a:ext cx="8025" cy="6075"/>
            </a:xfrm>
            <a:custGeom>
              <a:avLst/>
              <a:gdLst/>
              <a:ahLst/>
              <a:cxnLst/>
              <a:rect l="l" t="t" r="r" b="b"/>
              <a:pathLst>
                <a:path w="321" h="243" extrusionOk="0">
                  <a:moveTo>
                    <a:pt x="1" y="0"/>
                  </a:moveTo>
                  <a:lnTo>
                    <a:pt x="1" y="243"/>
                  </a:lnTo>
                  <a:lnTo>
                    <a:pt x="154" y="128"/>
                  </a:lnTo>
                  <a:lnTo>
                    <a:pt x="320" y="128"/>
                  </a:lnTo>
                  <a:lnTo>
                    <a:pt x="18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110;p78">
              <a:extLst>
                <a:ext uri="{FF2B5EF4-FFF2-40B4-BE49-F238E27FC236}">
                  <a16:creationId xmlns:a16="http://schemas.microsoft.com/office/drawing/2014/main" id="{4A441C8F-03AE-6F3C-BA51-B423466B1637}"/>
                </a:ext>
              </a:extLst>
            </p:cNvPr>
            <p:cNvSpPr/>
            <p:nvPr/>
          </p:nvSpPr>
          <p:spPr>
            <a:xfrm>
              <a:off x="5627075" y="2900775"/>
              <a:ext cx="148600" cy="307075"/>
            </a:xfrm>
            <a:custGeom>
              <a:avLst/>
              <a:gdLst/>
              <a:ahLst/>
              <a:cxnLst/>
              <a:rect l="l" t="t" r="r" b="b"/>
              <a:pathLst>
                <a:path w="5944" h="12283" extrusionOk="0">
                  <a:moveTo>
                    <a:pt x="2544" y="0"/>
                  </a:moveTo>
                  <a:lnTo>
                    <a:pt x="2506" y="90"/>
                  </a:lnTo>
                  <a:lnTo>
                    <a:pt x="2173" y="269"/>
                  </a:lnTo>
                  <a:lnTo>
                    <a:pt x="2173" y="371"/>
                  </a:lnTo>
                  <a:lnTo>
                    <a:pt x="2071" y="511"/>
                  </a:lnTo>
                  <a:lnTo>
                    <a:pt x="1841" y="575"/>
                  </a:lnTo>
                  <a:lnTo>
                    <a:pt x="1688" y="639"/>
                  </a:lnTo>
                  <a:lnTo>
                    <a:pt x="1343" y="793"/>
                  </a:lnTo>
                  <a:lnTo>
                    <a:pt x="1317" y="639"/>
                  </a:lnTo>
                  <a:lnTo>
                    <a:pt x="1202" y="639"/>
                  </a:lnTo>
                  <a:lnTo>
                    <a:pt x="1100" y="933"/>
                  </a:lnTo>
                  <a:lnTo>
                    <a:pt x="870" y="550"/>
                  </a:lnTo>
                  <a:lnTo>
                    <a:pt x="742" y="908"/>
                  </a:lnTo>
                  <a:lnTo>
                    <a:pt x="512" y="627"/>
                  </a:lnTo>
                  <a:lnTo>
                    <a:pt x="269" y="550"/>
                  </a:lnTo>
                  <a:lnTo>
                    <a:pt x="90" y="831"/>
                  </a:lnTo>
                  <a:lnTo>
                    <a:pt x="1" y="831"/>
                  </a:lnTo>
                  <a:lnTo>
                    <a:pt x="397" y="1291"/>
                  </a:lnTo>
                  <a:lnTo>
                    <a:pt x="410" y="1304"/>
                  </a:lnTo>
                  <a:lnTo>
                    <a:pt x="422" y="1419"/>
                  </a:lnTo>
                  <a:lnTo>
                    <a:pt x="499" y="1342"/>
                  </a:lnTo>
                  <a:lnTo>
                    <a:pt x="525" y="1329"/>
                  </a:lnTo>
                  <a:lnTo>
                    <a:pt x="627" y="1355"/>
                  </a:lnTo>
                  <a:lnTo>
                    <a:pt x="652" y="1368"/>
                  </a:lnTo>
                  <a:lnTo>
                    <a:pt x="691" y="1534"/>
                  </a:lnTo>
                  <a:lnTo>
                    <a:pt x="691" y="1547"/>
                  </a:lnTo>
                  <a:lnTo>
                    <a:pt x="589" y="1853"/>
                  </a:lnTo>
                  <a:lnTo>
                    <a:pt x="819" y="2135"/>
                  </a:lnTo>
                  <a:lnTo>
                    <a:pt x="998" y="2186"/>
                  </a:lnTo>
                  <a:lnTo>
                    <a:pt x="1240" y="2262"/>
                  </a:lnTo>
                  <a:lnTo>
                    <a:pt x="1279" y="2173"/>
                  </a:lnTo>
                  <a:lnTo>
                    <a:pt x="1279" y="2160"/>
                  </a:lnTo>
                  <a:lnTo>
                    <a:pt x="1598" y="2020"/>
                  </a:lnTo>
                  <a:lnTo>
                    <a:pt x="1611" y="2020"/>
                  </a:lnTo>
                  <a:lnTo>
                    <a:pt x="1931" y="2250"/>
                  </a:lnTo>
                  <a:lnTo>
                    <a:pt x="2058" y="2326"/>
                  </a:lnTo>
                  <a:lnTo>
                    <a:pt x="2058" y="2352"/>
                  </a:lnTo>
                  <a:lnTo>
                    <a:pt x="2058" y="2365"/>
                  </a:lnTo>
                  <a:lnTo>
                    <a:pt x="1828" y="2518"/>
                  </a:lnTo>
                  <a:lnTo>
                    <a:pt x="1969" y="2646"/>
                  </a:lnTo>
                  <a:lnTo>
                    <a:pt x="2224" y="2671"/>
                  </a:lnTo>
                  <a:lnTo>
                    <a:pt x="2237" y="2671"/>
                  </a:lnTo>
                  <a:lnTo>
                    <a:pt x="2327" y="2838"/>
                  </a:lnTo>
                  <a:lnTo>
                    <a:pt x="2327" y="2850"/>
                  </a:lnTo>
                  <a:lnTo>
                    <a:pt x="2314" y="2863"/>
                  </a:lnTo>
                  <a:lnTo>
                    <a:pt x="2161" y="2953"/>
                  </a:lnTo>
                  <a:lnTo>
                    <a:pt x="2148" y="3029"/>
                  </a:lnTo>
                  <a:lnTo>
                    <a:pt x="2148" y="3042"/>
                  </a:lnTo>
                  <a:lnTo>
                    <a:pt x="1982" y="3221"/>
                  </a:lnTo>
                  <a:lnTo>
                    <a:pt x="1956" y="3234"/>
                  </a:lnTo>
                  <a:lnTo>
                    <a:pt x="1649" y="3132"/>
                  </a:lnTo>
                  <a:lnTo>
                    <a:pt x="1547" y="3183"/>
                  </a:lnTo>
                  <a:lnTo>
                    <a:pt x="1624" y="3285"/>
                  </a:lnTo>
                  <a:lnTo>
                    <a:pt x="1624" y="3298"/>
                  </a:lnTo>
                  <a:lnTo>
                    <a:pt x="1624" y="3310"/>
                  </a:lnTo>
                  <a:lnTo>
                    <a:pt x="1432" y="3438"/>
                  </a:lnTo>
                  <a:lnTo>
                    <a:pt x="2071" y="3834"/>
                  </a:lnTo>
                  <a:lnTo>
                    <a:pt x="2416" y="3937"/>
                  </a:lnTo>
                  <a:lnTo>
                    <a:pt x="2442" y="3949"/>
                  </a:lnTo>
                  <a:lnTo>
                    <a:pt x="2429" y="3975"/>
                  </a:lnTo>
                  <a:lnTo>
                    <a:pt x="2339" y="4090"/>
                  </a:lnTo>
                  <a:lnTo>
                    <a:pt x="2595" y="4346"/>
                  </a:lnTo>
                  <a:lnTo>
                    <a:pt x="2659" y="4333"/>
                  </a:lnTo>
                  <a:lnTo>
                    <a:pt x="2685" y="4333"/>
                  </a:lnTo>
                  <a:lnTo>
                    <a:pt x="2774" y="4486"/>
                  </a:lnTo>
                  <a:lnTo>
                    <a:pt x="2787" y="4486"/>
                  </a:lnTo>
                  <a:lnTo>
                    <a:pt x="2812" y="4691"/>
                  </a:lnTo>
                  <a:lnTo>
                    <a:pt x="3196" y="5087"/>
                  </a:lnTo>
                  <a:lnTo>
                    <a:pt x="3272" y="5087"/>
                  </a:lnTo>
                  <a:lnTo>
                    <a:pt x="3285" y="5100"/>
                  </a:lnTo>
                  <a:lnTo>
                    <a:pt x="3413" y="5304"/>
                  </a:lnTo>
                  <a:lnTo>
                    <a:pt x="3528" y="5368"/>
                  </a:lnTo>
                  <a:lnTo>
                    <a:pt x="3541" y="5381"/>
                  </a:lnTo>
                  <a:lnTo>
                    <a:pt x="3618" y="5688"/>
                  </a:lnTo>
                  <a:lnTo>
                    <a:pt x="3656" y="5803"/>
                  </a:lnTo>
                  <a:lnTo>
                    <a:pt x="3784" y="5752"/>
                  </a:lnTo>
                  <a:lnTo>
                    <a:pt x="3809" y="5752"/>
                  </a:lnTo>
                  <a:lnTo>
                    <a:pt x="3809" y="5777"/>
                  </a:lnTo>
                  <a:lnTo>
                    <a:pt x="3796" y="5841"/>
                  </a:lnTo>
                  <a:lnTo>
                    <a:pt x="4142" y="6122"/>
                  </a:lnTo>
                  <a:lnTo>
                    <a:pt x="4282" y="6122"/>
                  </a:lnTo>
                  <a:lnTo>
                    <a:pt x="4295" y="6135"/>
                  </a:lnTo>
                  <a:lnTo>
                    <a:pt x="4295" y="6148"/>
                  </a:lnTo>
                  <a:lnTo>
                    <a:pt x="4282" y="6224"/>
                  </a:lnTo>
                  <a:lnTo>
                    <a:pt x="4282" y="6237"/>
                  </a:lnTo>
                  <a:lnTo>
                    <a:pt x="4052" y="6416"/>
                  </a:lnTo>
                  <a:lnTo>
                    <a:pt x="4474" y="6863"/>
                  </a:lnTo>
                  <a:lnTo>
                    <a:pt x="4474" y="6889"/>
                  </a:lnTo>
                  <a:lnTo>
                    <a:pt x="4474" y="6902"/>
                  </a:lnTo>
                  <a:lnTo>
                    <a:pt x="4295" y="7055"/>
                  </a:lnTo>
                  <a:lnTo>
                    <a:pt x="4372" y="7234"/>
                  </a:lnTo>
                  <a:lnTo>
                    <a:pt x="4372" y="7247"/>
                  </a:lnTo>
                  <a:lnTo>
                    <a:pt x="4384" y="7451"/>
                  </a:lnTo>
                  <a:lnTo>
                    <a:pt x="4372" y="7477"/>
                  </a:lnTo>
                  <a:lnTo>
                    <a:pt x="4257" y="7554"/>
                  </a:lnTo>
                  <a:lnTo>
                    <a:pt x="4218" y="7784"/>
                  </a:lnTo>
                  <a:lnTo>
                    <a:pt x="4282" y="7848"/>
                  </a:lnTo>
                  <a:lnTo>
                    <a:pt x="4282" y="7860"/>
                  </a:lnTo>
                  <a:lnTo>
                    <a:pt x="4474" y="8244"/>
                  </a:lnTo>
                  <a:lnTo>
                    <a:pt x="4474" y="8257"/>
                  </a:lnTo>
                  <a:lnTo>
                    <a:pt x="4257" y="8666"/>
                  </a:lnTo>
                  <a:lnTo>
                    <a:pt x="4397" y="9036"/>
                  </a:lnTo>
                  <a:lnTo>
                    <a:pt x="4397" y="9049"/>
                  </a:lnTo>
                  <a:lnTo>
                    <a:pt x="4320" y="9317"/>
                  </a:lnTo>
                  <a:lnTo>
                    <a:pt x="4308" y="9330"/>
                  </a:lnTo>
                  <a:lnTo>
                    <a:pt x="4295" y="9330"/>
                  </a:lnTo>
                  <a:lnTo>
                    <a:pt x="4103" y="9279"/>
                  </a:lnTo>
                  <a:lnTo>
                    <a:pt x="3860" y="9509"/>
                  </a:lnTo>
                  <a:lnTo>
                    <a:pt x="3848" y="9522"/>
                  </a:lnTo>
                  <a:lnTo>
                    <a:pt x="3490" y="9573"/>
                  </a:lnTo>
                  <a:lnTo>
                    <a:pt x="3426" y="9816"/>
                  </a:lnTo>
                  <a:lnTo>
                    <a:pt x="3413" y="9829"/>
                  </a:lnTo>
                  <a:lnTo>
                    <a:pt x="3400" y="9829"/>
                  </a:lnTo>
                  <a:lnTo>
                    <a:pt x="3132" y="9726"/>
                  </a:lnTo>
                  <a:lnTo>
                    <a:pt x="2940" y="9854"/>
                  </a:lnTo>
                  <a:lnTo>
                    <a:pt x="3004" y="9944"/>
                  </a:lnTo>
                  <a:lnTo>
                    <a:pt x="3004" y="9956"/>
                  </a:lnTo>
                  <a:lnTo>
                    <a:pt x="2953" y="10110"/>
                  </a:lnTo>
                  <a:lnTo>
                    <a:pt x="3260" y="10263"/>
                  </a:lnTo>
                  <a:lnTo>
                    <a:pt x="3272" y="10289"/>
                  </a:lnTo>
                  <a:lnTo>
                    <a:pt x="3272" y="10493"/>
                  </a:lnTo>
                  <a:lnTo>
                    <a:pt x="3272" y="10506"/>
                  </a:lnTo>
                  <a:lnTo>
                    <a:pt x="3260" y="10519"/>
                  </a:lnTo>
                  <a:lnTo>
                    <a:pt x="3094" y="10531"/>
                  </a:lnTo>
                  <a:lnTo>
                    <a:pt x="3068" y="10519"/>
                  </a:lnTo>
                  <a:lnTo>
                    <a:pt x="2915" y="10314"/>
                  </a:lnTo>
                  <a:lnTo>
                    <a:pt x="2608" y="10404"/>
                  </a:lnTo>
                  <a:lnTo>
                    <a:pt x="2276" y="10404"/>
                  </a:lnTo>
                  <a:lnTo>
                    <a:pt x="2276" y="10506"/>
                  </a:lnTo>
                  <a:lnTo>
                    <a:pt x="2276" y="10519"/>
                  </a:lnTo>
                  <a:lnTo>
                    <a:pt x="2122" y="10723"/>
                  </a:lnTo>
                  <a:lnTo>
                    <a:pt x="2109" y="10723"/>
                  </a:lnTo>
                  <a:lnTo>
                    <a:pt x="1841" y="10813"/>
                  </a:lnTo>
                  <a:lnTo>
                    <a:pt x="1918" y="10864"/>
                  </a:lnTo>
                  <a:lnTo>
                    <a:pt x="2007" y="10992"/>
                  </a:lnTo>
                  <a:lnTo>
                    <a:pt x="2135" y="10953"/>
                  </a:lnTo>
                  <a:lnTo>
                    <a:pt x="2161" y="11030"/>
                  </a:lnTo>
                  <a:lnTo>
                    <a:pt x="2276" y="11055"/>
                  </a:lnTo>
                  <a:lnTo>
                    <a:pt x="2378" y="11170"/>
                  </a:lnTo>
                  <a:lnTo>
                    <a:pt x="2288" y="11209"/>
                  </a:lnTo>
                  <a:lnTo>
                    <a:pt x="2161" y="11388"/>
                  </a:lnTo>
                  <a:lnTo>
                    <a:pt x="2135" y="12052"/>
                  </a:lnTo>
                  <a:lnTo>
                    <a:pt x="2135" y="12155"/>
                  </a:lnTo>
                  <a:lnTo>
                    <a:pt x="2224" y="12180"/>
                  </a:lnTo>
                  <a:lnTo>
                    <a:pt x="2084" y="12282"/>
                  </a:lnTo>
                  <a:lnTo>
                    <a:pt x="2173" y="12282"/>
                  </a:lnTo>
                  <a:lnTo>
                    <a:pt x="2314" y="12257"/>
                  </a:lnTo>
                  <a:lnTo>
                    <a:pt x="2582" y="12091"/>
                  </a:lnTo>
                  <a:lnTo>
                    <a:pt x="2685" y="11886"/>
                  </a:lnTo>
                  <a:lnTo>
                    <a:pt x="2863" y="11784"/>
                  </a:lnTo>
                  <a:lnTo>
                    <a:pt x="3081" y="11707"/>
                  </a:lnTo>
                  <a:lnTo>
                    <a:pt x="3247" y="11669"/>
                  </a:lnTo>
                  <a:lnTo>
                    <a:pt x="3311" y="11516"/>
                  </a:lnTo>
                  <a:lnTo>
                    <a:pt x="2736" y="10889"/>
                  </a:lnTo>
                  <a:lnTo>
                    <a:pt x="3349" y="11477"/>
                  </a:lnTo>
                  <a:lnTo>
                    <a:pt x="3387" y="11516"/>
                  </a:lnTo>
                  <a:lnTo>
                    <a:pt x="3541" y="11477"/>
                  </a:lnTo>
                  <a:lnTo>
                    <a:pt x="3579" y="11375"/>
                  </a:lnTo>
                  <a:lnTo>
                    <a:pt x="3247" y="11043"/>
                  </a:lnTo>
                  <a:lnTo>
                    <a:pt x="3247" y="10966"/>
                  </a:lnTo>
                  <a:lnTo>
                    <a:pt x="3004" y="10851"/>
                  </a:lnTo>
                  <a:lnTo>
                    <a:pt x="3272" y="10928"/>
                  </a:lnTo>
                  <a:lnTo>
                    <a:pt x="3298" y="11068"/>
                  </a:lnTo>
                  <a:lnTo>
                    <a:pt x="3503" y="11260"/>
                  </a:lnTo>
                  <a:lnTo>
                    <a:pt x="3630" y="11260"/>
                  </a:lnTo>
                  <a:lnTo>
                    <a:pt x="3669" y="11183"/>
                  </a:lnTo>
                  <a:lnTo>
                    <a:pt x="3336" y="10915"/>
                  </a:lnTo>
                  <a:lnTo>
                    <a:pt x="3336" y="10915"/>
                  </a:lnTo>
                  <a:lnTo>
                    <a:pt x="3745" y="11081"/>
                  </a:lnTo>
                  <a:lnTo>
                    <a:pt x="3745" y="10940"/>
                  </a:lnTo>
                  <a:lnTo>
                    <a:pt x="3413" y="10838"/>
                  </a:lnTo>
                  <a:lnTo>
                    <a:pt x="3745" y="10902"/>
                  </a:lnTo>
                  <a:lnTo>
                    <a:pt x="3809" y="10800"/>
                  </a:lnTo>
                  <a:lnTo>
                    <a:pt x="3554" y="10762"/>
                  </a:lnTo>
                  <a:lnTo>
                    <a:pt x="3630" y="10710"/>
                  </a:lnTo>
                  <a:lnTo>
                    <a:pt x="3784" y="10659"/>
                  </a:lnTo>
                  <a:lnTo>
                    <a:pt x="3733" y="10583"/>
                  </a:lnTo>
                  <a:lnTo>
                    <a:pt x="3784" y="10583"/>
                  </a:lnTo>
                  <a:lnTo>
                    <a:pt x="3848" y="10595"/>
                  </a:lnTo>
                  <a:lnTo>
                    <a:pt x="3912" y="10723"/>
                  </a:lnTo>
                  <a:lnTo>
                    <a:pt x="4090" y="10800"/>
                  </a:lnTo>
                  <a:lnTo>
                    <a:pt x="4231" y="10800"/>
                  </a:lnTo>
                  <a:lnTo>
                    <a:pt x="4499" y="10595"/>
                  </a:lnTo>
                  <a:lnTo>
                    <a:pt x="4781" y="10493"/>
                  </a:lnTo>
                  <a:lnTo>
                    <a:pt x="4857" y="10378"/>
                  </a:lnTo>
                  <a:lnTo>
                    <a:pt x="4985" y="10365"/>
                  </a:lnTo>
                  <a:lnTo>
                    <a:pt x="5151" y="10212"/>
                  </a:lnTo>
                  <a:lnTo>
                    <a:pt x="5228" y="10212"/>
                  </a:lnTo>
                  <a:lnTo>
                    <a:pt x="5407" y="10084"/>
                  </a:lnTo>
                  <a:lnTo>
                    <a:pt x="5547" y="10033"/>
                  </a:lnTo>
                  <a:lnTo>
                    <a:pt x="5560" y="9854"/>
                  </a:lnTo>
                  <a:lnTo>
                    <a:pt x="5726" y="9854"/>
                  </a:lnTo>
                  <a:lnTo>
                    <a:pt x="5752" y="9777"/>
                  </a:lnTo>
                  <a:lnTo>
                    <a:pt x="5675" y="9662"/>
                  </a:lnTo>
                  <a:lnTo>
                    <a:pt x="5803" y="9547"/>
                  </a:lnTo>
                  <a:lnTo>
                    <a:pt x="5714" y="9471"/>
                  </a:lnTo>
                  <a:lnTo>
                    <a:pt x="5688" y="9356"/>
                  </a:lnTo>
                  <a:lnTo>
                    <a:pt x="5752" y="9317"/>
                  </a:lnTo>
                  <a:lnTo>
                    <a:pt x="5701" y="9164"/>
                  </a:lnTo>
                  <a:lnTo>
                    <a:pt x="5777" y="9151"/>
                  </a:lnTo>
                  <a:lnTo>
                    <a:pt x="5714" y="9011"/>
                  </a:lnTo>
                  <a:lnTo>
                    <a:pt x="5752" y="8908"/>
                  </a:lnTo>
                  <a:lnTo>
                    <a:pt x="5829" y="8896"/>
                  </a:lnTo>
                  <a:lnTo>
                    <a:pt x="5790" y="8985"/>
                  </a:lnTo>
                  <a:lnTo>
                    <a:pt x="5854" y="9049"/>
                  </a:lnTo>
                  <a:lnTo>
                    <a:pt x="5944" y="8972"/>
                  </a:lnTo>
                  <a:lnTo>
                    <a:pt x="5803" y="8844"/>
                  </a:lnTo>
                  <a:lnTo>
                    <a:pt x="5905" y="8781"/>
                  </a:lnTo>
                  <a:lnTo>
                    <a:pt x="5777" y="8487"/>
                  </a:lnTo>
                  <a:lnTo>
                    <a:pt x="5816" y="8193"/>
                  </a:lnTo>
                  <a:lnTo>
                    <a:pt x="5714" y="8154"/>
                  </a:lnTo>
                  <a:lnTo>
                    <a:pt x="5726" y="8090"/>
                  </a:lnTo>
                  <a:lnTo>
                    <a:pt x="5765" y="8052"/>
                  </a:lnTo>
                  <a:lnTo>
                    <a:pt x="5816" y="8001"/>
                  </a:lnTo>
                  <a:lnTo>
                    <a:pt x="5599" y="7451"/>
                  </a:lnTo>
                  <a:lnTo>
                    <a:pt x="5637" y="7234"/>
                  </a:lnTo>
                  <a:lnTo>
                    <a:pt x="5432" y="7030"/>
                  </a:lnTo>
                  <a:lnTo>
                    <a:pt x="5458" y="6915"/>
                  </a:lnTo>
                  <a:lnTo>
                    <a:pt x="5484" y="6838"/>
                  </a:lnTo>
                  <a:lnTo>
                    <a:pt x="5432" y="6697"/>
                  </a:lnTo>
                  <a:lnTo>
                    <a:pt x="5330" y="6697"/>
                  </a:lnTo>
                  <a:lnTo>
                    <a:pt x="4972" y="6263"/>
                  </a:lnTo>
                  <a:lnTo>
                    <a:pt x="4972" y="6084"/>
                  </a:lnTo>
                  <a:lnTo>
                    <a:pt x="4806" y="6045"/>
                  </a:lnTo>
                  <a:lnTo>
                    <a:pt x="4806" y="5969"/>
                  </a:lnTo>
                  <a:lnTo>
                    <a:pt x="4704" y="5918"/>
                  </a:lnTo>
                  <a:lnTo>
                    <a:pt x="4640" y="5969"/>
                  </a:lnTo>
                  <a:lnTo>
                    <a:pt x="4525" y="5815"/>
                  </a:lnTo>
                  <a:lnTo>
                    <a:pt x="4052" y="5496"/>
                  </a:lnTo>
                  <a:lnTo>
                    <a:pt x="4052" y="5355"/>
                  </a:lnTo>
                  <a:lnTo>
                    <a:pt x="3643" y="5036"/>
                  </a:lnTo>
                  <a:lnTo>
                    <a:pt x="3643" y="4921"/>
                  </a:lnTo>
                  <a:lnTo>
                    <a:pt x="3528" y="4780"/>
                  </a:lnTo>
                  <a:lnTo>
                    <a:pt x="3451" y="4678"/>
                  </a:lnTo>
                  <a:lnTo>
                    <a:pt x="3541" y="4576"/>
                  </a:lnTo>
                  <a:lnTo>
                    <a:pt x="3451" y="4422"/>
                  </a:lnTo>
                  <a:lnTo>
                    <a:pt x="3400" y="4473"/>
                  </a:lnTo>
                  <a:lnTo>
                    <a:pt x="3349" y="4397"/>
                  </a:lnTo>
                  <a:lnTo>
                    <a:pt x="3209" y="4295"/>
                  </a:lnTo>
                  <a:lnTo>
                    <a:pt x="3017" y="4128"/>
                  </a:lnTo>
                  <a:lnTo>
                    <a:pt x="2863" y="3873"/>
                  </a:lnTo>
                  <a:lnTo>
                    <a:pt x="2774" y="3681"/>
                  </a:lnTo>
                  <a:lnTo>
                    <a:pt x="2902" y="3643"/>
                  </a:lnTo>
                  <a:lnTo>
                    <a:pt x="2902" y="3553"/>
                  </a:lnTo>
                  <a:lnTo>
                    <a:pt x="2940" y="3387"/>
                  </a:lnTo>
                  <a:lnTo>
                    <a:pt x="2940" y="3195"/>
                  </a:lnTo>
                  <a:lnTo>
                    <a:pt x="3004" y="3080"/>
                  </a:lnTo>
                  <a:lnTo>
                    <a:pt x="3094" y="2927"/>
                  </a:lnTo>
                  <a:lnTo>
                    <a:pt x="3234" y="2927"/>
                  </a:lnTo>
                  <a:lnTo>
                    <a:pt x="3362" y="2825"/>
                  </a:lnTo>
                  <a:lnTo>
                    <a:pt x="3413" y="2710"/>
                  </a:lnTo>
                  <a:lnTo>
                    <a:pt x="3592" y="2659"/>
                  </a:lnTo>
                  <a:lnTo>
                    <a:pt x="3592" y="2326"/>
                  </a:lnTo>
                  <a:lnTo>
                    <a:pt x="3784" y="2224"/>
                  </a:lnTo>
                  <a:lnTo>
                    <a:pt x="3835" y="2020"/>
                  </a:lnTo>
                  <a:lnTo>
                    <a:pt x="4027" y="2084"/>
                  </a:lnTo>
                  <a:lnTo>
                    <a:pt x="4180" y="2020"/>
                  </a:lnTo>
                  <a:lnTo>
                    <a:pt x="4180" y="1905"/>
                  </a:lnTo>
                  <a:lnTo>
                    <a:pt x="4231" y="1764"/>
                  </a:lnTo>
                  <a:lnTo>
                    <a:pt x="4397" y="1764"/>
                  </a:lnTo>
                  <a:lnTo>
                    <a:pt x="4704" y="1585"/>
                  </a:lnTo>
                  <a:lnTo>
                    <a:pt x="4512" y="1496"/>
                  </a:lnTo>
                  <a:lnTo>
                    <a:pt x="4295" y="1496"/>
                  </a:lnTo>
                  <a:lnTo>
                    <a:pt x="4014" y="1406"/>
                  </a:lnTo>
                  <a:lnTo>
                    <a:pt x="3924" y="1253"/>
                  </a:lnTo>
                  <a:lnTo>
                    <a:pt x="3656" y="1189"/>
                  </a:lnTo>
                  <a:lnTo>
                    <a:pt x="3656" y="959"/>
                  </a:lnTo>
                  <a:lnTo>
                    <a:pt x="3579" y="920"/>
                  </a:lnTo>
                  <a:lnTo>
                    <a:pt x="3605" y="690"/>
                  </a:lnTo>
                  <a:lnTo>
                    <a:pt x="3669" y="665"/>
                  </a:lnTo>
                  <a:lnTo>
                    <a:pt x="3720" y="511"/>
                  </a:lnTo>
                  <a:lnTo>
                    <a:pt x="3541" y="396"/>
                  </a:lnTo>
                  <a:lnTo>
                    <a:pt x="3285" y="473"/>
                  </a:lnTo>
                  <a:lnTo>
                    <a:pt x="3260" y="371"/>
                  </a:lnTo>
                  <a:lnTo>
                    <a:pt x="3132" y="333"/>
                  </a:lnTo>
                  <a:lnTo>
                    <a:pt x="2991" y="422"/>
                  </a:lnTo>
                  <a:lnTo>
                    <a:pt x="2889" y="294"/>
                  </a:lnTo>
                  <a:lnTo>
                    <a:pt x="2748" y="281"/>
                  </a:lnTo>
                  <a:lnTo>
                    <a:pt x="2685" y="154"/>
                  </a:lnTo>
                  <a:lnTo>
                    <a:pt x="2621" y="51"/>
                  </a:lnTo>
                  <a:lnTo>
                    <a:pt x="254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111;p78">
              <a:extLst>
                <a:ext uri="{FF2B5EF4-FFF2-40B4-BE49-F238E27FC236}">
                  <a16:creationId xmlns:a16="http://schemas.microsoft.com/office/drawing/2014/main" id="{09118A33-85E4-F7BA-659B-D0AF6CE8CA53}"/>
                </a:ext>
              </a:extLst>
            </p:cNvPr>
            <p:cNvSpPr/>
            <p:nvPr/>
          </p:nvSpPr>
          <p:spPr>
            <a:xfrm>
              <a:off x="5660625" y="3358000"/>
              <a:ext cx="7050" cy="4175"/>
            </a:xfrm>
            <a:custGeom>
              <a:avLst/>
              <a:gdLst/>
              <a:ahLst/>
              <a:cxnLst/>
              <a:rect l="l" t="t" r="r" b="b"/>
              <a:pathLst>
                <a:path w="282" h="167" extrusionOk="0">
                  <a:moveTo>
                    <a:pt x="180" y="0"/>
                  </a:moveTo>
                  <a:lnTo>
                    <a:pt x="1" y="154"/>
                  </a:lnTo>
                  <a:lnTo>
                    <a:pt x="141" y="166"/>
                  </a:lnTo>
                  <a:lnTo>
                    <a:pt x="282" y="90"/>
                  </a:lnTo>
                  <a:lnTo>
                    <a:pt x="269" y="26"/>
                  </a:lnTo>
                  <a:lnTo>
                    <a:pt x="18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4" name="Google Shape;1112;p78">
              <a:extLst>
                <a:ext uri="{FF2B5EF4-FFF2-40B4-BE49-F238E27FC236}">
                  <a16:creationId xmlns:a16="http://schemas.microsoft.com/office/drawing/2014/main" id="{D6BFB4F1-0ADC-C653-D98C-0C06672AAC46}"/>
                </a:ext>
              </a:extLst>
            </p:cNvPr>
            <p:cNvSpPr/>
            <p:nvPr/>
          </p:nvSpPr>
          <p:spPr>
            <a:xfrm>
              <a:off x="5757750" y="2981275"/>
              <a:ext cx="44125" cy="33900"/>
            </a:xfrm>
            <a:custGeom>
              <a:avLst/>
              <a:gdLst/>
              <a:ahLst/>
              <a:cxnLst/>
              <a:rect l="l" t="t" r="r" b="b"/>
              <a:pathLst>
                <a:path w="1765" h="1356" extrusionOk="0">
                  <a:moveTo>
                    <a:pt x="653" y="1"/>
                  </a:moveTo>
                  <a:lnTo>
                    <a:pt x="499" y="167"/>
                  </a:lnTo>
                  <a:lnTo>
                    <a:pt x="346" y="333"/>
                  </a:lnTo>
                  <a:lnTo>
                    <a:pt x="1" y="551"/>
                  </a:lnTo>
                  <a:lnTo>
                    <a:pt x="103" y="921"/>
                  </a:lnTo>
                  <a:lnTo>
                    <a:pt x="1" y="1151"/>
                  </a:lnTo>
                  <a:lnTo>
                    <a:pt x="589" y="1356"/>
                  </a:lnTo>
                  <a:lnTo>
                    <a:pt x="985" y="1228"/>
                  </a:lnTo>
                  <a:lnTo>
                    <a:pt x="1164" y="1190"/>
                  </a:lnTo>
                  <a:lnTo>
                    <a:pt x="1394" y="947"/>
                  </a:lnTo>
                  <a:lnTo>
                    <a:pt x="1394" y="678"/>
                  </a:lnTo>
                  <a:lnTo>
                    <a:pt x="1765" y="218"/>
                  </a:lnTo>
                  <a:lnTo>
                    <a:pt x="1765" y="1"/>
                  </a:lnTo>
                  <a:lnTo>
                    <a:pt x="1049" y="1"/>
                  </a:lnTo>
                  <a:lnTo>
                    <a:pt x="934" y="78"/>
                  </a:lnTo>
                  <a:lnTo>
                    <a:pt x="65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5" name="Google Shape;1113;p78">
              <a:extLst>
                <a:ext uri="{FF2B5EF4-FFF2-40B4-BE49-F238E27FC236}">
                  <a16:creationId xmlns:a16="http://schemas.microsoft.com/office/drawing/2014/main" id="{6B7D696B-5EB2-7827-B8AA-1718D87521EE}"/>
                </a:ext>
              </a:extLst>
            </p:cNvPr>
            <p:cNvSpPr/>
            <p:nvPr/>
          </p:nvSpPr>
          <p:spPr>
            <a:xfrm>
              <a:off x="5867675" y="3282275"/>
              <a:ext cx="17275" cy="18225"/>
            </a:xfrm>
            <a:custGeom>
              <a:avLst/>
              <a:gdLst/>
              <a:ahLst/>
              <a:cxnLst/>
              <a:rect l="l" t="t" r="r" b="b"/>
              <a:pathLst>
                <a:path w="691" h="729" extrusionOk="0">
                  <a:moveTo>
                    <a:pt x="639" y="0"/>
                  </a:moveTo>
                  <a:lnTo>
                    <a:pt x="307" y="205"/>
                  </a:lnTo>
                  <a:lnTo>
                    <a:pt x="0" y="243"/>
                  </a:lnTo>
                  <a:lnTo>
                    <a:pt x="205" y="409"/>
                  </a:lnTo>
                  <a:lnTo>
                    <a:pt x="218" y="422"/>
                  </a:lnTo>
                  <a:lnTo>
                    <a:pt x="231" y="524"/>
                  </a:lnTo>
                  <a:lnTo>
                    <a:pt x="320" y="537"/>
                  </a:lnTo>
                  <a:lnTo>
                    <a:pt x="333" y="550"/>
                  </a:lnTo>
                  <a:lnTo>
                    <a:pt x="473" y="729"/>
                  </a:lnTo>
                  <a:lnTo>
                    <a:pt x="639" y="460"/>
                  </a:lnTo>
                  <a:lnTo>
                    <a:pt x="576" y="358"/>
                  </a:lnTo>
                  <a:lnTo>
                    <a:pt x="576" y="345"/>
                  </a:lnTo>
                  <a:lnTo>
                    <a:pt x="691" y="13"/>
                  </a:lnTo>
                  <a:lnTo>
                    <a:pt x="63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6" name="Google Shape;1114;p78">
              <a:extLst>
                <a:ext uri="{FF2B5EF4-FFF2-40B4-BE49-F238E27FC236}">
                  <a16:creationId xmlns:a16="http://schemas.microsoft.com/office/drawing/2014/main" id="{A4C78434-934A-15AA-8051-8EA9F0D33DB0}"/>
                </a:ext>
              </a:extLst>
            </p:cNvPr>
            <p:cNvSpPr/>
            <p:nvPr/>
          </p:nvSpPr>
          <p:spPr>
            <a:xfrm>
              <a:off x="5860000" y="2925050"/>
              <a:ext cx="18250" cy="12800"/>
            </a:xfrm>
            <a:custGeom>
              <a:avLst/>
              <a:gdLst/>
              <a:ahLst/>
              <a:cxnLst/>
              <a:rect l="l" t="t" r="r" b="b"/>
              <a:pathLst>
                <a:path w="730" h="512" extrusionOk="0">
                  <a:moveTo>
                    <a:pt x="410" y="1"/>
                  </a:moveTo>
                  <a:lnTo>
                    <a:pt x="307" y="39"/>
                  </a:lnTo>
                  <a:lnTo>
                    <a:pt x="141" y="103"/>
                  </a:lnTo>
                  <a:lnTo>
                    <a:pt x="77" y="154"/>
                  </a:lnTo>
                  <a:lnTo>
                    <a:pt x="1" y="205"/>
                  </a:lnTo>
                  <a:lnTo>
                    <a:pt x="77" y="218"/>
                  </a:lnTo>
                  <a:lnTo>
                    <a:pt x="129" y="256"/>
                  </a:lnTo>
                  <a:lnTo>
                    <a:pt x="52" y="397"/>
                  </a:lnTo>
                  <a:lnTo>
                    <a:pt x="116" y="422"/>
                  </a:lnTo>
                  <a:lnTo>
                    <a:pt x="231" y="358"/>
                  </a:lnTo>
                  <a:lnTo>
                    <a:pt x="295" y="397"/>
                  </a:lnTo>
                  <a:lnTo>
                    <a:pt x="269" y="473"/>
                  </a:lnTo>
                  <a:lnTo>
                    <a:pt x="435" y="512"/>
                  </a:lnTo>
                  <a:lnTo>
                    <a:pt x="461" y="448"/>
                  </a:lnTo>
                  <a:lnTo>
                    <a:pt x="640" y="422"/>
                  </a:lnTo>
                  <a:lnTo>
                    <a:pt x="665" y="320"/>
                  </a:lnTo>
                  <a:lnTo>
                    <a:pt x="729" y="256"/>
                  </a:lnTo>
                  <a:lnTo>
                    <a:pt x="678" y="141"/>
                  </a:lnTo>
                  <a:lnTo>
                    <a:pt x="576" y="77"/>
                  </a:lnTo>
                  <a:lnTo>
                    <a:pt x="538" y="39"/>
                  </a:lnTo>
                  <a:lnTo>
                    <a:pt x="41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115;p78">
              <a:extLst>
                <a:ext uri="{FF2B5EF4-FFF2-40B4-BE49-F238E27FC236}">
                  <a16:creationId xmlns:a16="http://schemas.microsoft.com/office/drawing/2014/main" id="{435D435E-A30F-A90B-527C-BE1A90788E32}"/>
                </a:ext>
              </a:extLst>
            </p:cNvPr>
            <p:cNvSpPr/>
            <p:nvPr/>
          </p:nvSpPr>
          <p:spPr>
            <a:xfrm>
              <a:off x="5775975" y="3239450"/>
              <a:ext cx="196850" cy="124650"/>
            </a:xfrm>
            <a:custGeom>
              <a:avLst/>
              <a:gdLst/>
              <a:ahLst/>
              <a:cxnLst/>
              <a:rect l="l" t="t" r="r" b="b"/>
              <a:pathLst>
                <a:path w="7874" h="4986" extrusionOk="0">
                  <a:moveTo>
                    <a:pt x="5803" y="1"/>
                  </a:moveTo>
                  <a:lnTo>
                    <a:pt x="5701" y="333"/>
                  </a:lnTo>
                  <a:lnTo>
                    <a:pt x="5317" y="716"/>
                  </a:lnTo>
                  <a:lnTo>
                    <a:pt x="5317" y="844"/>
                  </a:lnTo>
                  <a:lnTo>
                    <a:pt x="5177" y="1049"/>
                  </a:lnTo>
                  <a:lnTo>
                    <a:pt x="5087" y="1240"/>
                  </a:lnTo>
                  <a:lnTo>
                    <a:pt x="4959" y="1215"/>
                  </a:lnTo>
                  <a:lnTo>
                    <a:pt x="4921" y="1151"/>
                  </a:lnTo>
                  <a:lnTo>
                    <a:pt x="4729" y="1355"/>
                  </a:lnTo>
                  <a:lnTo>
                    <a:pt x="4793" y="1483"/>
                  </a:lnTo>
                  <a:lnTo>
                    <a:pt x="4883" y="1483"/>
                  </a:lnTo>
                  <a:lnTo>
                    <a:pt x="4908" y="1496"/>
                  </a:lnTo>
                  <a:lnTo>
                    <a:pt x="4870" y="1585"/>
                  </a:lnTo>
                  <a:lnTo>
                    <a:pt x="4844" y="1662"/>
                  </a:lnTo>
                  <a:lnTo>
                    <a:pt x="4716" y="1739"/>
                  </a:lnTo>
                  <a:lnTo>
                    <a:pt x="4614" y="1713"/>
                  </a:lnTo>
                  <a:lnTo>
                    <a:pt x="4729" y="2212"/>
                  </a:lnTo>
                  <a:lnTo>
                    <a:pt x="4729" y="2237"/>
                  </a:lnTo>
                  <a:lnTo>
                    <a:pt x="4704" y="2237"/>
                  </a:lnTo>
                  <a:lnTo>
                    <a:pt x="4448" y="2084"/>
                  </a:lnTo>
                  <a:lnTo>
                    <a:pt x="4435" y="2071"/>
                  </a:lnTo>
                  <a:lnTo>
                    <a:pt x="4371" y="1790"/>
                  </a:lnTo>
                  <a:lnTo>
                    <a:pt x="4282" y="2058"/>
                  </a:lnTo>
                  <a:lnTo>
                    <a:pt x="4359" y="2161"/>
                  </a:lnTo>
                  <a:lnTo>
                    <a:pt x="4359" y="2186"/>
                  </a:lnTo>
                  <a:lnTo>
                    <a:pt x="4154" y="2493"/>
                  </a:lnTo>
                  <a:lnTo>
                    <a:pt x="4141" y="2506"/>
                  </a:lnTo>
                  <a:lnTo>
                    <a:pt x="4116" y="2493"/>
                  </a:lnTo>
                  <a:lnTo>
                    <a:pt x="3962" y="2288"/>
                  </a:lnTo>
                  <a:lnTo>
                    <a:pt x="3873" y="2276"/>
                  </a:lnTo>
                  <a:lnTo>
                    <a:pt x="3860" y="2250"/>
                  </a:lnTo>
                  <a:lnTo>
                    <a:pt x="3847" y="2148"/>
                  </a:lnTo>
                  <a:lnTo>
                    <a:pt x="3605" y="1969"/>
                  </a:lnTo>
                  <a:lnTo>
                    <a:pt x="3566" y="1969"/>
                  </a:lnTo>
                  <a:lnTo>
                    <a:pt x="3553" y="2237"/>
                  </a:lnTo>
                  <a:lnTo>
                    <a:pt x="3132" y="2672"/>
                  </a:lnTo>
                  <a:lnTo>
                    <a:pt x="3068" y="2889"/>
                  </a:lnTo>
                  <a:lnTo>
                    <a:pt x="2735" y="3157"/>
                  </a:lnTo>
                  <a:lnTo>
                    <a:pt x="2007" y="3336"/>
                  </a:lnTo>
                  <a:lnTo>
                    <a:pt x="1726" y="3349"/>
                  </a:lnTo>
                  <a:lnTo>
                    <a:pt x="1534" y="3515"/>
                  </a:lnTo>
                  <a:lnTo>
                    <a:pt x="1470" y="3413"/>
                  </a:lnTo>
                  <a:lnTo>
                    <a:pt x="1406" y="3464"/>
                  </a:lnTo>
                  <a:lnTo>
                    <a:pt x="1381" y="3797"/>
                  </a:lnTo>
                  <a:lnTo>
                    <a:pt x="1253" y="3771"/>
                  </a:lnTo>
                  <a:lnTo>
                    <a:pt x="1355" y="3988"/>
                  </a:lnTo>
                  <a:lnTo>
                    <a:pt x="1291" y="4180"/>
                  </a:lnTo>
                  <a:lnTo>
                    <a:pt x="1266" y="4346"/>
                  </a:lnTo>
                  <a:lnTo>
                    <a:pt x="1151" y="4397"/>
                  </a:lnTo>
                  <a:lnTo>
                    <a:pt x="1151" y="4487"/>
                  </a:lnTo>
                  <a:lnTo>
                    <a:pt x="754" y="4384"/>
                  </a:lnTo>
                  <a:lnTo>
                    <a:pt x="639" y="4231"/>
                  </a:lnTo>
                  <a:lnTo>
                    <a:pt x="563" y="4295"/>
                  </a:lnTo>
                  <a:lnTo>
                    <a:pt x="307" y="4269"/>
                  </a:lnTo>
                  <a:lnTo>
                    <a:pt x="115" y="4116"/>
                  </a:lnTo>
                  <a:lnTo>
                    <a:pt x="90" y="4001"/>
                  </a:lnTo>
                  <a:lnTo>
                    <a:pt x="64" y="4027"/>
                  </a:lnTo>
                  <a:lnTo>
                    <a:pt x="0" y="4193"/>
                  </a:lnTo>
                  <a:lnTo>
                    <a:pt x="128" y="4244"/>
                  </a:lnTo>
                  <a:lnTo>
                    <a:pt x="141" y="4244"/>
                  </a:lnTo>
                  <a:lnTo>
                    <a:pt x="141" y="4257"/>
                  </a:lnTo>
                  <a:lnTo>
                    <a:pt x="141" y="4397"/>
                  </a:lnTo>
                  <a:lnTo>
                    <a:pt x="806" y="4985"/>
                  </a:lnTo>
                  <a:lnTo>
                    <a:pt x="985" y="4934"/>
                  </a:lnTo>
                  <a:lnTo>
                    <a:pt x="1010" y="4857"/>
                  </a:lnTo>
                  <a:lnTo>
                    <a:pt x="1036" y="4845"/>
                  </a:lnTo>
                  <a:lnTo>
                    <a:pt x="1406" y="4806"/>
                  </a:lnTo>
                  <a:lnTo>
                    <a:pt x="1675" y="4883"/>
                  </a:lnTo>
                  <a:lnTo>
                    <a:pt x="2007" y="4729"/>
                  </a:lnTo>
                  <a:lnTo>
                    <a:pt x="2084" y="4499"/>
                  </a:lnTo>
                  <a:lnTo>
                    <a:pt x="2096" y="4487"/>
                  </a:lnTo>
                  <a:lnTo>
                    <a:pt x="2339" y="4384"/>
                  </a:lnTo>
                  <a:lnTo>
                    <a:pt x="2352" y="4372"/>
                  </a:lnTo>
                  <a:lnTo>
                    <a:pt x="2876" y="4372"/>
                  </a:lnTo>
                  <a:lnTo>
                    <a:pt x="2889" y="4384"/>
                  </a:lnTo>
                  <a:lnTo>
                    <a:pt x="2889" y="4410"/>
                  </a:lnTo>
                  <a:lnTo>
                    <a:pt x="2838" y="4512"/>
                  </a:lnTo>
                  <a:lnTo>
                    <a:pt x="3387" y="4678"/>
                  </a:lnTo>
                  <a:lnTo>
                    <a:pt x="3592" y="4448"/>
                  </a:lnTo>
                  <a:lnTo>
                    <a:pt x="3617" y="4448"/>
                  </a:lnTo>
                  <a:lnTo>
                    <a:pt x="3796" y="4512"/>
                  </a:lnTo>
                  <a:lnTo>
                    <a:pt x="3873" y="4499"/>
                  </a:lnTo>
                  <a:lnTo>
                    <a:pt x="4065" y="4538"/>
                  </a:lnTo>
                  <a:lnTo>
                    <a:pt x="4154" y="4193"/>
                  </a:lnTo>
                  <a:lnTo>
                    <a:pt x="4167" y="4180"/>
                  </a:lnTo>
                  <a:lnTo>
                    <a:pt x="4269" y="4129"/>
                  </a:lnTo>
                  <a:lnTo>
                    <a:pt x="4154" y="3950"/>
                  </a:lnTo>
                  <a:lnTo>
                    <a:pt x="4154" y="3937"/>
                  </a:lnTo>
                  <a:lnTo>
                    <a:pt x="4154" y="3924"/>
                  </a:lnTo>
                  <a:lnTo>
                    <a:pt x="4218" y="3860"/>
                  </a:lnTo>
                  <a:lnTo>
                    <a:pt x="4231" y="3860"/>
                  </a:lnTo>
                  <a:lnTo>
                    <a:pt x="4627" y="3643"/>
                  </a:lnTo>
                  <a:lnTo>
                    <a:pt x="4589" y="3605"/>
                  </a:lnTo>
                  <a:lnTo>
                    <a:pt x="4486" y="3566"/>
                  </a:lnTo>
                  <a:lnTo>
                    <a:pt x="4474" y="3554"/>
                  </a:lnTo>
                  <a:lnTo>
                    <a:pt x="4474" y="3541"/>
                  </a:lnTo>
                  <a:lnTo>
                    <a:pt x="4601" y="3234"/>
                  </a:lnTo>
                  <a:lnTo>
                    <a:pt x="4614" y="3221"/>
                  </a:lnTo>
                  <a:lnTo>
                    <a:pt x="4768" y="3221"/>
                  </a:lnTo>
                  <a:lnTo>
                    <a:pt x="4883" y="2544"/>
                  </a:lnTo>
                  <a:lnTo>
                    <a:pt x="4831" y="2365"/>
                  </a:lnTo>
                  <a:lnTo>
                    <a:pt x="4831" y="2340"/>
                  </a:lnTo>
                  <a:lnTo>
                    <a:pt x="5100" y="2122"/>
                  </a:lnTo>
                  <a:lnTo>
                    <a:pt x="5113" y="2109"/>
                  </a:lnTo>
                  <a:lnTo>
                    <a:pt x="5125" y="2122"/>
                  </a:lnTo>
                  <a:lnTo>
                    <a:pt x="5215" y="2199"/>
                  </a:lnTo>
                  <a:lnTo>
                    <a:pt x="5304" y="2122"/>
                  </a:lnTo>
                  <a:lnTo>
                    <a:pt x="5330" y="2122"/>
                  </a:lnTo>
                  <a:lnTo>
                    <a:pt x="5522" y="2161"/>
                  </a:lnTo>
                  <a:lnTo>
                    <a:pt x="5726" y="2109"/>
                  </a:lnTo>
                  <a:lnTo>
                    <a:pt x="6237" y="2161"/>
                  </a:lnTo>
                  <a:lnTo>
                    <a:pt x="6250" y="2161"/>
                  </a:lnTo>
                  <a:lnTo>
                    <a:pt x="6531" y="2263"/>
                  </a:lnTo>
                  <a:lnTo>
                    <a:pt x="6621" y="2199"/>
                  </a:lnTo>
                  <a:lnTo>
                    <a:pt x="6787" y="2301"/>
                  </a:lnTo>
                  <a:lnTo>
                    <a:pt x="6979" y="2237"/>
                  </a:lnTo>
                  <a:lnTo>
                    <a:pt x="7170" y="2173"/>
                  </a:lnTo>
                  <a:lnTo>
                    <a:pt x="7298" y="2199"/>
                  </a:lnTo>
                  <a:lnTo>
                    <a:pt x="7375" y="2161"/>
                  </a:lnTo>
                  <a:lnTo>
                    <a:pt x="7362" y="2097"/>
                  </a:lnTo>
                  <a:lnTo>
                    <a:pt x="7196" y="2007"/>
                  </a:lnTo>
                  <a:lnTo>
                    <a:pt x="7260" y="1956"/>
                  </a:lnTo>
                  <a:lnTo>
                    <a:pt x="7119" y="1905"/>
                  </a:lnTo>
                  <a:lnTo>
                    <a:pt x="6940" y="1726"/>
                  </a:lnTo>
                  <a:lnTo>
                    <a:pt x="7068" y="1662"/>
                  </a:lnTo>
                  <a:lnTo>
                    <a:pt x="7247" y="1726"/>
                  </a:lnTo>
                  <a:lnTo>
                    <a:pt x="7426" y="1688"/>
                  </a:lnTo>
                  <a:lnTo>
                    <a:pt x="7873" y="1470"/>
                  </a:lnTo>
                  <a:lnTo>
                    <a:pt x="7861" y="1279"/>
                  </a:lnTo>
                  <a:lnTo>
                    <a:pt x="7784" y="1279"/>
                  </a:lnTo>
                  <a:lnTo>
                    <a:pt x="7669" y="1304"/>
                  </a:lnTo>
                  <a:lnTo>
                    <a:pt x="7541" y="1253"/>
                  </a:lnTo>
                  <a:lnTo>
                    <a:pt x="7196" y="1010"/>
                  </a:lnTo>
                  <a:lnTo>
                    <a:pt x="7043" y="972"/>
                  </a:lnTo>
                  <a:lnTo>
                    <a:pt x="6915" y="1100"/>
                  </a:lnTo>
                  <a:lnTo>
                    <a:pt x="6800" y="1023"/>
                  </a:lnTo>
                  <a:lnTo>
                    <a:pt x="6915" y="895"/>
                  </a:lnTo>
                  <a:lnTo>
                    <a:pt x="6864" y="768"/>
                  </a:lnTo>
                  <a:lnTo>
                    <a:pt x="6634" y="921"/>
                  </a:lnTo>
                  <a:lnTo>
                    <a:pt x="6519" y="908"/>
                  </a:lnTo>
                  <a:lnTo>
                    <a:pt x="6595" y="742"/>
                  </a:lnTo>
                  <a:lnTo>
                    <a:pt x="6544" y="691"/>
                  </a:lnTo>
                  <a:lnTo>
                    <a:pt x="6608" y="614"/>
                  </a:lnTo>
                  <a:lnTo>
                    <a:pt x="6608" y="461"/>
                  </a:lnTo>
                  <a:lnTo>
                    <a:pt x="6442" y="384"/>
                  </a:lnTo>
                  <a:lnTo>
                    <a:pt x="6314" y="346"/>
                  </a:lnTo>
                  <a:lnTo>
                    <a:pt x="6237" y="39"/>
                  </a:lnTo>
                  <a:lnTo>
                    <a:pt x="6161" y="13"/>
                  </a:lnTo>
                  <a:lnTo>
                    <a:pt x="6071" y="90"/>
                  </a:lnTo>
                  <a:lnTo>
                    <a:pt x="6084" y="205"/>
                  </a:lnTo>
                  <a:lnTo>
                    <a:pt x="5854" y="410"/>
                  </a:lnTo>
                  <a:lnTo>
                    <a:pt x="5854" y="410"/>
                  </a:lnTo>
                  <a:lnTo>
                    <a:pt x="5931" y="218"/>
                  </a:lnTo>
                  <a:lnTo>
                    <a:pt x="5918" y="26"/>
                  </a:lnTo>
                  <a:lnTo>
                    <a:pt x="580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8" name="Google Shape;1116;p78">
              <a:extLst>
                <a:ext uri="{FF2B5EF4-FFF2-40B4-BE49-F238E27FC236}">
                  <a16:creationId xmlns:a16="http://schemas.microsoft.com/office/drawing/2014/main" id="{4445EE74-D3E5-57A6-E682-CCE3C435AAE5}"/>
                </a:ext>
              </a:extLst>
            </p:cNvPr>
            <p:cNvSpPr/>
            <p:nvPr/>
          </p:nvSpPr>
          <p:spPr>
            <a:xfrm>
              <a:off x="5886200" y="3281950"/>
              <a:ext cx="6750" cy="11850"/>
            </a:xfrm>
            <a:custGeom>
              <a:avLst/>
              <a:gdLst/>
              <a:ahLst/>
              <a:cxnLst/>
              <a:rect l="l" t="t" r="r" b="b"/>
              <a:pathLst>
                <a:path w="270" h="474" extrusionOk="0">
                  <a:moveTo>
                    <a:pt x="167" y="1"/>
                  </a:moveTo>
                  <a:lnTo>
                    <a:pt x="52" y="64"/>
                  </a:lnTo>
                  <a:lnTo>
                    <a:pt x="1" y="39"/>
                  </a:lnTo>
                  <a:lnTo>
                    <a:pt x="1" y="39"/>
                  </a:lnTo>
                  <a:lnTo>
                    <a:pt x="65" y="358"/>
                  </a:lnTo>
                  <a:lnTo>
                    <a:pt x="269" y="473"/>
                  </a:lnTo>
                  <a:lnTo>
                    <a:pt x="16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9" name="Google Shape;1117;p78">
              <a:extLst>
                <a:ext uri="{FF2B5EF4-FFF2-40B4-BE49-F238E27FC236}">
                  <a16:creationId xmlns:a16="http://schemas.microsoft.com/office/drawing/2014/main" id="{818FBC92-4FA8-A306-C35F-A5DEB7E4FF2B}"/>
                </a:ext>
              </a:extLst>
            </p:cNvPr>
            <p:cNvSpPr/>
            <p:nvPr/>
          </p:nvSpPr>
          <p:spPr>
            <a:xfrm>
              <a:off x="5986225" y="2870725"/>
              <a:ext cx="37075" cy="70650"/>
            </a:xfrm>
            <a:custGeom>
              <a:avLst/>
              <a:gdLst/>
              <a:ahLst/>
              <a:cxnLst/>
              <a:rect l="l" t="t" r="r" b="b"/>
              <a:pathLst>
                <a:path w="1483" h="2826" extrusionOk="0">
                  <a:moveTo>
                    <a:pt x="1368" y="1"/>
                  </a:moveTo>
                  <a:lnTo>
                    <a:pt x="895" y="180"/>
                  </a:lnTo>
                  <a:lnTo>
                    <a:pt x="639" y="180"/>
                  </a:lnTo>
                  <a:lnTo>
                    <a:pt x="409" y="627"/>
                  </a:lnTo>
                  <a:lnTo>
                    <a:pt x="115" y="1011"/>
                  </a:lnTo>
                  <a:lnTo>
                    <a:pt x="0" y="1611"/>
                  </a:lnTo>
                  <a:lnTo>
                    <a:pt x="0" y="2135"/>
                  </a:lnTo>
                  <a:lnTo>
                    <a:pt x="435" y="2493"/>
                  </a:lnTo>
                  <a:lnTo>
                    <a:pt x="473" y="2825"/>
                  </a:lnTo>
                  <a:lnTo>
                    <a:pt x="601" y="2736"/>
                  </a:lnTo>
                  <a:lnTo>
                    <a:pt x="677" y="2416"/>
                  </a:lnTo>
                  <a:lnTo>
                    <a:pt x="1010" y="1892"/>
                  </a:lnTo>
                  <a:lnTo>
                    <a:pt x="1176" y="1407"/>
                  </a:lnTo>
                  <a:lnTo>
                    <a:pt x="1138" y="1113"/>
                  </a:lnTo>
                  <a:lnTo>
                    <a:pt x="1368" y="768"/>
                  </a:lnTo>
                  <a:lnTo>
                    <a:pt x="1368" y="282"/>
                  </a:lnTo>
                  <a:lnTo>
                    <a:pt x="1483" y="141"/>
                  </a:lnTo>
                  <a:lnTo>
                    <a:pt x="136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118;p78">
              <a:extLst>
                <a:ext uri="{FF2B5EF4-FFF2-40B4-BE49-F238E27FC236}">
                  <a16:creationId xmlns:a16="http://schemas.microsoft.com/office/drawing/2014/main" id="{9FBB3F97-DC17-D450-F5A7-AE5C92F318C4}"/>
                </a:ext>
              </a:extLst>
            </p:cNvPr>
            <p:cNvSpPr/>
            <p:nvPr/>
          </p:nvSpPr>
          <p:spPr>
            <a:xfrm>
              <a:off x="5983650" y="2999175"/>
              <a:ext cx="88550" cy="129125"/>
            </a:xfrm>
            <a:custGeom>
              <a:avLst/>
              <a:gdLst/>
              <a:ahLst/>
              <a:cxnLst/>
              <a:rect l="l" t="t" r="r" b="b"/>
              <a:pathLst>
                <a:path w="3542" h="5165" extrusionOk="0">
                  <a:moveTo>
                    <a:pt x="1126" y="1"/>
                  </a:moveTo>
                  <a:lnTo>
                    <a:pt x="870" y="116"/>
                  </a:lnTo>
                  <a:lnTo>
                    <a:pt x="832" y="65"/>
                  </a:lnTo>
                  <a:lnTo>
                    <a:pt x="742" y="154"/>
                  </a:lnTo>
                  <a:lnTo>
                    <a:pt x="640" y="154"/>
                  </a:lnTo>
                  <a:lnTo>
                    <a:pt x="678" y="346"/>
                  </a:lnTo>
                  <a:lnTo>
                    <a:pt x="589" y="435"/>
                  </a:lnTo>
                  <a:lnTo>
                    <a:pt x="487" y="883"/>
                  </a:lnTo>
                  <a:lnTo>
                    <a:pt x="423" y="921"/>
                  </a:lnTo>
                  <a:lnTo>
                    <a:pt x="448" y="1036"/>
                  </a:lnTo>
                  <a:lnTo>
                    <a:pt x="550" y="1087"/>
                  </a:lnTo>
                  <a:lnTo>
                    <a:pt x="538" y="1240"/>
                  </a:lnTo>
                  <a:lnTo>
                    <a:pt x="550" y="1483"/>
                  </a:lnTo>
                  <a:lnTo>
                    <a:pt x="423" y="1573"/>
                  </a:lnTo>
                  <a:lnTo>
                    <a:pt x="423" y="2020"/>
                  </a:lnTo>
                  <a:lnTo>
                    <a:pt x="512" y="2161"/>
                  </a:lnTo>
                  <a:lnTo>
                    <a:pt x="371" y="2225"/>
                  </a:lnTo>
                  <a:lnTo>
                    <a:pt x="231" y="2173"/>
                  </a:lnTo>
                  <a:lnTo>
                    <a:pt x="103" y="2097"/>
                  </a:lnTo>
                  <a:lnTo>
                    <a:pt x="103" y="1943"/>
                  </a:lnTo>
                  <a:lnTo>
                    <a:pt x="1" y="2007"/>
                  </a:lnTo>
                  <a:lnTo>
                    <a:pt x="1" y="2314"/>
                  </a:lnTo>
                  <a:lnTo>
                    <a:pt x="90" y="2378"/>
                  </a:lnTo>
                  <a:lnTo>
                    <a:pt x="65" y="2570"/>
                  </a:lnTo>
                  <a:lnTo>
                    <a:pt x="103" y="2646"/>
                  </a:lnTo>
                  <a:lnTo>
                    <a:pt x="90" y="2723"/>
                  </a:lnTo>
                  <a:lnTo>
                    <a:pt x="205" y="2953"/>
                  </a:lnTo>
                  <a:lnTo>
                    <a:pt x="180" y="3209"/>
                  </a:lnTo>
                  <a:lnTo>
                    <a:pt x="346" y="3273"/>
                  </a:lnTo>
                  <a:lnTo>
                    <a:pt x="487" y="3541"/>
                  </a:lnTo>
                  <a:lnTo>
                    <a:pt x="627" y="3541"/>
                  </a:lnTo>
                  <a:lnTo>
                    <a:pt x="525" y="3209"/>
                  </a:lnTo>
                  <a:lnTo>
                    <a:pt x="640" y="3132"/>
                  </a:lnTo>
                  <a:lnTo>
                    <a:pt x="691" y="3298"/>
                  </a:lnTo>
                  <a:lnTo>
                    <a:pt x="1062" y="3298"/>
                  </a:lnTo>
                  <a:lnTo>
                    <a:pt x="1087" y="3541"/>
                  </a:lnTo>
                  <a:lnTo>
                    <a:pt x="1279" y="3605"/>
                  </a:lnTo>
                  <a:lnTo>
                    <a:pt x="1138" y="3745"/>
                  </a:lnTo>
                  <a:lnTo>
                    <a:pt x="985" y="3426"/>
                  </a:lnTo>
                  <a:lnTo>
                    <a:pt x="729" y="3669"/>
                  </a:lnTo>
                  <a:lnTo>
                    <a:pt x="640" y="3681"/>
                  </a:lnTo>
                  <a:lnTo>
                    <a:pt x="640" y="3988"/>
                  </a:lnTo>
                  <a:lnTo>
                    <a:pt x="883" y="4052"/>
                  </a:lnTo>
                  <a:lnTo>
                    <a:pt x="921" y="4218"/>
                  </a:lnTo>
                  <a:lnTo>
                    <a:pt x="998" y="4167"/>
                  </a:lnTo>
                  <a:lnTo>
                    <a:pt x="1023" y="4257"/>
                  </a:lnTo>
                  <a:lnTo>
                    <a:pt x="1279" y="4257"/>
                  </a:lnTo>
                  <a:lnTo>
                    <a:pt x="1343" y="4065"/>
                  </a:lnTo>
                  <a:lnTo>
                    <a:pt x="1573" y="4001"/>
                  </a:lnTo>
                  <a:lnTo>
                    <a:pt x="1611" y="3975"/>
                  </a:lnTo>
                  <a:lnTo>
                    <a:pt x="1790" y="4116"/>
                  </a:lnTo>
                  <a:lnTo>
                    <a:pt x="1905" y="4257"/>
                  </a:lnTo>
                  <a:lnTo>
                    <a:pt x="2097" y="4295"/>
                  </a:lnTo>
                  <a:lnTo>
                    <a:pt x="2199" y="4602"/>
                  </a:lnTo>
                  <a:lnTo>
                    <a:pt x="2352" y="4602"/>
                  </a:lnTo>
                  <a:lnTo>
                    <a:pt x="2352" y="4346"/>
                  </a:lnTo>
                  <a:lnTo>
                    <a:pt x="2174" y="4180"/>
                  </a:lnTo>
                  <a:lnTo>
                    <a:pt x="2225" y="4052"/>
                  </a:lnTo>
                  <a:lnTo>
                    <a:pt x="2097" y="3899"/>
                  </a:lnTo>
                  <a:lnTo>
                    <a:pt x="2314" y="4078"/>
                  </a:lnTo>
                  <a:lnTo>
                    <a:pt x="2404" y="4090"/>
                  </a:lnTo>
                  <a:lnTo>
                    <a:pt x="2404" y="4257"/>
                  </a:lnTo>
                  <a:lnTo>
                    <a:pt x="2761" y="4423"/>
                  </a:lnTo>
                  <a:lnTo>
                    <a:pt x="2761" y="4512"/>
                  </a:lnTo>
                  <a:lnTo>
                    <a:pt x="2825" y="4602"/>
                  </a:lnTo>
                  <a:lnTo>
                    <a:pt x="2800" y="4666"/>
                  </a:lnTo>
                  <a:lnTo>
                    <a:pt x="3081" y="4845"/>
                  </a:lnTo>
                  <a:lnTo>
                    <a:pt x="3273" y="4845"/>
                  </a:lnTo>
                  <a:lnTo>
                    <a:pt x="3311" y="5113"/>
                  </a:lnTo>
                  <a:lnTo>
                    <a:pt x="3477" y="5164"/>
                  </a:lnTo>
                  <a:lnTo>
                    <a:pt x="3541" y="4947"/>
                  </a:lnTo>
                  <a:lnTo>
                    <a:pt x="3541" y="4717"/>
                  </a:lnTo>
                  <a:lnTo>
                    <a:pt x="3349" y="4896"/>
                  </a:lnTo>
                  <a:lnTo>
                    <a:pt x="3273" y="4781"/>
                  </a:lnTo>
                  <a:lnTo>
                    <a:pt x="3452" y="4742"/>
                  </a:lnTo>
                  <a:lnTo>
                    <a:pt x="3222" y="4614"/>
                  </a:lnTo>
                  <a:lnTo>
                    <a:pt x="3247" y="4499"/>
                  </a:lnTo>
                  <a:lnTo>
                    <a:pt x="3081" y="4333"/>
                  </a:lnTo>
                  <a:lnTo>
                    <a:pt x="3081" y="4180"/>
                  </a:lnTo>
                  <a:lnTo>
                    <a:pt x="3311" y="4154"/>
                  </a:lnTo>
                  <a:lnTo>
                    <a:pt x="3285" y="4065"/>
                  </a:lnTo>
                  <a:lnTo>
                    <a:pt x="3055" y="3963"/>
                  </a:lnTo>
                  <a:lnTo>
                    <a:pt x="2813" y="3963"/>
                  </a:lnTo>
                  <a:lnTo>
                    <a:pt x="2761" y="4193"/>
                  </a:lnTo>
                  <a:lnTo>
                    <a:pt x="2595" y="4103"/>
                  </a:lnTo>
                  <a:lnTo>
                    <a:pt x="2659" y="3924"/>
                  </a:lnTo>
                  <a:lnTo>
                    <a:pt x="2429" y="3630"/>
                  </a:lnTo>
                  <a:lnTo>
                    <a:pt x="2250" y="3656"/>
                  </a:lnTo>
                  <a:lnTo>
                    <a:pt x="2174" y="3656"/>
                  </a:lnTo>
                  <a:lnTo>
                    <a:pt x="2071" y="3694"/>
                  </a:lnTo>
                  <a:lnTo>
                    <a:pt x="2059" y="3975"/>
                  </a:lnTo>
                  <a:lnTo>
                    <a:pt x="1956" y="4078"/>
                  </a:lnTo>
                  <a:lnTo>
                    <a:pt x="1611" y="3822"/>
                  </a:lnTo>
                  <a:lnTo>
                    <a:pt x="1624" y="3643"/>
                  </a:lnTo>
                  <a:lnTo>
                    <a:pt x="1509" y="3503"/>
                  </a:lnTo>
                  <a:lnTo>
                    <a:pt x="1560" y="3400"/>
                  </a:lnTo>
                  <a:lnTo>
                    <a:pt x="1624" y="3349"/>
                  </a:lnTo>
                  <a:lnTo>
                    <a:pt x="1586" y="3132"/>
                  </a:lnTo>
                  <a:lnTo>
                    <a:pt x="1713" y="3234"/>
                  </a:lnTo>
                  <a:lnTo>
                    <a:pt x="1675" y="3375"/>
                  </a:lnTo>
                  <a:lnTo>
                    <a:pt x="1841" y="3413"/>
                  </a:lnTo>
                  <a:lnTo>
                    <a:pt x="1765" y="3260"/>
                  </a:lnTo>
                  <a:lnTo>
                    <a:pt x="1867" y="3106"/>
                  </a:lnTo>
                  <a:lnTo>
                    <a:pt x="1701" y="2979"/>
                  </a:lnTo>
                  <a:lnTo>
                    <a:pt x="1637" y="3068"/>
                  </a:lnTo>
                  <a:lnTo>
                    <a:pt x="1701" y="3183"/>
                  </a:lnTo>
                  <a:lnTo>
                    <a:pt x="1573" y="3094"/>
                  </a:lnTo>
                  <a:lnTo>
                    <a:pt x="1471" y="3247"/>
                  </a:lnTo>
                  <a:lnTo>
                    <a:pt x="1483" y="3362"/>
                  </a:lnTo>
                  <a:lnTo>
                    <a:pt x="1419" y="3106"/>
                  </a:lnTo>
                  <a:lnTo>
                    <a:pt x="1279" y="2838"/>
                  </a:lnTo>
                  <a:lnTo>
                    <a:pt x="1509" y="2557"/>
                  </a:lnTo>
                  <a:lnTo>
                    <a:pt x="1432" y="2429"/>
                  </a:lnTo>
                  <a:lnTo>
                    <a:pt x="1445" y="2403"/>
                  </a:lnTo>
                  <a:lnTo>
                    <a:pt x="1471" y="2340"/>
                  </a:lnTo>
                  <a:lnTo>
                    <a:pt x="1522" y="2250"/>
                  </a:lnTo>
                  <a:lnTo>
                    <a:pt x="1841" y="2084"/>
                  </a:lnTo>
                  <a:lnTo>
                    <a:pt x="1803" y="2173"/>
                  </a:lnTo>
                  <a:lnTo>
                    <a:pt x="1803" y="2173"/>
                  </a:lnTo>
                  <a:lnTo>
                    <a:pt x="1931" y="2046"/>
                  </a:lnTo>
                  <a:lnTo>
                    <a:pt x="1982" y="1867"/>
                  </a:lnTo>
                  <a:lnTo>
                    <a:pt x="2174" y="1496"/>
                  </a:lnTo>
                  <a:lnTo>
                    <a:pt x="2174" y="1432"/>
                  </a:lnTo>
                  <a:lnTo>
                    <a:pt x="2237" y="1394"/>
                  </a:lnTo>
                  <a:lnTo>
                    <a:pt x="2186" y="1330"/>
                  </a:lnTo>
                  <a:lnTo>
                    <a:pt x="2110" y="1317"/>
                  </a:lnTo>
                  <a:lnTo>
                    <a:pt x="2148" y="1215"/>
                  </a:lnTo>
                  <a:lnTo>
                    <a:pt x="2110" y="1151"/>
                  </a:lnTo>
                  <a:lnTo>
                    <a:pt x="2020" y="1151"/>
                  </a:lnTo>
                  <a:lnTo>
                    <a:pt x="1918" y="946"/>
                  </a:lnTo>
                  <a:lnTo>
                    <a:pt x="1918" y="512"/>
                  </a:lnTo>
                  <a:lnTo>
                    <a:pt x="2097" y="359"/>
                  </a:lnTo>
                  <a:lnTo>
                    <a:pt x="1931" y="141"/>
                  </a:lnTo>
                  <a:lnTo>
                    <a:pt x="1841" y="269"/>
                  </a:lnTo>
                  <a:lnTo>
                    <a:pt x="1713" y="359"/>
                  </a:lnTo>
                  <a:lnTo>
                    <a:pt x="1279" y="244"/>
                  </a:lnTo>
                  <a:lnTo>
                    <a:pt x="112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1" name="Google Shape;1119;p78">
              <a:extLst>
                <a:ext uri="{FF2B5EF4-FFF2-40B4-BE49-F238E27FC236}">
                  <a16:creationId xmlns:a16="http://schemas.microsoft.com/office/drawing/2014/main" id="{34765052-C629-3014-FB11-538A4BC7E9C8}"/>
                </a:ext>
              </a:extLst>
            </p:cNvPr>
            <p:cNvSpPr/>
            <p:nvPr/>
          </p:nvSpPr>
          <p:spPr>
            <a:xfrm>
              <a:off x="5930625" y="3162450"/>
              <a:ext cx="57525" cy="53375"/>
            </a:xfrm>
            <a:custGeom>
              <a:avLst/>
              <a:gdLst/>
              <a:ahLst/>
              <a:cxnLst/>
              <a:rect l="l" t="t" r="r" b="b"/>
              <a:pathLst>
                <a:path w="2301" h="2135" extrusionOk="0">
                  <a:moveTo>
                    <a:pt x="1943" y="1"/>
                  </a:moveTo>
                  <a:lnTo>
                    <a:pt x="1764" y="64"/>
                  </a:lnTo>
                  <a:lnTo>
                    <a:pt x="1764" y="192"/>
                  </a:lnTo>
                  <a:lnTo>
                    <a:pt x="1611" y="333"/>
                  </a:lnTo>
                  <a:lnTo>
                    <a:pt x="1521" y="256"/>
                  </a:lnTo>
                  <a:lnTo>
                    <a:pt x="1444" y="397"/>
                  </a:lnTo>
                  <a:lnTo>
                    <a:pt x="1444" y="473"/>
                  </a:lnTo>
                  <a:lnTo>
                    <a:pt x="1355" y="537"/>
                  </a:lnTo>
                  <a:lnTo>
                    <a:pt x="1317" y="627"/>
                  </a:lnTo>
                  <a:lnTo>
                    <a:pt x="1240" y="665"/>
                  </a:lnTo>
                  <a:lnTo>
                    <a:pt x="1061" y="870"/>
                  </a:lnTo>
                  <a:lnTo>
                    <a:pt x="997" y="934"/>
                  </a:lnTo>
                  <a:lnTo>
                    <a:pt x="665" y="1279"/>
                  </a:lnTo>
                  <a:lnTo>
                    <a:pt x="575" y="1279"/>
                  </a:lnTo>
                  <a:lnTo>
                    <a:pt x="422" y="1419"/>
                  </a:lnTo>
                  <a:lnTo>
                    <a:pt x="333" y="1470"/>
                  </a:lnTo>
                  <a:lnTo>
                    <a:pt x="39" y="1943"/>
                  </a:lnTo>
                  <a:lnTo>
                    <a:pt x="0" y="2071"/>
                  </a:lnTo>
                  <a:lnTo>
                    <a:pt x="166" y="2135"/>
                  </a:lnTo>
                  <a:lnTo>
                    <a:pt x="154" y="2071"/>
                  </a:lnTo>
                  <a:lnTo>
                    <a:pt x="39" y="1994"/>
                  </a:lnTo>
                  <a:lnTo>
                    <a:pt x="269" y="1841"/>
                  </a:lnTo>
                  <a:lnTo>
                    <a:pt x="448" y="1867"/>
                  </a:lnTo>
                  <a:lnTo>
                    <a:pt x="563" y="1828"/>
                  </a:lnTo>
                  <a:lnTo>
                    <a:pt x="511" y="1739"/>
                  </a:lnTo>
                  <a:lnTo>
                    <a:pt x="716" y="1521"/>
                  </a:lnTo>
                  <a:lnTo>
                    <a:pt x="742" y="1368"/>
                  </a:lnTo>
                  <a:lnTo>
                    <a:pt x="972" y="1343"/>
                  </a:lnTo>
                  <a:lnTo>
                    <a:pt x="1202" y="1010"/>
                  </a:lnTo>
                  <a:lnTo>
                    <a:pt x="1317" y="985"/>
                  </a:lnTo>
                  <a:lnTo>
                    <a:pt x="1266" y="729"/>
                  </a:lnTo>
                  <a:lnTo>
                    <a:pt x="1355" y="665"/>
                  </a:lnTo>
                  <a:lnTo>
                    <a:pt x="1675" y="614"/>
                  </a:lnTo>
                  <a:lnTo>
                    <a:pt x="1675" y="410"/>
                  </a:lnTo>
                  <a:lnTo>
                    <a:pt x="1572" y="384"/>
                  </a:lnTo>
                  <a:lnTo>
                    <a:pt x="1841" y="358"/>
                  </a:lnTo>
                  <a:lnTo>
                    <a:pt x="1994" y="282"/>
                  </a:lnTo>
                  <a:lnTo>
                    <a:pt x="2083" y="269"/>
                  </a:lnTo>
                  <a:lnTo>
                    <a:pt x="2147" y="320"/>
                  </a:lnTo>
                  <a:lnTo>
                    <a:pt x="2301" y="231"/>
                  </a:lnTo>
                  <a:lnTo>
                    <a:pt x="2237" y="116"/>
                  </a:lnTo>
                  <a:lnTo>
                    <a:pt x="2122" y="167"/>
                  </a:lnTo>
                  <a:lnTo>
                    <a:pt x="2109" y="243"/>
                  </a:lnTo>
                  <a:lnTo>
                    <a:pt x="2007" y="243"/>
                  </a:lnTo>
                  <a:lnTo>
                    <a:pt x="1981" y="128"/>
                  </a:lnTo>
                  <a:lnTo>
                    <a:pt x="194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2" name="Google Shape;1120;p78">
              <a:extLst>
                <a:ext uri="{FF2B5EF4-FFF2-40B4-BE49-F238E27FC236}">
                  <a16:creationId xmlns:a16="http://schemas.microsoft.com/office/drawing/2014/main" id="{F96C0107-3DB5-ECA9-05CC-7F61EC0A4EAD}"/>
                </a:ext>
              </a:extLst>
            </p:cNvPr>
            <p:cNvSpPr/>
            <p:nvPr/>
          </p:nvSpPr>
          <p:spPr>
            <a:xfrm>
              <a:off x="5971825" y="3150000"/>
              <a:ext cx="8975" cy="13125"/>
            </a:xfrm>
            <a:custGeom>
              <a:avLst/>
              <a:gdLst/>
              <a:ahLst/>
              <a:cxnLst/>
              <a:rect l="l" t="t" r="r" b="b"/>
              <a:pathLst>
                <a:path w="359" h="525" extrusionOk="0">
                  <a:moveTo>
                    <a:pt x="244" y="0"/>
                  </a:moveTo>
                  <a:lnTo>
                    <a:pt x="154" y="77"/>
                  </a:lnTo>
                  <a:lnTo>
                    <a:pt x="154" y="230"/>
                  </a:lnTo>
                  <a:lnTo>
                    <a:pt x="1" y="345"/>
                  </a:lnTo>
                  <a:lnTo>
                    <a:pt x="39" y="524"/>
                  </a:lnTo>
                  <a:lnTo>
                    <a:pt x="205" y="486"/>
                  </a:lnTo>
                  <a:lnTo>
                    <a:pt x="244" y="358"/>
                  </a:lnTo>
                  <a:lnTo>
                    <a:pt x="359" y="358"/>
                  </a:lnTo>
                  <a:lnTo>
                    <a:pt x="295" y="192"/>
                  </a:lnTo>
                  <a:lnTo>
                    <a:pt x="282" y="38"/>
                  </a:lnTo>
                  <a:lnTo>
                    <a:pt x="24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121;p78">
              <a:extLst>
                <a:ext uri="{FF2B5EF4-FFF2-40B4-BE49-F238E27FC236}">
                  <a16:creationId xmlns:a16="http://schemas.microsoft.com/office/drawing/2014/main" id="{7C3389F8-C905-B2F7-26A3-9175266F8C42}"/>
                </a:ext>
              </a:extLst>
            </p:cNvPr>
            <p:cNvSpPr/>
            <p:nvPr/>
          </p:nvSpPr>
          <p:spPr>
            <a:xfrm>
              <a:off x="5581375" y="3187050"/>
              <a:ext cx="4200" cy="5775"/>
            </a:xfrm>
            <a:custGeom>
              <a:avLst/>
              <a:gdLst/>
              <a:ahLst/>
              <a:cxnLst/>
              <a:rect l="l" t="t" r="r" b="b"/>
              <a:pathLst>
                <a:path w="168" h="231" extrusionOk="0">
                  <a:moveTo>
                    <a:pt x="1" y="1"/>
                  </a:moveTo>
                  <a:lnTo>
                    <a:pt x="39" y="231"/>
                  </a:lnTo>
                  <a:lnTo>
                    <a:pt x="167" y="116"/>
                  </a:lnTo>
                  <a:lnTo>
                    <a:pt x="167" y="26"/>
                  </a:lnTo>
                  <a:lnTo>
                    <a:pt x="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122;p78">
              <a:extLst>
                <a:ext uri="{FF2B5EF4-FFF2-40B4-BE49-F238E27FC236}">
                  <a16:creationId xmlns:a16="http://schemas.microsoft.com/office/drawing/2014/main" id="{3FB43A55-5D48-E674-FCDD-E5A9F035470D}"/>
                </a:ext>
              </a:extLst>
            </p:cNvPr>
            <p:cNvSpPr/>
            <p:nvPr/>
          </p:nvSpPr>
          <p:spPr>
            <a:xfrm>
              <a:off x="5629950" y="3082575"/>
              <a:ext cx="108025" cy="87900"/>
            </a:xfrm>
            <a:custGeom>
              <a:avLst/>
              <a:gdLst/>
              <a:ahLst/>
              <a:cxnLst/>
              <a:rect l="l" t="t" r="r" b="b"/>
              <a:pathLst>
                <a:path w="4321" h="3516" extrusionOk="0">
                  <a:moveTo>
                    <a:pt x="4218" y="0"/>
                  </a:moveTo>
                  <a:lnTo>
                    <a:pt x="4090" y="115"/>
                  </a:lnTo>
                  <a:lnTo>
                    <a:pt x="3988" y="192"/>
                  </a:lnTo>
                  <a:lnTo>
                    <a:pt x="3975" y="205"/>
                  </a:lnTo>
                  <a:lnTo>
                    <a:pt x="3873" y="218"/>
                  </a:lnTo>
                  <a:lnTo>
                    <a:pt x="3694" y="397"/>
                  </a:lnTo>
                  <a:lnTo>
                    <a:pt x="3669" y="397"/>
                  </a:lnTo>
                  <a:lnTo>
                    <a:pt x="3439" y="128"/>
                  </a:lnTo>
                  <a:lnTo>
                    <a:pt x="3183" y="230"/>
                  </a:lnTo>
                  <a:lnTo>
                    <a:pt x="3132" y="294"/>
                  </a:lnTo>
                  <a:lnTo>
                    <a:pt x="3119" y="307"/>
                  </a:lnTo>
                  <a:lnTo>
                    <a:pt x="3004" y="307"/>
                  </a:lnTo>
                  <a:lnTo>
                    <a:pt x="3132" y="512"/>
                  </a:lnTo>
                  <a:lnTo>
                    <a:pt x="3132" y="524"/>
                  </a:lnTo>
                  <a:lnTo>
                    <a:pt x="3068" y="652"/>
                  </a:lnTo>
                  <a:lnTo>
                    <a:pt x="3055" y="652"/>
                  </a:lnTo>
                  <a:lnTo>
                    <a:pt x="2927" y="716"/>
                  </a:lnTo>
                  <a:lnTo>
                    <a:pt x="2915" y="716"/>
                  </a:lnTo>
                  <a:lnTo>
                    <a:pt x="2902" y="703"/>
                  </a:lnTo>
                  <a:lnTo>
                    <a:pt x="2800" y="563"/>
                  </a:lnTo>
                  <a:lnTo>
                    <a:pt x="2621" y="486"/>
                  </a:lnTo>
                  <a:lnTo>
                    <a:pt x="2442" y="537"/>
                  </a:lnTo>
                  <a:lnTo>
                    <a:pt x="2416" y="524"/>
                  </a:lnTo>
                  <a:lnTo>
                    <a:pt x="2301" y="384"/>
                  </a:lnTo>
                  <a:lnTo>
                    <a:pt x="2276" y="422"/>
                  </a:lnTo>
                  <a:lnTo>
                    <a:pt x="2263" y="435"/>
                  </a:lnTo>
                  <a:lnTo>
                    <a:pt x="2237" y="435"/>
                  </a:lnTo>
                  <a:lnTo>
                    <a:pt x="2135" y="307"/>
                  </a:lnTo>
                  <a:lnTo>
                    <a:pt x="1918" y="269"/>
                  </a:lnTo>
                  <a:lnTo>
                    <a:pt x="1764" y="333"/>
                  </a:lnTo>
                  <a:lnTo>
                    <a:pt x="1752" y="345"/>
                  </a:lnTo>
                  <a:lnTo>
                    <a:pt x="1113" y="307"/>
                  </a:lnTo>
                  <a:lnTo>
                    <a:pt x="1100" y="294"/>
                  </a:lnTo>
                  <a:lnTo>
                    <a:pt x="1074" y="230"/>
                  </a:lnTo>
                  <a:lnTo>
                    <a:pt x="601" y="371"/>
                  </a:lnTo>
                  <a:lnTo>
                    <a:pt x="282" y="806"/>
                  </a:lnTo>
                  <a:lnTo>
                    <a:pt x="192" y="857"/>
                  </a:lnTo>
                  <a:lnTo>
                    <a:pt x="192" y="959"/>
                  </a:lnTo>
                  <a:lnTo>
                    <a:pt x="180" y="972"/>
                  </a:lnTo>
                  <a:lnTo>
                    <a:pt x="1" y="972"/>
                  </a:lnTo>
                  <a:lnTo>
                    <a:pt x="39" y="1227"/>
                  </a:lnTo>
                  <a:lnTo>
                    <a:pt x="167" y="1381"/>
                  </a:lnTo>
                  <a:lnTo>
                    <a:pt x="167" y="1394"/>
                  </a:lnTo>
                  <a:lnTo>
                    <a:pt x="180" y="1700"/>
                  </a:lnTo>
                  <a:lnTo>
                    <a:pt x="371" y="1892"/>
                  </a:lnTo>
                  <a:lnTo>
                    <a:pt x="371" y="1905"/>
                  </a:lnTo>
                  <a:lnTo>
                    <a:pt x="359" y="2173"/>
                  </a:lnTo>
                  <a:lnTo>
                    <a:pt x="371" y="2186"/>
                  </a:lnTo>
                  <a:lnTo>
                    <a:pt x="371" y="2301"/>
                  </a:lnTo>
                  <a:lnTo>
                    <a:pt x="499" y="2493"/>
                  </a:lnTo>
                  <a:lnTo>
                    <a:pt x="499" y="2620"/>
                  </a:lnTo>
                  <a:lnTo>
                    <a:pt x="589" y="2659"/>
                  </a:lnTo>
                  <a:lnTo>
                    <a:pt x="614" y="2838"/>
                  </a:lnTo>
                  <a:lnTo>
                    <a:pt x="691" y="2889"/>
                  </a:lnTo>
                  <a:lnTo>
                    <a:pt x="665" y="3017"/>
                  </a:lnTo>
                  <a:lnTo>
                    <a:pt x="652" y="3093"/>
                  </a:lnTo>
                  <a:lnTo>
                    <a:pt x="640" y="3132"/>
                  </a:lnTo>
                  <a:lnTo>
                    <a:pt x="640" y="3144"/>
                  </a:lnTo>
                  <a:lnTo>
                    <a:pt x="665" y="3144"/>
                  </a:lnTo>
                  <a:lnTo>
                    <a:pt x="716" y="3132"/>
                  </a:lnTo>
                  <a:lnTo>
                    <a:pt x="767" y="3221"/>
                  </a:lnTo>
                  <a:lnTo>
                    <a:pt x="742" y="3311"/>
                  </a:lnTo>
                  <a:lnTo>
                    <a:pt x="844" y="3438"/>
                  </a:lnTo>
                  <a:lnTo>
                    <a:pt x="806" y="3234"/>
                  </a:lnTo>
                  <a:lnTo>
                    <a:pt x="780" y="3196"/>
                  </a:lnTo>
                  <a:lnTo>
                    <a:pt x="742" y="3132"/>
                  </a:lnTo>
                  <a:lnTo>
                    <a:pt x="806" y="3093"/>
                  </a:lnTo>
                  <a:lnTo>
                    <a:pt x="883" y="3132"/>
                  </a:lnTo>
                  <a:lnTo>
                    <a:pt x="972" y="2902"/>
                  </a:lnTo>
                  <a:lnTo>
                    <a:pt x="1176" y="3093"/>
                  </a:lnTo>
                  <a:lnTo>
                    <a:pt x="1151" y="3234"/>
                  </a:lnTo>
                  <a:lnTo>
                    <a:pt x="1049" y="3272"/>
                  </a:lnTo>
                  <a:lnTo>
                    <a:pt x="946" y="3323"/>
                  </a:lnTo>
                  <a:lnTo>
                    <a:pt x="959" y="3336"/>
                  </a:lnTo>
                  <a:lnTo>
                    <a:pt x="998" y="3387"/>
                  </a:lnTo>
                  <a:lnTo>
                    <a:pt x="1049" y="3438"/>
                  </a:lnTo>
                  <a:lnTo>
                    <a:pt x="1215" y="3451"/>
                  </a:lnTo>
                  <a:lnTo>
                    <a:pt x="1291" y="3285"/>
                  </a:lnTo>
                  <a:lnTo>
                    <a:pt x="1407" y="3400"/>
                  </a:lnTo>
                  <a:lnTo>
                    <a:pt x="1560" y="3400"/>
                  </a:lnTo>
                  <a:lnTo>
                    <a:pt x="1637" y="3477"/>
                  </a:lnTo>
                  <a:lnTo>
                    <a:pt x="1688" y="3515"/>
                  </a:lnTo>
                  <a:lnTo>
                    <a:pt x="1969" y="3413"/>
                  </a:lnTo>
                  <a:lnTo>
                    <a:pt x="2122" y="3221"/>
                  </a:lnTo>
                  <a:lnTo>
                    <a:pt x="2122" y="3106"/>
                  </a:lnTo>
                  <a:lnTo>
                    <a:pt x="2135" y="3093"/>
                  </a:lnTo>
                  <a:lnTo>
                    <a:pt x="2493" y="3093"/>
                  </a:lnTo>
                  <a:lnTo>
                    <a:pt x="2800" y="2991"/>
                  </a:lnTo>
                  <a:lnTo>
                    <a:pt x="2825" y="3004"/>
                  </a:lnTo>
                  <a:lnTo>
                    <a:pt x="2979" y="3208"/>
                  </a:lnTo>
                  <a:lnTo>
                    <a:pt x="3119" y="3208"/>
                  </a:lnTo>
                  <a:lnTo>
                    <a:pt x="3119" y="3029"/>
                  </a:lnTo>
                  <a:lnTo>
                    <a:pt x="2812" y="2863"/>
                  </a:lnTo>
                  <a:lnTo>
                    <a:pt x="2800" y="2850"/>
                  </a:lnTo>
                  <a:lnTo>
                    <a:pt x="2800" y="2838"/>
                  </a:lnTo>
                  <a:lnTo>
                    <a:pt x="2851" y="2684"/>
                  </a:lnTo>
                  <a:lnTo>
                    <a:pt x="2774" y="2582"/>
                  </a:lnTo>
                  <a:lnTo>
                    <a:pt x="2774" y="2569"/>
                  </a:lnTo>
                  <a:lnTo>
                    <a:pt x="2787" y="2557"/>
                  </a:lnTo>
                  <a:lnTo>
                    <a:pt x="3004" y="2416"/>
                  </a:lnTo>
                  <a:lnTo>
                    <a:pt x="3017" y="2416"/>
                  </a:lnTo>
                  <a:lnTo>
                    <a:pt x="3272" y="2518"/>
                  </a:lnTo>
                  <a:lnTo>
                    <a:pt x="3336" y="2275"/>
                  </a:lnTo>
                  <a:lnTo>
                    <a:pt x="3349" y="2263"/>
                  </a:lnTo>
                  <a:lnTo>
                    <a:pt x="3720" y="2211"/>
                  </a:lnTo>
                  <a:lnTo>
                    <a:pt x="3963" y="1969"/>
                  </a:lnTo>
                  <a:lnTo>
                    <a:pt x="3988" y="1969"/>
                  </a:lnTo>
                  <a:lnTo>
                    <a:pt x="4167" y="2007"/>
                  </a:lnTo>
                  <a:lnTo>
                    <a:pt x="4244" y="1777"/>
                  </a:lnTo>
                  <a:lnTo>
                    <a:pt x="4103" y="1394"/>
                  </a:lnTo>
                  <a:lnTo>
                    <a:pt x="4103" y="1381"/>
                  </a:lnTo>
                  <a:lnTo>
                    <a:pt x="4321" y="972"/>
                  </a:lnTo>
                  <a:lnTo>
                    <a:pt x="4129" y="601"/>
                  </a:lnTo>
                  <a:lnTo>
                    <a:pt x="4065" y="537"/>
                  </a:lnTo>
                  <a:lnTo>
                    <a:pt x="4065" y="512"/>
                  </a:lnTo>
                  <a:lnTo>
                    <a:pt x="4103" y="256"/>
                  </a:lnTo>
                  <a:lnTo>
                    <a:pt x="4116" y="243"/>
                  </a:lnTo>
                  <a:lnTo>
                    <a:pt x="4218" y="179"/>
                  </a:lnTo>
                  <a:lnTo>
                    <a:pt x="421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123;p78">
              <a:extLst>
                <a:ext uri="{FF2B5EF4-FFF2-40B4-BE49-F238E27FC236}">
                  <a16:creationId xmlns:a16="http://schemas.microsoft.com/office/drawing/2014/main" id="{FDBA9EAB-3B31-0FD1-7E13-71DA23DFFDEB}"/>
                </a:ext>
              </a:extLst>
            </p:cNvPr>
            <p:cNvSpPr/>
            <p:nvPr/>
          </p:nvSpPr>
          <p:spPr>
            <a:xfrm>
              <a:off x="5666375" y="3363425"/>
              <a:ext cx="4175" cy="5775"/>
            </a:xfrm>
            <a:custGeom>
              <a:avLst/>
              <a:gdLst/>
              <a:ahLst/>
              <a:cxnLst/>
              <a:rect l="l" t="t" r="r" b="b"/>
              <a:pathLst>
                <a:path w="167" h="231" extrusionOk="0">
                  <a:moveTo>
                    <a:pt x="52" y="1"/>
                  </a:moveTo>
                  <a:lnTo>
                    <a:pt x="1" y="39"/>
                  </a:lnTo>
                  <a:lnTo>
                    <a:pt x="141" y="231"/>
                  </a:lnTo>
                  <a:lnTo>
                    <a:pt x="167" y="39"/>
                  </a:lnTo>
                  <a:lnTo>
                    <a:pt x="5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6" name="Google Shape;1124;p78">
              <a:extLst>
                <a:ext uri="{FF2B5EF4-FFF2-40B4-BE49-F238E27FC236}">
                  <a16:creationId xmlns:a16="http://schemas.microsoft.com/office/drawing/2014/main" id="{91CD373C-4E1E-6FCC-49DD-DE265A07EEAF}"/>
                </a:ext>
              </a:extLst>
            </p:cNvPr>
            <p:cNvSpPr/>
            <p:nvPr/>
          </p:nvSpPr>
          <p:spPr>
            <a:xfrm>
              <a:off x="5585550" y="2919300"/>
              <a:ext cx="152100" cy="179925"/>
            </a:xfrm>
            <a:custGeom>
              <a:avLst/>
              <a:gdLst/>
              <a:ahLst/>
              <a:cxnLst/>
              <a:rect l="l" t="t" r="r" b="b"/>
              <a:pathLst>
                <a:path w="6084" h="7197" extrusionOk="0">
                  <a:moveTo>
                    <a:pt x="1380" y="1"/>
                  </a:moveTo>
                  <a:lnTo>
                    <a:pt x="1189" y="64"/>
                  </a:lnTo>
                  <a:lnTo>
                    <a:pt x="1227" y="320"/>
                  </a:lnTo>
                  <a:lnTo>
                    <a:pt x="1265" y="537"/>
                  </a:lnTo>
                  <a:lnTo>
                    <a:pt x="1329" y="1087"/>
                  </a:lnTo>
                  <a:lnTo>
                    <a:pt x="1329" y="1087"/>
                  </a:lnTo>
                  <a:lnTo>
                    <a:pt x="908" y="1061"/>
                  </a:lnTo>
                  <a:lnTo>
                    <a:pt x="844" y="882"/>
                  </a:lnTo>
                  <a:lnTo>
                    <a:pt x="575" y="1010"/>
                  </a:lnTo>
                  <a:lnTo>
                    <a:pt x="422" y="1343"/>
                  </a:lnTo>
                  <a:lnTo>
                    <a:pt x="422" y="1406"/>
                  </a:lnTo>
                  <a:lnTo>
                    <a:pt x="409" y="1419"/>
                  </a:lnTo>
                  <a:lnTo>
                    <a:pt x="396" y="1432"/>
                  </a:lnTo>
                  <a:lnTo>
                    <a:pt x="38" y="1521"/>
                  </a:lnTo>
                  <a:lnTo>
                    <a:pt x="38" y="1751"/>
                  </a:lnTo>
                  <a:lnTo>
                    <a:pt x="38" y="1764"/>
                  </a:lnTo>
                  <a:lnTo>
                    <a:pt x="26" y="1777"/>
                  </a:lnTo>
                  <a:lnTo>
                    <a:pt x="0" y="1790"/>
                  </a:lnTo>
                  <a:lnTo>
                    <a:pt x="51" y="1892"/>
                  </a:lnTo>
                  <a:lnTo>
                    <a:pt x="179" y="1790"/>
                  </a:lnTo>
                  <a:lnTo>
                    <a:pt x="192" y="1777"/>
                  </a:lnTo>
                  <a:lnTo>
                    <a:pt x="205" y="1790"/>
                  </a:lnTo>
                  <a:lnTo>
                    <a:pt x="422" y="2007"/>
                  </a:lnTo>
                  <a:lnTo>
                    <a:pt x="435" y="2020"/>
                  </a:lnTo>
                  <a:lnTo>
                    <a:pt x="435" y="2033"/>
                  </a:lnTo>
                  <a:lnTo>
                    <a:pt x="217" y="2416"/>
                  </a:lnTo>
                  <a:lnTo>
                    <a:pt x="281" y="2531"/>
                  </a:lnTo>
                  <a:lnTo>
                    <a:pt x="447" y="2506"/>
                  </a:lnTo>
                  <a:lnTo>
                    <a:pt x="460" y="2518"/>
                  </a:lnTo>
                  <a:lnTo>
                    <a:pt x="550" y="2569"/>
                  </a:lnTo>
                  <a:lnTo>
                    <a:pt x="665" y="2403"/>
                  </a:lnTo>
                  <a:lnTo>
                    <a:pt x="690" y="2403"/>
                  </a:lnTo>
                  <a:lnTo>
                    <a:pt x="895" y="2480"/>
                  </a:lnTo>
                  <a:lnTo>
                    <a:pt x="908" y="2480"/>
                  </a:lnTo>
                  <a:lnTo>
                    <a:pt x="908" y="2506"/>
                  </a:lnTo>
                  <a:lnTo>
                    <a:pt x="856" y="2646"/>
                  </a:lnTo>
                  <a:lnTo>
                    <a:pt x="946" y="2889"/>
                  </a:lnTo>
                  <a:lnTo>
                    <a:pt x="1023" y="2889"/>
                  </a:lnTo>
                  <a:lnTo>
                    <a:pt x="1035" y="2902"/>
                  </a:lnTo>
                  <a:lnTo>
                    <a:pt x="1035" y="2927"/>
                  </a:lnTo>
                  <a:lnTo>
                    <a:pt x="933" y="3093"/>
                  </a:lnTo>
                  <a:lnTo>
                    <a:pt x="920" y="3272"/>
                  </a:lnTo>
                  <a:lnTo>
                    <a:pt x="920" y="3285"/>
                  </a:lnTo>
                  <a:lnTo>
                    <a:pt x="780" y="3413"/>
                  </a:lnTo>
                  <a:lnTo>
                    <a:pt x="856" y="3579"/>
                  </a:lnTo>
                  <a:lnTo>
                    <a:pt x="856" y="3605"/>
                  </a:lnTo>
                  <a:lnTo>
                    <a:pt x="652" y="4180"/>
                  </a:lnTo>
                  <a:lnTo>
                    <a:pt x="767" y="4231"/>
                  </a:lnTo>
                  <a:lnTo>
                    <a:pt x="1444" y="3732"/>
                  </a:lnTo>
                  <a:lnTo>
                    <a:pt x="1470" y="3732"/>
                  </a:lnTo>
                  <a:lnTo>
                    <a:pt x="1483" y="3758"/>
                  </a:lnTo>
                  <a:lnTo>
                    <a:pt x="1534" y="3681"/>
                  </a:lnTo>
                  <a:lnTo>
                    <a:pt x="1547" y="3681"/>
                  </a:lnTo>
                  <a:lnTo>
                    <a:pt x="1904" y="3784"/>
                  </a:lnTo>
                  <a:lnTo>
                    <a:pt x="2250" y="3809"/>
                  </a:lnTo>
                  <a:lnTo>
                    <a:pt x="2288" y="3796"/>
                  </a:lnTo>
                  <a:lnTo>
                    <a:pt x="2365" y="3745"/>
                  </a:lnTo>
                  <a:lnTo>
                    <a:pt x="2556" y="3605"/>
                  </a:lnTo>
                  <a:lnTo>
                    <a:pt x="2480" y="3490"/>
                  </a:lnTo>
                  <a:lnTo>
                    <a:pt x="2480" y="3477"/>
                  </a:lnTo>
                  <a:lnTo>
                    <a:pt x="2492" y="3451"/>
                  </a:lnTo>
                  <a:lnTo>
                    <a:pt x="2582" y="3400"/>
                  </a:lnTo>
                  <a:lnTo>
                    <a:pt x="2595" y="3400"/>
                  </a:lnTo>
                  <a:lnTo>
                    <a:pt x="2991" y="3554"/>
                  </a:lnTo>
                  <a:lnTo>
                    <a:pt x="3042" y="3579"/>
                  </a:lnTo>
                  <a:lnTo>
                    <a:pt x="3119" y="3502"/>
                  </a:lnTo>
                  <a:lnTo>
                    <a:pt x="3144" y="3502"/>
                  </a:lnTo>
                  <a:lnTo>
                    <a:pt x="3157" y="3515"/>
                  </a:lnTo>
                  <a:lnTo>
                    <a:pt x="3298" y="3784"/>
                  </a:lnTo>
                  <a:lnTo>
                    <a:pt x="3630" y="4039"/>
                  </a:lnTo>
                  <a:lnTo>
                    <a:pt x="3847" y="4167"/>
                  </a:lnTo>
                  <a:lnTo>
                    <a:pt x="3860" y="4180"/>
                  </a:lnTo>
                  <a:lnTo>
                    <a:pt x="3860" y="4193"/>
                  </a:lnTo>
                  <a:lnTo>
                    <a:pt x="3758" y="4295"/>
                  </a:lnTo>
                  <a:lnTo>
                    <a:pt x="3860" y="4359"/>
                  </a:lnTo>
                  <a:lnTo>
                    <a:pt x="3860" y="4372"/>
                  </a:lnTo>
                  <a:lnTo>
                    <a:pt x="3860" y="4384"/>
                  </a:lnTo>
                  <a:lnTo>
                    <a:pt x="3783" y="4627"/>
                  </a:lnTo>
                  <a:lnTo>
                    <a:pt x="3834" y="4998"/>
                  </a:lnTo>
                  <a:lnTo>
                    <a:pt x="3911" y="5189"/>
                  </a:lnTo>
                  <a:lnTo>
                    <a:pt x="3949" y="5126"/>
                  </a:lnTo>
                  <a:lnTo>
                    <a:pt x="3975" y="5126"/>
                  </a:lnTo>
                  <a:lnTo>
                    <a:pt x="3988" y="5138"/>
                  </a:lnTo>
                  <a:lnTo>
                    <a:pt x="4039" y="5356"/>
                  </a:lnTo>
                  <a:lnTo>
                    <a:pt x="4346" y="5420"/>
                  </a:lnTo>
                  <a:lnTo>
                    <a:pt x="4358" y="5432"/>
                  </a:lnTo>
                  <a:lnTo>
                    <a:pt x="4371" y="5445"/>
                  </a:lnTo>
                  <a:lnTo>
                    <a:pt x="4333" y="5598"/>
                  </a:lnTo>
                  <a:lnTo>
                    <a:pt x="4512" y="5739"/>
                  </a:lnTo>
                  <a:lnTo>
                    <a:pt x="4524" y="5765"/>
                  </a:lnTo>
                  <a:lnTo>
                    <a:pt x="4473" y="5982"/>
                  </a:lnTo>
                  <a:lnTo>
                    <a:pt x="4461" y="5995"/>
                  </a:lnTo>
                  <a:lnTo>
                    <a:pt x="4448" y="6007"/>
                  </a:lnTo>
                  <a:lnTo>
                    <a:pt x="4384" y="6007"/>
                  </a:lnTo>
                  <a:lnTo>
                    <a:pt x="4422" y="6097"/>
                  </a:lnTo>
                  <a:lnTo>
                    <a:pt x="4422" y="6110"/>
                  </a:lnTo>
                  <a:lnTo>
                    <a:pt x="4371" y="6174"/>
                  </a:lnTo>
                  <a:lnTo>
                    <a:pt x="4409" y="6263"/>
                  </a:lnTo>
                  <a:lnTo>
                    <a:pt x="4409" y="6276"/>
                  </a:lnTo>
                  <a:lnTo>
                    <a:pt x="4346" y="6685"/>
                  </a:lnTo>
                  <a:lnTo>
                    <a:pt x="4333" y="6698"/>
                  </a:lnTo>
                  <a:lnTo>
                    <a:pt x="4116" y="6851"/>
                  </a:lnTo>
                  <a:lnTo>
                    <a:pt x="4103" y="6876"/>
                  </a:lnTo>
                  <a:lnTo>
                    <a:pt x="4218" y="7017"/>
                  </a:lnTo>
                  <a:lnTo>
                    <a:pt x="4397" y="6979"/>
                  </a:lnTo>
                  <a:lnTo>
                    <a:pt x="4409" y="6979"/>
                  </a:lnTo>
                  <a:lnTo>
                    <a:pt x="4588" y="7055"/>
                  </a:lnTo>
                  <a:lnTo>
                    <a:pt x="4601" y="7068"/>
                  </a:lnTo>
                  <a:lnTo>
                    <a:pt x="4703" y="7196"/>
                  </a:lnTo>
                  <a:lnTo>
                    <a:pt x="4806" y="7145"/>
                  </a:lnTo>
                  <a:lnTo>
                    <a:pt x="4870" y="7055"/>
                  </a:lnTo>
                  <a:lnTo>
                    <a:pt x="4729" y="6825"/>
                  </a:lnTo>
                  <a:lnTo>
                    <a:pt x="4729" y="6800"/>
                  </a:lnTo>
                  <a:lnTo>
                    <a:pt x="4755" y="6787"/>
                  </a:lnTo>
                  <a:lnTo>
                    <a:pt x="4882" y="6787"/>
                  </a:lnTo>
                  <a:lnTo>
                    <a:pt x="4921" y="6723"/>
                  </a:lnTo>
                  <a:lnTo>
                    <a:pt x="4933" y="6723"/>
                  </a:lnTo>
                  <a:lnTo>
                    <a:pt x="5215" y="6608"/>
                  </a:lnTo>
                  <a:lnTo>
                    <a:pt x="5227" y="6608"/>
                  </a:lnTo>
                  <a:lnTo>
                    <a:pt x="5240" y="6621"/>
                  </a:lnTo>
                  <a:lnTo>
                    <a:pt x="5457" y="6876"/>
                  </a:lnTo>
                  <a:lnTo>
                    <a:pt x="5624" y="6710"/>
                  </a:lnTo>
                  <a:lnTo>
                    <a:pt x="5636" y="6710"/>
                  </a:lnTo>
                  <a:lnTo>
                    <a:pt x="5739" y="6698"/>
                  </a:lnTo>
                  <a:lnTo>
                    <a:pt x="5841" y="6621"/>
                  </a:lnTo>
                  <a:lnTo>
                    <a:pt x="5981" y="6480"/>
                  </a:lnTo>
                  <a:lnTo>
                    <a:pt x="5918" y="6314"/>
                  </a:lnTo>
                  <a:lnTo>
                    <a:pt x="5918" y="6289"/>
                  </a:lnTo>
                  <a:lnTo>
                    <a:pt x="6084" y="6135"/>
                  </a:lnTo>
                  <a:lnTo>
                    <a:pt x="5662" y="5688"/>
                  </a:lnTo>
                  <a:lnTo>
                    <a:pt x="5662" y="5662"/>
                  </a:lnTo>
                  <a:lnTo>
                    <a:pt x="5662" y="5650"/>
                  </a:lnTo>
                  <a:lnTo>
                    <a:pt x="5905" y="5471"/>
                  </a:lnTo>
                  <a:lnTo>
                    <a:pt x="5918" y="5420"/>
                  </a:lnTo>
                  <a:lnTo>
                    <a:pt x="5777" y="5420"/>
                  </a:lnTo>
                  <a:lnTo>
                    <a:pt x="5419" y="5126"/>
                  </a:lnTo>
                  <a:lnTo>
                    <a:pt x="5406" y="5113"/>
                  </a:lnTo>
                  <a:lnTo>
                    <a:pt x="5419" y="5062"/>
                  </a:lnTo>
                  <a:lnTo>
                    <a:pt x="5317" y="5113"/>
                  </a:lnTo>
                  <a:lnTo>
                    <a:pt x="5304" y="5113"/>
                  </a:lnTo>
                  <a:lnTo>
                    <a:pt x="5291" y="5100"/>
                  </a:lnTo>
                  <a:lnTo>
                    <a:pt x="5240" y="4972"/>
                  </a:lnTo>
                  <a:lnTo>
                    <a:pt x="5227" y="4959"/>
                  </a:lnTo>
                  <a:lnTo>
                    <a:pt x="5164" y="4653"/>
                  </a:lnTo>
                  <a:lnTo>
                    <a:pt x="5048" y="4602"/>
                  </a:lnTo>
                  <a:lnTo>
                    <a:pt x="4921" y="4397"/>
                  </a:lnTo>
                  <a:lnTo>
                    <a:pt x="4844" y="4397"/>
                  </a:lnTo>
                  <a:lnTo>
                    <a:pt x="4831" y="4384"/>
                  </a:lnTo>
                  <a:lnTo>
                    <a:pt x="4435" y="3963"/>
                  </a:lnTo>
                  <a:lnTo>
                    <a:pt x="4409" y="3758"/>
                  </a:lnTo>
                  <a:lnTo>
                    <a:pt x="4320" y="3630"/>
                  </a:lnTo>
                  <a:lnTo>
                    <a:pt x="4256" y="3656"/>
                  </a:lnTo>
                  <a:lnTo>
                    <a:pt x="4231" y="3643"/>
                  </a:lnTo>
                  <a:lnTo>
                    <a:pt x="3962" y="3375"/>
                  </a:lnTo>
                  <a:lnTo>
                    <a:pt x="3949" y="3362"/>
                  </a:lnTo>
                  <a:lnTo>
                    <a:pt x="3949" y="3349"/>
                  </a:lnTo>
                  <a:lnTo>
                    <a:pt x="4039" y="3234"/>
                  </a:lnTo>
                  <a:lnTo>
                    <a:pt x="3719" y="3132"/>
                  </a:lnTo>
                  <a:lnTo>
                    <a:pt x="3707" y="3132"/>
                  </a:lnTo>
                  <a:lnTo>
                    <a:pt x="3042" y="2710"/>
                  </a:lnTo>
                  <a:lnTo>
                    <a:pt x="3029" y="2697"/>
                  </a:lnTo>
                  <a:lnTo>
                    <a:pt x="3042" y="2684"/>
                  </a:lnTo>
                  <a:lnTo>
                    <a:pt x="3234" y="2544"/>
                  </a:lnTo>
                  <a:lnTo>
                    <a:pt x="3157" y="2454"/>
                  </a:lnTo>
                  <a:lnTo>
                    <a:pt x="3157" y="2429"/>
                  </a:lnTo>
                  <a:lnTo>
                    <a:pt x="3170" y="2416"/>
                  </a:lnTo>
                  <a:lnTo>
                    <a:pt x="3298" y="2352"/>
                  </a:lnTo>
                  <a:lnTo>
                    <a:pt x="3323" y="2339"/>
                  </a:lnTo>
                  <a:lnTo>
                    <a:pt x="3617" y="2442"/>
                  </a:lnTo>
                  <a:lnTo>
                    <a:pt x="3770" y="2275"/>
                  </a:lnTo>
                  <a:lnTo>
                    <a:pt x="3783" y="2199"/>
                  </a:lnTo>
                  <a:lnTo>
                    <a:pt x="3796" y="2186"/>
                  </a:lnTo>
                  <a:lnTo>
                    <a:pt x="3937" y="2097"/>
                  </a:lnTo>
                  <a:lnTo>
                    <a:pt x="3860" y="1969"/>
                  </a:lnTo>
                  <a:lnTo>
                    <a:pt x="3617" y="1943"/>
                  </a:lnTo>
                  <a:lnTo>
                    <a:pt x="3604" y="1943"/>
                  </a:lnTo>
                  <a:lnTo>
                    <a:pt x="3464" y="1803"/>
                  </a:lnTo>
                  <a:lnTo>
                    <a:pt x="3451" y="1790"/>
                  </a:lnTo>
                  <a:lnTo>
                    <a:pt x="3451" y="1777"/>
                  </a:lnTo>
                  <a:lnTo>
                    <a:pt x="3476" y="1739"/>
                  </a:lnTo>
                  <a:lnTo>
                    <a:pt x="3668" y="1611"/>
                  </a:lnTo>
                  <a:lnTo>
                    <a:pt x="3566" y="1547"/>
                  </a:lnTo>
                  <a:lnTo>
                    <a:pt x="3259" y="1330"/>
                  </a:lnTo>
                  <a:lnTo>
                    <a:pt x="2965" y="1445"/>
                  </a:lnTo>
                  <a:lnTo>
                    <a:pt x="2940" y="1547"/>
                  </a:lnTo>
                  <a:lnTo>
                    <a:pt x="2927" y="1560"/>
                  </a:lnTo>
                  <a:lnTo>
                    <a:pt x="2914" y="1560"/>
                  </a:lnTo>
                  <a:lnTo>
                    <a:pt x="2646" y="1483"/>
                  </a:lnTo>
                  <a:lnTo>
                    <a:pt x="2467" y="1432"/>
                  </a:lnTo>
                  <a:lnTo>
                    <a:pt x="2454" y="1419"/>
                  </a:lnTo>
                  <a:lnTo>
                    <a:pt x="2211" y="1138"/>
                  </a:lnTo>
                  <a:lnTo>
                    <a:pt x="2211" y="1112"/>
                  </a:lnTo>
                  <a:lnTo>
                    <a:pt x="2301" y="793"/>
                  </a:lnTo>
                  <a:lnTo>
                    <a:pt x="2275" y="652"/>
                  </a:lnTo>
                  <a:lnTo>
                    <a:pt x="2186" y="640"/>
                  </a:lnTo>
                  <a:lnTo>
                    <a:pt x="2071" y="742"/>
                  </a:lnTo>
                  <a:lnTo>
                    <a:pt x="2058" y="742"/>
                  </a:lnTo>
                  <a:lnTo>
                    <a:pt x="2045" y="729"/>
                  </a:lnTo>
                  <a:lnTo>
                    <a:pt x="2019" y="576"/>
                  </a:lnTo>
                  <a:lnTo>
                    <a:pt x="1610" y="90"/>
                  </a:lnTo>
                  <a:lnTo>
                    <a:pt x="1521" y="77"/>
                  </a:lnTo>
                  <a:lnTo>
                    <a:pt x="138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7" name="Google Shape;1125;p78">
              <a:extLst>
                <a:ext uri="{FF2B5EF4-FFF2-40B4-BE49-F238E27FC236}">
                  <a16:creationId xmlns:a16="http://schemas.microsoft.com/office/drawing/2014/main" id="{D65C8DB3-CD0B-BA51-84B5-D54DDDCCB282}"/>
                </a:ext>
              </a:extLst>
            </p:cNvPr>
            <p:cNvSpPr/>
            <p:nvPr/>
          </p:nvSpPr>
          <p:spPr>
            <a:xfrm>
              <a:off x="5661900" y="3170125"/>
              <a:ext cx="5450" cy="7700"/>
            </a:xfrm>
            <a:custGeom>
              <a:avLst/>
              <a:gdLst/>
              <a:ahLst/>
              <a:cxnLst/>
              <a:rect l="l" t="t" r="r" b="b"/>
              <a:pathLst>
                <a:path w="218" h="308" extrusionOk="0">
                  <a:moveTo>
                    <a:pt x="129" y="0"/>
                  </a:moveTo>
                  <a:lnTo>
                    <a:pt x="90" y="64"/>
                  </a:lnTo>
                  <a:lnTo>
                    <a:pt x="1" y="64"/>
                  </a:lnTo>
                  <a:lnTo>
                    <a:pt x="1" y="128"/>
                  </a:lnTo>
                  <a:lnTo>
                    <a:pt x="103" y="230"/>
                  </a:lnTo>
                  <a:lnTo>
                    <a:pt x="90" y="307"/>
                  </a:lnTo>
                  <a:lnTo>
                    <a:pt x="192" y="205"/>
                  </a:lnTo>
                  <a:lnTo>
                    <a:pt x="218" y="51"/>
                  </a:lnTo>
                  <a:lnTo>
                    <a:pt x="12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126;p78">
              <a:extLst>
                <a:ext uri="{FF2B5EF4-FFF2-40B4-BE49-F238E27FC236}">
                  <a16:creationId xmlns:a16="http://schemas.microsoft.com/office/drawing/2014/main" id="{D98BD2B1-EB05-BF6D-0196-AB6A1985C9D8}"/>
                </a:ext>
              </a:extLst>
            </p:cNvPr>
            <p:cNvSpPr/>
            <p:nvPr/>
          </p:nvSpPr>
          <p:spPr>
            <a:xfrm>
              <a:off x="5668925" y="3357025"/>
              <a:ext cx="9950" cy="9950"/>
            </a:xfrm>
            <a:custGeom>
              <a:avLst/>
              <a:gdLst/>
              <a:ahLst/>
              <a:cxnLst/>
              <a:rect l="l" t="t" r="r" b="b"/>
              <a:pathLst>
                <a:path w="398" h="398" extrusionOk="0">
                  <a:moveTo>
                    <a:pt x="167" y="1"/>
                  </a:moveTo>
                  <a:lnTo>
                    <a:pt x="1" y="116"/>
                  </a:lnTo>
                  <a:lnTo>
                    <a:pt x="52" y="180"/>
                  </a:lnTo>
                  <a:lnTo>
                    <a:pt x="193" y="142"/>
                  </a:lnTo>
                  <a:lnTo>
                    <a:pt x="244" y="257"/>
                  </a:lnTo>
                  <a:lnTo>
                    <a:pt x="244" y="397"/>
                  </a:lnTo>
                  <a:lnTo>
                    <a:pt x="346" y="397"/>
                  </a:lnTo>
                  <a:lnTo>
                    <a:pt x="397" y="129"/>
                  </a:lnTo>
                  <a:lnTo>
                    <a:pt x="16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127;p78">
              <a:extLst>
                <a:ext uri="{FF2B5EF4-FFF2-40B4-BE49-F238E27FC236}">
                  <a16:creationId xmlns:a16="http://schemas.microsoft.com/office/drawing/2014/main" id="{B8C1BB64-DCE6-61F6-C2BB-A61CBB3A5002}"/>
                </a:ext>
              </a:extLst>
            </p:cNvPr>
            <p:cNvSpPr/>
            <p:nvPr/>
          </p:nvSpPr>
          <p:spPr>
            <a:xfrm>
              <a:off x="6014650" y="2984475"/>
              <a:ext cx="4500" cy="4175"/>
            </a:xfrm>
            <a:custGeom>
              <a:avLst/>
              <a:gdLst/>
              <a:ahLst/>
              <a:cxnLst/>
              <a:rect l="l" t="t" r="r" b="b"/>
              <a:pathLst>
                <a:path w="180" h="167" extrusionOk="0">
                  <a:moveTo>
                    <a:pt x="179" y="1"/>
                  </a:moveTo>
                  <a:lnTo>
                    <a:pt x="1" y="65"/>
                  </a:lnTo>
                  <a:lnTo>
                    <a:pt x="179" y="167"/>
                  </a:lnTo>
                  <a:lnTo>
                    <a:pt x="17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128;p78">
              <a:extLst>
                <a:ext uri="{FF2B5EF4-FFF2-40B4-BE49-F238E27FC236}">
                  <a16:creationId xmlns:a16="http://schemas.microsoft.com/office/drawing/2014/main" id="{C3B9D7F9-1889-77D1-4AEB-82B993AF75AD}"/>
                </a:ext>
              </a:extLst>
            </p:cNvPr>
            <p:cNvSpPr/>
            <p:nvPr/>
          </p:nvSpPr>
          <p:spPr>
            <a:xfrm>
              <a:off x="5666375" y="3323475"/>
              <a:ext cx="2575" cy="3550"/>
            </a:xfrm>
            <a:custGeom>
              <a:avLst/>
              <a:gdLst/>
              <a:ahLst/>
              <a:cxnLst/>
              <a:rect l="l" t="t" r="r" b="b"/>
              <a:pathLst>
                <a:path w="103" h="142" extrusionOk="0">
                  <a:moveTo>
                    <a:pt x="1" y="1"/>
                  </a:moveTo>
                  <a:lnTo>
                    <a:pt x="1" y="116"/>
                  </a:lnTo>
                  <a:lnTo>
                    <a:pt x="103" y="142"/>
                  </a:lnTo>
                  <a:lnTo>
                    <a:pt x="103" y="142"/>
                  </a:lnTo>
                  <a:lnTo>
                    <a:pt x="9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129;p78">
              <a:extLst>
                <a:ext uri="{FF2B5EF4-FFF2-40B4-BE49-F238E27FC236}">
                  <a16:creationId xmlns:a16="http://schemas.microsoft.com/office/drawing/2014/main" id="{4E24E4FA-E943-29D5-3FE8-AD39148B9059}"/>
                </a:ext>
              </a:extLst>
            </p:cNvPr>
            <p:cNvSpPr/>
            <p:nvPr/>
          </p:nvSpPr>
          <p:spPr>
            <a:xfrm>
              <a:off x="5544950" y="3174925"/>
              <a:ext cx="4200" cy="8000"/>
            </a:xfrm>
            <a:custGeom>
              <a:avLst/>
              <a:gdLst/>
              <a:ahLst/>
              <a:cxnLst/>
              <a:rect l="l" t="t" r="r" b="b"/>
              <a:pathLst>
                <a:path w="168" h="320" extrusionOk="0">
                  <a:moveTo>
                    <a:pt x="90" y="0"/>
                  </a:moveTo>
                  <a:lnTo>
                    <a:pt x="1" y="320"/>
                  </a:lnTo>
                  <a:lnTo>
                    <a:pt x="1" y="320"/>
                  </a:lnTo>
                  <a:lnTo>
                    <a:pt x="167" y="166"/>
                  </a:lnTo>
                  <a:lnTo>
                    <a:pt x="9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2" name="Google Shape;1130;p78">
              <a:extLst>
                <a:ext uri="{FF2B5EF4-FFF2-40B4-BE49-F238E27FC236}">
                  <a16:creationId xmlns:a16="http://schemas.microsoft.com/office/drawing/2014/main" id="{BE12E6BD-92D0-0E2A-CB75-358236025C41}"/>
                </a:ext>
              </a:extLst>
            </p:cNvPr>
            <p:cNvSpPr/>
            <p:nvPr/>
          </p:nvSpPr>
          <p:spPr>
            <a:xfrm>
              <a:off x="3703900" y="2268450"/>
              <a:ext cx="56900" cy="49225"/>
            </a:xfrm>
            <a:custGeom>
              <a:avLst/>
              <a:gdLst/>
              <a:ahLst/>
              <a:cxnLst/>
              <a:rect l="l" t="t" r="r" b="b"/>
              <a:pathLst>
                <a:path w="2276" h="1969" extrusionOk="0">
                  <a:moveTo>
                    <a:pt x="1292" y="1"/>
                  </a:moveTo>
                  <a:lnTo>
                    <a:pt x="1177" y="116"/>
                  </a:lnTo>
                  <a:lnTo>
                    <a:pt x="1164" y="128"/>
                  </a:lnTo>
                  <a:lnTo>
                    <a:pt x="717" y="243"/>
                  </a:lnTo>
                  <a:lnTo>
                    <a:pt x="704" y="243"/>
                  </a:lnTo>
                  <a:lnTo>
                    <a:pt x="538" y="116"/>
                  </a:lnTo>
                  <a:lnTo>
                    <a:pt x="397" y="116"/>
                  </a:lnTo>
                  <a:lnTo>
                    <a:pt x="282" y="141"/>
                  </a:lnTo>
                  <a:lnTo>
                    <a:pt x="167" y="179"/>
                  </a:lnTo>
                  <a:lnTo>
                    <a:pt x="65" y="218"/>
                  </a:lnTo>
                  <a:lnTo>
                    <a:pt x="1" y="435"/>
                  </a:lnTo>
                  <a:lnTo>
                    <a:pt x="141" y="537"/>
                  </a:lnTo>
                  <a:lnTo>
                    <a:pt x="333" y="525"/>
                  </a:lnTo>
                  <a:lnTo>
                    <a:pt x="359" y="537"/>
                  </a:lnTo>
                  <a:lnTo>
                    <a:pt x="397" y="767"/>
                  </a:lnTo>
                  <a:lnTo>
                    <a:pt x="691" y="1074"/>
                  </a:lnTo>
                  <a:lnTo>
                    <a:pt x="857" y="1061"/>
                  </a:lnTo>
                  <a:lnTo>
                    <a:pt x="883" y="1087"/>
                  </a:lnTo>
                  <a:lnTo>
                    <a:pt x="1023" y="1470"/>
                  </a:lnTo>
                  <a:lnTo>
                    <a:pt x="1241" y="1330"/>
                  </a:lnTo>
                  <a:lnTo>
                    <a:pt x="1279" y="1330"/>
                  </a:lnTo>
                  <a:lnTo>
                    <a:pt x="1381" y="1547"/>
                  </a:lnTo>
                  <a:lnTo>
                    <a:pt x="1662" y="1879"/>
                  </a:lnTo>
                  <a:lnTo>
                    <a:pt x="2020" y="1969"/>
                  </a:lnTo>
                  <a:lnTo>
                    <a:pt x="1943" y="1866"/>
                  </a:lnTo>
                  <a:lnTo>
                    <a:pt x="1943" y="1854"/>
                  </a:lnTo>
                  <a:lnTo>
                    <a:pt x="1892" y="1611"/>
                  </a:lnTo>
                  <a:lnTo>
                    <a:pt x="1905" y="1585"/>
                  </a:lnTo>
                  <a:lnTo>
                    <a:pt x="2250" y="1227"/>
                  </a:lnTo>
                  <a:lnTo>
                    <a:pt x="2276" y="946"/>
                  </a:lnTo>
                  <a:lnTo>
                    <a:pt x="2097" y="729"/>
                  </a:lnTo>
                  <a:lnTo>
                    <a:pt x="1854" y="256"/>
                  </a:lnTo>
                  <a:lnTo>
                    <a:pt x="1483" y="26"/>
                  </a:lnTo>
                  <a:lnTo>
                    <a:pt x="129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3" name="Google Shape;1131;p78">
              <a:extLst>
                <a:ext uri="{FF2B5EF4-FFF2-40B4-BE49-F238E27FC236}">
                  <a16:creationId xmlns:a16="http://schemas.microsoft.com/office/drawing/2014/main" id="{1E1CCB6C-E280-33FD-5451-0452DF9FE0E3}"/>
                </a:ext>
              </a:extLst>
            </p:cNvPr>
            <p:cNvSpPr/>
            <p:nvPr/>
          </p:nvSpPr>
          <p:spPr>
            <a:xfrm>
              <a:off x="3786675" y="3356400"/>
              <a:ext cx="40275" cy="24950"/>
            </a:xfrm>
            <a:custGeom>
              <a:avLst/>
              <a:gdLst/>
              <a:ahLst/>
              <a:cxnLst/>
              <a:rect l="l" t="t" r="r" b="b"/>
              <a:pathLst>
                <a:path w="1611" h="998" extrusionOk="0">
                  <a:moveTo>
                    <a:pt x="371" y="0"/>
                  </a:moveTo>
                  <a:lnTo>
                    <a:pt x="358" y="282"/>
                  </a:lnTo>
                  <a:lnTo>
                    <a:pt x="166" y="435"/>
                  </a:lnTo>
                  <a:lnTo>
                    <a:pt x="0" y="857"/>
                  </a:lnTo>
                  <a:lnTo>
                    <a:pt x="256" y="921"/>
                  </a:lnTo>
                  <a:lnTo>
                    <a:pt x="268" y="972"/>
                  </a:lnTo>
                  <a:lnTo>
                    <a:pt x="1598" y="997"/>
                  </a:lnTo>
                  <a:lnTo>
                    <a:pt x="1610" y="141"/>
                  </a:lnTo>
                  <a:lnTo>
                    <a:pt x="1585" y="141"/>
                  </a:lnTo>
                  <a:lnTo>
                    <a:pt x="1572" y="154"/>
                  </a:lnTo>
                  <a:lnTo>
                    <a:pt x="831" y="90"/>
                  </a:lnTo>
                  <a:lnTo>
                    <a:pt x="818" y="90"/>
                  </a:lnTo>
                  <a:lnTo>
                    <a:pt x="65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132;p78">
              <a:extLst>
                <a:ext uri="{FF2B5EF4-FFF2-40B4-BE49-F238E27FC236}">
                  <a16:creationId xmlns:a16="http://schemas.microsoft.com/office/drawing/2014/main" id="{DF662F2B-CE86-5BCC-2C4C-A05AD5B846DF}"/>
                </a:ext>
              </a:extLst>
            </p:cNvPr>
            <p:cNvSpPr/>
            <p:nvPr/>
          </p:nvSpPr>
          <p:spPr>
            <a:xfrm>
              <a:off x="3772600" y="3117075"/>
              <a:ext cx="157550" cy="249250"/>
            </a:xfrm>
            <a:custGeom>
              <a:avLst/>
              <a:gdLst/>
              <a:ahLst/>
              <a:cxnLst/>
              <a:rect l="l" t="t" r="r" b="b"/>
              <a:pathLst>
                <a:path w="6302" h="9970" extrusionOk="0">
                  <a:moveTo>
                    <a:pt x="4206" y="1"/>
                  </a:moveTo>
                  <a:lnTo>
                    <a:pt x="4308" y="295"/>
                  </a:lnTo>
                  <a:lnTo>
                    <a:pt x="4461" y="793"/>
                  </a:lnTo>
                  <a:lnTo>
                    <a:pt x="4883" y="1023"/>
                  </a:lnTo>
                  <a:lnTo>
                    <a:pt x="4883" y="1036"/>
                  </a:lnTo>
                  <a:lnTo>
                    <a:pt x="5151" y="1240"/>
                  </a:lnTo>
                  <a:lnTo>
                    <a:pt x="5164" y="1266"/>
                  </a:lnTo>
                  <a:lnTo>
                    <a:pt x="5164" y="1304"/>
                  </a:lnTo>
                  <a:lnTo>
                    <a:pt x="5075" y="1777"/>
                  </a:lnTo>
                  <a:lnTo>
                    <a:pt x="5062" y="1803"/>
                  </a:lnTo>
                  <a:lnTo>
                    <a:pt x="5049" y="1816"/>
                  </a:lnTo>
                  <a:lnTo>
                    <a:pt x="4538" y="2097"/>
                  </a:lnTo>
                  <a:lnTo>
                    <a:pt x="4384" y="2659"/>
                  </a:lnTo>
                  <a:lnTo>
                    <a:pt x="4384" y="2672"/>
                  </a:lnTo>
                  <a:lnTo>
                    <a:pt x="4142" y="3221"/>
                  </a:lnTo>
                  <a:lnTo>
                    <a:pt x="4129" y="3234"/>
                  </a:lnTo>
                  <a:lnTo>
                    <a:pt x="4116" y="3247"/>
                  </a:lnTo>
                  <a:lnTo>
                    <a:pt x="3809" y="3349"/>
                  </a:lnTo>
                  <a:lnTo>
                    <a:pt x="3797" y="3515"/>
                  </a:lnTo>
                  <a:lnTo>
                    <a:pt x="3797" y="3541"/>
                  </a:lnTo>
                  <a:lnTo>
                    <a:pt x="3145" y="4691"/>
                  </a:lnTo>
                  <a:lnTo>
                    <a:pt x="3145" y="5113"/>
                  </a:lnTo>
                  <a:lnTo>
                    <a:pt x="3132" y="5139"/>
                  </a:lnTo>
                  <a:lnTo>
                    <a:pt x="2608" y="6008"/>
                  </a:lnTo>
                  <a:lnTo>
                    <a:pt x="2582" y="6033"/>
                  </a:lnTo>
                  <a:lnTo>
                    <a:pt x="2391" y="6097"/>
                  </a:lnTo>
                  <a:lnTo>
                    <a:pt x="2365" y="6097"/>
                  </a:lnTo>
                  <a:lnTo>
                    <a:pt x="2340" y="6084"/>
                  </a:lnTo>
                  <a:lnTo>
                    <a:pt x="1982" y="5688"/>
                  </a:lnTo>
                  <a:lnTo>
                    <a:pt x="1752" y="5765"/>
                  </a:lnTo>
                  <a:lnTo>
                    <a:pt x="1726" y="5765"/>
                  </a:lnTo>
                  <a:lnTo>
                    <a:pt x="1317" y="5675"/>
                  </a:lnTo>
                  <a:lnTo>
                    <a:pt x="384" y="6711"/>
                  </a:lnTo>
                  <a:lnTo>
                    <a:pt x="384" y="6877"/>
                  </a:lnTo>
                  <a:lnTo>
                    <a:pt x="371" y="6915"/>
                  </a:lnTo>
                  <a:lnTo>
                    <a:pt x="26" y="7413"/>
                  </a:lnTo>
                  <a:lnTo>
                    <a:pt x="1" y="7452"/>
                  </a:lnTo>
                  <a:lnTo>
                    <a:pt x="65" y="7567"/>
                  </a:lnTo>
                  <a:lnTo>
                    <a:pt x="359" y="7541"/>
                  </a:lnTo>
                  <a:lnTo>
                    <a:pt x="333" y="7669"/>
                  </a:lnTo>
                  <a:lnTo>
                    <a:pt x="537" y="8001"/>
                  </a:lnTo>
                  <a:lnTo>
                    <a:pt x="883" y="8014"/>
                  </a:lnTo>
                  <a:lnTo>
                    <a:pt x="831" y="8231"/>
                  </a:lnTo>
                  <a:lnTo>
                    <a:pt x="1049" y="8500"/>
                  </a:lnTo>
                  <a:lnTo>
                    <a:pt x="1074" y="8985"/>
                  </a:lnTo>
                  <a:lnTo>
                    <a:pt x="1151" y="9113"/>
                  </a:lnTo>
                  <a:lnTo>
                    <a:pt x="1036" y="9267"/>
                  </a:lnTo>
                  <a:lnTo>
                    <a:pt x="1049" y="9458"/>
                  </a:lnTo>
                  <a:lnTo>
                    <a:pt x="1036" y="9471"/>
                  </a:lnTo>
                  <a:lnTo>
                    <a:pt x="1253" y="9471"/>
                  </a:lnTo>
                  <a:lnTo>
                    <a:pt x="1419" y="9561"/>
                  </a:lnTo>
                  <a:lnTo>
                    <a:pt x="2135" y="9612"/>
                  </a:lnTo>
                  <a:lnTo>
                    <a:pt x="2301" y="9561"/>
                  </a:lnTo>
                  <a:lnTo>
                    <a:pt x="2902" y="9561"/>
                  </a:lnTo>
                  <a:lnTo>
                    <a:pt x="3209" y="9446"/>
                  </a:lnTo>
                  <a:lnTo>
                    <a:pt x="3234" y="9433"/>
                  </a:lnTo>
                  <a:lnTo>
                    <a:pt x="3260" y="9446"/>
                  </a:lnTo>
                  <a:lnTo>
                    <a:pt x="3400" y="9548"/>
                  </a:lnTo>
                  <a:lnTo>
                    <a:pt x="3822" y="9548"/>
                  </a:lnTo>
                  <a:lnTo>
                    <a:pt x="5266" y="9561"/>
                  </a:lnTo>
                  <a:lnTo>
                    <a:pt x="5279" y="9561"/>
                  </a:lnTo>
                  <a:lnTo>
                    <a:pt x="5956" y="9752"/>
                  </a:lnTo>
                  <a:lnTo>
                    <a:pt x="5982" y="9765"/>
                  </a:lnTo>
                  <a:lnTo>
                    <a:pt x="6161" y="9970"/>
                  </a:lnTo>
                  <a:lnTo>
                    <a:pt x="6174" y="9139"/>
                  </a:lnTo>
                  <a:lnTo>
                    <a:pt x="6187" y="9100"/>
                  </a:lnTo>
                  <a:lnTo>
                    <a:pt x="6302" y="8973"/>
                  </a:lnTo>
                  <a:lnTo>
                    <a:pt x="5714" y="8653"/>
                  </a:lnTo>
                  <a:lnTo>
                    <a:pt x="5688" y="8628"/>
                  </a:lnTo>
                  <a:lnTo>
                    <a:pt x="5356" y="7733"/>
                  </a:lnTo>
                  <a:lnTo>
                    <a:pt x="4998" y="7120"/>
                  </a:lnTo>
                  <a:lnTo>
                    <a:pt x="4985" y="7094"/>
                  </a:lnTo>
                  <a:lnTo>
                    <a:pt x="4998" y="7068"/>
                  </a:lnTo>
                  <a:lnTo>
                    <a:pt x="5394" y="6353"/>
                  </a:lnTo>
                  <a:lnTo>
                    <a:pt x="5407" y="6340"/>
                  </a:lnTo>
                  <a:lnTo>
                    <a:pt x="5496" y="6263"/>
                  </a:lnTo>
                  <a:lnTo>
                    <a:pt x="5496" y="5841"/>
                  </a:lnTo>
                  <a:lnTo>
                    <a:pt x="5509" y="5803"/>
                  </a:lnTo>
                  <a:lnTo>
                    <a:pt x="5701" y="5509"/>
                  </a:lnTo>
                  <a:lnTo>
                    <a:pt x="5854" y="4921"/>
                  </a:lnTo>
                  <a:lnTo>
                    <a:pt x="5624" y="4589"/>
                  </a:lnTo>
                  <a:lnTo>
                    <a:pt x="5202" y="4257"/>
                  </a:lnTo>
                  <a:lnTo>
                    <a:pt x="5190" y="4244"/>
                  </a:lnTo>
                  <a:lnTo>
                    <a:pt x="4640" y="3451"/>
                  </a:lnTo>
                  <a:lnTo>
                    <a:pt x="4640" y="3426"/>
                  </a:lnTo>
                  <a:lnTo>
                    <a:pt x="4640" y="3400"/>
                  </a:lnTo>
                  <a:lnTo>
                    <a:pt x="4730" y="3158"/>
                  </a:lnTo>
                  <a:lnTo>
                    <a:pt x="4742" y="3132"/>
                  </a:lnTo>
                  <a:lnTo>
                    <a:pt x="4755" y="3119"/>
                  </a:lnTo>
                  <a:lnTo>
                    <a:pt x="5202" y="2927"/>
                  </a:lnTo>
                  <a:lnTo>
                    <a:pt x="5241" y="2927"/>
                  </a:lnTo>
                  <a:lnTo>
                    <a:pt x="5790" y="3094"/>
                  </a:lnTo>
                  <a:lnTo>
                    <a:pt x="5790" y="3094"/>
                  </a:lnTo>
                  <a:lnTo>
                    <a:pt x="5445" y="1982"/>
                  </a:lnTo>
                  <a:lnTo>
                    <a:pt x="5432" y="1956"/>
                  </a:lnTo>
                  <a:lnTo>
                    <a:pt x="5484" y="1458"/>
                  </a:lnTo>
                  <a:lnTo>
                    <a:pt x="5075" y="883"/>
                  </a:lnTo>
                  <a:lnTo>
                    <a:pt x="5062" y="870"/>
                  </a:lnTo>
                  <a:lnTo>
                    <a:pt x="5011" y="422"/>
                  </a:lnTo>
                  <a:lnTo>
                    <a:pt x="4870" y="256"/>
                  </a:lnTo>
                  <a:lnTo>
                    <a:pt x="4730" y="244"/>
                  </a:lnTo>
                  <a:lnTo>
                    <a:pt x="4704" y="244"/>
                  </a:lnTo>
                  <a:lnTo>
                    <a:pt x="420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133;p78">
              <a:extLst>
                <a:ext uri="{FF2B5EF4-FFF2-40B4-BE49-F238E27FC236}">
                  <a16:creationId xmlns:a16="http://schemas.microsoft.com/office/drawing/2014/main" id="{ACFDBFC5-7713-6328-AAFB-F81BA39775FF}"/>
                </a:ext>
              </a:extLst>
            </p:cNvPr>
            <p:cNvSpPr/>
            <p:nvPr/>
          </p:nvSpPr>
          <p:spPr>
            <a:xfrm>
              <a:off x="3658225" y="3111650"/>
              <a:ext cx="240925" cy="199400"/>
            </a:xfrm>
            <a:custGeom>
              <a:avLst/>
              <a:gdLst/>
              <a:ahLst/>
              <a:cxnLst/>
              <a:rect l="l" t="t" r="r" b="b"/>
              <a:pathLst>
                <a:path w="9637" h="7976" extrusionOk="0">
                  <a:moveTo>
                    <a:pt x="2454" y="0"/>
                  </a:moveTo>
                  <a:lnTo>
                    <a:pt x="2058" y="90"/>
                  </a:lnTo>
                  <a:lnTo>
                    <a:pt x="2045" y="90"/>
                  </a:lnTo>
                  <a:lnTo>
                    <a:pt x="1649" y="39"/>
                  </a:lnTo>
                  <a:lnTo>
                    <a:pt x="1355" y="192"/>
                  </a:lnTo>
                  <a:lnTo>
                    <a:pt x="1240" y="729"/>
                  </a:lnTo>
                  <a:lnTo>
                    <a:pt x="1214" y="755"/>
                  </a:lnTo>
                  <a:lnTo>
                    <a:pt x="946" y="997"/>
                  </a:lnTo>
                  <a:lnTo>
                    <a:pt x="741" y="1790"/>
                  </a:lnTo>
                  <a:lnTo>
                    <a:pt x="895" y="2160"/>
                  </a:lnTo>
                  <a:lnTo>
                    <a:pt x="895" y="2173"/>
                  </a:lnTo>
                  <a:lnTo>
                    <a:pt x="895" y="2199"/>
                  </a:lnTo>
                  <a:lnTo>
                    <a:pt x="729" y="2595"/>
                  </a:lnTo>
                  <a:lnTo>
                    <a:pt x="805" y="2876"/>
                  </a:lnTo>
                  <a:lnTo>
                    <a:pt x="805" y="2902"/>
                  </a:lnTo>
                  <a:lnTo>
                    <a:pt x="793" y="2927"/>
                  </a:lnTo>
                  <a:lnTo>
                    <a:pt x="422" y="3464"/>
                  </a:lnTo>
                  <a:lnTo>
                    <a:pt x="422" y="3643"/>
                  </a:lnTo>
                  <a:lnTo>
                    <a:pt x="409" y="3668"/>
                  </a:lnTo>
                  <a:lnTo>
                    <a:pt x="396" y="3681"/>
                  </a:lnTo>
                  <a:lnTo>
                    <a:pt x="13" y="3988"/>
                  </a:lnTo>
                  <a:lnTo>
                    <a:pt x="0" y="4947"/>
                  </a:lnTo>
                  <a:lnTo>
                    <a:pt x="102" y="5049"/>
                  </a:lnTo>
                  <a:lnTo>
                    <a:pt x="115" y="5062"/>
                  </a:lnTo>
                  <a:lnTo>
                    <a:pt x="115" y="5087"/>
                  </a:lnTo>
                  <a:lnTo>
                    <a:pt x="102" y="6084"/>
                  </a:lnTo>
                  <a:lnTo>
                    <a:pt x="128" y="6084"/>
                  </a:lnTo>
                  <a:lnTo>
                    <a:pt x="332" y="6161"/>
                  </a:lnTo>
                  <a:lnTo>
                    <a:pt x="499" y="6033"/>
                  </a:lnTo>
                  <a:lnTo>
                    <a:pt x="690" y="6033"/>
                  </a:lnTo>
                  <a:lnTo>
                    <a:pt x="754" y="6212"/>
                  </a:lnTo>
                  <a:lnTo>
                    <a:pt x="1163" y="6237"/>
                  </a:lnTo>
                  <a:lnTo>
                    <a:pt x="1432" y="6301"/>
                  </a:lnTo>
                  <a:lnTo>
                    <a:pt x="1674" y="6685"/>
                  </a:lnTo>
                  <a:lnTo>
                    <a:pt x="1815" y="6659"/>
                  </a:lnTo>
                  <a:lnTo>
                    <a:pt x="1815" y="6710"/>
                  </a:lnTo>
                  <a:lnTo>
                    <a:pt x="1917" y="6864"/>
                  </a:lnTo>
                  <a:lnTo>
                    <a:pt x="1917" y="6953"/>
                  </a:lnTo>
                  <a:lnTo>
                    <a:pt x="2020" y="7068"/>
                  </a:lnTo>
                  <a:lnTo>
                    <a:pt x="2020" y="7477"/>
                  </a:lnTo>
                  <a:lnTo>
                    <a:pt x="2147" y="7567"/>
                  </a:lnTo>
                  <a:lnTo>
                    <a:pt x="2301" y="7886"/>
                  </a:lnTo>
                  <a:lnTo>
                    <a:pt x="2416" y="7976"/>
                  </a:lnTo>
                  <a:lnTo>
                    <a:pt x="2710" y="7924"/>
                  </a:lnTo>
                  <a:lnTo>
                    <a:pt x="2940" y="7937"/>
                  </a:lnTo>
                  <a:lnTo>
                    <a:pt x="3119" y="7809"/>
                  </a:lnTo>
                  <a:lnTo>
                    <a:pt x="3221" y="7873"/>
                  </a:lnTo>
                  <a:lnTo>
                    <a:pt x="3374" y="7784"/>
                  </a:lnTo>
                  <a:lnTo>
                    <a:pt x="3489" y="7809"/>
                  </a:lnTo>
                  <a:lnTo>
                    <a:pt x="3668" y="7694"/>
                  </a:lnTo>
                  <a:lnTo>
                    <a:pt x="3949" y="7707"/>
                  </a:lnTo>
                  <a:lnTo>
                    <a:pt x="4384" y="7771"/>
                  </a:lnTo>
                  <a:lnTo>
                    <a:pt x="4346" y="7515"/>
                  </a:lnTo>
                  <a:lnTo>
                    <a:pt x="4499" y="7579"/>
                  </a:lnTo>
                  <a:lnTo>
                    <a:pt x="4844" y="7081"/>
                  </a:lnTo>
                  <a:lnTo>
                    <a:pt x="4844" y="6902"/>
                  </a:lnTo>
                  <a:lnTo>
                    <a:pt x="4870" y="6864"/>
                  </a:lnTo>
                  <a:lnTo>
                    <a:pt x="5828" y="5803"/>
                  </a:lnTo>
                  <a:lnTo>
                    <a:pt x="5854" y="5790"/>
                  </a:lnTo>
                  <a:lnTo>
                    <a:pt x="5879" y="5790"/>
                  </a:lnTo>
                  <a:lnTo>
                    <a:pt x="6314" y="5880"/>
                  </a:lnTo>
                  <a:lnTo>
                    <a:pt x="6557" y="5790"/>
                  </a:lnTo>
                  <a:lnTo>
                    <a:pt x="6582" y="5790"/>
                  </a:lnTo>
                  <a:lnTo>
                    <a:pt x="6608" y="5816"/>
                  </a:lnTo>
                  <a:lnTo>
                    <a:pt x="6966" y="6199"/>
                  </a:lnTo>
                  <a:lnTo>
                    <a:pt x="7093" y="6148"/>
                  </a:lnTo>
                  <a:lnTo>
                    <a:pt x="7605" y="5304"/>
                  </a:lnTo>
                  <a:lnTo>
                    <a:pt x="7605" y="4895"/>
                  </a:lnTo>
                  <a:lnTo>
                    <a:pt x="7617" y="4870"/>
                  </a:lnTo>
                  <a:lnTo>
                    <a:pt x="8269" y="3720"/>
                  </a:lnTo>
                  <a:lnTo>
                    <a:pt x="8269" y="3528"/>
                  </a:lnTo>
                  <a:lnTo>
                    <a:pt x="8282" y="3490"/>
                  </a:lnTo>
                  <a:lnTo>
                    <a:pt x="8308" y="3477"/>
                  </a:lnTo>
                  <a:lnTo>
                    <a:pt x="8627" y="3375"/>
                  </a:lnTo>
                  <a:lnTo>
                    <a:pt x="8857" y="2851"/>
                  </a:lnTo>
                  <a:lnTo>
                    <a:pt x="9011" y="2263"/>
                  </a:lnTo>
                  <a:lnTo>
                    <a:pt x="9023" y="2250"/>
                  </a:lnTo>
                  <a:lnTo>
                    <a:pt x="9036" y="2237"/>
                  </a:lnTo>
                  <a:lnTo>
                    <a:pt x="9547" y="1956"/>
                  </a:lnTo>
                  <a:lnTo>
                    <a:pt x="9637" y="1521"/>
                  </a:lnTo>
                  <a:lnTo>
                    <a:pt x="9394" y="1342"/>
                  </a:lnTo>
                  <a:lnTo>
                    <a:pt x="8959" y="1087"/>
                  </a:lnTo>
                  <a:lnTo>
                    <a:pt x="8934" y="1061"/>
                  </a:lnTo>
                  <a:lnTo>
                    <a:pt x="8781" y="550"/>
                  </a:lnTo>
                  <a:lnTo>
                    <a:pt x="8653" y="179"/>
                  </a:lnTo>
                  <a:lnTo>
                    <a:pt x="8269" y="294"/>
                  </a:lnTo>
                  <a:lnTo>
                    <a:pt x="8014" y="639"/>
                  </a:lnTo>
                  <a:lnTo>
                    <a:pt x="8001" y="652"/>
                  </a:lnTo>
                  <a:lnTo>
                    <a:pt x="7975" y="665"/>
                  </a:lnTo>
                  <a:lnTo>
                    <a:pt x="7630" y="691"/>
                  </a:lnTo>
                  <a:lnTo>
                    <a:pt x="7592" y="691"/>
                  </a:lnTo>
                  <a:lnTo>
                    <a:pt x="7451" y="588"/>
                  </a:lnTo>
                  <a:lnTo>
                    <a:pt x="6020" y="550"/>
                  </a:lnTo>
                  <a:lnTo>
                    <a:pt x="5688" y="818"/>
                  </a:lnTo>
                  <a:lnTo>
                    <a:pt x="5662" y="831"/>
                  </a:lnTo>
                  <a:lnTo>
                    <a:pt x="4857" y="895"/>
                  </a:lnTo>
                  <a:lnTo>
                    <a:pt x="4831" y="895"/>
                  </a:lnTo>
                  <a:lnTo>
                    <a:pt x="4819" y="882"/>
                  </a:lnTo>
                  <a:lnTo>
                    <a:pt x="4358" y="524"/>
                  </a:lnTo>
                  <a:lnTo>
                    <a:pt x="3451" y="665"/>
                  </a:lnTo>
                  <a:lnTo>
                    <a:pt x="3425" y="665"/>
                  </a:lnTo>
                  <a:lnTo>
                    <a:pt x="3400" y="639"/>
                  </a:lnTo>
                  <a:lnTo>
                    <a:pt x="3068" y="269"/>
                  </a:lnTo>
                  <a:lnTo>
                    <a:pt x="2620" y="90"/>
                  </a:lnTo>
                  <a:lnTo>
                    <a:pt x="2620" y="77"/>
                  </a:lnTo>
                  <a:lnTo>
                    <a:pt x="245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134;p78">
              <a:extLst>
                <a:ext uri="{FF2B5EF4-FFF2-40B4-BE49-F238E27FC236}">
                  <a16:creationId xmlns:a16="http://schemas.microsoft.com/office/drawing/2014/main" id="{504D7064-76DA-DE11-3401-81F1ED76AA6C}"/>
                </a:ext>
              </a:extLst>
            </p:cNvPr>
            <p:cNvSpPr/>
            <p:nvPr/>
          </p:nvSpPr>
          <p:spPr>
            <a:xfrm>
              <a:off x="3622100" y="3141050"/>
              <a:ext cx="55625" cy="129425"/>
            </a:xfrm>
            <a:custGeom>
              <a:avLst/>
              <a:gdLst/>
              <a:ahLst/>
              <a:cxnLst/>
              <a:rect l="l" t="t" r="r" b="b"/>
              <a:pathLst>
                <a:path w="2225" h="5177" extrusionOk="0">
                  <a:moveTo>
                    <a:pt x="1650" y="0"/>
                  </a:moveTo>
                  <a:lnTo>
                    <a:pt x="1113" y="384"/>
                  </a:lnTo>
                  <a:lnTo>
                    <a:pt x="1062" y="716"/>
                  </a:lnTo>
                  <a:lnTo>
                    <a:pt x="1036" y="754"/>
                  </a:lnTo>
                  <a:lnTo>
                    <a:pt x="998" y="767"/>
                  </a:lnTo>
                  <a:lnTo>
                    <a:pt x="410" y="754"/>
                  </a:lnTo>
                  <a:lnTo>
                    <a:pt x="116" y="1138"/>
                  </a:lnTo>
                  <a:lnTo>
                    <a:pt x="90" y="1151"/>
                  </a:lnTo>
                  <a:lnTo>
                    <a:pt x="39" y="1151"/>
                  </a:lnTo>
                  <a:lnTo>
                    <a:pt x="1" y="1329"/>
                  </a:lnTo>
                  <a:lnTo>
                    <a:pt x="333" y="1828"/>
                  </a:lnTo>
                  <a:lnTo>
                    <a:pt x="346" y="1866"/>
                  </a:lnTo>
                  <a:lnTo>
                    <a:pt x="333" y="2390"/>
                  </a:lnTo>
                  <a:lnTo>
                    <a:pt x="589" y="2825"/>
                  </a:lnTo>
                  <a:lnTo>
                    <a:pt x="602" y="2850"/>
                  </a:lnTo>
                  <a:lnTo>
                    <a:pt x="653" y="3515"/>
                  </a:lnTo>
                  <a:lnTo>
                    <a:pt x="640" y="3540"/>
                  </a:lnTo>
                  <a:lnTo>
                    <a:pt x="627" y="3553"/>
                  </a:lnTo>
                  <a:lnTo>
                    <a:pt x="551" y="3617"/>
                  </a:lnTo>
                  <a:lnTo>
                    <a:pt x="538" y="4640"/>
                  </a:lnTo>
                  <a:lnTo>
                    <a:pt x="653" y="5176"/>
                  </a:lnTo>
                  <a:lnTo>
                    <a:pt x="781" y="5176"/>
                  </a:lnTo>
                  <a:lnTo>
                    <a:pt x="985" y="5100"/>
                  </a:lnTo>
                  <a:lnTo>
                    <a:pt x="1330" y="5061"/>
                  </a:lnTo>
                  <a:lnTo>
                    <a:pt x="1087" y="4959"/>
                  </a:lnTo>
                  <a:lnTo>
                    <a:pt x="1164" y="4844"/>
                  </a:lnTo>
                  <a:lnTo>
                    <a:pt x="1432" y="4895"/>
                  </a:lnTo>
                  <a:lnTo>
                    <a:pt x="1445" y="3937"/>
                  </a:lnTo>
                  <a:lnTo>
                    <a:pt x="1343" y="3834"/>
                  </a:lnTo>
                  <a:lnTo>
                    <a:pt x="1330" y="3822"/>
                  </a:lnTo>
                  <a:lnTo>
                    <a:pt x="1330" y="3796"/>
                  </a:lnTo>
                  <a:lnTo>
                    <a:pt x="1343" y="2786"/>
                  </a:lnTo>
                  <a:lnTo>
                    <a:pt x="1343" y="2761"/>
                  </a:lnTo>
                  <a:lnTo>
                    <a:pt x="1369" y="2735"/>
                  </a:lnTo>
                  <a:lnTo>
                    <a:pt x="1752" y="2441"/>
                  </a:lnTo>
                  <a:lnTo>
                    <a:pt x="1752" y="2275"/>
                  </a:lnTo>
                  <a:lnTo>
                    <a:pt x="1765" y="2250"/>
                  </a:lnTo>
                  <a:lnTo>
                    <a:pt x="2135" y="1713"/>
                  </a:lnTo>
                  <a:lnTo>
                    <a:pt x="2059" y="1432"/>
                  </a:lnTo>
                  <a:lnTo>
                    <a:pt x="2059" y="1393"/>
                  </a:lnTo>
                  <a:lnTo>
                    <a:pt x="2225" y="997"/>
                  </a:lnTo>
                  <a:lnTo>
                    <a:pt x="2071" y="639"/>
                  </a:lnTo>
                  <a:lnTo>
                    <a:pt x="1918" y="205"/>
                  </a:lnTo>
                  <a:lnTo>
                    <a:pt x="165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135;p78">
              <a:extLst>
                <a:ext uri="{FF2B5EF4-FFF2-40B4-BE49-F238E27FC236}">
                  <a16:creationId xmlns:a16="http://schemas.microsoft.com/office/drawing/2014/main" id="{7636DC83-2A5D-1294-E5FD-54623726CFCC}"/>
                </a:ext>
              </a:extLst>
            </p:cNvPr>
            <p:cNvSpPr/>
            <p:nvPr/>
          </p:nvSpPr>
          <p:spPr>
            <a:xfrm>
              <a:off x="3778350" y="3355750"/>
              <a:ext cx="116650" cy="129750"/>
            </a:xfrm>
            <a:custGeom>
              <a:avLst/>
              <a:gdLst/>
              <a:ahLst/>
              <a:cxnLst/>
              <a:rect l="l" t="t" r="r" b="b"/>
              <a:pathLst>
                <a:path w="4666" h="5190" extrusionOk="0">
                  <a:moveTo>
                    <a:pt x="2991" y="1"/>
                  </a:moveTo>
                  <a:lnTo>
                    <a:pt x="2697" y="116"/>
                  </a:lnTo>
                  <a:lnTo>
                    <a:pt x="2672" y="129"/>
                  </a:lnTo>
                  <a:lnTo>
                    <a:pt x="2097" y="116"/>
                  </a:lnTo>
                  <a:lnTo>
                    <a:pt x="2058" y="129"/>
                  </a:lnTo>
                  <a:lnTo>
                    <a:pt x="2046" y="1074"/>
                  </a:lnTo>
                  <a:lnTo>
                    <a:pt x="2046" y="1100"/>
                  </a:lnTo>
                  <a:lnTo>
                    <a:pt x="2033" y="1113"/>
                  </a:lnTo>
                  <a:lnTo>
                    <a:pt x="2007" y="1126"/>
                  </a:lnTo>
                  <a:lnTo>
                    <a:pt x="1995" y="1126"/>
                  </a:lnTo>
                  <a:lnTo>
                    <a:pt x="614" y="1113"/>
                  </a:lnTo>
                  <a:lnTo>
                    <a:pt x="640" y="1292"/>
                  </a:lnTo>
                  <a:lnTo>
                    <a:pt x="589" y="1394"/>
                  </a:lnTo>
                  <a:lnTo>
                    <a:pt x="397" y="1368"/>
                  </a:lnTo>
                  <a:lnTo>
                    <a:pt x="550" y="1534"/>
                  </a:lnTo>
                  <a:lnTo>
                    <a:pt x="870" y="1637"/>
                  </a:lnTo>
                  <a:lnTo>
                    <a:pt x="806" y="1765"/>
                  </a:lnTo>
                  <a:lnTo>
                    <a:pt x="550" y="1752"/>
                  </a:lnTo>
                  <a:lnTo>
                    <a:pt x="333" y="1637"/>
                  </a:lnTo>
                  <a:lnTo>
                    <a:pt x="346" y="1905"/>
                  </a:lnTo>
                  <a:lnTo>
                    <a:pt x="231" y="2493"/>
                  </a:lnTo>
                  <a:lnTo>
                    <a:pt x="346" y="2698"/>
                  </a:lnTo>
                  <a:lnTo>
                    <a:pt x="269" y="2749"/>
                  </a:lnTo>
                  <a:lnTo>
                    <a:pt x="1" y="2570"/>
                  </a:lnTo>
                  <a:lnTo>
                    <a:pt x="295" y="3145"/>
                  </a:lnTo>
                  <a:lnTo>
                    <a:pt x="52" y="2966"/>
                  </a:lnTo>
                  <a:lnTo>
                    <a:pt x="320" y="3541"/>
                  </a:lnTo>
                  <a:lnTo>
                    <a:pt x="512" y="3822"/>
                  </a:lnTo>
                  <a:lnTo>
                    <a:pt x="755" y="3950"/>
                  </a:lnTo>
                  <a:lnTo>
                    <a:pt x="653" y="4065"/>
                  </a:lnTo>
                  <a:lnTo>
                    <a:pt x="780" y="4142"/>
                  </a:lnTo>
                  <a:lnTo>
                    <a:pt x="1215" y="4359"/>
                  </a:lnTo>
                  <a:lnTo>
                    <a:pt x="1483" y="4589"/>
                  </a:lnTo>
                  <a:lnTo>
                    <a:pt x="1905" y="4717"/>
                  </a:lnTo>
                  <a:lnTo>
                    <a:pt x="1892" y="4883"/>
                  </a:lnTo>
                  <a:lnTo>
                    <a:pt x="1713" y="4806"/>
                  </a:lnTo>
                  <a:lnTo>
                    <a:pt x="1470" y="4768"/>
                  </a:lnTo>
                  <a:lnTo>
                    <a:pt x="1470" y="4768"/>
                  </a:lnTo>
                  <a:lnTo>
                    <a:pt x="1879" y="5151"/>
                  </a:lnTo>
                  <a:lnTo>
                    <a:pt x="1918" y="5190"/>
                  </a:lnTo>
                  <a:lnTo>
                    <a:pt x="2071" y="4768"/>
                  </a:lnTo>
                  <a:lnTo>
                    <a:pt x="2097" y="4742"/>
                  </a:lnTo>
                  <a:lnTo>
                    <a:pt x="2135" y="4730"/>
                  </a:lnTo>
                  <a:lnTo>
                    <a:pt x="2519" y="4806"/>
                  </a:lnTo>
                  <a:lnTo>
                    <a:pt x="2544" y="4410"/>
                  </a:lnTo>
                  <a:lnTo>
                    <a:pt x="2314" y="4295"/>
                  </a:lnTo>
                  <a:lnTo>
                    <a:pt x="2301" y="4282"/>
                  </a:lnTo>
                  <a:lnTo>
                    <a:pt x="2288" y="4257"/>
                  </a:lnTo>
                  <a:lnTo>
                    <a:pt x="2237" y="4027"/>
                  </a:lnTo>
                  <a:lnTo>
                    <a:pt x="2237" y="4014"/>
                  </a:lnTo>
                  <a:lnTo>
                    <a:pt x="2250" y="3988"/>
                  </a:lnTo>
                  <a:lnTo>
                    <a:pt x="2263" y="3976"/>
                  </a:lnTo>
                  <a:lnTo>
                    <a:pt x="2276" y="3963"/>
                  </a:lnTo>
                  <a:lnTo>
                    <a:pt x="3004" y="3809"/>
                  </a:lnTo>
                  <a:lnTo>
                    <a:pt x="2915" y="3541"/>
                  </a:lnTo>
                  <a:lnTo>
                    <a:pt x="2902" y="3503"/>
                  </a:lnTo>
                  <a:lnTo>
                    <a:pt x="2902" y="3490"/>
                  </a:lnTo>
                  <a:lnTo>
                    <a:pt x="2915" y="3477"/>
                  </a:lnTo>
                  <a:lnTo>
                    <a:pt x="2940" y="3452"/>
                  </a:lnTo>
                  <a:lnTo>
                    <a:pt x="3068" y="3375"/>
                  </a:lnTo>
                  <a:lnTo>
                    <a:pt x="3094" y="3375"/>
                  </a:lnTo>
                  <a:lnTo>
                    <a:pt x="3119" y="3388"/>
                  </a:lnTo>
                  <a:lnTo>
                    <a:pt x="3592" y="3784"/>
                  </a:lnTo>
                  <a:lnTo>
                    <a:pt x="4065" y="3656"/>
                  </a:lnTo>
                  <a:lnTo>
                    <a:pt x="4091" y="3656"/>
                  </a:lnTo>
                  <a:lnTo>
                    <a:pt x="4116" y="3669"/>
                  </a:lnTo>
                  <a:lnTo>
                    <a:pt x="4423" y="3924"/>
                  </a:lnTo>
                  <a:lnTo>
                    <a:pt x="4551" y="3247"/>
                  </a:lnTo>
                  <a:lnTo>
                    <a:pt x="4563" y="3209"/>
                  </a:lnTo>
                  <a:lnTo>
                    <a:pt x="4666" y="3132"/>
                  </a:lnTo>
                  <a:lnTo>
                    <a:pt x="4602" y="3004"/>
                  </a:lnTo>
                  <a:lnTo>
                    <a:pt x="4589" y="2979"/>
                  </a:lnTo>
                  <a:lnTo>
                    <a:pt x="4615" y="2404"/>
                  </a:lnTo>
                  <a:lnTo>
                    <a:pt x="4154" y="2020"/>
                  </a:lnTo>
                  <a:lnTo>
                    <a:pt x="4142" y="1995"/>
                  </a:lnTo>
                  <a:lnTo>
                    <a:pt x="4142" y="1982"/>
                  </a:lnTo>
                  <a:lnTo>
                    <a:pt x="4142" y="1956"/>
                  </a:lnTo>
                  <a:lnTo>
                    <a:pt x="4154" y="1943"/>
                  </a:lnTo>
                  <a:lnTo>
                    <a:pt x="4333" y="1739"/>
                  </a:lnTo>
                  <a:lnTo>
                    <a:pt x="4346" y="1483"/>
                  </a:lnTo>
                  <a:lnTo>
                    <a:pt x="4359" y="1458"/>
                  </a:lnTo>
                  <a:lnTo>
                    <a:pt x="4372" y="1419"/>
                  </a:lnTo>
                  <a:lnTo>
                    <a:pt x="4576" y="1164"/>
                  </a:lnTo>
                  <a:lnTo>
                    <a:pt x="4602" y="806"/>
                  </a:lnTo>
                  <a:lnTo>
                    <a:pt x="4321" y="704"/>
                  </a:lnTo>
                  <a:lnTo>
                    <a:pt x="4078" y="819"/>
                  </a:lnTo>
                  <a:lnTo>
                    <a:pt x="4065" y="819"/>
                  </a:lnTo>
                  <a:lnTo>
                    <a:pt x="3528" y="870"/>
                  </a:lnTo>
                  <a:lnTo>
                    <a:pt x="3515" y="870"/>
                  </a:lnTo>
                  <a:lnTo>
                    <a:pt x="3490" y="857"/>
                  </a:lnTo>
                  <a:lnTo>
                    <a:pt x="3477" y="844"/>
                  </a:lnTo>
                  <a:lnTo>
                    <a:pt x="3477" y="819"/>
                  </a:lnTo>
                  <a:lnTo>
                    <a:pt x="3452" y="244"/>
                  </a:lnTo>
                  <a:lnTo>
                    <a:pt x="3464" y="218"/>
                  </a:lnTo>
                  <a:lnTo>
                    <a:pt x="3528" y="116"/>
                  </a:lnTo>
                  <a:lnTo>
                    <a:pt x="3158" y="103"/>
                  </a:lnTo>
                  <a:lnTo>
                    <a:pt x="3119" y="103"/>
                  </a:lnTo>
                  <a:lnTo>
                    <a:pt x="299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8" name="Google Shape;1136;p78">
              <a:extLst>
                <a:ext uri="{FF2B5EF4-FFF2-40B4-BE49-F238E27FC236}">
                  <a16:creationId xmlns:a16="http://schemas.microsoft.com/office/drawing/2014/main" id="{60706EEB-F600-1713-F859-B0560B8844CF}"/>
                </a:ext>
              </a:extLst>
            </p:cNvPr>
            <p:cNvSpPr/>
            <p:nvPr/>
          </p:nvSpPr>
          <p:spPr>
            <a:xfrm>
              <a:off x="3828200" y="3328600"/>
              <a:ext cx="151150" cy="175425"/>
            </a:xfrm>
            <a:custGeom>
              <a:avLst/>
              <a:gdLst/>
              <a:ahLst/>
              <a:cxnLst/>
              <a:rect l="l" t="t" r="r" b="b"/>
              <a:pathLst>
                <a:path w="6046" h="7017" extrusionOk="0">
                  <a:moveTo>
                    <a:pt x="5662" y="0"/>
                  </a:moveTo>
                  <a:lnTo>
                    <a:pt x="4665" y="39"/>
                  </a:lnTo>
                  <a:lnTo>
                    <a:pt x="4269" y="473"/>
                  </a:lnTo>
                  <a:lnTo>
                    <a:pt x="4065" y="691"/>
                  </a:lnTo>
                  <a:lnTo>
                    <a:pt x="4052" y="1662"/>
                  </a:lnTo>
                  <a:lnTo>
                    <a:pt x="4039" y="1688"/>
                  </a:lnTo>
                  <a:lnTo>
                    <a:pt x="4014" y="1700"/>
                  </a:lnTo>
                  <a:lnTo>
                    <a:pt x="3988" y="1713"/>
                  </a:lnTo>
                  <a:lnTo>
                    <a:pt x="3975" y="1700"/>
                  </a:lnTo>
                  <a:lnTo>
                    <a:pt x="3950" y="1688"/>
                  </a:lnTo>
                  <a:lnTo>
                    <a:pt x="3681" y="1394"/>
                  </a:lnTo>
                  <a:lnTo>
                    <a:pt x="3042" y="1202"/>
                  </a:lnTo>
                  <a:lnTo>
                    <a:pt x="1675" y="1202"/>
                  </a:lnTo>
                  <a:lnTo>
                    <a:pt x="1573" y="1342"/>
                  </a:lnTo>
                  <a:lnTo>
                    <a:pt x="1585" y="1841"/>
                  </a:lnTo>
                  <a:lnTo>
                    <a:pt x="2045" y="1803"/>
                  </a:lnTo>
                  <a:lnTo>
                    <a:pt x="2301" y="1688"/>
                  </a:lnTo>
                  <a:lnTo>
                    <a:pt x="2352" y="1688"/>
                  </a:lnTo>
                  <a:lnTo>
                    <a:pt x="2684" y="1815"/>
                  </a:lnTo>
                  <a:lnTo>
                    <a:pt x="2710" y="1828"/>
                  </a:lnTo>
                  <a:lnTo>
                    <a:pt x="2723" y="1866"/>
                  </a:lnTo>
                  <a:lnTo>
                    <a:pt x="2684" y="2275"/>
                  </a:lnTo>
                  <a:lnTo>
                    <a:pt x="2672" y="2301"/>
                  </a:lnTo>
                  <a:lnTo>
                    <a:pt x="2467" y="2582"/>
                  </a:lnTo>
                  <a:lnTo>
                    <a:pt x="2442" y="2838"/>
                  </a:lnTo>
                  <a:lnTo>
                    <a:pt x="2429" y="2876"/>
                  </a:lnTo>
                  <a:lnTo>
                    <a:pt x="2275" y="3055"/>
                  </a:lnTo>
                  <a:lnTo>
                    <a:pt x="2710" y="3426"/>
                  </a:lnTo>
                  <a:lnTo>
                    <a:pt x="2723" y="3451"/>
                  </a:lnTo>
                  <a:lnTo>
                    <a:pt x="2736" y="3477"/>
                  </a:lnTo>
                  <a:lnTo>
                    <a:pt x="2710" y="4052"/>
                  </a:lnTo>
                  <a:lnTo>
                    <a:pt x="2787" y="4205"/>
                  </a:lnTo>
                  <a:lnTo>
                    <a:pt x="2799" y="4231"/>
                  </a:lnTo>
                  <a:lnTo>
                    <a:pt x="2774" y="4269"/>
                  </a:lnTo>
                  <a:lnTo>
                    <a:pt x="2659" y="4371"/>
                  </a:lnTo>
                  <a:lnTo>
                    <a:pt x="2531" y="5125"/>
                  </a:lnTo>
                  <a:lnTo>
                    <a:pt x="2518" y="5151"/>
                  </a:lnTo>
                  <a:lnTo>
                    <a:pt x="2493" y="5164"/>
                  </a:lnTo>
                  <a:lnTo>
                    <a:pt x="2467" y="5164"/>
                  </a:lnTo>
                  <a:lnTo>
                    <a:pt x="2442" y="5151"/>
                  </a:lnTo>
                  <a:lnTo>
                    <a:pt x="2071" y="4857"/>
                  </a:lnTo>
                  <a:lnTo>
                    <a:pt x="1598" y="4972"/>
                  </a:lnTo>
                  <a:lnTo>
                    <a:pt x="1573" y="4972"/>
                  </a:lnTo>
                  <a:lnTo>
                    <a:pt x="1547" y="4959"/>
                  </a:lnTo>
                  <a:lnTo>
                    <a:pt x="1087" y="4576"/>
                  </a:lnTo>
                  <a:lnTo>
                    <a:pt x="1023" y="4614"/>
                  </a:lnTo>
                  <a:lnTo>
                    <a:pt x="1138" y="4921"/>
                  </a:lnTo>
                  <a:lnTo>
                    <a:pt x="1151" y="4947"/>
                  </a:lnTo>
                  <a:lnTo>
                    <a:pt x="1138" y="4972"/>
                  </a:lnTo>
                  <a:lnTo>
                    <a:pt x="1125" y="4985"/>
                  </a:lnTo>
                  <a:lnTo>
                    <a:pt x="1100" y="4998"/>
                  </a:lnTo>
                  <a:lnTo>
                    <a:pt x="358" y="5151"/>
                  </a:lnTo>
                  <a:lnTo>
                    <a:pt x="397" y="5292"/>
                  </a:lnTo>
                  <a:lnTo>
                    <a:pt x="640" y="5407"/>
                  </a:lnTo>
                  <a:lnTo>
                    <a:pt x="652" y="5432"/>
                  </a:lnTo>
                  <a:lnTo>
                    <a:pt x="665" y="5458"/>
                  </a:lnTo>
                  <a:lnTo>
                    <a:pt x="627" y="5969"/>
                  </a:lnTo>
                  <a:lnTo>
                    <a:pt x="614" y="5982"/>
                  </a:lnTo>
                  <a:lnTo>
                    <a:pt x="601" y="6007"/>
                  </a:lnTo>
                  <a:lnTo>
                    <a:pt x="563" y="6007"/>
                  </a:lnTo>
                  <a:lnTo>
                    <a:pt x="167" y="5931"/>
                  </a:lnTo>
                  <a:lnTo>
                    <a:pt x="1" y="6365"/>
                  </a:lnTo>
                  <a:lnTo>
                    <a:pt x="243" y="6621"/>
                  </a:lnTo>
                  <a:lnTo>
                    <a:pt x="461" y="7017"/>
                  </a:lnTo>
                  <a:lnTo>
                    <a:pt x="1049" y="6570"/>
                  </a:lnTo>
                  <a:lnTo>
                    <a:pt x="1061" y="6557"/>
                  </a:lnTo>
                  <a:lnTo>
                    <a:pt x="1087" y="6557"/>
                  </a:lnTo>
                  <a:lnTo>
                    <a:pt x="1100" y="6570"/>
                  </a:lnTo>
                  <a:lnTo>
                    <a:pt x="1112" y="6582"/>
                  </a:lnTo>
                  <a:lnTo>
                    <a:pt x="1266" y="6736"/>
                  </a:lnTo>
                  <a:lnTo>
                    <a:pt x="1803" y="6787"/>
                  </a:lnTo>
                  <a:lnTo>
                    <a:pt x="2390" y="6557"/>
                  </a:lnTo>
                  <a:lnTo>
                    <a:pt x="2416" y="6544"/>
                  </a:lnTo>
                  <a:lnTo>
                    <a:pt x="2442" y="6557"/>
                  </a:lnTo>
                  <a:lnTo>
                    <a:pt x="2454" y="6570"/>
                  </a:lnTo>
                  <a:lnTo>
                    <a:pt x="2467" y="6582"/>
                  </a:lnTo>
                  <a:lnTo>
                    <a:pt x="2608" y="6966"/>
                  </a:lnTo>
                  <a:lnTo>
                    <a:pt x="3042" y="6749"/>
                  </a:lnTo>
                  <a:lnTo>
                    <a:pt x="3362" y="6276"/>
                  </a:lnTo>
                  <a:lnTo>
                    <a:pt x="3387" y="6263"/>
                  </a:lnTo>
                  <a:lnTo>
                    <a:pt x="3847" y="6097"/>
                  </a:lnTo>
                  <a:lnTo>
                    <a:pt x="3860" y="5471"/>
                  </a:lnTo>
                  <a:lnTo>
                    <a:pt x="4065" y="4461"/>
                  </a:lnTo>
                  <a:lnTo>
                    <a:pt x="4078" y="4448"/>
                  </a:lnTo>
                  <a:lnTo>
                    <a:pt x="4090" y="4423"/>
                  </a:lnTo>
                  <a:lnTo>
                    <a:pt x="4371" y="4269"/>
                  </a:lnTo>
                  <a:lnTo>
                    <a:pt x="4371" y="3975"/>
                  </a:lnTo>
                  <a:lnTo>
                    <a:pt x="4384" y="3950"/>
                  </a:lnTo>
                  <a:lnTo>
                    <a:pt x="4397" y="3937"/>
                  </a:lnTo>
                  <a:lnTo>
                    <a:pt x="4410" y="3924"/>
                  </a:lnTo>
                  <a:lnTo>
                    <a:pt x="4678" y="3924"/>
                  </a:lnTo>
                  <a:lnTo>
                    <a:pt x="4947" y="3809"/>
                  </a:lnTo>
                  <a:lnTo>
                    <a:pt x="5087" y="3579"/>
                  </a:lnTo>
                  <a:lnTo>
                    <a:pt x="5100" y="3566"/>
                  </a:lnTo>
                  <a:lnTo>
                    <a:pt x="5368" y="3311"/>
                  </a:lnTo>
                  <a:lnTo>
                    <a:pt x="5279" y="2927"/>
                  </a:lnTo>
                  <a:lnTo>
                    <a:pt x="5279" y="2889"/>
                  </a:lnTo>
                  <a:lnTo>
                    <a:pt x="5420" y="2442"/>
                  </a:lnTo>
                  <a:lnTo>
                    <a:pt x="5292" y="2084"/>
                  </a:lnTo>
                  <a:lnTo>
                    <a:pt x="5279" y="2058"/>
                  </a:lnTo>
                  <a:lnTo>
                    <a:pt x="5292" y="2045"/>
                  </a:lnTo>
                  <a:lnTo>
                    <a:pt x="5535" y="1662"/>
                  </a:lnTo>
                  <a:lnTo>
                    <a:pt x="5816" y="512"/>
                  </a:lnTo>
                  <a:lnTo>
                    <a:pt x="5841" y="486"/>
                  </a:lnTo>
                  <a:lnTo>
                    <a:pt x="6046" y="307"/>
                  </a:lnTo>
                  <a:lnTo>
                    <a:pt x="5982" y="52"/>
                  </a:lnTo>
                  <a:lnTo>
                    <a:pt x="566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9" name="Google Shape;1137;p78">
              <a:extLst>
                <a:ext uri="{FF2B5EF4-FFF2-40B4-BE49-F238E27FC236}">
                  <a16:creationId xmlns:a16="http://schemas.microsoft.com/office/drawing/2014/main" id="{A877B6B0-3B87-5BCD-F9B6-BEADEC8382E4}"/>
                </a:ext>
              </a:extLst>
            </p:cNvPr>
            <p:cNvSpPr/>
            <p:nvPr/>
          </p:nvSpPr>
          <p:spPr>
            <a:xfrm>
              <a:off x="3331025" y="3182575"/>
              <a:ext cx="57225" cy="66175"/>
            </a:xfrm>
            <a:custGeom>
              <a:avLst/>
              <a:gdLst/>
              <a:ahLst/>
              <a:cxnLst/>
              <a:rect l="l" t="t" r="r" b="b"/>
              <a:pathLst>
                <a:path w="2289" h="2647" extrusionOk="0">
                  <a:moveTo>
                    <a:pt x="742" y="1"/>
                  </a:moveTo>
                  <a:lnTo>
                    <a:pt x="256" y="576"/>
                  </a:lnTo>
                  <a:lnTo>
                    <a:pt x="244" y="589"/>
                  </a:lnTo>
                  <a:lnTo>
                    <a:pt x="218" y="601"/>
                  </a:lnTo>
                  <a:lnTo>
                    <a:pt x="1" y="627"/>
                  </a:lnTo>
                  <a:lnTo>
                    <a:pt x="14" y="640"/>
                  </a:lnTo>
                  <a:lnTo>
                    <a:pt x="65" y="857"/>
                  </a:lnTo>
                  <a:lnTo>
                    <a:pt x="167" y="1062"/>
                  </a:lnTo>
                  <a:lnTo>
                    <a:pt x="1" y="1164"/>
                  </a:lnTo>
                  <a:lnTo>
                    <a:pt x="180" y="1253"/>
                  </a:lnTo>
                  <a:lnTo>
                    <a:pt x="461" y="1343"/>
                  </a:lnTo>
                  <a:lnTo>
                    <a:pt x="308" y="1598"/>
                  </a:lnTo>
                  <a:lnTo>
                    <a:pt x="461" y="1777"/>
                  </a:lnTo>
                  <a:lnTo>
                    <a:pt x="653" y="1816"/>
                  </a:lnTo>
                  <a:lnTo>
                    <a:pt x="678" y="1969"/>
                  </a:lnTo>
                  <a:lnTo>
                    <a:pt x="576" y="2046"/>
                  </a:lnTo>
                  <a:lnTo>
                    <a:pt x="576" y="2122"/>
                  </a:lnTo>
                  <a:lnTo>
                    <a:pt x="742" y="2173"/>
                  </a:lnTo>
                  <a:lnTo>
                    <a:pt x="1330" y="2582"/>
                  </a:lnTo>
                  <a:lnTo>
                    <a:pt x="1394" y="2646"/>
                  </a:lnTo>
                  <a:lnTo>
                    <a:pt x="1726" y="2007"/>
                  </a:lnTo>
                  <a:lnTo>
                    <a:pt x="1752" y="1982"/>
                  </a:lnTo>
                  <a:lnTo>
                    <a:pt x="1943" y="1918"/>
                  </a:lnTo>
                  <a:lnTo>
                    <a:pt x="2289" y="1304"/>
                  </a:lnTo>
                  <a:lnTo>
                    <a:pt x="1995" y="1151"/>
                  </a:lnTo>
                  <a:lnTo>
                    <a:pt x="1982" y="1138"/>
                  </a:lnTo>
                  <a:lnTo>
                    <a:pt x="1969" y="1113"/>
                  </a:lnTo>
                  <a:lnTo>
                    <a:pt x="1969" y="1087"/>
                  </a:lnTo>
                  <a:lnTo>
                    <a:pt x="1982" y="1074"/>
                  </a:lnTo>
                  <a:lnTo>
                    <a:pt x="2174" y="857"/>
                  </a:lnTo>
                  <a:lnTo>
                    <a:pt x="1982" y="397"/>
                  </a:lnTo>
                  <a:lnTo>
                    <a:pt x="1982" y="371"/>
                  </a:lnTo>
                  <a:lnTo>
                    <a:pt x="1982" y="320"/>
                  </a:lnTo>
                  <a:lnTo>
                    <a:pt x="1777" y="14"/>
                  </a:lnTo>
                  <a:lnTo>
                    <a:pt x="1266" y="1"/>
                  </a:lnTo>
                  <a:lnTo>
                    <a:pt x="1100" y="77"/>
                  </a:lnTo>
                  <a:lnTo>
                    <a:pt x="1062" y="77"/>
                  </a:lnTo>
                  <a:lnTo>
                    <a:pt x="74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138;p78">
              <a:extLst>
                <a:ext uri="{FF2B5EF4-FFF2-40B4-BE49-F238E27FC236}">
                  <a16:creationId xmlns:a16="http://schemas.microsoft.com/office/drawing/2014/main" id="{9A5F1E63-EE65-0C7E-2FEB-7FCEC35FF5BC}"/>
                </a:ext>
              </a:extLst>
            </p:cNvPr>
            <p:cNvSpPr/>
            <p:nvPr/>
          </p:nvSpPr>
          <p:spPr>
            <a:xfrm>
              <a:off x="3269375" y="3117075"/>
              <a:ext cx="55600" cy="39000"/>
            </a:xfrm>
            <a:custGeom>
              <a:avLst/>
              <a:gdLst/>
              <a:ahLst/>
              <a:cxnLst/>
              <a:rect l="l" t="t" r="r" b="b"/>
              <a:pathLst>
                <a:path w="2224" h="1560" extrusionOk="0">
                  <a:moveTo>
                    <a:pt x="1202" y="1"/>
                  </a:moveTo>
                  <a:lnTo>
                    <a:pt x="831" y="205"/>
                  </a:lnTo>
                  <a:lnTo>
                    <a:pt x="805" y="218"/>
                  </a:lnTo>
                  <a:lnTo>
                    <a:pt x="0" y="205"/>
                  </a:lnTo>
                  <a:lnTo>
                    <a:pt x="281" y="499"/>
                  </a:lnTo>
                  <a:lnTo>
                    <a:pt x="320" y="601"/>
                  </a:lnTo>
                  <a:lnTo>
                    <a:pt x="537" y="627"/>
                  </a:lnTo>
                  <a:lnTo>
                    <a:pt x="665" y="755"/>
                  </a:lnTo>
                  <a:lnTo>
                    <a:pt x="997" y="601"/>
                  </a:lnTo>
                  <a:lnTo>
                    <a:pt x="946" y="806"/>
                  </a:lnTo>
                  <a:lnTo>
                    <a:pt x="831" y="895"/>
                  </a:lnTo>
                  <a:lnTo>
                    <a:pt x="1048" y="934"/>
                  </a:lnTo>
                  <a:lnTo>
                    <a:pt x="946" y="1074"/>
                  </a:lnTo>
                  <a:lnTo>
                    <a:pt x="984" y="1355"/>
                  </a:lnTo>
                  <a:lnTo>
                    <a:pt x="1176" y="1534"/>
                  </a:lnTo>
                  <a:lnTo>
                    <a:pt x="1317" y="1560"/>
                  </a:lnTo>
                  <a:lnTo>
                    <a:pt x="1355" y="1534"/>
                  </a:lnTo>
                  <a:lnTo>
                    <a:pt x="1444" y="1189"/>
                  </a:lnTo>
                  <a:lnTo>
                    <a:pt x="1457" y="1164"/>
                  </a:lnTo>
                  <a:lnTo>
                    <a:pt x="1470" y="1151"/>
                  </a:lnTo>
                  <a:lnTo>
                    <a:pt x="2160" y="780"/>
                  </a:lnTo>
                  <a:lnTo>
                    <a:pt x="2224" y="90"/>
                  </a:lnTo>
                  <a:lnTo>
                    <a:pt x="1968" y="14"/>
                  </a:lnTo>
                  <a:lnTo>
                    <a:pt x="120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139;p78">
              <a:extLst>
                <a:ext uri="{FF2B5EF4-FFF2-40B4-BE49-F238E27FC236}">
                  <a16:creationId xmlns:a16="http://schemas.microsoft.com/office/drawing/2014/main" id="{E775EA3A-7BFC-BE62-93AF-36C604C76582}"/>
                </a:ext>
              </a:extLst>
            </p:cNvPr>
            <p:cNvSpPr/>
            <p:nvPr/>
          </p:nvSpPr>
          <p:spPr>
            <a:xfrm>
              <a:off x="3305800" y="3119950"/>
              <a:ext cx="137400" cy="118900"/>
            </a:xfrm>
            <a:custGeom>
              <a:avLst/>
              <a:gdLst/>
              <a:ahLst/>
              <a:cxnLst/>
              <a:rect l="l" t="t" r="r" b="b"/>
              <a:pathLst>
                <a:path w="5496" h="4756" extrusionOk="0">
                  <a:moveTo>
                    <a:pt x="882" y="1"/>
                  </a:moveTo>
                  <a:lnTo>
                    <a:pt x="805" y="704"/>
                  </a:lnTo>
                  <a:lnTo>
                    <a:pt x="805" y="729"/>
                  </a:lnTo>
                  <a:lnTo>
                    <a:pt x="780" y="742"/>
                  </a:lnTo>
                  <a:lnTo>
                    <a:pt x="90" y="1125"/>
                  </a:lnTo>
                  <a:lnTo>
                    <a:pt x="0" y="1471"/>
                  </a:lnTo>
                  <a:lnTo>
                    <a:pt x="0" y="1483"/>
                  </a:lnTo>
                  <a:lnTo>
                    <a:pt x="102" y="1560"/>
                  </a:lnTo>
                  <a:lnTo>
                    <a:pt x="51" y="1739"/>
                  </a:lnTo>
                  <a:lnTo>
                    <a:pt x="230" y="2020"/>
                  </a:lnTo>
                  <a:lnTo>
                    <a:pt x="690" y="2493"/>
                  </a:lnTo>
                  <a:lnTo>
                    <a:pt x="575" y="2723"/>
                  </a:lnTo>
                  <a:lnTo>
                    <a:pt x="831" y="2749"/>
                  </a:lnTo>
                  <a:lnTo>
                    <a:pt x="959" y="3030"/>
                  </a:lnTo>
                  <a:lnTo>
                    <a:pt x="1202" y="3004"/>
                  </a:lnTo>
                  <a:lnTo>
                    <a:pt x="1687" y="2416"/>
                  </a:lnTo>
                  <a:lnTo>
                    <a:pt x="1713" y="2391"/>
                  </a:lnTo>
                  <a:lnTo>
                    <a:pt x="1738" y="2391"/>
                  </a:lnTo>
                  <a:lnTo>
                    <a:pt x="2083" y="2480"/>
                  </a:lnTo>
                  <a:lnTo>
                    <a:pt x="2237" y="2403"/>
                  </a:lnTo>
                  <a:lnTo>
                    <a:pt x="2812" y="2403"/>
                  </a:lnTo>
                  <a:lnTo>
                    <a:pt x="2837" y="2416"/>
                  </a:lnTo>
                  <a:lnTo>
                    <a:pt x="2863" y="2429"/>
                  </a:lnTo>
                  <a:lnTo>
                    <a:pt x="3093" y="2787"/>
                  </a:lnTo>
                  <a:lnTo>
                    <a:pt x="3093" y="2812"/>
                  </a:lnTo>
                  <a:lnTo>
                    <a:pt x="3093" y="2876"/>
                  </a:lnTo>
                  <a:lnTo>
                    <a:pt x="3298" y="3362"/>
                  </a:lnTo>
                  <a:lnTo>
                    <a:pt x="3298" y="3388"/>
                  </a:lnTo>
                  <a:lnTo>
                    <a:pt x="3285" y="3413"/>
                  </a:lnTo>
                  <a:lnTo>
                    <a:pt x="3119" y="3592"/>
                  </a:lnTo>
                  <a:lnTo>
                    <a:pt x="3387" y="3733"/>
                  </a:lnTo>
                  <a:lnTo>
                    <a:pt x="3834" y="3822"/>
                  </a:lnTo>
                  <a:lnTo>
                    <a:pt x="3860" y="3835"/>
                  </a:lnTo>
                  <a:lnTo>
                    <a:pt x="4090" y="4065"/>
                  </a:lnTo>
                  <a:lnTo>
                    <a:pt x="4103" y="4091"/>
                  </a:lnTo>
                  <a:lnTo>
                    <a:pt x="4103" y="4116"/>
                  </a:lnTo>
                  <a:lnTo>
                    <a:pt x="4000" y="4615"/>
                  </a:lnTo>
                  <a:lnTo>
                    <a:pt x="4090" y="4576"/>
                  </a:lnTo>
                  <a:lnTo>
                    <a:pt x="4115" y="4576"/>
                  </a:lnTo>
                  <a:lnTo>
                    <a:pt x="4141" y="4602"/>
                  </a:lnTo>
                  <a:lnTo>
                    <a:pt x="4282" y="4755"/>
                  </a:lnTo>
                  <a:lnTo>
                    <a:pt x="4576" y="4653"/>
                  </a:lnTo>
                  <a:lnTo>
                    <a:pt x="4678" y="4436"/>
                  </a:lnTo>
                  <a:lnTo>
                    <a:pt x="4691" y="4423"/>
                  </a:lnTo>
                  <a:lnTo>
                    <a:pt x="4716" y="4410"/>
                  </a:lnTo>
                  <a:lnTo>
                    <a:pt x="4755" y="4410"/>
                  </a:lnTo>
                  <a:lnTo>
                    <a:pt x="4857" y="4461"/>
                  </a:lnTo>
                  <a:lnTo>
                    <a:pt x="5151" y="4014"/>
                  </a:lnTo>
                  <a:lnTo>
                    <a:pt x="5061" y="3873"/>
                  </a:lnTo>
                  <a:lnTo>
                    <a:pt x="5048" y="3848"/>
                  </a:lnTo>
                  <a:lnTo>
                    <a:pt x="5061" y="3822"/>
                  </a:lnTo>
                  <a:lnTo>
                    <a:pt x="5074" y="3797"/>
                  </a:lnTo>
                  <a:lnTo>
                    <a:pt x="5100" y="3797"/>
                  </a:lnTo>
                  <a:lnTo>
                    <a:pt x="5496" y="3720"/>
                  </a:lnTo>
                  <a:lnTo>
                    <a:pt x="5496" y="2876"/>
                  </a:lnTo>
                  <a:lnTo>
                    <a:pt x="5279" y="2736"/>
                  </a:lnTo>
                  <a:lnTo>
                    <a:pt x="5253" y="2710"/>
                  </a:lnTo>
                  <a:lnTo>
                    <a:pt x="5253" y="2685"/>
                  </a:lnTo>
                  <a:lnTo>
                    <a:pt x="5253" y="2352"/>
                  </a:lnTo>
                  <a:lnTo>
                    <a:pt x="5253" y="2327"/>
                  </a:lnTo>
                  <a:lnTo>
                    <a:pt x="5279" y="2314"/>
                  </a:lnTo>
                  <a:lnTo>
                    <a:pt x="5470" y="2148"/>
                  </a:lnTo>
                  <a:lnTo>
                    <a:pt x="5470" y="2122"/>
                  </a:lnTo>
                  <a:lnTo>
                    <a:pt x="5470" y="1995"/>
                  </a:lnTo>
                  <a:lnTo>
                    <a:pt x="5164" y="1918"/>
                  </a:lnTo>
                  <a:lnTo>
                    <a:pt x="5138" y="1905"/>
                  </a:lnTo>
                  <a:lnTo>
                    <a:pt x="5125" y="1867"/>
                  </a:lnTo>
                  <a:lnTo>
                    <a:pt x="5125" y="1739"/>
                  </a:lnTo>
                  <a:lnTo>
                    <a:pt x="4933" y="1739"/>
                  </a:lnTo>
                  <a:lnTo>
                    <a:pt x="4831" y="1713"/>
                  </a:lnTo>
                  <a:lnTo>
                    <a:pt x="4806" y="1701"/>
                  </a:lnTo>
                  <a:lnTo>
                    <a:pt x="4793" y="1688"/>
                  </a:lnTo>
                  <a:lnTo>
                    <a:pt x="4793" y="1662"/>
                  </a:lnTo>
                  <a:lnTo>
                    <a:pt x="4793" y="1637"/>
                  </a:lnTo>
                  <a:lnTo>
                    <a:pt x="4921" y="1343"/>
                  </a:lnTo>
                  <a:lnTo>
                    <a:pt x="4691" y="1151"/>
                  </a:lnTo>
                  <a:lnTo>
                    <a:pt x="4678" y="1125"/>
                  </a:lnTo>
                  <a:lnTo>
                    <a:pt x="4678" y="1100"/>
                  </a:lnTo>
                  <a:lnTo>
                    <a:pt x="4716" y="793"/>
                  </a:lnTo>
                  <a:lnTo>
                    <a:pt x="4524" y="627"/>
                  </a:lnTo>
                  <a:lnTo>
                    <a:pt x="4512" y="601"/>
                  </a:lnTo>
                  <a:lnTo>
                    <a:pt x="4512" y="589"/>
                  </a:lnTo>
                  <a:lnTo>
                    <a:pt x="4512" y="410"/>
                  </a:lnTo>
                  <a:lnTo>
                    <a:pt x="4384" y="410"/>
                  </a:lnTo>
                  <a:lnTo>
                    <a:pt x="3860" y="678"/>
                  </a:lnTo>
                  <a:lnTo>
                    <a:pt x="3834" y="691"/>
                  </a:lnTo>
                  <a:lnTo>
                    <a:pt x="3809" y="678"/>
                  </a:lnTo>
                  <a:lnTo>
                    <a:pt x="3553" y="512"/>
                  </a:lnTo>
                  <a:lnTo>
                    <a:pt x="3246" y="704"/>
                  </a:lnTo>
                  <a:lnTo>
                    <a:pt x="3208" y="716"/>
                  </a:lnTo>
                  <a:lnTo>
                    <a:pt x="3170" y="691"/>
                  </a:lnTo>
                  <a:lnTo>
                    <a:pt x="3042" y="563"/>
                  </a:lnTo>
                  <a:lnTo>
                    <a:pt x="2799" y="550"/>
                  </a:lnTo>
                  <a:lnTo>
                    <a:pt x="2774" y="550"/>
                  </a:lnTo>
                  <a:lnTo>
                    <a:pt x="2748" y="525"/>
                  </a:lnTo>
                  <a:lnTo>
                    <a:pt x="2607" y="192"/>
                  </a:lnTo>
                  <a:lnTo>
                    <a:pt x="1917" y="282"/>
                  </a:lnTo>
                  <a:lnTo>
                    <a:pt x="1904" y="282"/>
                  </a:lnTo>
                  <a:lnTo>
                    <a:pt x="88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140;p78">
              <a:extLst>
                <a:ext uri="{FF2B5EF4-FFF2-40B4-BE49-F238E27FC236}">
                  <a16:creationId xmlns:a16="http://schemas.microsoft.com/office/drawing/2014/main" id="{0B5A993F-7CC8-FE2E-35F3-98C3375293EF}"/>
                </a:ext>
              </a:extLst>
            </p:cNvPr>
            <p:cNvSpPr/>
            <p:nvPr/>
          </p:nvSpPr>
          <p:spPr>
            <a:xfrm>
              <a:off x="3271600" y="3095025"/>
              <a:ext cx="52100" cy="11225"/>
            </a:xfrm>
            <a:custGeom>
              <a:avLst/>
              <a:gdLst/>
              <a:ahLst/>
              <a:cxnLst/>
              <a:rect l="l" t="t" r="r" b="b"/>
              <a:pathLst>
                <a:path w="2084" h="449" extrusionOk="0">
                  <a:moveTo>
                    <a:pt x="946" y="1"/>
                  </a:moveTo>
                  <a:lnTo>
                    <a:pt x="665" y="141"/>
                  </a:lnTo>
                  <a:lnTo>
                    <a:pt x="627" y="154"/>
                  </a:lnTo>
                  <a:lnTo>
                    <a:pt x="180" y="65"/>
                  </a:lnTo>
                  <a:lnTo>
                    <a:pt x="243" y="308"/>
                  </a:lnTo>
                  <a:lnTo>
                    <a:pt x="13" y="308"/>
                  </a:lnTo>
                  <a:lnTo>
                    <a:pt x="1" y="359"/>
                  </a:lnTo>
                  <a:lnTo>
                    <a:pt x="461" y="448"/>
                  </a:lnTo>
                  <a:lnTo>
                    <a:pt x="729" y="218"/>
                  </a:lnTo>
                  <a:lnTo>
                    <a:pt x="767" y="205"/>
                  </a:lnTo>
                  <a:lnTo>
                    <a:pt x="1317" y="205"/>
                  </a:lnTo>
                  <a:lnTo>
                    <a:pt x="2084" y="384"/>
                  </a:lnTo>
                  <a:lnTo>
                    <a:pt x="2084" y="320"/>
                  </a:lnTo>
                  <a:lnTo>
                    <a:pt x="1790" y="269"/>
                  </a:lnTo>
                  <a:lnTo>
                    <a:pt x="1777" y="256"/>
                  </a:lnTo>
                  <a:lnTo>
                    <a:pt x="127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141;p78">
              <a:extLst>
                <a:ext uri="{FF2B5EF4-FFF2-40B4-BE49-F238E27FC236}">
                  <a16:creationId xmlns:a16="http://schemas.microsoft.com/office/drawing/2014/main" id="{81A92BEB-1ED5-49A4-3684-F2CA43FD6D98}"/>
                </a:ext>
              </a:extLst>
            </p:cNvPr>
            <p:cNvSpPr/>
            <p:nvPr/>
          </p:nvSpPr>
          <p:spPr>
            <a:xfrm>
              <a:off x="3534250" y="3162125"/>
              <a:ext cx="88525" cy="134875"/>
            </a:xfrm>
            <a:custGeom>
              <a:avLst/>
              <a:gdLst/>
              <a:ahLst/>
              <a:cxnLst/>
              <a:rect l="l" t="t" r="r" b="b"/>
              <a:pathLst>
                <a:path w="3541" h="5395" extrusionOk="0">
                  <a:moveTo>
                    <a:pt x="2671" y="1"/>
                  </a:moveTo>
                  <a:lnTo>
                    <a:pt x="2429" y="14"/>
                  </a:lnTo>
                  <a:lnTo>
                    <a:pt x="2160" y="205"/>
                  </a:lnTo>
                  <a:lnTo>
                    <a:pt x="2122" y="218"/>
                  </a:lnTo>
                  <a:lnTo>
                    <a:pt x="652" y="129"/>
                  </a:lnTo>
                  <a:lnTo>
                    <a:pt x="460" y="244"/>
                  </a:lnTo>
                  <a:lnTo>
                    <a:pt x="652" y="704"/>
                  </a:lnTo>
                  <a:lnTo>
                    <a:pt x="665" y="729"/>
                  </a:lnTo>
                  <a:lnTo>
                    <a:pt x="652" y="742"/>
                  </a:lnTo>
                  <a:lnTo>
                    <a:pt x="448" y="1215"/>
                  </a:lnTo>
                  <a:lnTo>
                    <a:pt x="537" y="1419"/>
                  </a:lnTo>
                  <a:lnTo>
                    <a:pt x="550" y="1432"/>
                  </a:lnTo>
                  <a:lnTo>
                    <a:pt x="537" y="1458"/>
                  </a:lnTo>
                  <a:lnTo>
                    <a:pt x="435" y="1713"/>
                  </a:lnTo>
                  <a:lnTo>
                    <a:pt x="627" y="2455"/>
                  </a:lnTo>
                  <a:lnTo>
                    <a:pt x="627" y="2493"/>
                  </a:lnTo>
                  <a:lnTo>
                    <a:pt x="409" y="2902"/>
                  </a:lnTo>
                  <a:lnTo>
                    <a:pt x="218" y="3221"/>
                  </a:lnTo>
                  <a:lnTo>
                    <a:pt x="218" y="3464"/>
                  </a:lnTo>
                  <a:lnTo>
                    <a:pt x="205" y="3503"/>
                  </a:lnTo>
                  <a:lnTo>
                    <a:pt x="0" y="3758"/>
                  </a:lnTo>
                  <a:lnTo>
                    <a:pt x="0" y="4129"/>
                  </a:lnTo>
                  <a:lnTo>
                    <a:pt x="294" y="4742"/>
                  </a:lnTo>
                  <a:lnTo>
                    <a:pt x="294" y="4768"/>
                  </a:lnTo>
                  <a:lnTo>
                    <a:pt x="269" y="5126"/>
                  </a:lnTo>
                  <a:lnTo>
                    <a:pt x="908" y="5394"/>
                  </a:lnTo>
                  <a:lnTo>
                    <a:pt x="1266" y="5139"/>
                  </a:lnTo>
                  <a:lnTo>
                    <a:pt x="1419" y="5215"/>
                  </a:lnTo>
                  <a:lnTo>
                    <a:pt x="1585" y="5126"/>
                  </a:lnTo>
                  <a:lnTo>
                    <a:pt x="1917" y="5087"/>
                  </a:lnTo>
                  <a:lnTo>
                    <a:pt x="2045" y="4921"/>
                  </a:lnTo>
                  <a:lnTo>
                    <a:pt x="2403" y="4781"/>
                  </a:lnTo>
                  <a:lnTo>
                    <a:pt x="2812" y="4640"/>
                  </a:lnTo>
                  <a:lnTo>
                    <a:pt x="3285" y="4563"/>
                  </a:lnTo>
                  <a:lnTo>
                    <a:pt x="3489" y="4410"/>
                  </a:lnTo>
                  <a:lnTo>
                    <a:pt x="3541" y="4410"/>
                  </a:lnTo>
                  <a:lnTo>
                    <a:pt x="3170" y="3822"/>
                  </a:lnTo>
                  <a:lnTo>
                    <a:pt x="3157" y="3797"/>
                  </a:lnTo>
                  <a:lnTo>
                    <a:pt x="3170" y="3081"/>
                  </a:lnTo>
                  <a:lnTo>
                    <a:pt x="3170" y="3043"/>
                  </a:lnTo>
                  <a:lnTo>
                    <a:pt x="3247" y="2940"/>
                  </a:lnTo>
                  <a:lnTo>
                    <a:pt x="3170" y="2697"/>
                  </a:lnTo>
                  <a:lnTo>
                    <a:pt x="3170" y="2685"/>
                  </a:lnTo>
                  <a:lnTo>
                    <a:pt x="3183" y="2084"/>
                  </a:lnTo>
                  <a:lnTo>
                    <a:pt x="3119" y="1624"/>
                  </a:lnTo>
                  <a:lnTo>
                    <a:pt x="2927" y="1394"/>
                  </a:lnTo>
                  <a:lnTo>
                    <a:pt x="2927" y="1368"/>
                  </a:lnTo>
                  <a:lnTo>
                    <a:pt x="2927" y="1343"/>
                  </a:lnTo>
                  <a:lnTo>
                    <a:pt x="3106" y="768"/>
                  </a:lnTo>
                  <a:lnTo>
                    <a:pt x="2953" y="538"/>
                  </a:lnTo>
                  <a:lnTo>
                    <a:pt x="2646" y="474"/>
                  </a:lnTo>
                  <a:lnTo>
                    <a:pt x="2620" y="461"/>
                  </a:lnTo>
                  <a:lnTo>
                    <a:pt x="2608" y="423"/>
                  </a:lnTo>
                  <a:lnTo>
                    <a:pt x="2608" y="231"/>
                  </a:lnTo>
                  <a:lnTo>
                    <a:pt x="2608" y="205"/>
                  </a:lnTo>
                  <a:lnTo>
                    <a:pt x="2633" y="192"/>
                  </a:lnTo>
                  <a:lnTo>
                    <a:pt x="2812" y="65"/>
                  </a:lnTo>
                  <a:lnTo>
                    <a:pt x="267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4" name="Google Shape;1142;p78">
              <a:extLst>
                <a:ext uri="{FF2B5EF4-FFF2-40B4-BE49-F238E27FC236}">
                  <a16:creationId xmlns:a16="http://schemas.microsoft.com/office/drawing/2014/main" id="{DE58B2D4-F919-6685-2BC2-D6481050B93D}"/>
                </a:ext>
              </a:extLst>
            </p:cNvPr>
            <p:cNvSpPr/>
            <p:nvPr/>
          </p:nvSpPr>
          <p:spPr>
            <a:xfrm>
              <a:off x="3601975" y="3165000"/>
              <a:ext cx="33575" cy="107400"/>
            </a:xfrm>
            <a:custGeom>
              <a:avLst/>
              <a:gdLst/>
              <a:ahLst/>
              <a:cxnLst/>
              <a:rect l="l" t="t" r="r" b="b"/>
              <a:pathLst>
                <a:path w="1343" h="4296" extrusionOk="0">
                  <a:moveTo>
                    <a:pt x="218" y="1"/>
                  </a:moveTo>
                  <a:lnTo>
                    <a:pt x="1" y="154"/>
                  </a:lnTo>
                  <a:lnTo>
                    <a:pt x="1" y="269"/>
                  </a:lnTo>
                  <a:lnTo>
                    <a:pt x="295" y="320"/>
                  </a:lnTo>
                  <a:lnTo>
                    <a:pt x="308" y="333"/>
                  </a:lnTo>
                  <a:lnTo>
                    <a:pt x="320" y="346"/>
                  </a:lnTo>
                  <a:lnTo>
                    <a:pt x="499" y="614"/>
                  </a:lnTo>
                  <a:lnTo>
                    <a:pt x="512" y="640"/>
                  </a:lnTo>
                  <a:lnTo>
                    <a:pt x="512" y="653"/>
                  </a:lnTo>
                  <a:lnTo>
                    <a:pt x="333" y="1241"/>
                  </a:lnTo>
                  <a:lnTo>
                    <a:pt x="499" y="1458"/>
                  </a:lnTo>
                  <a:lnTo>
                    <a:pt x="512" y="1483"/>
                  </a:lnTo>
                  <a:lnTo>
                    <a:pt x="576" y="1969"/>
                  </a:lnTo>
                  <a:lnTo>
                    <a:pt x="576" y="2557"/>
                  </a:lnTo>
                  <a:lnTo>
                    <a:pt x="653" y="2813"/>
                  </a:lnTo>
                  <a:lnTo>
                    <a:pt x="653" y="2838"/>
                  </a:lnTo>
                  <a:lnTo>
                    <a:pt x="640" y="2864"/>
                  </a:lnTo>
                  <a:lnTo>
                    <a:pt x="563" y="2979"/>
                  </a:lnTo>
                  <a:lnTo>
                    <a:pt x="563" y="3669"/>
                  </a:lnTo>
                  <a:lnTo>
                    <a:pt x="959" y="4295"/>
                  </a:lnTo>
                  <a:lnTo>
                    <a:pt x="1010" y="4295"/>
                  </a:lnTo>
                  <a:lnTo>
                    <a:pt x="1113" y="4206"/>
                  </a:lnTo>
                  <a:lnTo>
                    <a:pt x="1343" y="4218"/>
                  </a:lnTo>
                  <a:lnTo>
                    <a:pt x="1228" y="3707"/>
                  </a:lnTo>
                  <a:lnTo>
                    <a:pt x="1228" y="3694"/>
                  </a:lnTo>
                  <a:lnTo>
                    <a:pt x="1241" y="2634"/>
                  </a:lnTo>
                  <a:lnTo>
                    <a:pt x="1253" y="2621"/>
                  </a:lnTo>
                  <a:lnTo>
                    <a:pt x="1266" y="2595"/>
                  </a:lnTo>
                  <a:lnTo>
                    <a:pt x="1343" y="2531"/>
                  </a:lnTo>
                  <a:lnTo>
                    <a:pt x="1292" y="1918"/>
                  </a:lnTo>
                  <a:lnTo>
                    <a:pt x="1036" y="1483"/>
                  </a:lnTo>
                  <a:lnTo>
                    <a:pt x="1023" y="1445"/>
                  </a:lnTo>
                  <a:lnTo>
                    <a:pt x="1036" y="921"/>
                  </a:lnTo>
                  <a:lnTo>
                    <a:pt x="691" y="410"/>
                  </a:lnTo>
                  <a:lnTo>
                    <a:pt x="691" y="397"/>
                  </a:lnTo>
                  <a:lnTo>
                    <a:pt x="691" y="371"/>
                  </a:lnTo>
                  <a:lnTo>
                    <a:pt x="729" y="180"/>
                  </a:lnTo>
                  <a:lnTo>
                    <a:pt x="525" y="141"/>
                  </a:lnTo>
                  <a:lnTo>
                    <a:pt x="512" y="141"/>
                  </a:lnTo>
                  <a:lnTo>
                    <a:pt x="21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5" name="Google Shape;1143;p78">
              <a:extLst>
                <a:ext uri="{FF2B5EF4-FFF2-40B4-BE49-F238E27FC236}">
                  <a16:creationId xmlns:a16="http://schemas.microsoft.com/office/drawing/2014/main" id="{C8F59EF4-0A02-94EE-2157-F9094DAC1757}"/>
                </a:ext>
              </a:extLst>
            </p:cNvPr>
            <p:cNvSpPr/>
            <p:nvPr/>
          </p:nvSpPr>
          <p:spPr>
            <a:xfrm>
              <a:off x="3427850" y="3171400"/>
              <a:ext cx="119200" cy="131975"/>
            </a:xfrm>
            <a:custGeom>
              <a:avLst/>
              <a:gdLst/>
              <a:ahLst/>
              <a:cxnLst/>
              <a:rect l="l" t="t" r="r" b="b"/>
              <a:pathLst>
                <a:path w="4768" h="5279" extrusionOk="0">
                  <a:moveTo>
                    <a:pt x="1662" y="0"/>
                  </a:moveTo>
                  <a:lnTo>
                    <a:pt x="1266" y="345"/>
                  </a:lnTo>
                  <a:lnTo>
                    <a:pt x="1240" y="358"/>
                  </a:lnTo>
                  <a:lnTo>
                    <a:pt x="1215" y="358"/>
                  </a:lnTo>
                  <a:lnTo>
                    <a:pt x="1202" y="345"/>
                  </a:lnTo>
                  <a:lnTo>
                    <a:pt x="972" y="128"/>
                  </a:lnTo>
                  <a:lnTo>
                    <a:pt x="703" y="128"/>
                  </a:lnTo>
                  <a:lnTo>
                    <a:pt x="486" y="320"/>
                  </a:lnTo>
                  <a:lnTo>
                    <a:pt x="473" y="601"/>
                  </a:lnTo>
                  <a:lnTo>
                    <a:pt x="703" y="742"/>
                  </a:lnTo>
                  <a:lnTo>
                    <a:pt x="729" y="767"/>
                  </a:lnTo>
                  <a:lnTo>
                    <a:pt x="729" y="793"/>
                  </a:lnTo>
                  <a:lnTo>
                    <a:pt x="716" y="1713"/>
                  </a:lnTo>
                  <a:lnTo>
                    <a:pt x="703" y="1739"/>
                  </a:lnTo>
                  <a:lnTo>
                    <a:pt x="678" y="1764"/>
                  </a:lnTo>
                  <a:lnTo>
                    <a:pt x="307" y="1828"/>
                  </a:lnTo>
                  <a:lnTo>
                    <a:pt x="384" y="1930"/>
                  </a:lnTo>
                  <a:lnTo>
                    <a:pt x="384" y="1969"/>
                  </a:lnTo>
                  <a:lnTo>
                    <a:pt x="384" y="1994"/>
                  </a:lnTo>
                  <a:lnTo>
                    <a:pt x="13" y="2544"/>
                  </a:lnTo>
                  <a:lnTo>
                    <a:pt x="0" y="3311"/>
                  </a:lnTo>
                  <a:lnTo>
                    <a:pt x="269" y="3502"/>
                  </a:lnTo>
                  <a:lnTo>
                    <a:pt x="282" y="3515"/>
                  </a:lnTo>
                  <a:lnTo>
                    <a:pt x="460" y="3822"/>
                  </a:lnTo>
                  <a:lnTo>
                    <a:pt x="767" y="4039"/>
                  </a:lnTo>
                  <a:lnTo>
                    <a:pt x="780" y="4065"/>
                  </a:lnTo>
                  <a:lnTo>
                    <a:pt x="780" y="4077"/>
                  </a:lnTo>
                  <a:lnTo>
                    <a:pt x="831" y="4359"/>
                  </a:lnTo>
                  <a:lnTo>
                    <a:pt x="831" y="4384"/>
                  </a:lnTo>
                  <a:lnTo>
                    <a:pt x="678" y="4844"/>
                  </a:lnTo>
                  <a:lnTo>
                    <a:pt x="665" y="5253"/>
                  </a:lnTo>
                  <a:lnTo>
                    <a:pt x="972" y="5279"/>
                  </a:lnTo>
                  <a:lnTo>
                    <a:pt x="1266" y="5074"/>
                  </a:lnTo>
                  <a:lnTo>
                    <a:pt x="1585" y="5010"/>
                  </a:lnTo>
                  <a:lnTo>
                    <a:pt x="1675" y="4895"/>
                  </a:lnTo>
                  <a:lnTo>
                    <a:pt x="2160" y="4627"/>
                  </a:lnTo>
                  <a:lnTo>
                    <a:pt x="2876" y="4665"/>
                  </a:lnTo>
                  <a:lnTo>
                    <a:pt x="3362" y="4435"/>
                  </a:lnTo>
                  <a:lnTo>
                    <a:pt x="3566" y="4448"/>
                  </a:lnTo>
                  <a:lnTo>
                    <a:pt x="3553" y="4601"/>
                  </a:lnTo>
                  <a:lnTo>
                    <a:pt x="3988" y="4640"/>
                  </a:lnTo>
                  <a:lnTo>
                    <a:pt x="4116" y="4410"/>
                  </a:lnTo>
                  <a:lnTo>
                    <a:pt x="4307" y="4474"/>
                  </a:lnTo>
                  <a:lnTo>
                    <a:pt x="4205" y="4589"/>
                  </a:lnTo>
                  <a:lnTo>
                    <a:pt x="4282" y="4653"/>
                  </a:lnTo>
                  <a:lnTo>
                    <a:pt x="4422" y="4704"/>
                  </a:lnTo>
                  <a:lnTo>
                    <a:pt x="4435" y="4397"/>
                  </a:lnTo>
                  <a:lnTo>
                    <a:pt x="4154" y="3796"/>
                  </a:lnTo>
                  <a:lnTo>
                    <a:pt x="4141" y="3771"/>
                  </a:lnTo>
                  <a:lnTo>
                    <a:pt x="4154" y="3374"/>
                  </a:lnTo>
                  <a:lnTo>
                    <a:pt x="4154" y="3336"/>
                  </a:lnTo>
                  <a:lnTo>
                    <a:pt x="4359" y="3081"/>
                  </a:lnTo>
                  <a:lnTo>
                    <a:pt x="4359" y="2838"/>
                  </a:lnTo>
                  <a:lnTo>
                    <a:pt x="4371" y="2812"/>
                  </a:lnTo>
                  <a:lnTo>
                    <a:pt x="4563" y="2480"/>
                  </a:lnTo>
                  <a:lnTo>
                    <a:pt x="4768" y="2096"/>
                  </a:lnTo>
                  <a:lnTo>
                    <a:pt x="4576" y="1355"/>
                  </a:lnTo>
                  <a:lnTo>
                    <a:pt x="4576" y="1317"/>
                  </a:lnTo>
                  <a:lnTo>
                    <a:pt x="4691" y="1074"/>
                  </a:lnTo>
                  <a:lnTo>
                    <a:pt x="4589" y="882"/>
                  </a:lnTo>
                  <a:lnTo>
                    <a:pt x="4192" y="627"/>
                  </a:lnTo>
                  <a:lnTo>
                    <a:pt x="3975" y="793"/>
                  </a:lnTo>
                  <a:lnTo>
                    <a:pt x="3937" y="806"/>
                  </a:lnTo>
                  <a:lnTo>
                    <a:pt x="3617" y="793"/>
                  </a:lnTo>
                  <a:lnTo>
                    <a:pt x="3489" y="972"/>
                  </a:lnTo>
                  <a:lnTo>
                    <a:pt x="3477" y="985"/>
                  </a:lnTo>
                  <a:lnTo>
                    <a:pt x="3451" y="997"/>
                  </a:lnTo>
                  <a:lnTo>
                    <a:pt x="3426" y="997"/>
                  </a:lnTo>
                  <a:lnTo>
                    <a:pt x="3400" y="985"/>
                  </a:lnTo>
                  <a:lnTo>
                    <a:pt x="2774" y="294"/>
                  </a:lnTo>
                  <a:lnTo>
                    <a:pt x="2595" y="256"/>
                  </a:lnTo>
                  <a:lnTo>
                    <a:pt x="2569" y="243"/>
                  </a:lnTo>
                  <a:lnTo>
                    <a:pt x="2556" y="205"/>
                  </a:lnTo>
                  <a:lnTo>
                    <a:pt x="2556" y="154"/>
                  </a:lnTo>
                  <a:lnTo>
                    <a:pt x="2429" y="141"/>
                  </a:lnTo>
                  <a:lnTo>
                    <a:pt x="2250" y="345"/>
                  </a:lnTo>
                  <a:lnTo>
                    <a:pt x="2237" y="371"/>
                  </a:lnTo>
                  <a:lnTo>
                    <a:pt x="2199" y="371"/>
                  </a:lnTo>
                  <a:lnTo>
                    <a:pt x="2173" y="358"/>
                  </a:lnTo>
                  <a:lnTo>
                    <a:pt x="182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144;p78">
              <a:extLst>
                <a:ext uri="{FF2B5EF4-FFF2-40B4-BE49-F238E27FC236}">
                  <a16:creationId xmlns:a16="http://schemas.microsoft.com/office/drawing/2014/main" id="{A59630E7-46D6-851E-0377-C7ADF45C67DC}"/>
                </a:ext>
              </a:extLst>
            </p:cNvPr>
            <p:cNvSpPr/>
            <p:nvPr/>
          </p:nvSpPr>
          <p:spPr>
            <a:xfrm>
              <a:off x="3367775" y="3216125"/>
              <a:ext cx="78000" cy="86300"/>
            </a:xfrm>
            <a:custGeom>
              <a:avLst/>
              <a:gdLst/>
              <a:ahLst/>
              <a:cxnLst/>
              <a:rect l="l" t="t" r="r" b="b"/>
              <a:pathLst>
                <a:path w="3120" h="3452" extrusionOk="0">
                  <a:moveTo>
                    <a:pt x="921" y="1"/>
                  </a:moveTo>
                  <a:lnTo>
                    <a:pt x="563" y="640"/>
                  </a:lnTo>
                  <a:lnTo>
                    <a:pt x="537" y="665"/>
                  </a:lnTo>
                  <a:lnTo>
                    <a:pt x="346" y="742"/>
                  </a:lnTo>
                  <a:lnTo>
                    <a:pt x="1" y="1381"/>
                  </a:lnTo>
                  <a:lnTo>
                    <a:pt x="52" y="1407"/>
                  </a:lnTo>
                  <a:lnTo>
                    <a:pt x="231" y="1432"/>
                  </a:lnTo>
                  <a:lnTo>
                    <a:pt x="448" y="1841"/>
                  </a:lnTo>
                  <a:lnTo>
                    <a:pt x="767" y="1879"/>
                  </a:lnTo>
                  <a:lnTo>
                    <a:pt x="1100" y="2173"/>
                  </a:lnTo>
                  <a:lnTo>
                    <a:pt x="1228" y="2225"/>
                  </a:lnTo>
                  <a:lnTo>
                    <a:pt x="1228" y="2365"/>
                  </a:lnTo>
                  <a:lnTo>
                    <a:pt x="1930" y="2966"/>
                  </a:lnTo>
                  <a:lnTo>
                    <a:pt x="2186" y="2979"/>
                  </a:lnTo>
                  <a:lnTo>
                    <a:pt x="2863" y="3451"/>
                  </a:lnTo>
                  <a:lnTo>
                    <a:pt x="2966" y="3451"/>
                  </a:lnTo>
                  <a:lnTo>
                    <a:pt x="2966" y="3055"/>
                  </a:lnTo>
                  <a:lnTo>
                    <a:pt x="2978" y="3030"/>
                  </a:lnTo>
                  <a:lnTo>
                    <a:pt x="3119" y="2570"/>
                  </a:lnTo>
                  <a:lnTo>
                    <a:pt x="3081" y="2327"/>
                  </a:lnTo>
                  <a:lnTo>
                    <a:pt x="2787" y="2109"/>
                  </a:lnTo>
                  <a:lnTo>
                    <a:pt x="2774" y="2097"/>
                  </a:lnTo>
                  <a:lnTo>
                    <a:pt x="2595" y="1790"/>
                  </a:lnTo>
                  <a:lnTo>
                    <a:pt x="2314" y="1585"/>
                  </a:lnTo>
                  <a:lnTo>
                    <a:pt x="2301" y="1573"/>
                  </a:lnTo>
                  <a:lnTo>
                    <a:pt x="2301" y="1547"/>
                  </a:lnTo>
                  <a:lnTo>
                    <a:pt x="2301" y="729"/>
                  </a:lnTo>
                  <a:lnTo>
                    <a:pt x="2314" y="704"/>
                  </a:lnTo>
                  <a:lnTo>
                    <a:pt x="2276" y="691"/>
                  </a:lnTo>
                  <a:lnTo>
                    <a:pt x="2186" y="870"/>
                  </a:lnTo>
                  <a:lnTo>
                    <a:pt x="2173" y="895"/>
                  </a:lnTo>
                  <a:lnTo>
                    <a:pt x="2161" y="908"/>
                  </a:lnTo>
                  <a:lnTo>
                    <a:pt x="1803" y="1023"/>
                  </a:lnTo>
                  <a:lnTo>
                    <a:pt x="1777" y="1023"/>
                  </a:lnTo>
                  <a:lnTo>
                    <a:pt x="1764" y="1010"/>
                  </a:lnTo>
                  <a:lnTo>
                    <a:pt x="1739" y="998"/>
                  </a:lnTo>
                  <a:lnTo>
                    <a:pt x="1611" y="844"/>
                  </a:lnTo>
                  <a:lnTo>
                    <a:pt x="1458" y="895"/>
                  </a:lnTo>
                  <a:lnTo>
                    <a:pt x="1432" y="895"/>
                  </a:lnTo>
                  <a:lnTo>
                    <a:pt x="1406" y="883"/>
                  </a:lnTo>
                  <a:lnTo>
                    <a:pt x="1394" y="857"/>
                  </a:lnTo>
                  <a:lnTo>
                    <a:pt x="1394" y="831"/>
                  </a:lnTo>
                  <a:lnTo>
                    <a:pt x="1509" y="269"/>
                  </a:lnTo>
                  <a:lnTo>
                    <a:pt x="1317" y="77"/>
                  </a:lnTo>
                  <a:lnTo>
                    <a:pt x="92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145;p78">
              <a:extLst>
                <a:ext uri="{FF2B5EF4-FFF2-40B4-BE49-F238E27FC236}">
                  <a16:creationId xmlns:a16="http://schemas.microsoft.com/office/drawing/2014/main" id="{872CEB1E-6CE1-393A-9DBD-F39238E52FE2}"/>
                </a:ext>
              </a:extLst>
            </p:cNvPr>
            <p:cNvSpPr/>
            <p:nvPr/>
          </p:nvSpPr>
          <p:spPr>
            <a:xfrm>
              <a:off x="4492800" y="2547700"/>
              <a:ext cx="366500" cy="321150"/>
            </a:xfrm>
            <a:custGeom>
              <a:avLst/>
              <a:gdLst/>
              <a:ahLst/>
              <a:cxnLst/>
              <a:rect l="l" t="t" r="r" b="b"/>
              <a:pathLst>
                <a:path w="14660" h="12846" extrusionOk="0">
                  <a:moveTo>
                    <a:pt x="1087" y="1522"/>
                  </a:moveTo>
                  <a:lnTo>
                    <a:pt x="1393" y="1598"/>
                  </a:lnTo>
                  <a:lnTo>
                    <a:pt x="1317" y="1995"/>
                  </a:lnTo>
                  <a:lnTo>
                    <a:pt x="1483" y="2007"/>
                  </a:lnTo>
                  <a:lnTo>
                    <a:pt x="1560" y="2455"/>
                  </a:lnTo>
                  <a:lnTo>
                    <a:pt x="1457" y="2634"/>
                  </a:lnTo>
                  <a:lnTo>
                    <a:pt x="1227" y="2634"/>
                  </a:lnTo>
                  <a:lnTo>
                    <a:pt x="1227" y="2020"/>
                  </a:lnTo>
                  <a:lnTo>
                    <a:pt x="1087" y="1803"/>
                  </a:lnTo>
                  <a:lnTo>
                    <a:pt x="1087" y="1522"/>
                  </a:lnTo>
                  <a:close/>
                  <a:moveTo>
                    <a:pt x="550" y="1"/>
                  </a:moveTo>
                  <a:lnTo>
                    <a:pt x="435" y="320"/>
                  </a:lnTo>
                  <a:lnTo>
                    <a:pt x="435" y="333"/>
                  </a:lnTo>
                  <a:lnTo>
                    <a:pt x="409" y="346"/>
                  </a:lnTo>
                  <a:lnTo>
                    <a:pt x="154" y="410"/>
                  </a:lnTo>
                  <a:lnTo>
                    <a:pt x="0" y="538"/>
                  </a:lnTo>
                  <a:lnTo>
                    <a:pt x="333" y="870"/>
                  </a:lnTo>
                  <a:lnTo>
                    <a:pt x="345" y="883"/>
                  </a:lnTo>
                  <a:lnTo>
                    <a:pt x="384" y="1189"/>
                  </a:lnTo>
                  <a:lnTo>
                    <a:pt x="512" y="1407"/>
                  </a:lnTo>
                  <a:lnTo>
                    <a:pt x="512" y="1432"/>
                  </a:lnTo>
                  <a:lnTo>
                    <a:pt x="486" y="1458"/>
                  </a:lnTo>
                  <a:lnTo>
                    <a:pt x="333" y="1522"/>
                  </a:lnTo>
                  <a:lnTo>
                    <a:pt x="256" y="1764"/>
                  </a:lnTo>
                  <a:lnTo>
                    <a:pt x="499" y="1905"/>
                  </a:lnTo>
                  <a:lnTo>
                    <a:pt x="512" y="1918"/>
                  </a:lnTo>
                  <a:lnTo>
                    <a:pt x="690" y="2352"/>
                  </a:lnTo>
                  <a:lnTo>
                    <a:pt x="869" y="2736"/>
                  </a:lnTo>
                  <a:lnTo>
                    <a:pt x="1176" y="2889"/>
                  </a:lnTo>
                  <a:lnTo>
                    <a:pt x="1189" y="2902"/>
                  </a:lnTo>
                  <a:lnTo>
                    <a:pt x="1202" y="2915"/>
                  </a:lnTo>
                  <a:lnTo>
                    <a:pt x="1202" y="3324"/>
                  </a:lnTo>
                  <a:lnTo>
                    <a:pt x="1457" y="3541"/>
                  </a:lnTo>
                  <a:lnTo>
                    <a:pt x="1726" y="3541"/>
                  </a:lnTo>
                  <a:lnTo>
                    <a:pt x="1751" y="3554"/>
                  </a:lnTo>
                  <a:lnTo>
                    <a:pt x="1892" y="3669"/>
                  </a:lnTo>
                  <a:lnTo>
                    <a:pt x="1905" y="3694"/>
                  </a:lnTo>
                  <a:lnTo>
                    <a:pt x="1892" y="3720"/>
                  </a:lnTo>
                  <a:lnTo>
                    <a:pt x="1764" y="3886"/>
                  </a:lnTo>
                  <a:lnTo>
                    <a:pt x="1841" y="4065"/>
                  </a:lnTo>
                  <a:lnTo>
                    <a:pt x="1841" y="4091"/>
                  </a:lnTo>
                  <a:lnTo>
                    <a:pt x="1777" y="4308"/>
                  </a:lnTo>
                  <a:lnTo>
                    <a:pt x="1764" y="4321"/>
                  </a:lnTo>
                  <a:lnTo>
                    <a:pt x="1432" y="4615"/>
                  </a:lnTo>
                  <a:lnTo>
                    <a:pt x="1202" y="5202"/>
                  </a:lnTo>
                  <a:lnTo>
                    <a:pt x="1381" y="5394"/>
                  </a:lnTo>
                  <a:lnTo>
                    <a:pt x="1393" y="5407"/>
                  </a:lnTo>
                  <a:lnTo>
                    <a:pt x="1470" y="5560"/>
                  </a:lnTo>
                  <a:lnTo>
                    <a:pt x="1598" y="5637"/>
                  </a:lnTo>
                  <a:lnTo>
                    <a:pt x="1611" y="5650"/>
                  </a:lnTo>
                  <a:lnTo>
                    <a:pt x="1611" y="5675"/>
                  </a:lnTo>
                  <a:lnTo>
                    <a:pt x="1611" y="6020"/>
                  </a:lnTo>
                  <a:lnTo>
                    <a:pt x="1841" y="6072"/>
                  </a:lnTo>
                  <a:lnTo>
                    <a:pt x="1853" y="6072"/>
                  </a:lnTo>
                  <a:lnTo>
                    <a:pt x="2595" y="6596"/>
                  </a:lnTo>
                  <a:lnTo>
                    <a:pt x="2608" y="6596"/>
                  </a:lnTo>
                  <a:lnTo>
                    <a:pt x="3106" y="7094"/>
                  </a:lnTo>
                  <a:lnTo>
                    <a:pt x="3119" y="7107"/>
                  </a:lnTo>
                  <a:lnTo>
                    <a:pt x="3183" y="7298"/>
                  </a:lnTo>
                  <a:lnTo>
                    <a:pt x="3183" y="7324"/>
                  </a:lnTo>
                  <a:lnTo>
                    <a:pt x="3170" y="7350"/>
                  </a:lnTo>
                  <a:lnTo>
                    <a:pt x="2965" y="7452"/>
                  </a:lnTo>
                  <a:lnTo>
                    <a:pt x="2965" y="7899"/>
                  </a:lnTo>
                  <a:lnTo>
                    <a:pt x="3285" y="7899"/>
                  </a:lnTo>
                  <a:lnTo>
                    <a:pt x="3310" y="7912"/>
                  </a:lnTo>
                  <a:lnTo>
                    <a:pt x="3310" y="7937"/>
                  </a:lnTo>
                  <a:lnTo>
                    <a:pt x="3310" y="8346"/>
                  </a:lnTo>
                  <a:lnTo>
                    <a:pt x="3566" y="8653"/>
                  </a:lnTo>
                  <a:lnTo>
                    <a:pt x="3643" y="8755"/>
                  </a:lnTo>
                  <a:lnTo>
                    <a:pt x="3617" y="8781"/>
                  </a:lnTo>
                  <a:lnTo>
                    <a:pt x="4026" y="8768"/>
                  </a:lnTo>
                  <a:lnTo>
                    <a:pt x="3950" y="8449"/>
                  </a:lnTo>
                  <a:lnTo>
                    <a:pt x="4167" y="8372"/>
                  </a:lnTo>
                  <a:lnTo>
                    <a:pt x="4192" y="8615"/>
                  </a:lnTo>
                  <a:lnTo>
                    <a:pt x="4461" y="8768"/>
                  </a:lnTo>
                  <a:lnTo>
                    <a:pt x="4729" y="8602"/>
                  </a:lnTo>
                  <a:lnTo>
                    <a:pt x="5010" y="8768"/>
                  </a:lnTo>
                  <a:lnTo>
                    <a:pt x="5010" y="8934"/>
                  </a:lnTo>
                  <a:lnTo>
                    <a:pt x="5215" y="9062"/>
                  </a:lnTo>
                  <a:lnTo>
                    <a:pt x="5458" y="9394"/>
                  </a:lnTo>
                  <a:lnTo>
                    <a:pt x="5355" y="9407"/>
                  </a:lnTo>
                  <a:lnTo>
                    <a:pt x="5547" y="9535"/>
                  </a:lnTo>
                  <a:lnTo>
                    <a:pt x="5522" y="9663"/>
                  </a:lnTo>
                  <a:lnTo>
                    <a:pt x="5624" y="9778"/>
                  </a:lnTo>
                  <a:lnTo>
                    <a:pt x="5688" y="9867"/>
                  </a:lnTo>
                  <a:lnTo>
                    <a:pt x="5726" y="10110"/>
                  </a:lnTo>
                  <a:lnTo>
                    <a:pt x="5854" y="10430"/>
                  </a:lnTo>
                  <a:lnTo>
                    <a:pt x="5994" y="10570"/>
                  </a:lnTo>
                  <a:lnTo>
                    <a:pt x="6288" y="10570"/>
                  </a:lnTo>
                  <a:lnTo>
                    <a:pt x="6748" y="10800"/>
                  </a:lnTo>
                  <a:lnTo>
                    <a:pt x="6915" y="11107"/>
                  </a:lnTo>
                  <a:lnTo>
                    <a:pt x="7681" y="11503"/>
                  </a:lnTo>
                  <a:lnTo>
                    <a:pt x="7720" y="11605"/>
                  </a:lnTo>
                  <a:lnTo>
                    <a:pt x="8052" y="11580"/>
                  </a:lnTo>
                  <a:lnTo>
                    <a:pt x="8384" y="11733"/>
                  </a:lnTo>
                  <a:lnTo>
                    <a:pt x="9036" y="11529"/>
                  </a:lnTo>
                  <a:lnTo>
                    <a:pt x="9228" y="11503"/>
                  </a:lnTo>
                  <a:lnTo>
                    <a:pt x="9317" y="11337"/>
                  </a:lnTo>
                  <a:lnTo>
                    <a:pt x="9662" y="11260"/>
                  </a:lnTo>
                  <a:lnTo>
                    <a:pt x="10225" y="11248"/>
                  </a:lnTo>
                  <a:lnTo>
                    <a:pt x="10378" y="11593"/>
                  </a:lnTo>
                  <a:lnTo>
                    <a:pt x="10417" y="12142"/>
                  </a:lnTo>
                  <a:lnTo>
                    <a:pt x="10557" y="12423"/>
                  </a:lnTo>
                  <a:lnTo>
                    <a:pt x="11196" y="12500"/>
                  </a:lnTo>
                  <a:lnTo>
                    <a:pt x="11477" y="12590"/>
                  </a:lnTo>
                  <a:lnTo>
                    <a:pt x="11937" y="12641"/>
                  </a:lnTo>
                  <a:lnTo>
                    <a:pt x="12321" y="12705"/>
                  </a:lnTo>
                  <a:lnTo>
                    <a:pt x="12960" y="12756"/>
                  </a:lnTo>
                  <a:lnTo>
                    <a:pt x="13228" y="12845"/>
                  </a:lnTo>
                  <a:lnTo>
                    <a:pt x="13369" y="11925"/>
                  </a:lnTo>
                  <a:lnTo>
                    <a:pt x="13880" y="11554"/>
                  </a:lnTo>
                  <a:lnTo>
                    <a:pt x="14494" y="11542"/>
                  </a:lnTo>
                  <a:lnTo>
                    <a:pt x="14660" y="11184"/>
                  </a:lnTo>
                  <a:lnTo>
                    <a:pt x="14455" y="11043"/>
                  </a:lnTo>
                  <a:lnTo>
                    <a:pt x="14302" y="11043"/>
                  </a:lnTo>
                  <a:lnTo>
                    <a:pt x="14097" y="10289"/>
                  </a:lnTo>
                  <a:lnTo>
                    <a:pt x="13318" y="9855"/>
                  </a:lnTo>
                  <a:lnTo>
                    <a:pt x="12781" y="8909"/>
                  </a:lnTo>
                  <a:lnTo>
                    <a:pt x="12704" y="8768"/>
                  </a:lnTo>
                  <a:lnTo>
                    <a:pt x="13522" y="8947"/>
                  </a:lnTo>
                  <a:lnTo>
                    <a:pt x="13522" y="8947"/>
                  </a:lnTo>
                  <a:lnTo>
                    <a:pt x="13343" y="8589"/>
                  </a:lnTo>
                  <a:lnTo>
                    <a:pt x="13701" y="8295"/>
                  </a:lnTo>
                  <a:lnTo>
                    <a:pt x="13982" y="8104"/>
                  </a:lnTo>
                  <a:lnTo>
                    <a:pt x="13803" y="7925"/>
                  </a:lnTo>
                  <a:lnTo>
                    <a:pt x="13791" y="7912"/>
                  </a:lnTo>
                  <a:lnTo>
                    <a:pt x="13791" y="7886"/>
                  </a:lnTo>
                  <a:lnTo>
                    <a:pt x="13791" y="7874"/>
                  </a:lnTo>
                  <a:lnTo>
                    <a:pt x="13803" y="7861"/>
                  </a:lnTo>
                  <a:lnTo>
                    <a:pt x="13982" y="7707"/>
                  </a:lnTo>
                  <a:lnTo>
                    <a:pt x="13931" y="7644"/>
                  </a:lnTo>
                  <a:lnTo>
                    <a:pt x="13573" y="7528"/>
                  </a:lnTo>
                  <a:lnTo>
                    <a:pt x="13561" y="7528"/>
                  </a:lnTo>
                  <a:lnTo>
                    <a:pt x="13382" y="7401"/>
                  </a:lnTo>
                  <a:lnTo>
                    <a:pt x="13369" y="7388"/>
                  </a:lnTo>
                  <a:lnTo>
                    <a:pt x="13369" y="7375"/>
                  </a:lnTo>
                  <a:lnTo>
                    <a:pt x="13369" y="6391"/>
                  </a:lnTo>
                  <a:lnTo>
                    <a:pt x="13177" y="6046"/>
                  </a:lnTo>
                  <a:lnTo>
                    <a:pt x="13177" y="6033"/>
                  </a:lnTo>
                  <a:lnTo>
                    <a:pt x="13177" y="6020"/>
                  </a:lnTo>
                  <a:lnTo>
                    <a:pt x="13343" y="5765"/>
                  </a:lnTo>
                  <a:lnTo>
                    <a:pt x="13279" y="5586"/>
                  </a:lnTo>
                  <a:lnTo>
                    <a:pt x="13177" y="5381"/>
                  </a:lnTo>
                  <a:lnTo>
                    <a:pt x="13177" y="5369"/>
                  </a:lnTo>
                  <a:lnTo>
                    <a:pt x="13177" y="5343"/>
                  </a:lnTo>
                  <a:lnTo>
                    <a:pt x="13305" y="5100"/>
                  </a:lnTo>
                  <a:lnTo>
                    <a:pt x="13177" y="4793"/>
                  </a:lnTo>
                  <a:lnTo>
                    <a:pt x="13177" y="4768"/>
                  </a:lnTo>
                  <a:lnTo>
                    <a:pt x="13190" y="4742"/>
                  </a:lnTo>
                  <a:lnTo>
                    <a:pt x="13522" y="4602"/>
                  </a:lnTo>
                  <a:lnTo>
                    <a:pt x="13624" y="3784"/>
                  </a:lnTo>
                  <a:lnTo>
                    <a:pt x="13573" y="2889"/>
                  </a:lnTo>
                  <a:lnTo>
                    <a:pt x="12973" y="2889"/>
                  </a:lnTo>
                  <a:lnTo>
                    <a:pt x="12947" y="2876"/>
                  </a:lnTo>
                  <a:lnTo>
                    <a:pt x="12691" y="2570"/>
                  </a:lnTo>
                  <a:lnTo>
                    <a:pt x="12372" y="2506"/>
                  </a:lnTo>
                  <a:lnTo>
                    <a:pt x="12346" y="2480"/>
                  </a:lnTo>
                  <a:lnTo>
                    <a:pt x="12180" y="2110"/>
                  </a:lnTo>
                  <a:lnTo>
                    <a:pt x="11720" y="1969"/>
                  </a:lnTo>
                  <a:lnTo>
                    <a:pt x="11541" y="1969"/>
                  </a:lnTo>
                  <a:lnTo>
                    <a:pt x="11132" y="1841"/>
                  </a:lnTo>
                  <a:lnTo>
                    <a:pt x="10749" y="1739"/>
                  </a:lnTo>
                  <a:lnTo>
                    <a:pt x="10723" y="1726"/>
                  </a:lnTo>
                  <a:lnTo>
                    <a:pt x="10519" y="1496"/>
                  </a:lnTo>
                  <a:lnTo>
                    <a:pt x="10123" y="1496"/>
                  </a:lnTo>
                  <a:lnTo>
                    <a:pt x="9701" y="1688"/>
                  </a:lnTo>
                  <a:lnTo>
                    <a:pt x="9688" y="1688"/>
                  </a:lnTo>
                  <a:lnTo>
                    <a:pt x="9305" y="1586"/>
                  </a:lnTo>
                  <a:lnTo>
                    <a:pt x="8576" y="1892"/>
                  </a:lnTo>
                  <a:lnTo>
                    <a:pt x="8576" y="2186"/>
                  </a:lnTo>
                  <a:lnTo>
                    <a:pt x="8576" y="2212"/>
                  </a:lnTo>
                  <a:lnTo>
                    <a:pt x="8551" y="2225"/>
                  </a:lnTo>
                  <a:lnTo>
                    <a:pt x="7988" y="2288"/>
                  </a:lnTo>
                  <a:lnTo>
                    <a:pt x="8078" y="2621"/>
                  </a:lnTo>
                  <a:lnTo>
                    <a:pt x="7988" y="2749"/>
                  </a:lnTo>
                  <a:lnTo>
                    <a:pt x="7503" y="2697"/>
                  </a:lnTo>
                  <a:lnTo>
                    <a:pt x="6276" y="2940"/>
                  </a:lnTo>
                  <a:lnTo>
                    <a:pt x="5777" y="2876"/>
                  </a:lnTo>
                  <a:lnTo>
                    <a:pt x="5368" y="2582"/>
                  </a:lnTo>
                  <a:lnTo>
                    <a:pt x="5061" y="2340"/>
                  </a:lnTo>
                  <a:lnTo>
                    <a:pt x="5087" y="2058"/>
                  </a:lnTo>
                  <a:lnTo>
                    <a:pt x="4857" y="1892"/>
                  </a:lnTo>
                  <a:lnTo>
                    <a:pt x="4908" y="2046"/>
                  </a:lnTo>
                  <a:lnTo>
                    <a:pt x="4589" y="2110"/>
                  </a:lnTo>
                  <a:lnTo>
                    <a:pt x="4218" y="2046"/>
                  </a:lnTo>
                  <a:lnTo>
                    <a:pt x="3988" y="1777"/>
                  </a:lnTo>
                  <a:lnTo>
                    <a:pt x="3975" y="1330"/>
                  </a:lnTo>
                  <a:lnTo>
                    <a:pt x="3732" y="1355"/>
                  </a:lnTo>
                  <a:lnTo>
                    <a:pt x="3732" y="1368"/>
                  </a:lnTo>
                  <a:lnTo>
                    <a:pt x="3707" y="1355"/>
                  </a:lnTo>
                  <a:lnTo>
                    <a:pt x="3489" y="1125"/>
                  </a:lnTo>
                  <a:lnTo>
                    <a:pt x="3272" y="1010"/>
                  </a:lnTo>
                  <a:lnTo>
                    <a:pt x="3259" y="985"/>
                  </a:lnTo>
                  <a:lnTo>
                    <a:pt x="3234" y="819"/>
                  </a:lnTo>
                  <a:lnTo>
                    <a:pt x="3234" y="793"/>
                  </a:lnTo>
                  <a:lnTo>
                    <a:pt x="3298" y="640"/>
                  </a:lnTo>
                  <a:lnTo>
                    <a:pt x="3272" y="486"/>
                  </a:lnTo>
                  <a:lnTo>
                    <a:pt x="3272" y="461"/>
                  </a:lnTo>
                  <a:lnTo>
                    <a:pt x="3285" y="448"/>
                  </a:lnTo>
                  <a:lnTo>
                    <a:pt x="3374" y="384"/>
                  </a:lnTo>
                  <a:lnTo>
                    <a:pt x="3374" y="218"/>
                  </a:lnTo>
                  <a:lnTo>
                    <a:pt x="3221" y="218"/>
                  </a:lnTo>
                  <a:lnTo>
                    <a:pt x="3093" y="320"/>
                  </a:lnTo>
                  <a:lnTo>
                    <a:pt x="3068" y="333"/>
                  </a:lnTo>
                  <a:lnTo>
                    <a:pt x="2978" y="320"/>
                  </a:lnTo>
                  <a:lnTo>
                    <a:pt x="2697" y="435"/>
                  </a:lnTo>
                  <a:lnTo>
                    <a:pt x="2633" y="435"/>
                  </a:lnTo>
                  <a:lnTo>
                    <a:pt x="2275" y="768"/>
                  </a:lnTo>
                  <a:lnTo>
                    <a:pt x="2250" y="780"/>
                  </a:lnTo>
                  <a:lnTo>
                    <a:pt x="1866" y="844"/>
                  </a:lnTo>
                  <a:lnTo>
                    <a:pt x="1483" y="895"/>
                  </a:lnTo>
                  <a:lnTo>
                    <a:pt x="1457" y="895"/>
                  </a:lnTo>
                  <a:lnTo>
                    <a:pt x="1036" y="601"/>
                  </a:lnTo>
                  <a:lnTo>
                    <a:pt x="1023" y="589"/>
                  </a:lnTo>
                  <a:lnTo>
                    <a:pt x="55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146;p78">
              <a:extLst>
                <a:ext uri="{FF2B5EF4-FFF2-40B4-BE49-F238E27FC236}">
                  <a16:creationId xmlns:a16="http://schemas.microsoft.com/office/drawing/2014/main" id="{117E4AD4-9404-5CC3-8655-41E3A7474595}"/>
                </a:ext>
              </a:extLst>
            </p:cNvPr>
            <p:cNvSpPr/>
            <p:nvPr/>
          </p:nvSpPr>
          <p:spPr>
            <a:xfrm>
              <a:off x="4654150" y="2875850"/>
              <a:ext cx="154025" cy="170000"/>
            </a:xfrm>
            <a:custGeom>
              <a:avLst/>
              <a:gdLst/>
              <a:ahLst/>
              <a:cxnLst/>
              <a:rect l="l" t="t" r="r" b="b"/>
              <a:pathLst>
                <a:path w="6161" h="6800" extrusionOk="0">
                  <a:moveTo>
                    <a:pt x="3068" y="0"/>
                  </a:moveTo>
                  <a:lnTo>
                    <a:pt x="3055" y="13"/>
                  </a:lnTo>
                  <a:lnTo>
                    <a:pt x="3004" y="537"/>
                  </a:lnTo>
                  <a:lnTo>
                    <a:pt x="3081" y="537"/>
                  </a:lnTo>
                  <a:lnTo>
                    <a:pt x="3106" y="550"/>
                  </a:lnTo>
                  <a:lnTo>
                    <a:pt x="3119" y="576"/>
                  </a:lnTo>
                  <a:lnTo>
                    <a:pt x="3119" y="742"/>
                  </a:lnTo>
                  <a:lnTo>
                    <a:pt x="3106" y="767"/>
                  </a:lnTo>
                  <a:lnTo>
                    <a:pt x="3081" y="780"/>
                  </a:lnTo>
                  <a:lnTo>
                    <a:pt x="2799" y="844"/>
                  </a:lnTo>
                  <a:lnTo>
                    <a:pt x="2799" y="1048"/>
                  </a:lnTo>
                  <a:lnTo>
                    <a:pt x="2787" y="1061"/>
                  </a:lnTo>
                  <a:lnTo>
                    <a:pt x="2557" y="1470"/>
                  </a:lnTo>
                  <a:lnTo>
                    <a:pt x="2467" y="1879"/>
                  </a:lnTo>
                  <a:lnTo>
                    <a:pt x="2876" y="2429"/>
                  </a:lnTo>
                  <a:lnTo>
                    <a:pt x="2889" y="2454"/>
                  </a:lnTo>
                  <a:lnTo>
                    <a:pt x="2889" y="2467"/>
                  </a:lnTo>
                  <a:lnTo>
                    <a:pt x="2339" y="4013"/>
                  </a:lnTo>
                  <a:lnTo>
                    <a:pt x="2327" y="4039"/>
                  </a:lnTo>
                  <a:lnTo>
                    <a:pt x="1" y="4921"/>
                  </a:lnTo>
                  <a:lnTo>
                    <a:pt x="857" y="6800"/>
                  </a:lnTo>
                  <a:lnTo>
                    <a:pt x="946" y="6749"/>
                  </a:lnTo>
                  <a:lnTo>
                    <a:pt x="1688" y="6518"/>
                  </a:lnTo>
                  <a:lnTo>
                    <a:pt x="2263" y="6582"/>
                  </a:lnTo>
                  <a:lnTo>
                    <a:pt x="2595" y="6340"/>
                  </a:lnTo>
                  <a:lnTo>
                    <a:pt x="2493" y="6110"/>
                  </a:lnTo>
                  <a:lnTo>
                    <a:pt x="2684" y="5828"/>
                  </a:lnTo>
                  <a:lnTo>
                    <a:pt x="3426" y="5777"/>
                  </a:lnTo>
                  <a:lnTo>
                    <a:pt x="3566" y="5509"/>
                  </a:lnTo>
                  <a:lnTo>
                    <a:pt x="3630" y="5253"/>
                  </a:lnTo>
                  <a:lnTo>
                    <a:pt x="4001" y="4998"/>
                  </a:lnTo>
                  <a:lnTo>
                    <a:pt x="4550" y="4985"/>
                  </a:lnTo>
                  <a:lnTo>
                    <a:pt x="4487" y="4627"/>
                  </a:lnTo>
                  <a:lnTo>
                    <a:pt x="4550" y="3962"/>
                  </a:lnTo>
                  <a:lnTo>
                    <a:pt x="4819" y="3579"/>
                  </a:lnTo>
                  <a:lnTo>
                    <a:pt x="4921" y="3745"/>
                  </a:lnTo>
                  <a:lnTo>
                    <a:pt x="5113" y="3732"/>
                  </a:lnTo>
                  <a:lnTo>
                    <a:pt x="5394" y="3093"/>
                  </a:lnTo>
                  <a:lnTo>
                    <a:pt x="5880" y="2812"/>
                  </a:lnTo>
                  <a:lnTo>
                    <a:pt x="6161" y="2122"/>
                  </a:lnTo>
                  <a:lnTo>
                    <a:pt x="6110" y="1994"/>
                  </a:lnTo>
                  <a:lnTo>
                    <a:pt x="5892" y="1905"/>
                  </a:lnTo>
                  <a:lnTo>
                    <a:pt x="5432" y="1304"/>
                  </a:lnTo>
                  <a:lnTo>
                    <a:pt x="5151" y="1074"/>
                  </a:lnTo>
                  <a:lnTo>
                    <a:pt x="4640" y="997"/>
                  </a:lnTo>
                  <a:lnTo>
                    <a:pt x="3988" y="869"/>
                  </a:lnTo>
                  <a:lnTo>
                    <a:pt x="3515" y="179"/>
                  </a:lnTo>
                  <a:lnTo>
                    <a:pt x="3490" y="103"/>
                  </a:lnTo>
                  <a:lnTo>
                    <a:pt x="3208" y="179"/>
                  </a:lnTo>
                  <a:lnTo>
                    <a:pt x="3183" y="179"/>
                  </a:lnTo>
                  <a:lnTo>
                    <a:pt x="3170" y="167"/>
                  </a:lnTo>
                  <a:lnTo>
                    <a:pt x="306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147;p78">
              <a:extLst>
                <a:ext uri="{FF2B5EF4-FFF2-40B4-BE49-F238E27FC236}">
                  <a16:creationId xmlns:a16="http://schemas.microsoft.com/office/drawing/2014/main" id="{D7627749-0524-F6E0-BAE8-4CEDB7CEABAE}"/>
                </a:ext>
              </a:extLst>
            </p:cNvPr>
            <p:cNvSpPr/>
            <p:nvPr/>
          </p:nvSpPr>
          <p:spPr>
            <a:xfrm>
              <a:off x="4708150" y="3793500"/>
              <a:ext cx="23025" cy="11850"/>
            </a:xfrm>
            <a:custGeom>
              <a:avLst/>
              <a:gdLst/>
              <a:ahLst/>
              <a:cxnLst/>
              <a:rect l="l" t="t" r="r" b="b"/>
              <a:pathLst>
                <a:path w="921" h="474" extrusionOk="0">
                  <a:moveTo>
                    <a:pt x="282" y="0"/>
                  </a:moveTo>
                  <a:lnTo>
                    <a:pt x="0" y="320"/>
                  </a:lnTo>
                  <a:lnTo>
                    <a:pt x="665" y="473"/>
                  </a:lnTo>
                  <a:lnTo>
                    <a:pt x="921" y="371"/>
                  </a:lnTo>
                  <a:lnTo>
                    <a:pt x="461" y="230"/>
                  </a:lnTo>
                  <a:lnTo>
                    <a:pt x="58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148;p78">
              <a:extLst>
                <a:ext uri="{FF2B5EF4-FFF2-40B4-BE49-F238E27FC236}">
                  <a16:creationId xmlns:a16="http://schemas.microsoft.com/office/drawing/2014/main" id="{09D0B2E1-6719-F298-E0DF-975EBB483C23}"/>
                </a:ext>
              </a:extLst>
            </p:cNvPr>
            <p:cNvSpPr/>
            <p:nvPr/>
          </p:nvSpPr>
          <p:spPr>
            <a:xfrm>
              <a:off x="4754475" y="3773375"/>
              <a:ext cx="11850" cy="10875"/>
            </a:xfrm>
            <a:custGeom>
              <a:avLst/>
              <a:gdLst/>
              <a:ahLst/>
              <a:cxnLst/>
              <a:rect l="l" t="t" r="r" b="b"/>
              <a:pathLst>
                <a:path w="474" h="435" extrusionOk="0">
                  <a:moveTo>
                    <a:pt x="256" y="0"/>
                  </a:moveTo>
                  <a:lnTo>
                    <a:pt x="1" y="435"/>
                  </a:lnTo>
                  <a:lnTo>
                    <a:pt x="358" y="435"/>
                  </a:lnTo>
                  <a:lnTo>
                    <a:pt x="474" y="281"/>
                  </a:lnTo>
                  <a:lnTo>
                    <a:pt x="25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1" name="Google Shape;1149;p78">
              <a:extLst>
                <a:ext uri="{FF2B5EF4-FFF2-40B4-BE49-F238E27FC236}">
                  <a16:creationId xmlns:a16="http://schemas.microsoft.com/office/drawing/2014/main" id="{A091637D-F955-2ADA-3ACC-2F271ED4E015}"/>
                </a:ext>
              </a:extLst>
            </p:cNvPr>
            <p:cNvSpPr/>
            <p:nvPr/>
          </p:nvSpPr>
          <p:spPr>
            <a:xfrm>
              <a:off x="5043000" y="3259900"/>
              <a:ext cx="6100" cy="17600"/>
            </a:xfrm>
            <a:custGeom>
              <a:avLst/>
              <a:gdLst/>
              <a:ahLst/>
              <a:cxnLst/>
              <a:rect l="l" t="t" r="r" b="b"/>
              <a:pathLst>
                <a:path w="244" h="704" extrusionOk="0">
                  <a:moveTo>
                    <a:pt x="128" y="1"/>
                  </a:moveTo>
                  <a:lnTo>
                    <a:pt x="1" y="180"/>
                  </a:lnTo>
                  <a:lnTo>
                    <a:pt x="154" y="474"/>
                  </a:lnTo>
                  <a:lnTo>
                    <a:pt x="1" y="576"/>
                  </a:lnTo>
                  <a:lnTo>
                    <a:pt x="77" y="704"/>
                  </a:lnTo>
                  <a:lnTo>
                    <a:pt x="243" y="665"/>
                  </a:lnTo>
                  <a:lnTo>
                    <a:pt x="218" y="550"/>
                  </a:lnTo>
                  <a:lnTo>
                    <a:pt x="128" y="525"/>
                  </a:lnTo>
                  <a:lnTo>
                    <a:pt x="218" y="461"/>
                  </a:lnTo>
                  <a:lnTo>
                    <a:pt x="231" y="307"/>
                  </a:lnTo>
                  <a:lnTo>
                    <a:pt x="167" y="167"/>
                  </a:lnTo>
                  <a:lnTo>
                    <a:pt x="180" y="26"/>
                  </a:lnTo>
                  <a:lnTo>
                    <a:pt x="12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150;p78">
              <a:extLst>
                <a:ext uri="{FF2B5EF4-FFF2-40B4-BE49-F238E27FC236}">
                  <a16:creationId xmlns:a16="http://schemas.microsoft.com/office/drawing/2014/main" id="{322374B1-BB47-6591-564F-C009162AC29C}"/>
                </a:ext>
              </a:extLst>
            </p:cNvPr>
            <p:cNvSpPr/>
            <p:nvPr/>
          </p:nvSpPr>
          <p:spPr>
            <a:xfrm>
              <a:off x="4198850" y="3949100"/>
              <a:ext cx="27500" cy="34525"/>
            </a:xfrm>
            <a:custGeom>
              <a:avLst/>
              <a:gdLst/>
              <a:ahLst/>
              <a:cxnLst/>
              <a:rect l="l" t="t" r="r" b="b"/>
              <a:pathLst>
                <a:path w="1100" h="1381" extrusionOk="0">
                  <a:moveTo>
                    <a:pt x="639" y="0"/>
                  </a:moveTo>
                  <a:lnTo>
                    <a:pt x="460" y="26"/>
                  </a:lnTo>
                  <a:lnTo>
                    <a:pt x="0" y="793"/>
                  </a:lnTo>
                  <a:lnTo>
                    <a:pt x="217" y="1368"/>
                  </a:lnTo>
                  <a:lnTo>
                    <a:pt x="729" y="1381"/>
                  </a:lnTo>
                  <a:lnTo>
                    <a:pt x="920" y="1048"/>
                  </a:lnTo>
                  <a:lnTo>
                    <a:pt x="1099" y="524"/>
                  </a:lnTo>
                  <a:lnTo>
                    <a:pt x="1035" y="333"/>
                  </a:lnTo>
                  <a:lnTo>
                    <a:pt x="63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151;p78">
              <a:extLst>
                <a:ext uri="{FF2B5EF4-FFF2-40B4-BE49-F238E27FC236}">
                  <a16:creationId xmlns:a16="http://schemas.microsoft.com/office/drawing/2014/main" id="{4BDF9448-13DD-25F8-27FC-A2F04F53F141}"/>
                </a:ext>
              </a:extLst>
            </p:cNvPr>
            <p:cNvSpPr/>
            <p:nvPr/>
          </p:nvSpPr>
          <p:spPr>
            <a:xfrm>
              <a:off x="5043000" y="3309750"/>
              <a:ext cx="13775" cy="25275"/>
            </a:xfrm>
            <a:custGeom>
              <a:avLst/>
              <a:gdLst/>
              <a:ahLst/>
              <a:cxnLst/>
              <a:rect l="l" t="t" r="r" b="b"/>
              <a:pathLst>
                <a:path w="551" h="1011" extrusionOk="0">
                  <a:moveTo>
                    <a:pt x="154" y="0"/>
                  </a:moveTo>
                  <a:lnTo>
                    <a:pt x="39" y="77"/>
                  </a:lnTo>
                  <a:lnTo>
                    <a:pt x="1" y="192"/>
                  </a:lnTo>
                  <a:lnTo>
                    <a:pt x="90" y="307"/>
                  </a:lnTo>
                  <a:lnTo>
                    <a:pt x="192" y="282"/>
                  </a:lnTo>
                  <a:lnTo>
                    <a:pt x="52" y="384"/>
                  </a:lnTo>
                  <a:lnTo>
                    <a:pt x="39" y="524"/>
                  </a:lnTo>
                  <a:lnTo>
                    <a:pt x="205" y="588"/>
                  </a:lnTo>
                  <a:lnTo>
                    <a:pt x="231" y="678"/>
                  </a:lnTo>
                  <a:lnTo>
                    <a:pt x="116" y="793"/>
                  </a:lnTo>
                  <a:lnTo>
                    <a:pt x="154" y="946"/>
                  </a:lnTo>
                  <a:lnTo>
                    <a:pt x="320" y="1010"/>
                  </a:lnTo>
                  <a:lnTo>
                    <a:pt x="384" y="908"/>
                  </a:lnTo>
                  <a:lnTo>
                    <a:pt x="550" y="729"/>
                  </a:lnTo>
                  <a:lnTo>
                    <a:pt x="461" y="627"/>
                  </a:lnTo>
                  <a:lnTo>
                    <a:pt x="243" y="639"/>
                  </a:lnTo>
                  <a:lnTo>
                    <a:pt x="205" y="563"/>
                  </a:lnTo>
                  <a:lnTo>
                    <a:pt x="231" y="512"/>
                  </a:lnTo>
                  <a:lnTo>
                    <a:pt x="269" y="435"/>
                  </a:lnTo>
                  <a:lnTo>
                    <a:pt x="269" y="320"/>
                  </a:lnTo>
                  <a:lnTo>
                    <a:pt x="192" y="230"/>
                  </a:lnTo>
                  <a:lnTo>
                    <a:pt x="269" y="192"/>
                  </a:lnTo>
                  <a:lnTo>
                    <a:pt x="269" y="64"/>
                  </a:lnTo>
                  <a:lnTo>
                    <a:pt x="15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152;p78">
              <a:extLst>
                <a:ext uri="{FF2B5EF4-FFF2-40B4-BE49-F238E27FC236}">
                  <a16:creationId xmlns:a16="http://schemas.microsoft.com/office/drawing/2014/main" id="{8D1EC0B7-51FC-4874-3C9A-4EC978578D3E}"/>
                </a:ext>
              </a:extLst>
            </p:cNvPr>
            <p:cNvSpPr/>
            <p:nvPr/>
          </p:nvSpPr>
          <p:spPr>
            <a:xfrm>
              <a:off x="3259775" y="3031775"/>
              <a:ext cx="115700" cy="92350"/>
            </a:xfrm>
            <a:custGeom>
              <a:avLst/>
              <a:gdLst/>
              <a:ahLst/>
              <a:cxnLst/>
              <a:rect l="l" t="t" r="r" b="b"/>
              <a:pathLst>
                <a:path w="4628" h="3694" extrusionOk="0">
                  <a:moveTo>
                    <a:pt x="1138" y="0"/>
                  </a:moveTo>
                  <a:lnTo>
                    <a:pt x="921" y="320"/>
                  </a:lnTo>
                  <a:lnTo>
                    <a:pt x="908" y="333"/>
                  </a:lnTo>
                  <a:lnTo>
                    <a:pt x="883" y="345"/>
                  </a:lnTo>
                  <a:lnTo>
                    <a:pt x="870" y="345"/>
                  </a:lnTo>
                  <a:lnTo>
                    <a:pt x="857" y="358"/>
                  </a:lnTo>
                  <a:lnTo>
                    <a:pt x="231" y="1317"/>
                  </a:lnTo>
                  <a:lnTo>
                    <a:pt x="1" y="1496"/>
                  </a:lnTo>
                  <a:lnTo>
                    <a:pt x="154" y="1572"/>
                  </a:lnTo>
                  <a:lnTo>
                    <a:pt x="371" y="1905"/>
                  </a:lnTo>
                  <a:lnTo>
                    <a:pt x="359" y="2096"/>
                  </a:lnTo>
                  <a:lnTo>
                    <a:pt x="640" y="2352"/>
                  </a:lnTo>
                  <a:lnTo>
                    <a:pt x="640" y="2480"/>
                  </a:lnTo>
                  <a:lnTo>
                    <a:pt x="1100" y="2569"/>
                  </a:lnTo>
                  <a:lnTo>
                    <a:pt x="1381" y="2429"/>
                  </a:lnTo>
                  <a:lnTo>
                    <a:pt x="1790" y="2429"/>
                  </a:lnTo>
                  <a:lnTo>
                    <a:pt x="2288" y="2684"/>
                  </a:lnTo>
                  <a:lnTo>
                    <a:pt x="2621" y="2748"/>
                  </a:lnTo>
                  <a:lnTo>
                    <a:pt x="2659" y="2774"/>
                  </a:lnTo>
                  <a:lnTo>
                    <a:pt x="2672" y="2799"/>
                  </a:lnTo>
                  <a:lnTo>
                    <a:pt x="2672" y="2978"/>
                  </a:lnTo>
                  <a:lnTo>
                    <a:pt x="2659" y="3004"/>
                  </a:lnTo>
                  <a:lnTo>
                    <a:pt x="2646" y="3029"/>
                  </a:lnTo>
                  <a:lnTo>
                    <a:pt x="2621" y="3042"/>
                  </a:lnTo>
                  <a:lnTo>
                    <a:pt x="2608" y="3042"/>
                  </a:lnTo>
                  <a:lnTo>
                    <a:pt x="1764" y="2850"/>
                  </a:lnTo>
                  <a:lnTo>
                    <a:pt x="1253" y="2838"/>
                  </a:lnTo>
                  <a:lnTo>
                    <a:pt x="985" y="3068"/>
                  </a:lnTo>
                  <a:lnTo>
                    <a:pt x="946" y="3093"/>
                  </a:lnTo>
                  <a:lnTo>
                    <a:pt x="934" y="3080"/>
                  </a:lnTo>
                  <a:lnTo>
                    <a:pt x="448" y="2991"/>
                  </a:lnTo>
                  <a:lnTo>
                    <a:pt x="397" y="3272"/>
                  </a:lnTo>
                  <a:lnTo>
                    <a:pt x="525" y="3400"/>
                  </a:lnTo>
                  <a:lnTo>
                    <a:pt x="346" y="3413"/>
                  </a:lnTo>
                  <a:lnTo>
                    <a:pt x="346" y="3502"/>
                  </a:lnTo>
                  <a:lnTo>
                    <a:pt x="1177" y="3515"/>
                  </a:lnTo>
                  <a:lnTo>
                    <a:pt x="1547" y="3323"/>
                  </a:lnTo>
                  <a:lnTo>
                    <a:pt x="1573" y="3310"/>
                  </a:lnTo>
                  <a:lnTo>
                    <a:pt x="2365" y="3323"/>
                  </a:lnTo>
                  <a:lnTo>
                    <a:pt x="2378" y="3323"/>
                  </a:lnTo>
                  <a:lnTo>
                    <a:pt x="3758" y="3694"/>
                  </a:lnTo>
                  <a:lnTo>
                    <a:pt x="4448" y="3617"/>
                  </a:lnTo>
                  <a:lnTo>
                    <a:pt x="4627" y="3259"/>
                  </a:lnTo>
                  <a:lnTo>
                    <a:pt x="4551" y="2927"/>
                  </a:lnTo>
                  <a:lnTo>
                    <a:pt x="4269" y="2761"/>
                  </a:lnTo>
                  <a:lnTo>
                    <a:pt x="4244" y="2748"/>
                  </a:lnTo>
                  <a:lnTo>
                    <a:pt x="4244" y="2723"/>
                  </a:lnTo>
                  <a:lnTo>
                    <a:pt x="4167" y="2160"/>
                  </a:lnTo>
                  <a:lnTo>
                    <a:pt x="4167" y="2147"/>
                  </a:lnTo>
                  <a:lnTo>
                    <a:pt x="4180" y="1790"/>
                  </a:lnTo>
                  <a:lnTo>
                    <a:pt x="3362" y="946"/>
                  </a:lnTo>
                  <a:lnTo>
                    <a:pt x="3349" y="921"/>
                  </a:lnTo>
                  <a:lnTo>
                    <a:pt x="3234" y="460"/>
                  </a:lnTo>
                  <a:lnTo>
                    <a:pt x="2864" y="460"/>
                  </a:lnTo>
                  <a:lnTo>
                    <a:pt x="2838" y="448"/>
                  </a:lnTo>
                  <a:lnTo>
                    <a:pt x="2825" y="435"/>
                  </a:lnTo>
                  <a:lnTo>
                    <a:pt x="2621" y="77"/>
                  </a:lnTo>
                  <a:lnTo>
                    <a:pt x="2352" y="64"/>
                  </a:lnTo>
                  <a:lnTo>
                    <a:pt x="2327" y="64"/>
                  </a:lnTo>
                  <a:lnTo>
                    <a:pt x="2173" y="0"/>
                  </a:lnTo>
                  <a:lnTo>
                    <a:pt x="1956" y="90"/>
                  </a:lnTo>
                  <a:lnTo>
                    <a:pt x="1931" y="103"/>
                  </a:lnTo>
                  <a:lnTo>
                    <a:pt x="1292" y="77"/>
                  </a:lnTo>
                  <a:lnTo>
                    <a:pt x="1266" y="77"/>
                  </a:lnTo>
                  <a:lnTo>
                    <a:pt x="113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5" name="Google Shape;1153;p78">
              <a:extLst>
                <a:ext uri="{FF2B5EF4-FFF2-40B4-BE49-F238E27FC236}">
                  <a16:creationId xmlns:a16="http://schemas.microsoft.com/office/drawing/2014/main" id="{AAB9BCDA-F8C0-0457-3550-646B22AD2492}"/>
                </a:ext>
              </a:extLst>
            </p:cNvPr>
            <p:cNvSpPr/>
            <p:nvPr/>
          </p:nvSpPr>
          <p:spPr>
            <a:xfrm>
              <a:off x="4467875" y="2999500"/>
              <a:ext cx="206100" cy="128475"/>
            </a:xfrm>
            <a:custGeom>
              <a:avLst/>
              <a:gdLst/>
              <a:ahLst/>
              <a:cxnLst/>
              <a:rect l="l" t="t" r="r" b="b"/>
              <a:pathLst>
                <a:path w="8244" h="5139" extrusionOk="0">
                  <a:moveTo>
                    <a:pt x="7388" y="0"/>
                  </a:moveTo>
                  <a:lnTo>
                    <a:pt x="7349" y="13"/>
                  </a:lnTo>
                  <a:lnTo>
                    <a:pt x="7336" y="26"/>
                  </a:lnTo>
                  <a:lnTo>
                    <a:pt x="4857" y="397"/>
                  </a:lnTo>
                  <a:lnTo>
                    <a:pt x="4346" y="716"/>
                  </a:lnTo>
                  <a:lnTo>
                    <a:pt x="3988" y="1125"/>
                  </a:lnTo>
                  <a:lnTo>
                    <a:pt x="3873" y="1457"/>
                  </a:lnTo>
                  <a:lnTo>
                    <a:pt x="3860" y="1470"/>
                  </a:lnTo>
                  <a:lnTo>
                    <a:pt x="3400" y="1662"/>
                  </a:lnTo>
                  <a:lnTo>
                    <a:pt x="3374" y="1662"/>
                  </a:lnTo>
                  <a:lnTo>
                    <a:pt x="3362" y="1649"/>
                  </a:lnTo>
                  <a:lnTo>
                    <a:pt x="3234" y="1432"/>
                  </a:lnTo>
                  <a:lnTo>
                    <a:pt x="2748" y="1432"/>
                  </a:lnTo>
                  <a:lnTo>
                    <a:pt x="1815" y="1215"/>
                  </a:lnTo>
                  <a:lnTo>
                    <a:pt x="844" y="1317"/>
                  </a:lnTo>
                  <a:lnTo>
                    <a:pt x="818" y="1317"/>
                  </a:lnTo>
                  <a:lnTo>
                    <a:pt x="588" y="1138"/>
                  </a:lnTo>
                  <a:lnTo>
                    <a:pt x="397" y="1176"/>
                  </a:lnTo>
                  <a:lnTo>
                    <a:pt x="397" y="1803"/>
                  </a:lnTo>
                  <a:lnTo>
                    <a:pt x="384" y="1828"/>
                  </a:lnTo>
                  <a:lnTo>
                    <a:pt x="103" y="2058"/>
                  </a:lnTo>
                  <a:lnTo>
                    <a:pt x="115" y="2122"/>
                  </a:lnTo>
                  <a:lnTo>
                    <a:pt x="179" y="2263"/>
                  </a:lnTo>
                  <a:lnTo>
                    <a:pt x="0" y="2723"/>
                  </a:lnTo>
                  <a:lnTo>
                    <a:pt x="128" y="3119"/>
                  </a:lnTo>
                  <a:lnTo>
                    <a:pt x="333" y="4103"/>
                  </a:lnTo>
                  <a:lnTo>
                    <a:pt x="486" y="4244"/>
                  </a:lnTo>
                  <a:lnTo>
                    <a:pt x="422" y="4435"/>
                  </a:lnTo>
                  <a:lnTo>
                    <a:pt x="627" y="5049"/>
                  </a:lnTo>
                  <a:lnTo>
                    <a:pt x="1202" y="5138"/>
                  </a:lnTo>
                  <a:lnTo>
                    <a:pt x="1636" y="4921"/>
                  </a:lnTo>
                  <a:lnTo>
                    <a:pt x="2135" y="4921"/>
                  </a:lnTo>
                  <a:lnTo>
                    <a:pt x="2263" y="4589"/>
                  </a:lnTo>
                  <a:lnTo>
                    <a:pt x="2966" y="4589"/>
                  </a:lnTo>
                  <a:lnTo>
                    <a:pt x="4192" y="3962"/>
                  </a:lnTo>
                  <a:lnTo>
                    <a:pt x="4704" y="3988"/>
                  </a:lnTo>
                  <a:lnTo>
                    <a:pt x="4959" y="3771"/>
                  </a:lnTo>
                  <a:lnTo>
                    <a:pt x="5100" y="3592"/>
                  </a:lnTo>
                  <a:lnTo>
                    <a:pt x="6672" y="3106"/>
                  </a:lnTo>
                  <a:lnTo>
                    <a:pt x="7336" y="2723"/>
                  </a:lnTo>
                  <a:lnTo>
                    <a:pt x="7515" y="2748"/>
                  </a:lnTo>
                  <a:lnTo>
                    <a:pt x="7567" y="2608"/>
                  </a:lnTo>
                  <a:lnTo>
                    <a:pt x="7630" y="2199"/>
                  </a:lnTo>
                  <a:lnTo>
                    <a:pt x="8244" y="1879"/>
                  </a:lnTo>
                  <a:lnTo>
                    <a:pt x="738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6" name="Google Shape;1154;p78">
              <a:extLst>
                <a:ext uri="{FF2B5EF4-FFF2-40B4-BE49-F238E27FC236}">
                  <a16:creationId xmlns:a16="http://schemas.microsoft.com/office/drawing/2014/main" id="{8DDAA765-DDD4-4DF5-165A-7C40C9FF2412}"/>
                </a:ext>
              </a:extLst>
            </p:cNvPr>
            <p:cNvSpPr/>
            <p:nvPr/>
          </p:nvSpPr>
          <p:spPr>
            <a:xfrm>
              <a:off x="4680350" y="3124750"/>
              <a:ext cx="23025" cy="9925"/>
            </a:xfrm>
            <a:custGeom>
              <a:avLst/>
              <a:gdLst/>
              <a:ahLst/>
              <a:cxnLst/>
              <a:rect l="l" t="t" r="r" b="b"/>
              <a:pathLst>
                <a:path w="921" h="397" extrusionOk="0">
                  <a:moveTo>
                    <a:pt x="652" y="0"/>
                  </a:moveTo>
                  <a:lnTo>
                    <a:pt x="486" y="77"/>
                  </a:lnTo>
                  <a:lnTo>
                    <a:pt x="205" y="77"/>
                  </a:lnTo>
                  <a:lnTo>
                    <a:pt x="1" y="192"/>
                  </a:lnTo>
                  <a:lnTo>
                    <a:pt x="205" y="397"/>
                  </a:lnTo>
                  <a:lnTo>
                    <a:pt x="640" y="346"/>
                  </a:lnTo>
                  <a:lnTo>
                    <a:pt x="921" y="128"/>
                  </a:lnTo>
                  <a:lnTo>
                    <a:pt x="65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155;p78">
              <a:extLst>
                <a:ext uri="{FF2B5EF4-FFF2-40B4-BE49-F238E27FC236}">
                  <a16:creationId xmlns:a16="http://schemas.microsoft.com/office/drawing/2014/main" id="{C028638C-468B-B695-E4D7-7B41D4D85A33}"/>
                </a:ext>
              </a:extLst>
            </p:cNvPr>
            <p:cNvSpPr/>
            <p:nvPr/>
          </p:nvSpPr>
          <p:spPr>
            <a:xfrm>
              <a:off x="1388050" y="2785750"/>
              <a:ext cx="8025" cy="13125"/>
            </a:xfrm>
            <a:custGeom>
              <a:avLst/>
              <a:gdLst/>
              <a:ahLst/>
              <a:cxnLst/>
              <a:rect l="l" t="t" r="r" b="b"/>
              <a:pathLst>
                <a:path w="321" h="525" extrusionOk="0">
                  <a:moveTo>
                    <a:pt x="26" y="0"/>
                  </a:moveTo>
                  <a:lnTo>
                    <a:pt x="26" y="77"/>
                  </a:lnTo>
                  <a:lnTo>
                    <a:pt x="1" y="115"/>
                  </a:lnTo>
                  <a:lnTo>
                    <a:pt x="52" y="230"/>
                  </a:lnTo>
                  <a:lnTo>
                    <a:pt x="52" y="256"/>
                  </a:lnTo>
                  <a:lnTo>
                    <a:pt x="103" y="269"/>
                  </a:lnTo>
                  <a:lnTo>
                    <a:pt x="103" y="320"/>
                  </a:lnTo>
                  <a:lnTo>
                    <a:pt x="231" y="448"/>
                  </a:lnTo>
                  <a:lnTo>
                    <a:pt x="320" y="524"/>
                  </a:lnTo>
                  <a:lnTo>
                    <a:pt x="320" y="511"/>
                  </a:lnTo>
                  <a:lnTo>
                    <a:pt x="282" y="435"/>
                  </a:lnTo>
                  <a:lnTo>
                    <a:pt x="295" y="281"/>
                  </a:lnTo>
                  <a:lnTo>
                    <a:pt x="192" y="269"/>
                  </a:lnTo>
                  <a:lnTo>
                    <a:pt x="154" y="230"/>
                  </a:lnTo>
                  <a:lnTo>
                    <a:pt x="180" y="179"/>
                  </a:lnTo>
                  <a:lnTo>
                    <a:pt x="128" y="90"/>
                  </a:lnTo>
                  <a:lnTo>
                    <a:pt x="77" y="13"/>
                  </a:lnTo>
                  <a:lnTo>
                    <a:pt x="2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156;p78">
              <a:extLst>
                <a:ext uri="{FF2B5EF4-FFF2-40B4-BE49-F238E27FC236}">
                  <a16:creationId xmlns:a16="http://schemas.microsoft.com/office/drawing/2014/main" id="{20144894-BE9D-C5A2-0A2F-5F824D68CD54}"/>
                </a:ext>
              </a:extLst>
            </p:cNvPr>
            <p:cNvSpPr/>
            <p:nvPr/>
          </p:nvSpPr>
          <p:spPr>
            <a:xfrm>
              <a:off x="2401875" y="3821925"/>
              <a:ext cx="160750" cy="180225"/>
            </a:xfrm>
            <a:custGeom>
              <a:avLst/>
              <a:gdLst/>
              <a:ahLst/>
              <a:cxnLst/>
              <a:rect l="l" t="t" r="r" b="b"/>
              <a:pathLst>
                <a:path w="6430" h="7209" extrusionOk="0">
                  <a:moveTo>
                    <a:pt x="2135" y="1"/>
                  </a:moveTo>
                  <a:lnTo>
                    <a:pt x="793" y="180"/>
                  </a:lnTo>
                  <a:lnTo>
                    <a:pt x="384" y="921"/>
                  </a:lnTo>
                  <a:lnTo>
                    <a:pt x="1" y="2340"/>
                  </a:lnTo>
                  <a:lnTo>
                    <a:pt x="192" y="2570"/>
                  </a:lnTo>
                  <a:lnTo>
                    <a:pt x="205" y="2582"/>
                  </a:lnTo>
                  <a:lnTo>
                    <a:pt x="499" y="3196"/>
                  </a:lnTo>
                  <a:lnTo>
                    <a:pt x="1061" y="3528"/>
                  </a:lnTo>
                  <a:lnTo>
                    <a:pt x="1074" y="3554"/>
                  </a:lnTo>
                  <a:lnTo>
                    <a:pt x="1151" y="3771"/>
                  </a:lnTo>
                  <a:lnTo>
                    <a:pt x="1892" y="4014"/>
                  </a:lnTo>
                  <a:lnTo>
                    <a:pt x="1905" y="4014"/>
                  </a:lnTo>
                  <a:lnTo>
                    <a:pt x="3042" y="4845"/>
                  </a:lnTo>
                  <a:lnTo>
                    <a:pt x="3886" y="5164"/>
                  </a:lnTo>
                  <a:lnTo>
                    <a:pt x="3912" y="5190"/>
                  </a:lnTo>
                  <a:lnTo>
                    <a:pt x="3912" y="5215"/>
                  </a:lnTo>
                  <a:lnTo>
                    <a:pt x="3796" y="5509"/>
                  </a:lnTo>
                  <a:lnTo>
                    <a:pt x="3784" y="5522"/>
                  </a:lnTo>
                  <a:lnTo>
                    <a:pt x="3618" y="5701"/>
                  </a:lnTo>
                  <a:lnTo>
                    <a:pt x="3515" y="5944"/>
                  </a:lnTo>
                  <a:lnTo>
                    <a:pt x="3503" y="5956"/>
                  </a:lnTo>
                  <a:lnTo>
                    <a:pt x="3477" y="5969"/>
                  </a:lnTo>
                  <a:lnTo>
                    <a:pt x="3362" y="5995"/>
                  </a:lnTo>
                  <a:lnTo>
                    <a:pt x="3247" y="6417"/>
                  </a:lnTo>
                  <a:lnTo>
                    <a:pt x="3234" y="6429"/>
                  </a:lnTo>
                  <a:lnTo>
                    <a:pt x="2851" y="6762"/>
                  </a:lnTo>
                  <a:lnTo>
                    <a:pt x="2876" y="6864"/>
                  </a:lnTo>
                  <a:lnTo>
                    <a:pt x="3439" y="6902"/>
                  </a:lnTo>
                  <a:lnTo>
                    <a:pt x="3451" y="6902"/>
                  </a:lnTo>
                  <a:lnTo>
                    <a:pt x="3873" y="7119"/>
                  </a:lnTo>
                  <a:lnTo>
                    <a:pt x="4384" y="7081"/>
                  </a:lnTo>
                  <a:lnTo>
                    <a:pt x="4397" y="7081"/>
                  </a:lnTo>
                  <a:lnTo>
                    <a:pt x="4410" y="7094"/>
                  </a:lnTo>
                  <a:lnTo>
                    <a:pt x="4499" y="7209"/>
                  </a:lnTo>
                  <a:lnTo>
                    <a:pt x="4678" y="7017"/>
                  </a:lnTo>
                  <a:lnTo>
                    <a:pt x="4691" y="7004"/>
                  </a:lnTo>
                  <a:lnTo>
                    <a:pt x="4717" y="7004"/>
                  </a:lnTo>
                  <a:lnTo>
                    <a:pt x="4998" y="7119"/>
                  </a:lnTo>
                  <a:lnTo>
                    <a:pt x="5100" y="7030"/>
                  </a:lnTo>
                  <a:lnTo>
                    <a:pt x="5164" y="6864"/>
                  </a:lnTo>
                  <a:lnTo>
                    <a:pt x="5177" y="6851"/>
                  </a:lnTo>
                  <a:lnTo>
                    <a:pt x="5190" y="6838"/>
                  </a:lnTo>
                  <a:lnTo>
                    <a:pt x="5560" y="6787"/>
                  </a:lnTo>
                  <a:lnTo>
                    <a:pt x="5841" y="6442"/>
                  </a:lnTo>
                  <a:lnTo>
                    <a:pt x="5931" y="6046"/>
                  </a:lnTo>
                  <a:lnTo>
                    <a:pt x="5944" y="6046"/>
                  </a:lnTo>
                  <a:lnTo>
                    <a:pt x="6046" y="5790"/>
                  </a:lnTo>
                  <a:lnTo>
                    <a:pt x="6429" y="4589"/>
                  </a:lnTo>
                  <a:lnTo>
                    <a:pt x="6238" y="4218"/>
                  </a:lnTo>
                  <a:lnTo>
                    <a:pt x="5586" y="4308"/>
                  </a:lnTo>
                  <a:lnTo>
                    <a:pt x="5560" y="4295"/>
                  </a:lnTo>
                  <a:lnTo>
                    <a:pt x="5535" y="4282"/>
                  </a:lnTo>
                  <a:lnTo>
                    <a:pt x="5279" y="2800"/>
                  </a:lnTo>
                  <a:lnTo>
                    <a:pt x="5036" y="2787"/>
                  </a:lnTo>
                  <a:lnTo>
                    <a:pt x="5011" y="2774"/>
                  </a:lnTo>
                  <a:lnTo>
                    <a:pt x="4806" y="2570"/>
                  </a:lnTo>
                  <a:lnTo>
                    <a:pt x="4589" y="2736"/>
                  </a:lnTo>
                  <a:lnTo>
                    <a:pt x="4563" y="2736"/>
                  </a:lnTo>
                  <a:lnTo>
                    <a:pt x="3656" y="2570"/>
                  </a:lnTo>
                  <a:lnTo>
                    <a:pt x="3630" y="2557"/>
                  </a:lnTo>
                  <a:lnTo>
                    <a:pt x="3618" y="2518"/>
                  </a:lnTo>
                  <a:lnTo>
                    <a:pt x="3758" y="1343"/>
                  </a:lnTo>
                  <a:lnTo>
                    <a:pt x="3566" y="883"/>
                  </a:lnTo>
                  <a:lnTo>
                    <a:pt x="3566" y="870"/>
                  </a:lnTo>
                  <a:lnTo>
                    <a:pt x="3592" y="742"/>
                  </a:lnTo>
                  <a:lnTo>
                    <a:pt x="3515" y="410"/>
                  </a:lnTo>
                  <a:lnTo>
                    <a:pt x="2889" y="13"/>
                  </a:lnTo>
                  <a:lnTo>
                    <a:pt x="213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157;p78">
              <a:extLst>
                <a:ext uri="{FF2B5EF4-FFF2-40B4-BE49-F238E27FC236}">
                  <a16:creationId xmlns:a16="http://schemas.microsoft.com/office/drawing/2014/main" id="{95223729-8048-B9DF-1470-38423B5EA2C2}"/>
                </a:ext>
              </a:extLst>
            </p:cNvPr>
            <p:cNvSpPr/>
            <p:nvPr/>
          </p:nvSpPr>
          <p:spPr>
            <a:xfrm>
              <a:off x="2013350" y="3400175"/>
              <a:ext cx="266825" cy="393025"/>
            </a:xfrm>
            <a:custGeom>
              <a:avLst/>
              <a:gdLst/>
              <a:ahLst/>
              <a:cxnLst/>
              <a:rect l="l" t="t" r="r" b="b"/>
              <a:pathLst>
                <a:path w="10673" h="15721" extrusionOk="0">
                  <a:moveTo>
                    <a:pt x="5304" y="0"/>
                  </a:moveTo>
                  <a:lnTo>
                    <a:pt x="5074" y="51"/>
                  </a:lnTo>
                  <a:lnTo>
                    <a:pt x="5419" y="448"/>
                  </a:lnTo>
                  <a:lnTo>
                    <a:pt x="5419" y="486"/>
                  </a:lnTo>
                  <a:lnTo>
                    <a:pt x="5381" y="754"/>
                  </a:lnTo>
                  <a:lnTo>
                    <a:pt x="5368" y="767"/>
                  </a:lnTo>
                  <a:lnTo>
                    <a:pt x="5355" y="780"/>
                  </a:lnTo>
                  <a:lnTo>
                    <a:pt x="5177" y="818"/>
                  </a:lnTo>
                  <a:lnTo>
                    <a:pt x="5074" y="1266"/>
                  </a:lnTo>
                  <a:lnTo>
                    <a:pt x="5061" y="1278"/>
                  </a:lnTo>
                  <a:lnTo>
                    <a:pt x="4307" y="2084"/>
                  </a:lnTo>
                  <a:lnTo>
                    <a:pt x="4295" y="2084"/>
                  </a:lnTo>
                  <a:lnTo>
                    <a:pt x="2978" y="2595"/>
                  </a:lnTo>
                  <a:lnTo>
                    <a:pt x="2390" y="3822"/>
                  </a:lnTo>
                  <a:lnTo>
                    <a:pt x="2390" y="4001"/>
                  </a:lnTo>
                  <a:lnTo>
                    <a:pt x="2378" y="4026"/>
                  </a:lnTo>
                  <a:lnTo>
                    <a:pt x="2352" y="4039"/>
                  </a:lnTo>
                  <a:lnTo>
                    <a:pt x="2160" y="4052"/>
                  </a:lnTo>
                  <a:lnTo>
                    <a:pt x="2045" y="4295"/>
                  </a:lnTo>
                  <a:lnTo>
                    <a:pt x="2032" y="4320"/>
                  </a:lnTo>
                  <a:lnTo>
                    <a:pt x="2007" y="4320"/>
                  </a:lnTo>
                  <a:lnTo>
                    <a:pt x="1700" y="4295"/>
                  </a:lnTo>
                  <a:lnTo>
                    <a:pt x="1687" y="4282"/>
                  </a:lnTo>
                  <a:lnTo>
                    <a:pt x="1675" y="4269"/>
                  </a:lnTo>
                  <a:lnTo>
                    <a:pt x="1470" y="3937"/>
                  </a:lnTo>
                  <a:lnTo>
                    <a:pt x="1023" y="3783"/>
                  </a:lnTo>
                  <a:lnTo>
                    <a:pt x="806" y="3924"/>
                  </a:lnTo>
                  <a:lnTo>
                    <a:pt x="793" y="3937"/>
                  </a:lnTo>
                  <a:lnTo>
                    <a:pt x="780" y="3924"/>
                  </a:lnTo>
                  <a:lnTo>
                    <a:pt x="754" y="3911"/>
                  </a:lnTo>
                  <a:lnTo>
                    <a:pt x="754" y="3898"/>
                  </a:lnTo>
                  <a:lnTo>
                    <a:pt x="716" y="3617"/>
                  </a:lnTo>
                  <a:lnTo>
                    <a:pt x="716" y="3592"/>
                  </a:lnTo>
                  <a:lnTo>
                    <a:pt x="729" y="3579"/>
                  </a:lnTo>
                  <a:lnTo>
                    <a:pt x="908" y="3438"/>
                  </a:lnTo>
                  <a:lnTo>
                    <a:pt x="818" y="3068"/>
                  </a:lnTo>
                  <a:lnTo>
                    <a:pt x="0" y="3745"/>
                  </a:lnTo>
                  <a:lnTo>
                    <a:pt x="26" y="4231"/>
                  </a:lnTo>
                  <a:lnTo>
                    <a:pt x="230" y="4346"/>
                  </a:lnTo>
                  <a:lnTo>
                    <a:pt x="103" y="4537"/>
                  </a:lnTo>
                  <a:lnTo>
                    <a:pt x="422" y="4908"/>
                  </a:lnTo>
                  <a:lnTo>
                    <a:pt x="345" y="5125"/>
                  </a:lnTo>
                  <a:lnTo>
                    <a:pt x="51" y="5113"/>
                  </a:lnTo>
                  <a:lnTo>
                    <a:pt x="115" y="5394"/>
                  </a:lnTo>
                  <a:lnTo>
                    <a:pt x="818" y="5675"/>
                  </a:lnTo>
                  <a:lnTo>
                    <a:pt x="1381" y="6109"/>
                  </a:lnTo>
                  <a:lnTo>
                    <a:pt x="1687" y="6863"/>
                  </a:lnTo>
                  <a:lnTo>
                    <a:pt x="2032" y="7157"/>
                  </a:lnTo>
                  <a:lnTo>
                    <a:pt x="2441" y="7963"/>
                  </a:lnTo>
                  <a:lnTo>
                    <a:pt x="2978" y="9062"/>
                  </a:lnTo>
                  <a:lnTo>
                    <a:pt x="3221" y="9432"/>
                  </a:lnTo>
                  <a:lnTo>
                    <a:pt x="3132" y="9739"/>
                  </a:lnTo>
                  <a:lnTo>
                    <a:pt x="3528" y="10110"/>
                  </a:lnTo>
                  <a:lnTo>
                    <a:pt x="3630" y="10429"/>
                  </a:lnTo>
                  <a:lnTo>
                    <a:pt x="4026" y="10953"/>
                  </a:lnTo>
                  <a:lnTo>
                    <a:pt x="4461" y="11580"/>
                  </a:lnTo>
                  <a:lnTo>
                    <a:pt x="4333" y="11937"/>
                  </a:lnTo>
                  <a:lnTo>
                    <a:pt x="4397" y="12282"/>
                  </a:lnTo>
                  <a:lnTo>
                    <a:pt x="4793" y="12730"/>
                  </a:lnTo>
                  <a:lnTo>
                    <a:pt x="5087" y="12858"/>
                  </a:lnTo>
                  <a:lnTo>
                    <a:pt x="5394" y="13318"/>
                  </a:lnTo>
                  <a:lnTo>
                    <a:pt x="6263" y="13714"/>
                  </a:lnTo>
                  <a:lnTo>
                    <a:pt x="7042" y="14174"/>
                  </a:lnTo>
                  <a:lnTo>
                    <a:pt x="7324" y="14366"/>
                  </a:lnTo>
                  <a:lnTo>
                    <a:pt x="7605" y="14263"/>
                  </a:lnTo>
                  <a:lnTo>
                    <a:pt x="8231" y="14813"/>
                  </a:lnTo>
                  <a:lnTo>
                    <a:pt x="8397" y="14864"/>
                  </a:lnTo>
                  <a:lnTo>
                    <a:pt x="8410" y="15209"/>
                  </a:lnTo>
                  <a:lnTo>
                    <a:pt x="9202" y="15669"/>
                  </a:lnTo>
                  <a:lnTo>
                    <a:pt x="9215" y="15720"/>
                  </a:lnTo>
                  <a:lnTo>
                    <a:pt x="9611" y="15618"/>
                  </a:lnTo>
                  <a:lnTo>
                    <a:pt x="9611" y="15184"/>
                  </a:lnTo>
                  <a:lnTo>
                    <a:pt x="9611" y="15158"/>
                  </a:lnTo>
                  <a:lnTo>
                    <a:pt x="9624" y="15145"/>
                  </a:lnTo>
                  <a:lnTo>
                    <a:pt x="9905" y="14979"/>
                  </a:lnTo>
                  <a:lnTo>
                    <a:pt x="9829" y="14800"/>
                  </a:lnTo>
                  <a:lnTo>
                    <a:pt x="9829" y="14775"/>
                  </a:lnTo>
                  <a:lnTo>
                    <a:pt x="9841" y="14749"/>
                  </a:lnTo>
                  <a:lnTo>
                    <a:pt x="10302" y="14327"/>
                  </a:lnTo>
                  <a:lnTo>
                    <a:pt x="10225" y="13931"/>
                  </a:lnTo>
                  <a:lnTo>
                    <a:pt x="10097" y="13893"/>
                  </a:lnTo>
                  <a:lnTo>
                    <a:pt x="10059" y="13688"/>
                  </a:lnTo>
                  <a:lnTo>
                    <a:pt x="9841" y="13637"/>
                  </a:lnTo>
                  <a:lnTo>
                    <a:pt x="9624" y="13573"/>
                  </a:lnTo>
                  <a:lnTo>
                    <a:pt x="9624" y="13445"/>
                  </a:lnTo>
                  <a:lnTo>
                    <a:pt x="9752" y="13433"/>
                  </a:lnTo>
                  <a:lnTo>
                    <a:pt x="9701" y="13356"/>
                  </a:lnTo>
                  <a:lnTo>
                    <a:pt x="9688" y="13177"/>
                  </a:lnTo>
                  <a:lnTo>
                    <a:pt x="9841" y="13100"/>
                  </a:lnTo>
                  <a:lnTo>
                    <a:pt x="10033" y="13241"/>
                  </a:lnTo>
                  <a:lnTo>
                    <a:pt x="10199" y="13088"/>
                  </a:lnTo>
                  <a:lnTo>
                    <a:pt x="10199" y="12909"/>
                  </a:lnTo>
                  <a:lnTo>
                    <a:pt x="10084" y="12768"/>
                  </a:lnTo>
                  <a:lnTo>
                    <a:pt x="10072" y="12743"/>
                  </a:lnTo>
                  <a:lnTo>
                    <a:pt x="10084" y="12717"/>
                  </a:lnTo>
                  <a:lnTo>
                    <a:pt x="10506" y="12142"/>
                  </a:lnTo>
                  <a:lnTo>
                    <a:pt x="10353" y="11771"/>
                  </a:lnTo>
                  <a:lnTo>
                    <a:pt x="10340" y="11746"/>
                  </a:lnTo>
                  <a:lnTo>
                    <a:pt x="10442" y="10992"/>
                  </a:lnTo>
                  <a:lnTo>
                    <a:pt x="10455" y="10979"/>
                  </a:lnTo>
                  <a:lnTo>
                    <a:pt x="10672" y="10634"/>
                  </a:lnTo>
                  <a:lnTo>
                    <a:pt x="10020" y="9368"/>
                  </a:lnTo>
                  <a:lnTo>
                    <a:pt x="9752" y="9330"/>
                  </a:lnTo>
                  <a:lnTo>
                    <a:pt x="9369" y="9484"/>
                  </a:lnTo>
                  <a:lnTo>
                    <a:pt x="9343" y="9484"/>
                  </a:lnTo>
                  <a:lnTo>
                    <a:pt x="9049" y="9330"/>
                  </a:lnTo>
                  <a:lnTo>
                    <a:pt x="9036" y="9317"/>
                  </a:lnTo>
                  <a:lnTo>
                    <a:pt x="9023" y="9292"/>
                  </a:lnTo>
                  <a:lnTo>
                    <a:pt x="9100" y="8103"/>
                  </a:lnTo>
                  <a:lnTo>
                    <a:pt x="8576" y="8576"/>
                  </a:lnTo>
                  <a:lnTo>
                    <a:pt x="8551" y="8589"/>
                  </a:lnTo>
                  <a:lnTo>
                    <a:pt x="7784" y="8487"/>
                  </a:lnTo>
                  <a:lnTo>
                    <a:pt x="7771" y="8474"/>
                  </a:lnTo>
                  <a:lnTo>
                    <a:pt x="7758" y="8461"/>
                  </a:lnTo>
                  <a:lnTo>
                    <a:pt x="7682" y="8090"/>
                  </a:lnTo>
                  <a:lnTo>
                    <a:pt x="6940" y="8052"/>
                  </a:lnTo>
                  <a:lnTo>
                    <a:pt x="6927" y="8052"/>
                  </a:lnTo>
                  <a:lnTo>
                    <a:pt x="6915" y="8027"/>
                  </a:lnTo>
                  <a:lnTo>
                    <a:pt x="6902" y="8014"/>
                  </a:lnTo>
                  <a:lnTo>
                    <a:pt x="6915" y="7988"/>
                  </a:lnTo>
                  <a:lnTo>
                    <a:pt x="7145" y="7681"/>
                  </a:lnTo>
                  <a:lnTo>
                    <a:pt x="6442" y="6825"/>
                  </a:lnTo>
                  <a:lnTo>
                    <a:pt x="6442" y="6800"/>
                  </a:lnTo>
                  <a:lnTo>
                    <a:pt x="6467" y="6621"/>
                  </a:lnTo>
                  <a:lnTo>
                    <a:pt x="6301" y="6467"/>
                  </a:lnTo>
                  <a:lnTo>
                    <a:pt x="6288" y="6442"/>
                  </a:lnTo>
                  <a:lnTo>
                    <a:pt x="6288" y="6224"/>
                  </a:lnTo>
                  <a:lnTo>
                    <a:pt x="6301" y="6199"/>
                  </a:lnTo>
                  <a:lnTo>
                    <a:pt x="6327" y="6186"/>
                  </a:lnTo>
                  <a:lnTo>
                    <a:pt x="6518" y="6173"/>
                  </a:lnTo>
                  <a:lnTo>
                    <a:pt x="6518" y="5713"/>
                  </a:lnTo>
                  <a:lnTo>
                    <a:pt x="6531" y="5700"/>
                  </a:lnTo>
                  <a:lnTo>
                    <a:pt x="6544" y="5688"/>
                  </a:lnTo>
                  <a:lnTo>
                    <a:pt x="7042" y="5394"/>
                  </a:lnTo>
                  <a:lnTo>
                    <a:pt x="6966" y="5164"/>
                  </a:lnTo>
                  <a:lnTo>
                    <a:pt x="6966" y="5138"/>
                  </a:lnTo>
                  <a:lnTo>
                    <a:pt x="7247" y="4320"/>
                  </a:lnTo>
                  <a:lnTo>
                    <a:pt x="7260" y="4295"/>
                  </a:lnTo>
                  <a:lnTo>
                    <a:pt x="8014" y="3809"/>
                  </a:lnTo>
                  <a:lnTo>
                    <a:pt x="8027" y="3809"/>
                  </a:lnTo>
                  <a:lnTo>
                    <a:pt x="8857" y="3630"/>
                  </a:lnTo>
                  <a:lnTo>
                    <a:pt x="9317" y="3400"/>
                  </a:lnTo>
                  <a:lnTo>
                    <a:pt x="9330" y="3387"/>
                  </a:lnTo>
                  <a:lnTo>
                    <a:pt x="9356" y="3400"/>
                  </a:lnTo>
                  <a:lnTo>
                    <a:pt x="9586" y="3604"/>
                  </a:lnTo>
                  <a:lnTo>
                    <a:pt x="9726" y="3604"/>
                  </a:lnTo>
                  <a:lnTo>
                    <a:pt x="9509" y="3272"/>
                  </a:lnTo>
                  <a:lnTo>
                    <a:pt x="9266" y="3259"/>
                  </a:lnTo>
                  <a:lnTo>
                    <a:pt x="9241" y="3247"/>
                  </a:lnTo>
                  <a:lnTo>
                    <a:pt x="9228" y="3234"/>
                  </a:lnTo>
                  <a:lnTo>
                    <a:pt x="9151" y="3093"/>
                  </a:lnTo>
                  <a:lnTo>
                    <a:pt x="9139" y="3068"/>
                  </a:lnTo>
                  <a:lnTo>
                    <a:pt x="9151" y="3055"/>
                  </a:lnTo>
                  <a:lnTo>
                    <a:pt x="9726" y="2301"/>
                  </a:lnTo>
                  <a:lnTo>
                    <a:pt x="9075" y="1879"/>
                  </a:lnTo>
                  <a:lnTo>
                    <a:pt x="8832" y="2032"/>
                  </a:lnTo>
                  <a:lnTo>
                    <a:pt x="8806" y="2045"/>
                  </a:lnTo>
                  <a:lnTo>
                    <a:pt x="8793" y="2032"/>
                  </a:lnTo>
                  <a:lnTo>
                    <a:pt x="8423" y="1790"/>
                  </a:lnTo>
                  <a:lnTo>
                    <a:pt x="8116" y="2045"/>
                  </a:lnTo>
                  <a:lnTo>
                    <a:pt x="8091" y="2045"/>
                  </a:lnTo>
                  <a:lnTo>
                    <a:pt x="7707" y="2032"/>
                  </a:lnTo>
                  <a:lnTo>
                    <a:pt x="7400" y="2173"/>
                  </a:lnTo>
                  <a:lnTo>
                    <a:pt x="7388" y="2173"/>
                  </a:lnTo>
                  <a:lnTo>
                    <a:pt x="7362" y="2160"/>
                  </a:lnTo>
                  <a:lnTo>
                    <a:pt x="7081" y="1943"/>
                  </a:lnTo>
                  <a:lnTo>
                    <a:pt x="7068" y="1930"/>
                  </a:lnTo>
                  <a:lnTo>
                    <a:pt x="7068" y="1917"/>
                  </a:lnTo>
                  <a:lnTo>
                    <a:pt x="7094" y="1572"/>
                  </a:lnTo>
                  <a:lnTo>
                    <a:pt x="6838" y="1534"/>
                  </a:lnTo>
                  <a:lnTo>
                    <a:pt x="6812" y="1521"/>
                  </a:lnTo>
                  <a:lnTo>
                    <a:pt x="6800" y="1508"/>
                  </a:lnTo>
                  <a:lnTo>
                    <a:pt x="6646" y="1087"/>
                  </a:lnTo>
                  <a:lnTo>
                    <a:pt x="6084" y="780"/>
                  </a:lnTo>
                  <a:lnTo>
                    <a:pt x="6071" y="742"/>
                  </a:lnTo>
                  <a:lnTo>
                    <a:pt x="6007" y="345"/>
                  </a:lnTo>
                  <a:lnTo>
                    <a:pt x="530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158;p78">
              <a:extLst>
                <a:ext uri="{FF2B5EF4-FFF2-40B4-BE49-F238E27FC236}">
                  <a16:creationId xmlns:a16="http://schemas.microsoft.com/office/drawing/2014/main" id="{C66E3A5B-7697-40D6-055B-E709414EBF6A}"/>
                </a:ext>
              </a:extLst>
            </p:cNvPr>
            <p:cNvSpPr/>
            <p:nvPr/>
          </p:nvSpPr>
          <p:spPr>
            <a:xfrm>
              <a:off x="2260975" y="3610100"/>
              <a:ext cx="247650" cy="281825"/>
            </a:xfrm>
            <a:custGeom>
              <a:avLst/>
              <a:gdLst/>
              <a:ahLst/>
              <a:cxnLst/>
              <a:rect l="l" t="t" r="r" b="b"/>
              <a:pathLst>
                <a:path w="9906" h="11273" extrusionOk="0">
                  <a:moveTo>
                    <a:pt x="3630" y="0"/>
                  </a:moveTo>
                  <a:lnTo>
                    <a:pt x="2697" y="102"/>
                  </a:lnTo>
                  <a:lnTo>
                    <a:pt x="1739" y="754"/>
                  </a:lnTo>
                  <a:lnTo>
                    <a:pt x="1713" y="767"/>
                  </a:lnTo>
                  <a:lnTo>
                    <a:pt x="1406" y="729"/>
                  </a:lnTo>
                  <a:lnTo>
                    <a:pt x="895" y="1202"/>
                  </a:lnTo>
                  <a:lnTo>
                    <a:pt x="882" y="1214"/>
                  </a:lnTo>
                  <a:lnTo>
                    <a:pt x="857" y="1214"/>
                  </a:lnTo>
                  <a:lnTo>
                    <a:pt x="844" y="1202"/>
                  </a:lnTo>
                  <a:lnTo>
                    <a:pt x="831" y="1189"/>
                  </a:lnTo>
                  <a:lnTo>
                    <a:pt x="767" y="1061"/>
                  </a:lnTo>
                  <a:lnTo>
                    <a:pt x="218" y="984"/>
                  </a:lnTo>
                  <a:lnTo>
                    <a:pt x="844" y="2224"/>
                  </a:lnTo>
                  <a:lnTo>
                    <a:pt x="857" y="2237"/>
                  </a:lnTo>
                  <a:lnTo>
                    <a:pt x="844" y="2250"/>
                  </a:lnTo>
                  <a:lnTo>
                    <a:pt x="614" y="2620"/>
                  </a:lnTo>
                  <a:lnTo>
                    <a:pt x="512" y="3349"/>
                  </a:lnTo>
                  <a:lnTo>
                    <a:pt x="678" y="3732"/>
                  </a:lnTo>
                  <a:lnTo>
                    <a:pt x="678" y="3758"/>
                  </a:lnTo>
                  <a:lnTo>
                    <a:pt x="678" y="3770"/>
                  </a:lnTo>
                  <a:lnTo>
                    <a:pt x="256" y="4346"/>
                  </a:lnTo>
                  <a:lnTo>
                    <a:pt x="448" y="4588"/>
                  </a:lnTo>
                  <a:lnTo>
                    <a:pt x="448" y="4614"/>
                  </a:lnTo>
                  <a:lnTo>
                    <a:pt x="435" y="4640"/>
                  </a:lnTo>
                  <a:lnTo>
                    <a:pt x="358" y="4729"/>
                  </a:lnTo>
                  <a:lnTo>
                    <a:pt x="371" y="4742"/>
                  </a:lnTo>
                  <a:lnTo>
                    <a:pt x="269" y="4870"/>
                  </a:lnTo>
                  <a:lnTo>
                    <a:pt x="282" y="4933"/>
                  </a:lnTo>
                  <a:lnTo>
                    <a:pt x="345" y="4972"/>
                  </a:lnTo>
                  <a:lnTo>
                    <a:pt x="448" y="5138"/>
                  </a:lnTo>
                  <a:lnTo>
                    <a:pt x="639" y="5291"/>
                  </a:lnTo>
                  <a:lnTo>
                    <a:pt x="627" y="5445"/>
                  </a:lnTo>
                  <a:lnTo>
                    <a:pt x="703" y="5470"/>
                  </a:lnTo>
                  <a:lnTo>
                    <a:pt x="818" y="5598"/>
                  </a:lnTo>
                  <a:lnTo>
                    <a:pt x="588" y="5854"/>
                  </a:lnTo>
                  <a:lnTo>
                    <a:pt x="473" y="5918"/>
                  </a:lnTo>
                  <a:lnTo>
                    <a:pt x="473" y="5930"/>
                  </a:lnTo>
                  <a:lnTo>
                    <a:pt x="473" y="5956"/>
                  </a:lnTo>
                  <a:lnTo>
                    <a:pt x="460" y="5969"/>
                  </a:lnTo>
                  <a:lnTo>
                    <a:pt x="0" y="6390"/>
                  </a:lnTo>
                  <a:lnTo>
                    <a:pt x="90" y="6582"/>
                  </a:lnTo>
                  <a:lnTo>
                    <a:pt x="409" y="7029"/>
                  </a:lnTo>
                  <a:lnTo>
                    <a:pt x="409" y="7042"/>
                  </a:lnTo>
                  <a:lnTo>
                    <a:pt x="550" y="7937"/>
                  </a:lnTo>
                  <a:lnTo>
                    <a:pt x="921" y="8205"/>
                  </a:lnTo>
                  <a:lnTo>
                    <a:pt x="933" y="8231"/>
                  </a:lnTo>
                  <a:lnTo>
                    <a:pt x="933" y="8256"/>
                  </a:lnTo>
                  <a:lnTo>
                    <a:pt x="754" y="8486"/>
                  </a:lnTo>
                  <a:lnTo>
                    <a:pt x="895" y="8806"/>
                  </a:lnTo>
                  <a:lnTo>
                    <a:pt x="895" y="8832"/>
                  </a:lnTo>
                  <a:lnTo>
                    <a:pt x="882" y="8857"/>
                  </a:lnTo>
                  <a:lnTo>
                    <a:pt x="754" y="8895"/>
                  </a:lnTo>
                  <a:lnTo>
                    <a:pt x="716" y="9151"/>
                  </a:lnTo>
                  <a:lnTo>
                    <a:pt x="908" y="9292"/>
                  </a:lnTo>
                  <a:lnTo>
                    <a:pt x="921" y="9304"/>
                  </a:lnTo>
                  <a:lnTo>
                    <a:pt x="921" y="9330"/>
                  </a:lnTo>
                  <a:lnTo>
                    <a:pt x="882" y="9458"/>
                  </a:lnTo>
                  <a:lnTo>
                    <a:pt x="1163" y="9765"/>
                  </a:lnTo>
                  <a:lnTo>
                    <a:pt x="1176" y="9790"/>
                  </a:lnTo>
                  <a:lnTo>
                    <a:pt x="1176" y="9803"/>
                  </a:lnTo>
                  <a:lnTo>
                    <a:pt x="1112" y="10084"/>
                  </a:lnTo>
                  <a:lnTo>
                    <a:pt x="1419" y="11183"/>
                  </a:lnTo>
                  <a:lnTo>
                    <a:pt x="1905" y="11170"/>
                  </a:lnTo>
                  <a:lnTo>
                    <a:pt x="2071" y="10966"/>
                  </a:lnTo>
                  <a:lnTo>
                    <a:pt x="2084" y="10966"/>
                  </a:lnTo>
                  <a:lnTo>
                    <a:pt x="2237" y="10915"/>
                  </a:lnTo>
                  <a:lnTo>
                    <a:pt x="2237" y="10685"/>
                  </a:lnTo>
                  <a:lnTo>
                    <a:pt x="2250" y="10659"/>
                  </a:lnTo>
                  <a:lnTo>
                    <a:pt x="2275" y="10646"/>
                  </a:lnTo>
                  <a:lnTo>
                    <a:pt x="2672" y="10557"/>
                  </a:lnTo>
                  <a:lnTo>
                    <a:pt x="2723" y="10327"/>
                  </a:lnTo>
                  <a:lnTo>
                    <a:pt x="2735" y="10314"/>
                  </a:lnTo>
                  <a:lnTo>
                    <a:pt x="2748" y="10301"/>
                  </a:lnTo>
                  <a:lnTo>
                    <a:pt x="2787" y="10301"/>
                  </a:lnTo>
                  <a:lnTo>
                    <a:pt x="3132" y="10557"/>
                  </a:lnTo>
                  <a:lnTo>
                    <a:pt x="3950" y="10697"/>
                  </a:lnTo>
                  <a:lnTo>
                    <a:pt x="3962" y="10697"/>
                  </a:lnTo>
                  <a:lnTo>
                    <a:pt x="3975" y="10710"/>
                  </a:lnTo>
                  <a:lnTo>
                    <a:pt x="4244" y="11273"/>
                  </a:lnTo>
                  <a:lnTo>
                    <a:pt x="4576" y="10608"/>
                  </a:lnTo>
                  <a:lnTo>
                    <a:pt x="4589" y="10595"/>
                  </a:lnTo>
                  <a:lnTo>
                    <a:pt x="4601" y="10595"/>
                  </a:lnTo>
                  <a:lnTo>
                    <a:pt x="5304" y="10557"/>
                  </a:lnTo>
                  <a:lnTo>
                    <a:pt x="5330" y="10570"/>
                  </a:lnTo>
                  <a:lnTo>
                    <a:pt x="5573" y="10761"/>
                  </a:lnTo>
                  <a:lnTo>
                    <a:pt x="5943" y="9368"/>
                  </a:lnTo>
                  <a:lnTo>
                    <a:pt x="6378" y="8601"/>
                  </a:lnTo>
                  <a:lnTo>
                    <a:pt x="6391" y="8589"/>
                  </a:lnTo>
                  <a:lnTo>
                    <a:pt x="6403" y="8589"/>
                  </a:lnTo>
                  <a:lnTo>
                    <a:pt x="7758" y="8397"/>
                  </a:lnTo>
                  <a:lnTo>
                    <a:pt x="7771" y="8397"/>
                  </a:lnTo>
                  <a:lnTo>
                    <a:pt x="8538" y="8410"/>
                  </a:lnTo>
                  <a:lnTo>
                    <a:pt x="8551" y="8423"/>
                  </a:lnTo>
                  <a:lnTo>
                    <a:pt x="9215" y="8832"/>
                  </a:lnTo>
                  <a:lnTo>
                    <a:pt x="9228" y="8857"/>
                  </a:lnTo>
                  <a:lnTo>
                    <a:pt x="9292" y="9164"/>
                  </a:lnTo>
                  <a:lnTo>
                    <a:pt x="9509" y="9074"/>
                  </a:lnTo>
                  <a:lnTo>
                    <a:pt x="9356" y="8908"/>
                  </a:lnTo>
                  <a:lnTo>
                    <a:pt x="9343" y="8883"/>
                  </a:lnTo>
                  <a:lnTo>
                    <a:pt x="9343" y="8857"/>
                  </a:lnTo>
                  <a:lnTo>
                    <a:pt x="9701" y="8308"/>
                  </a:lnTo>
                  <a:lnTo>
                    <a:pt x="9586" y="8129"/>
                  </a:lnTo>
                  <a:lnTo>
                    <a:pt x="9586" y="8116"/>
                  </a:lnTo>
                  <a:lnTo>
                    <a:pt x="9586" y="8090"/>
                  </a:lnTo>
                  <a:lnTo>
                    <a:pt x="9905" y="7541"/>
                  </a:lnTo>
                  <a:lnTo>
                    <a:pt x="9701" y="7042"/>
                  </a:lnTo>
                  <a:lnTo>
                    <a:pt x="9458" y="7029"/>
                  </a:lnTo>
                  <a:lnTo>
                    <a:pt x="9432" y="7017"/>
                  </a:lnTo>
                  <a:lnTo>
                    <a:pt x="9215" y="6736"/>
                  </a:lnTo>
                  <a:lnTo>
                    <a:pt x="9215" y="6723"/>
                  </a:lnTo>
                  <a:lnTo>
                    <a:pt x="9126" y="6314"/>
                  </a:lnTo>
                  <a:lnTo>
                    <a:pt x="9139" y="6288"/>
                  </a:lnTo>
                  <a:lnTo>
                    <a:pt x="9317" y="6033"/>
                  </a:lnTo>
                  <a:lnTo>
                    <a:pt x="9305" y="5892"/>
                  </a:lnTo>
                  <a:lnTo>
                    <a:pt x="7835" y="5803"/>
                  </a:lnTo>
                  <a:lnTo>
                    <a:pt x="7809" y="5790"/>
                  </a:lnTo>
                  <a:lnTo>
                    <a:pt x="7797" y="5764"/>
                  </a:lnTo>
                  <a:lnTo>
                    <a:pt x="7835" y="5164"/>
                  </a:lnTo>
                  <a:lnTo>
                    <a:pt x="7503" y="4755"/>
                  </a:lnTo>
                  <a:lnTo>
                    <a:pt x="7490" y="4729"/>
                  </a:lnTo>
                  <a:lnTo>
                    <a:pt x="7503" y="4716"/>
                  </a:lnTo>
                  <a:lnTo>
                    <a:pt x="7515" y="4691"/>
                  </a:lnTo>
                  <a:lnTo>
                    <a:pt x="7541" y="4691"/>
                  </a:lnTo>
                  <a:lnTo>
                    <a:pt x="7797" y="4703"/>
                  </a:lnTo>
                  <a:lnTo>
                    <a:pt x="7784" y="4346"/>
                  </a:lnTo>
                  <a:lnTo>
                    <a:pt x="7618" y="3949"/>
                  </a:lnTo>
                  <a:lnTo>
                    <a:pt x="7618" y="3937"/>
                  </a:lnTo>
                  <a:lnTo>
                    <a:pt x="7669" y="3694"/>
                  </a:lnTo>
                  <a:lnTo>
                    <a:pt x="7196" y="3425"/>
                  </a:lnTo>
                  <a:lnTo>
                    <a:pt x="6455" y="3413"/>
                  </a:lnTo>
                  <a:lnTo>
                    <a:pt x="6442" y="3400"/>
                  </a:lnTo>
                  <a:lnTo>
                    <a:pt x="6429" y="3387"/>
                  </a:lnTo>
                  <a:lnTo>
                    <a:pt x="6288" y="3016"/>
                  </a:lnTo>
                  <a:lnTo>
                    <a:pt x="5752" y="2927"/>
                  </a:lnTo>
                  <a:lnTo>
                    <a:pt x="5726" y="2914"/>
                  </a:lnTo>
                  <a:lnTo>
                    <a:pt x="5509" y="2543"/>
                  </a:lnTo>
                  <a:lnTo>
                    <a:pt x="4985" y="2339"/>
                  </a:lnTo>
                  <a:lnTo>
                    <a:pt x="4883" y="2441"/>
                  </a:lnTo>
                  <a:lnTo>
                    <a:pt x="4870" y="2454"/>
                  </a:lnTo>
                  <a:lnTo>
                    <a:pt x="4857" y="2454"/>
                  </a:lnTo>
                  <a:lnTo>
                    <a:pt x="4435" y="2416"/>
                  </a:lnTo>
                  <a:lnTo>
                    <a:pt x="4410" y="2403"/>
                  </a:lnTo>
                  <a:lnTo>
                    <a:pt x="4397" y="2390"/>
                  </a:lnTo>
                  <a:lnTo>
                    <a:pt x="4295" y="2173"/>
                  </a:lnTo>
                  <a:lnTo>
                    <a:pt x="3950" y="1994"/>
                  </a:lnTo>
                  <a:lnTo>
                    <a:pt x="3937" y="1981"/>
                  </a:lnTo>
                  <a:lnTo>
                    <a:pt x="3566" y="1317"/>
                  </a:lnTo>
                  <a:lnTo>
                    <a:pt x="3553" y="1291"/>
                  </a:lnTo>
                  <a:lnTo>
                    <a:pt x="3566" y="1278"/>
                  </a:lnTo>
                  <a:lnTo>
                    <a:pt x="3707" y="1035"/>
                  </a:lnTo>
                  <a:lnTo>
                    <a:pt x="3528" y="614"/>
                  </a:lnTo>
                  <a:lnTo>
                    <a:pt x="3528" y="601"/>
                  </a:lnTo>
                  <a:lnTo>
                    <a:pt x="3528" y="575"/>
                  </a:lnTo>
                  <a:lnTo>
                    <a:pt x="3720" y="384"/>
                  </a:lnTo>
                  <a:lnTo>
                    <a:pt x="363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1" name="Google Shape;1159;p78">
              <a:extLst>
                <a:ext uri="{FF2B5EF4-FFF2-40B4-BE49-F238E27FC236}">
                  <a16:creationId xmlns:a16="http://schemas.microsoft.com/office/drawing/2014/main" id="{B9690380-1CC7-ADA0-A43F-8F854BE61BF7}"/>
                </a:ext>
              </a:extLst>
            </p:cNvPr>
            <p:cNvSpPr/>
            <p:nvPr/>
          </p:nvSpPr>
          <p:spPr>
            <a:xfrm>
              <a:off x="1995450" y="3206550"/>
              <a:ext cx="115700" cy="53700"/>
            </a:xfrm>
            <a:custGeom>
              <a:avLst/>
              <a:gdLst/>
              <a:ahLst/>
              <a:cxnLst/>
              <a:rect l="l" t="t" r="r" b="b"/>
              <a:pathLst>
                <a:path w="4628" h="2148" extrusionOk="0">
                  <a:moveTo>
                    <a:pt x="3004" y="0"/>
                  </a:moveTo>
                  <a:lnTo>
                    <a:pt x="2391" y="409"/>
                  </a:lnTo>
                  <a:lnTo>
                    <a:pt x="1445" y="857"/>
                  </a:lnTo>
                  <a:lnTo>
                    <a:pt x="959" y="550"/>
                  </a:lnTo>
                  <a:lnTo>
                    <a:pt x="716" y="780"/>
                  </a:lnTo>
                  <a:lnTo>
                    <a:pt x="448" y="371"/>
                  </a:lnTo>
                  <a:lnTo>
                    <a:pt x="218" y="205"/>
                  </a:lnTo>
                  <a:lnTo>
                    <a:pt x="39" y="333"/>
                  </a:lnTo>
                  <a:lnTo>
                    <a:pt x="65" y="690"/>
                  </a:lnTo>
                  <a:lnTo>
                    <a:pt x="218" y="793"/>
                  </a:lnTo>
                  <a:lnTo>
                    <a:pt x="231" y="805"/>
                  </a:lnTo>
                  <a:lnTo>
                    <a:pt x="231" y="831"/>
                  </a:lnTo>
                  <a:lnTo>
                    <a:pt x="103" y="1253"/>
                  </a:lnTo>
                  <a:lnTo>
                    <a:pt x="90" y="1266"/>
                  </a:lnTo>
                  <a:lnTo>
                    <a:pt x="1" y="1355"/>
                  </a:lnTo>
                  <a:lnTo>
                    <a:pt x="65" y="1432"/>
                  </a:lnTo>
                  <a:lnTo>
                    <a:pt x="793" y="1355"/>
                  </a:lnTo>
                  <a:lnTo>
                    <a:pt x="1164" y="1764"/>
                  </a:lnTo>
                  <a:lnTo>
                    <a:pt x="1483" y="1764"/>
                  </a:lnTo>
                  <a:lnTo>
                    <a:pt x="1483" y="1572"/>
                  </a:lnTo>
                  <a:lnTo>
                    <a:pt x="1585" y="1560"/>
                  </a:lnTo>
                  <a:lnTo>
                    <a:pt x="1803" y="2147"/>
                  </a:lnTo>
                  <a:lnTo>
                    <a:pt x="2442" y="1802"/>
                  </a:lnTo>
                  <a:lnTo>
                    <a:pt x="2109" y="1291"/>
                  </a:lnTo>
                  <a:lnTo>
                    <a:pt x="2736" y="908"/>
                  </a:lnTo>
                  <a:lnTo>
                    <a:pt x="2825" y="601"/>
                  </a:lnTo>
                  <a:lnTo>
                    <a:pt x="3375" y="524"/>
                  </a:lnTo>
                  <a:lnTo>
                    <a:pt x="3924" y="1304"/>
                  </a:lnTo>
                  <a:lnTo>
                    <a:pt x="4142" y="1074"/>
                  </a:lnTo>
                  <a:lnTo>
                    <a:pt x="4346" y="1151"/>
                  </a:lnTo>
                  <a:lnTo>
                    <a:pt x="4627" y="857"/>
                  </a:lnTo>
                  <a:lnTo>
                    <a:pt x="4423" y="473"/>
                  </a:lnTo>
                  <a:lnTo>
                    <a:pt x="4499" y="371"/>
                  </a:lnTo>
                  <a:lnTo>
                    <a:pt x="4065" y="218"/>
                  </a:lnTo>
                  <a:lnTo>
                    <a:pt x="3515" y="115"/>
                  </a:lnTo>
                  <a:lnTo>
                    <a:pt x="300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2" name="Google Shape;1160;p78">
              <a:extLst>
                <a:ext uri="{FF2B5EF4-FFF2-40B4-BE49-F238E27FC236}">
                  <a16:creationId xmlns:a16="http://schemas.microsoft.com/office/drawing/2014/main" id="{8019B8B7-25DB-0704-BF94-C647388FF851}"/>
                </a:ext>
              </a:extLst>
            </p:cNvPr>
            <p:cNvSpPr/>
            <p:nvPr/>
          </p:nvSpPr>
          <p:spPr>
            <a:xfrm>
              <a:off x="2270875" y="3748125"/>
              <a:ext cx="4825" cy="9275"/>
            </a:xfrm>
            <a:custGeom>
              <a:avLst/>
              <a:gdLst/>
              <a:ahLst/>
              <a:cxnLst/>
              <a:rect l="l" t="t" r="r" b="b"/>
              <a:pathLst>
                <a:path w="193" h="371" extrusionOk="0">
                  <a:moveTo>
                    <a:pt x="64" y="0"/>
                  </a:moveTo>
                  <a:lnTo>
                    <a:pt x="1" y="13"/>
                  </a:lnTo>
                  <a:lnTo>
                    <a:pt x="77" y="371"/>
                  </a:lnTo>
                  <a:lnTo>
                    <a:pt x="141" y="230"/>
                  </a:lnTo>
                  <a:lnTo>
                    <a:pt x="192" y="77"/>
                  </a:lnTo>
                  <a:lnTo>
                    <a:pt x="6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161;p78">
              <a:extLst>
                <a:ext uri="{FF2B5EF4-FFF2-40B4-BE49-F238E27FC236}">
                  <a16:creationId xmlns:a16="http://schemas.microsoft.com/office/drawing/2014/main" id="{3796DA7C-8F89-3B43-BC26-3591E4E809F8}"/>
                </a:ext>
              </a:extLst>
            </p:cNvPr>
            <p:cNvSpPr/>
            <p:nvPr/>
          </p:nvSpPr>
          <p:spPr>
            <a:xfrm>
              <a:off x="2184300" y="3776250"/>
              <a:ext cx="136775" cy="811575"/>
            </a:xfrm>
            <a:custGeom>
              <a:avLst/>
              <a:gdLst/>
              <a:ahLst/>
              <a:cxnLst/>
              <a:rect l="l" t="t" r="r" b="b"/>
              <a:pathLst>
                <a:path w="5471" h="32463" extrusionOk="0">
                  <a:moveTo>
                    <a:pt x="3106" y="0"/>
                  </a:moveTo>
                  <a:lnTo>
                    <a:pt x="2850" y="153"/>
                  </a:lnTo>
                  <a:lnTo>
                    <a:pt x="2850" y="614"/>
                  </a:lnTo>
                  <a:lnTo>
                    <a:pt x="2837" y="626"/>
                  </a:lnTo>
                  <a:lnTo>
                    <a:pt x="2825" y="639"/>
                  </a:lnTo>
                  <a:lnTo>
                    <a:pt x="2403" y="754"/>
                  </a:lnTo>
                  <a:lnTo>
                    <a:pt x="2658" y="1968"/>
                  </a:lnTo>
                  <a:lnTo>
                    <a:pt x="2607" y="2505"/>
                  </a:lnTo>
                  <a:lnTo>
                    <a:pt x="2748" y="3067"/>
                  </a:lnTo>
                  <a:lnTo>
                    <a:pt x="2479" y="4652"/>
                  </a:lnTo>
                  <a:lnTo>
                    <a:pt x="2224" y="4831"/>
                  </a:lnTo>
                  <a:lnTo>
                    <a:pt x="2249" y="5163"/>
                  </a:lnTo>
                  <a:lnTo>
                    <a:pt x="2416" y="5266"/>
                  </a:lnTo>
                  <a:lnTo>
                    <a:pt x="2352" y="6199"/>
                  </a:lnTo>
                  <a:lnTo>
                    <a:pt x="2428" y="6608"/>
                  </a:lnTo>
                  <a:lnTo>
                    <a:pt x="2224" y="7042"/>
                  </a:lnTo>
                  <a:lnTo>
                    <a:pt x="2288" y="7413"/>
                  </a:lnTo>
                  <a:lnTo>
                    <a:pt x="2032" y="8371"/>
                  </a:lnTo>
                  <a:lnTo>
                    <a:pt x="2134" y="8691"/>
                  </a:lnTo>
                  <a:lnTo>
                    <a:pt x="1892" y="8883"/>
                  </a:lnTo>
                  <a:lnTo>
                    <a:pt x="1738" y="9854"/>
                  </a:lnTo>
                  <a:lnTo>
                    <a:pt x="1623" y="10097"/>
                  </a:lnTo>
                  <a:lnTo>
                    <a:pt x="1955" y="10442"/>
                  </a:lnTo>
                  <a:lnTo>
                    <a:pt x="1610" y="11311"/>
                  </a:lnTo>
                  <a:lnTo>
                    <a:pt x="1866" y="12921"/>
                  </a:lnTo>
                  <a:lnTo>
                    <a:pt x="1700" y="13420"/>
                  </a:lnTo>
                  <a:lnTo>
                    <a:pt x="1777" y="13905"/>
                  </a:lnTo>
                  <a:lnTo>
                    <a:pt x="1035" y="16513"/>
                  </a:lnTo>
                  <a:lnTo>
                    <a:pt x="959" y="17152"/>
                  </a:lnTo>
                  <a:lnTo>
                    <a:pt x="524" y="17062"/>
                  </a:lnTo>
                  <a:lnTo>
                    <a:pt x="524" y="17062"/>
                  </a:lnTo>
                  <a:lnTo>
                    <a:pt x="537" y="17446"/>
                  </a:lnTo>
                  <a:lnTo>
                    <a:pt x="741" y="17765"/>
                  </a:lnTo>
                  <a:lnTo>
                    <a:pt x="677" y="18263"/>
                  </a:lnTo>
                  <a:lnTo>
                    <a:pt x="895" y="18890"/>
                  </a:lnTo>
                  <a:lnTo>
                    <a:pt x="805" y="19273"/>
                  </a:lnTo>
                  <a:lnTo>
                    <a:pt x="601" y="19452"/>
                  </a:lnTo>
                  <a:lnTo>
                    <a:pt x="652" y="20705"/>
                  </a:lnTo>
                  <a:lnTo>
                    <a:pt x="818" y="20858"/>
                  </a:lnTo>
                  <a:lnTo>
                    <a:pt x="729" y="21050"/>
                  </a:lnTo>
                  <a:lnTo>
                    <a:pt x="601" y="21050"/>
                  </a:lnTo>
                  <a:lnTo>
                    <a:pt x="422" y="22366"/>
                  </a:lnTo>
                  <a:lnTo>
                    <a:pt x="844" y="22353"/>
                  </a:lnTo>
                  <a:lnTo>
                    <a:pt x="1022" y="21944"/>
                  </a:lnTo>
                  <a:lnTo>
                    <a:pt x="856" y="21638"/>
                  </a:lnTo>
                  <a:lnTo>
                    <a:pt x="1022" y="21369"/>
                  </a:lnTo>
                  <a:lnTo>
                    <a:pt x="907" y="21088"/>
                  </a:lnTo>
                  <a:lnTo>
                    <a:pt x="1150" y="20947"/>
                  </a:lnTo>
                  <a:lnTo>
                    <a:pt x="1227" y="20756"/>
                  </a:lnTo>
                  <a:lnTo>
                    <a:pt x="1419" y="20807"/>
                  </a:lnTo>
                  <a:lnTo>
                    <a:pt x="1342" y="21050"/>
                  </a:lnTo>
                  <a:lnTo>
                    <a:pt x="1559" y="21152"/>
                  </a:lnTo>
                  <a:lnTo>
                    <a:pt x="1406" y="21471"/>
                  </a:lnTo>
                  <a:lnTo>
                    <a:pt x="1495" y="21957"/>
                  </a:lnTo>
                  <a:lnTo>
                    <a:pt x="1227" y="22404"/>
                  </a:lnTo>
                  <a:lnTo>
                    <a:pt x="1393" y="22583"/>
                  </a:lnTo>
                  <a:lnTo>
                    <a:pt x="1444" y="22775"/>
                  </a:lnTo>
                  <a:lnTo>
                    <a:pt x="1265" y="22826"/>
                  </a:lnTo>
                  <a:lnTo>
                    <a:pt x="1278" y="23005"/>
                  </a:lnTo>
                  <a:lnTo>
                    <a:pt x="1495" y="23146"/>
                  </a:lnTo>
                  <a:lnTo>
                    <a:pt x="1240" y="23337"/>
                  </a:lnTo>
                  <a:lnTo>
                    <a:pt x="1329" y="23708"/>
                  </a:lnTo>
                  <a:lnTo>
                    <a:pt x="1291" y="24155"/>
                  </a:lnTo>
                  <a:lnTo>
                    <a:pt x="1125" y="24206"/>
                  </a:lnTo>
                  <a:lnTo>
                    <a:pt x="1201" y="24373"/>
                  </a:lnTo>
                  <a:lnTo>
                    <a:pt x="1176" y="24679"/>
                  </a:lnTo>
                  <a:lnTo>
                    <a:pt x="984" y="24807"/>
                  </a:lnTo>
                  <a:lnTo>
                    <a:pt x="882" y="24488"/>
                  </a:lnTo>
                  <a:lnTo>
                    <a:pt x="703" y="24462"/>
                  </a:lnTo>
                  <a:lnTo>
                    <a:pt x="677" y="24181"/>
                  </a:lnTo>
                  <a:lnTo>
                    <a:pt x="588" y="24232"/>
                  </a:lnTo>
                  <a:lnTo>
                    <a:pt x="524" y="24526"/>
                  </a:lnTo>
                  <a:lnTo>
                    <a:pt x="294" y="24488"/>
                  </a:lnTo>
                  <a:lnTo>
                    <a:pt x="268" y="24628"/>
                  </a:lnTo>
                  <a:lnTo>
                    <a:pt x="447" y="24679"/>
                  </a:lnTo>
                  <a:lnTo>
                    <a:pt x="0" y="25101"/>
                  </a:lnTo>
                  <a:lnTo>
                    <a:pt x="26" y="25395"/>
                  </a:lnTo>
                  <a:lnTo>
                    <a:pt x="230" y="25382"/>
                  </a:lnTo>
                  <a:lnTo>
                    <a:pt x="179" y="25165"/>
                  </a:lnTo>
                  <a:lnTo>
                    <a:pt x="345" y="25114"/>
                  </a:lnTo>
                  <a:lnTo>
                    <a:pt x="613" y="25408"/>
                  </a:lnTo>
                  <a:lnTo>
                    <a:pt x="767" y="25191"/>
                  </a:lnTo>
                  <a:lnTo>
                    <a:pt x="1035" y="25472"/>
                  </a:lnTo>
                  <a:lnTo>
                    <a:pt x="729" y="25817"/>
                  </a:lnTo>
                  <a:lnTo>
                    <a:pt x="767" y="25957"/>
                  </a:lnTo>
                  <a:lnTo>
                    <a:pt x="665" y="26072"/>
                  </a:lnTo>
                  <a:lnTo>
                    <a:pt x="741" y="26162"/>
                  </a:lnTo>
                  <a:lnTo>
                    <a:pt x="933" y="26124"/>
                  </a:lnTo>
                  <a:lnTo>
                    <a:pt x="933" y="26124"/>
                  </a:lnTo>
                  <a:lnTo>
                    <a:pt x="780" y="26341"/>
                  </a:lnTo>
                  <a:lnTo>
                    <a:pt x="1061" y="26942"/>
                  </a:lnTo>
                  <a:lnTo>
                    <a:pt x="869" y="27005"/>
                  </a:lnTo>
                  <a:lnTo>
                    <a:pt x="665" y="26494"/>
                  </a:lnTo>
                  <a:lnTo>
                    <a:pt x="486" y="26430"/>
                  </a:lnTo>
                  <a:lnTo>
                    <a:pt x="588" y="26226"/>
                  </a:lnTo>
                  <a:lnTo>
                    <a:pt x="409" y="26098"/>
                  </a:lnTo>
                  <a:lnTo>
                    <a:pt x="345" y="26354"/>
                  </a:lnTo>
                  <a:lnTo>
                    <a:pt x="230" y="26379"/>
                  </a:lnTo>
                  <a:lnTo>
                    <a:pt x="230" y="26609"/>
                  </a:lnTo>
                  <a:lnTo>
                    <a:pt x="371" y="26648"/>
                  </a:lnTo>
                  <a:lnTo>
                    <a:pt x="217" y="26826"/>
                  </a:lnTo>
                  <a:lnTo>
                    <a:pt x="320" y="27031"/>
                  </a:lnTo>
                  <a:lnTo>
                    <a:pt x="307" y="27223"/>
                  </a:lnTo>
                  <a:lnTo>
                    <a:pt x="332" y="27402"/>
                  </a:lnTo>
                  <a:lnTo>
                    <a:pt x="550" y="27338"/>
                  </a:lnTo>
                  <a:lnTo>
                    <a:pt x="575" y="27478"/>
                  </a:lnTo>
                  <a:lnTo>
                    <a:pt x="422" y="27504"/>
                  </a:lnTo>
                  <a:lnTo>
                    <a:pt x="422" y="27823"/>
                  </a:lnTo>
                  <a:lnTo>
                    <a:pt x="907" y="27990"/>
                  </a:lnTo>
                  <a:lnTo>
                    <a:pt x="1086" y="27440"/>
                  </a:lnTo>
                  <a:lnTo>
                    <a:pt x="1189" y="27504"/>
                  </a:lnTo>
                  <a:lnTo>
                    <a:pt x="1086" y="28143"/>
                  </a:lnTo>
                  <a:lnTo>
                    <a:pt x="1291" y="28411"/>
                  </a:lnTo>
                  <a:lnTo>
                    <a:pt x="1061" y="28373"/>
                  </a:lnTo>
                  <a:lnTo>
                    <a:pt x="946" y="28462"/>
                  </a:lnTo>
                  <a:lnTo>
                    <a:pt x="1074" y="28603"/>
                  </a:lnTo>
                  <a:lnTo>
                    <a:pt x="882" y="28667"/>
                  </a:lnTo>
                  <a:lnTo>
                    <a:pt x="1010" y="28910"/>
                  </a:lnTo>
                  <a:lnTo>
                    <a:pt x="1278" y="28986"/>
                  </a:lnTo>
                  <a:lnTo>
                    <a:pt x="1316" y="28731"/>
                  </a:lnTo>
                  <a:lnTo>
                    <a:pt x="1483" y="29025"/>
                  </a:lnTo>
                  <a:lnTo>
                    <a:pt x="1368" y="29204"/>
                  </a:lnTo>
                  <a:lnTo>
                    <a:pt x="1610" y="29293"/>
                  </a:lnTo>
                  <a:lnTo>
                    <a:pt x="1738" y="29510"/>
                  </a:lnTo>
                  <a:lnTo>
                    <a:pt x="1700" y="29753"/>
                  </a:lnTo>
                  <a:lnTo>
                    <a:pt x="1955" y="29574"/>
                  </a:lnTo>
                  <a:lnTo>
                    <a:pt x="2019" y="29408"/>
                  </a:lnTo>
                  <a:lnTo>
                    <a:pt x="2390" y="29395"/>
                  </a:lnTo>
                  <a:lnTo>
                    <a:pt x="2364" y="29523"/>
                  </a:lnTo>
                  <a:lnTo>
                    <a:pt x="1725" y="29907"/>
                  </a:lnTo>
                  <a:lnTo>
                    <a:pt x="1802" y="30162"/>
                  </a:lnTo>
                  <a:lnTo>
                    <a:pt x="1994" y="30162"/>
                  </a:lnTo>
                  <a:lnTo>
                    <a:pt x="1802" y="30354"/>
                  </a:lnTo>
                  <a:lnTo>
                    <a:pt x="2007" y="30431"/>
                  </a:lnTo>
                  <a:lnTo>
                    <a:pt x="2083" y="30546"/>
                  </a:lnTo>
                  <a:lnTo>
                    <a:pt x="2352" y="30495"/>
                  </a:lnTo>
                  <a:lnTo>
                    <a:pt x="2352" y="30699"/>
                  </a:lnTo>
                  <a:lnTo>
                    <a:pt x="1866" y="30584"/>
                  </a:lnTo>
                  <a:lnTo>
                    <a:pt x="1623" y="30456"/>
                  </a:lnTo>
                  <a:lnTo>
                    <a:pt x="1444" y="30379"/>
                  </a:lnTo>
                  <a:lnTo>
                    <a:pt x="1316" y="30264"/>
                  </a:lnTo>
                  <a:lnTo>
                    <a:pt x="1253" y="30354"/>
                  </a:lnTo>
                  <a:lnTo>
                    <a:pt x="1483" y="30546"/>
                  </a:lnTo>
                  <a:lnTo>
                    <a:pt x="1789" y="30635"/>
                  </a:lnTo>
                  <a:lnTo>
                    <a:pt x="1777" y="30865"/>
                  </a:lnTo>
                  <a:lnTo>
                    <a:pt x="1981" y="31057"/>
                  </a:lnTo>
                  <a:lnTo>
                    <a:pt x="2083" y="31210"/>
                  </a:lnTo>
                  <a:lnTo>
                    <a:pt x="2096" y="31402"/>
                  </a:lnTo>
                  <a:lnTo>
                    <a:pt x="2211" y="31415"/>
                  </a:lnTo>
                  <a:lnTo>
                    <a:pt x="2275" y="31236"/>
                  </a:lnTo>
                  <a:lnTo>
                    <a:pt x="2428" y="31351"/>
                  </a:lnTo>
                  <a:lnTo>
                    <a:pt x="2646" y="31325"/>
                  </a:lnTo>
                  <a:lnTo>
                    <a:pt x="2646" y="31325"/>
                  </a:lnTo>
                  <a:lnTo>
                    <a:pt x="2620" y="31581"/>
                  </a:lnTo>
                  <a:lnTo>
                    <a:pt x="2812" y="31402"/>
                  </a:lnTo>
                  <a:lnTo>
                    <a:pt x="3042" y="31312"/>
                  </a:lnTo>
                  <a:lnTo>
                    <a:pt x="3170" y="31427"/>
                  </a:lnTo>
                  <a:lnTo>
                    <a:pt x="3157" y="31594"/>
                  </a:lnTo>
                  <a:lnTo>
                    <a:pt x="2850" y="31709"/>
                  </a:lnTo>
                  <a:lnTo>
                    <a:pt x="2978" y="31849"/>
                  </a:lnTo>
                  <a:lnTo>
                    <a:pt x="3285" y="31811"/>
                  </a:lnTo>
                  <a:lnTo>
                    <a:pt x="3527" y="31888"/>
                  </a:lnTo>
                  <a:lnTo>
                    <a:pt x="3540" y="31939"/>
                  </a:lnTo>
                  <a:lnTo>
                    <a:pt x="3387" y="31888"/>
                  </a:lnTo>
                  <a:lnTo>
                    <a:pt x="3246" y="31926"/>
                  </a:lnTo>
                  <a:lnTo>
                    <a:pt x="3259" y="31990"/>
                  </a:lnTo>
                  <a:lnTo>
                    <a:pt x="3451" y="31990"/>
                  </a:lnTo>
                  <a:lnTo>
                    <a:pt x="3694" y="32169"/>
                  </a:lnTo>
                  <a:lnTo>
                    <a:pt x="3911" y="32130"/>
                  </a:lnTo>
                  <a:lnTo>
                    <a:pt x="3834" y="32015"/>
                  </a:lnTo>
                  <a:lnTo>
                    <a:pt x="3681" y="31990"/>
                  </a:lnTo>
                  <a:lnTo>
                    <a:pt x="3642" y="31977"/>
                  </a:lnTo>
                  <a:lnTo>
                    <a:pt x="3745" y="31913"/>
                  </a:lnTo>
                  <a:lnTo>
                    <a:pt x="4064" y="31875"/>
                  </a:lnTo>
                  <a:lnTo>
                    <a:pt x="4064" y="31875"/>
                  </a:lnTo>
                  <a:lnTo>
                    <a:pt x="3949" y="32015"/>
                  </a:lnTo>
                  <a:lnTo>
                    <a:pt x="4026" y="32309"/>
                  </a:lnTo>
                  <a:lnTo>
                    <a:pt x="4345" y="32463"/>
                  </a:lnTo>
                  <a:lnTo>
                    <a:pt x="4320" y="32233"/>
                  </a:lnTo>
                  <a:lnTo>
                    <a:pt x="4627" y="32463"/>
                  </a:lnTo>
                  <a:lnTo>
                    <a:pt x="4895" y="32463"/>
                  </a:lnTo>
                  <a:lnTo>
                    <a:pt x="4857" y="32322"/>
                  </a:lnTo>
                  <a:lnTo>
                    <a:pt x="4703" y="32143"/>
                  </a:lnTo>
                  <a:lnTo>
                    <a:pt x="4869" y="32067"/>
                  </a:lnTo>
                  <a:lnTo>
                    <a:pt x="5010" y="32233"/>
                  </a:lnTo>
                  <a:lnTo>
                    <a:pt x="5432" y="32245"/>
                  </a:lnTo>
                  <a:lnTo>
                    <a:pt x="5470" y="32118"/>
                  </a:lnTo>
                  <a:lnTo>
                    <a:pt x="5432" y="32015"/>
                  </a:lnTo>
                  <a:lnTo>
                    <a:pt x="4601" y="31951"/>
                  </a:lnTo>
                  <a:lnTo>
                    <a:pt x="4575" y="31939"/>
                  </a:lnTo>
                  <a:lnTo>
                    <a:pt x="4563" y="31913"/>
                  </a:lnTo>
                  <a:lnTo>
                    <a:pt x="4460" y="30034"/>
                  </a:lnTo>
                  <a:lnTo>
                    <a:pt x="4230" y="30111"/>
                  </a:lnTo>
                  <a:lnTo>
                    <a:pt x="4064" y="29958"/>
                  </a:lnTo>
                  <a:lnTo>
                    <a:pt x="4013" y="29843"/>
                  </a:lnTo>
                  <a:lnTo>
                    <a:pt x="4154" y="29766"/>
                  </a:lnTo>
                  <a:lnTo>
                    <a:pt x="4026" y="29638"/>
                  </a:lnTo>
                  <a:lnTo>
                    <a:pt x="3962" y="29574"/>
                  </a:lnTo>
                  <a:lnTo>
                    <a:pt x="3821" y="29562"/>
                  </a:lnTo>
                  <a:lnTo>
                    <a:pt x="3796" y="29536"/>
                  </a:lnTo>
                  <a:lnTo>
                    <a:pt x="2671" y="29562"/>
                  </a:lnTo>
                  <a:lnTo>
                    <a:pt x="2646" y="29562"/>
                  </a:lnTo>
                  <a:lnTo>
                    <a:pt x="2301" y="29229"/>
                  </a:lnTo>
                  <a:lnTo>
                    <a:pt x="2288" y="29216"/>
                  </a:lnTo>
                  <a:lnTo>
                    <a:pt x="2288" y="29191"/>
                  </a:lnTo>
                  <a:lnTo>
                    <a:pt x="2364" y="28731"/>
                  </a:lnTo>
                  <a:lnTo>
                    <a:pt x="2288" y="28424"/>
                  </a:lnTo>
                  <a:lnTo>
                    <a:pt x="1892" y="28629"/>
                  </a:lnTo>
                  <a:lnTo>
                    <a:pt x="1866" y="28629"/>
                  </a:lnTo>
                  <a:lnTo>
                    <a:pt x="1840" y="28616"/>
                  </a:lnTo>
                  <a:lnTo>
                    <a:pt x="1521" y="28015"/>
                  </a:lnTo>
                  <a:lnTo>
                    <a:pt x="1521" y="27990"/>
                  </a:lnTo>
                  <a:lnTo>
                    <a:pt x="1559" y="27785"/>
                  </a:lnTo>
                  <a:lnTo>
                    <a:pt x="1508" y="27414"/>
                  </a:lnTo>
                  <a:lnTo>
                    <a:pt x="1508" y="27389"/>
                  </a:lnTo>
                  <a:lnTo>
                    <a:pt x="1521" y="27376"/>
                  </a:lnTo>
                  <a:lnTo>
                    <a:pt x="2032" y="26942"/>
                  </a:lnTo>
                  <a:lnTo>
                    <a:pt x="1981" y="26660"/>
                  </a:lnTo>
                  <a:lnTo>
                    <a:pt x="1994" y="26635"/>
                  </a:lnTo>
                  <a:lnTo>
                    <a:pt x="2147" y="26430"/>
                  </a:lnTo>
                  <a:lnTo>
                    <a:pt x="1968" y="26175"/>
                  </a:lnTo>
                  <a:lnTo>
                    <a:pt x="1968" y="26162"/>
                  </a:lnTo>
                  <a:lnTo>
                    <a:pt x="1968" y="26149"/>
                  </a:lnTo>
                  <a:lnTo>
                    <a:pt x="2070" y="25766"/>
                  </a:lnTo>
                  <a:lnTo>
                    <a:pt x="2083" y="25753"/>
                  </a:lnTo>
                  <a:lnTo>
                    <a:pt x="2262" y="25548"/>
                  </a:lnTo>
                  <a:lnTo>
                    <a:pt x="2249" y="25229"/>
                  </a:lnTo>
                  <a:lnTo>
                    <a:pt x="2262" y="25203"/>
                  </a:lnTo>
                  <a:lnTo>
                    <a:pt x="2275" y="25191"/>
                  </a:lnTo>
                  <a:lnTo>
                    <a:pt x="2377" y="25165"/>
                  </a:lnTo>
                  <a:lnTo>
                    <a:pt x="2301" y="24654"/>
                  </a:lnTo>
                  <a:lnTo>
                    <a:pt x="2313" y="24628"/>
                  </a:lnTo>
                  <a:lnTo>
                    <a:pt x="2416" y="24449"/>
                  </a:lnTo>
                  <a:lnTo>
                    <a:pt x="2275" y="24232"/>
                  </a:lnTo>
                  <a:lnTo>
                    <a:pt x="2262" y="24206"/>
                  </a:lnTo>
                  <a:lnTo>
                    <a:pt x="2275" y="24181"/>
                  </a:lnTo>
                  <a:lnTo>
                    <a:pt x="2531" y="23938"/>
                  </a:lnTo>
                  <a:lnTo>
                    <a:pt x="2377" y="23708"/>
                  </a:lnTo>
                  <a:lnTo>
                    <a:pt x="2058" y="23670"/>
                  </a:lnTo>
                  <a:lnTo>
                    <a:pt x="2032" y="23657"/>
                  </a:lnTo>
                  <a:lnTo>
                    <a:pt x="2019" y="23644"/>
                  </a:lnTo>
                  <a:lnTo>
                    <a:pt x="1968" y="23478"/>
                  </a:lnTo>
                  <a:lnTo>
                    <a:pt x="1968" y="23452"/>
                  </a:lnTo>
                  <a:lnTo>
                    <a:pt x="1981" y="23440"/>
                  </a:lnTo>
                  <a:lnTo>
                    <a:pt x="1994" y="23427"/>
                  </a:lnTo>
                  <a:lnTo>
                    <a:pt x="2007" y="23427"/>
                  </a:lnTo>
                  <a:lnTo>
                    <a:pt x="2518" y="23440"/>
                  </a:lnTo>
                  <a:lnTo>
                    <a:pt x="2556" y="23184"/>
                  </a:lnTo>
                  <a:lnTo>
                    <a:pt x="2160" y="23158"/>
                  </a:lnTo>
                  <a:lnTo>
                    <a:pt x="2147" y="23146"/>
                  </a:lnTo>
                  <a:lnTo>
                    <a:pt x="2134" y="23146"/>
                  </a:lnTo>
                  <a:lnTo>
                    <a:pt x="2122" y="23120"/>
                  </a:lnTo>
                  <a:lnTo>
                    <a:pt x="2134" y="23107"/>
                  </a:lnTo>
                  <a:lnTo>
                    <a:pt x="2211" y="22890"/>
                  </a:lnTo>
                  <a:lnTo>
                    <a:pt x="2147" y="22801"/>
                  </a:lnTo>
                  <a:lnTo>
                    <a:pt x="2134" y="22775"/>
                  </a:lnTo>
                  <a:lnTo>
                    <a:pt x="2160" y="22519"/>
                  </a:lnTo>
                  <a:lnTo>
                    <a:pt x="1994" y="22366"/>
                  </a:lnTo>
                  <a:lnTo>
                    <a:pt x="1981" y="22340"/>
                  </a:lnTo>
                  <a:lnTo>
                    <a:pt x="1994" y="22315"/>
                  </a:lnTo>
                  <a:lnTo>
                    <a:pt x="2109" y="22136"/>
                  </a:lnTo>
                  <a:lnTo>
                    <a:pt x="1904" y="22123"/>
                  </a:lnTo>
                  <a:lnTo>
                    <a:pt x="1879" y="22110"/>
                  </a:lnTo>
                  <a:lnTo>
                    <a:pt x="1866" y="22085"/>
                  </a:lnTo>
                  <a:lnTo>
                    <a:pt x="1815" y="21331"/>
                  </a:lnTo>
                  <a:lnTo>
                    <a:pt x="1815" y="21305"/>
                  </a:lnTo>
                  <a:lnTo>
                    <a:pt x="1828" y="21292"/>
                  </a:lnTo>
                  <a:lnTo>
                    <a:pt x="2070" y="21088"/>
                  </a:lnTo>
                  <a:lnTo>
                    <a:pt x="1943" y="20922"/>
                  </a:lnTo>
                  <a:lnTo>
                    <a:pt x="1930" y="20896"/>
                  </a:lnTo>
                  <a:lnTo>
                    <a:pt x="1866" y="19593"/>
                  </a:lnTo>
                  <a:lnTo>
                    <a:pt x="1879" y="19567"/>
                  </a:lnTo>
                  <a:lnTo>
                    <a:pt x="1981" y="19439"/>
                  </a:lnTo>
                  <a:lnTo>
                    <a:pt x="1917" y="19184"/>
                  </a:lnTo>
                  <a:lnTo>
                    <a:pt x="1917" y="19158"/>
                  </a:lnTo>
                  <a:lnTo>
                    <a:pt x="1930" y="19145"/>
                  </a:lnTo>
                  <a:lnTo>
                    <a:pt x="2109" y="19081"/>
                  </a:lnTo>
                  <a:lnTo>
                    <a:pt x="2070" y="18481"/>
                  </a:lnTo>
                  <a:lnTo>
                    <a:pt x="2070" y="18468"/>
                  </a:lnTo>
                  <a:lnTo>
                    <a:pt x="2096" y="18442"/>
                  </a:lnTo>
                  <a:lnTo>
                    <a:pt x="2428" y="18327"/>
                  </a:lnTo>
                  <a:lnTo>
                    <a:pt x="2454" y="18200"/>
                  </a:lnTo>
                  <a:lnTo>
                    <a:pt x="2211" y="17509"/>
                  </a:lnTo>
                  <a:lnTo>
                    <a:pt x="2211" y="17497"/>
                  </a:lnTo>
                  <a:lnTo>
                    <a:pt x="2185" y="16500"/>
                  </a:lnTo>
                  <a:lnTo>
                    <a:pt x="2185" y="16487"/>
                  </a:lnTo>
                  <a:lnTo>
                    <a:pt x="2198" y="16474"/>
                  </a:lnTo>
                  <a:lnTo>
                    <a:pt x="2710" y="16091"/>
                  </a:lnTo>
                  <a:lnTo>
                    <a:pt x="2531" y="15350"/>
                  </a:lnTo>
                  <a:lnTo>
                    <a:pt x="2531" y="15324"/>
                  </a:lnTo>
                  <a:lnTo>
                    <a:pt x="2556" y="15311"/>
                  </a:lnTo>
                  <a:lnTo>
                    <a:pt x="2684" y="15247"/>
                  </a:lnTo>
                  <a:lnTo>
                    <a:pt x="2876" y="14493"/>
                  </a:lnTo>
                  <a:lnTo>
                    <a:pt x="2876" y="14480"/>
                  </a:lnTo>
                  <a:lnTo>
                    <a:pt x="2901" y="14468"/>
                  </a:lnTo>
                  <a:lnTo>
                    <a:pt x="3067" y="14404"/>
                  </a:lnTo>
                  <a:lnTo>
                    <a:pt x="3067" y="13688"/>
                  </a:lnTo>
                  <a:lnTo>
                    <a:pt x="2888" y="13688"/>
                  </a:lnTo>
                  <a:lnTo>
                    <a:pt x="2876" y="13662"/>
                  </a:lnTo>
                  <a:lnTo>
                    <a:pt x="2786" y="13496"/>
                  </a:lnTo>
                  <a:lnTo>
                    <a:pt x="2786" y="13471"/>
                  </a:lnTo>
                  <a:lnTo>
                    <a:pt x="2799" y="13445"/>
                  </a:lnTo>
                  <a:lnTo>
                    <a:pt x="2952" y="13317"/>
                  </a:lnTo>
                  <a:lnTo>
                    <a:pt x="2518" y="12589"/>
                  </a:lnTo>
                  <a:lnTo>
                    <a:pt x="2518" y="12576"/>
                  </a:lnTo>
                  <a:lnTo>
                    <a:pt x="2518" y="12551"/>
                  </a:lnTo>
                  <a:lnTo>
                    <a:pt x="2594" y="12448"/>
                  </a:lnTo>
                  <a:lnTo>
                    <a:pt x="2390" y="12180"/>
                  </a:lnTo>
                  <a:lnTo>
                    <a:pt x="2377" y="12154"/>
                  </a:lnTo>
                  <a:lnTo>
                    <a:pt x="2377" y="11848"/>
                  </a:lnTo>
                  <a:lnTo>
                    <a:pt x="2377" y="11822"/>
                  </a:lnTo>
                  <a:lnTo>
                    <a:pt x="2390" y="11809"/>
                  </a:lnTo>
                  <a:lnTo>
                    <a:pt x="2556" y="11694"/>
                  </a:lnTo>
                  <a:lnTo>
                    <a:pt x="2646" y="11234"/>
                  </a:lnTo>
                  <a:lnTo>
                    <a:pt x="2671" y="11209"/>
                  </a:lnTo>
                  <a:lnTo>
                    <a:pt x="2888" y="11068"/>
                  </a:lnTo>
                  <a:lnTo>
                    <a:pt x="2671" y="10186"/>
                  </a:lnTo>
                  <a:lnTo>
                    <a:pt x="2684" y="10161"/>
                  </a:lnTo>
                  <a:lnTo>
                    <a:pt x="2697" y="10148"/>
                  </a:lnTo>
                  <a:lnTo>
                    <a:pt x="2888" y="10033"/>
                  </a:lnTo>
                  <a:lnTo>
                    <a:pt x="3042" y="9407"/>
                  </a:lnTo>
                  <a:lnTo>
                    <a:pt x="3055" y="9381"/>
                  </a:lnTo>
                  <a:lnTo>
                    <a:pt x="3451" y="9061"/>
                  </a:lnTo>
                  <a:lnTo>
                    <a:pt x="3655" y="8256"/>
                  </a:lnTo>
                  <a:lnTo>
                    <a:pt x="3668" y="8231"/>
                  </a:lnTo>
                  <a:lnTo>
                    <a:pt x="3694" y="8218"/>
                  </a:lnTo>
                  <a:lnTo>
                    <a:pt x="3962" y="8218"/>
                  </a:lnTo>
                  <a:lnTo>
                    <a:pt x="4026" y="8065"/>
                  </a:lnTo>
                  <a:lnTo>
                    <a:pt x="3834" y="7592"/>
                  </a:lnTo>
                  <a:lnTo>
                    <a:pt x="3834" y="7566"/>
                  </a:lnTo>
                  <a:lnTo>
                    <a:pt x="3847" y="7541"/>
                  </a:lnTo>
                  <a:lnTo>
                    <a:pt x="4026" y="7451"/>
                  </a:lnTo>
                  <a:lnTo>
                    <a:pt x="3847" y="6774"/>
                  </a:lnTo>
                  <a:lnTo>
                    <a:pt x="3847" y="6748"/>
                  </a:lnTo>
                  <a:lnTo>
                    <a:pt x="3860" y="6735"/>
                  </a:lnTo>
                  <a:lnTo>
                    <a:pt x="4064" y="6531"/>
                  </a:lnTo>
                  <a:lnTo>
                    <a:pt x="3873" y="6339"/>
                  </a:lnTo>
                  <a:lnTo>
                    <a:pt x="3873" y="6326"/>
                  </a:lnTo>
                  <a:lnTo>
                    <a:pt x="3873" y="6301"/>
                  </a:lnTo>
                  <a:lnTo>
                    <a:pt x="3949" y="6007"/>
                  </a:lnTo>
                  <a:lnTo>
                    <a:pt x="3975" y="5981"/>
                  </a:lnTo>
                  <a:lnTo>
                    <a:pt x="4818" y="5598"/>
                  </a:lnTo>
                  <a:lnTo>
                    <a:pt x="5087" y="4754"/>
                  </a:lnTo>
                  <a:lnTo>
                    <a:pt x="4972" y="4601"/>
                  </a:lnTo>
                  <a:lnTo>
                    <a:pt x="4460" y="4614"/>
                  </a:lnTo>
                  <a:lnTo>
                    <a:pt x="4435" y="4614"/>
                  </a:lnTo>
                  <a:lnTo>
                    <a:pt x="4422" y="4588"/>
                  </a:lnTo>
                  <a:lnTo>
                    <a:pt x="4103" y="3451"/>
                  </a:lnTo>
                  <a:lnTo>
                    <a:pt x="4103" y="3425"/>
                  </a:lnTo>
                  <a:lnTo>
                    <a:pt x="4167" y="3157"/>
                  </a:lnTo>
                  <a:lnTo>
                    <a:pt x="3873" y="2850"/>
                  </a:lnTo>
                  <a:lnTo>
                    <a:pt x="3860" y="2837"/>
                  </a:lnTo>
                  <a:lnTo>
                    <a:pt x="3860" y="2812"/>
                  </a:lnTo>
                  <a:lnTo>
                    <a:pt x="3898" y="2684"/>
                  </a:lnTo>
                  <a:lnTo>
                    <a:pt x="3719" y="2556"/>
                  </a:lnTo>
                  <a:lnTo>
                    <a:pt x="3706" y="2543"/>
                  </a:lnTo>
                  <a:lnTo>
                    <a:pt x="3694" y="2518"/>
                  </a:lnTo>
                  <a:lnTo>
                    <a:pt x="3758" y="2211"/>
                  </a:lnTo>
                  <a:lnTo>
                    <a:pt x="3758" y="2198"/>
                  </a:lnTo>
                  <a:lnTo>
                    <a:pt x="3783" y="2186"/>
                  </a:lnTo>
                  <a:lnTo>
                    <a:pt x="3873" y="2147"/>
                  </a:lnTo>
                  <a:lnTo>
                    <a:pt x="3745" y="1853"/>
                  </a:lnTo>
                  <a:lnTo>
                    <a:pt x="3745" y="1828"/>
                  </a:lnTo>
                  <a:lnTo>
                    <a:pt x="3745" y="1815"/>
                  </a:lnTo>
                  <a:lnTo>
                    <a:pt x="3911" y="1598"/>
                  </a:lnTo>
                  <a:lnTo>
                    <a:pt x="3566" y="1342"/>
                  </a:lnTo>
                  <a:lnTo>
                    <a:pt x="3553" y="1316"/>
                  </a:lnTo>
                  <a:lnTo>
                    <a:pt x="3400" y="422"/>
                  </a:lnTo>
                  <a:lnTo>
                    <a:pt x="310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162;p78">
              <a:extLst>
                <a:ext uri="{FF2B5EF4-FFF2-40B4-BE49-F238E27FC236}">
                  <a16:creationId xmlns:a16="http://schemas.microsoft.com/office/drawing/2014/main" id="{9D5A2261-30DD-95EF-C611-7E4B1DBA5C9E}"/>
                </a:ext>
              </a:extLst>
            </p:cNvPr>
            <p:cNvSpPr/>
            <p:nvPr/>
          </p:nvSpPr>
          <p:spPr>
            <a:xfrm>
              <a:off x="2268950" y="3724150"/>
              <a:ext cx="1000" cy="1950"/>
            </a:xfrm>
            <a:custGeom>
              <a:avLst/>
              <a:gdLst/>
              <a:ahLst/>
              <a:cxnLst/>
              <a:rect l="l" t="t" r="r" b="b"/>
              <a:pathLst>
                <a:path w="40" h="78" extrusionOk="0">
                  <a:moveTo>
                    <a:pt x="1" y="1"/>
                  </a:moveTo>
                  <a:lnTo>
                    <a:pt x="26" y="78"/>
                  </a:lnTo>
                  <a:lnTo>
                    <a:pt x="39" y="52"/>
                  </a:lnTo>
                  <a:lnTo>
                    <a:pt x="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163;p78">
              <a:extLst>
                <a:ext uri="{FF2B5EF4-FFF2-40B4-BE49-F238E27FC236}">
                  <a16:creationId xmlns:a16="http://schemas.microsoft.com/office/drawing/2014/main" id="{3F8EFCEC-EB42-B4DE-4B5E-4E0696BC99EF}"/>
                </a:ext>
              </a:extLst>
            </p:cNvPr>
            <p:cNvSpPr/>
            <p:nvPr/>
          </p:nvSpPr>
          <p:spPr>
            <a:xfrm>
              <a:off x="1931550" y="3184825"/>
              <a:ext cx="67750" cy="54325"/>
            </a:xfrm>
            <a:custGeom>
              <a:avLst/>
              <a:gdLst/>
              <a:ahLst/>
              <a:cxnLst/>
              <a:rect l="l" t="t" r="r" b="b"/>
              <a:pathLst>
                <a:path w="2710" h="2173" extrusionOk="0">
                  <a:moveTo>
                    <a:pt x="358" y="0"/>
                  </a:moveTo>
                  <a:lnTo>
                    <a:pt x="116" y="64"/>
                  </a:lnTo>
                  <a:lnTo>
                    <a:pt x="39" y="230"/>
                  </a:lnTo>
                  <a:lnTo>
                    <a:pt x="243" y="384"/>
                  </a:lnTo>
                  <a:lnTo>
                    <a:pt x="1" y="690"/>
                  </a:lnTo>
                  <a:lnTo>
                    <a:pt x="192" y="1112"/>
                  </a:lnTo>
                  <a:lnTo>
                    <a:pt x="537" y="1176"/>
                  </a:lnTo>
                  <a:lnTo>
                    <a:pt x="652" y="1329"/>
                  </a:lnTo>
                  <a:lnTo>
                    <a:pt x="831" y="1099"/>
                  </a:lnTo>
                  <a:lnTo>
                    <a:pt x="563" y="793"/>
                  </a:lnTo>
                  <a:lnTo>
                    <a:pt x="742" y="780"/>
                  </a:lnTo>
                  <a:lnTo>
                    <a:pt x="1049" y="1023"/>
                  </a:lnTo>
                  <a:lnTo>
                    <a:pt x="1074" y="1342"/>
                  </a:lnTo>
                  <a:lnTo>
                    <a:pt x="1649" y="1393"/>
                  </a:lnTo>
                  <a:lnTo>
                    <a:pt x="1956" y="1636"/>
                  </a:lnTo>
                  <a:lnTo>
                    <a:pt x="1892" y="1994"/>
                  </a:lnTo>
                  <a:lnTo>
                    <a:pt x="2148" y="2147"/>
                  </a:lnTo>
                  <a:lnTo>
                    <a:pt x="2212" y="1866"/>
                  </a:lnTo>
                  <a:lnTo>
                    <a:pt x="2506" y="2173"/>
                  </a:lnTo>
                  <a:lnTo>
                    <a:pt x="2582" y="2096"/>
                  </a:lnTo>
                  <a:lnTo>
                    <a:pt x="2697" y="1713"/>
                  </a:lnTo>
                  <a:lnTo>
                    <a:pt x="2557" y="1611"/>
                  </a:lnTo>
                  <a:lnTo>
                    <a:pt x="2544" y="1585"/>
                  </a:lnTo>
                  <a:lnTo>
                    <a:pt x="2506" y="1189"/>
                  </a:lnTo>
                  <a:lnTo>
                    <a:pt x="2518" y="1163"/>
                  </a:lnTo>
                  <a:lnTo>
                    <a:pt x="2531" y="1150"/>
                  </a:lnTo>
                  <a:lnTo>
                    <a:pt x="2710" y="1023"/>
                  </a:lnTo>
                  <a:lnTo>
                    <a:pt x="1969" y="179"/>
                  </a:lnTo>
                  <a:lnTo>
                    <a:pt x="1649" y="281"/>
                  </a:lnTo>
                  <a:lnTo>
                    <a:pt x="1636" y="294"/>
                  </a:lnTo>
                  <a:lnTo>
                    <a:pt x="1624" y="281"/>
                  </a:lnTo>
                  <a:lnTo>
                    <a:pt x="1112" y="0"/>
                  </a:lnTo>
                  <a:lnTo>
                    <a:pt x="908" y="154"/>
                  </a:lnTo>
                  <a:lnTo>
                    <a:pt x="895" y="166"/>
                  </a:lnTo>
                  <a:lnTo>
                    <a:pt x="870" y="166"/>
                  </a:lnTo>
                  <a:lnTo>
                    <a:pt x="35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164;p78">
              <a:extLst>
                <a:ext uri="{FF2B5EF4-FFF2-40B4-BE49-F238E27FC236}">
                  <a16:creationId xmlns:a16="http://schemas.microsoft.com/office/drawing/2014/main" id="{6495B21F-78E3-0BFD-E6D6-723A85429F77}"/>
                </a:ext>
              </a:extLst>
            </p:cNvPr>
            <p:cNvSpPr/>
            <p:nvPr/>
          </p:nvSpPr>
          <p:spPr>
            <a:xfrm>
              <a:off x="1843375" y="3115175"/>
              <a:ext cx="55600" cy="33250"/>
            </a:xfrm>
            <a:custGeom>
              <a:avLst/>
              <a:gdLst/>
              <a:ahLst/>
              <a:cxnLst/>
              <a:rect l="l" t="t" r="r" b="b"/>
              <a:pathLst>
                <a:path w="2224" h="1330" extrusionOk="0">
                  <a:moveTo>
                    <a:pt x="562" y="0"/>
                  </a:moveTo>
                  <a:lnTo>
                    <a:pt x="0" y="614"/>
                  </a:lnTo>
                  <a:lnTo>
                    <a:pt x="141" y="614"/>
                  </a:lnTo>
                  <a:lnTo>
                    <a:pt x="524" y="1022"/>
                  </a:lnTo>
                  <a:lnTo>
                    <a:pt x="1994" y="1099"/>
                  </a:lnTo>
                  <a:lnTo>
                    <a:pt x="2186" y="1329"/>
                  </a:lnTo>
                  <a:lnTo>
                    <a:pt x="2224" y="562"/>
                  </a:lnTo>
                  <a:lnTo>
                    <a:pt x="1559" y="511"/>
                  </a:lnTo>
                  <a:lnTo>
                    <a:pt x="86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165;p78">
              <a:extLst>
                <a:ext uri="{FF2B5EF4-FFF2-40B4-BE49-F238E27FC236}">
                  <a16:creationId xmlns:a16="http://schemas.microsoft.com/office/drawing/2014/main" id="{43A3FD6B-E1FA-3333-04B8-E353E649CE5B}"/>
                </a:ext>
              </a:extLst>
            </p:cNvPr>
            <p:cNvSpPr/>
            <p:nvPr/>
          </p:nvSpPr>
          <p:spPr>
            <a:xfrm>
              <a:off x="3155300" y="1803875"/>
              <a:ext cx="206100" cy="126875"/>
            </a:xfrm>
            <a:custGeom>
              <a:avLst/>
              <a:gdLst/>
              <a:ahLst/>
              <a:cxnLst/>
              <a:rect l="l" t="t" r="r" b="b"/>
              <a:pathLst>
                <a:path w="8244" h="5075" extrusionOk="0">
                  <a:moveTo>
                    <a:pt x="2314" y="1"/>
                  </a:moveTo>
                  <a:lnTo>
                    <a:pt x="2224" y="64"/>
                  </a:lnTo>
                  <a:lnTo>
                    <a:pt x="2211" y="90"/>
                  </a:lnTo>
                  <a:lnTo>
                    <a:pt x="2199" y="116"/>
                  </a:lnTo>
                  <a:lnTo>
                    <a:pt x="2199" y="141"/>
                  </a:lnTo>
                  <a:lnTo>
                    <a:pt x="2199" y="154"/>
                  </a:lnTo>
                  <a:lnTo>
                    <a:pt x="2224" y="205"/>
                  </a:lnTo>
                  <a:lnTo>
                    <a:pt x="2314" y="307"/>
                  </a:lnTo>
                  <a:lnTo>
                    <a:pt x="2352" y="358"/>
                  </a:lnTo>
                  <a:lnTo>
                    <a:pt x="2365" y="410"/>
                  </a:lnTo>
                  <a:lnTo>
                    <a:pt x="2352" y="461"/>
                  </a:lnTo>
                  <a:lnTo>
                    <a:pt x="2327" y="525"/>
                  </a:lnTo>
                  <a:lnTo>
                    <a:pt x="2288" y="588"/>
                  </a:lnTo>
                  <a:lnTo>
                    <a:pt x="2237" y="652"/>
                  </a:lnTo>
                  <a:lnTo>
                    <a:pt x="2186" y="703"/>
                  </a:lnTo>
                  <a:lnTo>
                    <a:pt x="2122" y="755"/>
                  </a:lnTo>
                  <a:lnTo>
                    <a:pt x="2058" y="793"/>
                  </a:lnTo>
                  <a:lnTo>
                    <a:pt x="2007" y="806"/>
                  </a:lnTo>
                  <a:lnTo>
                    <a:pt x="1956" y="665"/>
                  </a:lnTo>
                  <a:lnTo>
                    <a:pt x="1918" y="576"/>
                  </a:lnTo>
                  <a:lnTo>
                    <a:pt x="1866" y="499"/>
                  </a:lnTo>
                  <a:lnTo>
                    <a:pt x="1828" y="473"/>
                  </a:lnTo>
                  <a:lnTo>
                    <a:pt x="1803" y="448"/>
                  </a:lnTo>
                  <a:lnTo>
                    <a:pt x="1764" y="435"/>
                  </a:lnTo>
                  <a:lnTo>
                    <a:pt x="1726" y="435"/>
                  </a:lnTo>
                  <a:lnTo>
                    <a:pt x="1700" y="448"/>
                  </a:lnTo>
                  <a:lnTo>
                    <a:pt x="1662" y="473"/>
                  </a:lnTo>
                  <a:lnTo>
                    <a:pt x="1611" y="525"/>
                  </a:lnTo>
                  <a:lnTo>
                    <a:pt x="1572" y="588"/>
                  </a:lnTo>
                  <a:lnTo>
                    <a:pt x="1547" y="550"/>
                  </a:lnTo>
                  <a:lnTo>
                    <a:pt x="1509" y="512"/>
                  </a:lnTo>
                  <a:lnTo>
                    <a:pt x="1470" y="486"/>
                  </a:lnTo>
                  <a:lnTo>
                    <a:pt x="1419" y="473"/>
                  </a:lnTo>
                  <a:lnTo>
                    <a:pt x="1317" y="473"/>
                  </a:lnTo>
                  <a:lnTo>
                    <a:pt x="1266" y="486"/>
                  </a:lnTo>
                  <a:lnTo>
                    <a:pt x="1202" y="512"/>
                  </a:lnTo>
                  <a:lnTo>
                    <a:pt x="1215" y="550"/>
                  </a:lnTo>
                  <a:lnTo>
                    <a:pt x="1215" y="614"/>
                  </a:lnTo>
                  <a:lnTo>
                    <a:pt x="1227" y="665"/>
                  </a:lnTo>
                  <a:lnTo>
                    <a:pt x="1240" y="716"/>
                  </a:lnTo>
                  <a:lnTo>
                    <a:pt x="1163" y="729"/>
                  </a:lnTo>
                  <a:lnTo>
                    <a:pt x="1112" y="742"/>
                  </a:lnTo>
                  <a:lnTo>
                    <a:pt x="1074" y="742"/>
                  </a:lnTo>
                  <a:lnTo>
                    <a:pt x="1100" y="806"/>
                  </a:lnTo>
                  <a:lnTo>
                    <a:pt x="1100" y="857"/>
                  </a:lnTo>
                  <a:lnTo>
                    <a:pt x="1087" y="895"/>
                  </a:lnTo>
                  <a:lnTo>
                    <a:pt x="1061" y="934"/>
                  </a:lnTo>
                  <a:lnTo>
                    <a:pt x="1010" y="959"/>
                  </a:lnTo>
                  <a:lnTo>
                    <a:pt x="959" y="972"/>
                  </a:lnTo>
                  <a:lnTo>
                    <a:pt x="806" y="997"/>
                  </a:lnTo>
                  <a:lnTo>
                    <a:pt x="793" y="946"/>
                  </a:lnTo>
                  <a:lnTo>
                    <a:pt x="780" y="921"/>
                  </a:lnTo>
                  <a:lnTo>
                    <a:pt x="754" y="908"/>
                  </a:lnTo>
                  <a:lnTo>
                    <a:pt x="729" y="908"/>
                  </a:lnTo>
                  <a:lnTo>
                    <a:pt x="665" y="921"/>
                  </a:lnTo>
                  <a:lnTo>
                    <a:pt x="307" y="921"/>
                  </a:lnTo>
                  <a:lnTo>
                    <a:pt x="269" y="946"/>
                  </a:lnTo>
                  <a:lnTo>
                    <a:pt x="243" y="985"/>
                  </a:lnTo>
                  <a:lnTo>
                    <a:pt x="230" y="1010"/>
                  </a:lnTo>
                  <a:lnTo>
                    <a:pt x="230" y="1049"/>
                  </a:lnTo>
                  <a:lnTo>
                    <a:pt x="230" y="1074"/>
                  </a:lnTo>
                  <a:lnTo>
                    <a:pt x="243" y="1112"/>
                  </a:lnTo>
                  <a:lnTo>
                    <a:pt x="294" y="1176"/>
                  </a:lnTo>
                  <a:lnTo>
                    <a:pt x="358" y="1240"/>
                  </a:lnTo>
                  <a:lnTo>
                    <a:pt x="435" y="1291"/>
                  </a:lnTo>
                  <a:lnTo>
                    <a:pt x="524" y="1330"/>
                  </a:lnTo>
                  <a:lnTo>
                    <a:pt x="614" y="1343"/>
                  </a:lnTo>
                  <a:lnTo>
                    <a:pt x="729" y="1343"/>
                  </a:lnTo>
                  <a:lnTo>
                    <a:pt x="831" y="1330"/>
                  </a:lnTo>
                  <a:lnTo>
                    <a:pt x="1023" y="1304"/>
                  </a:lnTo>
                  <a:lnTo>
                    <a:pt x="1112" y="1291"/>
                  </a:lnTo>
                  <a:lnTo>
                    <a:pt x="1215" y="1291"/>
                  </a:lnTo>
                  <a:lnTo>
                    <a:pt x="1317" y="1304"/>
                  </a:lnTo>
                  <a:lnTo>
                    <a:pt x="1445" y="1330"/>
                  </a:lnTo>
                  <a:lnTo>
                    <a:pt x="1509" y="1355"/>
                  </a:lnTo>
                  <a:lnTo>
                    <a:pt x="1572" y="1394"/>
                  </a:lnTo>
                  <a:lnTo>
                    <a:pt x="1687" y="1458"/>
                  </a:lnTo>
                  <a:lnTo>
                    <a:pt x="1751" y="1496"/>
                  </a:lnTo>
                  <a:lnTo>
                    <a:pt x="1815" y="1509"/>
                  </a:lnTo>
                  <a:lnTo>
                    <a:pt x="1892" y="1521"/>
                  </a:lnTo>
                  <a:lnTo>
                    <a:pt x="1969" y="1509"/>
                  </a:lnTo>
                  <a:lnTo>
                    <a:pt x="1943" y="1547"/>
                  </a:lnTo>
                  <a:lnTo>
                    <a:pt x="1905" y="1573"/>
                  </a:lnTo>
                  <a:lnTo>
                    <a:pt x="1854" y="1598"/>
                  </a:lnTo>
                  <a:lnTo>
                    <a:pt x="1803" y="1611"/>
                  </a:lnTo>
                  <a:lnTo>
                    <a:pt x="1675" y="1649"/>
                  </a:lnTo>
                  <a:lnTo>
                    <a:pt x="1560" y="1662"/>
                  </a:lnTo>
                  <a:lnTo>
                    <a:pt x="1457" y="1700"/>
                  </a:lnTo>
                  <a:lnTo>
                    <a:pt x="1406" y="1713"/>
                  </a:lnTo>
                  <a:lnTo>
                    <a:pt x="1381" y="1739"/>
                  </a:lnTo>
                  <a:lnTo>
                    <a:pt x="1355" y="1764"/>
                  </a:lnTo>
                  <a:lnTo>
                    <a:pt x="1342" y="1815"/>
                  </a:lnTo>
                  <a:lnTo>
                    <a:pt x="1355" y="1854"/>
                  </a:lnTo>
                  <a:lnTo>
                    <a:pt x="1381" y="1918"/>
                  </a:lnTo>
                  <a:lnTo>
                    <a:pt x="1739" y="1854"/>
                  </a:lnTo>
                  <a:lnTo>
                    <a:pt x="1777" y="1943"/>
                  </a:lnTo>
                  <a:lnTo>
                    <a:pt x="1777" y="1994"/>
                  </a:lnTo>
                  <a:lnTo>
                    <a:pt x="1777" y="2033"/>
                  </a:lnTo>
                  <a:lnTo>
                    <a:pt x="1368" y="2135"/>
                  </a:lnTo>
                  <a:lnTo>
                    <a:pt x="1163" y="2173"/>
                  </a:lnTo>
                  <a:lnTo>
                    <a:pt x="959" y="2199"/>
                  </a:lnTo>
                  <a:lnTo>
                    <a:pt x="831" y="2199"/>
                  </a:lnTo>
                  <a:lnTo>
                    <a:pt x="716" y="2186"/>
                  </a:lnTo>
                  <a:lnTo>
                    <a:pt x="486" y="2148"/>
                  </a:lnTo>
                  <a:lnTo>
                    <a:pt x="269" y="2122"/>
                  </a:lnTo>
                  <a:lnTo>
                    <a:pt x="154" y="2109"/>
                  </a:lnTo>
                  <a:lnTo>
                    <a:pt x="26" y="2109"/>
                  </a:lnTo>
                  <a:lnTo>
                    <a:pt x="13" y="2160"/>
                  </a:lnTo>
                  <a:lnTo>
                    <a:pt x="13" y="2212"/>
                  </a:lnTo>
                  <a:lnTo>
                    <a:pt x="26" y="2237"/>
                  </a:lnTo>
                  <a:lnTo>
                    <a:pt x="52" y="2275"/>
                  </a:lnTo>
                  <a:lnTo>
                    <a:pt x="77" y="2288"/>
                  </a:lnTo>
                  <a:lnTo>
                    <a:pt x="115" y="2314"/>
                  </a:lnTo>
                  <a:lnTo>
                    <a:pt x="218" y="2339"/>
                  </a:lnTo>
                  <a:lnTo>
                    <a:pt x="320" y="2352"/>
                  </a:lnTo>
                  <a:lnTo>
                    <a:pt x="435" y="2365"/>
                  </a:lnTo>
                  <a:lnTo>
                    <a:pt x="550" y="2378"/>
                  </a:lnTo>
                  <a:lnTo>
                    <a:pt x="639" y="2391"/>
                  </a:lnTo>
                  <a:lnTo>
                    <a:pt x="754" y="2416"/>
                  </a:lnTo>
                  <a:lnTo>
                    <a:pt x="818" y="2454"/>
                  </a:lnTo>
                  <a:lnTo>
                    <a:pt x="844" y="2493"/>
                  </a:lnTo>
                  <a:lnTo>
                    <a:pt x="857" y="2531"/>
                  </a:lnTo>
                  <a:lnTo>
                    <a:pt x="844" y="2646"/>
                  </a:lnTo>
                  <a:lnTo>
                    <a:pt x="831" y="2710"/>
                  </a:lnTo>
                  <a:lnTo>
                    <a:pt x="844" y="2787"/>
                  </a:lnTo>
                  <a:lnTo>
                    <a:pt x="985" y="2774"/>
                  </a:lnTo>
                  <a:lnTo>
                    <a:pt x="1125" y="2761"/>
                  </a:lnTo>
                  <a:lnTo>
                    <a:pt x="1151" y="2825"/>
                  </a:lnTo>
                  <a:lnTo>
                    <a:pt x="1151" y="2863"/>
                  </a:lnTo>
                  <a:lnTo>
                    <a:pt x="1151" y="2889"/>
                  </a:lnTo>
                  <a:lnTo>
                    <a:pt x="1125" y="2927"/>
                  </a:lnTo>
                  <a:lnTo>
                    <a:pt x="1100" y="2953"/>
                  </a:lnTo>
                  <a:lnTo>
                    <a:pt x="1061" y="2966"/>
                  </a:lnTo>
                  <a:lnTo>
                    <a:pt x="1010" y="2978"/>
                  </a:lnTo>
                  <a:lnTo>
                    <a:pt x="1036" y="3042"/>
                  </a:lnTo>
                  <a:lnTo>
                    <a:pt x="1048" y="3093"/>
                  </a:lnTo>
                  <a:lnTo>
                    <a:pt x="1074" y="3132"/>
                  </a:lnTo>
                  <a:lnTo>
                    <a:pt x="1074" y="3157"/>
                  </a:lnTo>
                  <a:lnTo>
                    <a:pt x="1061" y="3183"/>
                  </a:lnTo>
                  <a:lnTo>
                    <a:pt x="1023" y="3208"/>
                  </a:lnTo>
                  <a:lnTo>
                    <a:pt x="870" y="3298"/>
                  </a:lnTo>
                  <a:lnTo>
                    <a:pt x="729" y="3362"/>
                  </a:lnTo>
                  <a:lnTo>
                    <a:pt x="601" y="3400"/>
                  </a:lnTo>
                  <a:lnTo>
                    <a:pt x="473" y="3426"/>
                  </a:lnTo>
                  <a:lnTo>
                    <a:pt x="64" y="3426"/>
                  </a:lnTo>
                  <a:lnTo>
                    <a:pt x="26" y="3451"/>
                  </a:lnTo>
                  <a:lnTo>
                    <a:pt x="13" y="3490"/>
                  </a:lnTo>
                  <a:lnTo>
                    <a:pt x="0" y="3541"/>
                  </a:lnTo>
                  <a:lnTo>
                    <a:pt x="13" y="3617"/>
                  </a:lnTo>
                  <a:lnTo>
                    <a:pt x="39" y="3707"/>
                  </a:lnTo>
                  <a:lnTo>
                    <a:pt x="77" y="3758"/>
                  </a:lnTo>
                  <a:lnTo>
                    <a:pt x="128" y="3796"/>
                  </a:lnTo>
                  <a:lnTo>
                    <a:pt x="192" y="3809"/>
                  </a:lnTo>
                  <a:lnTo>
                    <a:pt x="358" y="3809"/>
                  </a:lnTo>
                  <a:lnTo>
                    <a:pt x="461" y="3822"/>
                  </a:lnTo>
                  <a:lnTo>
                    <a:pt x="550" y="3835"/>
                  </a:lnTo>
                  <a:lnTo>
                    <a:pt x="716" y="3873"/>
                  </a:lnTo>
                  <a:lnTo>
                    <a:pt x="870" y="3937"/>
                  </a:lnTo>
                  <a:lnTo>
                    <a:pt x="1023" y="3988"/>
                  </a:lnTo>
                  <a:lnTo>
                    <a:pt x="1189" y="4026"/>
                  </a:lnTo>
                  <a:lnTo>
                    <a:pt x="1355" y="4052"/>
                  </a:lnTo>
                  <a:lnTo>
                    <a:pt x="1457" y="4078"/>
                  </a:lnTo>
                  <a:lnTo>
                    <a:pt x="1509" y="4090"/>
                  </a:lnTo>
                  <a:lnTo>
                    <a:pt x="1547" y="4129"/>
                  </a:lnTo>
                  <a:lnTo>
                    <a:pt x="1649" y="4218"/>
                  </a:lnTo>
                  <a:lnTo>
                    <a:pt x="1700" y="4282"/>
                  </a:lnTo>
                  <a:lnTo>
                    <a:pt x="1739" y="4346"/>
                  </a:lnTo>
                  <a:lnTo>
                    <a:pt x="1751" y="4397"/>
                  </a:lnTo>
                  <a:lnTo>
                    <a:pt x="1751" y="4461"/>
                  </a:lnTo>
                  <a:lnTo>
                    <a:pt x="1739" y="4499"/>
                  </a:lnTo>
                  <a:lnTo>
                    <a:pt x="1726" y="4525"/>
                  </a:lnTo>
                  <a:lnTo>
                    <a:pt x="1675" y="4563"/>
                  </a:lnTo>
                  <a:lnTo>
                    <a:pt x="1662" y="4589"/>
                  </a:lnTo>
                  <a:lnTo>
                    <a:pt x="1649" y="4614"/>
                  </a:lnTo>
                  <a:lnTo>
                    <a:pt x="1662" y="4640"/>
                  </a:lnTo>
                  <a:lnTo>
                    <a:pt x="1700" y="4678"/>
                  </a:lnTo>
                  <a:lnTo>
                    <a:pt x="1751" y="4704"/>
                  </a:lnTo>
                  <a:lnTo>
                    <a:pt x="1803" y="4729"/>
                  </a:lnTo>
                  <a:lnTo>
                    <a:pt x="1969" y="4768"/>
                  </a:lnTo>
                  <a:lnTo>
                    <a:pt x="2135" y="4793"/>
                  </a:lnTo>
                  <a:lnTo>
                    <a:pt x="2263" y="4793"/>
                  </a:lnTo>
                  <a:lnTo>
                    <a:pt x="2352" y="4883"/>
                  </a:lnTo>
                  <a:lnTo>
                    <a:pt x="2454" y="4972"/>
                  </a:lnTo>
                  <a:lnTo>
                    <a:pt x="2518" y="5011"/>
                  </a:lnTo>
                  <a:lnTo>
                    <a:pt x="2582" y="5049"/>
                  </a:lnTo>
                  <a:lnTo>
                    <a:pt x="2659" y="5062"/>
                  </a:lnTo>
                  <a:lnTo>
                    <a:pt x="2735" y="5074"/>
                  </a:lnTo>
                  <a:lnTo>
                    <a:pt x="2876" y="5074"/>
                  </a:lnTo>
                  <a:lnTo>
                    <a:pt x="2927" y="5062"/>
                  </a:lnTo>
                  <a:lnTo>
                    <a:pt x="2966" y="5036"/>
                  </a:lnTo>
                  <a:lnTo>
                    <a:pt x="2978" y="5011"/>
                  </a:lnTo>
                  <a:lnTo>
                    <a:pt x="2991" y="4972"/>
                  </a:lnTo>
                  <a:lnTo>
                    <a:pt x="2991" y="4921"/>
                  </a:lnTo>
                  <a:lnTo>
                    <a:pt x="2966" y="4857"/>
                  </a:lnTo>
                  <a:lnTo>
                    <a:pt x="3068" y="4832"/>
                  </a:lnTo>
                  <a:lnTo>
                    <a:pt x="3093" y="4896"/>
                  </a:lnTo>
                  <a:lnTo>
                    <a:pt x="3119" y="4959"/>
                  </a:lnTo>
                  <a:lnTo>
                    <a:pt x="3170" y="4998"/>
                  </a:lnTo>
                  <a:lnTo>
                    <a:pt x="3196" y="5023"/>
                  </a:lnTo>
                  <a:lnTo>
                    <a:pt x="3234" y="5036"/>
                  </a:lnTo>
                  <a:lnTo>
                    <a:pt x="3323" y="5049"/>
                  </a:lnTo>
                  <a:lnTo>
                    <a:pt x="3375" y="5049"/>
                  </a:lnTo>
                  <a:lnTo>
                    <a:pt x="3413" y="5036"/>
                  </a:lnTo>
                  <a:lnTo>
                    <a:pt x="3426" y="4998"/>
                  </a:lnTo>
                  <a:lnTo>
                    <a:pt x="3438" y="4934"/>
                  </a:lnTo>
                  <a:lnTo>
                    <a:pt x="3451" y="4908"/>
                  </a:lnTo>
                  <a:lnTo>
                    <a:pt x="3464" y="4883"/>
                  </a:lnTo>
                  <a:lnTo>
                    <a:pt x="3553" y="4806"/>
                  </a:lnTo>
                  <a:lnTo>
                    <a:pt x="3579" y="4793"/>
                  </a:lnTo>
                  <a:lnTo>
                    <a:pt x="3605" y="4793"/>
                  </a:lnTo>
                  <a:lnTo>
                    <a:pt x="3668" y="4806"/>
                  </a:lnTo>
                  <a:lnTo>
                    <a:pt x="3784" y="4819"/>
                  </a:lnTo>
                  <a:lnTo>
                    <a:pt x="3873" y="4844"/>
                  </a:lnTo>
                  <a:lnTo>
                    <a:pt x="3950" y="4870"/>
                  </a:lnTo>
                  <a:lnTo>
                    <a:pt x="3988" y="4870"/>
                  </a:lnTo>
                  <a:lnTo>
                    <a:pt x="4014" y="4844"/>
                  </a:lnTo>
                  <a:lnTo>
                    <a:pt x="4026" y="4819"/>
                  </a:lnTo>
                  <a:lnTo>
                    <a:pt x="4039" y="4755"/>
                  </a:lnTo>
                  <a:lnTo>
                    <a:pt x="4116" y="4742"/>
                  </a:lnTo>
                  <a:lnTo>
                    <a:pt x="4180" y="4729"/>
                  </a:lnTo>
                  <a:lnTo>
                    <a:pt x="4295" y="4729"/>
                  </a:lnTo>
                  <a:lnTo>
                    <a:pt x="4410" y="4742"/>
                  </a:lnTo>
                  <a:lnTo>
                    <a:pt x="4538" y="4742"/>
                  </a:lnTo>
                  <a:lnTo>
                    <a:pt x="4678" y="4729"/>
                  </a:lnTo>
                  <a:lnTo>
                    <a:pt x="4819" y="4704"/>
                  </a:lnTo>
                  <a:lnTo>
                    <a:pt x="5087" y="4640"/>
                  </a:lnTo>
                  <a:lnTo>
                    <a:pt x="5368" y="4576"/>
                  </a:lnTo>
                  <a:lnTo>
                    <a:pt x="5522" y="4538"/>
                  </a:lnTo>
                  <a:lnTo>
                    <a:pt x="5624" y="4512"/>
                  </a:lnTo>
                  <a:lnTo>
                    <a:pt x="5662" y="4487"/>
                  </a:lnTo>
                  <a:lnTo>
                    <a:pt x="5701" y="4461"/>
                  </a:lnTo>
                  <a:lnTo>
                    <a:pt x="5752" y="4410"/>
                  </a:lnTo>
                  <a:lnTo>
                    <a:pt x="5777" y="4384"/>
                  </a:lnTo>
                  <a:lnTo>
                    <a:pt x="5803" y="4372"/>
                  </a:lnTo>
                  <a:lnTo>
                    <a:pt x="5892" y="4372"/>
                  </a:lnTo>
                  <a:lnTo>
                    <a:pt x="5931" y="4397"/>
                  </a:lnTo>
                  <a:lnTo>
                    <a:pt x="5956" y="4423"/>
                  </a:lnTo>
                  <a:lnTo>
                    <a:pt x="5995" y="4487"/>
                  </a:lnTo>
                  <a:lnTo>
                    <a:pt x="6046" y="4550"/>
                  </a:lnTo>
                  <a:lnTo>
                    <a:pt x="6071" y="4576"/>
                  </a:lnTo>
                  <a:lnTo>
                    <a:pt x="6110" y="4602"/>
                  </a:lnTo>
                  <a:lnTo>
                    <a:pt x="6199" y="4614"/>
                  </a:lnTo>
                  <a:lnTo>
                    <a:pt x="6289" y="4614"/>
                  </a:lnTo>
                  <a:lnTo>
                    <a:pt x="6378" y="4589"/>
                  </a:lnTo>
                  <a:lnTo>
                    <a:pt x="6455" y="4550"/>
                  </a:lnTo>
                  <a:lnTo>
                    <a:pt x="6531" y="4512"/>
                  </a:lnTo>
                  <a:lnTo>
                    <a:pt x="6621" y="4448"/>
                  </a:lnTo>
                  <a:lnTo>
                    <a:pt x="6710" y="4372"/>
                  </a:lnTo>
                  <a:lnTo>
                    <a:pt x="6761" y="4320"/>
                  </a:lnTo>
                  <a:lnTo>
                    <a:pt x="6800" y="4269"/>
                  </a:lnTo>
                  <a:lnTo>
                    <a:pt x="6813" y="4231"/>
                  </a:lnTo>
                  <a:lnTo>
                    <a:pt x="6825" y="4154"/>
                  </a:lnTo>
                  <a:lnTo>
                    <a:pt x="6838" y="4078"/>
                  </a:lnTo>
                  <a:lnTo>
                    <a:pt x="6851" y="3975"/>
                  </a:lnTo>
                  <a:lnTo>
                    <a:pt x="7170" y="3911"/>
                  </a:lnTo>
                  <a:lnTo>
                    <a:pt x="7324" y="3873"/>
                  </a:lnTo>
                  <a:lnTo>
                    <a:pt x="7388" y="3848"/>
                  </a:lnTo>
                  <a:lnTo>
                    <a:pt x="7452" y="3822"/>
                  </a:lnTo>
                  <a:lnTo>
                    <a:pt x="7528" y="3758"/>
                  </a:lnTo>
                  <a:lnTo>
                    <a:pt x="7567" y="3707"/>
                  </a:lnTo>
                  <a:lnTo>
                    <a:pt x="7592" y="3656"/>
                  </a:lnTo>
                  <a:lnTo>
                    <a:pt x="7592" y="3605"/>
                  </a:lnTo>
                  <a:lnTo>
                    <a:pt x="7592" y="3554"/>
                  </a:lnTo>
                  <a:lnTo>
                    <a:pt x="7567" y="3502"/>
                  </a:lnTo>
                  <a:lnTo>
                    <a:pt x="7490" y="3387"/>
                  </a:lnTo>
                  <a:lnTo>
                    <a:pt x="7656" y="3362"/>
                  </a:lnTo>
                  <a:lnTo>
                    <a:pt x="7771" y="3336"/>
                  </a:lnTo>
                  <a:lnTo>
                    <a:pt x="7809" y="3311"/>
                  </a:lnTo>
                  <a:lnTo>
                    <a:pt x="7848" y="3285"/>
                  </a:lnTo>
                  <a:lnTo>
                    <a:pt x="7886" y="3247"/>
                  </a:lnTo>
                  <a:lnTo>
                    <a:pt x="7924" y="3196"/>
                  </a:lnTo>
                  <a:lnTo>
                    <a:pt x="7937" y="3157"/>
                  </a:lnTo>
                  <a:lnTo>
                    <a:pt x="7937" y="3093"/>
                  </a:lnTo>
                  <a:lnTo>
                    <a:pt x="7937" y="3042"/>
                  </a:lnTo>
                  <a:lnTo>
                    <a:pt x="7963" y="2991"/>
                  </a:lnTo>
                  <a:lnTo>
                    <a:pt x="7988" y="2966"/>
                  </a:lnTo>
                  <a:lnTo>
                    <a:pt x="8014" y="2953"/>
                  </a:lnTo>
                  <a:lnTo>
                    <a:pt x="8078" y="2915"/>
                  </a:lnTo>
                  <a:lnTo>
                    <a:pt x="8142" y="2876"/>
                  </a:lnTo>
                  <a:lnTo>
                    <a:pt x="8180" y="2851"/>
                  </a:lnTo>
                  <a:lnTo>
                    <a:pt x="8206" y="2825"/>
                  </a:lnTo>
                  <a:lnTo>
                    <a:pt x="8231" y="2774"/>
                  </a:lnTo>
                  <a:lnTo>
                    <a:pt x="8244" y="2723"/>
                  </a:lnTo>
                  <a:lnTo>
                    <a:pt x="8244" y="2672"/>
                  </a:lnTo>
                  <a:lnTo>
                    <a:pt x="8231" y="2621"/>
                  </a:lnTo>
                  <a:lnTo>
                    <a:pt x="8218" y="2582"/>
                  </a:lnTo>
                  <a:lnTo>
                    <a:pt x="8180" y="2544"/>
                  </a:lnTo>
                  <a:lnTo>
                    <a:pt x="8103" y="2480"/>
                  </a:lnTo>
                  <a:lnTo>
                    <a:pt x="8014" y="2416"/>
                  </a:lnTo>
                  <a:lnTo>
                    <a:pt x="7924" y="2339"/>
                  </a:lnTo>
                  <a:lnTo>
                    <a:pt x="7886" y="2301"/>
                  </a:lnTo>
                  <a:lnTo>
                    <a:pt x="7848" y="2263"/>
                  </a:lnTo>
                  <a:lnTo>
                    <a:pt x="7835" y="2212"/>
                  </a:lnTo>
                  <a:lnTo>
                    <a:pt x="7822" y="2160"/>
                  </a:lnTo>
                  <a:lnTo>
                    <a:pt x="7758" y="2186"/>
                  </a:lnTo>
                  <a:lnTo>
                    <a:pt x="7592" y="2186"/>
                  </a:lnTo>
                  <a:lnTo>
                    <a:pt x="7515" y="2173"/>
                  </a:lnTo>
                  <a:lnTo>
                    <a:pt x="7464" y="2148"/>
                  </a:lnTo>
                  <a:lnTo>
                    <a:pt x="7426" y="2122"/>
                  </a:lnTo>
                  <a:lnTo>
                    <a:pt x="7426" y="2097"/>
                  </a:lnTo>
                  <a:lnTo>
                    <a:pt x="7426" y="2071"/>
                  </a:lnTo>
                  <a:lnTo>
                    <a:pt x="7439" y="2045"/>
                  </a:lnTo>
                  <a:lnTo>
                    <a:pt x="7464" y="2007"/>
                  </a:lnTo>
                  <a:lnTo>
                    <a:pt x="7515" y="1982"/>
                  </a:lnTo>
                  <a:lnTo>
                    <a:pt x="7592" y="1956"/>
                  </a:lnTo>
                  <a:lnTo>
                    <a:pt x="7758" y="1918"/>
                  </a:lnTo>
                  <a:lnTo>
                    <a:pt x="7822" y="1892"/>
                  </a:lnTo>
                  <a:lnTo>
                    <a:pt x="7848" y="1867"/>
                  </a:lnTo>
                  <a:lnTo>
                    <a:pt x="7861" y="1854"/>
                  </a:lnTo>
                  <a:lnTo>
                    <a:pt x="7861" y="1828"/>
                  </a:lnTo>
                  <a:lnTo>
                    <a:pt x="7848" y="1790"/>
                  </a:lnTo>
                  <a:lnTo>
                    <a:pt x="7822" y="1751"/>
                  </a:lnTo>
                  <a:lnTo>
                    <a:pt x="7784" y="1713"/>
                  </a:lnTo>
                  <a:lnTo>
                    <a:pt x="7707" y="1726"/>
                  </a:lnTo>
                  <a:lnTo>
                    <a:pt x="7630" y="1726"/>
                  </a:lnTo>
                  <a:lnTo>
                    <a:pt x="7567" y="1700"/>
                  </a:lnTo>
                  <a:lnTo>
                    <a:pt x="7515" y="1675"/>
                  </a:lnTo>
                  <a:lnTo>
                    <a:pt x="7618" y="1611"/>
                  </a:lnTo>
                  <a:lnTo>
                    <a:pt x="7656" y="1573"/>
                  </a:lnTo>
                  <a:lnTo>
                    <a:pt x="7694" y="1534"/>
                  </a:lnTo>
                  <a:lnTo>
                    <a:pt x="7707" y="1509"/>
                  </a:lnTo>
                  <a:lnTo>
                    <a:pt x="7707" y="1470"/>
                  </a:lnTo>
                  <a:lnTo>
                    <a:pt x="7669" y="1432"/>
                  </a:lnTo>
                  <a:lnTo>
                    <a:pt x="7618" y="1394"/>
                  </a:lnTo>
                  <a:lnTo>
                    <a:pt x="7554" y="1381"/>
                  </a:lnTo>
                  <a:lnTo>
                    <a:pt x="7439" y="1381"/>
                  </a:lnTo>
                  <a:lnTo>
                    <a:pt x="7375" y="1406"/>
                  </a:lnTo>
                  <a:lnTo>
                    <a:pt x="7247" y="1432"/>
                  </a:lnTo>
                  <a:lnTo>
                    <a:pt x="7196" y="1445"/>
                  </a:lnTo>
                  <a:lnTo>
                    <a:pt x="7145" y="1432"/>
                  </a:lnTo>
                  <a:lnTo>
                    <a:pt x="7094" y="1419"/>
                  </a:lnTo>
                  <a:lnTo>
                    <a:pt x="7068" y="1394"/>
                  </a:lnTo>
                  <a:lnTo>
                    <a:pt x="7017" y="1317"/>
                  </a:lnTo>
                  <a:lnTo>
                    <a:pt x="6953" y="1151"/>
                  </a:lnTo>
                  <a:lnTo>
                    <a:pt x="6902" y="1087"/>
                  </a:lnTo>
                  <a:lnTo>
                    <a:pt x="6876" y="1061"/>
                  </a:lnTo>
                  <a:lnTo>
                    <a:pt x="6851" y="1036"/>
                  </a:lnTo>
                  <a:lnTo>
                    <a:pt x="6761" y="1036"/>
                  </a:lnTo>
                  <a:lnTo>
                    <a:pt x="6698" y="1049"/>
                  </a:lnTo>
                  <a:lnTo>
                    <a:pt x="6621" y="1074"/>
                  </a:lnTo>
                  <a:lnTo>
                    <a:pt x="6570" y="1112"/>
                  </a:lnTo>
                  <a:lnTo>
                    <a:pt x="6531" y="1151"/>
                  </a:lnTo>
                  <a:lnTo>
                    <a:pt x="6480" y="1227"/>
                  </a:lnTo>
                  <a:lnTo>
                    <a:pt x="6429" y="1304"/>
                  </a:lnTo>
                  <a:lnTo>
                    <a:pt x="6378" y="1343"/>
                  </a:lnTo>
                  <a:lnTo>
                    <a:pt x="6327" y="1368"/>
                  </a:lnTo>
                  <a:lnTo>
                    <a:pt x="6263" y="1381"/>
                  </a:lnTo>
                  <a:lnTo>
                    <a:pt x="6161" y="1381"/>
                  </a:lnTo>
                  <a:lnTo>
                    <a:pt x="6046" y="1394"/>
                  </a:lnTo>
                  <a:lnTo>
                    <a:pt x="5943" y="1394"/>
                  </a:lnTo>
                  <a:lnTo>
                    <a:pt x="5854" y="1432"/>
                  </a:lnTo>
                  <a:lnTo>
                    <a:pt x="5739" y="1458"/>
                  </a:lnTo>
                  <a:lnTo>
                    <a:pt x="5637" y="1483"/>
                  </a:lnTo>
                  <a:lnTo>
                    <a:pt x="5547" y="1483"/>
                  </a:lnTo>
                  <a:lnTo>
                    <a:pt x="5509" y="1458"/>
                  </a:lnTo>
                  <a:lnTo>
                    <a:pt x="5471" y="1432"/>
                  </a:lnTo>
                  <a:lnTo>
                    <a:pt x="5394" y="1330"/>
                  </a:lnTo>
                  <a:lnTo>
                    <a:pt x="5317" y="1227"/>
                  </a:lnTo>
                  <a:lnTo>
                    <a:pt x="5266" y="1151"/>
                  </a:lnTo>
                  <a:lnTo>
                    <a:pt x="5151" y="1164"/>
                  </a:lnTo>
                  <a:lnTo>
                    <a:pt x="5125" y="1176"/>
                  </a:lnTo>
                  <a:lnTo>
                    <a:pt x="5100" y="1202"/>
                  </a:lnTo>
                  <a:lnTo>
                    <a:pt x="5087" y="1215"/>
                  </a:lnTo>
                  <a:lnTo>
                    <a:pt x="5074" y="1240"/>
                  </a:lnTo>
                  <a:lnTo>
                    <a:pt x="5087" y="1304"/>
                  </a:lnTo>
                  <a:lnTo>
                    <a:pt x="5113" y="1432"/>
                  </a:lnTo>
                  <a:lnTo>
                    <a:pt x="5113" y="1496"/>
                  </a:lnTo>
                  <a:lnTo>
                    <a:pt x="5113" y="1521"/>
                  </a:lnTo>
                  <a:lnTo>
                    <a:pt x="5087" y="1547"/>
                  </a:lnTo>
                  <a:lnTo>
                    <a:pt x="5049" y="1573"/>
                  </a:lnTo>
                  <a:lnTo>
                    <a:pt x="5023" y="1585"/>
                  </a:lnTo>
                  <a:lnTo>
                    <a:pt x="4985" y="1585"/>
                  </a:lnTo>
                  <a:lnTo>
                    <a:pt x="4959" y="1573"/>
                  </a:lnTo>
                  <a:lnTo>
                    <a:pt x="4934" y="1560"/>
                  </a:lnTo>
                  <a:lnTo>
                    <a:pt x="4921" y="1521"/>
                  </a:lnTo>
                  <a:lnTo>
                    <a:pt x="4883" y="1458"/>
                  </a:lnTo>
                  <a:lnTo>
                    <a:pt x="4870" y="1368"/>
                  </a:lnTo>
                  <a:lnTo>
                    <a:pt x="4844" y="1279"/>
                  </a:lnTo>
                  <a:lnTo>
                    <a:pt x="4819" y="1138"/>
                  </a:lnTo>
                  <a:lnTo>
                    <a:pt x="4742" y="1125"/>
                  </a:lnTo>
                  <a:lnTo>
                    <a:pt x="4665" y="1125"/>
                  </a:lnTo>
                  <a:lnTo>
                    <a:pt x="4499" y="1151"/>
                  </a:lnTo>
                  <a:lnTo>
                    <a:pt x="4346" y="1176"/>
                  </a:lnTo>
                  <a:lnTo>
                    <a:pt x="4282" y="1215"/>
                  </a:lnTo>
                  <a:lnTo>
                    <a:pt x="4218" y="1266"/>
                  </a:lnTo>
                  <a:lnTo>
                    <a:pt x="4129" y="1330"/>
                  </a:lnTo>
                  <a:lnTo>
                    <a:pt x="4014" y="1394"/>
                  </a:lnTo>
                  <a:lnTo>
                    <a:pt x="3937" y="1432"/>
                  </a:lnTo>
                  <a:lnTo>
                    <a:pt x="3924" y="1432"/>
                  </a:lnTo>
                  <a:lnTo>
                    <a:pt x="3899" y="1419"/>
                  </a:lnTo>
                  <a:lnTo>
                    <a:pt x="3886" y="1394"/>
                  </a:lnTo>
                  <a:lnTo>
                    <a:pt x="3873" y="1343"/>
                  </a:lnTo>
                  <a:lnTo>
                    <a:pt x="3873" y="1279"/>
                  </a:lnTo>
                  <a:lnTo>
                    <a:pt x="3860" y="1202"/>
                  </a:lnTo>
                  <a:lnTo>
                    <a:pt x="3835" y="1125"/>
                  </a:lnTo>
                  <a:lnTo>
                    <a:pt x="3796" y="1049"/>
                  </a:lnTo>
                  <a:lnTo>
                    <a:pt x="3771" y="1036"/>
                  </a:lnTo>
                  <a:lnTo>
                    <a:pt x="3745" y="1023"/>
                  </a:lnTo>
                  <a:lnTo>
                    <a:pt x="3720" y="1010"/>
                  </a:lnTo>
                  <a:lnTo>
                    <a:pt x="3694" y="1023"/>
                  </a:lnTo>
                  <a:lnTo>
                    <a:pt x="3643" y="1049"/>
                  </a:lnTo>
                  <a:lnTo>
                    <a:pt x="3592" y="1087"/>
                  </a:lnTo>
                  <a:lnTo>
                    <a:pt x="3553" y="1151"/>
                  </a:lnTo>
                  <a:lnTo>
                    <a:pt x="3464" y="1279"/>
                  </a:lnTo>
                  <a:lnTo>
                    <a:pt x="3285" y="1534"/>
                  </a:lnTo>
                  <a:lnTo>
                    <a:pt x="3183" y="1662"/>
                  </a:lnTo>
                  <a:lnTo>
                    <a:pt x="3068" y="1777"/>
                  </a:lnTo>
                  <a:lnTo>
                    <a:pt x="3055" y="1713"/>
                  </a:lnTo>
                  <a:lnTo>
                    <a:pt x="3029" y="1675"/>
                  </a:lnTo>
                  <a:lnTo>
                    <a:pt x="3004" y="1649"/>
                  </a:lnTo>
                  <a:lnTo>
                    <a:pt x="2966" y="1636"/>
                  </a:lnTo>
                  <a:lnTo>
                    <a:pt x="2927" y="1636"/>
                  </a:lnTo>
                  <a:lnTo>
                    <a:pt x="2876" y="1649"/>
                  </a:lnTo>
                  <a:lnTo>
                    <a:pt x="2774" y="1700"/>
                  </a:lnTo>
                  <a:lnTo>
                    <a:pt x="2569" y="1841"/>
                  </a:lnTo>
                  <a:lnTo>
                    <a:pt x="2467" y="1892"/>
                  </a:lnTo>
                  <a:lnTo>
                    <a:pt x="2390" y="1930"/>
                  </a:lnTo>
                  <a:lnTo>
                    <a:pt x="2339" y="1867"/>
                  </a:lnTo>
                  <a:lnTo>
                    <a:pt x="2314" y="1828"/>
                  </a:lnTo>
                  <a:lnTo>
                    <a:pt x="2301" y="1790"/>
                  </a:lnTo>
                  <a:lnTo>
                    <a:pt x="2301" y="1751"/>
                  </a:lnTo>
                  <a:lnTo>
                    <a:pt x="2327" y="1726"/>
                  </a:lnTo>
                  <a:lnTo>
                    <a:pt x="2352" y="1688"/>
                  </a:lnTo>
                  <a:lnTo>
                    <a:pt x="2429" y="1611"/>
                  </a:lnTo>
                  <a:lnTo>
                    <a:pt x="2518" y="1509"/>
                  </a:lnTo>
                  <a:lnTo>
                    <a:pt x="2557" y="1470"/>
                  </a:lnTo>
                  <a:lnTo>
                    <a:pt x="2569" y="1445"/>
                  </a:lnTo>
                  <a:lnTo>
                    <a:pt x="2557" y="1406"/>
                  </a:lnTo>
                  <a:lnTo>
                    <a:pt x="2518" y="1266"/>
                  </a:lnTo>
                  <a:lnTo>
                    <a:pt x="2595" y="1240"/>
                  </a:lnTo>
                  <a:lnTo>
                    <a:pt x="2684" y="1227"/>
                  </a:lnTo>
                  <a:lnTo>
                    <a:pt x="2851" y="1215"/>
                  </a:lnTo>
                  <a:lnTo>
                    <a:pt x="2876" y="1125"/>
                  </a:lnTo>
                  <a:lnTo>
                    <a:pt x="2889" y="1087"/>
                  </a:lnTo>
                  <a:lnTo>
                    <a:pt x="2914" y="1049"/>
                  </a:lnTo>
                  <a:lnTo>
                    <a:pt x="2953" y="1023"/>
                  </a:lnTo>
                  <a:lnTo>
                    <a:pt x="2991" y="997"/>
                  </a:lnTo>
                  <a:lnTo>
                    <a:pt x="3042" y="985"/>
                  </a:lnTo>
                  <a:lnTo>
                    <a:pt x="3093" y="972"/>
                  </a:lnTo>
                  <a:lnTo>
                    <a:pt x="3093" y="934"/>
                  </a:lnTo>
                  <a:lnTo>
                    <a:pt x="3093" y="908"/>
                  </a:lnTo>
                  <a:lnTo>
                    <a:pt x="3055" y="844"/>
                  </a:lnTo>
                  <a:lnTo>
                    <a:pt x="3004" y="793"/>
                  </a:lnTo>
                  <a:lnTo>
                    <a:pt x="2940" y="742"/>
                  </a:lnTo>
                  <a:lnTo>
                    <a:pt x="2812" y="640"/>
                  </a:lnTo>
                  <a:lnTo>
                    <a:pt x="2748" y="588"/>
                  </a:lnTo>
                  <a:lnTo>
                    <a:pt x="2710" y="525"/>
                  </a:lnTo>
                  <a:lnTo>
                    <a:pt x="2697" y="461"/>
                  </a:lnTo>
                  <a:lnTo>
                    <a:pt x="2697" y="371"/>
                  </a:lnTo>
                  <a:lnTo>
                    <a:pt x="2697" y="269"/>
                  </a:lnTo>
                  <a:lnTo>
                    <a:pt x="2697" y="179"/>
                  </a:lnTo>
                  <a:lnTo>
                    <a:pt x="2684" y="90"/>
                  </a:lnTo>
                  <a:lnTo>
                    <a:pt x="2672" y="64"/>
                  </a:lnTo>
                  <a:lnTo>
                    <a:pt x="2646" y="26"/>
                  </a:lnTo>
                  <a:lnTo>
                    <a:pt x="2608" y="13"/>
                  </a:lnTo>
                  <a:lnTo>
                    <a:pt x="2569" y="1"/>
                  </a:lnTo>
                  <a:lnTo>
                    <a:pt x="2518" y="1"/>
                  </a:lnTo>
                  <a:lnTo>
                    <a:pt x="2467" y="26"/>
                  </a:lnTo>
                  <a:lnTo>
                    <a:pt x="231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8" name="Google Shape;1166;p78">
              <a:extLst>
                <a:ext uri="{FF2B5EF4-FFF2-40B4-BE49-F238E27FC236}">
                  <a16:creationId xmlns:a16="http://schemas.microsoft.com/office/drawing/2014/main" id="{B629C396-874A-0C9F-60FB-C17BC4403BEF}"/>
                </a:ext>
              </a:extLst>
            </p:cNvPr>
            <p:cNvSpPr/>
            <p:nvPr/>
          </p:nvSpPr>
          <p:spPr>
            <a:xfrm>
              <a:off x="1797675" y="3041675"/>
              <a:ext cx="87250" cy="88850"/>
            </a:xfrm>
            <a:custGeom>
              <a:avLst/>
              <a:gdLst/>
              <a:ahLst/>
              <a:cxnLst/>
              <a:rect l="l" t="t" r="r" b="b"/>
              <a:pathLst>
                <a:path w="3490" h="3554" extrusionOk="0">
                  <a:moveTo>
                    <a:pt x="1509" y="1"/>
                  </a:moveTo>
                  <a:lnTo>
                    <a:pt x="1317" y="154"/>
                  </a:lnTo>
                  <a:lnTo>
                    <a:pt x="1432" y="397"/>
                  </a:lnTo>
                  <a:lnTo>
                    <a:pt x="1176" y="627"/>
                  </a:lnTo>
                  <a:lnTo>
                    <a:pt x="1342" y="985"/>
                  </a:lnTo>
                  <a:lnTo>
                    <a:pt x="1713" y="1355"/>
                  </a:lnTo>
                  <a:lnTo>
                    <a:pt x="1330" y="1662"/>
                  </a:lnTo>
                  <a:lnTo>
                    <a:pt x="397" y="2160"/>
                  </a:lnTo>
                  <a:lnTo>
                    <a:pt x="0" y="2812"/>
                  </a:lnTo>
                  <a:lnTo>
                    <a:pt x="243" y="3017"/>
                  </a:lnTo>
                  <a:lnTo>
                    <a:pt x="985" y="3554"/>
                  </a:lnTo>
                  <a:lnTo>
                    <a:pt x="1739" y="3554"/>
                  </a:lnTo>
                  <a:lnTo>
                    <a:pt x="2365" y="2876"/>
                  </a:lnTo>
                  <a:lnTo>
                    <a:pt x="2684" y="2876"/>
                  </a:lnTo>
                  <a:lnTo>
                    <a:pt x="2684" y="2263"/>
                  </a:lnTo>
                  <a:lnTo>
                    <a:pt x="3387" y="1803"/>
                  </a:lnTo>
                  <a:lnTo>
                    <a:pt x="3490" y="1688"/>
                  </a:lnTo>
                  <a:lnTo>
                    <a:pt x="2646" y="1624"/>
                  </a:lnTo>
                  <a:lnTo>
                    <a:pt x="2723" y="218"/>
                  </a:lnTo>
                  <a:lnTo>
                    <a:pt x="150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9" name="Google Shape;1167;p78">
              <a:extLst>
                <a:ext uri="{FF2B5EF4-FFF2-40B4-BE49-F238E27FC236}">
                  <a16:creationId xmlns:a16="http://schemas.microsoft.com/office/drawing/2014/main" id="{63490D55-A9EC-0D3A-97C5-F92B32FFDD09}"/>
                </a:ext>
              </a:extLst>
            </p:cNvPr>
            <p:cNvSpPr/>
            <p:nvPr/>
          </p:nvSpPr>
          <p:spPr>
            <a:xfrm>
              <a:off x="1865400" y="3030175"/>
              <a:ext cx="25275" cy="52425"/>
            </a:xfrm>
            <a:custGeom>
              <a:avLst/>
              <a:gdLst/>
              <a:ahLst/>
              <a:cxnLst/>
              <a:rect l="l" t="t" r="r" b="b"/>
              <a:pathLst>
                <a:path w="1011" h="2097" extrusionOk="0">
                  <a:moveTo>
                    <a:pt x="614" y="0"/>
                  </a:moveTo>
                  <a:lnTo>
                    <a:pt x="333" y="678"/>
                  </a:lnTo>
                  <a:lnTo>
                    <a:pt x="78" y="678"/>
                  </a:lnTo>
                  <a:lnTo>
                    <a:pt x="1" y="2033"/>
                  </a:lnTo>
                  <a:lnTo>
                    <a:pt x="844" y="2096"/>
                  </a:lnTo>
                  <a:lnTo>
                    <a:pt x="1011" y="1917"/>
                  </a:lnTo>
                  <a:lnTo>
                    <a:pt x="806" y="1917"/>
                  </a:lnTo>
                  <a:lnTo>
                    <a:pt x="729" y="1636"/>
                  </a:lnTo>
                  <a:lnTo>
                    <a:pt x="921" y="1381"/>
                  </a:lnTo>
                  <a:lnTo>
                    <a:pt x="755" y="908"/>
                  </a:lnTo>
                  <a:lnTo>
                    <a:pt x="793" y="154"/>
                  </a:lnTo>
                  <a:lnTo>
                    <a:pt x="793" y="13"/>
                  </a:lnTo>
                  <a:lnTo>
                    <a:pt x="61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168;p78">
              <a:extLst>
                <a:ext uri="{FF2B5EF4-FFF2-40B4-BE49-F238E27FC236}">
                  <a16:creationId xmlns:a16="http://schemas.microsoft.com/office/drawing/2014/main" id="{E0A9EA5F-332D-C454-BA1A-9B172143CC6F}"/>
                </a:ext>
              </a:extLst>
            </p:cNvPr>
            <p:cNvSpPr/>
            <p:nvPr/>
          </p:nvSpPr>
          <p:spPr>
            <a:xfrm>
              <a:off x="1866375" y="3076500"/>
              <a:ext cx="123025" cy="77025"/>
            </a:xfrm>
            <a:custGeom>
              <a:avLst/>
              <a:gdLst/>
              <a:ahLst/>
              <a:cxnLst/>
              <a:rect l="l" t="t" r="r" b="b"/>
              <a:pathLst>
                <a:path w="4921" h="3081" extrusionOk="0">
                  <a:moveTo>
                    <a:pt x="3247" y="1"/>
                  </a:moveTo>
                  <a:lnTo>
                    <a:pt x="1074" y="64"/>
                  </a:lnTo>
                  <a:lnTo>
                    <a:pt x="831" y="295"/>
                  </a:lnTo>
                  <a:lnTo>
                    <a:pt x="831" y="307"/>
                  </a:lnTo>
                  <a:lnTo>
                    <a:pt x="678" y="461"/>
                  </a:lnTo>
                  <a:lnTo>
                    <a:pt x="665" y="461"/>
                  </a:lnTo>
                  <a:lnTo>
                    <a:pt x="0" y="895"/>
                  </a:lnTo>
                  <a:lnTo>
                    <a:pt x="0" y="1496"/>
                  </a:lnTo>
                  <a:lnTo>
                    <a:pt x="652" y="1994"/>
                  </a:lnTo>
                  <a:lnTo>
                    <a:pt x="1368" y="2058"/>
                  </a:lnTo>
                  <a:lnTo>
                    <a:pt x="1329" y="2940"/>
                  </a:lnTo>
                  <a:lnTo>
                    <a:pt x="1444" y="3081"/>
                  </a:lnTo>
                  <a:lnTo>
                    <a:pt x="1828" y="2812"/>
                  </a:lnTo>
                  <a:lnTo>
                    <a:pt x="2173" y="1994"/>
                  </a:lnTo>
                  <a:lnTo>
                    <a:pt x="2774" y="1918"/>
                  </a:lnTo>
                  <a:lnTo>
                    <a:pt x="3106" y="1573"/>
                  </a:lnTo>
                  <a:lnTo>
                    <a:pt x="3400" y="1164"/>
                  </a:lnTo>
                  <a:lnTo>
                    <a:pt x="4154" y="1240"/>
                  </a:lnTo>
                  <a:lnTo>
                    <a:pt x="4793" y="1010"/>
                  </a:lnTo>
                  <a:lnTo>
                    <a:pt x="4921" y="908"/>
                  </a:lnTo>
                  <a:lnTo>
                    <a:pt x="4908" y="819"/>
                  </a:lnTo>
                  <a:lnTo>
                    <a:pt x="4895" y="819"/>
                  </a:lnTo>
                  <a:lnTo>
                    <a:pt x="4742" y="295"/>
                  </a:lnTo>
                  <a:lnTo>
                    <a:pt x="324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169;p78">
              <a:extLst>
                <a:ext uri="{FF2B5EF4-FFF2-40B4-BE49-F238E27FC236}">
                  <a16:creationId xmlns:a16="http://schemas.microsoft.com/office/drawing/2014/main" id="{DEB6D2EF-9B17-9AD6-8717-B88A16451467}"/>
                </a:ext>
              </a:extLst>
            </p:cNvPr>
            <p:cNvSpPr/>
            <p:nvPr/>
          </p:nvSpPr>
          <p:spPr>
            <a:xfrm>
              <a:off x="1903425" y="3100775"/>
              <a:ext cx="89825" cy="89175"/>
            </a:xfrm>
            <a:custGeom>
              <a:avLst/>
              <a:gdLst/>
              <a:ahLst/>
              <a:cxnLst/>
              <a:rect l="l" t="t" r="r" b="b"/>
              <a:pathLst>
                <a:path w="3593" h="3567" extrusionOk="0">
                  <a:moveTo>
                    <a:pt x="3452" y="1"/>
                  </a:moveTo>
                  <a:lnTo>
                    <a:pt x="3349" y="90"/>
                  </a:lnTo>
                  <a:lnTo>
                    <a:pt x="2672" y="333"/>
                  </a:lnTo>
                  <a:lnTo>
                    <a:pt x="1943" y="257"/>
                  </a:lnTo>
                  <a:lnTo>
                    <a:pt x="1675" y="640"/>
                  </a:lnTo>
                  <a:lnTo>
                    <a:pt x="1317" y="1011"/>
                  </a:lnTo>
                  <a:lnTo>
                    <a:pt x="742" y="1087"/>
                  </a:lnTo>
                  <a:lnTo>
                    <a:pt x="384" y="1892"/>
                  </a:lnTo>
                  <a:lnTo>
                    <a:pt x="1" y="2161"/>
                  </a:lnTo>
                  <a:lnTo>
                    <a:pt x="26" y="2225"/>
                  </a:lnTo>
                  <a:lnTo>
                    <a:pt x="397" y="2519"/>
                  </a:lnTo>
                  <a:lnTo>
                    <a:pt x="729" y="3030"/>
                  </a:lnTo>
                  <a:lnTo>
                    <a:pt x="1279" y="3324"/>
                  </a:lnTo>
                  <a:lnTo>
                    <a:pt x="1279" y="3337"/>
                  </a:lnTo>
                  <a:lnTo>
                    <a:pt x="1471" y="3286"/>
                  </a:lnTo>
                  <a:lnTo>
                    <a:pt x="1496" y="3286"/>
                  </a:lnTo>
                  <a:lnTo>
                    <a:pt x="2007" y="3452"/>
                  </a:lnTo>
                  <a:lnTo>
                    <a:pt x="2212" y="3286"/>
                  </a:lnTo>
                  <a:lnTo>
                    <a:pt x="2237" y="3273"/>
                  </a:lnTo>
                  <a:lnTo>
                    <a:pt x="2263" y="3286"/>
                  </a:lnTo>
                  <a:lnTo>
                    <a:pt x="2761" y="3567"/>
                  </a:lnTo>
                  <a:lnTo>
                    <a:pt x="3030" y="3477"/>
                  </a:lnTo>
                  <a:lnTo>
                    <a:pt x="3004" y="2902"/>
                  </a:lnTo>
                  <a:lnTo>
                    <a:pt x="3081" y="2634"/>
                  </a:lnTo>
                  <a:lnTo>
                    <a:pt x="2940" y="2455"/>
                  </a:lnTo>
                  <a:lnTo>
                    <a:pt x="3170" y="2174"/>
                  </a:lnTo>
                  <a:lnTo>
                    <a:pt x="3222" y="1074"/>
                  </a:lnTo>
                  <a:lnTo>
                    <a:pt x="3592" y="550"/>
                  </a:lnTo>
                  <a:lnTo>
                    <a:pt x="345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170;p78">
              <a:extLst>
                <a:ext uri="{FF2B5EF4-FFF2-40B4-BE49-F238E27FC236}">
                  <a16:creationId xmlns:a16="http://schemas.microsoft.com/office/drawing/2014/main" id="{7EA4A4F2-0001-71B8-5245-105B7034DFBD}"/>
                </a:ext>
              </a:extLst>
            </p:cNvPr>
            <p:cNvSpPr/>
            <p:nvPr/>
          </p:nvSpPr>
          <p:spPr>
            <a:xfrm>
              <a:off x="2300275" y="4526775"/>
              <a:ext cx="5775" cy="10250"/>
            </a:xfrm>
            <a:custGeom>
              <a:avLst/>
              <a:gdLst/>
              <a:ahLst/>
              <a:cxnLst/>
              <a:rect l="l" t="t" r="r" b="b"/>
              <a:pathLst>
                <a:path w="231" h="410" extrusionOk="0">
                  <a:moveTo>
                    <a:pt x="0" y="1"/>
                  </a:moveTo>
                  <a:lnTo>
                    <a:pt x="26" y="410"/>
                  </a:lnTo>
                  <a:lnTo>
                    <a:pt x="39" y="333"/>
                  </a:lnTo>
                  <a:lnTo>
                    <a:pt x="230" y="346"/>
                  </a:lnTo>
                  <a:lnTo>
                    <a:pt x="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171;p78">
              <a:extLst>
                <a:ext uri="{FF2B5EF4-FFF2-40B4-BE49-F238E27FC236}">
                  <a16:creationId xmlns:a16="http://schemas.microsoft.com/office/drawing/2014/main" id="{1FACD50D-75FB-C025-5B64-1DAB25AE8832}"/>
                </a:ext>
              </a:extLst>
            </p:cNvPr>
            <p:cNvSpPr/>
            <p:nvPr/>
          </p:nvSpPr>
          <p:spPr>
            <a:xfrm>
              <a:off x="1886825" y="3030500"/>
              <a:ext cx="325" cy="25"/>
            </a:xfrm>
            <a:custGeom>
              <a:avLst/>
              <a:gdLst/>
              <a:ahLst/>
              <a:cxnLst/>
              <a:rect l="l" t="t" r="r" b="b"/>
              <a:pathLst>
                <a:path w="13" h="1" extrusionOk="0">
                  <a:moveTo>
                    <a:pt x="0" y="0"/>
                  </a:moveTo>
                  <a:lnTo>
                    <a:pt x="13" y="0"/>
                  </a:lnTo>
                  <a:lnTo>
                    <a:pt x="13" y="0"/>
                  </a:lnTo>
                  <a:lnTo>
                    <a:pt x="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172;p78">
              <a:extLst>
                <a:ext uri="{FF2B5EF4-FFF2-40B4-BE49-F238E27FC236}">
                  <a16:creationId xmlns:a16="http://schemas.microsoft.com/office/drawing/2014/main" id="{75E3F5B6-8461-B84E-F636-20515684CC8C}"/>
                </a:ext>
              </a:extLst>
            </p:cNvPr>
            <p:cNvSpPr/>
            <p:nvPr/>
          </p:nvSpPr>
          <p:spPr>
            <a:xfrm>
              <a:off x="2656525" y="3433725"/>
              <a:ext cx="17275" cy="18225"/>
            </a:xfrm>
            <a:custGeom>
              <a:avLst/>
              <a:gdLst/>
              <a:ahLst/>
              <a:cxnLst/>
              <a:rect l="l" t="t" r="r" b="b"/>
              <a:pathLst>
                <a:path w="691" h="729" extrusionOk="0">
                  <a:moveTo>
                    <a:pt x="538" y="0"/>
                  </a:moveTo>
                  <a:lnTo>
                    <a:pt x="346" y="39"/>
                  </a:lnTo>
                  <a:lnTo>
                    <a:pt x="218" y="256"/>
                  </a:lnTo>
                  <a:lnTo>
                    <a:pt x="26" y="588"/>
                  </a:lnTo>
                  <a:lnTo>
                    <a:pt x="1" y="729"/>
                  </a:lnTo>
                  <a:lnTo>
                    <a:pt x="346" y="588"/>
                  </a:lnTo>
                  <a:lnTo>
                    <a:pt x="614" y="256"/>
                  </a:lnTo>
                  <a:lnTo>
                    <a:pt x="691" y="13"/>
                  </a:lnTo>
                  <a:lnTo>
                    <a:pt x="53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5" name="Google Shape;1173;p78">
              <a:extLst>
                <a:ext uri="{FF2B5EF4-FFF2-40B4-BE49-F238E27FC236}">
                  <a16:creationId xmlns:a16="http://schemas.microsoft.com/office/drawing/2014/main" id="{B82BE91C-52E0-5535-D80A-9F3B883CE36D}"/>
                </a:ext>
              </a:extLst>
            </p:cNvPr>
            <p:cNvSpPr/>
            <p:nvPr/>
          </p:nvSpPr>
          <p:spPr>
            <a:xfrm>
              <a:off x="2672200" y="3433075"/>
              <a:ext cx="8325" cy="10575"/>
            </a:xfrm>
            <a:custGeom>
              <a:avLst/>
              <a:gdLst/>
              <a:ahLst/>
              <a:cxnLst/>
              <a:rect l="l" t="t" r="r" b="b"/>
              <a:pathLst>
                <a:path w="333" h="423" extrusionOk="0">
                  <a:moveTo>
                    <a:pt x="294" y="1"/>
                  </a:moveTo>
                  <a:lnTo>
                    <a:pt x="128" y="26"/>
                  </a:lnTo>
                  <a:lnTo>
                    <a:pt x="77" y="192"/>
                  </a:lnTo>
                  <a:lnTo>
                    <a:pt x="0" y="422"/>
                  </a:lnTo>
                  <a:lnTo>
                    <a:pt x="115" y="422"/>
                  </a:lnTo>
                  <a:lnTo>
                    <a:pt x="256" y="205"/>
                  </a:lnTo>
                  <a:lnTo>
                    <a:pt x="33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6" name="Google Shape;1174;p78">
              <a:extLst>
                <a:ext uri="{FF2B5EF4-FFF2-40B4-BE49-F238E27FC236}">
                  <a16:creationId xmlns:a16="http://schemas.microsoft.com/office/drawing/2014/main" id="{EEF2BA28-E012-1CB4-FC4C-84EB2D858AD8}"/>
                </a:ext>
              </a:extLst>
            </p:cNvPr>
            <p:cNvSpPr/>
            <p:nvPr/>
          </p:nvSpPr>
          <p:spPr>
            <a:xfrm>
              <a:off x="2676975" y="3423175"/>
              <a:ext cx="7050" cy="6425"/>
            </a:xfrm>
            <a:custGeom>
              <a:avLst/>
              <a:gdLst/>
              <a:ahLst/>
              <a:cxnLst/>
              <a:rect l="l" t="t" r="r" b="b"/>
              <a:pathLst>
                <a:path w="282" h="257" extrusionOk="0">
                  <a:moveTo>
                    <a:pt x="282" y="1"/>
                  </a:moveTo>
                  <a:lnTo>
                    <a:pt x="39" y="39"/>
                  </a:lnTo>
                  <a:lnTo>
                    <a:pt x="1" y="205"/>
                  </a:lnTo>
                  <a:lnTo>
                    <a:pt x="129" y="256"/>
                  </a:lnTo>
                  <a:lnTo>
                    <a:pt x="244" y="141"/>
                  </a:lnTo>
                  <a:lnTo>
                    <a:pt x="28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175;p78">
              <a:extLst>
                <a:ext uri="{FF2B5EF4-FFF2-40B4-BE49-F238E27FC236}">
                  <a16:creationId xmlns:a16="http://schemas.microsoft.com/office/drawing/2014/main" id="{BA15D82B-A2E6-DB6A-3787-976F811192DC}"/>
                </a:ext>
              </a:extLst>
            </p:cNvPr>
            <p:cNvSpPr/>
            <p:nvPr/>
          </p:nvSpPr>
          <p:spPr>
            <a:xfrm>
              <a:off x="2172475" y="3296325"/>
              <a:ext cx="833000" cy="844500"/>
            </a:xfrm>
            <a:custGeom>
              <a:avLst/>
              <a:gdLst/>
              <a:ahLst/>
              <a:cxnLst/>
              <a:rect l="l" t="t" r="r" b="b"/>
              <a:pathLst>
                <a:path w="33320" h="33780" extrusionOk="0">
                  <a:moveTo>
                    <a:pt x="12423" y="1"/>
                  </a:moveTo>
                  <a:lnTo>
                    <a:pt x="12065" y="39"/>
                  </a:lnTo>
                  <a:lnTo>
                    <a:pt x="12078" y="192"/>
                  </a:lnTo>
                  <a:lnTo>
                    <a:pt x="12078" y="218"/>
                  </a:lnTo>
                  <a:lnTo>
                    <a:pt x="11720" y="576"/>
                  </a:lnTo>
                  <a:lnTo>
                    <a:pt x="11707" y="589"/>
                  </a:lnTo>
                  <a:lnTo>
                    <a:pt x="10813" y="908"/>
                  </a:lnTo>
                  <a:lnTo>
                    <a:pt x="10787" y="908"/>
                  </a:lnTo>
                  <a:lnTo>
                    <a:pt x="10544" y="767"/>
                  </a:lnTo>
                  <a:lnTo>
                    <a:pt x="10212" y="882"/>
                  </a:lnTo>
                  <a:lnTo>
                    <a:pt x="10237" y="1215"/>
                  </a:lnTo>
                  <a:lnTo>
                    <a:pt x="10237" y="1240"/>
                  </a:lnTo>
                  <a:lnTo>
                    <a:pt x="10212" y="1253"/>
                  </a:lnTo>
                  <a:lnTo>
                    <a:pt x="9982" y="1355"/>
                  </a:lnTo>
                  <a:lnTo>
                    <a:pt x="9943" y="1355"/>
                  </a:lnTo>
                  <a:lnTo>
                    <a:pt x="9573" y="1010"/>
                  </a:lnTo>
                  <a:lnTo>
                    <a:pt x="8934" y="985"/>
                  </a:lnTo>
                  <a:lnTo>
                    <a:pt x="8908" y="972"/>
                  </a:lnTo>
                  <a:lnTo>
                    <a:pt x="8895" y="946"/>
                  </a:lnTo>
                  <a:lnTo>
                    <a:pt x="8895" y="793"/>
                  </a:lnTo>
                  <a:lnTo>
                    <a:pt x="8448" y="640"/>
                  </a:lnTo>
                  <a:lnTo>
                    <a:pt x="8857" y="1151"/>
                  </a:lnTo>
                  <a:lnTo>
                    <a:pt x="8857" y="1164"/>
                  </a:lnTo>
                  <a:lnTo>
                    <a:pt x="9049" y="1982"/>
                  </a:lnTo>
                  <a:lnTo>
                    <a:pt x="9049" y="2007"/>
                  </a:lnTo>
                  <a:lnTo>
                    <a:pt x="8959" y="2135"/>
                  </a:lnTo>
                  <a:lnTo>
                    <a:pt x="9471" y="2212"/>
                  </a:lnTo>
                  <a:lnTo>
                    <a:pt x="9496" y="2224"/>
                  </a:lnTo>
                  <a:lnTo>
                    <a:pt x="9496" y="2263"/>
                  </a:lnTo>
                  <a:lnTo>
                    <a:pt x="9483" y="2493"/>
                  </a:lnTo>
                  <a:lnTo>
                    <a:pt x="9483" y="2518"/>
                  </a:lnTo>
                  <a:lnTo>
                    <a:pt x="9458" y="2531"/>
                  </a:lnTo>
                  <a:lnTo>
                    <a:pt x="8947" y="2633"/>
                  </a:lnTo>
                  <a:lnTo>
                    <a:pt x="8627" y="3106"/>
                  </a:lnTo>
                  <a:lnTo>
                    <a:pt x="8614" y="3119"/>
                  </a:lnTo>
                  <a:lnTo>
                    <a:pt x="8576" y="3119"/>
                  </a:lnTo>
                  <a:lnTo>
                    <a:pt x="8563" y="3106"/>
                  </a:lnTo>
                  <a:lnTo>
                    <a:pt x="8474" y="3004"/>
                  </a:lnTo>
                  <a:lnTo>
                    <a:pt x="8180" y="3170"/>
                  </a:lnTo>
                  <a:lnTo>
                    <a:pt x="7541" y="3681"/>
                  </a:lnTo>
                  <a:lnTo>
                    <a:pt x="7515" y="3694"/>
                  </a:lnTo>
                  <a:lnTo>
                    <a:pt x="7502" y="3681"/>
                  </a:lnTo>
                  <a:lnTo>
                    <a:pt x="7490" y="3669"/>
                  </a:lnTo>
                  <a:lnTo>
                    <a:pt x="7490" y="3656"/>
                  </a:lnTo>
                  <a:lnTo>
                    <a:pt x="7438" y="3324"/>
                  </a:lnTo>
                  <a:lnTo>
                    <a:pt x="6927" y="3541"/>
                  </a:lnTo>
                  <a:lnTo>
                    <a:pt x="6914" y="3554"/>
                  </a:lnTo>
                  <a:lnTo>
                    <a:pt x="6889" y="3541"/>
                  </a:lnTo>
                  <a:lnTo>
                    <a:pt x="6327" y="3119"/>
                  </a:lnTo>
                  <a:lnTo>
                    <a:pt x="6160" y="3183"/>
                  </a:lnTo>
                  <a:lnTo>
                    <a:pt x="6135" y="3170"/>
                  </a:lnTo>
                  <a:lnTo>
                    <a:pt x="6109" y="3145"/>
                  </a:lnTo>
                  <a:lnTo>
                    <a:pt x="6045" y="2748"/>
                  </a:lnTo>
                  <a:lnTo>
                    <a:pt x="5777" y="2391"/>
                  </a:lnTo>
                  <a:lnTo>
                    <a:pt x="5470" y="2659"/>
                  </a:lnTo>
                  <a:lnTo>
                    <a:pt x="5445" y="2672"/>
                  </a:lnTo>
                  <a:lnTo>
                    <a:pt x="5419" y="2659"/>
                  </a:lnTo>
                  <a:lnTo>
                    <a:pt x="5266" y="2493"/>
                  </a:lnTo>
                  <a:lnTo>
                    <a:pt x="5202" y="2672"/>
                  </a:lnTo>
                  <a:lnTo>
                    <a:pt x="5189" y="2697"/>
                  </a:lnTo>
                  <a:lnTo>
                    <a:pt x="5164" y="2697"/>
                  </a:lnTo>
                  <a:lnTo>
                    <a:pt x="3911" y="2621"/>
                  </a:lnTo>
                  <a:lnTo>
                    <a:pt x="3809" y="2685"/>
                  </a:lnTo>
                  <a:lnTo>
                    <a:pt x="3770" y="3145"/>
                  </a:lnTo>
                  <a:lnTo>
                    <a:pt x="4269" y="3196"/>
                  </a:lnTo>
                  <a:lnTo>
                    <a:pt x="4282" y="3209"/>
                  </a:lnTo>
                  <a:lnTo>
                    <a:pt x="4294" y="3221"/>
                  </a:lnTo>
                  <a:lnTo>
                    <a:pt x="4384" y="3605"/>
                  </a:lnTo>
                  <a:lnTo>
                    <a:pt x="4384" y="3630"/>
                  </a:lnTo>
                  <a:lnTo>
                    <a:pt x="4371" y="3643"/>
                  </a:lnTo>
                  <a:lnTo>
                    <a:pt x="4346" y="3656"/>
                  </a:lnTo>
                  <a:lnTo>
                    <a:pt x="4333" y="3643"/>
                  </a:lnTo>
                  <a:lnTo>
                    <a:pt x="3975" y="3503"/>
                  </a:lnTo>
                  <a:lnTo>
                    <a:pt x="3591" y="3618"/>
                  </a:lnTo>
                  <a:lnTo>
                    <a:pt x="3553" y="4244"/>
                  </a:lnTo>
                  <a:lnTo>
                    <a:pt x="3924" y="4499"/>
                  </a:lnTo>
                  <a:lnTo>
                    <a:pt x="3937" y="4512"/>
                  </a:lnTo>
                  <a:lnTo>
                    <a:pt x="3937" y="4538"/>
                  </a:lnTo>
                  <a:lnTo>
                    <a:pt x="3898" y="4768"/>
                  </a:lnTo>
                  <a:lnTo>
                    <a:pt x="4090" y="5023"/>
                  </a:lnTo>
                  <a:lnTo>
                    <a:pt x="4090" y="5049"/>
                  </a:lnTo>
                  <a:lnTo>
                    <a:pt x="3476" y="7810"/>
                  </a:lnTo>
                  <a:lnTo>
                    <a:pt x="3464" y="7822"/>
                  </a:lnTo>
                  <a:lnTo>
                    <a:pt x="3438" y="7835"/>
                  </a:lnTo>
                  <a:lnTo>
                    <a:pt x="3208" y="7835"/>
                  </a:lnTo>
                  <a:lnTo>
                    <a:pt x="3183" y="7822"/>
                  </a:lnTo>
                  <a:lnTo>
                    <a:pt x="2965" y="7631"/>
                  </a:lnTo>
                  <a:lnTo>
                    <a:pt x="2531" y="7861"/>
                  </a:lnTo>
                  <a:lnTo>
                    <a:pt x="2518" y="7861"/>
                  </a:lnTo>
                  <a:lnTo>
                    <a:pt x="1687" y="8040"/>
                  </a:lnTo>
                  <a:lnTo>
                    <a:pt x="946" y="8500"/>
                  </a:lnTo>
                  <a:lnTo>
                    <a:pt x="677" y="9305"/>
                  </a:lnTo>
                  <a:lnTo>
                    <a:pt x="754" y="9548"/>
                  </a:lnTo>
                  <a:lnTo>
                    <a:pt x="754" y="9573"/>
                  </a:lnTo>
                  <a:lnTo>
                    <a:pt x="741" y="9599"/>
                  </a:lnTo>
                  <a:lnTo>
                    <a:pt x="230" y="9893"/>
                  </a:lnTo>
                  <a:lnTo>
                    <a:pt x="230" y="10366"/>
                  </a:lnTo>
                  <a:lnTo>
                    <a:pt x="230" y="10391"/>
                  </a:lnTo>
                  <a:lnTo>
                    <a:pt x="205" y="10404"/>
                  </a:lnTo>
                  <a:lnTo>
                    <a:pt x="0" y="10417"/>
                  </a:lnTo>
                  <a:lnTo>
                    <a:pt x="0" y="10583"/>
                  </a:lnTo>
                  <a:lnTo>
                    <a:pt x="166" y="10736"/>
                  </a:lnTo>
                  <a:lnTo>
                    <a:pt x="179" y="10749"/>
                  </a:lnTo>
                  <a:lnTo>
                    <a:pt x="179" y="10762"/>
                  </a:lnTo>
                  <a:lnTo>
                    <a:pt x="153" y="10954"/>
                  </a:lnTo>
                  <a:lnTo>
                    <a:pt x="856" y="11810"/>
                  </a:lnTo>
                  <a:lnTo>
                    <a:pt x="869" y="11835"/>
                  </a:lnTo>
                  <a:lnTo>
                    <a:pt x="856" y="11861"/>
                  </a:lnTo>
                  <a:lnTo>
                    <a:pt x="652" y="12129"/>
                  </a:lnTo>
                  <a:lnTo>
                    <a:pt x="1342" y="12168"/>
                  </a:lnTo>
                  <a:lnTo>
                    <a:pt x="1368" y="12181"/>
                  </a:lnTo>
                  <a:lnTo>
                    <a:pt x="1380" y="12193"/>
                  </a:lnTo>
                  <a:lnTo>
                    <a:pt x="1457" y="12564"/>
                  </a:lnTo>
                  <a:lnTo>
                    <a:pt x="2173" y="12666"/>
                  </a:lnTo>
                  <a:lnTo>
                    <a:pt x="2748" y="12142"/>
                  </a:lnTo>
                  <a:lnTo>
                    <a:pt x="2774" y="12129"/>
                  </a:lnTo>
                  <a:lnTo>
                    <a:pt x="2799" y="12129"/>
                  </a:lnTo>
                  <a:lnTo>
                    <a:pt x="2812" y="12142"/>
                  </a:lnTo>
                  <a:lnTo>
                    <a:pt x="2812" y="12168"/>
                  </a:lnTo>
                  <a:lnTo>
                    <a:pt x="2748" y="13420"/>
                  </a:lnTo>
                  <a:lnTo>
                    <a:pt x="2991" y="13561"/>
                  </a:lnTo>
                  <a:lnTo>
                    <a:pt x="3374" y="13420"/>
                  </a:lnTo>
                  <a:lnTo>
                    <a:pt x="3387" y="13407"/>
                  </a:lnTo>
                  <a:lnTo>
                    <a:pt x="4333" y="13535"/>
                  </a:lnTo>
                  <a:lnTo>
                    <a:pt x="4346" y="13548"/>
                  </a:lnTo>
                  <a:lnTo>
                    <a:pt x="4358" y="13561"/>
                  </a:lnTo>
                  <a:lnTo>
                    <a:pt x="4422" y="13663"/>
                  </a:lnTo>
                  <a:lnTo>
                    <a:pt x="4908" y="13216"/>
                  </a:lnTo>
                  <a:lnTo>
                    <a:pt x="4933" y="13203"/>
                  </a:lnTo>
                  <a:lnTo>
                    <a:pt x="5253" y="13229"/>
                  </a:lnTo>
                  <a:lnTo>
                    <a:pt x="6199" y="12577"/>
                  </a:lnTo>
                  <a:lnTo>
                    <a:pt x="6212" y="12577"/>
                  </a:lnTo>
                  <a:lnTo>
                    <a:pt x="7196" y="12462"/>
                  </a:lnTo>
                  <a:lnTo>
                    <a:pt x="7221" y="12474"/>
                  </a:lnTo>
                  <a:lnTo>
                    <a:pt x="7234" y="12500"/>
                  </a:lnTo>
                  <a:lnTo>
                    <a:pt x="7336" y="12935"/>
                  </a:lnTo>
                  <a:lnTo>
                    <a:pt x="7336" y="12947"/>
                  </a:lnTo>
                  <a:lnTo>
                    <a:pt x="7323" y="12973"/>
                  </a:lnTo>
                  <a:lnTo>
                    <a:pt x="7145" y="13165"/>
                  </a:lnTo>
                  <a:lnTo>
                    <a:pt x="7323" y="13574"/>
                  </a:lnTo>
                  <a:lnTo>
                    <a:pt x="7323" y="13586"/>
                  </a:lnTo>
                  <a:lnTo>
                    <a:pt x="7323" y="13612"/>
                  </a:lnTo>
                  <a:lnTo>
                    <a:pt x="7183" y="13842"/>
                  </a:lnTo>
                  <a:lnTo>
                    <a:pt x="7541" y="14481"/>
                  </a:lnTo>
                  <a:lnTo>
                    <a:pt x="7886" y="14660"/>
                  </a:lnTo>
                  <a:lnTo>
                    <a:pt x="7899" y="14686"/>
                  </a:lnTo>
                  <a:lnTo>
                    <a:pt x="8001" y="14890"/>
                  </a:lnTo>
                  <a:lnTo>
                    <a:pt x="8384" y="14928"/>
                  </a:lnTo>
                  <a:lnTo>
                    <a:pt x="8486" y="14813"/>
                  </a:lnTo>
                  <a:lnTo>
                    <a:pt x="8512" y="14801"/>
                  </a:lnTo>
                  <a:lnTo>
                    <a:pt x="8538" y="14801"/>
                  </a:lnTo>
                  <a:lnTo>
                    <a:pt x="9087" y="15018"/>
                  </a:lnTo>
                  <a:lnTo>
                    <a:pt x="9100" y="15043"/>
                  </a:lnTo>
                  <a:lnTo>
                    <a:pt x="9317" y="15414"/>
                  </a:lnTo>
                  <a:lnTo>
                    <a:pt x="9854" y="15491"/>
                  </a:lnTo>
                  <a:lnTo>
                    <a:pt x="9880" y="15491"/>
                  </a:lnTo>
                  <a:lnTo>
                    <a:pt x="9892" y="15516"/>
                  </a:lnTo>
                  <a:lnTo>
                    <a:pt x="10033" y="15887"/>
                  </a:lnTo>
                  <a:lnTo>
                    <a:pt x="10749" y="15900"/>
                  </a:lnTo>
                  <a:lnTo>
                    <a:pt x="10774" y="15900"/>
                  </a:lnTo>
                  <a:lnTo>
                    <a:pt x="11273" y="16194"/>
                  </a:lnTo>
                  <a:lnTo>
                    <a:pt x="11285" y="16206"/>
                  </a:lnTo>
                  <a:lnTo>
                    <a:pt x="11285" y="16232"/>
                  </a:lnTo>
                  <a:lnTo>
                    <a:pt x="11234" y="16488"/>
                  </a:lnTo>
                  <a:lnTo>
                    <a:pt x="11400" y="16884"/>
                  </a:lnTo>
                  <a:lnTo>
                    <a:pt x="11400" y="16897"/>
                  </a:lnTo>
                  <a:lnTo>
                    <a:pt x="11413" y="17293"/>
                  </a:lnTo>
                  <a:lnTo>
                    <a:pt x="11400" y="17318"/>
                  </a:lnTo>
                  <a:lnTo>
                    <a:pt x="11375" y="17331"/>
                  </a:lnTo>
                  <a:lnTo>
                    <a:pt x="11158" y="17318"/>
                  </a:lnTo>
                  <a:lnTo>
                    <a:pt x="11439" y="17676"/>
                  </a:lnTo>
                  <a:lnTo>
                    <a:pt x="11452" y="17702"/>
                  </a:lnTo>
                  <a:lnTo>
                    <a:pt x="11413" y="18277"/>
                  </a:lnTo>
                  <a:lnTo>
                    <a:pt x="12883" y="18366"/>
                  </a:lnTo>
                  <a:lnTo>
                    <a:pt x="12909" y="18379"/>
                  </a:lnTo>
                  <a:lnTo>
                    <a:pt x="12921" y="18405"/>
                  </a:lnTo>
                  <a:lnTo>
                    <a:pt x="12934" y="18584"/>
                  </a:lnTo>
                  <a:lnTo>
                    <a:pt x="12934" y="18609"/>
                  </a:lnTo>
                  <a:lnTo>
                    <a:pt x="12755" y="18865"/>
                  </a:lnTo>
                  <a:lnTo>
                    <a:pt x="12832" y="19248"/>
                  </a:lnTo>
                  <a:lnTo>
                    <a:pt x="13024" y="19504"/>
                  </a:lnTo>
                  <a:lnTo>
                    <a:pt x="13279" y="19517"/>
                  </a:lnTo>
                  <a:lnTo>
                    <a:pt x="13292" y="19517"/>
                  </a:lnTo>
                  <a:lnTo>
                    <a:pt x="13305" y="19542"/>
                  </a:lnTo>
                  <a:lnTo>
                    <a:pt x="13522" y="20079"/>
                  </a:lnTo>
                  <a:lnTo>
                    <a:pt x="13535" y="20092"/>
                  </a:lnTo>
                  <a:lnTo>
                    <a:pt x="13522" y="20117"/>
                  </a:lnTo>
                  <a:lnTo>
                    <a:pt x="13203" y="20667"/>
                  </a:lnTo>
                  <a:lnTo>
                    <a:pt x="13318" y="20846"/>
                  </a:lnTo>
                  <a:lnTo>
                    <a:pt x="13318" y="20859"/>
                  </a:lnTo>
                  <a:lnTo>
                    <a:pt x="13318" y="20884"/>
                  </a:lnTo>
                  <a:lnTo>
                    <a:pt x="12972" y="21434"/>
                  </a:lnTo>
                  <a:lnTo>
                    <a:pt x="13151" y="21613"/>
                  </a:lnTo>
                  <a:lnTo>
                    <a:pt x="13151" y="21625"/>
                  </a:lnTo>
                  <a:lnTo>
                    <a:pt x="13164" y="21651"/>
                  </a:lnTo>
                  <a:lnTo>
                    <a:pt x="13151" y="21664"/>
                  </a:lnTo>
                  <a:lnTo>
                    <a:pt x="13139" y="21676"/>
                  </a:lnTo>
                  <a:lnTo>
                    <a:pt x="12845" y="21792"/>
                  </a:lnTo>
                  <a:lnTo>
                    <a:pt x="12819" y="21894"/>
                  </a:lnTo>
                  <a:lnTo>
                    <a:pt x="12998" y="22341"/>
                  </a:lnTo>
                  <a:lnTo>
                    <a:pt x="13011" y="22367"/>
                  </a:lnTo>
                  <a:lnTo>
                    <a:pt x="12870" y="23517"/>
                  </a:lnTo>
                  <a:lnTo>
                    <a:pt x="13739" y="23683"/>
                  </a:lnTo>
                  <a:lnTo>
                    <a:pt x="13969" y="23517"/>
                  </a:lnTo>
                  <a:lnTo>
                    <a:pt x="13995" y="23504"/>
                  </a:lnTo>
                  <a:lnTo>
                    <a:pt x="14021" y="23517"/>
                  </a:lnTo>
                  <a:lnTo>
                    <a:pt x="14238" y="23734"/>
                  </a:lnTo>
                  <a:lnTo>
                    <a:pt x="14493" y="23760"/>
                  </a:lnTo>
                  <a:lnTo>
                    <a:pt x="14506" y="23760"/>
                  </a:lnTo>
                  <a:lnTo>
                    <a:pt x="14519" y="23785"/>
                  </a:lnTo>
                  <a:lnTo>
                    <a:pt x="14787" y="25255"/>
                  </a:lnTo>
                  <a:lnTo>
                    <a:pt x="15439" y="25153"/>
                  </a:lnTo>
                  <a:lnTo>
                    <a:pt x="15452" y="25166"/>
                  </a:lnTo>
                  <a:lnTo>
                    <a:pt x="15478" y="25178"/>
                  </a:lnTo>
                  <a:lnTo>
                    <a:pt x="15682" y="25600"/>
                  </a:lnTo>
                  <a:lnTo>
                    <a:pt x="15682" y="25626"/>
                  </a:lnTo>
                  <a:lnTo>
                    <a:pt x="15311" y="26776"/>
                  </a:lnTo>
                  <a:lnTo>
                    <a:pt x="15311" y="26776"/>
                  </a:lnTo>
                  <a:lnTo>
                    <a:pt x="15733" y="26750"/>
                  </a:lnTo>
                  <a:lnTo>
                    <a:pt x="15759" y="26750"/>
                  </a:lnTo>
                  <a:lnTo>
                    <a:pt x="15784" y="26776"/>
                  </a:lnTo>
                  <a:lnTo>
                    <a:pt x="15938" y="27351"/>
                  </a:lnTo>
                  <a:lnTo>
                    <a:pt x="15938" y="27364"/>
                  </a:lnTo>
                  <a:lnTo>
                    <a:pt x="15746" y="28118"/>
                  </a:lnTo>
                  <a:lnTo>
                    <a:pt x="15746" y="28131"/>
                  </a:lnTo>
                  <a:lnTo>
                    <a:pt x="15733" y="28143"/>
                  </a:lnTo>
                  <a:lnTo>
                    <a:pt x="14749" y="28514"/>
                  </a:lnTo>
                  <a:lnTo>
                    <a:pt x="14212" y="28910"/>
                  </a:lnTo>
                  <a:lnTo>
                    <a:pt x="14212" y="29064"/>
                  </a:lnTo>
                  <a:lnTo>
                    <a:pt x="14199" y="29089"/>
                  </a:lnTo>
                  <a:lnTo>
                    <a:pt x="14174" y="29102"/>
                  </a:lnTo>
                  <a:lnTo>
                    <a:pt x="13995" y="29102"/>
                  </a:lnTo>
                  <a:lnTo>
                    <a:pt x="13369" y="29792"/>
                  </a:lnTo>
                  <a:lnTo>
                    <a:pt x="13049" y="30188"/>
                  </a:lnTo>
                  <a:lnTo>
                    <a:pt x="13036" y="30201"/>
                  </a:lnTo>
                  <a:lnTo>
                    <a:pt x="13011" y="30201"/>
                  </a:lnTo>
                  <a:lnTo>
                    <a:pt x="12845" y="30188"/>
                  </a:lnTo>
                  <a:lnTo>
                    <a:pt x="12781" y="30431"/>
                  </a:lnTo>
                  <a:lnTo>
                    <a:pt x="12781" y="30457"/>
                  </a:lnTo>
                  <a:lnTo>
                    <a:pt x="12755" y="30457"/>
                  </a:lnTo>
                  <a:lnTo>
                    <a:pt x="12666" y="30508"/>
                  </a:lnTo>
                  <a:lnTo>
                    <a:pt x="12845" y="30585"/>
                  </a:lnTo>
                  <a:lnTo>
                    <a:pt x="12985" y="30406"/>
                  </a:lnTo>
                  <a:lnTo>
                    <a:pt x="12998" y="30406"/>
                  </a:lnTo>
                  <a:lnTo>
                    <a:pt x="13011" y="30393"/>
                  </a:lnTo>
                  <a:lnTo>
                    <a:pt x="13203" y="30418"/>
                  </a:lnTo>
                  <a:lnTo>
                    <a:pt x="13228" y="30431"/>
                  </a:lnTo>
                  <a:lnTo>
                    <a:pt x="13739" y="31045"/>
                  </a:lnTo>
                  <a:lnTo>
                    <a:pt x="13752" y="31083"/>
                  </a:lnTo>
                  <a:lnTo>
                    <a:pt x="13714" y="31275"/>
                  </a:lnTo>
                  <a:lnTo>
                    <a:pt x="13778" y="31326"/>
                  </a:lnTo>
                  <a:lnTo>
                    <a:pt x="14008" y="31121"/>
                  </a:lnTo>
                  <a:lnTo>
                    <a:pt x="14021" y="31109"/>
                  </a:lnTo>
                  <a:lnTo>
                    <a:pt x="14046" y="31109"/>
                  </a:lnTo>
                  <a:lnTo>
                    <a:pt x="14059" y="31121"/>
                  </a:lnTo>
                  <a:lnTo>
                    <a:pt x="14072" y="31134"/>
                  </a:lnTo>
                  <a:lnTo>
                    <a:pt x="14238" y="31479"/>
                  </a:lnTo>
                  <a:lnTo>
                    <a:pt x="14787" y="31799"/>
                  </a:lnTo>
                  <a:lnTo>
                    <a:pt x="14800" y="31811"/>
                  </a:lnTo>
                  <a:lnTo>
                    <a:pt x="14902" y="32105"/>
                  </a:lnTo>
                  <a:lnTo>
                    <a:pt x="15120" y="32093"/>
                  </a:lnTo>
                  <a:lnTo>
                    <a:pt x="15132" y="32105"/>
                  </a:lnTo>
                  <a:lnTo>
                    <a:pt x="15145" y="32118"/>
                  </a:lnTo>
                  <a:lnTo>
                    <a:pt x="15452" y="32693"/>
                  </a:lnTo>
                  <a:lnTo>
                    <a:pt x="15720" y="32872"/>
                  </a:lnTo>
                  <a:lnTo>
                    <a:pt x="15810" y="32783"/>
                  </a:lnTo>
                  <a:lnTo>
                    <a:pt x="16002" y="32527"/>
                  </a:lnTo>
                  <a:lnTo>
                    <a:pt x="16027" y="32655"/>
                  </a:lnTo>
                  <a:lnTo>
                    <a:pt x="16078" y="32783"/>
                  </a:lnTo>
                  <a:lnTo>
                    <a:pt x="16040" y="32911"/>
                  </a:lnTo>
                  <a:lnTo>
                    <a:pt x="15861" y="33141"/>
                  </a:lnTo>
                  <a:lnTo>
                    <a:pt x="15720" y="32962"/>
                  </a:lnTo>
                  <a:lnTo>
                    <a:pt x="15311" y="33294"/>
                  </a:lnTo>
                  <a:lnTo>
                    <a:pt x="15311" y="33677"/>
                  </a:lnTo>
                  <a:lnTo>
                    <a:pt x="15414" y="33780"/>
                  </a:lnTo>
                  <a:lnTo>
                    <a:pt x="16078" y="33307"/>
                  </a:lnTo>
                  <a:lnTo>
                    <a:pt x="16283" y="32706"/>
                  </a:lnTo>
                  <a:lnTo>
                    <a:pt x="16653" y="32438"/>
                  </a:lnTo>
                  <a:lnTo>
                    <a:pt x="17343" y="32003"/>
                  </a:lnTo>
                  <a:lnTo>
                    <a:pt x="18072" y="31070"/>
                  </a:lnTo>
                  <a:lnTo>
                    <a:pt x="18583" y="30316"/>
                  </a:lnTo>
                  <a:lnTo>
                    <a:pt x="19222" y="29792"/>
                  </a:lnTo>
                  <a:lnTo>
                    <a:pt x="19286" y="29652"/>
                  </a:lnTo>
                  <a:lnTo>
                    <a:pt x="19388" y="29588"/>
                  </a:lnTo>
                  <a:lnTo>
                    <a:pt x="19606" y="29140"/>
                  </a:lnTo>
                  <a:lnTo>
                    <a:pt x="19606" y="28961"/>
                  </a:lnTo>
                  <a:lnTo>
                    <a:pt x="19606" y="28757"/>
                  </a:lnTo>
                  <a:lnTo>
                    <a:pt x="19708" y="28552"/>
                  </a:lnTo>
                  <a:lnTo>
                    <a:pt x="19695" y="28348"/>
                  </a:lnTo>
                  <a:lnTo>
                    <a:pt x="19657" y="28169"/>
                  </a:lnTo>
                  <a:lnTo>
                    <a:pt x="19823" y="27926"/>
                  </a:lnTo>
                  <a:lnTo>
                    <a:pt x="19797" y="27492"/>
                  </a:lnTo>
                  <a:lnTo>
                    <a:pt x="20002" y="27313"/>
                  </a:lnTo>
                  <a:lnTo>
                    <a:pt x="19861" y="27198"/>
                  </a:lnTo>
                  <a:lnTo>
                    <a:pt x="20168" y="27032"/>
                  </a:lnTo>
                  <a:lnTo>
                    <a:pt x="20194" y="27172"/>
                  </a:lnTo>
                  <a:lnTo>
                    <a:pt x="20436" y="26942"/>
                  </a:lnTo>
                  <a:lnTo>
                    <a:pt x="20513" y="26725"/>
                  </a:lnTo>
                  <a:lnTo>
                    <a:pt x="21037" y="26533"/>
                  </a:lnTo>
                  <a:lnTo>
                    <a:pt x="21523" y="26188"/>
                  </a:lnTo>
                  <a:lnTo>
                    <a:pt x="22226" y="25984"/>
                  </a:lnTo>
                  <a:lnTo>
                    <a:pt x="22584" y="26175"/>
                  </a:lnTo>
                  <a:lnTo>
                    <a:pt x="22711" y="26073"/>
                  </a:lnTo>
                  <a:lnTo>
                    <a:pt x="22584" y="25920"/>
                  </a:lnTo>
                  <a:lnTo>
                    <a:pt x="22967" y="25779"/>
                  </a:lnTo>
                  <a:lnTo>
                    <a:pt x="23248" y="25766"/>
                  </a:lnTo>
                  <a:lnTo>
                    <a:pt x="23235" y="25523"/>
                  </a:lnTo>
                  <a:lnTo>
                    <a:pt x="23491" y="25485"/>
                  </a:lnTo>
                  <a:lnTo>
                    <a:pt x="23555" y="25651"/>
                  </a:lnTo>
                  <a:lnTo>
                    <a:pt x="23836" y="25511"/>
                  </a:lnTo>
                  <a:lnTo>
                    <a:pt x="24092" y="25677"/>
                  </a:lnTo>
                  <a:lnTo>
                    <a:pt x="25101" y="25702"/>
                  </a:lnTo>
                  <a:lnTo>
                    <a:pt x="25331" y="25805"/>
                  </a:lnTo>
                  <a:lnTo>
                    <a:pt x="25434" y="25600"/>
                  </a:lnTo>
                  <a:lnTo>
                    <a:pt x="25370" y="25421"/>
                  </a:lnTo>
                  <a:lnTo>
                    <a:pt x="25753" y="25204"/>
                  </a:lnTo>
                  <a:lnTo>
                    <a:pt x="26277" y="25140"/>
                  </a:lnTo>
                  <a:lnTo>
                    <a:pt x="26200" y="24667"/>
                  </a:lnTo>
                  <a:lnTo>
                    <a:pt x="26699" y="24118"/>
                  </a:lnTo>
                  <a:lnTo>
                    <a:pt x="26916" y="23990"/>
                  </a:lnTo>
                  <a:lnTo>
                    <a:pt x="27312" y="23376"/>
                  </a:lnTo>
                  <a:lnTo>
                    <a:pt x="27645" y="23185"/>
                  </a:lnTo>
                  <a:lnTo>
                    <a:pt x="27709" y="22635"/>
                  </a:lnTo>
                  <a:lnTo>
                    <a:pt x="27798" y="22200"/>
                  </a:lnTo>
                  <a:lnTo>
                    <a:pt x="28297" y="21766"/>
                  </a:lnTo>
                  <a:lnTo>
                    <a:pt x="28527" y="21050"/>
                  </a:lnTo>
                  <a:lnTo>
                    <a:pt x="28846" y="20219"/>
                  </a:lnTo>
                  <a:lnTo>
                    <a:pt x="28884" y="19031"/>
                  </a:lnTo>
                  <a:lnTo>
                    <a:pt x="29089" y="18571"/>
                  </a:lnTo>
                  <a:lnTo>
                    <a:pt x="28987" y="18315"/>
                  </a:lnTo>
                  <a:lnTo>
                    <a:pt x="29140" y="18175"/>
                  </a:lnTo>
                  <a:lnTo>
                    <a:pt x="29076" y="17970"/>
                  </a:lnTo>
                  <a:lnTo>
                    <a:pt x="29332" y="17638"/>
                  </a:lnTo>
                  <a:lnTo>
                    <a:pt x="29319" y="17421"/>
                  </a:lnTo>
                  <a:lnTo>
                    <a:pt x="29549" y="17408"/>
                  </a:lnTo>
                  <a:lnTo>
                    <a:pt x="29549" y="17689"/>
                  </a:lnTo>
                  <a:lnTo>
                    <a:pt x="29741" y="17702"/>
                  </a:lnTo>
                  <a:lnTo>
                    <a:pt x="30712" y="16705"/>
                  </a:lnTo>
                  <a:lnTo>
                    <a:pt x="30738" y="16449"/>
                  </a:lnTo>
                  <a:lnTo>
                    <a:pt x="30891" y="16321"/>
                  </a:lnTo>
                  <a:lnTo>
                    <a:pt x="30980" y="16104"/>
                  </a:lnTo>
                  <a:lnTo>
                    <a:pt x="31185" y="16040"/>
                  </a:lnTo>
                  <a:lnTo>
                    <a:pt x="31645" y="15861"/>
                  </a:lnTo>
                  <a:lnTo>
                    <a:pt x="32156" y="15350"/>
                  </a:lnTo>
                  <a:lnTo>
                    <a:pt x="32131" y="15171"/>
                  </a:lnTo>
                  <a:lnTo>
                    <a:pt x="32374" y="15222"/>
                  </a:lnTo>
                  <a:lnTo>
                    <a:pt x="32949" y="14570"/>
                  </a:lnTo>
                  <a:lnTo>
                    <a:pt x="33153" y="14021"/>
                  </a:lnTo>
                  <a:lnTo>
                    <a:pt x="33319" y="13574"/>
                  </a:lnTo>
                  <a:lnTo>
                    <a:pt x="33307" y="13011"/>
                  </a:lnTo>
                  <a:lnTo>
                    <a:pt x="33230" y="12091"/>
                  </a:lnTo>
                  <a:lnTo>
                    <a:pt x="33255" y="11810"/>
                  </a:lnTo>
                  <a:lnTo>
                    <a:pt x="33013" y="11414"/>
                  </a:lnTo>
                  <a:lnTo>
                    <a:pt x="32604" y="11248"/>
                  </a:lnTo>
                  <a:lnTo>
                    <a:pt x="32156" y="11209"/>
                  </a:lnTo>
                  <a:lnTo>
                    <a:pt x="31798" y="10992"/>
                  </a:lnTo>
                  <a:lnTo>
                    <a:pt x="31683" y="10954"/>
                  </a:lnTo>
                  <a:lnTo>
                    <a:pt x="31108" y="10366"/>
                  </a:lnTo>
                  <a:lnTo>
                    <a:pt x="30712" y="9752"/>
                  </a:lnTo>
                  <a:lnTo>
                    <a:pt x="30559" y="9701"/>
                  </a:lnTo>
                  <a:lnTo>
                    <a:pt x="29626" y="8883"/>
                  </a:lnTo>
                  <a:lnTo>
                    <a:pt x="29204" y="8640"/>
                  </a:lnTo>
                  <a:lnTo>
                    <a:pt x="28514" y="8602"/>
                  </a:lnTo>
                  <a:lnTo>
                    <a:pt x="28360" y="8717"/>
                  </a:lnTo>
                  <a:lnTo>
                    <a:pt x="27836" y="8423"/>
                  </a:lnTo>
                  <a:lnTo>
                    <a:pt x="27402" y="8385"/>
                  </a:lnTo>
                  <a:lnTo>
                    <a:pt x="26712" y="7912"/>
                  </a:lnTo>
                  <a:lnTo>
                    <a:pt x="25970" y="8167"/>
                  </a:lnTo>
                  <a:lnTo>
                    <a:pt x="25970" y="8167"/>
                  </a:lnTo>
                  <a:lnTo>
                    <a:pt x="26060" y="7912"/>
                  </a:lnTo>
                  <a:lnTo>
                    <a:pt x="25779" y="7886"/>
                  </a:lnTo>
                  <a:lnTo>
                    <a:pt x="25600" y="8180"/>
                  </a:lnTo>
                  <a:lnTo>
                    <a:pt x="25536" y="7912"/>
                  </a:lnTo>
                  <a:lnTo>
                    <a:pt x="25791" y="7656"/>
                  </a:lnTo>
                  <a:lnTo>
                    <a:pt x="25395" y="7043"/>
                  </a:lnTo>
                  <a:lnTo>
                    <a:pt x="25127" y="6915"/>
                  </a:lnTo>
                  <a:lnTo>
                    <a:pt x="25012" y="7068"/>
                  </a:lnTo>
                  <a:lnTo>
                    <a:pt x="24398" y="6493"/>
                  </a:lnTo>
                  <a:lnTo>
                    <a:pt x="23951" y="6365"/>
                  </a:lnTo>
                  <a:lnTo>
                    <a:pt x="23657" y="6033"/>
                  </a:lnTo>
                  <a:lnTo>
                    <a:pt x="22916" y="5905"/>
                  </a:lnTo>
                  <a:lnTo>
                    <a:pt x="22558" y="6020"/>
                  </a:lnTo>
                  <a:lnTo>
                    <a:pt x="22366" y="6289"/>
                  </a:lnTo>
                  <a:lnTo>
                    <a:pt x="22405" y="6557"/>
                  </a:lnTo>
                  <a:lnTo>
                    <a:pt x="22085" y="6519"/>
                  </a:lnTo>
                  <a:lnTo>
                    <a:pt x="21829" y="6787"/>
                  </a:lnTo>
                  <a:lnTo>
                    <a:pt x="21599" y="6864"/>
                  </a:lnTo>
                  <a:lnTo>
                    <a:pt x="21331" y="7158"/>
                  </a:lnTo>
                  <a:lnTo>
                    <a:pt x="21484" y="6710"/>
                  </a:lnTo>
                  <a:lnTo>
                    <a:pt x="21088" y="6736"/>
                  </a:lnTo>
                  <a:lnTo>
                    <a:pt x="20705" y="6634"/>
                  </a:lnTo>
                  <a:lnTo>
                    <a:pt x="21331" y="6595"/>
                  </a:lnTo>
                  <a:lnTo>
                    <a:pt x="21523" y="6506"/>
                  </a:lnTo>
                  <a:lnTo>
                    <a:pt x="21829" y="6519"/>
                  </a:lnTo>
                  <a:lnTo>
                    <a:pt x="22021" y="6378"/>
                  </a:lnTo>
                  <a:lnTo>
                    <a:pt x="22136" y="6135"/>
                  </a:lnTo>
                  <a:lnTo>
                    <a:pt x="22481" y="5586"/>
                  </a:lnTo>
                  <a:lnTo>
                    <a:pt x="21829" y="5330"/>
                  </a:lnTo>
                  <a:lnTo>
                    <a:pt x="21561" y="5432"/>
                  </a:lnTo>
                  <a:lnTo>
                    <a:pt x="20833" y="5215"/>
                  </a:lnTo>
                  <a:lnTo>
                    <a:pt x="20513" y="5228"/>
                  </a:lnTo>
                  <a:lnTo>
                    <a:pt x="20372" y="5535"/>
                  </a:lnTo>
                  <a:lnTo>
                    <a:pt x="20245" y="5841"/>
                  </a:lnTo>
                  <a:lnTo>
                    <a:pt x="20066" y="5956"/>
                  </a:lnTo>
                  <a:lnTo>
                    <a:pt x="19951" y="6046"/>
                  </a:lnTo>
                  <a:lnTo>
                    <a:pt x="19887" y="6071"/>
                  </a:lnTo>
                  <a:lnTo>
                    <a:pt x="19567" y="6212"/>
                  </a:lnTo>
                  <a:lnTo>
                    <a:pt x="19261" y="6353"/>
                  </a:lnTo>
                  <a:lnTo>
                    <a:pt x="19018" y="6365"/>
                  </a:lnTo>
                  <a:lnTo>
                    <a:pt x="18915" y="6225"/>
                  </a:lnTo>
                  <a:lnTo>
                    <a:pt x="18609" y="6250"/>
                  </a:lnTo>
                  <a:lnTo>
                    <a:pt x="18609" y="6250"/>
                  </a:lnTo>
                  <a:lnTo>
                    <a:pt x="19018" y="6148"/>
                  </a:lnTo>
                  <a:lnTo>
                    <a:pt x="19261" y="6186"/>
                  </a:lnTo>
                  <a:lnTo>
                    <a:pt x="19452" y="5918"/>
                  </a:lnTo>
                  <a:lnTo>
                    <a:pt x="19631" y="5547"/>
                  </a:lnTo>
                  <a:lnTo>
                    <a:pt x="20053" y="5049"/>
                  </a:lnTo>
                  <a:lnTo>
                    <a:pt x="20424" y="4883"/>
                  </a:lnTo>
                  <a:lnTo>
                    <a:pt x="20769" y="4499"/>
                  </a:lnTo>
                  <a:lnTo>
                    <a:pt x="21139" y="4116"/>
                  </a:lnTo>
                  <a:lnTo>
                    <a:pt x="21280" y="3720"/>
                  </a:lnTo>
                  <a:lnTo>
                    <a:pt x="21152" y="3579"/>
                  </a:lnTo>
                  <a:lnTo>
                    <a:pt x="20833" y="3554"/>
                  </a:lnTo>
                  <a:lnTo>
                    <a:pt x="20615" y="3285"/>
                  </a:lnTo>
                  <a:lnTo>
                    <a:pt x="20360" y="2327"/>
                  </a:lnTo>
                  <a:lnTo>
                    <a:pt x="20372" y="1675"/>
                  </a:lnTo>
                  <a:lnTo>
                    <a:pt x="19976" y="1355"/>
                  </a:lnTo>
                  <a:lnTo>
                    <a:pt x="19951" y="1522"/>
                  </a:lnTo>
                  <a:lnTo>
                    <a:pt x="19938" y="1522"/>
                  </a:lnTo>
                  <a:lnTo>
                    <a:pt x="19938" y="1534"/>
                  </a:lnTo>
                  <a:lnTo>
                    <a:pt x="19925" y="1560"/>
                  </a:lnTo>
                  <a:lnTo>
                    <a:pt x="19273" y="2161"/>
                  </a:lnTo>
                  <a:lnTo>
                    <a:pt x="19043" y="2838"/>
                  </a:lnTo>
                  <a:lnTo>
                    <a:pt x="19031" y="2851"/>
                  </a:lnTo>
                  <a:lnTo>
                    <a:pt x="18749" y="3030"/>
                  </a:lnTo>
                  <a:lnTo>
                    <a:pt x="18737" y="3042"/>
                  </a:lnTo>
                  <a:lnTo>
                    <a:pt x="18391" y="3030"/>
                  </a:lnTo>
                  <a:lnTo>
                    <a:pt x="18379" y="3017"/>
                  </a:lnTo>
                  <a:lnTo>
                    <a:pt x="18366" y="3004"/>
                  </a:lnTo>
                  <a:lnTo>
                    <a:pt x="18315" y="2940"/>
                  </a:lnTo>
                  <a:lnTo>
                    <a:pt x="18213" y="3004"/>
                  </a:lnTo>
                  <a:lnTo>
                    <a:pt x="18187" y="3004"/>
                  </a:lnTo>
                  <a:lnTo>
                    <a:pt x="17931" y="2876"/>
                  </a:lnTo>
                  <a:lnTo>
                    <a:pt x="17561" y="3042"/>
                  </a:lnTo>
                  <a:lnTo>
                    <a:pt x="17522" y="3055"/>
                  </a:lnTo>
                  <a:lnTo>
                    <a:pt x="17254" y="2940"/>
                  </a:lnTo>
                  <a:lnTo>
                    <a:pt x="17241" y="2927"/>
                  </a:lnTo>
                  <a:lnTo>
                    <a:pt x="16858" y="2608"/>
                  </a:lnTo>
                  <a:lnTo>
                    <a:pt x="16257" y="2697"/>
                  </a:lnTo>
                  <a:lnTo>
                    <a:pt x="16232" y="2697"/>
                  </a:lnTo>
                  <a:lnTo>
                    <a:pt x="16053" y="2595"/>
                  </a:lnTo>
                  <a:lnTo>
                    <a:pt x="15963" y="2748"/>
                  </a:lnTo>
                  <a:lnTo>
                    <a:pt x="16104" y="2979"/>
                  </a:lnTo>
                  <a:lnTo>
                    <a:pt x="16117" y="3004"/>
                  </a:lnTo>
                  <a:lnTo>
                    <a:pt x="16078" y="3132"/>
                  </a:lnTo>
                  <a:lnTo>
                    <a:pt x="16053" y="3145"/>
                  </a:lnTo>
                  <a:lnTo>
                    <a:pt x="16027" y="3157"/>
                  </a:lnTo>
                  <a:lnTo>
                    <a:pt x="15426" y="2953"/>
                  </a:lnTo>
                  <a:lnTo>
                    <a:pt x="15299" y="3055"/>
                  </a:lnTo>
                  <a:lnTo>
                    <a:pt x="15260" y="3055"/>
                  </a:lnTo>
                  <a:lnTo>
                    <a:pt x="14749" y="2927"/>
                  </a:lnTo>
                  <a:lnTo>
                    <a:pt x="14634" y="3132"/>
                  </a:lnTo>
                  <a:lnTo>
                    <a:pt x="14608" y="3157"/>
                  </a:lnTo>
                  <a:lnTo>
                    <a:pt x="14583" y="3157"/>
                  </a:lnTo>
                  <a:lnTo>
                    <a:pt x="14327" y="3081"/>
                  </a:lnTo>
                  <a:lnTo>
                    <a:pt x="14110" y="3260"/>
                  </a:lnTo>
                  <a:lnTo>
                    <a:pt x="14097" y="3272"/>
                  </a:lnTo>
                  <a:lnTo>
                    <a:pt x="14072" y="3272"/>
                  </a:lnTo>
                  <a:lnTo>
                    <a:pt x="13854" y="3183"/>
                  </a:lnTo>
                  <a:lnTo>
                    <a:pt x="13675" y="3387"/>
                  </a:lnTo>
                  <a:lnTo>
                    <a:pt x="13663" y="3400"/>
                  </a:lnTo>
                  <a:lnTo>
                    <a:pt x="13458" y="3528"/>
                  </a:lnTo>
                  <a:lnTo>
                    <a:pt x="13420" y="3528"/>
                  </a:lnTo>
                  <a:lnTo>
                    <a:pt x="13407" y="3515"/>
                  </a:lnTo>
                  <a:lnTo>
                    <a:pt x="13305" y="3362"/>
                  </a:lnTo>
                  <a:lnTo>
                    <a:pt x="13075" y="3298"/>
                  </a:lnTo>
                  <a:lnTo>
                    <a:pt x="13062" y="3285"/>
                  </a:lnTo>
                  <a:lnTo>
                    <a:pt x="12640" y="2876"/>
                  </a:lnTo>
                  <a:lnTo>
                    <a:pt x="12627" y="2851"/>
                  </a:lnTo>
                  <a:lnTo>
                    <a:pt x="12653" y="2582"/>
                  </a:lnTo>
                  <a:lnTo>
                    <a:pt x="12512" y="2454"/>
                  </a:lnTo>
                  <a:lnTo>
                    <a:pt x="12500" y="2429"/>
                  </a:lnTo>
                  <a:lnTo>
                    <a:pt x="12474" y="1905"/>
                  </a:lnTo>
                  <a:lnTo>
                    <a:pt x="12487" y="1879"/>
                  </a:lnTo>
                  <a:lnTo>
                    <a:pt x="12640" y="1624"/>
                  </a:lnTo>
                  <a:lnTo>
                    <a:pt x="12615" y="1406"/>
                  </a:lnTo>
                  <a:lnTo>
                    <a:pt x="12615" y="1381"/>
                  </a:lnTo>
                  <a:lnTo>
                    <a:pt x="12627" y="1368"/>
                  </a:lnTo>
                  <a:lnTo>
                    <a:pt x="12883" y="1164"/>
                  </a:lnTo>
                  <a:lnTo>
                    <a:pt x="12742" y="716"/>
                  </a:lnTo>
                  <a:lnTo>
                    <a:pt x="12448" y="614"/>
                  </a:lnTo>
                  <a:lnTo>
                    <a:pt x="12423" y="601"/>
                  </a:lnTo>
                  <a:lnTo>
                    <a:pt x="12423" y="563"/>
                  </a:lnTo>
                  <a:lnTo>
                    <a:pt x="12564" y="167"/>
                  </a:lnTo>
                  <a:lnTo>
                    <a:pt x="1242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176;p78">
              <a:extLst>
                <a:ext uri="{FF2B5EF4-FFF2-40B4-BE49-F238E27FC236}">
                  <a16:creationId xmlns:a16="http://schemas.microsoft.com/office/drawing/2014/main" id="{7D007957-4AF7-CEE6-87F8-D2931E4B2886}"/>
                </a:ext>
              </a:extLst>
            </p:cNvPr>
            <p:cNvSpPr/>
            <p:nvPr/>
          </p:nvSpPr>
          <p:spPr>
            <a:xfrm>
              <a:off x="5043000" y="3293125"/>
              <a:ext cx="6100" cy="13775"/>
            </a:xfrm>
            <a:custGeom>
              <a:avLst/>
              <a:gdLst/>
              <a:ahLst/>
              <a:cxnLst/>
              <a:rect l="l" t="t" r="r" b="b"/>
              <a:pathLst>
                <a:path w="244" h="551" extrusionOk="0">
                  <a:moveTo>
                    <a:pt x="154" y="1"/>
                  </a:moveTo>
                  <a:lnTo>
                    <a:pt x="77" y="26"/>
                  </a:lnTo>
                  <a:lnTo>
                    <a:pt x="77" y="244"/>
                  </a:lnTo>
                  <a:lnTo>
                    <a:pt x="116" y="384"/>
                  </a:lnTo>
                  <a:lnTo>
                    <a:pt x="1" y="423"/>
                  </a:lnTo>
                  <a:lnTo>
                    <a:pt x="1" y="550"/>
                  </a:lnTo>
                  <a:lnTo>
                    <a:pt x="154" y="512"/>
                  </a:lnTo>
                  <a:lnTo>
                    <a:pt x="180" y="461"/>
                  </a:lnTo>
                  <a:lnTo>
                    <a:pt x="128" y="333"/>
                  </a:lnTo>
                  <a:lnTo>
                    <a:pt x="167" y="282"/>
                  </a:lnTo>
                  <a:lnTo>
                    <a:pt x="218" y="231"/>
                  </a:lnTo>
                  <a:lnTo>
                    <a:pt x="231" y="218"/>
                  </a:lnTo>
                  <a:lnTo>
                    <a:pt x="243" y="180"/>
                  </a:lnTo>
                  <a:lnTo>
                    <a:pt x="243" y="116"/>
                  </a:lnTo>
                  <a:lnTo>
                    <a:pt x="205" y="52"/>
                  </a:lnTo>
                  <a:lnTo>
                    <a:pt x="15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177;p78">
              <a:extLst>
                <a:ext uri="{FF2B5EF4-FFF2-40B4-BE49-F238E27FC236}">
                  <a16:creationId xmlns:a16="http://schemas.microsoft.com/office/drawing/2014/main" id="{492F8050-7FD8-0DC4-6A2D-9D8CA9640E58}"/>
                </a:ext>
              </a:extLst>
            </p:cNvPr>
            <p:cNvSpPr/>
            <p:nvPr/>
          </p:nvSpPr>
          <p:spPr>
            <a:xfrm>
              <a:off x="2466750" y="4058375"/>
              <a:ext cx="97150" cy="105150"/>
            </a:xfrm>
            <a:custGeom>
              <a:avLst/>
              <a:gdLst/>
              <a:ahLst/>
              <a:cxnLst/>
              <a:rect l="l" t="t" r="r" b="b"/>
              <a:pathLst>
                <a:path w="3886" h="4206" extrusionOk="0">
                  <a:moveTo>
                    <a:pt x="1265" y="0"/>
                  </a:moveTo>
                  <a:lnTo>
                    <a:pt x="1112" y="179"/>
                  </a:lnTo>
                  <a:lnTo>
                    <a:pt x="1086" y="192"/>
                  </a:lnTo>
                  <a:lnTo>
                    <a:pt x="1074" y="179"/>
                  </a:lnTo>
                  <a:lnTo>
                    <a:pt x="818" y="77"/>
                  </a:lnTo>
                  <a:lnTo>
                    <a:pt x="626" y="422"/>
                  </a:lnTo>
                  <a:lnTo>
                    <a:pt x="703" y="537"/>
                  </a:lnTo>
                  <a:lnTo>
                    <a:pt x="703" y="563"/>
                  </a:lnTo>
                  <a:lnTo>
                    <a:pt x="460" y="1291"/>
                  </a:lnTo>
                  <a:lnTo>
                    <a:pt x="447" y="1317"/>
                  </a:lnTo>
                  <a:lnTo>
                    <a:pt x="256" y="1457"/>
                  </a:lnTo>
                  <a:lnTo>
                    <a:pt x="345" y="1828"/>
                  </a:lnTo>
                  <a:lnTo>
                    <a:pt x="345" y="1866"/>
                  </a:lnTo>
                  <a:lnTo>
                    <a:pt x="320" y="1879"/>
                  </a:lnTo>
                  <a:lnTo>
                    <a:pt x="217" y="1892"/>
                  </a:lnTo>
                  <a:lnTo>
                    <a:pt x="205" y="2416"/>
                  </a:lnTo>
                  <a:lnTo>
                    <a:pt x="192" y="2441"/>
                  </a:lnTo>
                  <a:lnTo>
                    <a:pt x="179" y="2454"/>
                  </a:lnTo>
                  <a:lnTo>
                    <a:pt x="0" y="2518"/>
                  </a:lnTo>
                  <a:lnTo>
                    <a:pt x="0" y="3029"/>
                  </a:lnTo>
                  <a:lnTo>
                    <a:pt x="51" y="3310"/>
                  </a:lnTo>
                  <a:lnTo>
                    <a:pt x="90" y="3285"/>
                  </a:lnTo>
                  <a:lnTo>
                    <a:pt x="345" y="3643"/>
                  </a:lnTo>
                  <a:lnTo>
                    <a:pt x="882" y="3643"/>
                  </a:lnTo>
                  <a:lnTo>
                    <a:pt x="1189" y="3962"/>
                  </a:lnTo>
                  <a:lnTo>
                    <a:pt x="1649" y="4065"/>
                  </a:lnTo>
                  <a:lnTo>
                    <a:pt x="1930" y="4001"/>
                  </a:lnTo>
                  <a:lnTo>
                    <a:pt x="2224" y="4192"/>
                  </a:lnTo>
                  <a:lnTo>
                    <a:pt x="2556" y="4205"/>
                  </a:lnTo>
                  <a:lnTo>
                    <a:pt x="3234" y="3822"/>
                  </a:lnTo>
                  <a:lnTo>
                    <a:pt x="3579" y="3349"/>
                  </a:lnTo>
                  <a:lnTo>
                    <a:pt x="3476" y="3247"/>
                  </a:lnTo>
                  <a:lnTo>
                    <a:pt x="3464" y="3208"/>
                  </a:lnTo>
                  <a:lnTo>
                    <a:pt x="3464" y="2786"/>
                  </a:lnTo>
                  <a:lnTo>
                    <a:pt x="3464" y="2774"/>
                  </a:lnTo>
                  <a:lnTo>
                    <a:pt x="3476" y="2761"/>
                  </a:lnTo>
                  <a:lnTo>
                    <a:pt x="3885" y="2441"/>
                  </a:lnTo>
                  <a:lnTo>
                    <a:pt x="3630" y="2275"/>
                  </a:lnTo>
                  <a:lnTo>
                    <a:pt x="3617" y="2250"/>
                  </a:lnTo>
                  <a:lnTo>
                    <a:pt x="3323" y="1700"/>
                  </a:lnTo>
                  <a:lnTo>
                    <a:pt x="3106" y="1700"/>
                  </a:lnTo>
                  <a:lnTo>
                    <a:pt x="3080" y="1687"/>
                  </a:lnTo>
                  <a:lnTo>
                    <a:pt x="3067" y="1675"/>
                  </a:lnTo>
                  <a:lnTo>
                    <a:pt x="2965" y="1368"/>
                  </a:lnTo>
                  <a:lnTo>
                    <a:pt x="2416" y="1048"/>
                  </a:lnTo>
                  <a:lnTo>
                    <a:pt x="2403" y="1036"/>
                  </a:lnTo>
                  <a:lnTo>
                    <a:pt x="2250" y="729"/>
                  </a:lnTo>
                  <a:lnTo>
                    <a:pt x="2032" y="921"/>
                  </a:lnTo>
                  <a:lnTo>
                    <a:pt x="2007" y="933"/>
                  </a:lnTo>
                  <a:lnTo>
                    <a:pt x="1981" y="921"/>
                  </a:lnTo>
                  <a:lnTo>
                    <a:pt x="1879" y="831"/>
                  </a:lnTo>
                  <a:lnTo>
                    <a:pt x="1866" y="818"/>
                  </a:lnTo>
                  <a:lnTo>
                    <a:pt x="1866" y="805"/>
                  </a:lnTo>
                  <a:lnTo>
                    <a:pt x="1904" y="601"/>
                  </a:lnTo>
                  <a:lnTo>
                    <a:pt x="1406" y="13"/>
                  </a:lnTo>
                  <a:lnTo>
                    <a:pt x="126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178;p78">
              <a:extLst>
                <a:ext uri="{FF2B5EF4-FFF2-40B4-BE49-F238E27FC236}">
                  <a16:creationId xmlns:a16="http://schemas.microsoft.com/office/drawing/2014/main" id="{D63B3D2C-32D7-E916-20A2-9DCADCC6665B}"/>
                </a:ext>
              </a:extLst>
            </p:cNvPr>
            <p:cNvSpPr/>
            <p:nvPr/>
          </p:nvSpPr>
          <p:spPr>
            <a:xfrm>
              <a:off x="2300900" y="4539550"/>
              <a:ext cx="46375" cy="38700"/>
            </a:xfrm>
            <a:custGeom>
              <a:avLst/>
              <a:gdLst/>
              <a:ahLst/>
              <a:cxnLst/>
              <a:rect l="l" t="t" r="r" b="b"/>
              <a:pathLst>
                <a:path w="1855" h="1548" extrusionOk="0">
                  <a:moveTo>
                    <a:pt x="1" y="1"/>
                  </a:moveTo>
                  <a:lnTo>
                    <a:pt x="78" y="1279"/>
                  </a:lnTo>
                  <a:lnTo>
                    <a:pt x="896" y="1330"/>
                  </a:lnTo>
                  <a:lnTo>
                    <a:pt x="908" y="1343"/>
                  </a:lnTo>
                  <a:lnTo>
                    <a:pt x="934" y="1356"/>
                  </a:lnTo>
                  <a:lnTo>
                    <a:pt x="972" y="1471"/>
                  </a:lnTo>
                  <a:lnTo>
                    <a:pt x="1177" y="1547"/>
                  </a:lnTo>
                  <a:lnTo>
                    <a:pt x="1356" y="1394"/>
                  </a:lnTo>
                  <a:lnTo>
                    <a:pt x="1790" y="1368"/>
                  </a:lnTo>
                  <a:lnTo>
                    <a:pt x="1854" y="1138"/>
                  </a:lnTo>
                  <a:lnTo>
                    <a:pt x="1241" y="947"/>
                  </a:lnTo>
                  <a:lnTo>
                    <a:pt x="551" y="448"/>
                  </a:lnTo>
                  <a:lnTo>
                    <a:pt x="205" y="26"/>
                  </a:lnTo>
                  <a:lnTo>
                    <a:pt x="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179;p78">
              <a:extLst>
                <a:ext uri="{FF2B5EF4-FFF2-40B4-BE49-F238E27FC236}">
                  <a16:creationId xmlns:a16="http://schemas.microsoft.com/office/drawing/2014/main" id="{B6060B32-90DB-7F47-ED3C-5C39EFBB31DD}"/>
                </a:ext>
              </a:extLst>
            </p:cNvPr>
            <p:cNvSpPr/>
            <p:nvPr/>
          </p:nvSpPr>
          <p:spPr>
            <a:xfrm>
              <a:off x="2223900" y="3870175"/>
              <a:ext cx="345100" cy="652475"/>
            </a:xfrm>
            <a:custGeom>
              <a:avLst/>
              <a:gdLst/>
              <a:ahLst/>
              <a:cxnLst/>
              <a:rect l="l" t="t" r="r" b="b"/>
              <a:pathLst>
                <a:path w="13804" h="26099" extrusionOk="0">
                  <a:moveTo>
                    <a:pt x="4270" y="1"/>
                  </a:moveTo>
                  <a:lnTo>
                    <a:pt x="4218" y="192"/>
                  </a:lnTo>
                  <a:lnTo>
                    <a:pt x="4206" y="218"/>
                  </a:lnTo>
                  <a:lnTo>
                    <a:pt x="4193" y="231"/>
                  </a:lnTo>
                  <a:lnTo>
                    <a:pt x="3797" y="307"/>
                  </a:lnTo>
                  <a:lnTo>
                    <a:pt x="3797" y="550"/>
                  </a:lnTo>
                  <a:lnTo>
                    <a:pt x="3784" y="576"/>
                  </a:lnTo>
                  <a:lnTo>
                    <a:pt x="3771" y="588"/>
                  </a:lnTo>
                  <a:lnTo>
                    <a:pt x="3605" y="627"/>
                  </a:lnTo>
                  <a:lnTo>
                    <a:pt x="3452" y="806"/>
                  </a:lnTo>
                  <a:lnTo>
                    <a:pt x="3579" y="959"/>
                  </a:lnTo>
                  <a:lnTo>
                    <a:pt x="3579" y="985"/>
                  </a:lnTo>
                  <a:lnTo>
                    <a:pt x="3579" y="997"/>
                  </a:lnTo>
                  <a:lnTo>
                    <a:pt x="3298" y="1879"/>
                  </a:lnTo>
                  <a:lnTo>
                    <a:pt x="3285" y="1905"/>
                  </a:lnTo>
                  <a:lnTo>
                    <a:pt x="2442" y="2288"/>
                  </a:lnTo>
                  <a:lnTo>
                    <a:pt x="2365" y="2544"/>
                  </a:lnTo>
                  <a:lnTo>
                    <a:pt x="2570" y="2748"/>
                  </a:lnTo>
                  <a:lnTo>
                    <a:pt x="2583" y="2787"/>
                  </a:lnTo>
                  <a:lnTo>
                    <a:pt x="2570" y="2812"/>
                  </a:lnTo>
                  <a:lnTo>
                    <a:pt x="2352" y="3017"/>
                  </a:lnTo>
                  <a:lnTo>
                    <a:pt x="2519" y="3707"/>
                  </a:lnTo>
                  <a:lnTo>
                    <a:pt x="2519" y="3732"/>
                  </a:lnTo>
                  <a:lnTo>
                    <a:pt x="2506" y="3758"/>
                  </a:lnTo>
                  <a:lnTo>
                    <a:pt x="2327" y="3835"/>
                  </a:lnTo>
                  <a:lnTo>
                    <a:pt x="2519" y="4295"/>
                  </a:lnTo>
                  <a:lnTo>
                    <a:pt x="2519" y="4333"/>
                  </a:lnTo>
                  <a:lnTo>
                    <a:pt x="2442" y="4512"/>
                  </a:lnTo>
                  <a:lnTo>
                    <a:pt x="2429" y="4538"/>
                  </a:lnTo>
                  <a:lnTo>
                    <a:pt x="2135" y="4538"/>
                  </a:lnTo>
                  <a:lnTo>
                    <a:pt x="1943" y="5330"/>
                  </a:lnTo>
                  <a:lnTo>
                    <a:pt x="1931" y="5356"/>
                  </a:lnTo>
                  <a:lnTo>
                    <a:pt x="1522" y="5675"/>
                  </a:lnTo>
                  <a:lnTo>
                    <a:pt x="1381" y="6314"/>
                  </a:lnTo>
                  <a:lnTo>
                    <a:pt x="1356" y="6340"/>
                  </a:lnTo>
                  <a:lnTo>
                    <a:pt x="1177" y="6442"/>
                  </a:lnTo>
                  <a:lnTo>
                    <a:pt x="1381" y="7324"/>
                  </a:lnTo>
                  <a:lnTo>
                    <a:pt x="1381" y="7349"/>
                  </a:lnTo>
                  <a:lnTo>
                    <a:pt x="1368" y="7362"/>
                  </a:lnTo>
                  <a:lnTo>
                    <a:pt x="1138" y="7516"/>
                  </a:lnTo>
                  <a:lnTo>
                    <a:pt x="1049" y="7976"/>
                  </a:lnTo>
                  <a:lnTo>
                    <a:pt x="1036" y="8001"/>
                  </a:lnTo>
                  <a:lnTo>
                    <a:pt x="870" y="8103"/>
                  </a:lnTo>
                  <a:lnTo>
                    <a:pt x="870" y="8385"/>
                  </a:lnTo>
                  <a:lnTo>
                    <a:pt x="1087" y="8666"/>
                  </a:lnTo>
                  <a:lnTo>
                    <a:pt x="1087" y="8691"/>
                  </a:lnTo>
                  <a:lnTo>
                    <a:pt x="1087" y="8704"/>
                  </a:lnTo>
                  <a:lnTo>
                    <a:pt x="1010" y="8819"/>
                  </a:lnTo>
                  <a:lnTo>
                    <a:pt x="1445" y="9548"/>
                  </a:lnTo>
                  <a:lnTo>
                    <a:pt x="1458" y="9573"/>
                  </a:lnTo>
                  <a:lnTo>
                    <a:pt x="1432" y="9599"/>
                  </a:lnTo>
                  <a:lnTo>
                    <a:pt x="1292" y="9727"/>
                  </a:lnTo>
                  <a:lnTo>
                    <a:pt x="1356" y="9854"/>
                  </a:lnTo>
                  <a:lnTo>
                    <a:pt x="1522" y="9854"/>
                  </a:lnTo>
                  <a:lnTo>
                    <a:pt x="1547" y="9867"/>
                  </a:lnTo>
                  <a:lnTo>
                    <a:pt x="1560" y="9893"/>
                  </a:lnTo>
                  <a:lnTo>
                    <a:pt x="1560" y="10672"/>
                  </a:lnTo>
                  <a:lnTo>
                    <a:pt x="1547" y="10698"/>
                  </a:lnTo>
                  <a:lnTo>
                    <a:pt x="1534" y="10711"/>
                  </a:lnTo>
                  <a:lnTo>
                    <a:pt x="1356" y="10775"/>
                  </a:lnTo>
                  <a:lnTo>
                    <a:pt x="1177" y="11529"/>
                  </a:lnTo>
                  <a:lnTo>
                    <a:pt x="1151" y="11554"/>
                  </a:lnTo>
                  <a:lnTo>
                    <a:pt x="1036" y="11605"/>
                  </a:lnTo>
                  <a:lnTo>
                    <a:pt x="1215" y="12334"/>
                  </a:lnTo>
                  <a:lnTo>
                    <a:pt x="1202" y="12359"/>
                  </a:lnTo>
                  <a:lnTo>
                    <a:pt x="1189" y="12372"/>
                  </a:lnTo>
                  <a:lnTo>
                    <a:pt x="678" y="12768"/>
                  </a:lnTo>
                  <a:lnTo>
                    <a:pt x="704" y="13727"/>
                  </a:lnTo>
                  <a:lnTo>
                    <a:pt x="947" y="14430"/>
                  </a:lnTo>
                  <a:lnTo>
                    <a:pt x="947" y="14455"/>
                  </a:lnTo>
                  <a:lnTo>
                    <a:pt x="921" y="14609"/>
                  </a:lnTo>
                  <a:lnTo>
                    <a:pt x="908" y="14634"/>
                  </a:lnTo>
                  <a:lnTo>
                    <a:pt x="895" y="14647"/>
                  </a:lnTo>
                  <a:lnTo>
                    <a:pt x="563" y="14749"/>
                  </a:lnTo>
                  <a:lnTo>
                    <a:pt x="601" y="15337"/>
                  </a:lnTo>
                  <a:lnTo>
                    <a:pt x="589" y="15363"/>
                  </a:lnTo>
                  <a:lnTo>
                    <a:pt x="576" y="15376"/>
                  </a:lnTo>
                  <a:lnTo>
                    <a:pt x="410" y="15439"/>
                  </a:lnTo>
                  <a:lnTo>
                    <a:pt x="486" y="15682"/>
                  </a:lnTo>
                  <a:lnTo>
                    <a:pt x="486" y="15695"/>
                  </a:lnTo>
                  <a:lnTo>
                    <a:pt x="474" y="15721"/>
                  </a:lnTo>
                  <a:lnTo>
                    <a:pt x="359" y="15848"/>
                  </a:lnTo>
                  <a:lnTo>
                    <a:pt x="423" y="17127"/>
                  </a:lnTo>
                  <a:lnTo>
                    <a:pt x="563" y="17318"/>
                  </a:lnTo>
                  <a:lnTo>
                    <a:pt x="576" y="17344"/>
                  </a:lnTo>
                  <a:lnTo>
                    <a:pt x="563" y="17369"/>
                  </a:lnTo>
                  <a:lnTo>
                    <a:pt x="308" y="17587"/>
                  </a:lnTo>
                  <a:lnTo>
                    <a:pt x="359" y="18290"/>
                  </a:lnTo>
                  <a:lnTo>
                    <a:pt x="601" y="18302"/>
                  </a:lnTo>
                  <a:lnTo>
                    <a:pt x="614" y="18315"/>
                  </a:lnTo>
                  <a:lnTo>
                    <a:pt x="627" y="18328"/>
                  </a:lnTo>
                  <a:lnTo>
                    <a:pt x="627" y="18341"/>
                  </a:lnTo>
                  <a:lnTo>
                    <a:pt x="627" y="18366"/>
                  </a:lnTo>
                  <a:lnTo>
                    <a:pt x="486" y="18583"/>
                  </a:lnTo>
                  <a:lnTo>
                    <a:pt x="640" y="18724"/>
                  </a:lnTo>
                  <a:lnTo>
                    <a:pt x="653" y="18737"/>
                  </a:lnTo>
                  <a:lnTo>
                    <a:pt x="653" y="18750"/>
                  </a:lnTo>
                  <a:lnTo>
                    <a:pt x="627" y="19005"/>
                  </a:lnTo>
                  <a:lnTo>
                    <a:pt x="704" y="19108"/>
                  </a:lnTo>
                  <a:lnTo>
                    <a:pt x="717" y="19120"/>
                  </a:lnTo>
                  <a:lnTo>
                    <a:pt x="704" y="19146"/>
                  </a:lnTo>
                  <a:lnTo>
                    <a:pt x="640" y="19325"/>
                  </a:lnTo>
                  <a:lnTo>
                    <a:pt x="1010" y="19350"/>
                  </a:lnTo>
                  <a:lnTo>
                    <a:pt x="1049" y="19363"/>
                  </a:lnTo>
                  <a:lnTo>
                    <a:pt x="1049" y="19389"/>
                  </a:lnTo>
                  <a:lnTo>
                    <a:pt x="998" y="19721"/>
                  </a:lnTo>
                  <a:lnTo>
                    <a:pt x="985" y="19747"/>
                  </a:lnTo>
                  <a:lnTo>
                    <a:pt x="959" y="19759"/>
                  </a:lnTo>
                  <a:lnTo>
                    <a:pt x="474" y="19747"/>
                  </a:lnTo>
                  <a:lnTo>
                    <a:pt x="499" y="19836"/>
                  </a:lnTo>
                  <a:lnTo>
                    <a:pt x="819" y="19874"/>
                  </a:lnTo>
                  <a:lnTo>
                    <a:pt x="844" y="19887"/>
                  </a:lnTo>
                  <a:lnTo>
                    <a:pt x="1023" y="20168"/>
                  </a:lnTo>
                  <a:lnTo>
                    <a:pt x="1036" y="20194"/>
                  </a:lnTo>
                  <a:lnTo>
                    <a:pt x="1023" y="20207"/>
                  </a:lnTo>
                  <a:lnTo>
                    <a:pt x="768" y="20462"/>
                  </a:lnTo>
                  <a:lnTo>
                    <a:pt x="908" y="20680"/>
                  </a:lnTo>
                  <a:lnTo>
                    <a:pt x="921" y="20692"/>
                  </a:lnTo>
                  <a:lnTo>
                    <a:pt x="908" y="20718"/>
                  </a:lnTo>
                  <a:lnTo>
                    <a:pt x="806" y="20897"/>
                  </a:lnTo>
                  <a:lnTo>
                    <a:pt x="870" y="21434"/>
                  </a:lnTo>
                  <a:lnTo>
                    <a:pt x="870" y="21459"/>
                  </a:lnTo>
                  <a:lnTo>
                    <a:pt x="844" y="21472"/>
                  </a:lnTo>
                  <a:lnTo>
                    <a:pt x="742" y="21497"/>
                  </a:lnTo>
                  <a:lnTo>
                    <a:pt x="755" y="21804"/>
                  </a:lnTo>
                  <a:lnTo>
                    <a:pt x="742" y="21830"/>
                  </a:lnTo>
                  <a:lnTo>
                    <a:pt x="563" y="22034"/>
                  </a:lnTo>
                  <a:lnTo>
                    <a:pt x="461" y="22392"/>
                  </a:lnTo>
                  <a:lnTo>
                    <a:pt x="653" y="22648"/>
                  </a:lnTo>
                  <a:lnTo>
                    <a:pt x="653" y="22673"/>
                  </a:lnTo>
                  <a:lnTo>
                    <a:pt x="653" y="22686"/>
                  </a:lnTo>
                  <a:lnTo>
                    <a:pt x="474" y="22903"/>
                  </a:lnTo>
                  <a:lnTo>
                    <a:pt x="525" y="23197"/>
                  </a:lnTo>
                  <a:lnTo>
                    <a:pt x="525" y="23210"/>
                  </a:lnTo>
                  <a:lnTo>
                    <a:pt x="512" y="23223"/>
                  </a:lnTo>
                  <a:lnTo>
                    <a:pt x="1" y="23657"/>
                  </a:lnTo>
                  <a:lnTo>
                    <a:pt x="52" y="24028"/>
                  </a:lnTo>
                  <a:lnTo>
                    <a:pt x="52" y="24041"/>
                  </a:lnTo>
                  <a:lnTo>
                    <a:pt x="14" y="24233"/>
                  </a:lnTo>
                  <a:lnTo>
                    <a:pt x="308" y="24782"/>
                  </a:lnTo>
                  <a:lnTo>
                    <a:pt x="717" y="24578"/>
                  </a:lnTo>
                  <a:lnTo>
                    <a:pt x="729" y="24565"/>
                  </a:lnTo>
                  <a:lnTo>
                    <a:pt x="742" y="24578"/>
                  </a:lnTo>
                  <a:lnTo>
                    <a:pt x="755" y="24578"/>
                  </a:lnTo>
                  <a:lnTo>
                    <a:pt x="768" y="24603"/>
                  </a:lnTo>
                  <a:lnTo>
                    <a:pt x="857" y="24974"/>
                  </a:lnTo>
                  <a:lnTo>
                    <a:pt x="857" y="24987"/>
                  </a:lnTo>
                  <a:lnTo>
                    <a:pt x="780" y="25434"/>
                  </a:lnTo>
                  <a:lnTo>
                    <a:pt x="1100" y="25728"/>
                  </a:lnTo>
                  <a:lnTo>
                    <a:pt x="2033" y="25715"/>
                  </a:lnTo>
                  <a:lnTo>
                    <a:pt x="2033" y="25741"/>
                  </a:lnTo>
                  <a:lnTo>
                    <a:pt x="2071" y="25702"/>
                  </a:lnTo>
                  <a:lnTo>
                    <a:pt x="2225" y="25702"/>
                  </a:lnTo>
                  <a:lnTo>
                    <a:pt x="2250" y="25715"/>
                  </a:lnTo>
                  <a:lnTo>
                    <a:pt x="2301" y="25753"/>
                  </a:lnTo>
                  <a:lnTo>
                    <a:pt x="2404" y="25753"/>
                  </a:lnTo>
                  <a:lnTo>
                    <a:pt x="2991" y="26098"/>
                  </a:lnTo>
                  <a:lnTo>
                    <a:pt x="3043" y="26009"/>
                  </a:lnTo>
                  <a:lnTo>
                    <a:pt x="2595" y="25268"/>
                  </a:lnTo>
                  <a:lnTo>
                    <a:pt x="2557" y="24501"/>
                  </a:lnTo>
                  <a:lnTo>
                    <a:pt x="2991" y="24207"/>
                  </a:lnTo>
                  <a:lnTo>
                    <a:pt x="3311" y="24105"/>
                  </a:lnTo>
                  <a:lnTo>
                    <a:pt x="3413" y="23300"/>
                  </a:lnTo>
                  <a:lnTo>
                    <a:pt x="4385" y="22354"/>
                  </a:lnTo>
                  <a:lnTo>
                    <a:pt x="4346" y="22239"/>
                  </a:lnTo>
                  <a:lnTo>
                    <a:pt x="4448" y="22009"/>
                  </a:lnTo>
                  <a:lnTo>
                    <a:pt x="4333" y="21664"/>
                  </a:lnTo>
                  <a:lnTo>
                    <a:pt x="3809" y="21574"/>
                  </a:lnTo>
                  <a:lnTo>
                    <a:pt x="3247" y="20935"/>
                  </a:lnTo>
                  <a:lnTo>
                    <a:pt x="3541" y="20271"/>
                  </a:lnTo>
                  <a:lnTo>
                    <a:pt x="3822" y="20040"/>
                  </a:lnTo>
                  <a:lnTo>
                    <a:pt x="3873" y="20092"/>
                  </a:lnTo>
                  <a:lnTo>
                    <a:pt x="3976" y="19938"/>
                  </a:lnTo>
                  <a:lnTo>
                    <a:pt x="4551" y="19913"/>
                  </a:lnTo>
                  <a:lnTo>
                    <a:pt x="4461" y="19670"/>
                  </a:lnTo>
                  <a:lnTo>
                    <a:pt x="4679" y="19427"/>
                  </a:lnTo>
                  <a:lnTo>
                    <a:pt x="4730" y="18699"/>
                  </a:lnTo>
                  <a:lnTo>
                    <a:pt x="5049" y="18328"/>
                  </a:lnTo>
                  <a:lnTo>
                    <a:pt x="5292" y="18251"/>
                  </a:lnTo>
                  <a:lnTo>
                    <a:pt x="4896" y="17983"/>
                  </a:lnTo>
                  <a:lnTo>
                    <a:pt x="5139" y="17766"/>
                  </a:lnTo>
                  <a:lnTo>
                    <a:pt x="5151" y="17612"/>
                  </a:lnTo>
                  <a:lnTo>
                    <a:pt x="4883" y="17459"/>
                  </a:lnTo>
                  <a:lnTo>
                    <a:pt x="4870" y="16909"/>
                  </a:lnTo>
                  <a:lnTo>
                    <a:pt x="4806" y="16436"/>
                  </a:lnTo>
                  <a:lnTo>
                    <a:pt x="4921" y="16283"/>
                  </a:lnTo>
                  <a:lnTo>
                    <a:pt x="5701" y="16628"/>
                  </a:lnTo>
                  <a:lnTo>
                    <a:pt x="6199" y="16628"/>
                  </a:lnTo>
                  <a:lnTo>
                    <a:pt x="6723" y="16321"/>
                  </a:lnTo>
                  <a:lnTo>
                    <a:pt x="6647" y="15976"/>
                  </a:lnTo>
                  <a:lnTo>
                    <a:pt x="6826" y="15427"/>
                  </a:lnTo>
                  <a:lnTo>
                    <a:pt x="6813" y="15133"/>
                  </a:lnTo>
                  <a:lnTo>
                    <a:pt x="6660" y="14941"/>
                  </a:lnTo>
                  <a:lnTo>
                    <a:pt x="6775" y="14634"/>
                  </a:lnTo>
                  <a:lnTo>
                    <a:pt x="7043" y="14826"/>
                  </a:lnTo>
                  <a:lnTo>
                    <a:pt x="7580" y="14954"/>
                  </a:lnTo>
                  <a:lnTo>
                    <a:pt x="9177" y="14698"/>
                  </a:lnTo>
                  <a:lnTo>
                    <a:pt x="9203" y="14737"/>
                  </a:lnTo>
                  <a:lnTo>
                    <a:pt x="9305" y="14839"/>
                  </a:lnTo>
                  <a:lnTo>
                    <a:pt x="9395" y="14775"/>
                  </a:lnTo>
                  <a:lnTo>
                    <a:pt x="9331" y="14685"/>
                  </a:lnTo>
                  <a:lnTo>
                    <a:pt x="9292" y="14660"/>
                  </a:lnTo>
                  <a:lnTo>
                    <a:pt x="9983" y="14289"/>
                  </a:lnTo>
                  <a:lnTo>
                    <a:pt x="10021" y="14174"/>
                  </a:lnTo>
                  <a:lnTo>
                    <a:pt x="10059" y="14034"/>
                  </a:lnTo>
                  <a:lnTo>
                    <a:pt x="10161" y="13931"/>
                  </a:lnTo>
                  <a:lnTo>
                    <a:pt x="10379" y="13714"/>
                  </a:lnTo>
                  <a:lnTo>
                    <a:pt x="10685" y="13420"/>
                  </a:lnTo>
                  <a:lnTo>
                    <a:pt x="10711" y="12858"/>
                  </a:lnTo>
                  <a:lnTo>
                    <a:pt x="10443" y="12819"/>
                  </a:lnTo>
                  <a:lnTo>
                    <a:pt x="10289" y="12500"/>
                  </a:lnTo>
                  <a:lnTo>
                    <a:pt x="10353" y="12257"/>
                  </a:lnTo>
                  <a:lnTo>
                    <a:pt x="10532" y="12040"/>
                  </a:lnTo>
                  <a:lnTo>
                    <a:pt x="10110" y="11529"/>
                  </a:lnTo>
                  <a:lnTo>
                    <a:pt x="9612" y="11247"/>
                  </a:lnTo>
                  <a:lnTo>
                    <a:pt x="9612" y="10979"/>
                  </a:lnTo>
                  <a:lnTo>
                    <a:pt x="9701" y="10902"/>
                  </a:lnTo>
                  <a:lnTo>
                    <a:pt x="9637" y="10570"/>
                  </a:lnTo>
                  <a:lnTo>
                    <a:pt x="9637" y="10557"/>
                  </a:lnTo>
                  <a:lnTo>
                    <a:pt x="9637" y="10008"/>
                  </a:lnTo>
                  <a:lnTo>
                    <a:pt x="9650" y="9995"/>
                  </a:lnTo>
                  <a:lnTo>
                    <a:pt x="9663" y="9982"/>
                  </a:lnTo>
                  <a:lnTo>
                    <a:pt x="9842" y="9918"/>
                  </a:lnTo>
                  <a:lnTo>
                    <a:pt x="9855" y="9381"/>
                  </a:lnTo>
                  <a:lnTo>
                    <a:pt x="9867" y="9356"/>
                  </a:lnTo>
                  <a:lnTo>
                    <a:pt x="9893" y="9343"/>
                  </a:lnTo>
                  <a:lnTo>
                    <a:pt x="9983" y="9330"/>
                  </a:lnTo>
                  <a:lnTo>
                    <a:pt x="9880" y="8973"/>
                  </a:lnTo>
                  <a:lnTo>
                    <a:pt x="9880" y="8947"/>
                  </a:lnTo>
                  <a:lnTo>
                    <a:pt x="9893" y="8934"/>
                  </a:lnTo>
                  <a:lnTo>
                    <a:pt x="10098" y="8781"/>
                  </a:lnTo>
                  <a:lnTo>
                    <a:pt x="10340" y="8091"/>
                  </a:lnTo>
                  <a:lnTo>
                    <a:pt x="10264" y="7963"/>
                  </a:lnTo>
                  <a:lnTo>
                    <a:pt x="10264" y="7950"/>
                  </a:lnTo>
                  <a:lnTo>
                    <a:pt x="10264" y="7924"/>
                  </a:lnTo>
                  <a:lnTo>
                    <a:pt x="10494" y="7516"/>
                  </a:lnTo>
                  <a:lnTo>
                    <a:pt x="10519" y="7503"/>
                  </a:lnTo>
                  <a:lnTo>
                    <a:pt x="10660" y="7439"/>
                  </a:lnTo>
                  <a:lnTo>
                    <a:pt x="10724" y="7183"/>
                  </a:lnTo>
                  <a:lnTo>
                    <a:pt x="10737" y="7158"/>
                  </a:lnTo>
                  <a:lnTo>
                    <a:pt x="10762" y="7158"/>
                  </a:lnTo>
                  <a:lnTo>
                    <a:pt x="10941" y="7170"/>
                  </a:lnTo>
                  <a:lnTo>
                    <a:pt x="11248" y="6787"/>
                  </a:lnTo>
                  <a:lnTo>
                    <a:pt x="11900" y="6084"/>
                  </a:lnTo>
                  <a:lnTo>
                    <a:pt x="11925" y="6071"/>
                  </a:lnTo>
                  <a:lnTo>
                    <a:pt x="12079" y="6071"/>
                  </a:lnTo>
                  <a:lnTo>
                    <a:pt x="12079" y="5931"/>
                  </a:lnTo>
                  <a:lnTo>
                    <a:pt x="12079" y="5918"/>
                  </a:lnTo>
                  <a:lnTo>
                    <a:pt x="12091" y="5905"/>
                  </a:lnTo>
                  <a:lnTo>
                    <a:pt x="12654" y="5496"/>
                  </a:lnTo>
                  <a:lnTo>
                    <a:pt x="12666" y="5496"/>
                  </a:lnTo>
                  <a:lnTo>
                    <a:pt x="13625" y="5126"/>
                  </a:lnTo>
                  <a:lnTo>
                    <a:pt x="13804" y="4410"/>
                  </a:lnTo>
                  <a:lnTo>
                    <a:pt x="13651" y="3873"/>
                  </a:lnTo>
                  <a:lnTo>
                    <a:pt x="13216" y="3899"/>
                  </a:lnTo>
                  <a:lnTo>
                    <a:pt x="13127" y="4141"/>
                  </a:lnTo>
                  <a:lnTo>
                    <a:pt x="13037" y="4550"/>
                  </a:lnTo>
                  <a:lnTo>
                    <a:pt x="13037" y="4563"/>
                  </a:lnTo>
                  <a:lnTo>
                    <a:pt x="12730" y="4921"/>
                  </a:lnTo>
                  <a:lnTo>
                    <a:pt x="12705" y="4934"/>
                  </a:lnTo>
                  <a:lnTo>
                    <a:pt x="12347" y="4985"/>
                  </a:lnTo>
                  <a:lnTo>
                    <a:pt x="12296" y="5138"/>
                  </a:lnTo>
                  <a:lnTo>
                    <a:pt x="12283" y="5151"/>
                  </a:lnTo>
                  <a:lnTo>
                    <a:pt x="12155" y="5266"/>
                  </a:lnTo>
                  <a:lnTo>
                    <a:pt x="12104" y="5266"/>
                  </a:lnTo>
                  <a:lnTo>
                    <a:pt x="11836" y="5151"/>
                  </a:lnTo>
                  <a:lnTo>
                    <a:pt x="11644" y="5368"/>
                  </a:lnTo>
                  <a:lnTo>
                    <a:pt x="11631" y="5381"/>
                  </a:lnTo>
                  <a:lnTo>
                    <a:pt x="11618" y="5381"/>
                  </a:lnTo>
                  <a:lnTo>
                    <a:pt x="11593" y="5368"/>
                  </a:lnTo>
                  <a:lnTo>
                    <a:pt x="11491" y="5228"/>
                  </a:lnTo>
                  <a:lnTo>
                    <a:pt x="10979" y="5266"/>
                  </a:lnTo>
                  <a:lnTo>
                    <a:pt x="10967" y="5266"/>
                  </a:lnTo>
                  <a:lnTo>
                    <a:pt x="10545" y="5049"/>
                  </a:lnTo>
                  <a:lnTo>
                    <a:pt x="9957" y="5011"/>
                  </a:lnTo>
                  <a:lnTo>
                    <a:pt x="9931" y="4998"/>
                  </a:lnTo>
                  <a:lnTo>
                    <a:pt x="9919" y="4985"/>
                  </a:lnTo>
                  <a:lnTo>
                    <a:pt x="9880" y="4819"/>
                  </a:lnTo>
                  <a:lnTo>
                    <a:pt x="9880" y="4806"/>
                  </a:lnTo>
                  <a:lnTo>
                    <a:pt x="9893" y="4780"/>
                  </a:lnTo>
                  <a:lnTo>
                    <a:pt x="10289" y="4448"/>
                  </a:lnTo>
                  <a:lnTo>
                    <a:pt x="10417" y="4014"/>
                  </a:lnTo>
                  <a:lnTo>
                    <a:pt x="10417" y="4001"/>
                  </a:lnTo>
                  <a:lnTo>
                    <a:pt x="10443" y="3988"/>
                  </a:lnTo>
                  <a:lnTo>
                    <a:pt x="10570" y="3963"/>
                  </a:lnTo>
                  <a:lnTo>
                    <a:pt x="10673" y="3745"/>
                  </a:lnTo>
                  <a:lnTo>
                    <a:pt x="10673" y="3732"/>
                  </a:lnTo>
                  <a:lnTo>
                    <a:pt x="10852" y="3541"/>
                  </a:lnTo>
                  <a:lnTo>
                    <a:pt x="10941" y="3298"/>
                  </a:lnTo>
                  <a:lnTo>
                    <a:pt x="10123" y="2991"/>
                  </a:lnTo>
                  <a:lnTo>
                    <a:pt x="10110" y="2978"/>
                  </a:lnTo>
                  <a:lnTo>
                    <a:pt x="8986" y="2148"/>
                  </a:lnTo>
                  <a:lnTo>
                    <a:pt x="8232" y="1905"/>
                  </a:lnTo>
                  <a:lnTo>
                    <a:pt x="8219" y="1892"/>
                  </a:lnTo>
                  <a:lnTo>
                    <a:pt x="8206" y="1879"/>
                  </a:lnTo>
                  <a:lnTo>
                    <a:pt x="8129" y="1662"/>
                  </a:lnTo>
                  <a:lnTo>
                    <a:pt x="7580" y="1330"/>
                  </a:lnTo>
                  <a:lnTo>
                    <a:pt x="7554" y="1317"/>
                  </a:lnTo>
                  <a:lnTo>
                    <a:pt x="7247" y="691"/>
                  </a:lnTo>
                  <a:lnTo>
                    <a:pt x="7056" y="448"/>
                  </a:lnTo>
                  <a:lnTo>
                    <a:pt x="6775" y="243"/>
                  </a:lnTo>
                  <a:lnTo>
                    <a:pt x="6110" y="256"/>
                  </a:lnTo>
                  <a:lnTo>
                    <a:pt x="5765" y="985"/>
                  </a:lnTo>
                  <a:lnTo>
                    <a:pt x="5752" y="997"/>
                  </a:lnTo>
                  <a:lnTo>
                    <a:pt x="5714" y="997"/>
                  </a:lnTo>
                  <a:lnTo>
                    <a:pt x="5701" y="985"/>
                  </a:lnTo>
                  <a:lnTo>
                    <a:pt x="5394" y="358"/>
                  </a:lnTo>
                  <a:lnTo>
                    <a:pt x="4589" y="231"/>
                  </a:lnTo>
                  <a:lnTo>
                    <a:pt x="4576" y="218"/>
                  </a:lnTo>
                  <a:lnTo>
                    <a:pt x="427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2" name="Google Shape;1180;p78">
              <a:extLst>
                <a:ext uri="{FF2B5EF4-FFF2-40B4-BE49-F238E27FC236}">
                  <a16:creationId xmlns:a16="http://schemas.microsoft.com/office/drawing/2014/main" id="{6E6B2BE7-D28D-F8E2-5A73-0DC07B7BC534}"/>
                </a:ext>
              </a:extLst>
            </p:cNvPr>
            <p:cNvSpPr/>
            <p:nvPr/>
          </p:nvSpPr>
          <p:spPr>
            <a:xfrm>
              <a:off x="2317850" y="4587175"/>
              <a:ext cx="5450" cy="7050"/>
            </a:xfrm>
            <a:custGeom>
              <a:avLst/>
              <a:gdLst/>
              <a:ahLst/>
              <a:cxnLst/>
              <a:rect l="l" t="t" r="r" b="b"/>
              <a:pathLst>
                <a:path w="218" h="282" extrusionOk="0">
                  <a:moveTo>
                    <a:pt x="26" y="0"/>
                  </a:moveTo>
                  <a:lnTo>
                    <a:pt x="0" y="141"/>
                  </a:lnTo>
                  <a:lnTo>
                    <a:pt x="128" y="281"/>
                  </a:lnTo>
                  <a:lnTo>
                    <a:pt x="218" y="230"/>
                  </a:lnTo>
                  <a:lnTo>
                    <a:pt x="2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181;p78">
              <a:extLst>
                <a:ext uri="{FF2B5EF4-FFF2-40B4-BE49-F238E27FC236}">
                  <a16:creationId xmlns:a16="http://schemas.microsoft.com/office/drawing/2014/main" id="{D87A1727-0DC1-6595-B826-E9DB0D44591C}"/>
                </a:ext>
              </a:extLst>
            </p:cNvPr>
            <p:cNvSpPr/>
            <p:nvPr/>
          </p:nvSpPr>
          <p:spPr>
            <a:xfrm>
              <a:off x="6844750" y="2046700"/>
              <a:ext cx="28150" cy="23350"/>
            </a:xfrm>
            <a:custGeom>
              <a:avLst/>
              <a:gdLst/>
              <a:ahLst/>
              <a:cxnLst/>
              <a:rect l="l" t="t" r="r" b="b"/>
              <a:pathLst>
                <a:path w="1126" h="934" extrusionOk="0">
                  <a:moveTo>
                    <a:pt x="998" y="1"/>
                  </a:moveTo>
                  <a:lnTo>
                    <a:pt x="678" y="218"/>
                  </a:lnTo>
                  <a:lnTo>
                    <a:pt x="282" y="346"/>
                  </a:lnTo>
                  <a:lnTo>
                    <a:pt x="1" y="780"/>
                  </a:lnTo>
                  <a:lnTo>
                    <a:pt x="77" y="934"/>
                  </a:lnTo>
                  <a:lnTo>
                    <a:pt x="359" y="729"/>
                  </a:lnTo>
                  <a:lnTo>
                    <a:pt x="691" y="550"/>
                  </a:lnTo>
                  <a:lnTo>
                    <a:pt x="998" y="550"/>
                  </a:lnTo>
                  <a:lnTo>
                    <a:pt x="1125" y="256"/>
                  </a:lnTo>
                  <a:lnTo>
                    <a:pt x="99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182;p78">
              <a:extLst>
                <a:ext uri="{FF2B5EF4-FFF2-40B4-BE49-F238E27FC236}">
                  <a16:creationId xmlns:a16="http://schemas.microsoft.com/office/drawing/2014/main" id="{7905B1E3-29BE-BCF5-8076-4197E690CC60}"/>
                </a:ext>
              </a:extLst>
            </p:cNvPr>
            <p:cNvSpPr/>
            <p:nvPr/>
          </p:nvSpPr>
          <p:spPr>
            <a:xfrm>
              <a:off x="6931975" y="3803725"/>
              <a:ext cx="5150" cy="8650"/>
            </a:xfrm>
            <a:custGeom>
              <a:avLst/>
              <a:gdLst/>
              <a:ahLst/>
              <a:cxnLst/>
              <a:rect l="l" t="t" r="r" b="b"/>
              <a:pathLst>
                <a:path w="206" h="346" extrusionOk="0">
                  <a:moveTo>
                    <a:pt x="1" y="0"/>
                  </a:moveTo>
                  <a:lnTo>
                    <a:pt x="1" y="345"/>
                  </a:lnTo>
                  <a:lnTo>
                    <a:pt x="205" y="166"/>
                  </a:lnTo>
                  <a:lnTo>
                    <a:pt x="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183;p78">
              <a:extLst>
                <a:ext uri="{FF2B5EF4-FFF2-40B4-BE49-F238E27FC236}">
                  <a16:creationId xmlns:a16="http://schemas.microsoft.com/office/drawing/2014/main" id="{CC5942DD-AE0A-25AE-30B0-6CBB2DED12E6}"/>
                </a:ext>
              </a:extLst>
            </p:cNvPr>
            <p:cNvSpPr/>
            <p:nvPr/>
          </p:nvSpPr>
          <p:spPr>
            <a:xfrm>
              <a:off x="6915700" y="3789350"/>
              <a:ext cx="10550" cy="14400"/>
            </a:xfrm>
            <a:custGeom>
              <a:avLst/>
              <a:gdLst/>
              <a:ahLst/>
              <a:cxnLst/>
              <a:rect l="l" t="t" r="r" b="b"/>
              <a:pathLst>
                <a:path w="422" h="576" extrusionOk="0">
                  <a:moveTo>
                    <a:pt x="0" y="0"/>
                  </a:moveTo>
                  <a:lnTo>
                    <a:pt x="0" y="332"/>
                  </a:lnTo>
                  <a:lnTo>
                    <a:pt x="205" y="575"/>
                  </a:lnTo>
                  <a:lnTo>
                    <a:pt x="422" y="294"/>
                  </a:lnTo>
                  <a:lnTo>
                    <a:pt x="30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184;p78">
              <a:extLst>
                <a:ext uri="{FF2B5EF4-FFF2-40B4-BE49-F238E27FC236}">
                  <a16:creationId xmlns:a16="http://schemas.microsoft.com/office/drawing/2014/main" id="{A29DC282-C1D5-1BDB-BBBB-DD511676827D}"/>
                </a:ext>
              </a:extLst>
            </p:cNvPr>
            <p:cNvSpPr/>
            <p:nvPr/>
          </p:nvSpPr>
          <p:spPr>
            <a:xfrm>
              <a:off x="6684675" y="2278025"/>
              <a:ext cx="24950" cy="20475"/>
            </a:xfrm>
            <a:custGeom>
              <a:avLst/>
              <a:gdLst/>
              <a:ahLst/>
              <a:cxnLst/>
              <a:rect l="l" t="t" r="r" b="b"/>
              <a:pathLst>
                <a:path w="998" h="819" extrusionOk="0">
                  <a:moveTo>
                    <a:pt x="870" y="1"/>
                  </a:moveTo>
                  <a:lnTo>
                    <a:pt x="665" y="103"/>
                  </a:lnTo>
                  <a:lnTo>
                    <a:pt x="525" y="295"/>
                  </a:lnTo>
                  <a:lnTo>
                    <a:pt x="231" y="512"/>
                  </a:lnTo>
                  <a:lnTo>
                    <a:pt x="1" y="512"/>
                  </a:lnTo>
                  <a:lnTo>
                    <a:pt x="13" y="614"/>
                  </a:lnTo>
                  <a:lnTo>
                    <a:pt x="1" y="742"/>
                  </a:lnTo>
                  <a:lnTo>
                    <a:pt x="13" y="755"/>
                  </a:lnTo>
                  <a:lnTo>
                    <a:pt x="39" y="768"/>
                  </a:lnTo>
                  <a:lnTo>
                    <a:pt x="103" y="793"/>
                  </a:lnTo>
                  <a:lnTo>
                    <a:pt x="192" y="806"/>
                  </a:lnTo>
                  <a:lnTo>
                    <a:pt x="269" y="819"/>
                  </a:lnTo>
                  <a:lnTo>
                    <a:pt x="295" y="806"/>
                  </a:lnTo>
                  <a:lnTo>
                    <a:pt x="333" y="768"/>
                  </a:lnTo>
                  <a:lnTo>
                    <a:pt x="435" y="691"/>
                  </a:lnTo>
                  <a:lnTo>
                    <a:pt x="563" y="589"/>
                  </a:lnTo>
                  <a:lnTo>
                    <a:pt x="601" y="461"/>
                  </a:lnTo>
                  <a:lnTo>
                    <a:pt x="640" y="372"/>
                  </a:lnTo>
                  <a:lnTo>
                    <a:pt x="665" y="333"/>
                  </a:lnTo>
                  <a:lnTo>
                    <a:pt x="844" y="257"/>
                  </a:lnTo>
                  <a:lnTo>
                    <a:pt x="998" y="205"/>
                  </a:lnTo>
                  <a:lnTo>
                    <a:pt x="99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185;p78">
              <a:extLst>
                <a:ext uri="{FF2B5EF4-FFF2-40B4-BE49-F238E27FC236}">
                  <a16:creationId xmlns:a16="http://schemas.microsoft.com/office/drawing/2014/main" id="{80136963-BD45-C367-7F4F-341D53D30CEA}"/>
                </a:ext>
              </a:extLst>
            </p:cNvPr>
            <p:cNvSpPr/>
            <p:nvPr/>
          </p:nvSpPr>
          <p:spPr>
            <a:xfrm>
              <a:off x="6671900" y="2309025"/>
              <a:ext cx="9275" cy="12500"/>
            </a:xfrm>
            <a:custGeom>
              <a:avLst/>
              <a:gdLst/>
              <a:ahLst/>
              <a:cxnLst/>
              <a:rect l="l" t="t" r="r" b="b"/>
              <a:pathLst>
                <a:path w="371" h="500" extrusionOk="0">
                  <a:moveTo>
                    <a:pt x="103" y="1"/>
                  </a:moveTo>
                  <a:lnTo>
                    <a:pt x="0" y="167"/>
                  </a:lnTo>
                  <a:lnTo>
                    <a:pt x="39" y="333"/>
                  </a:lnTo>
                  <a:lnTo>
                    <a:pt x="77" y="448"/>
                  </a:lnTo>
                  <a:lnTo>
                    <a:pt x="103" y="499"/>
                  </a:lnTo>
                  <a:lnTo>
                    <a:pt x="269" y="410"/>
                  </a:lnTo>
                  <a:lnTo>
                    <a:pt x="37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186;p78">
              <a:extLst>
                <a:ext uri="{FF2B5EF4-FFF2-40B4-BE49-F238E27FC236}">
                  <a16:creationId xmlns:a16="http://schemas.microsoft.com/office/drawing/2014/main" id="{82EEC3BB-C1C0-1D3E-6D47-F2C71BBF3782}"/>
                </a:ext>
              </a:extLst>
            </p:cNvPr>
            <p:cNvSpPr/>
            <p:nvPr/>
          </p:nvSpPr>
          <p:spPr>
            <a:xfrm>
              <a:off x="6901300" y="4414000"/>
              <a:ext cx="15050" cy="16950"/>
            </a:xfrm>
            <a:custGeom>
              <a:avLst/>
              <a:gdLst/>
              <a:ahLst/>
              <a:cxnLst/>
              <a:rect l="l" t="t" r="r" b="b"/>
              <a:pathLst>
                <a:path w="602" h="678" extrusionOk="0">
                  <a:moveTo>
                    <a:pt x="244" y="0"/>
                  </a:moveTo>
                  <a:lnTo>
                    <a:pt x="193" y="13"/>
                  </a:lnTo>
                  <a:lnTo>
                    <a:pt x="167" y="38"/>
                  </a:lnTo>
                  <a:lnTo>
                    <a:pt x="154" y="77"/>
                  </a:lnTo>
                  <a:lnTo>
                    <a:pt x="154" y="115"/>
                  </a:lnTo>
                  <a:lnTo>
                    <a:pt x="180" y="166"/>
                  </a:lnTo>
                  <a:lnTo>
                    <a:pt x="205" y="230"/>
                  </a:lnTo>
                  <a:lnTo>
                    <a:pt x="205" y="256"/>
                  </a:lnTo>
                  <a:lnTo>
                    <a:pt x="193" y="281"/>
                  </a:lnTo>
                  <a:lnTo>
                    <a:pt x="154" y="307"/>
                  </a:lnTo>
                  <a:lnTo>
                    <a:pt x="141" y="358"/>
                  </a:lnTo>
                  <a:lnTo>
                    <a:pt x="116" y="396"/>
                  </a:lnTo>
                  <a:lnTo>
                    <a:pt x="78" y="422"/>
                  </a:lnTo>
                  <a:lnTo>
                    <a:pt x="52" y="447"/>
                  </a:lnTo>
                  <a:lnTo>
                    <a:pt x="52" y="486"/>
                  </a:lnTo>
                  <a:lnTo>
                    <a:pt x="52" y="511"/>
                  </a:lnTo>
                  <a:lnTo>
                    <a:pt x="52" y="537"/>
                  </a:lnTo>
                  <a:lnTo>
                    <a:pt x="39" y="562"/>
                  </a:lnTo>
                  <a:lnTo>
                    <a:pt x="14" y="588"/>
                  </a:lnTo>
                  <a:lnTo>
                    <a:pt x="1" y="601"/>
                  </a:lnTo>
                  <a:lnTo>
                    <a:pt x="1" y="614"/>
                  </a:lnTo>
                  <a:lnTo>
                    <a:pt x="1" y="665"/>
                  </a:lnTo>
                  <a:lnTo>
                    <a:pt x="26" y="677"/>
                  </a:lnTo>
                  <a:lnTo>
                    <a:pt x="52" y="677"/>
                  </a:lnTo>
                  <a:lnTo>
                    <a:pt x="78" y="665"/>
                  </a:lnTo>
                  <a:lnTo>
                    <a:pt x="103" y="639"/>
                  </a:lnTo>
                  <a:lnTo>
                    <a:pt x="116" y="601"/>
                  </a:lnTo>
                  <a:lnTo>
                    <a:pt x="154" y="575"/>
                  </a:lnTo>
                  <a:lnTo>
                    <a:pt x="193" y="562"/>
                  </a:lnTo>
                  <a:lnTo>
                    <a:pt x="231" y="550"/>
                  </a:lnTo>
                  <a:lnTo>
                    <a:pt x="282" y="562"/>
                  </a:lnTo>
                  <a:lnTo>
                    <a:pt x="308" y="562"/>
                  </a:lnTo>
                  <a:lnTo>
                    <a:pt x="333" y="550"/>
                  </a:lnTo>
                  <a:lnTo>
                    <a:pt x="372" y="511"/>
                  </a:lnTo>
                  <a:lnTo>
                    <a:pt x="423" y="486"/>
                  </a:lnTo>
                  <a:lnTo>
                    <a:pt x="525" y="460"/>
                  </a:lnTo>
                  <a:lnTo>
                    <a:pt x="563" y="435"/>
                  </a:lnTo>
                  <a:lnTo>
                    <a:pt x="589" y="422"/>
                  </a:lnTo>
                  <a:lnTo>
                    <a:pt x="602" y="396"/>
                  </a:lnTo>
                  <a:lnTo>
                    <a:pt x="602" y="345"/>
                  </a:lnTo>
                  <a:lnTo>
                    <a:pt x="589" y="332"/>
                  </a:lnTo>
                  <a:lnTo>
                    <a:pt x="576" y="307"/>
                  </a:lnTo>
                  <a:lnTo>
                    <a:pt x="538" y="294"/>
                  </a:lnTo>
                  <a:lnTo>
                    <a:pt x="474" y="281"/>
                  </a:lnTo>
                  <a:lnTo>
                    <a:pt x="448" y="256"/>
                  </a:lnTo>
                  <a:lnTo>
                    <a:pt x="410" y="230"/>
                  </a:lnTo>
                  <a:lnTo>
                    <a:pt x="448" y="243"/>
                  </a:lnTo>
                  <a:lnTo>
                    <a:pt x="487" y="230"/>
                  </a:lnTo>
                  <a:lnTo>
                    <a:pt x="512" y="230"/>
                  </a:lnTo>
                  <a:lnTo>
                    <a:pt x="525" y="205"/>
                  </a:lnTo>
                  <a:lnTo>
                    <a:pt x="525" y="192"/>
                  </a:lnTo>
                  <a:lnTo>
                    <a:pt x="512" y="166"/>
                  </a:lnTo>
                  <a:lnTo>
                    <a:pt x="474" y="141"/>
                  </a:lnTo>
                  <a:lnTo>
                    <a:pt x="423" y="115"/>
                  </a:lnTo>
                  <a:lnTo>
                    <a:pt x="397" y="64"/>
                  </a:lnTo>
                  <a:lnTo>
                    <a:pt x="359" y="26"/>
                  </a:lnTo>
                  <a:lnTo>
                    <a:pt x="30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187;p78">
              <a:extLst>
                <a:ext uri="{FF2B5EF4-FFF2-40B4-BE49-F238E27FC236}">
                  <a16:creationId xmlns:a16="http://schemas.microsoft.com/office/drawing/2014/main" id="{0942360B-79CF-5D27-1839-A77D557BC250}"/>
                </a:ext>
              </a:extLst>
            </p:cNvPr>
            <p:cNvSpPr/>
            <p:nvPr/>
          </p:nvSpPr>
          <p:spPr>
            <a:xfrm>
              <a:off x="7039650" y="2233625"/>
              <a:ext cx="10900" cy="5775"/>
            </a:xfrm>
            <a:custGeom>
              <a:avLst/>
              <a:gdLst/>
              <a:ahLst/>
              <a:cxnLst/>
              <a:rect l="l" t="t" r="r" b="b"/>
              <a:pathLst>
                <a:path w="436" h="231" extrusionOk="0">
                  <a:moveTo>
                    <a:pt x="1" y="0"/>
                  </a:moveTo>
                  <a:lnTo>
                    <a:pt x="116" y="230"/>
                  </a:lnTo>
                  <a:lnTo>
                    <a:pt x="435" y="230"/>
                  </a:lnTo>
                  <a:lnTo>
                    <a:pt x="43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188;p78">
              <a:extLst>
                <a:ext uri="{FF2B5EF4-FFF2-40B4-BE49-F238E27FC236}">
                  <a16:creationId xmlns:a16="http://schemas.microsoft.com/office/drawing/2014/main" id="{8E7520C1-9454-BA42-F2F9-86CBA5E4B638}"/>
                </a:ext>
              </a:extLst>
            </p:cNvPr>
            <p:cNvSpPr/>
            <p:nvPr/>
          </p:nvSpPr>
          <p:spPr>
            <a:xfrm>
              <a:off x="7015375" y="2219575"/>
              <a:ext cx="24300" cy="7675"/>
            </a:xfrm>
            <a:custGeom>
              <a:avLst/>
              <a:gdLst/>
              <a:ahLst/>
              <a:cxnLst/>
              <a:rect l="l" t="t" r="r" b="b"/>
              <a:pathLst>
                <a:path w="972" h="307" extrusionOk="0">
                  <a:moveTo>
                    <a:pt x="1" y="0"/>
                  </a:moveTo>
                  <a:lnTo>
                    <a:pt x="1" y="166"/>
                  </a:lnTo>
                  <a:lnTo>
                    <a:pt x="550" y="307"/>
                  </a:lnTo>
                  <a:lnTo>
                    <a:pt x="972" y="307"/>
                  </a:lnTo>
                  <a:lnTo>
                    <a:pt x="83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189;p78">
              <a:extLst>
                <a:ext uri="{FF2B5EF4-FFF2-40B4-BE49-F238E27FC236}">
                  <a16:creationId xmlns:a16="http://schemas.microsoft.com/office/drawing/2014/main" id="{A6AF1626-D884-3E7E-B614-01D106292791}"/>
                </a:ext>
              </a:extLst>
            </p:cNvPr>
            <p:cNvSpPr/>
            <p:nvPr/>
          </p:nvSpPr>
          <p:spPr>
            <a:xfrm>
              <a:off x="7063950" y="4113975"/>
              <a:ext cx="5450" cy="8325"/>
            </a:xfrm>
            <a:custGeom>
              <a:avLst/>
              <a:gdLst/>
              <a:ahLst/>
              <a:cxnLst/>
              <a:rect l="l" t="t" r="r" b="b"/>
              <a:pathLst>
                <a:path w="218" h="333" extrusionOk="0">
                  <a:moveTo>
                    <a:pt x="39" y="0"/>
                  </a:moveTo>
                  <a:lnTo>
                    <a:pt x="26" y="38"/>
                  </a:lnTo>
                  <a:lnTo>
                    <a:pt x="13" y="102"/>
                  </a:lnTo>
                  <a:lnTo>
                    <a:pt x="0" y="153"/>
                  </a:lnTo>
                  <a:lnTo>
                    <a:pt x="0" y="192"/>
                  </a:lnTo>
                  <a:lnTo>
                    <a:pt x="51" y="217"/>
                  </a:lnTo>
                  <a:lnTo>
                    <a:pt x="90" y="256"/>
                  </a:lnTo>
                  <a:lnTo>
                    <a:pt x="115" y="294"/>
                  </a:lnTo>
                  <a:lnTo>
                    <a:pt x="166" y="320"/>
                  </a:lnTo>
                  <a:lnTo>
                    <a:pt x="192" y="332"/>
                  </a:lnTo>
                  <a:lnTo>
                    <a:pt x="205" y="320"/>
                  </a:lnTo>
                  <a:lnTo>
                    <a:pt x="218" y="307"/>
                  </a:lnTo>
                  <a:lnTo>
                    <a:pt x="218" y="281"/>
                  </a:lnTo>
                  <a:lnTo>
                    <a:pt x="205" y="256"/>
                  </a:lnTo>
                  <a:lnTo>
                    <a:pt x="192" y="243"/>
                  </a:lnTo>
                  <a:lnTo>
                    <a:pt x="179" y="217"/>
                  </a:lnTo>
                  <a:lnTo>
                    <a:pt x="166" y="192"/>
                  </a:lnTo>
                  <a:lnTo>
                    <a:pt x="166" y="166"/>
                  </a:lnTo>
                  <a:lnTo>
                    <a:pt x="166" y="141"/>
                  </a:lnTo>
                  <a:lnTo>
                    <a:pt x="141" y="90"/>
                  </a:lnTo>
                  <a:lnTo>
                    <a:pt x="103" y="51"/>
                  </a:lnTo>
                  <a:lnTo>
                    <a:pt x="90" y="13"/>
                  </a:lnTo>
                  <a:lnTo>
                    <a:pt x="7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2" name="Google Shape;1190;p78">
              <a:extLst>
                <a:ext uri="{FF2B5EF4-FFF2-40B4-BE49-F238E27FC236}">
                  <a16:creationId xmlns:a16="http://schemas.microsoft.com/office/drawing/2014/main" id="{5FC47AE8-F409-3A76-30E7-57665570F2F4}"/>
                </a:ext>
              </a:extLst>
            </p:cNvPr>
            <p:cNvSpPr/>
            <p:nvPr/>
          </p:nvSpPr>
          <p:spPr>
            <a:xfrm>
              <a:off x="6876700" y="4238250"/>
              <a:ext cx="165850" cy="174175"/>
            </a:xfrm>
            <a:custGeom>
              <a:avLst/>
              <a:gdLst/>
              <a:ahLst/>
              <a:cxnLst/>
              <a:rect l="l" t="t" r="r" b="b"/>
              <a:pathLst>
                <a:path w="6634" h="6967" extrusionOk="0">
                  <a:moveTo>
                    <a:pt x="5100" y="1"/>
                  </a:moveTo>
                  <a:lnTo>
                    <a:pt x="5062" y="14"/>
                  </a:lnTo>
                  <a:lnTo>
                    <a:pt x="5011" y="39"/>
                  </a:lnTo>
                  <a:lnTo>
                    <a:pt x="4985" y="90"/>
                  </a:lnTo>
                  <a:lnTo>
                    <a:pt x="4985" y="103"/>
                  </a:lnTo>
                  <a:lnTo>
                    <a:pt x="4972" y="116"/>
                  </a:lnTo>
                  <a:lnTo>
                    <a:pt x="4883" y="167"/>
                  </a:lnTo>
                  <a:lnTo>
                    <a:pt x="4806" y="231"/>
                  </a:lnTo>
                  <a:lnTo>
                    <a:pt x="4730" y="295"/>
                  </a:lnTo>
                  <a:lnTo>
                    <a:pt x="4653" y="359"/>
                  </a:lnTo>
                  <a:lnTo>
                    <a:pt x="4615" y="384"/>
                  </a:lnTo>
                  <a:lnTo>
                    <a:pt x="4589" y="423"/>
                  </a:lnTo>
                  <a:lnTo>
                    <a:pt x="4576" y="461"/>
                  </a:lnTo>
                  <a:lnTo>
                    <a:pt x="4576" y="512"/>
                  </a:lnTo>
                  <a:lnTo>
                    <a:pt x="4576" y="665"/>
                  </a:lnTo>
                  <a:lnTo>
                    <a:pt x="4576" y="832"/>
                  </a:lnTo>
                  <a:lnTo>
                    <a:pt x="4576" y="883"/>
                  </a:lnTo>
                  <a:lnTo>
                    <a:pt x="4576" y="934"/>
                  </a:lnTo>
                  <a:lnTo>
                    <a:pt x="4563" y="985"/>
                  </a:lnTo>
                  <a:lnTo>
                    <a:pt x="4525" y="1036"/>
                  </a:lnTo>
                  <a:lnTo>
                    <a:pt x="4474" y="1113"/>
                  </a:lnTo>
                  <a:lnTo>
                    <a:pt x="4423" y="1189"/>
                  </a:lnTo>
                  <a:lnTo>
                    <a:pt x="4372" y="1279"/>
                  </a:lnTo>
                  <a:lnTo>
                    <a:pt x="4308" y="1343"/>
                  </a:lnTo>
                  <a:lnTo>
                    <a:pt x="4218" y="1394"/>
                  </a:lnTo>
                  <a:lnTo>
                    <a:pt x="4180" y="1407"/>
                  </a:lnTo>
                  <a:lnTo>
                    <a:pt x="4129" y="1407"/>
                  </a:lnTo>
                  <a:lnTo>
                    <a:pt x="4065" y="1419"/>
                  </a:lnTo>
                  <a:lnTo>
                    <a:pt x="4039" y="1432"/>
                  </a:lnTo>
                  <a:lnTo>
                    <a:pt x="4027" y="1471"/>
                  </a:lnTo>
                  <a:lnTo>
                    <a:pt x="4027" y="1522"/>
                  </a:lnTo>
                  <a:lnTo>
                    <a:pt x="4027" y="1547"/>
                  </a:lnTo>
                  <a:lnTo>
                    <a:pt x="4014" y="1573"/>
                  </a:lnTo>
                  <a:lnTo>
                    <a:pt x="3988" y="1637"/>
                  </a:lnTo>
                  <a:lnTo>
                    <a:pt x="3963" y="1713"/>
                  </a:lnTo>
                  <a:lnTo>
                    <a:pt x="3924" y="1854"/>
                  </a:lnTo>
                  <a:lnTo>
                    <a:pt x="3886" y="2007"/>
                  </a:lnTo>
                  <a:lnTo>
                    <a:pt x="3835" y="2148"/>
                  </a:lnTo>
                  <a:lnTo>
                    <a:pt x="3758" y="2314"/>
                  </a:lnTo>
                  <a:lnTo>
                    <a:pt x="3707" y="2391"/>
                  </a:lnTo>
                  <a:lnTo>
                    <a:pt x="3643" y="2467"/>
                  </a:lnTo>
                  <a:lnTo>
                    <a:pt x="3618" y="2493"/>
                  </a:lnTo>
                  <a:lnTo>
                    <a:pt x="3592" y="2544"/>
                  </a:lnTo>
                  <a:lnTo>
                    <a:pt x="3515" y="2634"/>
                  </a:lnTo>
                  <a:lnTo>
                    <a:pt x="3439" y="2723"/>
                  </a:lnTo>
                  <a:lnTo>
                    <a:pt x="3337" y="2787"/>
                  </a:lnTo>
                  <a:lnTo>
                    <a:pt x="3234" y="2838"/>
                  </a:lnTo>
                  <a:lnTo>
                    <a:pt x="3183" y="2864"/>
                  </a:lnTo>
                  <a:lnTo>
                    <a:pt x="3145" y="2889"/>
                  </a:lnTo>
                  <a:lnTo>
                    <a:pt x="3055" y="2953"/>
                  </a:lnTo>
                  <a:lnTo>
                    <a:pt x="2979" y="3030"/>
                  </a:lnTo>
                  <a:lnTo>
                    <a:pt x="2825" y="3196"/>
                  </a:lnTo>
                  <a:lnTo>
                    <a:pt x="2774" y="3247"/>
                  </a:lnTo>
                  <a:lnTo>
                    <a:pt x="2710" y="3285"/>
                  </a:lnTo>
                  <a:lnTo>
                    <a:pt x="2672" y="3298"/>
                  </a:lnTo>
                  <a:lnTo>
                    <a:pt x="2646" y="3324"/>
                  </a:lnTo>
                  <a:lnTo>
                    <a:pt x="2595" y="3388"/>
                  </a:lnTo>
                  <a:lnTo>
                    <a:pt x="2570" y="3439"/>
                  </a:lnTo>
                  <a:lnTo>
                    <a:pt x="2531" y="3477"/>
                  </a:lnTo>
                  <a:lnTo>
                    <a:pt x="2493" y="3515"/>
                  </a:lnTo>
                  <a:lnTo>
                    <a:pt x="2442" y="3541"/>
                  </a:lnTo>
                  <a:lnTo>
                    <a:pt x="2352" y="3567"/>
                  </a:lnTo>
                  <a:lnTo>
                    <a:pt x="2276" y="3605"/>
                  </a:lnTo>
                  <a:lnTo>
                    <a:pt x="2161" y="3682"/>
                  </a:lnTo>
                  <a:lnTo>
                    <a:pt x="2046" y="3771"/>
                  </a:lnTo>
                  <a:lnTo>
                    <a:pt x="1841" y="3963"/>
                  </a:lnTo>
                  <a:lnTo>
                    <a:pt x="1790" y="3988"/>
                  </a:lnTo>
                  <a:lnTo>
                    <a:pt x="1765" y="4001"/>
                  </a:lnTo>
                  <a:lnTo>
                    <a:pt x="1739" y="4001"/>
                  </a:lnTo>
                  <a:lnTo>
                    <a:pt x="1688" y="3988"/>
                  </a:lnTo>
                  <a:lnTo>
                    <a:pt x="1637" y="4001"/>
                  </a:lnTo>
                  <a:lnTo>
                    <a:pt x="1534" y="4039"/>
                  </a:lnTo>
                  <a:lnTo>
                    <a:pt x="1509" y="4039"/>
                  </a:lnTo>
                  <a:lnTo>
                    <a:pt x="1483" y="4052"/>
                  </a:lnTo>
                  <a:lnTo>
                    <a:pt x="1445" y="4052"/>
                  </a:lnTo>
                  <a:lnTo>
                    <a:pt x="1419" y="4091"/>
                  </a:lnTo>
                  <a:lnTo>
                    <a:pt x="1343" y="4206"/>
                  </a:lnTo>
                  <a:lnTo>
                    <a:pt x="1292" y="4269"/>
                  </a:lnTo>
                  <a:lnTo>
                    <a:pt x="1241" y="4321"/>
                  </a:lnTo>
                  <a:lnTo>
                    <a:pt x="1228" y="4333"/>
                  </a:lnTo>
                  <a:lnTo>
                    <a:pt x="1228" y="4346"/>
                  </a:lnTo>
                  <a:lnTo>
                    <a:pt x="1228" y="4359"/>
                  </a:lnTo>
                  <a:lnTo>
                    <a:pt x="1241" y="4385"/>
                  </a:lnTo>
                  <a:lnTo>
                    <a:pt x="1228" y="4397"/>
                  </a:lnTo>
                  <a:lnTo>
                    <a:pt x="1215" y="4410"/>
                  </a:lnTo>
                  <a:lnTo>
                    <a:pt x="1202" y="4410"/>
                  </a:lnTo>
                  <a:lnTo>
                    <a:pt x="1164" y="4423"/>
                  </a:lnTo>
                  <a:lnTo>
                    <a:pt x="1151" y="4448"/>
                  </a:lnTo>
                  <a:lnTo>
                    <a:pt x="1113" y="4500"/>
                  </a:lnTo>
                  <a:lnTo>
                    <a:pt x="1062" y="4538"/>
                  </a:lnTo>
                  <a:lnTo>
                    <a:pt x="1023" y="4563"/>
                  </a:lnTo>
                  <a:lnTo>
                    <a:pt x="1010" y="4589"/>
                  </a:lnTo>
                  <a:lnTo>
                    <a:pt x="1010" y="4602"/>
                  </a:lnTo>
                  <a:lnTo>
                    <a:pt x="1010" y="4653"/>
                  </a:lnTo>
                  <a:lnTo>
                    <a:pt x="998" y="4691"/>
                  </a:lnTo>
                  <a:lnTo>
                    <a:pt x="972" y="4717"/>
                  </a:lnTo>
                  <a:lnTo>
                    <a:pt x="934" y="4730"/>
                  </a:lnTo>
                  <a:lnTo>
                    <a:pt x="908" y="4755"/>
                  </a:lnTo>
                  <a:lnTo>
                    <a:pt x="780" y="4883"/>
                  </a:lnTo>
                  <a:lnTo>
                    <a:pt x="665" y="4998"/>
                  </a:lnTo>
                  <a:lnTo>
                    <a:pt x="538" y="5113"/>
                  </a:lnTo>
                  <a:lnTo>
                    <a:pt x="423" y="5254"/>
                  </a:lnTo>
                  <a:lnTo>
                    <a:pt x="371" y="5317"/>
                  </a:lnTo>
                  <a:lnTo>
                    <a:pt x="359" y="5381"/>
                  </a:lnTo>
                  <a:lnTo>
                    <a:pt x="359" y="5445"/>
                  </a:lnTo>
                  <a:lnTo>
                    <a:pt x="397" y="5509"/>
                  </a:lnTo>
                  <a:lnTo>
                    <a:pt x="423" y="5548"/>
                  </a:lnTo>
                  <a:lnTo>
                    <a:pt x="423" y="5573"/>
                  </a:lnTo>
                  <a:lnTo>
                    <a:pt x="410" y="5586"/>
                  </a:lnTo>
                  <a:lnTo>
                    <a:pt x="397" y="5599"/>
                  </a:lnTo>
                  <a:lnTo>
                    <a:pt x="371" y="5599"/>
                  </a:lnTo>
                  <a:lnTo>
                    <a:pt x="333" y="5573"/>
                  </a:lnTo>
                  <a:lnTo>
                    <a:pt x="295" y="5548"/>
                  </a:lnTo>
                  <a:lnTo>
                    <a:pt x="269" y="5548"/>
                  </a:lnTo>
                  <a:lnTo>
                    <a:pt x="244" y="5560"/>
                  </a:lnTo>
                  <a:lnTo>
                    <a:pt x="231" y="5599"/>
                  </a:lnTo>
                  <a:lnTo>
                    <a:pt x="193" y="5688"/>
                  </a:lnTo>
                  <a:lnTo>
                    <a:pt x="180" y="5739"/>
                  </a:lnTo>
                  <a:lnTo>
                    <a:pt x="167" y="5790"/>
                  </a:lnTo>
                  <a:lnTo>
                    <a:pt x="167" y="5841"/>
                  </a:lnTo>
                  <a:lnTo>
                    <a:pt x="167" y="5867"/>
                  </a:lnTo>
                  <a:lnTo>
                    <a:pt x="205" y="5880"/>
                  </a:lnTo>
                  <a:lnTo>
                    <a:pt x="269" y="5867"/>
                  </a:lnTo>
                  <a:lnTo>
                    <a:pt x="218" y="5893"/>
                  </a:lnTo>
                  <a:lnTo>
                    <a:pt x="205" y="5905"/>
                  </a:lnTo>
                  <a:lnTo>
                    <a:pt x="205" y="5918"/>
                  </a:lnTo>
                  <a:lnTo>
                    <a:pt x="218" y="5957"/>
                  </a:lnTo>
                  <a:lnTo>
                    <a:pt x="231" y="5982"/>
                  </a:lnTo>
                  <a:lnTo>
                    <a:pt x="244" y="6008"/>
                  </a:lnTo>
                  <a:lnTo>
                    <a:pt x="269" y="6033"/>
                  </a:lnTo>
                  <a:lnTo>
                    <a:pt x="269" y="6046"/>
                  </a:lnTo>
                  <a:lnTo>
                    <a:pt x="282" y="6046"/>
                  </a:lnTo>
                  <a:lnTo>
                    <a:pt x="295" y="6059"/>
                  </a:lnTo>
                  <a:lnTo>
                    <a:pt x="333" y="6059"/>
                  </a:lnTo>
                  <a:lnTo>
                    <a:pt x="308" y="6072"/>
                  </a:lnTo>
                  <a:lnTo>
                    <a:pt x="269" y="6072"/>
                  </a:lnTo>
                  <a:lnTo>
                    <a:pt x="244" y="6059"/>
                  </a:lnTo>
                  <a:lnTo>
                    <a:pt x="231" y="6059"/>
                  </a:lnTo>
                  <a:lnTo>
                    <a:pt x="193" y="6097"/>
                  </a:lnTo>
                  <a:lnTo>
                    <a:pt x="141" y="6110"/>
                  </a:lnTo>
                  <a:lnTo>
                    <a:pt x="52" y="6123"/>
                  </a:lnTo>
                  <a:lnTo>
                    <a:pt x="14" y="6135"/>
                  </a:lnTo>
                  <a:lnTo>
                    <a:pt x="1" y="6148"/>
                  </a:lnTo>
                  <a:lnTo>
                    <a:pt x="1" y="6161"/>
                  </a:lnTo>
                  <a:lnTo>
                    <a:pt x="1" y="6289"/>
                  </a:lnTo>
                  <a:lnTo>
                    <a:pt x="1" y="6327"/>
                  </a:lnTo>
                  <a:lnTo>
                    <a:pt x="26" y="6353"/>
                  </a:lnTo>
                  <a:lnTo>
                    <a:pt x="52" y="6353"/>
                  </a:lnTo>
                  <a:lnTo>
                    <a:pt x="77" y="6340"/>
                  </a:lnTo>
                  <a:lnTo>
                    <a:pt x="116" y="6327"/>
                  </a:lnTo>
                  <a:lnTo>
                    <a:pt x="129" y="6327"/>
                  </a:lnTo>
                  <a:lnTo>
                    <a:pt x="141" y="6353"/>
                  </a:lnTo>
                  <a:lnTo>
                    <a:pt x="141" y="6378"/>
                  </a:lnTo>
                  <a:lnTo>
                    <a:pt x="129" y="6404"/>
                  </a:lnTo>
                  <a:lnTo>
                    <a:pt x="129" y="6417"/>
                  </a:lnTo>
                  <a:lnTo>
                    <a:pt x="141" y="6429"/>
                  </a:lnTo>
                  <a:lnTo>
                    <a:pt x="167" y="6429"/>
                  </a:lnTo>
                  <a:lnTo>
                    <a:pt x="205" y="6417"/>
                  </a:lnTo>
                  <a:lnTo>
                    <a:pt x="218" y="6404"/>
                  </a:lnTo>
                  <a:lnTo>
                    <a:pt x="231" y="6391"/>
                  </a:lnTo>
                  <a:lnTo>
                    <a:pt x="244" y="6404"/>
                  </a:lnTo>
                  <a:lnTo>
                    <a:pt x="256" y="6417"/>
                  </a:lnTo>
                  <a:lnTo>
                    <a:pt x="256" y="6429"/>
                  </a:lnTo>
                  <a:lnTo>
                    <a:pt x="244" y="6455"/>
                  </a:lnTo>
                  <a:lnTo>
                    <a:pt x="205" y="6506"/>
                  </a:lnTo>
                  <a:lnTo>
                    <a:pt x="205" y="6532"/>
                  </a:lnTo>
                  <a:lnTo>
                    <a:pt x="205" y="6557"/>
                  </a:lnTo>
                  <a:lnTo>
                    <a:pt x="218" y="6570"/>
                  </a:lnTo>
                  <a:lnTo>
                    <a:pt x="231" y="6570"/>
                  </a:lnTo>
                  <a:lnTo>
                    <a:pt x="308" y="6583"/>
                  </a:lnTo>
                  <a:lnTo>
                    <a:pt x="423" y="6596"/>
                  </a:lnTo>
                  <a:lnTo>
                    <a:pt x="729" y="6596"/>
                  </a:lnTo>
                  <a:lnTo>
                    <a:pt x="768" y="6583"/>
                  </a:lnTo>
                  <a:lnTo>
                    <a:pt x="793" y="6570"/>
                  </a:lnTo>
                  <a:lnTo>
                    <a:pt x="806" y="6544"/>
                  </a:lnTo>
                  <a:lnTo>
                    <a:pt x="819" y="6493"/>
                  </a:lnTo>
                  <a:lnTo>
                    <a:pt x="844" y="6481"/>
                  </a:lnTo>
                  <a:lnTo>
                    <a:pt x="883" y="6455"/>
                  </a:lnTo>
                  <a:lnTo>
                    <a:pt x="908" y="6455"/>
                  </a:lnTo>
                  <a:lnTo>
                    <a:pt x="947" y="6468"/>
                  </a:lnTo>
                  <a:lnTo>
                    <a:pt x="1010" y="6506"/>
                  </a:lnTo>
                  <a:lnTo>
                    <a:pt x="1062" y="6557"/>
                  </a:lnTo>
                  <a:lnTo>
                    <a:pt x="1087" y="6621"/>
                  </a:lnTo>
                  <a:lnTo>
                    <a:pt x="1100" y="6659"/>
                  </a:lnTo>
                  <a:lnTo>
                    <a:pt x="1125" y="6685"/>
                  </a:lnTo>
                  <a:lnTo>
                    <a:pt x="1164" y="6698"/>
                  </a:lnTo>
                  <a:lnTo>
                    <a:pt x="1189" y="6698"/>
                  </a:lnTo>
                  <a:lnTo>
                    <a:pt x="1253" y="6685"/>
                  </a:lnTo>
                  <a:lnTo>
                    <a:pt x="1304" y="6685"/>
                  </a:lnTo>
                  <a:lnTo>
                    <a:pt x="1356" y="6672"/>
                  </a:lnTo>
                  <a:lnTo>
                    <a:pt x="1381" y="6659"/>
                  </a:lnTo>
                  <a:lnTo>
                    <a:pt x="1407" y="6634"/>
                  </a:lnTo>
                  <a:lnTo>
                    <a:pt x="1445" y="6634"/>
                  </a:lnTo>
                  <a:lnTo>
                    <a:pt x="1483" y="6647"/>
                  </a:lnTo>
                  <a:lnTo>
                    <a:pt x="1522" y="6672"/>
                  </a:lnTo>
                  <a:lnTo>
                    <a:pt x="1547" y="6698"/>
                  </a:lnTo>
                  <a:lnTo>
                    <a:pt x="1560" y="6736"/>
                  </a:lnTo>
                  <a:lnTo>
                    <a:pt x="1586" y="6774"/>
                  </a:lnTo>
                  <a:lnTo>
                    <a:pt x="1598" y="6774"/>
                  </a:lnTo>
                  <a:lnTo>
                    <a:pt x="1624" y="6749"/>
                  </a:lnTo>
                  <a:lnTo>
                    <a:pt x="1637" y="6736"/>
                  </a:lnTo>
                  <a:lnTo>
                    <a:pt x="1649" y="6749"/>
                  </a:lnTo>
                  <a:lnTo>
                    <a:pt x="1662" y="6762"/>
                  </a:lnTo>
                  <a:lnTo>
                    <a:pt x="1662" y="6774"/>
                  </a:lnTo>
                  <a:lnTo>
                    <a:pt x="1649" y="6787"/>
                  </a:lnTo>
                  <a:lnTo>
                    <a:pt x="1586" y="6813"/>
                  </a:lnTo>
                  <a:lnTo>
                    <a:pt x="1573" y="6826"/>
                  </a:lnTo>
                  <a:lnTo>
                    <a:pt x="1573" y="6851"/>
                  </a:lnTo>
                  <a:lnTo>
                    <a:pt x="1586" y="6889"/>
                  </a:lnTo>
                  <a:lnTo>
                    <a:pt x="1624" y="6902"/>
                  </a:lnTo>
                  <a:lnTo>
                    <a:pt x="1649" y="6902"/>
                  </a:lnTo>
                  <a:lnTo>
                    <a:pt x="1649" y="6877"/>
                  </a:lnTo>
                  <a:lnTo>
                    <a:pt x="1649" y="6864"/>
                  </a:lnTo>
                  <a:lnTo>
                    <a:pt x="1662" y="6864"/>
                  </a:lnTo>
                  <a:lnTo>
                    <a:pt x="1688" y="6877"/>
                  </a:lnTo>
                  <a:lnTo>
                    <a:pt x="1726" y="6902"/>
                  </a:lnTo>
                  <a:lnTo>
                    <a:pt x="1777" y="6915"/>
                  </a:lnTo>
                  <a:lnTo>
                    <a:pt x="1816" y="6915"/>
                  </a:lnTo>
                  <a:lnTo>
                    <a:pt x="1854" y="6889"/>
                  </a:lnTo>
                  <a:lnTo>
                    <a:pt x="1880" y="6864"/>
                  </a:lnTo>
                  <a:lnTo>
                    <a:pt x="1905" y="6864"/>
                  </a:lnTo>
                  <a:lnTo>
                    <a:pt x="1943" y="6877"/>
                  </a:lnTo>
                  <a:lnTo>
                    <a:pt x="1969" y="6877"/>
                  </a:lnTo>
                  <a:lnTo>
                    <a:pt x="1995" y="6864"/>
                  </a:lnTo>
                  <a:lnTo>
                    <a:pt x="2020" y="6877"/>
                  </a:lnTo>
                  <a:lnTo>
                    <a:pt x="2046" y="6889"/>
                  </a:lnTo>
                  <a:lnTo>
                    <a:pt x="2058" y="6928"/>
                  </a:lnTo>
                  <a:lnTo>
                    <a:pt x="2058" y="6941"/>
                  </a:lnTo>
                  <a:lnTo>
                    <a:pt x="2071" y="6941"/>
                  </a:lnTo>
                  <a:lnTo>
                    <a:pt x="2110" y="6953"/>
                  </a:lnTo>
                  <a:lnTo>
                    <a:pt x="2161" y="6966"/>
                  </a:lnTo>
                  <a:lnTo>
                    <a:pt x="2212" y="6966"/>
                  </a:lnTo>
                  <a:lnTo>
                    <a:pt x="2314" y="6941"/>
                  </a:lnTo>
                  <a:lnTo>
                    <a:pt x="2467" y="6915"/>
                  </a:lnTo>
                  <a:lnTo>
                    <a:pt x="2531" y="6889"/>
                  </a:lnTo>
                  <a:lnTo>
                    <a:pt x="2595" y="6838"/>
                  </a:lnTo>
                  <a:lnTo>
                    <a:pt x="2621" y="6826"/>
                  </a:lnTo>
                  <a:lnTo>
                    <a:pt x="2685" y="6826"/>
                  </a:lnTo>
                  <a:lnTo>
                    <a:pt x="2736" y="6800"/>
                  </a:lnTo>
                  <a:lnTo>
                    <a:pt x="2761" y="6774"/>
                  </a:lnTo>
                  <a:lnTo>
                    <a:pt x="2800" y="6749"/>
                  </a:lnTo>
                  <a:lnTo>
                    <a:pt x="2813" y="6723"/>
                  </a:lnTo>
                  <a:lnTo>
                    <a:pt x="2838" y="6711"/>
                  </a:lnTo>
                  <a:lnTo>
                    <a:pt x="2876" y="6698"/>
                  </a:lnTo>
                  <a:lnTo>
                    <a:pt x="2889" y="6685"/>
                  </a:lnTo>
                  <a:lnTo>
                    <a:pt x="2889" y="6659"/>
                  </a:lnTo>
                  <a:lnTo>
                    <a:pt x="2876" y="6634"/>
                  </a:lnTo>
                  <a:lnTo>
                    <a:pt x="2864" y="6608"/>
                  </a:lnTo>
                  <a:lnTo>
                    <a:pt x="2876" y="6583"/>
                  </a:lnTo>
                  <a:lnTo>
                    <a:pt x="2889" y="6557"/>
                  </a:lnTo>
                  <a:lnTo>
                    <a:pt x="2915" y="6544"/>
                  </a:lnTo>
                  <a:lnTo>
                    <a:pt x="2953" y="6532"/>
                  </a:lnTo>
                  <a:lnTo>
                    <a:pt x="2979" y="6493"/>
                  </a:lnTo>
                  <a:lnTo>
                    <a:pt x="3043" y="6429"/>
                  </a:lnTo>
                  <a:lnTo>
                    <a:pt x="3081" y="6404"/>
                  </a:lnTo>
                  <a:lnTo>
                    <a:pt x="3119" y="6378"/>
                  </a:lnTo>
                  <a:lnTo>
                    <a:pt x="3145" y="6365"/>
                  </a:lnTo>
                  <a:lnTo>
                    <a:pt x="3170" y="6340"/>
                  </a:lnTo>
                  <a:lnTo>
                    <a:pt x="3196" y="6276"/>
                  </a:lnTo>
                  <a:lnTo>
                    <a:pt x="3234" y="6174"/>
                  </a:lnTo>
                  <a:lnTo>
                    <a:pt x="3260" y="6135"/>
                  </a:lnTo>
                  <a:lnTo>
                    <a:pt x="3285" y="6110"/>
                  </a:lnTo>
                  <a:lnTo>
                    <a:pt x="3324" y="6084"/>
                  </a:lnTo>
                  <a:lnTo>
                    <a:pt x="3375" y="6072"/>
                  </a:lnTo>
                  <a:lnTo>
                    <a:pt x="3490" y="6072"/>
                  </a:lnTo>
                  <a:lnTo>
                    <a:pt x="3528" y="6059"/>
                  </a:lnTo>
                  <a:lnTo>
                    <a:pt x="3579" y="6033"/>
                  </a:lnTo>
                  <a:lnTo>
                    <a:pt x="3618" y="5995"/>
                  </a:lnTo>
                  <a:lnTo>
                    <a:pt x="3630" y="5969"/>
                  </a:lnTo>
                  <a:lnTo>
                    <a:pt x="3630" y="5931"/>
                  </a:lnTo>
                  <a:lnTo>
                    <a:pt x="3605" y="5893"/>
                  </a:lnTo>
                  <a:lnTo>
                    <a:pt x="3554" y="5854"/>
                  </a:lnTo>
                  <a:lnTo>
                    <a:pt x="3515" y="5841"/>
                  </a:lnTo>
                  <a:lnTo>
                    <a:pt x="3515" y="5829"/>
                  </a:lnTo>
                  <a:lnTo>
                    <a:pt x="3528" y="5803"/>
                  </a:lnTo>
                  <a:lnTo>
                    <a:pt x="3592" y="5701"/>
                  </a:lnTo>
                  <a:lnTo>
                    <a:pt x="3656" y="5599"/>
                  </a:lnTo>
                  <a:lnTo>
                    <a:pt x="3682" y="5560"/>
                  </a:lnTo>
                  <a:lnTo>
                    <a:pt x="3694" y="5522"/>
                  </a:lnTo>
                  <a:lnTo>
                    <a:pt x="3707" y="5471"/>
                  </a:lnTo>
                  <a:lnTo>
                    <a:pt x="3707" y="5420"/>
                  </a:lnTo>
                  <a:lnTo>
                    <a:pt x="3707" y="5330"/>
                  </a:lnTo>
                  <a:lnTo>
                    <a:pt x="3733" y="5241"/>
                  </a:lnTo>
                  <a:lnTo>
                    <a:pt x="3784" y="5151"/>
                  </a:lnTo>
                  <a:lnTo>
                    <a:pt x="3835" y="5087"/>
                  </a:lnTo>
                  <a:lnTo>
                    <a:pt x="3886" y="5024"/>
                  </a:lnTo>
                  <a:lnTo>
                    <a:pt x="3924" y="4960"/>
                  </a:lnTo>
                  <a:lnTo>
                    <a:pt x="3937" y="4896"/>
                  </a:lnTo>
                  <a:lnTo>
                    <a:pt x="3950" y="4819"/>
                  </a:lnTo>
                  <a:lnTo>
                    <a:pt x="3937" y="4653"/>
                  </a:lnTo>
                  <a:lnTo>
                    <a:pt x="3937" y="4576"/>
                  </a:lnTo>
                  <a:lnTo>
                    <a:pt x="3963" y="4500"/>
                  </a:lnTo>
                  <a:lnTo>
                    <a:pt x="3976" y="4423"/>
                  </a:lnTo>
                  <a:lnTo>
                    <a:pt x="4001" y="4346"/>
                  </a:lnTo>
                  <a:lnTo>
                    <a:pt x="4027" y="4282"/>
                  </a:lnTo>
                  <a:lnTo>
                    <a:pt x="4052" y="4244"/>
                  </a:lnTo>
                  <a:lnTo>
                    <a:pt x="4078" y="4218"/>
                  </a:lnTo>
                  <a:lnTo>
                    <a:pt x="4308" y="4039"/>
                  </a:lnTo>
                  <a:lnTo>
                    <a:pt x="4436" y="3950"/>
                  </a:lnTo>
                  <a:lnTo>
                    <a:pt x="4551" y="3886"/>
                  </a:lnTo>
                  <a:lnTo>
                    <a:pt x="4679" y="3822"/>
                  </a:lnTo>
                  <a:lnTo>
                    <a:pt x="4819" y="3758"/>
                  </a:lnTo>
                  <a:lnTo>
                    <a:pt x="4960" y="3707"/>
                  </a:lnTo>
                  <a:lnTo>
                    <a:pt x="5100" y="3669"/>
                  </a:lnTo>
                  <a:lnTo>
                    <a:pt x="5139" y="3656"/>
                  </a:lnTo>
                  <a:lnTo>
                    <a:pt x="5190" y="3669"/>
                  </a:lnTo>
                  <a:lnTo>
                    <a:pt x="5228" y="3682"/>
                  </a:lnTo>
                  <a:lnTo>
                    <a:pt x="5279" y="3707"/>
                  </a:lnTo>
                  <a:lnTo>
                    <a:pt x="5318" y="3733"/>
                  </a:lnTo>
                  <a:lnTo>
                    <a:pt x="5369" y="3745"/>
                  </a:lnTo>
                  <a:lnTo>
                    <a:pt x="5420" y="3745"/>
                  </a:lnTo>
                  <a:lnTo>
                    <a:pt x="5471" y="3720"/>
                  </a:lnTo>
                  <a:lnTo>
                    <a:pt x="5509" y="3694"/>
                  </a:lnTo>
                  <a:lnTo>
                    <a:pt x="5548" y="3669"/>
                  </a:lnTo>
                  <a:lnTo>
                    <a:pt x="5573" y="3630"/>
                  </a:lnTo>
                  <a:lnTo>
                    <a:pt x="5586" y="3579"/>
                  </a:lnTo>
                  <a:lnTo>
                    <a:pt x="5573" y="3541"/>
                  </a:lnTo>
                  <a:lnTo>
                    <a:pt x="5548" y="3503"/>
                  </a:lnTo>
                  <a:lnTo>
                    <a:pt x="5509" y="3477"/>
                  </a:lnTo>
                  <a:lnTo>
                    <a:pt x="5458" y="3464"/>
                  </a:lnTo>
                  <a:lnTo>
                    <a:pt x="5356" y="3439"/>
                  </a:lnTo>
                  <a:lnTo>
                    <a:pt x="5241" y="3439"/>
                  </a:lnTo>
                  <a:lnTo>
                    <a:pt x="5266" y="3400"/>
                  </a:lnTo>
                  <a:lnTo>
                    <a:pt x="5266" y="3388"/>
                  </a:lnTo>
                  <a:lnTo>
                    <a:pt x="5266" y="3362"/>
                  </a:lnTo>
                  <a:lnTo>
                    <a:pt x="5228" y="3298"/>
                  </a:lnTo>
                  <a:lnTo>
                    <a:pt x="5215" y="3221"/>
                  </a:lnTo>
                  <a:lnTo>
                    <a:pt x="5215" y="3145"/>
                  </a:lnTo>
                  <a:lnTo>
                    <a:pt x="5228" y="3068"/>
                  </a:lnTo>
                  <a:lnTo>
                    <a:pt x="5254" y="2991"/>
                  </a:lnTo>
                  <a:lnTo>
                    <a:pt x="5305" y="2928"/>
                  </a:lnTo>
                  <a:lnTo>
                    <a:pt x="5369" y="2876"/>
                  </a:lnTo>
                  <a:lnTo>
                    <a:pt x="5458" y="2838"/>
                  </a:lnTo>
                  <a:lnTo>
                    <a:pt x="5522" y="2812"/>
                  </a:lnTo>
                  <a:lnTo>
                    <a:pt x="5573" y="2774"/>
                  </a:lnTo>
                  <a:lnTo>
                    <a:pt x="5663" y="2685"/>
                  </a:lnTo>
                  <a:lnTo>
                    <a:pt x="5752" y="2595"/>
                  </a:lnTo>
                  <a:lnTo>
                    <a:pt x="5816" y="2493"/>
                  </a:lnTo>
                  <a:lnTo>
                    <a:pt x="5854" y="2378"/>
                  </a:lnTo>
                  <a:lnTo>
                    <a:pt x="5893" y="2263"/>
                  </a:lnTo>
                  <a:lnTo>
                    <a:pt x="5918" y="2199"/>
                  </a:lnTo>
                  <a:lnTo>
                    <a:pt x="5944" y="2161"/>
                  </a:lnTo>
                  <a:lnTo>
                    <a:pt x="5982" y="2135"/>
                  </a:lnTo>
                  <a:lnTo>
                    <a:pt x="6033" y="2110"/>
                  </a:lnTo>
                  <a:lnTo>
                    <a:pt x="6059" y="2110"/>
                  </a:lnTo>
                  <a:lnTo>
                    <a:pt x="6072" y="2097"/>
                  </a:lnTo>
                  <a:lnTo>
                    <a:pt x="6084" y="2033"/>
                  </a:lnTo>
                  <a:lnTo>
                    <a:pt x="6123" y="1969"/>
                  </a:lnTo>
                  <a:lnTo>
                    <a:pt x="6225" y="1880"/>
                  </a:lnTo>
                  <a:lnTo>
                    <a:pt x="6263" y="1841"/>
                  </a:lnTo>
                  <a:lnTo>
                    <a:pt x="6276" y="1790"/>
                  </a:lnTo>
                  <a:lnTo>
                    <a:pt x="6276" y="1739"/>
                  </a:lnTo>
                  <a:lnTo>
                    <a:pt x="6302" y="1688"/>
                  </a:lnTo>
                  <a:lnTo>
                    <a:pt x="6327" y="1637"/>
                  </a:lnTo>
                  <a:lnTo>
                    <a:pt x="6366" y="1598"/>
                  </a:lnTo>
                  <a:lnTo>
                    <a:pt x="6429" y="1547"/>
                  </a:lnTo>
                  <a:lnTo>
                    <a:pt x="6468" y="1483"/>
                  </a:lnTo>
                  <a:lnTo>
                    <a:pt x="6557" y="1356"/>
                  </a:lnTo>
                  <a:lnTo>
                    <a:pt x="6570" y="1343"/>
                  </a:lnTo>
                  <a:lnTo>
                    <a:pt x="6544" y="1330"/>
                  </a:lnTo>
                  <a:lnTo>
                    <a:pt x="6519" y="1317"/>
                  </a:lnTo>
                  <a:lnTo>
                    <a:pt x="6493" y="1292"/>
                  </a:lnTo>
                  <a:lnTo>
                    <a:pt x="6481" y="1228"/>
                  </a:lnTo>
                  <a:lnTo>
                    <a:pt x="6455" y="1164"/>
                  </a:lnTo>
                  <a:lnTo>
                    <a:pt x="6442" y="1125"/>
                  </a:lnTo>
                  <a:lnTo>
                    <a:pt x="6404" y="1100"/>
                  </a:lnTo>
                  <a:lnTo>
                    <a:pt x="6366" y="1062"/>
                  </a:lnTo>
                  <a:lnTo>
                    <a:pt x="6353" y="1010"/>
                  </a:lnTo>
                  <a:lnTo>
                    <a:pt x="6366" y="972"/>
                  </a:lnTo>
                  <a:lnTo>
                    <a:pt x="6391" y="947"/>
                  </a:lnTo>
                  <a:lnTo>
                    <a:pt x="6404" y="934"/>
                  </a:lnTo>
                  <a:lnTo>
                    <a:pt x="6468" y="895"/>
                  </a:lnTo>
                  <a:lnTo>
                    <a:pt x="6519" y="844"/>
                  </a:lnTo>
                  <a:lnTo>
                    <a:pt x="6570" y="806"/>
                  </a:lnTo>
                  <a:lnTo>
                    <a:pt x="6621" y="755"/>
                  </a:lnTo>
                  <a:lnTo>
                    <a:pt x="6634" y="729"/>
                  </a:lnTo>
                  <a:lnTo>
                    <a:pt x="6634" y="704"/>
                  </a:lnTo>
                  <a:lnTo>
                    <a:pt x="6634" y="691"/>
                  </a:lnTo>
                  <a:lnTo>
                    <a:pt x="6570" y="691"/>
                  </a:lnTo>
                  <a:lnTo>
                    <a:pt x="6544" y="704"/>
                  </a:lnTo>
                  <a:lnTo>
                    <a:pt x="6481" y="742"/>
                  </a:lnTo>
                  <a:lnTo>
                    <a:pt x="6493" y="678"/>
                  </a:lnTo>
                  <a:lnTo>
                    <a:pt x="6519" y="627"/>
                  </a:lnTo>
                  <a:lnTo>
                    <a:pt x="6557" y="589"/>
                  </a:lnTo>
                  <a:lnTo>
                    <a:pt x="6570" y="538"/>
                  </a:lnTo>
                  <a:lnTo>
                    <a:pt x="6544" y="538"/>
                  </a:lnTo>
                  <a:lnTo>
                    <a:pt x="6532" y="550"/>
                  </a:lnTo>
                  <a:lnTo>
                    <a:pt x="6519" y="563"/>
                  </a:lnTo>
                  <a:lnTo>
                    <a:pt x="6493" y="563"/>
                  </a:lnTo>
                  <a:lnTo>
                    <a:pt x="6493" y="550"/>
                  </a:lnTo>
                  <a:lnTo>
                    <a:pt x="6506" y="538"/>
                  </a:lnTo>
                  <a:lnTo>
                    <a:pt x="6506" y="525"/>
                  </a:lnTo>
                  <a:lnTo>
                    <a:pt x="6493" y="525"/>
                  </a:lnTo>
                  <a:lnTo>
                    <a:pt x="6391" y="499"/>
                  </a:lnTo>
                  <a:lnTo>
                    <a:pt x="6340" y="499"/>
                  </a:lnTo>
                  <a:lnTo>
                    <a:pt x="6289" y="512"/>
                  </a:lnTo>
                  <a:lnTo>
                    <a:pt x="6276" y="512"/>
                  </a:lnTo>
                  <a:lnTo>
                    <a:pt x="6263" y="538"/>
                  </a:lnTo>
                  <a:lnTo>
                    <a:pt x="6263" y="563"/>
                  </a:lnTo>
                  <a:lnTo>
                    <a:pt x="6289" y="576"/>
                  </a:lnTo>
                  <a:lnTo>
                    <a:pt x="6302" y="589"/>
                  </a:lnTo>
                  <a:lnTo>
                    <a:pt x="6302" y="614"/>
                  </a:lnTo>
                  <a:lnTo>
                    <a:pt x="6302" y="627"/>
                  </a:lnTo>
                  <a:lnTo>
                    <a:pt x="6276" y="640"/>
                  </a:lnTo>
                  <a:lnTo>
                    <a:pt x="6225" y="653"/>
                  </a:lnTo>
                  <a:lnTo>
                    <a:pt x="6199" y="665"/>
                  </a:lnTo>
                  <a:lnTo>
                    <a:pt x="6199" y="691"/>
                  </a:lnTo>
                  <a:lnTo>
                    <a:pt x="6199" y="742"/>
                  </a:lnTo>
                  <a:lnTo>
                    <a:pt x="6199" y="768"/>
                  </a:lnTo>
                  <a:lnTo>
                    <a:pt x="6187" y="793"/>
                  </a:lnTo>
                  <a:lnTo>
                    <a:pt x="6174" y="755"/>
                  </a:lnTo>
                  <a:lnTo>
                    <a:pt x="6161" y="716"/>
                  </a:lnTo>
                  <a:lnTo>
                    <a:pt x="6161" y="691"/>
                  </a:lnTo>
                  <a:lnTo>
                    <a:pt x="6161" y="665"/>
                  </a:lnTo>
                  <a:lnTo>
                    <a:pt x="6187" y="653"/>
                  </a:lnTo>
                  <a:lnTo>
                    <a:pt x="6225" y="627"/>
                  </a:lnTo>
                  <a:lnTo>
                    <a:pt x="6238" y="614"/>
                  </a:lnTo>
                  <a:lnTo>
                    <a:pt x="6225" y="601"/>
                  </a:lnTo>
                  <a:lnTo>
                    <a:pt x="6212" y="589"/>
                  </a:lnTo>
                  <a:lnTo>
                    <a:pt x="6187" y="589"/>
                  </a:lnTo>
                  <a:lnTo>
                    <a:pt x="6136" y="601"/>
                  </a:lnTo>
                  <a:lnTo>
                    <a:pt x="6110" y="614"/>
                  </a:lnTo>
                  <a:lnTo>
                    <a:pt x="6123" y="576"/>
                  </a:lnTo>
                  <a:lnTo>
                    <a:pt x="6174" y="563"/>
                  </a:lnTo>
                  <a:lnTo>
                    <a:pt x="6212" y="538"/>
                  </a:lnTo>
                  <a:lnTo>
                    <a:pt x="6276" y="474"/>
                  </a:lnTo>
                  <a:lnTo>
                    <a:pt x="6302" y="461"/>
                  </a:lnTo>
                  <a:lnTo>
                    <a:pt x="6314" y="448"/>
                  </a:lnTo>
                  <a:lnTo>
                    <a:pt x="6302" y="423"/>
                  </a:lnTo>
                  <a:lnTo>
                    <a:pt x="6289" y="410"/>
                  </a:lnTo>
                  <a:lnTo>
                    <a:pt x="6263" y="410"/>
                  </a:lnTo>
                  <a:lnTo>
                    <a:pt x="6238" y="435"/>
                  </a:lnTo>
                  <a:lnTo>
                    <a:pt x="6212" y="461"/>
                  </a:lnTo>
                  <a:lnTo>
                    <a:pt x="6199" y="474"/>
                  </a:lnTo>
                  <a:lnTo>
                    <a:pt x="6136" y="474"/>
                  </a:lnTo>
                  <a:lnTo>
                    <a:pt x="6110" y="486"/>
                  </a:lnTo>
                  <a:lnTo>
                    <a:pt x="6059" y="525"/>
                  </a:lnTo>
                  <a:lnTo>
                    <a:pt x="5995" y="601"/>
                  </a:lnTo>
                  <a:lnTo>
                    <a:pt x="5969" y="614"/>
                  </a:lnTo>
                  <a:lnTo>
                    <a:pt x="5944" y="627"/>
                  </a:lnTo>
                  <a:lnTo>
                    <a:pt x="5905" y="614"/>
                  </a:lnTo>
                  <a:lnTo>
                    <a:pt x="5854" y="665"/>
                  </a:lnTo>
                  <a:lnTo>
                    <a:pt x="5790" y="704"/>
                  </a:lnTo>
                  <a:lnTo>
                    <a:pt x="5727" y="742"/>
                  </a:lnTo>
                  <a:lnTo>
                    <a:pt x="5701" y="768"/>
                  </a:lnTo>
                  <a:lnTo>
                    <a:pt x="5675" y="793"/>
                  </a:lnTo>
                  <a:lnTo>
                    <a:pt x="5637" y="832"/>
                  </a:lnTo>
                  <a:lnTo>
                    <a:pt x="5599" y="870"/>
                  </a:lnTo>
                  <a:lnTo>
                    <a:pt x="5560" y="883"/>
                  </a:lnTo>
                  <a:lnTo>
                    <a:pt x="5535" y="883"/>
                  </a:lnTo>
                  <a:lnTo>
                    <a:pt x="5522" y="870"/>
                  </a:lnTo>
                  <a:lnTo>
                    <a:pt x="5509" y="844"/>
                  </a:lnTo>
                  <a:lnTo>
                    <a:pt x="5496" y="806"/>
                  </a:lnTo>
                  <a:lnTo>
                    <a:pt x="5471" y="755"/>
                  </a:lnTo>
                  <a:lnTo>
                    <a:pt x="5458" y="716"/>
                  </a:lnTo>
                  <a:lnTo>
                    <a:pt x="5445" y="665"/>
                  </a:lnTo>
                  <a:lnTo>
                    <a:pt x="5433" y="627"/>
                  </a:lnTo>
                  <a:lnTo>
                    <a:pt x="5420" y="601"/>
                  </a:lnTo>
                  <a:lnTo>
                    <a:pt x="5433" y="576"/>
                  </a:lnTo>
                  <a:lnTo>
                    <a:pt x="5445" y="512"/>
                  </a:lnTo>
                  <a:lnTo>
                    <a:pt x="5458" y="461"/>
                  </a:lnTo>
                  <a:lnTo>
                    <a:pt x="5445" y="397"/>
                  </a:lnTo>
                  <a:lnTo>
                    <a:pt x="5394" y="346"/>
                  </a:lnTo>
                  <a:lnTo>
                    <a:pt x="5356" y="307"/>
                  </a:lnTo>
                  <a:lnTo>
                    <a:pt x="5343" y="307"/>
                  </a:lnTo>
                  <a:lnTo>
                    <a:pt x="5318" y="333"/>
                  </a:lnTo>
                  <a:lnTo>
                    <a:pt x="5292" y="346"/>
                  </a:lnTo>
                  <a:lnTo>
                    <a:pt x="5254" y="359"/>
                  </a:lnTo>
                  <a:lnTo>
                    <a:pt x="5228" y="346"/>
                  </a:lnTo>
                  <a:lnTo>
                    <a:pt x="5190" y="333"/>
                  </a:lnTo>
                  <a:lnTo>
                    <a:pt x="5126" y="269"/>
                  </a:lnTo>
                  <a:lnTo>
                    <a:pt x="5100" y="218"/>
                  </a:lnTo>
                  <a:lnTo>
                    <a:pt x="5100" y="154"/>
                  </a:lnTo>
                  <a:lnTo>
                    <a:pt x="5126" y="77"/>
                  </a:lnTo>
                  <a:lnTo>
                    <a:pt x="5139" y="39"/>
                  </a:lnTo>
                  <a:lnTo>
                    <a:pt x="5151" y="26"/>
                  </a:lnTo>
                  <a:lnTo>
                    <a:pt x="5139" y="14"/>
                  </a:lnTo>
                  <a:lnTo>
                    <a:pt x="512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3" name="Google Shape;1191;p78">
              <a:extLst>
                <a:ext uri="{FF2B5EF4-FFF2-40B4-BE49-F238E27FC236}">
                  <a16:creationId xmlns:a16="http://schemas.microsoft.com/office/drawing/2014/main" id="{CC2C3DBA-2500-5689-FE38-F7A48863BAE5}"/>
                </a:ext>
              </a:extLst>
            </p:cNvPr>
            <p:cNvSpPr/>
            <p:nvPr/>
          </p:nvSpPr>
          <p:spPr>
            <a:xfrm>
              <a:off x="6998450" y="4068600"/>
              <a:ext cx="142525" cy="200025"/>
            </a:xfrm>
            <a:custGeom>
              <a:avLst/>
              <a:gdLst/>
              <a:ahLst/>
              <a:cxnLst/>
              <a:rect l="l" t="t" r="r" b="b"/>
              <a:pathLst>
                <a:path w="5701" h="8001" extrusionOk="0">
                  <a:moveTo>
                    <a:pt x="3131" y="4691"/>
                  </a:moveTo>
                  <a:lnTo>
                    <a:pt x="3234" y="4908"/>
                  </a:lnTo>
                  <a:lnTo>
                    <a:pt x="3131" y="4908"/>
                  </a:lnTo>
                  <a:lnTo>
                    <a:pt x="3131" y="5023"/>
                  </a:lnTo>
                  <a:lnTo>
                    <a:pt x="2991" y="5125"/>
                  </a:lnTo>
                  <a:lnTo>
                    <a:pt x="2850" y="4895"/>
                  </a:lnTo>
                  <a:lnTo>
                    <a:pt x="3131" y="4691"/>
                  </a:lnTo>
                  <a:close/>
                  <a:moveTo>
                    <a:pt x="345" y="0"/>
                  </a:moveTo>
                  <a:lnTo>
                    <a:pt x="269" y="13"/>
                  </a:lnTo>
                  <a:lnTo>
                    <a:pt x="192" y="39"/>
                  </a:lnTo>
                  <a:lnTo>
                    <a:pt x="128" y="51"/>
                  </a:lnTo>
                  <a:lnTo>
                    <a:pt x="90" y="39"/>
                  </a:lnTo>
                  <a:lnTo>
                    <a:pt x="51" y="26"/>
                  </a:lnTo>
                  <a:lnTo>
                    <a:pt x="39" y="26"/>
                  </a:lnTo>
                  <a:lnTo>
                    <a:pt x="26" y="39"/>
                  </a:lnTo>
                  <a:lnTo>
                    <a:pt x="0" y="64"/>
                  </a:lnTo>
                  <a:lnTo>
                    <a:pt x="0" y="77"/>
                  </a:lnTo>
                  <a:lnTo>
                    <a:pt x="0" y="90"/>
                  </a:lnTo>
                  <a:lnTo>
                    <a:pt x="26" y="115"/>
                  </a:lnTo>
                  <a:lnTo>
                    <a:pt x="51" y="141"/>
                  </a:lnTo>
                  <a:lnTo>
                    <a:pt x="90" y="154"/>
                  </a:lnTo>
                  <a:lnTo>
                    <a:pt x="115" y="179"/>
                  </a:lnTo>
                  <a:lnTo>
                    <a:pt x="154" y="205"/>
                  </a:lnTo>
                  <a:lnTo>
                    <a:pt x="511" y="652"/>
                  </a:lnTo>
                  <a:lnTo>
                    <a:pt x="524" y="690"/>
                  </a:lnTo>
                  <a:lnTo>
                    <a:pt x="537" y="716"/>
                  </a:lnTo>
                  <a:lnTo>
                    <a:pt x="537" y="793"/>
                  </a:lnTo>
                  <a:lnTo>
                    <a:pt x="524" y="831"/>
                  </a:lnTo>
                  <a:lnTo>
                    <a:pt x="448" y="831"/>
                  </a:lnTo>
                  <a:lnTo>
                    <a:pt x="435" y="844"/>
                  </a:lnTo>
                  <a:lnTo>
                    <a:pt x="435" y="857"/>
                  </a:lnTo>
                  <a:lnTo>
                    <a:pt x="448" y="869"/>
                  </a:lnTo>
                  <a:lnTo>
                    <a:pt x="460" y="895"/>
                  </a:lnTo>
                  <a:lnTo>
                    <a:pt x="742" y="1266"/>
                  </a:lnTo>
                  <a:lnTo>
                    <a:pt x="1176" y="1802"/>
                  </a:lnTo>
                  <a:lnTo>
                    <a:pt x="1304" y="1956"/>
                  </a:lnTo>
                  <a:lnTo>
                    <a:pt x="1355" y="2045"/>
                  </a:lnTo>
                  <a:lnTo>
                    <a:pt x="1393" y="2147"/>
                  </a:lnTo>
                  <a:lnTo>
                    <a:pt x="1406" y="2186"/>
                  </a:lnTo>
                  <a:lnTo>
                    <a:pt x="1419" y="2199"/>
                  </a:lnTo>
                  <a:lnTo>
                    <a:pt x="1444" y="2211"/>
                  </a:lnTo>
                  <a:lnTo>
                    <a:pt x="1483" y="2199"/>
                  </a:lnTo>
                  <a:lnTo>
                    <a:pt x="1508" y="2186"/>
                  </a:lnTo>
                  <a:lnTo>
                    <a:pt x="1521" y="2160"/>
                  </a:lnTo>
                  <a:lnTo>
                    <a:pt x="1521" y="2135"/>
                  </a:lnTo>
                  <a:lnTo>
                    <a:pt x="1521" y="2109"/>
                  </a:lnTo>
                  <a:lnTo>
                    <a:pt x="1508" y="2071"/>
                  </a:lnTo>
                  <a:lnTo>
                    <a:pt x="1483" y="2045"/>
                  </a:lnTo>
                  <a:lnTo>
                    <a:pt x="1432" y="1981"/>
                  </a:lnTo>
                  <a:lnTo>
                    <a:pt x="1406" y="1968"/>
                  </a:lnTo>
                  <a:lnTo>
                    <a:pt x="1406" y="1956"/>
                  </a:lnTo>
                  <a:lnTo>
                    <a:pt x="1406" y="1943"/>
                  </a:lnTo>
                  <a:lnTo>
                    <a:pt x="1419" y="1930"/>
                  </a:lnTo>
                  <a:lnTo>
                    <a:pt x="1432" y="1943"/>
                  </a:lnTo>
                  <a:lnTo>
                    <a:pt x="1457" y="1956"/>
                  </a:lnTo>
                  <a:lnTo>
                    <a:pt x="1508" y="2007"/>
                  </a:lnTo>
                  <a:lnTo>
                    <a:pt x="1534" y="2020"/>
                  </a:lnTo>
                  <a:lnTo>
                    <a:pt x="1559" y="2045"/>
                  </a:lnTo>
                  <a:lnTo>
                    <a:pt x="1598" y="2058"/>
                  </a:lnTo>
                  <a:lnTo>
                    <a:pt x="1611" y="2071"/>
                  </a:lnTo>
                  <a:lnTo>
                    <a:pt x="1623" y="2096"/>
                  </a:lnTo>
                  <a:lnTo>
                    <a:pt x="1611" y="2135"/>
                  </a:lnTo>
                  <a:lnTo>
                    <a:pt x="1611" y="2160"/>
                  </a:lnTo>
                  <a:lnTo>
                    <a:pt x="1623" y="2186"/>
                  </a:lnTo>
                  <a:lnTo>
                    <a:pt x="1674" y="2199"/>
                  </a:lnTo>
                  <a:lnTo>
                    <a:pt x="1713" y="2199"/>
                  </a:lnTo>
                  <a:lnTo>
                    <a:pt x="1738" y="2160"/>
                  </a:lnTo>
                  <a:lnTo>
                    <a:pt x="1751" y="2109"/>
                  </a:lnTo>
                  <a:lnTo>
                    <a:pt x="1764" y="2096"/>
                  </a:lnTo>
                  <a:lnTo>
                    <a:pt x="1790" y="2096"/>
                  </a:lnTo>
                  <a:lnTo>
                    <a:pt x="1815" y="2109"/>
                  </a:lnTo>
                  <a:lnTo>
                    <a:pt x="1802" y="2135"/>
                  </a:lnTo>
                  <a:lnTo>
                    <a:pt x="1790" y="2135"/>
                  </a:lnTo>
                  <a:lnTo>
                    <a:pt x="1764" y="2147"/>
                  </a:lnTo>
                  <a:lnTo>
                    <a:pt x="1751" y="2173"/>
                  </a:lnTo>
                  <a:lnTo>
                    <a:pt x="1751" y="2211"/>
                  </a:lnTo>
                  <a:lnTo>
                    <a:pt x="1764" y="2390"/>
                  </a:lnTo>
                  <a:lnTo>
                    <a:pt x="1764" y="2416"/>
                  </a:lnTo>
                  <a:lnTo>
                    <a:pt x="1751" y="2416"/>
                  </a:lnTo>
                  <a:lnTo>
                    <a:pt x="1738" y="2429"/>
                  </a:lnTo>
                  <a:lnTo>
                    <a:pt x="1713" y="2416"/>
                  </a:lnTo>
                  <a:lnTo>
                    <a:pt x="1713" y="2403"/>
                  </a:lnTo>
                  <a:lnTo>
                    <a:pt x="1700" y="2352"/>
                  </a:lnTo>
                  <a:lnTo>
                    <a:pt x="1662" y="2314"/>
                  </a:lnTo>
                  <a:lnTo>
                    <a:pt x="1623" y="2275"/>
                  </a:lnTo>
                  <a:lnTo>
                    <a:pt x="1598" y="2237"/>
                  </a:lnTo>
                  <a:lnTo>
                    <a:pt x="1585" y="2224"/>
                  </a:lnTo>
                  <a:lnTo>
                    <a:pt x="1559" y="2224"/>
                  </a:lnTo>
                  <a:lnTo>
                    <a:pt x="1521" y="2237"/>
                  </a:lnTo>
                  <a:lnTo>
                    <a:pt x="1508" y="2250"/>
                  </a:lnTo>
                  <a:lnTo>
                    <a:pt x="1508" y="2262"/>
                  </a:lnTo>
                  <a:lnTo>
                    <a:pt x="1521" y="2301"/>
                  </a:lnTo>
                  <a:lnTo>
                    <a:pt x="1585" y="2403"/>
                  </a:lnTo>
                  <a:lnTo>
                    <a:pt x="1674" y="2518"/>
                  </a:lnTo>
                  <a:lnTo>
                    <a:pt x="1713" y="2582"/>
                  </a:lnTo>
                  <a:lnTo>
                    <a:pt x="1738" y="2646"/>
                  </a:lnTo>
                  <a:lnTo>
                    <a:pt x="1790" y="2799"/>
                  </a:lnTo>
                  <a:lnTo>
                    <a:pt x="1828" y="2876"/>
                  </a:lnTo>
                  <a:lnTo>
                    <a:pt x="1866" y="2953"/>
                  </a:lnTo>
                  <a:lnTo>
                    <a:pt x="1968" y="3119"/>
                  </a:lnTo>
                  <a:lnTo>
                    <a:pt x="2045" y="3298"/>
                  </a:lnTo>
                  <a:lnTo>
                    <a:pt x="2109" y="3489"/>
                  </a:lnTo>
                  <a:lnTo>
                    <a:pt x="2160" y="3668"/>
                  </a:lnTo>
                  <a:lnTo>
                    <a:pt x="2173" y="3719"/>
                  </a:lnTo>
                  <a:lnTo>
                    <a:pt x="2160" y="3745"/>
                  </a:lnTo>
                  <a:lnTo>
                    <a:pt x="2135" y="3771"/>
                  </a:lnTo>
                  <a:lnTo>
                    <a:pt x="2122" y="3783"/>
                  </a:lnTo>
                  <a:lnTo>
                    <a:pt x="2109" y="3822"/>
                  </a:lnTo>
                  <a:lnTo>
                    <a:pt x="2135" y="3975"/>
                  </a:lnTo>
                  <a:lnTo>
                    <a:pt x="2135" y="4013"/>
                  </a:lnTo>
                  <a:lnTo>
                    <a:pt x="2147" y="4039"/>
                  </a:lnTo>
                  <a:lnTo>
                    <a:pt x="2173" y="4052"/>
                  </a:lnTo>
                  <a:lnTo>
                    <a:pt x="2211" y="4052"/>
                  </a:lnTo>
                  <a:lnTo>
                    <a:pt x="2173" y="4090"/>
                  </a:lnTo>
                  <a:lnTo>
                    <a:pt x="2160" y="4090"/>
                  </a:lnTo>
                  <a:lnTo>
                    <a:pt x="2122" y="4077"/>
                  </a:lnTo>
                  <a:lnTo>
                    <a:pt x="2096" y="4065"/>
                  </a:lnTo>
                  <a:lnTo>
                    <a:pt x="2071" y="4077"/>
                  </a:lnTo>
                  <a:lnTo>
                    <a:pt x="2045" y="4116"/>
                  </a:lnTo>
                  <a:lnTo>
                    <a:pt x="2045" y="4141"/>
                  </a:lnTo>
                  <a:lnTo>
                    <a:pt x="2058" y="4205"/>
                  </a:lnTo>
                  <a:lnTo>
                    <a:pt x="2058" y="4269"/>
                  </a:lnTo>
                  <a:lnTo>
                    <a:pt x="2045" y="4333"/>
                  </a:lnTo>
                  <a:lnTo>
                    <a:pt x="2007" y="4397"/>
                  </a:lnTo>
                  <a:lnTo>
                    <a:pt x="1994" y="4410"/>
                  </a:lnTo>
                  <a:lnTo>
                    <a:pt x="1994" y="4422"/>
                  </a:lnTo>
                  <a:lnTo>
                    <a:pt x="1994" y="4461"/>
                  </a:lnTo>
                  <a:lnTo>
                    <a:pt x="1981" y="4640"/>
                  </a:lnTo>
                  <a:lnTo>
                    <a:pt x="1968" y="4806"/>
                  </a:lnTo>
                  <a:lnTo>
                    <a:pt x="1943" y="4870"/>
                  </a:lnTo>
                  <a:lnTo>
                    <a:pt x="1917" y="4921"/>
                  </a:lnTo>
                  <a:lnTo>
                    <a:pt x="1866" y="4972"/>
                  </a:lnTo>
                  <a:lnTo>
                    <a:pt x="1828" y="5023"/>
                  </a:lnTo>
                  <a:lnTo>
                    <a:pt x="1777" y="5049"/>
                  </a:lnTo>
                  <a:lnTo>
                    <a:pt x="1726" y="5061"/>
                  </a:lnTo>
                  <a:lnTo>
                    <a:pt x="1687" y="5074"/>
                  </a:lnTo>
                  <a:lnTo>
                    <a:pt x="1623" y="5061"/>
                  </a:lnTo>
                  <a:lnTo>
                    <a:pt x="1598" y="5061"/>
                  </a:lnTo>
                  <a:lnTo>
                    <a:pt x="1559" y="5074"/>
                  </a:lnTo>
                  <a:lnTo>
                    <a:pt x="1496" y="5125"/>
                  </a:lnTo>
                  <a:lnTo>
                    <a:pt x="1419" y="5164"/>
                  </a:lnTo>
                  <a:lnTo>
                    <a:pt x="1266" y="5240"/>
                  </a:lnTo>
                  <a:lnTo>
                    <a:pt x="1214" y="5279"/>
                  </a:lnTo>
                  <a:lnTo>
                    <a:pt x="1189" y="5330"/>
                  </a:lnTo>
                  <a:lnTo>
                    <a:pt x="1176" y="5381"/>
                  </a:lnTo>
                  <a:lnTo>
                    <a:pt x="1176" y="5445"/>
                  </a:lnTo>
                  <a:lnTo>
                    <a:pt x="1189" y="5509"/>
                  </a:lnTo>
                  <a:lnTo>
                    <a:pt x="1214" y="5560"/>
                  </a:lnTo>
                  <a:lnTo>
                    <a:pt x="1253" y="5624"/>
                  </a:lnTo>
                  <a:lnTo>
                    <a:pt x="1304" y="5662"/>
                  </a:lnTo>
                  <a:lnTo>
                    <a:pt x="1368" y="5700"/>
                  </a:lnTo>
                  <a:lnTo>
                    <a:pt x="1432" y="5713"/>
                  </a:lnTo>
                  <a:lnTo>
                    <a:pt x="1534" y="5739"/>
                  </a:lnTo>
                  <a:lnTo>
                    <a:pt x="1636" y="5777"/>
                  </a:lnTo>
                  <a:lnTo>
                    <a:pt x="1726" y="5828"/>
                  </a:lnTo>
                  <a:lnTo>
                    <a:pt x="1764" y="5867"/>
                  </a:lnTo>
                  <a:lnTo>
                    <a:pt x="1802" y="5905"/>
                  </a:lnTo>
                  <a:lnTo>
                    <a:pt x="1841" y="5943"/>
                  </a:lnTo>
                  <a:lnTo>
                    <a:pt x="1892" y="5982"/>
                  </a:lnTo>
                  <a:lnTo>
                    <a:pt x="2007" y="6020"/>
                  </a:lnTo>
                  <a:lnTo>
                    <a:pt x="2058" y="6045"/>
                  </a:lnTo>
                  <a:lnTo>
                    <a:pt x="2083" y="6058"/>
                  </a:lnTo>
                  <a:lnTo>
                    <a:pt x="2122" y="6045"/>
                  </a:lnTo>
                  <a:lnTo>
                    <a:pt x="2173" y="6045"/>
                  </a:lnTo>
                  <a:lnTo>
                    <a:pt x="2224" y="6058"/>
                  </a:lnTo>
                  <a:lnTo>
                    <a:pt x="2339" y="6135"/>
                  </a:lnTo>
                  <a:lnTo>
                    <a:pt x="2441" y="6237"/>
                  </a:lnTo>
                  <a:lnTo>
                    <a:pt x="2467" y="6288"/>
                  </a:lnTo>
                  <a:lnTo>
                    <a:pt x="2505" y="6352"/>
                  </a:lnTo>
                  <a:lnTo>
                    <a:pt x="2531" y="6416"/>
                  </a:lnTo>
                  <a:lnTo>
                    <a:pt x="2544" y="6480"/>
                  </a:lnTo>
                  <a:lnTo>
                    <a:pt x="2544" y="6557"/>
                  </a:lnTo>
                  <a:lnTo>
                    <a:pt x="2544" y="6646"/>
                  </a:lnTo>
                  <a:lnTo>
                    <a:pt x="2518" y="6800"/>
                  </a:lnTo>
                  <a:lnTo>
                    <a:pt x="2492" y="6889"/>
                  </a:lnTo>
                  <a:lnTo>
                    <a:pt x="2454" y="6966"/>
                  </a:lnTo>
                  <a:lnTo>
                    <a:pt x="2377" y="7119"/>
                  </a:lnTo>
                  <a:lnTo>
                    <a:pt x="2339" y="7196"/>
                  </a:lnTo>
                  <a:lnTo>
                    <a:pt x="2301" y="7260"/>
                  </a:lnTo>
                  <a:lnTo>
                    <a:pt x="2262" y="7336"/>
                  </a:lnTo>
                  <a:lnTo>
                    <a:pt x="2237" y="7413"/>
                  </a:lnTo>
                  <a:lnTo>
                    <a:pt x="2224" y="7426"/>
                  </a:lnTo>
                  <a:lnTo>
                    <a:pt x="2198" y="7426"/>
                  </a:lnTo>
                  <a:lnTo>
                    <a:pt x="2173" y="7439"/>
                  </a:lnTo>
                  <a:lnTo>
                    <a:pt x="2147" y="7464"/>
                  </a:lnTo>
                  <a:lnTo>
                    <a:pt x="2109" y="7515"/>
                  </a:lnTo>
                  <a:lnTo>
                    <a:pt x="2096" y="7541"/>
                  </a:lnTo>
                  <a:lnTo>
                    <a:pt x="2071" y="7554"/>
                  </a:lnTo>
                  <a:lnTo>
                    <a:pt x="2020" y="7579"/>
                  </a:lnTo>
                  <a:lnTo>
                    <a:pt x="2007" y="7605"/>
                  </a:lnTo>
                  <a:lnTo>
                    <a:pt x="2007" y="7630"/>
                  </a:lnTo>
                  <a:lnTo>
                    <a:pt x="2020" y="7669"/>
                  </a:lnTo>
                  <a:lnTo>
                    <a:pt x="2045" y="7694"/>
                  </a:lnTo>
                  <a:lnTo>
                    <a:pt x="2071" y="7720"/>
                  </a:lnTo>
                  <a:lnTo>
                    <a:pt x="2109" y="7733"/>
                  </a:lnTo>
                  <a:lnTo>
                    <a:pt x="2147" y="7733"/>
                  </a:lnTo>
                  <a:lnTo>
                    <a:pt x="2173" y="7720"/>
                  </a:lnTo>
                  <a:lnTo>
                    <a:pt x="2186" y="7707"/>
                  </a:lnTo>
                  <a:lnTo>
                    <a:pt x="2211" y="7669"/>
                  </a:lnTo>
                  <a:lnTo>
                    <a:pt x="2211" y="7656"/>
                  </a:lnTo>
                  <a:lnTo>
                    <a:pt x="2198" y="7630"/>
                  </a:lnTo>
                  <a:lnTo>
                    <a:pt x="2186" y="7605"/>
                  </a:lnTo>
                  <a:lnTo>
                    <a:pt x="2198" y="7592"/>
                  </a:lnTo>
                  <a:lnTo>
                    <a:pt x="2237" y="7592"/>
                  </a:lnTo>
                  <a:lnTo>
                    <a:pt x="2250" y="7618"/>
                  </a:lnTo>
                  <a:lnTo>
                    <a:pt x="2250" y="7630"/>
                  </a:lnTo>
                  <a:lnTo>
                    <a:pt x="2237" y="7656"/>
                  </a:lnTo>
                  <a:lnTo>
                    <a:pt x="2224" y="7694"/>
                  </a:lnTo>
                  <a:lnTo>
                    <a:pt x="2224" y="7720"/>
                  </a:lnTo>
                  <a:lnTo>
                    <a:pt x="2237" y="7758"/>
                  </a:lnTo>
                  <a:lnTo>
                    <a:pt x="2262" y="7784"/>
                  </a:lnTo>
                  <a:lnTo>
                    <a:pt x="2288" y="7796"/>
                  </a:lnTo>
                  <a:lnTo>
                    <a:pt x="2314" y="7796"/>
                  </a:lnTo>
                  <a:lnTo>
                    <a:pt x="2365" y="7758"/>
                  </a:lnTo>
                  <a:lnTo>
                    <a:pt x="2416" y="7745"/>
                  </a:lnTo>
                  <a:lnTo>
                    <a:pt x="2467" y="7758"/>
                  </a:lnTo>
                  <a:lnTo>
                    <a:pt x="2492" y="7771"/>
                  </a:lnTo>
                  <a:lnTo>
                    <a:pt x="2518" y="7796"/>
                  </a:lnTo>
                  <a:lnTo>
                    <a:pt x="2531" y="7822"/>
                  </a:lnTo>
                  <a:lnTo>
                    <a:pt x="2544" y="7860"/>
                  </a:lnTo>
                  <a:lnTo>
                    <a:pt x="2544" y="7937"/>
                  </a:lnTo>
                  <a:lnTo>
                    <a:pt x="2569" y="7975"/>
                  </a:lnTo>
                  <a:lnTo>
                    <a:pt x="2607" y="8001"/>
                  </a:lnTo>
                  <a:lnTo>
                    <a:pt x="2646" y="7988"/>
                  </a:lnTo>
                  <a:lnTo>
                    <a:pt x="2799" y="7924"/>
                  </a:lnTo>
                  <a:lnTo>
                    <a:pt x="2863" y="7886"/>
                  </a:lnTo>
                  <a:lnTo>
                    <a:pt x="2914" y="7848"/>
                  </a:lnTo>
                  <a:lnTo>
                    <a:pt x="3029" y="7758"/>
                  </a:lnTo>
                  <a:lnTo>
                    <a:pt x="3106" y="7707"/>
                  </a:lnTo>
                  <a:lnTo>
                    <a:pt x="3170" y="7643"/>
                  </a:lnTo>
                  <a:lnTo>
                    <a:pt x="3285" y="7528"/>
                  </a:lnTo>
                  <a:lnTo>
                    <a:pt x="3323" y="7477"/>
                  </a:lnTo>
                  <a:lnTo>
                    <a:pt x="3362" y="7413"/>
                  </a:lnTo>
                  <a:lnTo>
                    <a:pt x="3387" y="7349"/>
                  </a:lnTo>
                  <a:lnTo>
                    <a:pt x="3413" y="7285"/>
                  </a:lnTo>
                  <a:lnTo>
                    <a:pt x="3477" y="7221"/>
                  </a:lnTo>
                  <a:lnTo>
                    <a:pt x="3502" y="7183"/>
                  </a:lnTo>
                  <a:lnTo>
                    <a:pt x="3515" y="7132"/>
                  </a:lnTo>
                  <a:lnTo>
                    <a:pt x="3553" y="7042"/>
                  </a:lnTo>
                  <a:lnTo>
                    <a:pt x="3604" y="6940"/>
                  </a:lnTo>
                  <a:lnTo>
                    <a:pt x="3681" y="6863"/>
                  </a:lnTo>
                  <a:lnTo>
                    <a:pt x="3758" y="6800"/>
                  </a:lnTo>
                  <a:lnTo>
                    <a:pt x="3809" y="6748"/>
                  </a:lnTo>
                  <a:lnTo>
                    <a:pt x="3847" y="6697"/>
                  </a:lnTo>
                  <a:lnTo>
                    <a:pt x="3860" y="6646"/>
                  </a:lnTo>
                  <a:lnTo>
                    <a:pt x="3886" y="6595"/>
                  </a:lnTo>
                  <a:lnTo>
                    <a:pt x="3886" y="6569"/>
                  </a:lnTo>
                  <a:lnTo>
                    <a:pt x="3898" y="6557"/>
                  </a:lnTo>
                  <a:lnTo>
                    <a:pt x="3898" y="6518"/>
                  </a:lnTo>
                  <a:lnTo>
                    <a:pt x="3911" y="6506"/>
                  </a:lnTo>
                  <a:lnTo>
                    <a:pt x="3962" y="6467"/>
                  </a:lnTo>
                  <a:lnTo>
                    <a:pt x="4013" y="6429"/>
                  </a:lnTo>
                  <a:lnTo>
                    <a:pt x="4064" y="6391"/>
                  </a:lnTo>
                  <a:lnTo>
                    <a:pt x="4090" y="6327"/>
                  </a:lnTo>
                  <a:lnTo>
                    <a:pt x="4103" y="6263"/>
                  </a:lnTo>
                  <a:lnTo>
                    <a:pt x="4128" y="6161"/>
                  </a:lnTo>
                  <a:lnTo>
                    <a:pt x="4167" y="6058"/>
                  </a:lnTo>
                  <a:lnTo>
                    <a:pt x="4205" y="5956"/>
                  </a:lnTo>
                  <a:lnTo>
                    <a:pt x="4269" y="5867"/>
                  </a:lnTo>
                  <a:lnTo>
                    <a:pt x="4282" y="5841"/>
                  </a:lnTo>
                  <a:lnTo>
                    <a:pt x="4282" y="5815"/>
                  </a:lnTo>
                  <a:lnTo>
                    <a:pt x="4282" y="5803"/>
                  </a:lnTo>
                  <a:lnTo>
                    <a:pt x="4243" y="5803"/>
                  </a:lnTo>
                  <a:lnTo>
                    <a:pt x="4205" y="5790"/>
                  </a:lnTo>
                  <a:lnTo>
                    <a:pt x="4179" y="5764"/>
                  </a:lnTo>
                  <a:lnTo>
                    <a:pt x="4141" y="5713"/>
                  </a:lnTo>
                  <a:lnTo>
                    <a:pt x="4128" y="5675"/>
                  </a:lnTo>
                  <a:lnTo>
                    <a:pt x="4116" y="5637"/>
                  </a:lnTo>
                  <a:lnTo>
                    <a:pt x="4103" y="5585"/>
                  </a:lnTo>
                  <a:lnTo>
                    <a:pt x="4116" y="5547"/>
                  </a:lnTo>
                  <a:lnTo>
                    <a:pt x="4128" y="5509"/>
                  </a:lnTo>
                  <a:lnTo>
                    <a:pt x="4154" y="5458"/>
                  </a:lnTo>
                  <a:lnTo>
                    <a:pt x="4192" y="5419"/>
                  </a:lnTo>
                  <a:lnTo>
                    <a:pt x="4243" y="5355"/>
                  </a:lnTo>
                  <a:lnTo>
                    <a:pt x="4282" y="5304"/>
                  </a:lnTo>
                  <a:lnTo>
                    <a:pt x="4346" y="5266"/>
                  </a:lnTo>
                  <a:lnTo>
                    <a:pt x="4486" y="5202"/>
                  </a:lnTo>
                  <a:lnTo>
                    <a:pt x="4627" y="5176"/>
                  </a:lnTo>
                  <a:lnTo>
                    <a:pt x="4780" y="5176"/>
                  </a:lnTo>
                  <a:lnTo>
                    <a:pt x="4934" y="5189"/>
                  </a:lnTo>
                  <a:lnTo>
                    <a:pt x="4972" y="5189"/>
                  </a:lnTo>
                  <a:lnTo>
                    <a:pt x="4985" y="5202"/>
                  </a:lnTo>
                  <a:lnTo>
                    <a:pt x="4997" y="5228"/>
                  </a:lnTo>
                  <a:lnTo>
                    <a:pt x="4985" y="5266"/>
                  </a:lnTo>
                  <a:lnTo>
                    <a:pt x="4972" y="5291"/>
                  </a:lnTo>
                  <a:lnTo>
                    <a:pt x="4972" y="5317"/>
                  </a:lnTo>
                  <a:lnTo>
                    <a:pt x="4985" y="5355"/>
                  </a:lnTo>
                  <a:lnTo>
                    <a:pt x="5010" y="5381"/>
                  </a:lnTo>
                  <a:lnTo>
                    <a:pt x="5036" y="5381"/>
                  </a:lnTo>
                  <a:lnTo>
                    <a:pt x="5074" y="5304"/>
                  </a:lnTo>
                  <a:lnTo>
                    <a:pt x="5125" y="5240"/>
                  </a:lnTo>
                  <a:lnTo>
                    <a:pt x="5125" y="5228"/>
                  </a:lnTo>
                  <a:lnTo>
                    <a:pt x="5112" y="5215"/>
                  </a:lnTo>
                  <a:lnTo>
                    <a:pt x="5087" y="5202"/>
                  </a:lnTo>
                  <a:lnTo>
                    <a:pt x="5074" y="5189"/>
                  </a:lnTo>
                  <a:lnTo>
                    <a:pt x="5061" y="5176"/>
                  </a:lnTo>
                  <a:lnTo>
                    <a:pt x="5049" y="5125"/>
                  </a:lnTo>
                  <a:lnTo>
                    <a:pt x="5061" y="5049"/>
                  </a:lnTo>
                  <a:lnTo>
                    <a:pt x="5074" y="4959"/>
                  </a:lnTo>
                  <a:lnTo>
                    <a:pt x="5087" y="4882"/>
                  </a:lnTo>
                  <a:lnTo>
                    <a:pt x="5100" y="4806"/>
                  </a:lnTo>
                  <a:lnTo>
                    <a:pt x="5112" y="4755"/>
                  </a:lnTo>
                  <a:lnTo>
                    <a:pt x="5125" y="4742"/>
                  </a:lnTo>
                  <a:lnTo>
                    <a:pt x="5138" y="4742"/>
                  </a:lnTo>
                  <a:lnTo>
                    <a:pt x="5176" y="4767"/>
                  </a:lnTo>
                  <a:lnTo>
                    <a:pt x="5202" y="4767"/>
                  </a:lnTo>
                  <a:lnTo>
                    <a:pt x="5253" y="4742"/>
                  </a:lnTo>
                  <a:lnTo>
                    <a:pt x="5317" y="4716"/>
                  </a:lnTo>
                  <a:lnTo>
                    <a:pt x="5355" y="4678"/>
                  </a:lnTo>
                  <a:lnTo>
                    <a:pt x="5394" y="4627"/>
                  </a:lnTo>
                  <a:lnTo>
                    <a:pt x="5419" y="4589"/>
                  </a:lnTo>
                  <a:lnTo>
                    <a:pt x="5458" y="4525"/>
                  </a:lnTo>
                  <a:lnTo>
                    <a:pt x="5470" y="4461"/>
                  </a:lnTo>
                  <a:lnTo>
                    <a:pt x="5483" y="4397"/>
                  </a:lnTo>
                  <a:lnTo>
                    <a:pt x="5483" y="4333"/>
                  </a:lnTo>
                  <a:lnTo>
                    <a:pt x="5483" y="4256"/>
                  </a:lnTo>
                  <a:lnTo>
                    <a:pt x="5509" y="4180"/>
                  </a:lnTo>
                  <a:lnTo>
                    <a:pt x="5521" y="4090"/>
                  </a:lnTo>
                  <a:lnTo>
                    <a:pt x="5509" y="4052"/>
                  </a:lnTo>
                  <a:lnTo>
                    <a:pt x="5496" y="4013"/>
                  </a:lnTo>
                  <a:lnTo>
                    <a:pt x="5509" y="3988"/>
                  </a:lnTo>
                  <a:lnTo>
                    <a:pt x="5585" y="3834"/>
                  </a:lnTo>
                  <a:lnTo>
                    <a:pt x="5675" y="3694"/>
                  </a:lnTo>
                  <a:lnTo>
                    <a:pt x="5688" y="3668"/>
                  </a:lnTo>
                  <a:lnTo>
                    <a:pt x="5700" y="3643"/>
                  </a:lnTo>
                  <a:lnTo>
                    <a:pt x="5688" y="3630"/>
                  </a:lnTo>
                  <a:lnTo>
                    <a:pt x="5662" y="3617"/>
                  </a:lnTo>
                  <a:lnTo>
                    <a:pt x="5547" y="3566"/>
                  </a:lnTo>
                  <a:lnTo>
                    <a:pt x="5496" y="3540"/>
                  </a:lnTo>
                  <a:lnTo>
                    <a:pt x="5445" y="3489"/>
                  </a:lnTo>
                  <a:lnTo>
                    <a:pt x="5432" y="3489"/>
                  </a:lnTo>
                  <a:lnTo>
                    <a:pt x="5368" y="3477"/>
                  </a:lnTo>
                  <a:lnTo>
                    <a:pt x="5317" y="3489"/>
                  </a:lnTo>
                  <a:lnTo>
                    <a:pt x="5253" y="3489"/>
                  </a:lnTo>
                  <a:lnTo>
                    <a:pt x="5189" y="3477"/>
                  </a:lnTo>
                  <a:lnTo>
                    <a:pt x="5164" y="3502"/>
                  </a:lnTo>
                  <a:lnTo>
                    <a:pt x="5125" y="3540"/>
                  </a:lnTo>
                  <a:lnTo>
                    <a:pt x="5074" y="3579"/>
                  </a:lnTo>
                  <a:lnTo>
                    <a:pt x="5023" y="3592"/>
                  </a:lnTo>
                  <a:lnTo>
                    <a:pt x="4972" y="3617"/>
                  </a:lnTo>
                  <a:lnTo>
                    <a:pt x="4934" y="3617"/>
                  </a:lnTo>
                  <a:lnTo>
                    <a:pt x="4895" y="3643"/>
                  </a:lnTo>
                  <a:lnTo>
                    <a:pt x="4870" y="3668"/>
                  </a:lnTo>
                  <a:lnTo>
                    <a:pt x="4857" y="3694"/>
                  </a:lnTo>
                  <a:lnTo>
                    <a:pt x="4831" y="3732"/>
                  </a:lnTo>
                  <a:lnTo>
                    <a:pt x="4806" y="3771"/>
                  </a:lnTo>
                  <a:lnTo>
                    <a:pt x="4755" y="3847"/>
                  </a:lnTo>
                  <a:lnTo>
                    <a:pt x="4704" y="3898"/>
                  </a:lnTo>
                  <a:lnTo>
                    <a:pt x="4640" y="3937"/>
                  </a:lnTo>
                  <a:lnTo>
                    <a:pt x="4563" y="3962"/>
                  </a:lnTo>
                  <a:lnTo>
                    <a:pt x="4397" y="3962"/>
                  </a:lnTo>
                  <a:lnTo>
                    <a:pt x="4371" y="3975"/>
                  </a:lnTo>
                  <a:lnTo>
                    <a:pt x="4358" y="3988"/>
                  </a:lnTo>
                  <a:lnTo>
                    <a:pt x="4333" y="3988"/>
                  </a:lnTo>
                  <a:lnTo>
                    <a:pt x="4307" y="3962"/>
                  </a:lnTo>
                  <a:lnTo>
                    <a:pt x="4256" y="3924"/>
                  </a:lnTo>
                  <a:lnTo>
                    <a:pt x="4205" y="3898"/>
                  </a:lnTo>
                  <a:lnTo>
                    <a:pt x="4154" y="3873"/>
                  </a:lnTo>
                  <a:lnTo>
                    <a:pt x="4090" y="3860"/>
                  </a:lnTo>
                  <a:lnTo>
                    <a:pt x="4013" y="3834"/>
                  </a:lnTo>
                  <a:lnTo>
                    <a:pt x="3937" y="3809"/>
                  </a:lnTo>
                  <a:lnTo>
                    <a:pt x="3860" y="3771"/>
                  </a:lnTo>
                  <a:lnTo>
                    <a:pt x="3796" y="3732"/>
                  </a:lnTo>
                  <a:lnTo>
                    <a:pt x="3758" y="3694"/>
                  </a:lnTo>
                  <a:lnTo>
                    <a:pt x="3732" y="3681"/>
                  </a:lnTo>
                  <a:lnTo>
                    <a:pt x="3719" y="3681"/>
                  </a:lnTo>
                  <a:lnTo>
                    <a:pt x="3681" y="3694"/>
                  </a:lnTo>
                  <a:lnTo>
                    <a:pt x="3643" y="3681"/>
                  </a:lnTo>
                  <a:lnTo>
                    <a:pt x="3579" y="3643"/>
                  </a:lnTo>
                  <a:lnTo>
                    <a:pt x="3515" y="3604"/>
                  </a:lnTo>
                  <a:lnTo>
                    <a:pt x="3400" y="3604"/>
                  </a:lnTo>
                  <a:lnTo>
                    <a:pt x="3362" y="3592"/>
                  </a:lnTo>
                  <a:lnTo>
                    <a:pt x="3285" y="3540"/>
                  </a:lnTo>
                  <a:lnTo>
                    <a:pt x="3259" y="3528"/>
                  </a:lnTo>
                  <a:lnTo>
                    <a:pt x="3234" y="3502"/>
                  </a:lnTo>
                  <a:lnTo>
                    <a:pt x="3234" y="3477"/>
                  </a:lnTo>
                  <a:lnTo>
                    <a:pt x="3234" y="3438"/>
                  </a:lnTo>
                  <a:lnTo>
                    <a:pt x="3247" y="3413"/>
                  </a:lnTo>
                  <a:lnTo>
                    <a:pt x="3247" y="3374"/>
                  </a:lnTo>
                  <a:lnTo>
                    <a:pt x="3234" y="3310"/>
                  </a:lnTo>
                  <a:lnTo>
                    <a:pt x="3234" y="3247"/>
                  </a:lnTo>
                  <a:lnTo>
                    <a:pt x="3208" y="3195"/>
                  </a:lnTo>
                  <a:lnTo>
                    <a:pt x="3183" y="3132"/>
                  </a:lnTo>
                  <a:lnTo>
                    <a:pt x="3170" y="3068"/>
                  </a:lnTo>
                  <a:lnTo>
                    <a:pt x="3170" y="2927"/>
                  </a:lnTo>
                  <a:lnTo>
                    <a:pt x="3157" y="2863"/>
                  </a:lnTo>
                  <a:lnTo>
                    <a:pt x="3144" y="2799"/>
                  </a:lnTo>
                  <a:lnTo>
                    <a:pt x="3131" y="2748"/>
                  </a:lnTo>
                  <a:lnTo>
                    <a:pt x="3119" y="2697"/>
                  </a:lnTo>
                  <a:lnTo>
                    <a:pt x="3080" y="2671"/>
                  </a:lnTo>
                  <a:lnTo>
                    <a:pt x="3055" y="2659"/>
                  </a:lnTo>
                  <a:lnTo>
                    <a:pt x="3029" y="2659"/>
                  </a:lnTo>
                  <a:lnTo>
                    <a:pt x="3042" y="2608"/>
                  </a:lnTo>
                  <a:lnTo>
                    <a:pt x="3080" y="2582"/>
                  </a:lnTo>
                  <a:lnTo>
                    <a:pt x="3106" y="2569"/>
                  </a:lnTo>
                  <a:lnTo>
                    <a:pt x="3106" y="2556"/>
                  </a:lnTo>
                  <a:lnTo>
                    <a:pt x="3106" y="2544"/>
                  </a:lnTo>
                  <a:lnTo>
                    <a:pt x="3080" y="2518"/>
                  </a:lnTo>
                  <a:lnTo>
                    <a:pt x="3055" y="2518"/>
                  </a:lnTo>
                  <a:lnTo>
                    <a:pt x="2978" y="2556"/>
                  </a:lnTo>
                  <a:lnTo>
                    <a:pt x="2940" y="2569"/>
                  </a:lnTo>
                  <a:lnTo>
                    <a:pt x="2914" y="2556"/>
                  </a:lnTo>
                  <a:lnTo>
                    <a:pt x="2901" y="2531"/>
                  </a:lnTo>
                  <a:lnTo>
                    <a:pt x="2850" y="2403"/>
                  </a:lnTo>
                  <a:lnTo>
                    <a:pt x="2799" y="2352"/>
                  </a:lnTo>
                  <a:lnTo>
                    <a:pt x="2735" y="2301"/>
                  </a:lnTo>
                  <a:lnTo>
                    <a:pt x="2697" y="2275"/>
                  </a:lnTo>
                  <a:lnTo>
                    <a:pt x="2684" y="2275"/>
                  </a:lnTo>
                  <a:lnTo>
                    <a:pt x="2659" y="2288"/>
                  </a:lnTo>
                  <a:lnTo>
                    <a:pt x="2633" y="2314"/>
                  </a:lnTo>
                  <a:lnTo>
                    <a:pt x="2633" y="2339"/>
                  </a:lnTo>
                  <a:lnTo>
                    <a:pt x="2646" y="2365"/>
                  </a:lnTo>
                  <a:lnTo>
                    <a:pt x="2671" y="2377"/>
                  </a:lnTo>
                  <a:lnTo>
                    <a:pt x="2697" y="2416"/>
                  </a:lnTo>
                  <a:lnTo>
                    <a:pt x="2723" y="2429"/>
                  </a:lnTo>
                  <a:lnTo>
                    <a:pt x="2723" y="2454"/>
                  </a:lnTo>
                  <a:lnTo>
                    <a:pt x="2748" y="2582"/>
                  </a:lnTo>
                  <a:lnTo>
                    <a:pt x="2748" y="2646"/>
                  </a:lnTo>
                  <a:lnTo>
                    <a:pt x="2735" y="2684"/>
                  </a:lnTo>
                  <a:lnTo>
                    <a:pt x="2723" y="2710"/>
                  </a:lnTo>
                  <a:lnTo>
                    <a:pt x="2710" y="2723"/>
                  </a:lnTo>
                  <a:lnTo>
                    <a:pt x="2723" y="2748"/>
                  </a:lnTo>
                  <a:lnTo>
                    <a:pt x="2761" y="2799"/>
                  </a:lnTo>
                  <a:lnTo>
                    <a:pt x="2786" y="2876"/>
                  </a:lnTo>
                  <a:lnTo>
                    <a:pt x="2812" y="3016"/>
                  </a:lnTo>
                  <a:lnTo>
                    <a:pt x="2812" y="3042"/>
                  </a:lnTo>
                  <a:lnTo>
                    <a:pt x="2799" y="3055"/>
                  </a:lnTo>
                  <a:lnTo>
                    <a:pt x="2774" y="3080"/>
                  </a:lnTo>
                  <a:lnTo>
                    <a:pt x="2710" y="3093"/>
                  </a:lnTo>
                  <a:lnTo>
                    <a:pt x="2659" y="3080"/>
                  </a:lnTo>
                  <a:lnTo>
                    <a:pt x="2633" y="3042"/>
                  </a:lnTo>
                  <a:lnTo>
                    <a:pt x="2620" y="2978"/>
                  </a:lnTo>
                  <a:lnTo>
                    <a:pt x="2607" y="2889"/>
                  </a:lnTo>
                  <a:lnTo>
                    <a:pt x="2582" y="2838"/>
                  </a:lnTo>
                  <a:lnTo>
                    <a:pt x="2556" y="2799"/>
                  </a:lnTo>
                  <a:lnTo>
                    <a:pt x="2505" y="2786"/>
                  </a:lnTo>
                  <a:lnTo>
                    <a:pt x="2416" y="2786"/>
                  </a:lnTo>
                  <a:lnTo>
                    <a:pt x="2377" y="2774"/>
                  </a:lnTo>
                  <a:lnTo>
                    <a:pt x="2314" y="2748"/>
                  </a:lnTo>
                  <a:lnTo>
                    <a:pt x="2262" y="2710"/>
                  </a:lnTo>
                  <a:lnTo>
                    <a:pt x="2237" y="2710"/>
                  </a:lnTo>
                  <a:lnTo>
                    <a:pt x="2211" y="2735"/>
                  </a:lnTo>
                  <a:lnTo>
                    <a:pt x="2198" y="2748"/>
                  </a:lnTo>
                  <a:lnTo>
                    <a:pt x="2198" y="2710"/>
                  </a:lnTo>
                  <a:lnTo>
                    <a:pt x="2173" y="2697"/>
                  </a:lnTo>
                  <a:lnTo>
                    <a:pt x="2147" y="2697"/>
                  </a:lnTo>
                  <a:lnTo>
                    <a:pt x="2135" y="2684"/>
                  </a:lnTo>
                  <a:lnTo>
                    <a:pt x="2109" y="2633"/>
                  </a:lnTo>
                  <a:lnTo>
                    <a:pt x="2109" y="2556"/>
                  </a:lnTo>
                  <a:lnTo>
                    <a:pt x="2122" y="2480"/>
                  </a:lnTo>
                  <a:lnTo>
                    <a:pt x="2147" y="2429"/>
                  </a:lnTo>
                  <a:lnTo>
                    <a:pt x="2122" y="2416"/>
                  </a:lnTo>
                  <a:lnTo>
                    <a:pt x="2096" y="2429"/>
                  </a:lnTo>
                  <a:lnTo>
                    <a:pt x="2071" y="2416"/>
                  </a:lnTo>
                  <a:lnTo>
                    <a:pt x="2058" y="2403"/>
                  </a:lnTo>
                  <a:lnTo>
                    <a:pt x="2058" y="2365"/>
                  </a:lnTo>
                  <a:lnTo>
                    <a:pt x="2071" y="2352"/>
                  </a:lnTo>
                  <a:lnTo>
                    <a:pt x="2083" y="2326"/>
                  </a:lnTo>
                  <a:lnTo>
                    <a:pt x="2122" y="2314"/>
                  </a:lnTo>
                  <a:lnTo>
                    <a:pt x="2147" y="2301"/>
                  </a:lnTo>
                  <a:lnTo>
                    <a:pt x="2147" y="2288"/>
                  </a:lnTo>
                  <a:lnTo>
                    <a:pt x="2135" y="2275"/>
                  </a:lnTo>
                  <a:lnTo>
                    <a:pt x="2096" y="2237"/>
                  </a:lnTo>
                  <a:lnTo>
                    <a:pt x="2096" y="2211"/>
                  </a:lnTo>
                  <a:lnTo>
                    <a:pt x="2096" y="2199"/>
                  </a:lnTo>
                  <a:lnTo>
                    <a:pt x="2122" y="2173"/>
                  </a:lnTo>
                  <a:lnTo>
                    <a:pt x="2173" y="2160"/>
                  </a:lnTo>
                  <a:lnTo>
                    <a:pt x="2160" y="2135"/>
                  </a:lnTo>
                  <a:lnTo>
                    <a:pt x="2147" y="2135"/>
                  </a:lnTo>
                  <a:lnTo>
                    <a:pt x="2135" y="2122"/>
                  </a:lnTo>
                  <a:lnTo>
                    <a:pt x="2135" y="2109"/>
                  </a:lnTo>
                  <a:lnTo>
                    <a:pt x="2135" y="2084"/>
                  </a:lnTo>
                  <a:lnTo>
                    <a:pt x="2135" y="2071"/>
                  </a:lnTo>
                  <a:lnTo>
                    <a:pt x="2122" y="2032"/>
                  </a:lnTo>
                  <a:lnTo>
                    <a:pt x="2058" y="1994"/>
                  </a:lnTo>
                  <a:lnTo>
                    <a:pt x="2007" y="1956"/>
                  </a:lnTo>
                  <a:lnTo>
                    <a:pt x="1981" y="1905"/>
                  </a:lnTo>
                  <a:lnTo>
                    <a:pt x="1930" y="1828"/>
                  </a:lnTo>
                  <a:lnTo>
                    <a:pt x="1892" y="1790"/>
                  </a:lnTo>
                  <a:lnTo>
                    <a:pt x="1853" y="1764"/>
                  </a:lnTo>
                  <a:lnTo>
                    <a:pt x="1828" y="1738"/>
                  </a:lnTo>
                  <a:lnTo>
                    <a:pt x="1815" y="1700"/>
                  </a:lnTo>
                  <a:lnTo>
                    <a:pt x="1815" y="1649"/>
                  </a:lnTo>
                  <a:lnTo>
                    <a:pt x="1828" y="1611"/>
                  </a:lnTo>
                  <a:lnTo>
                    <a:pt x="1841" y="1585"/>
                  </a:lnTo>
                  <a:lnTo>
                    <a:pt x="1866" y="1598"/>
                  </a:lnTo>
                  <a:lnTo>
                    <a:pt x="1892" y="1611"/>
                  </a:lnTo>
                  <a:lnTo>
                    <a:pt x="1905" y="1611"/>
                  </a:lnTo>
                  <a:lnTo>
                    <a:pt x="1917" y="1598"/>
                  </a:lnTo>
                  <a:lnTo>
                    <a:pt x="1917" y="1585"/>
                  </a:lnTo>
                  <a:lnTo>
                    <a:pt x="1917" y="1572"/>
                  </a:lnTo>
                  <a:lnTo>
                    <a:pt x="1905" y="1547"/>
                  </a:lnTo>
                  <a:lnTo>
                    <a:pt x="1879" y="1496"/>
                  </a:lnTo>
                  <a:lnTo>
                    <a:pt x="1853" y="1444"/>
                  </a:lnTo>
                  <a:lnTo>
                    <a:pt x="1853" y="1393"/>
                  </a:lnTo>
                  <a:lnTo>
                    <a:pt x="1879" y="1342"/>
                  </a:lnTo>
                  <a:lnTo>
                    <a:pt x="1879" y="1304"/>
                  </a:lnTo>
                  <a:lnTo>
                    <a:pt x="1866" y="1291"/>
                  </a:lnTo>
                  <a:lnTo>
                    <a:pt x="1853" y="1278"/>
                  </a:lnTo>
                  <a:lnTo>
                    <a:pt x="1815" y="1240"/>
                  </a:lnTo>
                  <a:lnTo>
                    <a:pt x="1802" y="1202"/>
                  </a:lnTo>
                  <a:lnTo>
                    <a:pt x="1790" y="1151"/>
                  </a:lnTo>
                  <a:lnTo>
                    <a:pt x="1764" y="1138"/>
                  </a:lnTo>
                  <a:lnTo>
                    <a:pt x="1738" y="1125"/>
                  </a:lnTo>
                  <a:lnTo>
                    <a:pt x="1713" y="1112"/>
                  </a:lnTo>
                  <a:lnTo>
                    <a:pt x="1700" y="1087"/>
                  </a:lnTo>
                  <a:lnTo>
                    <a:pt x="1687" y="1036"/>
                  </a:lnTo>
                  <a:lnTo>
                    <a:pt x="1674" y="984"/>
                  </a:lnTo>
                  <a:lnTo>
                    <a:pt x="1662" y="920"/>
                  </a:lnTo>
                  <a:lnTo>
                    <a:pt x="1662" y="895"/>
                  </a:lnTo>
                  <a:lnTo>
                    <a:pt x="1662" y="869"/>
                  </a:lnTo>
                  <a:lnTo>
                    <a:pt x="1611" y="908"/>
                  </a:lnTo>
                  <a:lnTo>
                    <a:pt x="1547" y="933"/>
                  </a:lnTo>
                  <a:lnTo>
                    <a:pt x="1496" y="972"/>
                  </a:lnTo>
                  <a:lnTo>
                    <a:pt x="1470" y="997"/>
                  </a:lnTo>
                  <a:lnTo>
                    <a:pt x="1457" y="1023"/>
                  </a:lnTo>
                  <a:lnTo>
                    <a:pt x="1432" y="933"/>
                  </a:lnTo>
                  <a:lnTo>
                    <a:pt x="1368" y="857"/>
                  </a:lnTo>
                  <a:lnTo>
                    <a:pt x="1419" y="869"/>
                  </a:lnTo>
                  <a:lnTo>
                    <a:pt x="1444" y="869"/>
                  </a:lnTo>
                  <a:lnTo>
                    <a:pt x="1457" y="844"/>
                  </a:lnTo>
                  <a:lnTo>
                    <a:pt x="1457" y="818"/>
                  </a:lnTo>
                  <a:lnTo>
                    <a:pt x="1444" y="805"/>
                  </a:lnTo>
                  <a:lnTo>
                    <a:pt x="1406" y="793"/>
                  </a:lnTo>
                  <a:lnTo>
                    <a:pt x="1381" y="780"/>
                  </a:lnTo>
                  <a:lnTo>
                    <a:pt x="1342" y="780"/>
                  </a:lnTo>
                  <a:lnTo>
                    <a:pt x="1317" y="767"/>
                  </a:lnTo>
                  <a:lnTo>
                    <a:pt x="1291" y="754"/>
                  </a:lnTo>
                  <a:lnTo>
                    <a:pt x="1278" y="716"/>
                  </a:lnTo>
                  <a:lnTo>
                    <a:pt x="1253" y="690"/>
                  </a:lnTo>
                  <a:lnTo>
                    <a:pt x="1227" y="665"/>
                  </a:lnTo>
                  <a:lnTo>
                    <a:pt x="1176" y="652"/>
                  </a:lnTo>
                  <a:lnTo>
                    <a:pt x="1099" y="652"/>
                  </a:lnTo>
                  <a:lnTo>
                    <a:pt x="1061" y="627"/>
                  </a:lnTo>
                  <a:lnTo>
                    <a:pt x="1035" y="614"/>
                  </a:lnTo>
                  <a:lnTo>
                    <a:pt x="997" y="588"/>
                  </a:lnTo>
                  <a:lnTo>
                    <a:pt x="933" y="575"/>
                  </a:lnTo>
                  <a:lnTo>
                    <a:pt x="908" y="575"/>
                  </a:lnTo>
                  <a:lnTo>
                    <a:pt x="895" y="588"/>
                  </a:lnTo>
                  <a:lnTo>
                    <a:pt x="869" y="627"/>
                  </a:lnTo>
                  <a:lnTo>
                    <a:pt x="844" y="639"/>
                  </a:lnTo>
                  <a:lnTo>
                    <a:pt x="818" y="627"/>
                  </a:lnTo>
                  <a:lnTo>
                    <a:pt x="767" y="601"/>
                  </a:lnTo>
                  <a:lnTo>
                    <a:pt x="754" y="588"/>
                  </a:lnTo>
                  <a:lnTo>
                    <a:pt x="754" y="563"/>
                  </a:lnTo>
                  <a:lnTo>
                    <a:pt x="754" y="550"/>
                  </a:lnTo>
                  <a:lnTo>
                    <a:pt x="780" y="537"/>
                  </a:lnTo>
                  <a:lnTo>
                    <a:pt x="805" y="512"/>
                  </a:lnTo>
                  <a:lnTo>
                    <a:pt x="818" y="499"/>
                  </a:lnTo>
                  <a:lnTo>
                    <a:pt x="805" y="486"/>
                  </a:lnTo>
                  <a:lnTo>
                    <a:pt x="793" y="473"/>
                  </a:lnTo>
                  <a:lnTo>
                    <a:pt x="754" y="473"/>
                  </a:lnTo>
                  <a:lnTo>
                    <a:pt x="703" y="486"/>
                  </a:lnTo>
                  <a:lnTo>
                    <a:pt x="678" y="512"/>
                  </a:lnTo>
                  <a:lnTo>
                    <a:pt x="678" y="537"/>
                  </a:lnTo>
                  <a:lnTo>
                    <a:pt x="690" y="588"/>
                  </a:lnTo>
                  <a:lnTo>
                    <a:pt x="690" y="614"/>
                  </a:lnTo>
                  <a:lnTo>
                    <a:pt x="678" y="652"/>
                  </a:lnTo>
                  <a:lnTo>
                    <a:pt x="652" y="665"/>
                  </a:lnTo>
                  <a:lnTo>
                    <a:pt x="639" y="665"/>
                  </a:lnTo>
                  <a:lnTo>
                    <a:pt x="614" y="639"/>
                  </a:lnTo>
                  <a:lnTo>
                    <a:pt x="614" y="627"/>
                  </a:lnTo>
                  <a:lnTo>
                    <a:pt x="639" y="575"/>
                  </a:lnTo>
                  <a:lnTo>
                    <a:pt x="626" y="550"/>
                  </a:lnTo>
                  <a:lnTo>
                    <a:pt x="601" y="524"/>
                  </a:lnTo>
                  <a:lnTo>
                    <a:pt x="563" y="499"/>
                  </a:lnTo>
                  <a:lnTo>
                    <a:pt x="537" y="486"/>
                  </a:lnTo>
                  <a:lnTo>
                    <a:pt x="524" y="460"/>
                  </a:lnTo>
                  <a:lnTo>
                    <a:pt x="524" y="422"/>
                  </a:lnTo>
                  <a:lnTo>
                    <a:pt x="499" y="396"/>
                  </a:lnTo>
                  <a:lnTo>
                    <a:pt x="460" y="358"/>
                  </a:lnTo>
                  <a:lnTo>
                    <a:pt x="396" y="281"/>
                  </a:lnTo>
                  <a:lnTo>
                    <a:pt x="358" y="218"/>
                  </a:lnTo>
                  <a:lnTo>
                    <a:pt x="358" y="128"/>
                  </a:lnTo>
                  <a:lnTo>
                    <a:pt x="384" y="51"/>
                  </a:lnTo>
                  <a:lnTo>
                    <a:pt x="396" y="26"/>
                  </a:lnTo>
                  <a:lnTo>
                    <a:pt x="396" y="13"/>
                  </a:lnTo>
                  <a:lnTo>
                    <a:pt x="38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192;p78">
              <a:extLst>
                <a:ext uri="{FF2B5EF4-FFF2-40B4-BE49-F238E27FC236}">
                  <a16:creationId xmlns:a16="http://schemas.microsoft.com/office/drawing/2014/main" id="{72D1CCB3-59E1-A7A9-5337-372A68EDE1CE}"/>
                </a:ext>
              </a:extLst>
            </p:cNvPr>
            <p:cNvSpPr/>
            <p:nvPr/>
          </p:nvSpPr>
          <p:spPr>
            <a:xfrm>
              <a:off x="6876700" y="4386200"/>
              <a:ext cx="5150" cy="3525"/>
            </a:xfrm>
            <a:custGeom>
              <a:avLst/>
              <a:gdLst/>
              <a:ahLst/>
              <a:cxnLst/>
              <a:rect l="l" t="t" r="r" b="b"/>
              <a:pathLst>
                <a:path w="206" h="141" extrusionOk="0">
                  <a:moveTo>
                    <a:pt x="90" y="0"/>
                  </a:moveTo>
                  <a:lnTo>
                    <a:pt x="52" y="13"/>
                  </a:lnTo>
                  <a:lnTo>
                    <a:pt x="39" y="39"/>
                  </a:lnTo>
                  <a:lnTo>
                    <a:pt x="26" y="64"/>
                  </a:lnTo>
                  <a:lnTo>
                    <a:pt x="1" y="141"/>
                  </a:lnTo>
                  <a:lnTo>
                    <a:pt x="26" y="128"/>
                  </a:lnTo>
                  <a:lnTo>
                    <a:pt x="39" y="115"/>
                  </a:lnTo>
                  <a:lnTo>
                    <a:pt x="65" y="90"/>
                  </a:lnTo>
                  <a:lnTo>
                    <a:pt x="77" y="77"/>
                  </a:lnTo>
                  <a:lnTo>
                    <a:pt x="90" y="102"/>
                  </a:lnTo>
                  <a:lnTo>
                    <a:pt x="103" y="128"/>
                  </a:lnTo>
                  <a:lnTo>
                    <a:pt x="116" y="141"/>
                  </a:lnTo>
                  <a:lnTo>
                    <a:pt x="141" y="141"/>
                  </a:lnTo>
                  <a:lnTo>
                    <a:pt x="193" y="128"/>
                  </a:lnTo>
                  <a:lnTo>
                    <a:pt x="205" y="115"/>
                  </a:lnTo>
                  <a:lnTo>
                    <a:pt x="205" y="90"/>
                  </a:lnTo>
                  <a:lnTo>
                    <a:pt x="20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193;p78">
              <a:extLst>
                <a:ext uri="{FF2B5EF4-FFF2-40B4-BE49-F238E27FC236}">
                  <a16:creationId xmlns:a16="http://schemas.microsoft.com/office/drawing/2014/main" id="{9F759228-F1D8-04F6-FD71-F08493AEB0B8}"/>
                </a:ext>
              </a:extLst>
            </p:cNvPr>
            <p:cNvSpPr/>
            <p:nvPr/>
          </p:nvSpPr>
          <p:spPr>
            <a:xfrm>
              <a:off x="6890450" y="2154075"/>
              <a:ext cx="22700" cy="17575"/>
            </a:xfrm>
            <a:custGeom>
              <a:avLst/>
              <a:gdLst/>
              <a:ahLst/>
              <a:cxnLst/>
              <a:rect l="l" t="t" r="r" b="b"/>
              <a:pathLst>
                <a:path w="908" h="703" extrusionOk="0">
                  <a:moveTo>
                    <a:pt x="128" y="0"/>
                  </a:moveTo>
                  <a:lnTo>
                    <a:pt x="0" y="371"/>
                  </a:lnTo>
                  <a:lnTo>
                    <a:pt x="575" y="703"/>
                  </a:lnTo>
                  <a:lnTo>
                    <a:pt x="908" y="626"/>
                  </a:lnTo>
                  <a:lnTo>
                    <a:pt x="652" y="371"/>
                  </a:lnTo>
                  <a:lnTo>
                    <a:pt x="12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194;p78">
              <a:extLst>
                <a:ext uri="{FF2B5EF4-FFF2-40B4-BE49-F238E27FC236}">
                  <a16:creationId xmlns:a16="http://schemas.microsoft.com/office/drawing/2014/main" id="{B5D4D506-2A7E-6926-F78D-06759F92B5EB}"/>
                </a:ext>
              </a:extLst>
            </p:cNvPr>
            <p:cNvSpPr/>
            <p:nvPr/>
          </p:nvSpPr>
          <p:spPr>
            <a:xfrm>
              <a:off x="7118575" y="2243850"/>
              <a:ext cx="11225" cy="9925"/>
            </a:xfrm>
            <a:custGeom>
              <a:avLst/>
              <a:gdLst/>
              <a:ahLst/>
              <a:cxnLst/>
              <a:rect l="l" t="t" r="r" b="b"/>
              <a:pathLst>
                <a:path w="449" h="397" extrusionOk="0">
                  <a:moveTo>
                    <a:pt x="282" y="0"/>
                  </a:moveTo>
                  <a:lnTo>
                    <a:pt x="1" y="179"/>
                  </a:lnTo>
                  <a:lnTo>
                    <a:pt x="1" y="397"/>
                  </a:lnTo>
                  <a:lnTo>
                    <a:pt x="282" y="256"/>
                  </a:lnTo>
                  <a:lnTo>
                    <a:pt x="448" y="90"/>
                  </a:lnTo>
                  <a:lnTo>
                    <a:pt x="28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195;p78">
              <a:extLst>
                <a:ext uri="{FF2B5EF4-FFF2-40B4-BE49-F238E27FC236}">
                  <a16:creationId xmlns:a16="http://schemas.microsoft.com/office/drawing/2014/main" id="{61DEBA2E-935B-4CED-6FC6-CF0E1161FBC0}"/>
                </a:ext>
              </a:extLst>
            </p:cNvPr>
            <p:cNvSpPr/>
            <p:nvPr/>
          </p:nvSpPr>
          <p:spPr>
            <a:xfrm>
              <a:off x="7297500" y="3790925"/>
              <a:ext cx="2275" cy="1950"/>
            </a:xfrm>
            <a:custGeom>
              <a:avLst/>
              <a:gdLst/>
              <a:ahLst/>
              <a:cxnLst/>
              <a:rect l="l" t="t" r="r" b="b"/>
              <a:pathLst>
                <a:path w="91" h="78" extrusionOk="0">
                  <a:moveTo>
                    <a:pt x="14" y="1"/>
                  </a:moveTo>
                  <a:lnTo>
                    <a:pt x="1" y="14"/>
                  </a:lnTo>
                  <a:lnTo>
                    <a:pt x="1" y="65"/>
                  </a:lnTo>
                  <a:lnTo>
                    <a:pt x="52" y="78"/>
                  </a:lnTo>
                  <a:lnTo>
                    <a:pt x="78" y="52"/>
                  </a:lnTo>
                  <a:lnTo>
                    <a:pt x="90" y="39"/>
                  </a:lnTo>
                  <a:lnTo>
                    <a:pt x="78" y="27"/>
                  </a:lnTo>
                  <a:lnTo>
                    <a:pt x="7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8" name="Google Shape;1196;p78">
              <a:extLst>
                <a:ext uri="{FF2B5EF4-FFF2-40B4-BE49-F238E27FC236}">
                  <a16:creationId xmlns:a16="http://schemas.microsoft.com/office/drawing/2014/main" id="{124B8B3D-423B-6552-CCCD-252FB962BF55}"/>
                </a:ext>
              </a:extLst>
            </p:cNvPr>
            <p:cNvSpPr/>
            <p:nvPr/>
          </p:nvSpPr>
          <p:spPr>
            <a:xfrm>
              <a:off x="7161725" y="2248325"/>
              <a:ext cx="6725" cy="7700"/>
            </a:xfrm>
            <a:custGeom>
              <a:avLst/>
              <a:gdLst/>
              <a:ahLst/>
              <a:cxnLst/>
              <a:rect l="l" t="t" r="r" b="b"/>
              <a:pathLst>
                <a:path w="269" h="308" extrusionOk="0">
                  <a:moveTo>
                    <a:pt x="0" y="0"/>
                  </a:moveTo>
                  <a:lnTo>
                    <a:pt x="0" y="307"/>
                  </a:lnTo>
                  <a:lnTo>
                    <a:pt x="269" y="307"/>
                  </a:lnTo>
                  <a:lnTo>
                    <a:pt x="26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9" name="Google Shape;1197;p78">
              <a:extLst>
                <a:ext uri="{FF2B5EF4-FFF2-40B4-BE49-F238E27FC236}">
                  <a16:creationId xmlns:a16="http://schemas.microsoft.com/office/drawing/2014/main" id="{6A742202-28CD-AF24-F71D-41285F1CEDB3}"/>
                </a:ext>
              </a:extLst>
            </p:cNvPr>
            <p:cNvSpPr/>
            <p:nvPr/>
          </p:nvSpPr>
          <p:spPr>
            <a:xfrm>
              <a:off x="5046825" y="3357675"/>
              <a:ext cx="11550" cy="15050"/>
            </a:xfrm>
            <a:custGeom>
              <a:avLst/>
              <a:gdLst/>
              <a:ahLst/>
              <a:cxnLst/>
              <a:rect l="l" t="t" r="r" b="b"/>
              <a:pathLst>
                <a:path w="462" h="602" extrusionOk="0">
                  <a:moveTo>
                    <a:pt x="218" y="0"/>
                  </a:moveTo>
                  <a:lnTo>
                    <a:pt x="218" y="179"/>
                  </a:lnTo>
                  <a:lnTo>
                    <a:pt x="78" y="307"/>
                  </a:lnTo>
                  <a:lnTo>
                    <a:pt x="1" y="486"/>
                  </a:lnTo>
                  <a:lnTo>
                    <a:pt x="103" y="601"/>
                  </a:lnTo>
                  <a:lnTo>
                    <a:pt x="397" y="550"/>
                  </a:lnTo>
                  <a:lnTo>
                    <a:pt x="461" y="409"/>
                  </a:lnTo>
                  <a:lnTo>
                    <a:pt x="308" y="205"/>
                  </a:lnTo>
                  <a:lnTo>
                    <a:pt x="461" y="103"/>
                  </a:lnTo>
                  <a:lnTo>
                    <a:pt x="21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198;p78">
              <a:extLst>
                <a:ext uri="{FF2B5EF4-FFF2-40B4-BE49-F238E27FC236}">
                  <a16:creationId xmlns:a16="http://schemas.microsoft.com/office/drawing/2014/main" id="{A119498A-A6D5-0135-4556-DD881EBBA09F}"/>
                </a:ext>
              </a:extLst>
            </p:cNvPr>
            <p:cNvSpPr/>
            <p:nvPr/>
          </p:nvSpPr>
          <p:spPr>
            <a:xfrm>
              <a:off x="5432500" y="3105575"/>
              <a:ext cx="11200" cy="45075"/>
            </a:xfrm>
            <a:custGeom>
              <a:avLst/>
              <a:gdLst/>
              <a:ahLst/>
              <a:cxnLst/>
              <a:rect l="l" t="t" r="r" b="b"/>
              <a:pathLst>
                <a:path w="448" h="1803" extrusionOk="0">
                  <a:moveTo>
                    <a:pt x="396" y="1"/>
                  </a:moveTo>
                  <a:lnTo>
                    <a:pt x="269" y="167"/>
                  </a:lnTo>
                  <a:lnTo>
                    <a:pt x="269" y="563"/>
                  </a:lnTo>
                  <a:lnTo>
                    <a:pt x="179" y="614"/>
                  </a:lnTo>
                  <a:lnTo>
                    <a:pt x="179" y="499"/>
                  </a:lnTo>
                  <a:lnTo>
                    <a:pt x="128" y="652"/>
                  </a:lnTo>
                  <a:lnTo>
                    <a:pt x="192" y="691"/>
                  </a:lnTo>
                  <a:lnTo>
                    <a:pt x="179" y="793"/>
                  </a:lnTo>
                  <a:lnTo>
                    <a:pt x="128" y="1023"/>
                  </a:lnTo>
                  <a:lnTo>
                    <a:pt x="179" y="1061"/>
                  </a:lnTo>
                  <a:lnTo>
                    <a:pt x="77" y="1176"/>
                  </a:lnTo>
                  <a:lnTo>
                    <a:pt x="39" y="1355"/>
                  </a:lnTo>
                  <a:lnTo>
                    <a:pt x="0" y="1394"/>
                  </a:lnTo>
                  <a:lnTo>
                    <a:pt x="26" y="1509"/>
                  </a:lnTo>
                  <a:lnTo>
                    <a:pt x="128" y="1573"/>
                  </a:lnTo>
                  <a:lnTo>
                    <a:pt x="115" y="1675"/>
                  </a:lnTo>
                  <a:lnTo>
                    <a:pt x="77" y="1777"/>
                  </a:lnTo>
                  <a:lnTo>
                    <a:pt x="90" y="1790"/>
                  </a:lnTo>
                  <a:lnTo>
                    <a:pt x="102" y="1803"/>
                  </a:lnTo>
                  <a:lnTo>
                    <a:pt x="115" y="1803"/>
                  </a:lnTo>
                  <a:lnTo>
                    <a:pt x="205" y="1522"/>
                  </a:lnTo>
                  <a:lnTo>
                    <a:pt x="243" y="1368"/>
                  </a:lnTo>
                  <a:lnTo>
                    <a:pt x="179" y="1317"/>
                  </a:lnTo>
                  <a:lnTo>
                    <a:pt x="281" y="1189"/>
                  </a:lnTo>
                  <a:lnTo>
                    <a:pt x="320" y="1113"/>
                  </a:lnTo>
                  <a:lnTo>
                    <a:pt x="269" y="946"/>
                  </a:lnTo>
                  <a:lnTo>
                    <a:pt x="371" y="921"/>
                  </a:lnTo>
                  <a:lnTo>
                    <a:pt x="371" y="640"/>
                  </a:lnTo>
                  <a:lnTo>
                    <a:pt x="281" y="601"/>
                  </a:lnTo>
                  <a:lnTo>
                    <a:pt x="345" y="422"/>
                  </a:lnTo>
                  <a:lnTo>
                    <a:pt x="422" y="474"/>
                  </a:lnTo>
                  <a:lnTo>
                    <a:pt x="448" y="243"/>
                  </a:lnTo>
                  <a:lnTo>
                    <a:pt x="384" y="192"/>
                  </a:lnTo>
                  <a:lnTo>
                    <a:pt x="448" y="141"/>
                  </a:lnTo>
                  <a:lnTo>
                    <a:pt x="39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199;p78">
              <a:extLst>
                <a:ext uri="{FF2B5EF4-FFF2-40B4-BE49-F238E27FC236}">
                  <a16:creationId xmlns:a16="http://schemas.microsoft.com/office/drawing/2014/main" id="{42D247A4-106E-1E6B-E6ED-6EA64CE6D615}"/>
                </a:ext>
              </a:extLst>
            </p:cNvPr>
            <p:cNvSpPr/>
            <p:nvPr/>
          </p:nvSpPr>
          <p:spPr>
            <a:xfrm>
              <a:off x="5455175" y="3234975"/>
              <a:ext cx="6750" cy="10575"/>
            </a:xfrm>
            <a:custGeom>
              <a:avLst/>
              <a:gdLst/>
              <a:ahLst/>
              <a:cxnLst/>
              <a:rect l="l" t="t" r="r" b="b"/>
              <a:pathLst>
                <a:path w="270" h="423" extrusionOk="0">
                  <a:moveTo>
                    <a:pt x="116" y="1"/>
                  </a:moveTo>
                  <a:lnTo>
                    <a:pt x="1" y="141"/>
                  </a:lnTo>
                  <a:lnTo>
                    <a:pt x="65" y="244"/>
                  </a:lnTo>
                  <a:lnTo>
                    <a:pt x="180" y="423"/>
                  </a:lnTo>
                  <a:lnTo>
                    <a:pt x="269" y="269"/>
                  </a:lnTo>
                  <a:lnTo>
                    <a:pt x="19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200;p78">
              <a:extLst>
                <a:ext uri="{FF2B5EF4-FFF2-40B4-BE49-F238E27FC236}">
                  <a16:creationId xmlns:a16="http://schemas.microsoft.com/office/drawing/2014/main" id="{B1F27590-ECD7-5E48-7EA7-CEB55E9A73F1}"/>
                </a:ext>
              </a:extLst>
            </p:cNvPr>
            <p:cNvSpPr/>
            <p:nvPr/>
          </p:nvSpPr>
          <p:spPr>
            <a:xfrm>
              <a:off x="5450700" y="3215175"/>
              <a:ext cx="3875" cy="6725"/>
            </a:xfrm>
            <a:custGeom>
              <a:avLst/>
              <a:gdLst/>
              <a:ahLst/>
              <a:cxnLst/>
              <a:rect l="l" t="t" r="r" b="b"/>
              <a:pathLst>
                <a:path w="155" h="269" extrusionOk="0">
                  <a:moveTo>
                    <a:pt x="65" y="0"/>
                  </a:moveTo>
                  <a:lnTo>
                    <a:pt x="1" y="128"/>
                  </a:lnTo>
                  <a:lnTo>
                    <a:pt x="154" y="269"/>
                  </a:lnTo>
                  <a:lnTo>
                    <a:pt x="103" y="77"/>
                  </a:lnTo>
                  <a:lnTo>
                    <a:pt x="6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201;p78">
              <a:extLst>
                <a:ext uri="{FF2B5EF4-FFF2-40B4-BE49-F238E27FC236}">
                  <a16:creationId xmlns:a16="http://schemas.microsoft.com/office/drawing/2014/main" id="{E17C1361-729A-E3FC-49CB-22C315973A8D}"/>
                </a:ext>
              </a:extLst>
            </p:cNvPr>
            <p:cNvSpPr/>
            <p:nvPr/>
          </p:nvSpPr>
          <p:spPr>
            <a:xfrm>
              <a:off x="5448475" y="3219325"/>
              <a:ext cx="3225" cy="3225"/>
            </a:xfrm>
            <a:custGeom>
              <a:avLst/>
              <a:gdLst/>
              <a:ahLst/>
              <a:cxnLst/>
              <a:rect l="l" t="t" r="r" b="b"/>
              <a:pathLst>
                <a:path w="129" h="129" extrusionOk="0">
                  <a:moveTo>
                    <a:pt x="64" y="1"/>
                  </a:moveTo>
                  <a:lnTo>
                    <a:pt x="0" y="13"/>
                  </a:lnTo>
                  <a:lnTo>
                    <a:pt x="0" y="128"/>
                  </a:lnTo>
                  <a:lnTo>
                    <a:pt x="128" y="128"/>
                  </a:lnTo>
                  <a:lnTo>
                    <a:pt x="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202;p78">
              <a:extLst>
                <a:ext uri="{FF2B5EF4-FFF2-40B4-BE49-F238E27FC236}">
                  <a16:creationId xmlns:a16="http://schemas.microsoft.com/office/drawing/2014/main" id="{2423B577-C561-4D95-D5B0-585A3C45CC8B}"/>
                </a:ext>
              </a:extLst>
            </p:cNvPr>
            <p:cNvSpPr/>
            <p:nvPr/>
          </p:nvSpPr>
          <p:spPr>
            <a:xfrm>
              <a:off x="5451975" y="2995675"/>
              <a:ext cx="6100" cy="5125"/>
            </a:xfrm>
            <a:custGeom>
              <a:avLst/>
              <a:gdLst/>
              <a:ahLst/>
              <a:cxnLst/>
              <a:rect l="l" t="t" r="r" b="b"/>
              <a:pathLst>
                <a:path w="244" h="205" extrusionOk="0">
                  <a:moveTo>
                    <a:pt x="39" y="0"/>
                  </a:moveTo>
                  <a:lnTo>
                    <a:pt x="1" y="26"/>
                  </a:lnTo>
                  <a:lnTo>
                    <a:pt x="141" y="205"/>
                  </a:lnTo>
                  <a:lnTo>
                    <a:pt x="244" y="179"/>
                  </a:lnTo>
                  <a:lnTo>
                    <a:pt x="244" y="26"/>
                  </a:lnTo>
                  <a:lnTo>
                    <a:pt x="3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203;p78">
              <a:extLst>
                <a:ext uri="{FF2B5EF4-FFF2-40B4-BE49-F238E27FC236}">
                  <a16:creationId xmlns:a16="http://schemas.microsoft.com/office/drawing/2014/main" id="{C30FDABF-989B-EACE-6B4F-B8C1A61A5D52}"/>
                </a:ext>
              </a:extLst>
            </p:cNvPr>
            <p:cNvSpPr/>
            <p:nvPr/>
          </p:nvSpPr>
          <p:spPr>
            <a:xfrm>
              <a:off x="5426100" y="2809075"/>
              <a:ext cx="180225" cy="369050"/>
            </a:xfrm>
            <a:custGeom>
              <a:avLst/>
              <a:gdLst/>
              <a:ahLst/>
              <a:cxnLst/>
              <a:rect l="l" t="t" r="r" b="b"/>
              <a:pathLst>
                <a:path w="7209" h="14762" extrusionOk="0">
                  <a:moveTo>
                    <a:pt x="4078" y="0"/>
                  </a:moveTo>
                  <a:lnTo>
                    <a:pt x="3963" y="281"/>
                  </a:lnTo>
                  <a:lnTo>
                    <a:pt x="3937" y="499"/>
                  </a:lnTo>
                  <a:lnTo>
                    <a:pt x="3605" y="754"/>
                  </a:lnTo>
                  <a:lnTo>
                    <a:pt x="3822" y="1163"/>
                  </a:lnTo>
                  <a:lnTo>
                    <a:pt x="3669" y="1163"/>
                  </a:lnTo>
                  <a:lnTo>
                    <a:pt x="3464" y="933"/>
                  </a:lnTo>
                  <a:lnTo>
                    <a:pt x="2940" y="1087"/>
                  </a:lnTo>
                  <a:lnTo>
                    <a:pt x="2787" y="1304"/>
                  </a:lnTo>
                  <a:lnTo>
                    <a:pt x="2633" y="1381"/>
                  </a:lnTo>
                  <a:lnTo>
                    <a:pt x="2480" y="1547"/>
                  </a:lnTo>
                  <a:lnTo>
                    <a:pt x="2276" y="1611"/>
                  </a:lnTo>
                  <a:lnTo>
                    <a:pt x="2237" y="1790"/>
                  </a:lnTo>
                  <a:lnTo>
                    <a:pt x="2327" y="2071"/>
                  </a:lnTo>
                  <a:lnTo>
                    <a:pt x="2212" y="2160"/>
                  </a:lnTo>
                  <a:lnTo>
                    <a:pt x="2186" y="2429"/>
                  </a:lnTo>
                  <a:lnTo>
                    <a:pt x="1943" y="2492"/>
                  </a:lnTo>
                  <a:lnTo>
                    <a:pt x="1867" y="2684"/>
                  </a:lnTo>
                  <a:lnTo>
                    <a:pt x="2007" y="2799"/>
                  </a:lnTo>
                  <a:lnTo>
                    <a:pt x="1828" y="3093"/>
                  </a:lnTo>
                  <a:lnTo>
                    <a:pt x="1458" y="3668"/>
                  </a:lnTo>
                  <a:lnTo>
                    <a:pt x="959" y="3540"/>
                  </a:lnTo>
                  <a:lnTo>
                    <a:pt x="946" y="3898"/>
                  </a:lnTo>
                  <a:lnTo>
                    <a:pt x="908" y="3962"/>
                  </a:lnTo>
                  <a:lnTo>
                    <a:pt x="767" y="3962"/>
                  </a:lnTo>
                  <a:lnTo>
                    <a:pt x="793" y="4128"/>
                  </a:lnTo>
                  <a:lnTo>
                    <a:pt x="704" y="4307"/>
                  </a:lnTo>
                  <a:lnTo>
                    <a:pt x="780" y="4499"/>
                  </a:lnTo>
                  <a:lnTo>
                    <a:pt x="780" y="4665"/>
                  </a:lnTo>
                  <a:lnTo>
                    <a:pt x="691" y="4691"/>
                  </a:lnTo>
                  <a:lnTo>
                    <a:pt x="601" y="4895"/>
                  </a:lnTo>
                  <a:lnTo>
                    <a:pt x="410" y="4716"/>
                  </a:lnTo>
                  <a:lnTo>
                    <a:pt x="397" y="4806"/>
                  </a:lnTo>
                  <a:lnTo>
                    <a:pt x="307" y="4870"/>
                  </a:lnTo>
                  <a:lnTo>
                    <a:pt x="320" y="5228"/>
                  </a:lnTo>
                  <a:lnTo>
                    <a:pt x="371" y="5432"/>
                  </a:lnTo>
                  <a:lnTo>
                    <a:pt x="269" y="5432"/>
                  </a:lnTo>
                  <a:lnTo>
                    <a:pt x="128" y="5291"/>
                  </a:lnTo>
                  <a:lnTo>
                    <a:pt x="1" y="5445"/>
                  </a:lnTo>
                  <a:lnTo>
                    <a:pt x="103" y="5675"/>
                  </a:lnTo>
                  <a:lnTo>
                    <a:pt x="103" y="5867"/>
                  </a:lnTo>
                  <a:lnTo>
                    <a:pt x="320" y="6160"/>
                  </a:lnTo>
                  <a:lnTo>
                    <a:pt x="563" y="6442"/>
                  </a:lnTo>
                  <a:lnTo>
                    <a:pt x="691" y="6646"/>
                  </a:lnTo>
                  <a:lnTo>
                    <a:pt x="793" y="6646"/>
                  </a:lnTo>
                  <a:lnTo>
                    <a:pt x="755" y="6531"/>
                  </a:lnTo>
                  <a:lnTo>
                    <a:pt x="831" y="6493"/>
                  </a:lnTo>
                  <a:lnTo>
                    <a:pt x="946" y="6518"/>
                  </a:lnTo>
                  <a:lnTo>
                    <a:pt x="1010" y="6710"/>
                  </a:lnTo>
                  <a:lnTo>
                    <a:pt x="1010" y="6659"/>
                  </a:lnTo>
                  <a:lnTo>
                    <a:pt x="1023" y="6595"/>
                  </a:lnTo>
                  <a:lnTo>
                    <a:pt x="1036" y="6582"/>
                  </a:lnTo>
                  <a:lnTo>
                    <a:pt x="1061" y="6608"/>
                  </a:lnTo>
                  <a:lnTo>
                    <a:pt x="1087" y="6659"/>
                  </a:lnTo>
                  <a:lnTo>
                    <a:pt x="1189" y="6569"/>
                  </a:lnTo>
                  <a:lnTo>
                    <a:pt x="1253" y="6672"/>
                  </a:lnTo>
                  <a:lnTo>
                    <a:pt x="1228" y="6825"/>
                  </a:lnTo>
                  <a:lnTo>
                    <a:pt x="1432" y="6966"/>
                  </a:lnTo>
                  <a:lnTo>
                    <a:pt x="1432" y="7119"/>
                  </a:lnTo>
                  <a:lnTo>
                    <a:pt x="1317" y="7183"/>
                  </a:lnTo>
                  <a:lnTo>
                    <a:pt x="1061" y="7017"/>
                  </a:lnTo>
                  <a:lnTo>
                    <a:pt x="1061" y="7157"/>
                  </a:lnTo>
                  <a:lnTo>
                    <a:pt x="1368" y="7502"/>
                  </a:lnTo>
                  <a:lnTo>
                    <a:pt x="1419" y="7490"/>
                  </a:lnTo>
                  <a:lnTo>
                    <a:pt x="1394" y="7336"/>
                  </a:lnTo>
                  <a:lnTo>
                    <a:pt x="1458" y="7260"/>
                  </a:lnTo>
                  <a:lnTo>
                    <a:pt x="1521" y="7400"/>
                  </a:lnTo>
                  <a:lnTo>
                    <a:pt x="1483" y="7528"/>
                  </a:lnTo>
                  <a:lnTo>
                    <a:pt x="1649" y="7617"/>
                  </a:lnTo>
                  <a:lnTo>
                    <a:pt x="1688" y="7784"/>
                  </a:lnTo>
                  <a:lnTo>
                    <a:pt x="1803" y="8180"/>
                  </a:lnTo>
                  <a:lnTo>
                    <a:pt x="1918" y="8423"/>
                  </a:lnTo>
                  <a:lnTo>
                    <a:pt x="1867" y="8819"/>
                  </a:lnTo>
                  <a:lnTo>
                    <a:pt x="1726" y="9356"/>
                  </a:lnTo>
                  <a:lnTo>
                    <a:pt x="1611" y="9547"/>
                  </a:lnTo>
                  <a:lnTo>
                    <a:pt x="1585" y="9829"/>
                  </a:lnTo>
                  <a:lnTo>
                    <a:pt x="1662" y="9880"/>
                  </a:lnTo>
                  <a:lnTo>
                    <a:pt x="1790" y="9841"/>
                  </a:lnTo>
                  <a:lnTo>
                    <a:pt x="1790" y="9841"/>
                  </a:lnTo>
                  <a:lnTo>
                    <a:pt x="1752" y="9905"/>
                  </a:lnTo>
                  <a:lnTo>
                    <a:pt x="1777" y="9982"/>
                  </a:lnTo>
                  <a:lnTo>
                    <a:pt x="1879" y="9918"/>
                  </a:lnTo>
                  <a:lnTo>
                    <a:pt x="2097" y="9777"/>
                  </a:lnTo>
                  <a:lnTo>
                    <a:pt x="2097" y="9777"/>
                  </a:lnTo>
                  <a:lnTo>
                    <a:pt x="1969" y="9956"/>
                  </a:lnTo>
                  <a:lnTo>
                    <a:pt x="2020" y="10007"/>
                  </a:lnTo>
                  <a:lnTo>
                    <a:pt x="2148" y="9931"/>
                  </a:lnTo>
                  <a:lnTo>
                    <a:pt x="2186" y="10059"/>
                  </a:lnTo>
                  <a:lnTo>
                    <a:pt x="2301" y="10046"/>
                  </a:lnTo>
                  <a:lnTo>
                    <a:pt x="2365" y="9892"/>
                  </a:lnTo>
                  <a:lnTo>
                    <a:pt x="2339" y="10046"/>
                  </a:lnTo>
                  <a:lnTo>
                    <a:pt x="2429" y="10033"/>
                  </a:lnTo>
                  <a:lnTo>
                    <a:pt x="2531" y="9880"/>
                  </a:lnTo>
                  <a:lnTo>
                    <a:pt x="2531" y="9880"/>
                  </a:lnTo>
                  <a:lnTo>
                    <a:pt x="2442" y="10084"/>
                  </a:lnTo>
                  <a:lnTo>
                    <a:pt x="2557" y="10135"/>
                  </a:lnTo>
                  <a:lnTo>
                    <a:pt x="2800" y="9995"/>
                  </a:lnTo>
                  <a:lnTo>
                    <a:pt x="2851" y="9892"/>
                  </a:lnTo>
                  <a:lnTo>
                    <a:pt x="2876" y="9713"/>
                  </a:lnTo>
                  <a:lnTo>
                    <a:pt x="3055" y="9688"/>
                  </a:lnTo>
                  <a:lnTo>
                    <a:pt x="3081" y="9624"/>
                  </a:lnTo>
                  <a:lnTo>
                    <a:pt x="3221" y="9611"/>
                  </a:lnTo>
                  <a:lnTo>
                    <a:pt x="3272" y="9573"/>
                  </a:lnTo>
                  <a:lnTo>
                    <a:pt x="3311" y="9535"/>
                  </a:lnTo>
                  <a:lnTo>
                    <a:pt x="3324" y="9522"/>
                  </a:lnTo>
                  <a:lnTo>
                    <a:pt x="3324" y="9509"/>
                  </a:lnTo>
                  <a:lnTo>
                    <a:pt x="3324" y="9483"/>
                  </a:lnTo>
                  <a:lnTo>
                    <a:pt x="3324" y="9458"/>
                  </a:lnTo>
                  <a:lnTo>
                    <a:pt x="3464" y="9483"/>
                  </a:lnTo>
                  <a:lnTo>
                    <a:pt x="3720" y="9266"/>
                  </a:lnTo>
                  <a:lnTo>
                    <a:pt x="3745" y="9189"/>
                  </a:lnTo>
                  <a:lnTo>
                    <a:pt x="3860" y="9011"/>
                  </a:lnTo>
                  <a:lnTo>
                    <a:pt x="3796" y="8972"/>
                  </a:lnTo>
                  <a:lnTo>
                    <a:pt x="3796" y="8832"/>
                  </a:lnTo>
                  <a:lnTo>
                    <a:pt x="3873" y="8781"/>
                  </a:lnTo>
                  <a:lnTo>
                    <a:pt x="3950" y="8947"/>
                  </a:lnTo>
                  <a:lnTo>
                    <a:pt x="4014" y="9087"/>
                  </a:lnTo>
                  <a:lnTo>
                    <a:pt x="4052" y="9279"/>
                  </a:lnTo>
                  <a:lnTo>
                    <a:pt x="4065" y="9292"/>
                  </a:lnTo>
                  <a:lnTo>
                    <a:pt x="4167" y="9445"/>
                  </a:lnTo>
                  <a:lnTo>
                    <a:pt x="4269" y="9432"/>
                  </a:lnTo>
                  <a:lnTo>
                    <a:pt x="4346" y="9471"/>
                  </a:lnTo>
                  <a:lnTo>
                    <a:pt x="4218" y="9573"/>
                  </a:lnTo>
                  <a:lnTo>
                    <a:pt x="4295" y="9701"/>
                  </a:lnTo>
                  <a:lnTo>
                    <a:pt x="4359" y="9650"/>
                  </a:lnTo>
                  <a:lnTo>
                    <a:pt x="4359" y="9483"/>
                  </a:lnTo>
                  <a:lnTo>
                    <a:pt x="4410" y="9650"/>
                  </a:lnTo>
                  <a:lnTo>
                    <a:pt x="4320" y="9777"/>
                  </a:lnTo>
                  <a:lnTo>
                    <a:pt x="4525" y="10097"/>
                  </a:lnTo>
                  <a:lnTo>
                    <a:pt x="4448" y="10225"/>
                  </a:lnTo>
                  <a:lnTo>
                    <a:pt x="4487" y="10442"/>
                  </a:lnTo>
                  <a:lnTo>
                    <a:pt x="4538" y="10761"/>
                  </a:lnTo>
                  <a:lnTo>
                    <a:pt x="4576" y="10889"/>
                  </a:lnTo>
                  <a:lnTo>
                    <a:pt x="4666" y="10940"/>
                  </a:lnTo>
                  <a:lnTo>
                    <a:pt x="4589" y="10992"/>
                  </a:lnTo>
                  <a:lnTo>
                    <a:pt x="4640" y="11081"/>
                  </a:lnTo>
                  <a:lnTo>
                    <a:pt x="4678" y="11247"/>
                  </a:lnTo>
                  <a:lnTo>
                    <a:pt x="4755" y="11375"/>
                  </a:lnTo>
                  <a:lnTo>
                    <a:pt x="4806" y="11375"/>
                  </a:lnTo>
                  <a:lnTo>
                    <a:pt x="4883" y="11388"/>
                  </a:lnTo>
                  <a:lnTo>
                    <a:pt x="4883" y="11401"/>
                  </a:lnTo>
                  <a:lnTo>
                    <a:pt x="4883" y="11426"/>
                  </a:lnTo>
                  <a:lnTo>
                    <a:pt x="4883" y="11464"/>
                  </a:lnTo>
                  <a:lnTo>
                    <a:pt x="4844" y="11503"/>
                  </a:lnTo>
                  <a:lnTo>
                    <a:pt x="4883" y="11746"/>
                  </a:lnTo>
                  <a:lnTo>
                    <a:pt x="4806" y="11464"/>
                  </a:lnTo>
                  <a:lnTo>
                    <a:pt x="4729" y="11464"/>
                  </a:lnTo>
                  <a:lnTo>
                    <a:pt x="4717" y="11490"/>
                  </a:lnTo>
                  <a:lnTo>
                    <a:pt x="4717" y="11541"/>
                  </a:lnTo>
                  <a:lnTo>
                    <a:pt x="4729" y="11605"/>
                  </a:lnTo>
                  <a:lnTo>
                    <a:pt x="4844" y="11746"/>
                  </a:lnTo>
                  <a:lnTo>
                    <a:pt x="4781" y="11848"/>
                  </a:lnTo>
                  <a:lnTo>
                    <a:pt x="4857" y="11899"/>
                  </a:lnTo>
                  <a:lnTo>
                    <a:pt x="4896" y="11797"/>
                  </a:lnTo>
                  <a:lnTo>
                    <a:pt x="4959" y="11822"/>
                  </a:lnTo>
                  <a:lnTo>
                    <a:pt x="5049" y="12091"/>
                  </a:lnTo>
                  <a:lnTo>
                    <a:pt x="5100" y="12142"/>
                  </a:lnTo>
                  <a:lnTo>
                    <a:pt x="5177" y="12346"/>
                  </a:lnTo>
                  <a:lnTo>
                    <a:pt x="5151" y="12423"/>
                  </a:lnTo>
                  <a:lnTo>
                    <a:pt x="5228" y="12615"/>
                  </a:lnTo>
                  <a:lnTo>
                    <a:pt x="5202" y="12794"/>
                  </a:lnTo>
                  <a:lnTo>
                    <a:pt x="5087" y="12781"/>
                  </a:lnTo>
                  <a:lnTo>
                    <a:pt x="5062" y="12679"/>
                  </a:lnTo>
                  <a:lnTo>
                    <a:pt x="4947" y="12576"/>
                  </a:lnTo>
                  <a:lnTo>
                    <a:pt x="4819" y="12730"/>
                  </a:lnTo>
                  <a:lnTo>
                    <a:pt x="4934" y="12755"/>
                  </a:lnTo>
                  <a:lnTo>
                    <a:pt x="4883" y="12870"/>
                  </a:lnTo>
                  <a:lnTo>
                    <a:pt x="4921" y="12896"/>
                  </a:lnTo>
                  <a:lnTo>
                    <a:pt x="4959" y="12909"/>
                  </a:lnTo>
                  <a:lnTo>
                    <a:pt x="4972" y="12909"/>
                  </a:lnTo>
                  <a:lnTo>
                    <a:pt x="4998" y="12870"/>
                  </a:lnTo>
                  <a:lnTo>
                    <a:pt x="5062" y="12832"/>
                  </a:lnTo>
                  <a:lnTo>
                    <a:pt x="5126" y="12806"/>
                  </a:lnTo>
                  <a:lnTo>
                    <a:pt x="5241" y="12858"/>
                  </a:lnTo>
                  <a:lnTo>
                    <a:pt x="5241" y="12921"/>
                  </a:lnTo>
                  <a:lnTo>
                    <a:pt x="5151" y="12973"/>
                  </a:lnTo>
                  <a:lnTo>
                    <a:pt x="5266" y="13024"/>
                  </a:lnTo>
                  <a:lnTo>
                    <a:pt x="5228" y="13113"/>
                  </a:lnTo>
                  <a:lnTo>
                    <a:pt x="5305" y="13139"/>
                  </a:lnTo>
                  <a:lnTo>
                    <a:pt x="5228" y="13241"/>
                  </a:lnTo>
                  <a:lnTo>
                    <a:pt x="5049" y="13126"/>
                  </a:lnTo>
                  <a:lnTo>
                    <a:pt x="5049" y="13241"/>
                  </a:lnTo>
                  <a:lnTo>
                    <a:pt x="5202" y="13318"/>
                  </a:lnTo>
                  <a:lnTo>
                    <a:pt x="5151" y="13369"/>
                  </a:lnTo>
                  <a:lnTo>
                    <a:pt x="5062" y="13318"/>
                  </a:lnTo>
                  <a:lnTo>
                    <a:pt x="5036" y="13356"/>
                  </a:lnTo>
                  <a:lnTo>
                    <a:pt x="4947" y="13369"/>
                  </a:lnTo>
                  <a:lnTo>
                    <a:pt x="4908" y="13177"/>
                  </a:lnTo>
                  <a:lnTo>
                    <a:pt x="4857" y="13177"/>
                  </a:lnTo>
                  <a:lnTo>
                    <a:pt x="4908" y="13343"/>
                  </a:lnTo>
                  <a:lnTo>
                    <a:pt x="4832" y="13484"/>
                  </a:lnTo>
                  <a:lnTo>
                    <a:pt x="4806" y="13637"/>
                  </a:lnTo>
                  <a:lnTo>
                    <a:pt x="4934" y="13612"/>
                  </a:lnTo>
                  <a:lnTo>
                    <a:pt x="4947" y="13394"/>
                  </a:lnTo>
                  <a:lnTo>
                    <a:pt x="5011" y="13369"/>
                  </a:lnTo>
                  <a:lnTo>
                    <a:pt x="4998" y="13458"/>
                  </a:lnTo>
                  <a:lnTo>
                    <a:pt x="5100" y="13548"/>
                  </a:lnTo>
                  <a:lnTo>
                    <a:pt x="5164" y="13420"/>
                  </a:lnTo>
                  <a:lnTo>
                    <a:pt x="5190" y="13420"/>
                  </a:lnTo>
                  <a:lnTo>
                    <a:pt x="5253" y="13458"/>
                  </a:lnTo>
                  <a:lnTo>
                    <a:pt x="5279" y="13573"/>
                  </a:lnTo>
                  <a:lnTo>
                    <a:pt x="5228" y="13675"/>
                  </a:lnTo>
                  <a:lnTo>
                    <a:pt x="5305" y="13803"/>
                  </a:lnTo>
                  <a:lnTo>
                    <a:pt x="5253" y="13918"/>
                  </a:lnTo>
                  <a:lnTo>
                    <a:pt x="5241" y="14033"/>
                  </a:lnTo>
                  <a:lnTo>
                    <a:pt x="5062" y="14187"/>
                  </a:lnTo>
                  <a:lnTo>
                    <a:pt x="5011" y="14340"/>
                  </a:lnTo>
                  <a:lnTo>
                    <a:pt x="5100" y="14430"/>
                  </a:lnTo>
                  <a:lnTo>
                    <a:pt x="5100" y="14557"/>
                  </a:lnTo>
                  <a:lnTo>
                    <a:pt x="5087" y="14736"/>
                  </a:lnTo>
                  <a:lnTo>
                    <a:pt x="5100" y="14762"/>
                  </a:lnTo>
                  <a:lnTo>
                    <a:pt x="5253" y="14532"/>
                  </a:lnTo>
                  <a:lnTo>
                    <a:pt x="5292" y="14212"/>
                  </a:lnTo>
                  <a:lnTo>
                    <a:pt x="5305" y="14187"/>
                  </a:lnTo>
                  <a:lnTo>
                    <a:pt x="5445" y="14123"/>
                  </a:lnTo>
                  <a:lnTo>
                    <a:pt x="5445" y="14059"/>
                  </a:lnTo>
                  <a:lnTo>
                    <a:pt x="5458" y="14046"/>
                  </a:lnTo>
                  <a:lnTo>
                    <a:pt x="5522" y="13995"/>
                  </a:lnTo>
                  <a:lnTo>
                    <a:pt x="5829" y="13650"/>
                  </a:lnTo>
                  <a:lnTo>
                    <a:pt x="5854" y="13471"/>
                  </a:lnTo>
                  <a:lnTo>
                    <a:pt x="5854" y="13458"/>
                  </a:lnTo>
                  <a:lnTo>
                    <a:pt x="5867" y="13445"/>
                  </a:lnTo>
                  <a:lnTo>
                    <a:pt x="5918" y="13445"/>
                  </a:lnTo>
                  <a:lnTo>
                    <a:pt x="5995" y="13356"/>
                  </a:lnTo>
                  <a:lnTo>
                    <a:pt x="5905" y="13075"/>
                  </a:lnTo>
                  <a:lnTo>
                    <a:pt x="5854" y="13036"/>
                  </a:lnTo>
                  <a:lnTo>
                    <a:pt x="5841" y="13024"/>
                  </a:lnTo>
                  <a:lnTo>
                    <a:pt x="5790" y="12717"/>
                  </a:lnTo>
                  <a:lnTo>
                    <a:pt x="5611" y="12589"/>
                  </a:lnTo>
                  <a:lnTo>
                    <a:pt x="5599" y="12576"/>
                  </a:lnTo>
                  <a:lnTo>
                    <a:pt x="5535" y="12282"/>
                  </a:lnTo>
                  <a:lnTo>
                    <a:pt x="5535" y="12270"/>
                  </a:lnTo>
                  <a:lnTo>
                    <a:pt x="5611" y="12116"/>
                  </a:lnTo>
                  <a:lnTo>
                    <a:pt x="5496" y="11567"/>
                  </a:lnTo>
                  <a:lnTo>
                    <a:pt x="5202" y="11324"/>
                  </a:lnTo>
                  <a:lnTo>
                    <a:pt x="5190" y="11324"/>
                  </a:lnTo>
                  <a:lnTo>
                    <a:pt x="4806" y="10800"/>
                  </a:lnTo>
                  <a:lnTo>
                    <a:pt x="4768" y="10506"/>
                  </a:lnTo>
                  <a:lnTo>
                    <a:pt x="4768" y="10493"/>
                  </a:lnTo>
                  <a:lnTo>
                    <a:pt x="4781" y="10480"/>
                  </a:lnTo>
                  <a:lnTo>
                    <a:pt x="4972" y="10391"/>
                  </a:lnTo>
                  <a:lnTo>
                    <a:pt x="5087" y="10327"/>
                  </a:lnTo>
                  <a:lnTo>
                    <a:pt x="5100" y="10186"/>
                  </a:lnTo>
                  <a:lnTo>
                    <a:pt x="5164" y="9790"/>
                  </a:lnTo>
                  <a:lnTo>
                    <a:pt x="5164" y="9777"/>
                  </a:lnTo>
                  <a:lnTo>
                    <a:pt x="5190" y="9765"/>
                  </a:lnTo>
                  <a:lnTo>
                    <a:pt x="5330" y="9765"/>
                  </a:lnTo>
                  <a:lnTo>
                    <a:pt x="5381" y="9586"/>
                  </a:lnTo>
                  <a:lnTo>
                    <a:pt x="5317" y="9586"/>
                  </a:lnTo>
                  <a:lnTo>
                    <a:pt x="5202" y="9637"/>
                  </a:lnTo>
                  <a:lnTo>
                    <a:pt x="5190" y="9637"/>
                  </a:lnTo>
                  <a:lnTo>
                    <a:pt x="5177" y="9624"/>
                  </a:lnTo>
                  <a:lnTo>
                    <a:pt x="5075" y="9381"/>
                  </a:lnTo>
                  <a:lnTo>
                    <a:pt x="5062" y="9368"/>
                  </a:lnTo>
                  <a:lnTo>
                    <a:pt x="5062" y="9049"/>
                  </a:lnTo>
                  <a:lnTo>
                    <a:pt x="4959" y="9049"/>
                  </a:lnTo>
                  <a:lnTo>
                    <a:pt x="4372" y="8333"/>
                  </a:lnTo>
                  <a:lnTo>
                    <a:pt x="4359" y="8320"/>
                  </a:lnTo>
                  <a:lnTo>
                    <a:pt x="4372" y="8295"/>
                  </a:lnTo>
                  <a:lnTo>
                    <a:pt x="4474" y="8244"/>
                  </a:lnTo>
                  <a:lnTo>
                    <a:pt x="4372" y="8001"/>
                  </a:lnTo>
                  <a:lnTo>
                    <a:pt x="4320" y="8026"/>
                  </a:lnTo>
                  <a:lnTo>
                    <a:pt x="4308" y="8026"/>
                  </a:lnTo>
                  <a:lnTo>
                    <a:pt x="4295" y="8014"/>
                  </a:lnTo>
                  <a:lnTo>
                    <a:pt x="4205" y="7835"/>
                  </a:lnTo>
                  <a:lnTo>
                    <a:pt x="4167" y="7771"/>
                  </a:lnTo>
                  <a:lnTo>
                    <a:pt x="4180" y="7745"/>
                  </a:lnTo>
                  <a:lnTo>
                    <a:pt x="4205" y="7745"/>
                  </a:lnTo>
                  <a:lnTo>
                    <a:pt x="4244" y="7771"/>
                  </a:lnTo>
                  <a:lnTo>
                    <a:pt x="4435" y="7694"/>
                  </a:lnTo>
                  <a:lnTo>
                    <a:pt x="4410" y="7413"/>
                  </a:lnTo>
                  <a:lnTo>
                    <a:pt x="4410" y="7400"/>
                  </a:lnTo>
                  <a:lnTo>
                    <a:pt x="4487" y="7247"/>
                  </a:lnTo>
                  <a:lnTo>
                    <a:pt x="4423" y="7196"/>
                  </a:lnTo>
                  <a:lnTo>
                    <a:pt x="4410" y="7183"/>
                  </a:lnTo>
                  <a:lnTo>
                    <a:pt x="4410" y="7170"/>
                  </a:lnTo>
                  <a:lnTo>
                    <a:pt x="4525" y="6940"/>
                  </a:lnTo>
                  <a:lnTo>
                    <a:pt x="4538" y="6927"/>
                  </a:lnTo>
                  <a:lnTo>
                    <a:pt x="4678" y="6838"/>
                  </a:lnTo>
                  <a:lnTo>
                    <a:pt x="4717" y="6684"/>
                  </a:lnTo>
                  <a:lnTo>
                    <a:pt x="4729" y="6672"/>
                  </a:lnTo>
                  <a:lnTo>
                    <a:pt x="4742" y="6672"/>
                  </a:lnTo>
                  <a:lnTo>
                    <a:pt x="4972" y="6787"/>
                  </a:lnTo>
                  <a:lnTo>
                    <a:pt x="5509" y="6684"/>
                  </a:lnTo>
                  <a:lnTo>
                    <a:pt x="5535" y="6429"/>
                  </a:lnTo>
                  <a:lnTo>
                    <a:pt x="5535" y="6416"/>
                  </a:lnTo>
                  <a:lnTo>
                    <a:pt x="5560" y="6416"/>
                  </a:lnTo>
                  <a:lnTo>
                    <a:pt x="5765" y="6454"/>
                  </a:lnTo>
                  <a:lnTo>
                    <a:pt x="5892" y="6378"/>
                  </a:lnTo>
                  <a:lnTo>
                    <a:pt x="5892" y="6199"/>
                  </a:lnTo>
                  <a:lnTo>
                    <a:pt x="5892" y="6173"/>
                  </a:lnTo>
                  <a:lnTo>
                    <a:pt x="5918" y="6173"/>
                  </a:lnTo>
                  <a:lnTo>
                    <a:pt x="6097" y="6237"/>
                  </a:lnTo>
                  <a:lnTo>
                    <a:pt x="6378" y="6148"/>
                  </a:lnTo>
                  <a:lnTo>
                    <a:pt x="6378" y="5918"/>
                  </a:lnTo>
                  <a:lnTo>
                    <a:pt x="6378" y="5905"/>
                  </a:lnTo>
                  <a:lnTo>
                    <a:pt x="6391" y="5892"/>
                  </a:lnTo>
                  <a:lnTo>
                    <a:pt x="6749" y="5803"/>
                  </a:lnTo>
                  <a:lnTo>
                    <a:pt x="6749" y="5739"/>
                  </a:lnTo>
                  <a:lnTo>
                    <a:pt x="6749" y="5726"/>
                  </a:lnTo>
                  <a:lnTo>
                    <a:pt x="6915" y="5406"/>
                  </a:lnTo>
                  <a:lnTo>
                    <a:pt x="6928" y="5394"/>
                  </a:lnTo>
                  <a:lnTo>
                    <a:pt x="7209" y="5240"/>
                  </a:lnTo>
                  <a:lnTo>
                    <a:pt x="7171" y="5112"/>
                  </a:lnTo>
                  <a:lnTo>
                    <a:pt x="7119" y="5023"/>
                  </a:lnTo>
                  <a:lnTo>
                    <a:pt x="6710" y="5330"/>
                  </a:lnTo>
                  <a:lnTo>
                    <a:pt x="6595" y="5240"/>
                  </a:lnTo>
                  <a:lnTo>
                    <a:pt x="6416" y="5291"/>
                  </a:lnTo>
                  <a:lnTo>
                    <a:pt x="6378" y="5138"/>
                  </a:lnTo>
                  <a:lnTo>
                    <a:pt x="6186" y="5061"/>
                  </a:lnTo>
                  <a:lnTo>
                    <a:pt x="6148" y="4831"/>
                  </a:lnTo>
                  <a:lnTo>
                    <a:pt x="5624" y="4819"/>
                  </a:lnTo>
                  <a:lnTo>
                    <a:pt x="5739" y="4537"/>
                  </a:lnTo>
                  <a:lnTo>
                    <a:pt x="5714" y="4346"/>
                  </a:lnTo>
                  <a:lnTo>
                    <a:pt x="5777" y="4179"/>
                  </a:lnTo>
                  <a:lnTo>
                    <a:pt x="5880" y="4179"/>
                  </a:lnTo>
                  <a:lnTo>
                    <a:pt x="5854" y="4026"/>
                  </a:lnTo>
                  <a:lnTo>
                    <a:pt x="5599" y="4039"/>
                  </a:lnTo>
                  <a:lnTo>
                    <a:pt x="5394" y="3962"/>
                  </a:lnTo>
                  <a:lnTo>
                    <a:pt x="5305" y="3707"/>
                  </a:lnTo>
                  <a:lnTo>
                    <a:pt x="5305" y="3553"/>
                  </a:lnTo>
                  <a:lnTo>
                    <a:pt x="5356" y="3489"/>
                  </a:lnTo>
                  <a:lnTo>
                    <a:pt x="5317" y="3285"/>
                  </a:lnTo>
                  <a:lnTo>
                    <a:pt x="5305" y="3208"/>
                  </a:lnTo>
                  <a:lnTo>
                    <a:pt x="4896" y="3540"/>
                  </a:lnTo>
                  <a:lnTo>
                    <a:pt x="4640" y="3515"/>
                  </a:lnTo>
                  <a:lnTo>
                    <a:pt x="4244" y="3719"/>
                  </a:lnTo>
                  <a:lnTo>
                    <a:pt x="4167" y="3694"/>
                  </a:lnTo>
                  <a:lnTo>
                    <a:pt x="4244" y="3362"/>
                  </a:lnTo>
                  <a:lnTo>
                    <a:pt x="4129" y="3259"/>
                  </a:lnTo>
                  <a:lnTo>
                    <a:pt x="4090" y="3029"/>
                  </a:lnTo>
                  <a:lnTo>
                    <a:pt x="4244" y="2863"/>
                  </a:lnTo>
                  <a:lnTo>
                    <a:pt x="4397" y="2671"/>
                  </a:lnTo>
                  <a:lnTo>
                    <a:pt x="4538" y="2582"/>
                  </a:lnTo>
                  <a:lnTo>
                    <a:pt x="4614" y="2403"/>
                  </a:lnTo>
                  <a:lnTo>
                    <a:pt x="4717" y="2403"/>
                  </a:lnTo>
                  <a:lnTo>
                    <a:pt x="4832" y="2211"/>
                  </a:lnTo>
                  <a:lnTo>
                    <a:pt x="4959" y="2147"/>
                  </a:lnTo>
                  <a:lnTo>
                    <a:pt x="4883" y="1994"/>
                  </a:lnTo>
                  <a:lnTo>
                    <a:pt x="4985" y="1956"/>
                  </a:lnTo>
                  <a:lnTo>
                    <a:pt x="4959" y="1892"/>
                  </a:lnTo>
                  <a:lnTo>
                    <a:pt x="5036" y="1598"/>
                  </a:lnTo>
                  <a:lnTo>
                    <a:pt x="4985" y="1393"/>
                  </a:lnTo>
                  <a:lnTo>
                    <a:pt x="4947" y="831"/>
                  </a:lnTo>
                  <a:lnTo>
                    <a:pt x="4768" y="716"/>
                  </a:lnTo>
                  <a:lnTo>
                    <a:pt x="4729" y="780"/>
                  </a:lnTo>
                  <a:lnTo>
                    <a:pt x="4653" y="767"/>
                  </a:lnTo>
                  <a:lnTo>
                    <a:pt x="4576" y="371"/>
                  </a:lnTo>
                  <a:lnTo>
                    <a:pt x="4308" y="115"/>
                  </a:lnTo>
                  <a:lnTo>
                    <a:pt x="407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204;p78">
              <a:extLst>
                <a:ext uri="{FF2B5EF4-FFF2-40B4-BE49-F238E27FC236}">
                  <a16:creationId xmlns:a16="http://schemas.microsoft.com/office/drawing/2014/main" id="{EB28CD94-F9A1-9BB3-C6F7-412539809D94}"/>
                </a:ext>
              </a:extLst>
            </p:cNvPr>
            <p:cNvSpPr/>
            <p:nvPr/>
          </p:nvSpPr>
          <p:spPr>
            <a:xfrm>
              <a:off x="5523875" y="3351600"/>
              <a:ext cx="18550" cy="19850"/>
            </a:xfrm>
            <a:custGeom>
              <a:avLst/>
              <a:gdLst/>
              <a:ahLst/>
              <a:cxnLst/>
              <a:rect l="l" t="t" r="r" b="b"/>
              <a:pathLst>
                <a:path w="742" h="794" extrusionOk="0">
                  <a:moveTo>
                    <a:pt x="294" y="1"/>
                  </a:moveTo>
                  <a:lnTo>
                    <a:pt x="154" y="39"/>
                  </a:lnTo>
                  <a:lnTo>
                    <a:pt x="0" y="39"/>
                  </a:lnTo>
                  <a:lnTo>
                    <a:pt x="231" y="346"/>
                  </a:lnTo>
                  <a:lnTo>
                    <a:pt x="231" y="422"/>
                  </a:lnTo>
                  <a:lnTo>
                    <a:pt x="397" y="448"/>
                  </a:lnTo>
                  <a:lnTo>
                    <a:pt x="473" y="576"/>
                  </a:lnTo>
                  <a:lnTo>
                    <a:pt x="473" y="742"/>
                  </a:lnTo>
                  <a:lnTo>
                    <a:pt x="627" y="793"/>
                  </a:lnTo>
                  <a:lnTo>
                    <a:pt x="703" y="461"/>
                  </a:lnTo>
                  <a:lnTo>
                    <a:pt x="742" y="359"/>
                  </a:lnTo>
                  <a:lnTo>
                    <a:pt x="563" y="282"/>
                  </a:lnTo>
                  <a:lnTo>
                    <a:pt x="397" y="65"/>
                  </a:lnTo>
                  <a:lnTo>
                    <a:pt x="29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7" name="Google Shape;1205;p78">
              <a:extLst>
                <a:ext uri="{FF2B5EF4-FFF2-40B4-BE49-F238E27FC236}">
                  <a16:creationId xmlns:a16="http://schemas.microsoft.com/office/drawing/2014/main" id="{9E26117E-9902-A689-F03D-7BB2D675D700}"/>
                </a:ext>
              </a:extLst>
            </p:cNvPr>
            <p:cNvSpPr/>
            <p:nvPr/>
          </p:nvSpPr>
          <p:spPr>
            <a:xfrm>
              <a:off x="5548150" y="3381650"/>
              <a:ext cx="5475" cy="11525"/>
            </a:xfrm>
            <a:custGeom>
              <a:avLst/>
              <a:gdLst/>
              <a:ahLst/>
              <a:cxnLst/>
              <a:rect l="l" t="t" r="r" b="b"/>
              <a:pathLst>
                <a:path w="219" h="461" extrusionOk="0">
                  <a:moveTo>
                    <a:pt x="65" y="0"/>
                  </a:moveTo>
                  <a:lnTo>
                    <a:pt x="141" y="217"/>
                  </a:lnTo>
                  <a:lnTo>
                    <a:pt x="1" y="435"/>
                  </a:lnTo>
                  <a:lnTo>
                    <a:pt x="141" y="460"/>
                  </a:lnTo>
                  <a:lnTo>
                    <a:pt x="218" y="179"/>
                  </a:lnTo>
                  <a:lnTo>
                    <a:pt x="11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206;p78">
              <a:extLst>
                <a:ext uri="{FF2B5EF4-FFF2-40B4-BE49-F238E27FC236}">
                  <a16:creationId xmlns:a16="http://schemas.microsoft.com/office/drawing/2014/main" id="{D92446F3-BB8D-1512-1631-E963439E95BF}"/>
                </a:ext>
              </a:extLst>
            </p:cNvPr>
            <p:cNvSpPr/>
            <p:nvPr/>
          </p:nvSpPr>
          <p:spPr>
            <a:xfrm>
              <a:off x="5497025" y="3321575"/>
              <a:ext cx="15700" cy="13450"/>
            </a:xfrm>
            <a:custGeom>
              <a:avLst/>
              <a:gdLst/>
              <a:ahLst/>
              <a:cxnLst/>
              <a:rect l="l" t="t" r="r" b="b"/>
              <a:pathLst>
                <a:path w="628" h="538" extrusionOk="0">
                  <a:moveTo>
                    <a:pt x="78" y="0"/>
                  </a:moveTo>
                  <a:lnTo>
                    <a:pt x="1" y="154"/>
                  </a:lnTo>
                  <a:lnTo>
                    <a:pt x="167" y="320"/>
                  </a:lnTo>
                  <a:lnTo>
                    <a:pt x="282" y="320"/>
                  </a:lnTo>
                  <a:lnTo>
                    <a:pt x="525" y="537"/>
                  </a:lnTo>
                  <a:lnTo>
                    <a:pt x="602" y="537"/>
                  </a:lnTo>
                  <a:lnTo>
                    <a:pt x="627" y="422"/>
                  </a:lnTo>
                  <a:lnTo>
                    <a:pt x="346" y="269"/>
                  </a:lnTo>
                  <a:lnTo>
                    <a:pt x="346" y="179"/>
                  </a:lnTo>
                  <a:lnTo>
                    <a:pt x="205" y="166"/>
                  </a:lnTo>
                  <a:lnTo>
                    <a:pt x="154" y="39"/>
                  </a:lnTo>
                  <a:lnTo>
                    <a:pt x="7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207;p78">
              <a:extLst>
                <a:ext uri="{FF2B5EF4-FFF2-40B4-BE49-F238E27FC236}">
                  <a16:creationId xmlns:a16="http://schemas.microsoft.com/office/drawing/2014/main" id="{A0E14461-563A-7CB4-D0C9-729672830BD5}"/>
                </a:ext>
              </a:extLst>
            </p:cNvPr>
            <p:cNvSpPr/>
            <p:nvPr/>
          </p:nvSpPr>
          <p:spPr>
            <a:xfrm>
              <a:off x="5436325" y="3193775"/>
              <a:ext cx="3550" cy="3850"/>
            </a:xfrm>
            <a:custGeom>
              <a:avLst/>
              <a:gdLst/>
              <a:ahLst/>
              <a:cxnLst/>
              <a:rect l="l" t="t" r="r" b="b"/>
              <a:pathLst>
                <a:path w="142" h="154" extrusionOk="0">
                  <a:moveTo>
                    <a:pt x="39" y="0"/>
                  </a:moveTo>
                  <a:lnTo>
                    <a:pt x="1" y="128"/>
                  </a:lnTo>
                  <a:lnTo>
                    <a:pt x="77" y="153"/>
                  </a:lnTo>
                  <a:lnTo>
                    <a:pt x="141" y="77"/>
                  </a:lnTo>
                  <a:lnTo>
                    <a:pt x="3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208;p78">
              <a:extLst>
                <a:ext uri="{FF2B5EF4-FFF2-40B4-BE49-F238E27FC236}">
                  <a16:creationId xmlns:a16="http://schemas.microsoft.com/office/drawing/2014/main" id="{98747304-438A-697C-7D2B-AAE6112FD03D}"/>
                </a:ext>
              </a:extLst>
            </p:cNvPr>
            <p:cNvSpPr/>
            <p:nvPr/>
          </p:nvSpPr>
          <p:spPr>
            <a:xfrm>
              <a:off x="5052575" y="3333400"/>
              <a:ext cx="8350" cy="8325"/>
            </a:xfrm>
            <a:custGeom>
              <a:avLst/>
              <a:gdLst/>
              <a:ahLst/>
              <a:cxnLst/>
              <a:rect l="l" t="t" r="r" b="b"/>
              <a:pathLst>
                <a:path w="334" h="333" extrusionOk="0">
                  <a:moveTo>
                    <a:pt x="142" y="0"/>
                  </a:moveTo>
                  <a:lnTo>
                    <a:pt x="1" y="243"/>
                  </a:lnTo>
                  <a:lnTo>
                    <a:pt x="142" y="332"/>
                  </a:lnTo>
                  <a:lnTo>
                    <a:pt x="333" y="166"/>
                  </a:lnTo>
                  <a:lnTo>
                    <a:pt x="33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209;p78">
              <a:extLst>
                <a:ext uri="{FF2B5EF4-FFF2-40B4-BE49-F238E27FC236}">
                  <a16:creationId xmlns:a16="http://schemas.microsoft.com/office/drawing/2014/main" id="{02687FDE-114C-5D30-C2F6-21AB9FED81AC}"/>
                </a:ext>
              </a:extLst>
            </p:cNvPr>
            <p:cNvSpPr/>
            <p:nvPr/>
          </p:nvSpPr>
          <p:spPr>
            <a:xfrm>
              <a:off x="5183275" y="3186100"/>
              <a:ext cx="42200" cy="73825"/>
            </a:xfrm>
            <a:custGeom>
              <a:avLst/>
              <a:gdLst/>
              <a:ahLst/>
              <a:cxnLst/>
              <a:rect l="l" t="t" r="r" b="b"/>
              <a:pathLst>
                <a:path w="1688" h="2953" extrusionOk="0">
                  <a:moveTo>
                    <a:pt x="550" y="0"/>
                  </a:moveTo>
                  <a:lnTo>
                    <a:pt x="563" y="64"/>
                  </a:lnTo>
                  <a:lnTo>
                    <a:pt x="550" y="115"/>
                  </a:lnTo>
                  <a:lnTo>
                    <a:pt x="269" y="205"/>
                  </a:lnTo>
                  <a:lnTo>
                    <a:pt x="128" y="345"/>
                  </a:lnTo>
                  <a:lnTo>
                    <a:pt x="128" y="614"/>
                  </a:lnTo>
                  <a:lnTo>
                    <a:pt x="0" y="1099"/>
                  </a:lnTo>
                  <a:lnTo>
                    <a:pt x="0" y="1751"/>
                  </a:lnTo>
                  <a:lnTo>
                    <a:pt x="103" y="2390"/>
                  </a:lnTo>
                  <a:lnTo>
                    <a:pt x="281" y="2735"/>
                  </a:lnTo>
                  <a:lnTo>
                    <a:pt x="281" y="2863"/>
                  </a:lnTo>
                  <a:lnTo>
                    <a:pt x="742" y="2953"/>
                  </a:lnTo>
                  <a:lnTo>
                    <a:pt x="908" y="2825"/>
                  </a:lnTo>
                  <a:lnTo>
                    <a:pt x="1202" y="2812"/>
                  </a:lnTo>
                  <a:lnTo>
                    <a:pt x="1560" y="2544"/>
                  </a:lnTo>
                  <a:lnTo>
                    <a:pt x="1687" y="2173"/>
                  </a:lnTo>
                  <a:lnTo>
                    <a:pt x="1585" y="1560"/>
                  </a:lnTo>
                  <a:lnTo>
                    <a:pt x="1368" y="1317"/>
                  </a:lnTo>
                  <a:lnTo>
                    <a:pt x="1317" y="1023"/>
                  </a:lnTo>
                  <a:lnTo>
                    <a:pt x="1163" y="895"/>
                  </a:lnTo>
                  <a:lnTo>
                    <a:pt x="1151" y="703"/>
                  </a:lnTo>
                  <a:lnTo>
                    <a:pt x="844" y="473"/>
                  </a:lnTo>
                  <a:lnTo>
                    <a:pt x="780" y="128"/>
                  </a:lnTo>
                  <a:lnTo>
                    <a:pt x="55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210;p78">
              <a:extLst>
                <a:ext uri="{FF2B5EF4-FFF2-40B4-BE49-F238E27FC236}">
                  <a16:creationId xmlns:a16="http://schemas.microsoft.com/office/drawing/2014/main" id="{53A748B3-EF7D-47EA-6574-16776C926CB4}"/>
                </a:ext>
              </a:extLst>
            </p:cNvPr>
            <p:cNvSpPr/>
            <p:nvPr/>
          </p:nvSpPr>
          <p:spPr>
            <a:xfrm>
              <a:off x="5052575" y="3291525"/>
              <a:ext cx="11850" cy="29750"/>
            </a:xfrm>
            <a:custGeom>
              <a:avLst/>
              <a:gdLst/>
              <a:ahLst/>
              <a:cxnLst/>
              <a:rect l="l" t="t" r="r" b="b"/>
              <a:pathLst>
                <a:path w="474" h="1190" extrusionOk="0">
                  <a:moveTo>
                    <a:pt x="103" y="1"/>
                  </a:moveTo>
                  <a:lnTo>
                    <a:pt x="78" y="180"/>
                  </a:lnTo>
                  <a:lnTo>
                    <a:pt x="103" y="448"/>
                  </a:lnTo>
                  <a:lnTo>
                    <a:pt x="1" y="525"/>
                  </a:lnTo>
                  <a:lnTo>
                    <a:pt x="52" y="602"/>
                  </a:lnTo>
                  <a:lnTo>
                    <a:pt x="103" y="691"/>
                  </a:lnTo>
                  <a:lnTo>
                    <a:pt x="129" y="717"/>
                  </a:lnTo>
                  <a:lnTo>
                    <a:pt x="193" y="742"/>
                  </a:lnTo>
                  <a:lnTo>
                    <a:pt x="269" y="768"/>
                  </a:lnTo>
                  <a:lnTo>
                    <a:pt x="167" y="768"/>
                  </a:lnTo>
                  <a:lnTo>
                    <a:pt x="27" y="1011"/>
                  </a:lnTo>
                  <a:lnTo>
                    <a:pt x="14" y="1100"/>
                  </a:lnTo>
                  <a:lnTo>
                    <a:pt x="14" y="1164"/>
                  </a:lnTo>
                  <a:lnTo>
                    <a:pt x="14" y="1177"/>
                  </a:lnTo>
                  <a:lnTo>
                    <a:pt x="27" y="1190"/>
                  </a:lnTo>
                  <a:lnTo>
                    <a:pt x="167" y="1190"/>
                  </a:lnTo>
                  <a:lnTo>
                    <a:pt x="205" y="1164"/>
                  </a:lnTo>
                  <a:lnTo>
                    <a:pt x="282" y="1113"/>
                  </a:lnTo>
                  <a:lnTo>
                    <a:pt x="372" y="1036"/>
                  </a:lnTo>
                  <a:lnTo>
                    <a:pt x="257" y="870"/>
                  </a:lnTo>
                  <a:lnTo>
                    <a:pt x="333" y="793"/>
                  </a:lnTo>
                  <a:lnTo>
                    <a:pt x="448" y="729"/>
                  </a:lnTo>
                  <a:lnTo>
                    <a:pt x="461" y="691"/>
                  </a:lnTo>
                  <a:lnTo>
                    <a:pt x="474" y="666"/>
                  </a:lnTo>
                  <a:lnTo>
                    <a:pt x="448" y="653"/>
                  </a:lnTo>
                  <a:lnTo>
                    <a:pt x="205" y="614"/>
                  </a:lnTo>
                  <a:lnTo>
                    <a:pt x="129" y="397"/>
                  </a:lnTo>
                  <a:lnTo>
                    <a:pt x="282" y="205"/>
                  </a:lnTo>
                  <a:lnTo>
                    <a:pt x="30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211;p78">
              <a:extLst>
                <a:ext uri="{FF2B5EF4-FFF2-40B4-BE49-F238E27FC236}">
                  <a16:creationId xmlns:a16="http://schemas.microsoft.com/office/drawing/2014/main" id="{9E3E9BF4-F53F-4034-D530-A5945366CFD5}"/>
                </a:ext>
              </a:extLst>
            </p:cNvPr>
            <p:cNvSpPr/>
            <p:nvPr/>
          </p:nvSpPr>
          <p:spPr>
            <a:xfrm>
              <a:off x="5429925" y="3160225"/>
              <a:ext cx="4500" cy="9925"/>
            </a:xfrm>
            <a:custGeom>
              <a:avLst/>
              <a:gdLst/>
              <a:ahLst/>
              <a:cxnLst/>
              <a:rect l="l" t="t" r="r" b="b"/>
              <a:pathLst>
                <a:path w="180" h="397" extrusionOk="0">
                  <a:moveTo>
                    <a:pt x="52" y="0"/>
                  </a:moveTo>
                  <a:lnTo>
                    <a:pt x="1" y="141"/>
                  </a:lnTo>
                  <a:lnTo>
                    <a:pt x="27" y="396"/>
                  </a:lnTo>
                  <a:lnTo>
                    <a:pt x="167" y="332"/>
                  </a:lnTo>
                  <a:lnTo>
                    <a:pt x="180" y="128"/>
                  </a:lnTo>
                  <a:lnTo>
                    <a:pt x="9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212;p78">
              <a:extLst>
                <a:ext uri="{FF2B5EF4-FFF2-40B4-BE49-F238E27FC236}">
                  <a16:creationId xmlns:a16="http://schemas.microsoft.com/office/drawing/2014/main" id="{B844EBD7-CC6C-8391-E5D7-8A6F8604DB0F}"/>
                </a:ext>
              </a:extLst>
            </p:cNvPr>
            <p:cNvSpPr/>
            <p:nvPr/>
          </p:nvSpPr>
          <p:spPr>
            <a:xfrm>
              <a:off x="5350375" y="2840050"/>
              <a:ext cx="87575" cy="104200"/>
            </a:xfrm>
            <a:custGeom>
              <a:avLst/>
              <a:gdLst/>
              <a:ahLst/>
              <a:cxnLst/>
              <a:rect l="l" t="t" r="r" b="b"/>
              <a:pathLst>
                <a:path w="3503" h="4168" extrusionOk="0">
                  <a:moveTo>
                    <a:pt x="422" y="1"/>
                  </a:moveTo>
                  <a:lnTo>
                    <a:pt x="333" y="78"/>
                  </a:lnTo>
                  <a:lnTo>
                    <a:pt x="256" y="320"/>
                  </a:lnTo>
                  <a:lnTo>
                    <a:pt x="243" y="333"/>
                  </a:lnTo>
                  <a:lnTo>
                    <a:pt x="26" y="563"/>
                  </a:lnTo>
                  <a:lnTo>
                    <a:pt x="371" y="844"/>
                  </a:lnTo>
                  <a:lnTo>
                    <a:pt x="678" y="934"/>
                  </a:lnTo>
                  <a:lnTo>
                    <a:pt x="691" y="947"/>
                  </a:lnTo>
                  <a:lnTo>
                    <a:pt x="704" y="960"/>
                  </a:lnTo>
                  <a:lnTo>
                    <a:pt x="767" y="1190"/>
                  </a:lnTo>
                  <a:lnTo>
                    <a:pt x="780" y="1202"/>
                  </a:lnTo>
                  <a:lnTo>
                    <a:pt x="767" y="1215"/>
                  </a:lnTo>
                  <a:lnTo>
                    <a:pt x="755" y="1228"/>
                  </a:lnTo>
                  <a:lnTo>
                    <a:pt x="358" y="1228"/>
                  </a:lnTo>
                  <a:lnTo>
                    <a:pt x="1" y="1432"/>
                  </a:lnTo>
                  <a:lnTo>
                    <a:pt x="1" y="1701"/>
                  </a:lnTo>
                  <a:lnTo>
                    <a:pt x="346" y="1829"/>
                  </a:lnTo>
                  <a:lnTo>
                    <a:pt x="512" y="1829"/>
                  </a:lnTo>
                  <a:lnTo>
                    <a:pt x="525" y="1841"/>
                  </a:lnTo>
                  <a:lnTo>
                    <a:pt x="640" y="2020"/>
                  </a:lnTo>
                  <a:lnTo>
                    <a:pt x="652" y="2046"/>
                  </a:lnTo>
                  <a:lnTo>
                    <a:pt x="640" y="2059"/>
                  </a:lnTo>
                  <a:lnTo>
                    <a:pt x="525" y="2250"/>
                  </a:lnTo>
                  <a:lnTo>
                    <a:pt x="525" y="2659"/>
                  </a:lnTo>
                  <a:lnTo>
                    <a:pt x="755" y="2813"/>
                  </a:lnTo>
                  <a:lnTo>
                    <a:pt x="767" y="2825"/>
                  </a:lnTo>
                  <a:lnTo>
                    <a:pt x="767" y="2851"/>
                  </a:lnTo>
                  <a:lnTo>
                    <a:pt x="678" y="3107"/>
                  </a:lnTo>
                  <a:lnTo>
                    <a:pt x="767" y="3439"/>
                  </a:lnTo>
                  <a:lnTo>
                    <a:pt x="780" y="3452"/>
                  </a:lnTo>
                  <a:lnTo>
                    <a:pt x="780" y="3810"/>
                  </a:lnTo>
                  <a:lnTo>
                    <a:pt x="806" y="3886"/>
                  </a:lnTo>
                  <a:lnTo>
                    <a:pt x="908" y="4167"/>
                  </a:lnTo>
                  <a:lnTo>
                    <a:pt x="1164" y="3886"/>
                  </a:lnTo>
                  <a:lnTo>
                    <a:pt x="1291" y="4027"/>
                  </a:lnTo>
                  <a:lnTo>
                    <a:pt x="1406" y="3784"/>
                  </a:lnTo>
                  <a:lnTo>
                    <a:pt x="1496" y="3963"/>
                  </a:lnTo>
                  <a:lnTo>
                    <a:pt x="1790" y="3950"/>
                  </a:lnTo>
                  <a:lnTo>
                    <a:pt x="1982" y="3835"/>
                  </a:lnTo>
                  <a:lnTo>
                    <a:pt x="2148" y="3707"/>
                  </a:lnTo>
                  <a:lnTo>
                    <a:pt x="2250" y="3822"/>
                  </a:lnTo>
                  <a:lnTo>
                    <a:pt x="2595" y="3580"/>
                  </a:lnTo>
                  <a:lnTo>
                    <a:pt x="2851" y="3401"/>
                  </a:lnTo>
                  <a:lnTo>
                    <a:pt x="3030" y="3618"/>
                  </a:lnTo>
                  <a:lnTo>
                    <a:pt x="2953" y="3746"/>
                  </a:lnTo>
                  <a:lnTo>
                    <a:pt x="3030" y="3963"/>
                  </a:lnTo>
                  <a:lnTo>
                    <a:pt x="3093" y="3937"/>
                  </a:lnTo>
                  <a:lnTo>
                    <a:pt x="3234" y="4027"/>
                  </a:lnTo>
                  <a:lnTo>
                    <a:pt x="3311" y="3580"/>
                  </a:lnTo>
                  <a:lnTo>
                    <a:pt x="3311" y="3464"/>
                  </a:lnTo>
                  <a:lnTo>
                    <a:pt x="3375" y="3503"/>
                  </a:lnTo>
                  <a:lnTo>
                    <a:pt x="3413" y="3401"/>
                  </a:lnTo>
                  <a:lnTo>
                    <a:pt x="3413" y="3413"/>
                  </a:lnTo>
                  <a:lnTo>
                    <a:pt x="3502" y="3171"/>
                  </a:lnTo>
                  <a:lnTo>
                    <a:pt x="3336" y="2902"/>
                  </a:lnTo>
                  <a:lnTo>
                    <a:pt x="3324" y="2877"/>
                  </a:lnTo>
                  <a:lnTo>
                    <a:pt x="3298" y="2404"/>
                  </a:lnTo>
                  <a:lnTo>
                    <a:pt x="3170" y="2391"/>
                  </a:lnTo>
                  <a:lnTo>
                    <a:pt x="2800" y="2877"/>
                  </a:lnTo>
                  <a:lnTo>
                    <a:pt x="2774" y="2889"/>
                  </a:lnTo>
                  <a:lnTo>
                    <a:pt x="2736" y="2877"/>
                  </a:lnTo>
                  <a:lnTo>
                    <a:pt x="2480" y="2608"/>
                  </a:lnTo>
                  <a:lnTo>
                    <a:pt x="2467" y="2583"/>
                  </a:lnTo>
                  <a:lnTo>
                    <a:pt x="2454" y="2289"/>
                  </a:lnTo>
                  <a:lnTo>
                    <a:pt x="2454" y="2276"/>
                  </a:lnTo>
                  <a:lnTo>
                    <a:pt x="2544" y="1982"/>
                  </a:lnTo>
                  <a:lnTo>
                    <a:pt x="2557" y="1969"/>
                  </a:lnTo>
                  <a:lnTo>
                    <a:pt x="2582" y="1956"/>
                  </a:lnTo>
                  <a:lnTo>
                    <a:pt x="2978" y="1956"/>
                  </a:lnTo>
                  <a:lnTo>
                    <a:pt x="3132" y="1841"/>
                  </a:lnTo>
                  <a:lnTo>
                    <a:pt x="3145" y="1586"/>
                  </a:lnTo>
                  <a:lnTo>
                    <a:pt x="3145" y="1560"/>
                  </a:lnTo>
                  <a:lnTo>
                    <a:pt x="3170" y="1547"/>
                  </a:lnTo>
                  <a:lnTo>
                    <a:pt x="3413" y="1458"/>
                  </a:lnTo>
                  <a:lnTo>
                    <a:pt x="3349" y="1279"/>
                  </a:lnTo>
                  <a:lnTo>
                    <a:pt x="2978" y="1177"/>
                  </a:lnTo>
                  <a:lnTo>
                    <a:pt x="1534" y="1177"/>
                  </a:lnTo>
                  <a:lnTo>
                    <a:pt x="1509" y="1164"/>
                  </a:lnTo>
                  <a:lnTo>
                    <a:pt x="1496" y="1138"/>
                  </a:lnTo>
                  <a:lnTo>
                    <a:pt x="1419" y="908"/>
                  </a:lnTo>
                  <a:lnTo>
                    <a:pt x="1419" y="896"/>
                  </a:lnTo>
                  <a:lnTo>
                    <a:pt x="1496" y="474"/>
                  </a:lnTo>
                  <a:lnTo>
                    <a:pt x="1368" y="410"/>
                  </a:lnTo>
                  <a:lnTo>
                    <a:pt x="1125" y="551"/>
                  </a:lnTo>
                  <a:lnTo>
                    <a:pt x="1100" y="551"/>
                  </a:lnTo>
                  <a:lnTo>
                    <a:pt x="1074" y="525"/>
                  </a:lnTo>
                  <a:lnTo>
                    <a:pt x="934" y="282"/>
                  </a:lnTo>
                  <a:lnTo>
                    <a:pt x="806" y="193"/>
                  </a:lnTo>
                  <a:lnTo>
                    <a:pt x="704" y="295"/>
                  </a:lnTo>
                  <a:lnTo>
                    <a:pt x="678" y="295"/>
                  </a:lnTo>
                  <a:lnTo>
                    <a:pt x="640" y="282"/>
                  </a:lnTo>
                  <a:lnTo>
                    <a:pt x="42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213;p78">
              <a:extLst>
                <a:ext uri="{FF2B5EF4-FFF2-40B4-BE49-F238E27FC236}">
                  <a16:creationId xmlns:a16="http://schemas.microsoft.com/office/drawing/2014/main" id="{F688F3A2-1E96-7952-7B9E-3A908055CC31}"/>
                </a:ext>
              </a:extLst>
            </p:cNvPr>
            <p:cNvSpPr/>
            <p:nvPr/>
          </p:nvSpPr>
          <p:spPr>
            <a:xfrm>
              <a:off x="6305400" y="3651625"/>
              <a:ext cx="12500" cy="13125"/>
            </a:xfrm>
            <a:custGeom>
              <a:avLst/>
              <a:gdLst/>
              <a:ahLst/>
              <a:cxnLst/>
              <a:rect l="l" t="t" r="r" b="b"/>
              <a:pathLst>
                <a:path w="500" h="525" extrusionOk="0">
                  <a:moveTo>
                    <a:pt x="295" y="1"/>
                  </a:moveTo>
                  <a:lnTo>
                    <a:pt x="231" y="13"/>
                  </a:lnTo>
                  <a:lnTo>
                    <a:pt x="180" y="26"/>
                  </a:lnTo>
                  <a:lnTo>
                    <a:pt x="129" y="52"/>
                  </a:lnTo>
                  <a:lnTo>
                    <a:pt x="103" y="90"/>
                  </a:lnTo>
                  <a:lnTo>
                    <a:pt x="78" y="141"/>
                  </a:lnTo>
                  <a:lnTo>
                    <a:pt x="52" y="192"/>
                  </a:lnTo>
                  <a:lnTo>
                    <a:pt x="14" y="307"/>
                  </a:lnTo>
                  <a:lnTo>
                    <a:pt x="1" y="397"/>
                  </a:lnTo>
                  <a:lnTo>
                    <a:pt x="27" y="461"/>
                  </a:lnTo>
                  <a:lnTo>
                    <a:pt x="52" y="499"/>
                  </a:lnTo>
                  <a:lnTo>
                    <a:pt x="103" y="525"/>
                  </a:lnTo>
                  <a:lnTo>
                    <a:pt x="218" y="525"/>
                  </a:lnTo>
                  <a:lnTo>
                    <a:pt x="320" y="512"/>
                  </a:lnTo>
                  <a:lnTo>
                    <a:pt x="448" y="512"/>
                  </a:lnTo>
                  <a:lnTo>
                    <a:pt x="487" y="499"/>
                  </a:lnTo>
                  <a:lnTo>
                    <a:pt x="499" y="486"/>
                  </a:lnTo>
                  <a:lnTo>
                    <a:pt x="499" y="461"/>
                  </a:lnTo>
                  <a:lnTo>
                    <a:pt x="499" y="448"/>
                  </a:lnTo>
                  <a:lnTo>
                    <a:pt x="461" y="384"/>
                  </a:lnTo>
                  <a:lnTo>
                    <a:pt x="410" y="333"/>
                  </a:lnTo>
                  <a:lnTo>
                    <a:pt x="372" y="282"/>
                  </a:lnTo>
                  <a:lnTo>
                    <a:pt x="359" y="256"/>
                  </a:lnTo>
                  <a:lnTo>
                    <a:pt x="372" y="231"/>
                  </a:lnTo>
                  <a:lnTo>
                    <a:pt x="384" y="218"/>
                  </a:lnTo>
                  <a:lnTo>
                    <a:pt x="423" y="205"/>
                  </a:lnTo>
                  <a:lnTo>
                    <a:pt x="436" y="167"/>
                  </a:lnTo>
                  <a:lnTo>
                    <a:pt x="448" y="116"/>
                  </a:lnTo>
                  <a:lnTo>
                    <a:pt x="448" y="90"/>
                  </a:lnTo>
                  <a:lnTo>
                    <a:pt x="436" y="52"/>
                  </a:lnTo>
                  <a:lnTo>
                    <a:pt x="410" y="39"/>
                  </a:lnTo>
                  <a:lnTo>
                    <a:pt x="384" y="13"/>
                  </a:lnTo>
                  <a:lnTo>
                    <a:pt x="34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214;p78">
              <a:extLst>
                <a:ext uri="{FF2B5EF4-FFF2-40B4-BE49-F238E27FC236}">
                  <a16:creationId xmlns:a16="http://schemas.microsoft.com/office/drawing/2014/main" id="{5740450C-D5B0-3B11-26E0-CC16C48A0E1E}"/>
                </a:ext>
              </a:extLst>
            </p:cNvPr>
            <p:cNvSpPr/>
            <p:nvPr/>
          </p:nvSpPr>
          <p:spPr>
            <a:xfrm>
              <a:off x="5555500" y="3400500"/>
              <a:ext cx="13775" cy="16950"/>
            </a:xfrm>
            <a:custGeom>
              <a:avLst/>
              <a:gdLst/>
              <a:ahLst/>
              <a:cxnLst/>
              <a:rect l="l" t="t" r="r" b="b"/>
              <a:pathLst>
                <a:path w="551" h="678" extrusionOk="0">
                  <a:moveTo>
                    <a:pt x="39" y="0"/>
                  </a:moveTo>
                  <a:lnTo>
                    <a:pt x="39" y="141"/>
                  </a:lnTo>
                  <a:lnTo>
                    <a:pt x="1" y="179"/>
                  </a:lnTo>
                  <a:lnTo>
                    <a:pt x="167" y="486"/>
                  </a:lnTo>
                  <a:lnTo>
                    <a:pt x="180" y="562"/>
                  </a:lnTo>
                  <a:lnTo>
                    <a:pt x="423" y="677"/>
                  </a:lnTo>
                  <a:lnTo>
                    <a:pt x="550" y="652"/>
                  </a:lnTo>
                  <a:lnTo>
                    <a:pt x="550" y="550"/>
                  </a:lnTo>
                  <a:lnTo>
                    <a:pt x="423" y="396"/>
                  </a:lnTo>
                  <a:lnTo>
                    <a:pt x="269" y="90"/>
                  </a:lnTo>
                  <a:lnTo>
                    <a:pt x="26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215;p78">
              <a:extLst>
                <a:ext uri="{FF2B5EF4-FFF2-40B4-BE49-F238E27FC236}">
                  <a16:creationId xmlns:a16="http://schemas.microsoft.com/office/drawing/2014/main" id="{79F7E1DF-4964-D251-493A-27854E49F3C0}"/>
                </a:ext>
              </a:extLst>
            </p:cNvPr>
            <p:cNvSpPr/>
            <p:nvPr/>
          </p:nvSpPr>
          <p:spPr>
            <a:xfrm>
              <a:off x="6210200" y="3600825"/>
              <a:ext cx="16000" cy="6725"/>
            </a:xfrm>
            <a:custGeom>
              <a:avLst/>
              <a:gdLst/>
              <a:ahLst/>
              <a:cxnLst/>
              <a:rect l="l" t="t" r="r" b="b"/>
              <a:pathLst>
                <a:path w="640" h="269" extrusionOk="0">
                  <a:moveTo>
                    <a:pt x="230" y="1"/>
                  </a:moveTo>
                  <a:lnTo>
                    <a:pt x="115" y="13"/>
                  </a:lnTo>
                  <a:lnTo>
                    <a:pt x="0" y="26"/>
                  </a:lnTo>
                  <a:lnTo>
                    <a:pt x="26" y="90"/>
                  </a:lnTo>
                  <a:lnTo>
                    <a:pt x="51" y="141"/>
                  </a:lnTo>
                  <a:lnTo>
                    <a:pt x="90" y="179"/>
                  </a:lnTo>
                  <a:lnTo>
                    <a:pt x="128" y="218"/>
                  </a:lnTo>
                  <a:lnTo>
                    <a:pt x="154" y="243"/>
                  </a:lnTo>
                  <a:lnTo>
                    <a:pt x="205" y="256"/>
                  </a:lnTo>
                  <a:lnTo>
                    <a:pt x="282" y="269"/>
                  </a:lnTo>
                  <a:lnTo>
                    <a:pt x="371" y="269"/>
                  </a:lnTo>
                  <a:lnTo>
                    <a:pt x="473" y="256"/>
                  </a:lnTo>
                  <a:lnTo>
                    <a:pt x="639" y="256"/>
                  </a:lnTo>
                  <a:lnTo>
                    <a:pt x="601" y="192"/>
                  </a:lnTo>
                  <a:lnTo>
                    <a:pt x="563" y="141"/>
                  </a:lnTo>
                  <a:lnTo>
                    <a:pt x="512" y="90"/>
                  </a:lnTo>
                  <a:lnTo>
                    <a:pt x="460" y="64"/>
                  </a:lnTo>
                  <a:lnTo>
                    <a:pt x="409" y="39"/>
                  </a:lnTo>
                  <a:lnTo>
                    <a:pt x="358" y="13"/>
                  </a:lnTo>
                  <a:lnTo>
                    <a:pt x="23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216;p78">
              <a:extLst>
                <a:ext uri="{FF2B5EF4-FFF2-40B4-BE49-F238E27FC236}">
                  <a16:creationId xmlns:a16="http://schemas.microsoft.com/office/drawing/2014/main" id="{E394ADB4-BA25-129E-D5CB-1194132B1B16}"/>
                </a:ext>
              </a:extLst>
            </p:cNvPr>
            <p:cNvSpPr/>
            <p:nvPr/>
          </p:nvSpPr>
          <p:spPr>
            <a:xfrm>
              <a:off x="6510225" y="4199275"/>
              <a:ext cx="9275" cy="21125"/>
            </a:xfrm>
            <a:custGeom>
              <a:avLst/>
              <a:gdLst/>
              <a:ahLst/>
              <a:cxnLst/>
              <a:rect l="l" t="t" r="r" b="b"/>
              <a:pathLst>
                <a:path w="371" h="845" extrusionOk="0">
                  <a:moveTo>
                    <a:pt x="103" y="1"/>
                  </a:moveTo>
                  <a:lnTo>
                    <a:pt x="39" y="116"/>
                  </a:lnTo>
                  <a:lnTo>
                    <a:pt x="26" y="179"/>
                  </a:lnTo>
                  <a:lnTo>
                    <a:pt x="0" y="231"/>
                  </a:lnTo>
                  <a:lnTo>
                    <a:pt x="0" y="282"/>
                  </a:lnTo>
                  <a:lnTo>
                    <a:pt x="13" y="333"/>
                  </a:lnTo>
                  <a:lnTo>
                    <a:pt x="39" y="397"/>
                  </a:lnTo>
                  <a:lnTo>
                    <a:pt x="90" y="448"/>
                  </a:lnTo>
                  <a:lnTo>
                    <a:pt x="154" y="525"/>
                  </a:lnTo>
                  <a:lnTo>
                    <a:pt x="205" y="614"/>
                  </a:lnTo>
                  <a:lnTo>
                    <a:pt x="243" y="716"/>
                  </a:lnTo>
                  <a:lnTo>
                    <a:pt x="256" y="844"/>
                  </a:lnTo>
                  <a:lnTo>
                    <a:pt x="307" y="716"/>
                  </a:lnTo>
                  <a:lnTo>
                    <a:pt x="345" y="601"/>
                  </a:lnTo>
                  <a:lnTo>
                    <a:pt x="371" y="499"/>
                  </a:lnTo>
                  <a:lnTo>
                    <a:pt x="358" y="397"/>
                  </a:lnTo>
                  <a:lnTo>
                    <a:pt x="333" y="294"/>
                  </a:lnTo>
                  <a:lnTo>
                    <a:pt x="282" y="192"/>
                  </a:lnTo>
                  <a:lnTo>
                    <a:pt x="205" y="90"/>
                  </a:lnTo>
                  <a:lnTo>
                    <a:pt x="10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217;p78">
              <a:extLst>
                <a:ext uri="{FF2B5EF4-FFF2-40B4-BE49-F238E27FC236}">
                  <a16:creationId xmlns:a16="http://schemas.microsoft.com/office/drawing/2014/main" id="{8D185888-E980-4638-8693-3A78CBE11D8A}"/>
                </a:ext>
              </a:extLst>
            </p:cNvPr>
            <p:cNvSpPr/>
            <p:nvPr/>
          </p:nvSpPr>
          <p:spPr>
            <a:xfrm>
              <a:off x="6613425" y="2371650"/>
              <a:ext cx="11200" cy="9925"/>
            </a:xfrm>
            <a:custGeom>
              <a:avLst/>
              <a:gdLst/>
              <a:ahLst/>
              <a:cxnLst/>
              <a:rect l="l" t="t" r="r" b="b"/>
              <a:pathLst>
                <a:path w="448" h="397" extrusionOk="0">
                  <a:moveTo>
                    <a:pt x="371" y="1"/>
                  </a:moveTo>
                  <a:lnTo>
                    <a:pt x="269" y="192"/>
                  </a:lnTo>
                  <a:lnTo>
                    <a:pt x="1" y="192"/>
                  </a:lnTo>
                  <a:lnTo>
                    <a:pt x="1" y="333"/>
                  </a:lnTo>
                  <a:lnTo>
                    <a:pt x="307" y="397"/>
                  </a:lnTo>
                  <a:lnTo>
                    <a:pt x="307" y="397"/>
                  </a:lnTo>
                  <a:lnTo>
                    <a:pt x="256" y="256"/>
                  </a:lnTo>
                  <a:lnTo>
                    <a:pt x="448" y="205"/>
                  </a:lnTo>
                  <a:lnTo>
                    <a:pt x="37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218;p78">
              <a:extLst>
                <a:ext uri="{FF2B5EF4-FFF2-40B4-BE49-F238E27FC236}">
                  <a16:creationId xmlns:a16="http://schemas.microsoft.com/office/drawing/2014/main" id="{851520AD-2A35-F95B-6156-BC0E5125FA49}"/>
                </a:ext>
              </a:extLst>
            </p:cNvPr>
            <p:cNvSpPr/>
            <p:nvPr/>
          </p:nvSpPr>
          <p:spPr>
            <a:xfrm>
              <a:off x="5833175" y="3593800"/>
              <a:ext cx="807125" cy="592075"/>
            </a:xfrm>
            <a:custGeom>
              <a:avLst/>
              <a:gdLst/>
              <a:ahLst/>
              <a:cxnLst/>
              <a:rect l="l" t="t" r="r" b="b"/>
              <a:pathLst>
                <a:path w="32285" h="23683" extrusionOk="0">
                  <a:moveTo>
                    <a:pt x="13573" y="8742"/>
                  </a:moveTo>
                  <a:lnTo>
                    <a:pt x="13573" y="9215"/>
                  </a:lnTo>
                  <a:lnTo>
                    <a:pt x="12934" y="9215"/>
                  </a:lnTo>
                  <a:lnTo>
                    <a:pt x="12934" y="8985"/>
                  </a:lnTo>
                  <a:lnTo>
                    <a:pt x="13407" y="8742"/>
                  </a:lnTo>
                  <a:close/>
                  <a:moveTo>
                    <a:pt x="20015" y="13599"/>
                  </a:moveTo>
                  <a:lnTo>
                    <a:pt x="20296" y="13854"/>
                  </a:lnTo>
                  <a:lnTo>
                    <a:pt x="20296" y="14302"/>
                  </a:lnTo>
                  <a:lnTo>
                    <a:pt x="20436" y="14430"/>
                  </a:lnTo>
                  <a:lnTo>
                    <a:pt x="20347" y="14583"/>
                  </a:lnTo>
                  <a:lnTo>
                    <a:pt x="20015" y="14455"/>
                  </a:lnTo>
                  <a:lnTo>
                    <a:pt x="19733" y="14583"/>
                  </a:lnTo>
                  <a:lnTo>
                    <a:pt x="19682" y="14315"/>
                  </a:lnTo>
                  <a:lnTo>
                    <a:pt x="19785" y="14123"/>
                  </a:lnTo>
                  <a:lnTo>
                    <a:pt x="19785" y="13816"/>
                  </a:lnTo>
                  <a:lnTo>
                    <a:pt x="19682" y="13663"/>
                  </a:lnTo>
                  <a:lnTo>
                    <a:pt x="19785" y="13599"/>
                  </a:lnTo>
                  <a:close/>
                  <a:moveTo>
                    <a:pt x="22251" y="15720"/>
                  </a:moveTo>
                  <a:lnTo>
                    <a:pt x="22226" y="15912"/>
                  </a:lnTo>
                  <a:lnTo>
                    <a:pt x="22175" y="16078"/>
                  </a:lnTo>
                  <a:lnTo>
                    <a:pt x="22149" y="16155"/>
                  </a:lnTo>
                  <a:lnTo>
                    <a:pt x="22111" y="16219"/>
                  </a:lnTo>
                  <a:lnTo>
                    <a:pt x="22085" y="16270"/>
                  </a:lnTo>
                  <a:lnTo>
                    <a:pt x="22047" y="16296"/>
                  </a:lnTo>
                  <a:lnTo>
                    <a:pt x="22021" y="16308"/>
                  </a:lnTo>
                  <a:lnTo>
                    <a:pt x="21996" y="16308"/>
                  </a:lnTo>
                  <a:lnTo>
                    <a:pt x="21957" y="16296"/>
                  </a:lnTo>
                  <a:lnTo>
                    <a:pt x="21945" y="16270"/>
                  </a:lnTo>
                  <a:lnTo>
                    <a:pt x="21881" y="16014"/>
                  </a:lnTo>
                  <a:lnTo>
                    <a:pt x="22111" y="15720"/>
                  </a:lnTo>
                  <a:close/>
                  <a:moveTo>
                    <a:pt x="20130" y="15529"/>
                  </a:moveTo>
                  <a:lnTo>
                    <a:pt x="20360" y="15925"/>
                  </a:lnTo>
                  <a:lnTo>
                    <a:pt x="20475" y="16027"/>
                  </a:lnTo>
                  <a:lnTo>
                    <a:pt x="20577" y="16104"/>
                  </a:lnTo>
                  <a:lnTo>
                    <a:pt x="20628" y="16129"/>
                  </a:lnTo>
                  <a:lnTo>
                    <a:pt x="20654" y="16142"/>
                  </a:lnTo>
                  <a:lnTo>
                    <a:pt x="20679" y="16142"/>
                  </a:lnTo>
                  <a:lnTo>
                    <a:pt x="20679" y="16155"/>
                  </a:lnTo>
                  <a:lnTo>
                    <a:pt x="20692" y="16206"/>
                  </a:lnTo>
                  <a:lnTo>
                    <a:pt x="20692" y="16347"/>
                  </a:lnTo>
                  <a:lnTo>
                    <a:pt x="20666" y="16475"/>
                  </a:lnTo>
                  <a:lnTo>
                    <a:pt x="20654" y="16538"/>
                  </a:lnTo>
                  <a:lnTo>
                    <a:pt x="20219" y="17024"/>
                  </a:lnTo>
                  <a:lnTo>
                    <a:pt x="20309" y="16475"/>
                  </a:lnTo>
                  <a:lnTo>
                    <a:pt x="20309" y="16091"/>
                  </a:lnTo>
                  <a:lnTo>
                    <a:pt x="20168" y="15963"/>
                  </a:lnTo>
                  <a:lnTo>
                    <a:pt x="19900" y="15695"/>
                  </a:lnTo>
                  <a:lnTo>
                    <a:pt x="19976" y="15529"/>
                  </a:lnTo>
                  <a:close/>
                  <a:moveTo>
                    <a:pt x="18507" y="16168"/>
                  </a:moveTo>
                  <a:lnTo>
                    <a:pt x="18788" y="16423"/>
                  </a:lnTo>
                  <a:lnTo>
                    <a:pt x="19094" y="16462"/>
                  </a:lnTo>
                  <a:lnTo>
                    <a:pt x="19184" y="16653"/>
                  </a:lnTo>
                  <a:lnTo>
                    <a:pt x="19248" y="16794"/>
                  </a:lnTo>
                  <a:lnTo>
                    <a:pt x="19261" y="16871"/>
                  </a:lnTo>
                  <a:lnTo>
                    <a:pt x="19235" y="17062"/>
                  </a:lnTo>
                  <a:lnTo>
                    <a:pt x="19209" y="17216"/>
                  </a:lnTo>
                  <a:lnTo>
                    <a:pt x="18864" y="16730"/>
                  </a:lnTo>
                  <a:lnTo>
                    <a:pt x="18800" y="16513"/>
                  </a:lnTo>
                  <a:lnTo>
                    <a:pt x="18315" y="16270"/>
                  </a:lnTo>
                  <a:lnTo>
                    <a:pt x="18315" y="16168"/>
                  </a:lnTo>
                  <a:close/>
                  <a:moveTo>
                    <a:pt x="20232" y="20718"/>
                  </a:moveTo>
                  <a:lnTo>
                    <a:pt x="20232" y="20730"/>
                  </a:lnTo>
                  <a:lnTo>
                    <a:pt x="20245" y="20718"/>
                  </a:lnTo>
                  <a:close/>
                  <a:moveTo>
                    <a:pt x="19580" y="20654"/>
                  </a:moveTo>
                  <a:lnTo>
                    <a:pt x="19376" y="20692"/>
                  </a:lnTo>
                  <a:lnTo>
                    <a:pt x="19184" y="20730"/>
                  </a:lnTo>
                  <a:lnTo>
                    <a:pt x="19107" y="20743"/>
                  </a:lnTo>
                  <a:lnTo>
                    <a:pt x="19043" y="20756"/>
                  </a:lnTo>
                  <a:lnTo>
                    <a:pt x="19018" y="20769"/>
                  </a:lnTo>
                  <a:lnTo>
                    <a:pt x="19005" y="20794"/>
                  </a:lnTo>
                  <a:lnTo>
                    <a:pt x="18992" y="20833"/>
                  </a:lnTo>
                  <a:lnTo>
                    <a:pt x="18992" y="20871"/>
                  </a:lnTo>
                  <a:lnTo>
                    <a:pt x="19018" y="20948"/>
                  </a:lnTo>
                  <a:lnTo>
                    <a:pt x="19031" y="20973"/>
                  </a:lnTo>
                  <a:lnTo>
                    <a:pt x="19056" y="20999"/>
                  </a:lnTo>
                  <a:lnTo>
                    <a:pt x="19094" y="21024"/>
                  </a:lnTo>
                  <a:lnTo>
                    <a:pt x="19133" y="21037"/>
                  </a:lnTo>
                  <a:lnTo>
                    <a:pt x="19222" y="21037"/>
                  </a:lnTo>
                  <a:lnTo>
                    <a:pt x="19618" y="20999"/>
                  </a:lnTo>
                  <a:lnTo>
                    <a:pt x="20015" y="20948"/>
                  </a:lnTo>
                  <a:lnTo>
                    <a:pt x="20066" y="20948"/>
                  </a:lnTo>
                  <a:lnTo>
                    <a:pt x="20079" y="20935"/>
                  </a:lnTo>
                  <a:lnTo>
                    <a:pt x="20117" y="20935"/>
                  </a:lnTo>
                  <a:lnTo>
                    <a:pt x="20142" y="20909"/>
                  </a:lnTo>
                  <a:lnTo>
                    <a:pt x="20168" y="20884"/>
                  </a:lnTo>
                  <a:lnTo>
                    <a:pt x="20206" y="20845"/>
                  </a:lnTo>
                  <a:lnTo>
                    <a:pt x="20219" y="20782"/>
                  </a:lnTo>
                  <a:lnTo>
                    <a:pt x="20232" y="20730"/>
                  </a:lnTo>
                  <a:lnTo>
                    <a:pt x="20232" y="20730"/>
                  </a:lnTo>
                  <a:lnTo>
                    <a:pt x="20219" y="20743"/>
                  </a:lnTo>
                  <a:lnTo>
                    <a:pt x="20142" y="20769"/>
                  </a:lnTo>
                  <a:lnTo>
                    <a:pt x="20066" y="20782"/>
                  </a:lnTo>
                  <a:lnTo>
                    <a:pt x="20053" y="20782"/>
                  </a:lnTo>
                  <a:lnTo>
                    <a:pt x="20040" y="20769"/>
                  </a:lnTo>
                  <a:lnTo>
                    <a:pt x="20015" y="20769"/>
                  </a:lnTo>
                  <a:lnTo>
                    <a:pt x="20002" y="20756"/>
                  </a:lnTo>
                  <a:lnTo>
                    <a:pt x="19989" y="20756"/>
                  </a:lnTo>
                  <a:lnTo>
                    <a:pt x="19887" y="20692"/>
                  </a:lnTo>
                  <a:lnTo>
                    <a:pt x="19785" y="20654"/>
                  </a:lnTo>
                  <a:close/>
                  <a:moveTo>
                    <a:pt x="24168" y="0"/>
                  </a:moveTo>
                  <a:lnTo>
                    <a:pt x="24156" y="13"/>
                  </a:lnTo>
                  <a:lnTo>
                    <a:pt x="24092" y="64"/>
                  </a:lnTo>
                  <a:lnTo>
                    <a:pt x="24066" y="103"/>
                  </a:lnTo>
                  <a:lnTo>
                    <a:pt x="24015" y="141"/>
                  </a:lnTo>
                  <a:lnTo>
                    <a:pt x="23964" y="166"/>
                  </a:lnTo>
                  <a:lnTo>
                    <a:pt x="23913" y="166"/>
                  </a:lnTo>
                  <a:lnTo>
                    <a:pt x="23874" y="179"/>
                  </a:lnTo>
                  <a:lnTo>
                    <a:pt x="23849" y="192"/>
                  </a:lnTo>
                  <a:lnTo>
                    <a:pt x="23836" y="218"/>
                  </a:lnTo>
                  <a:lnTo>
                    <a:pt x="23836" y="256"/>
                  </a:lnTo>
                  <a:lnTo>
                    <a:pt x="23823" y="320"/>
                  </a:lnTo>
                  <a:lnTo>
                    <a:pt x="23823" y="397"/>
                  </a:lnTo>
                  <a:lnTo>
                    <a:pt x="23772" y="563"/>
                  </a:lnTo>
                  <a:lnTo>
                    <a:pt x="23721" y="742"/>
                  </a:lnTo>
                  <a:lnTo>
                    <a:pt x="23683" y="831"/>
                  </a:lnTo>
                  <a:lnTo>
                    <a:pt x="23657" y="908"/>
                  </a:lnTo>
                  <a:lnTo>
                    <a:pt x="23606" y="984"/>
                  </a:lnTo>
                  <a:lnTo>
                    <a:pt x="23555" y="1061"/>
                  </a:lnTo>
                  <a:lnTo>
                    <a:pt x="23453" y="1176"/>
                  </a:lnTo>
                  <a:lnTo>
                    <a:pt x="23402" y="1227"/>
                  </a:lnTo>
                  <a:lnTo>
                    <a:pt x="23376" y="1278"/>
                  </a:lnTo>
                  <a:lnTo>
                    <a:pt x="23376" y="1330"/>
                  </a:lnTo>
                  <a:lnTo>
                    <a:pt x="23402" y="1381"/>
                  </a:lnTo>
                  <a:lnTo>
                    <a:pt x="23465" y="1419"/>
                  </a:lnTo>
                  <a:lnTo>
                    <a:pt x="23568" y="1470"/>
                  </a:lnTo>
                  <a:lnTo>
                    <a:pt x="23580" y="1496"/>
                  </a:lnTo>
                  <a:lnTo>
                    <a:pt x="23593" y="1534"/>
                  </a:lnTo>
                  <a:lnTo>
                    <a:pt x="23593" y="1585"/>
                  </a:lnTo>
                  <a:lnTo>
                    <a:pt x="23580" y="1598"/>
                  </a:lnTo>
                  <a:lnTo>
                    <a:pt x="23504" y="1636"/>
                  </a:lnTo>
                  <a:lnTo>
                    <a:pt x="23440" y="1675"/>
                  </a:lnTo>
                  <a:lnTo>
                    <a:pt x="23389" y="1726"/>
                  </a:lnTo>
                  <a:lnTo>
                    <a:pt x="23338" y="1777"/>
                  </a:lnTo>
                  <a:lnTo>
                    <a:pt x="23312" y="1841"/>
                  </a:lnTo>
                  <a:lnTo>
                    <a:pt x="23287" y="1892"/>
                  </a:lnTo>
                  <a:lnTo>
                    <a:pt x="23261" y="2020"/>
                  </a:lnTo>
                  <a:lnTo>
                    <a:pt x="23261" y="2147"/>
                  </a:lnTo>
                  <a:lnTo>
                    <a:pt x="23261" y="2275"/>
                  </a:lnTo>
                  <a:lnTo>
                    <a:pt x="23261" y="2403"/>
                  </a:lnTo>
                  <a:lnTo>
                    <a:pt x="23235" y="2518"/>
                  </a:lnTo>
                  <a:lnTo>
                    <a:pt x="23210" y="2710"/>
                  </a:lnTo>
                  <a:lnTo>
                    <a:pt x="23184" y="2914"/>
                  </a:lnTo>
                  <a:lnTo>
                    <a:pt x="23171" y="3311"/>
                  </a:lnTo>
                  <a:lnTo>
                    <a:pt x="23171" y="3515"/>
                  </a:lnTo>
                  <a:lnTo>
                    <a:pt x="23159" y="3719"/>
                  </a:lnTo>
                  <a:lnTo>
                    <a:pt x="23133" y="3924"/>
                  </a:lnTo>
                  <a:lnTo>
                    <a:pt x="23082" y="4128"/>
                  </a:lnTo>
                  <a:lnTo>
                    <a:pt x="23044" y="4269"/>
                  </a:lnTo>
                  <a:lnTo>
                    <a:pt x="22980" y="4410"/>
                  </a:lnTo>
                  <a:lnTo>
                    <a:pt x="22852" y="4678"/>
                  </a:lnTo>
                  <a:lnTo>
                    <a:pt x="22724" y="4934"/>
                  </a:lnTo>
                  <a:lnTo>
                    <a:pt x="22673" y="5074"/>
                  </a:lnTo>
                  <a:lnTo>
                    <a:pt x="22609" y="5202"/>
                  </a:lnTo>
                  <a:lnTo>
                    <a:pt x="22571" y="5304"/>
                  </a:lnTo>
                  <a:lnTo>
                    <a:pt x="22520" y="5407"/>
                  </a:lnTo>
                  <a:lnTo>
                    <a:pt x="22456" y="5483"/>
                  </a:lnTo>
                  <a:lnTo>
                    <a:pt x="22392" y="5560"/>
                  </a:lnTo>
                  <a:lnTo>
                    <a:pt x="22315" y="5611"/>
                  </a:lnTo>
                  <a:lnTo>
                    <a:pt x="22238" y="5662"/>
                  </a:lnTo>
                  <a:lnTo>
                    <a:pt x="22149" y="5675"/>
                  </a:lnTo>
                  <a:lnTo>
                    <a:pt x="22047" y="5675"/>
                  </a:lnTo>
                  <a:lnTo>
                    <a:pt x="21817" y="5624"/>
                  </a:lnTo>
                  <a:lnTo>
                    <a:pt x="21689" y="5598"/>
                  </a:lnTo>
                  <a:lnTo>
                    <a:pt x="21561" y="5560"/>
                  </a:lnTo>
                  <a:lnTo>
                    <a:pt x="21459" y="5509"/>
                  </a:lnTo>
                  <a:lnTo>
                    <a:pt x="21357" y="5432"/>
                  </a:lnTo>
                  <a:lnTo>
                    <a:pt x="21267" y="5355"/>
                  </a:lnTo>
                  <a:lnTo>
                    <a:pt x="21242" y="5317"/>
                  </a:lnTo>
                  <a:lnTo>
                    <a:pt x="21216" y="5266"/>
                  </a:lnTo>
                  <a:lnTo>
                    <a:pt x="21165" y="5176"/>
                  </a:lnTo>
                  <a:lnTo>
                    <a:pt x="21114" y="5100"/>
                  </a:lnTo>
                  <a:lnTo>
                    <a:pt x="21063" y="5049"/>
                  </a:lnTo>
                  <a:lnTo>
                    <a:pt x="21012" y="4998"/>
                  </a:lnTo>
                  <a:lnTo>
                    <a:pt x="20948" y="4959"/>
                  </a:lnTo>
                  <a:lnTo>
                    <a:pt x="20871" y="4934"/>
                  </a:lnTo>
                  <a:lnTo>
                    <a:pt x="20718" y="4895"/>
                  </a:lnTo>
                  <a:lnTo>
                    <a:pt x="20615" y="4870"/>
                  </a:lnTo>
                  <a:lnTo>
                    <a:pt x="20513" y="4831"/>
                  </a:lnTo>
                  <a:lnTo>
                    <a:pt x="20424" y="4793"/>
                  </a:lnTo>
                  <a:lnTo>
                    <a:pt x="20321" y="4755"/>
                  </a:lnTo>
                  <a:lnTo>
                    <a:pt x="20245" y="4704"/>
                  </a:lnTo>
                  <a:lnTo>
                    <a:pt x="20155" y="4640"/>
                  </a:lnTo>
                  <a:lnTo>
                    <a:pt x="20002" y="4486"/>
                  </a:lnTo>
                  <a:lnTo>
                    <a:pt x="19887" y="4371"/>
                  </a:lnTo>
                  <a:lnTo>
                    <a:pt x="19823" y="4333"/>
                  </a:lnTo>
                  <a:lnTo>
                    <a:pt x="19746" y="4282"/>
                  </a:lnTo>
                  <a:lnTo>
                    <a:pt x="19670" y="4256"/>
                  </a:lnTo>
                  <a:lnTo>
                    <a:pt x="19593" y="4231"/>
                  </a:lnTo>
                  <a:lnTo>
                    <a:pt x="19503" y="4231"/>
                  </a:lnTo>
                  <a:lnTo>
                    <a:pt x="19401" y="4243"/>
                  </a:lnTo>
                  <a:lnTo>
                    <a:pt x="19197" y="4243"/>
                  </a:lnTo>
                  <a:lnTo>
                    <a:pt x="19107" y="4218"/>
                  </a:lnTo>
                  <a:lnTo>
                    <a:pt x="19082" y="4205"/>
                  </a:lnTo>
                  <a:lnTo>
                    <a:pt x="19069" y="4192"/>
                  </a:lnTo>
                  <a:lnTo>
                    <a:pt x="19043" y="4116"/>
                  </a:lnTo>
                  <a:lnTo>
                    <a:pt x="19005" y="4039"/>
                  </a:lnTo>
                  <a:lnTo>
                    <a:pt x="18954" y="3962"/>
                  </a:lnTo>
                  <a:lnTo>
                    <a:pt x="18916" y="3911"/>
                  </a:lnTo>
                  <a:lnTo>
                    <a:pt x="18800" y="3796"/>
                  </a:lnTo>
                  <a:lnTo>
                    <a:pt x="18673" y="3707"/>
                  </a:lnTo>
                  <a:lnTo>
                    <a:pt x="18532" y="3630"/>
                  </a:lnTo>
                  <a:lnTo>
                    <a:pt x="18392" y="3553"/>
                  </a:lnTo>
                  <a:lnTo>
                    <a:pt x="18251" y="3489"/>
                  </a:lnTo>
                  <a:lnTo>
                    <a:pt x="18123" y="3400"/>
                  </a:lnTo>
                  <a:lnTo>
                    <a:pt x="18034" y="3336"/>
                  </a:lnTo>
                  <a:lnTo>
                    <a:pt x="18008" y="3298"/>
                  </a:lnTo>
                  <a:lnTo>
                    <a:pt x="17983" y="3259"/>
                  </a:lnTo>
                  <a:lnTo>
                    <a:pt x="17983" y="3221"/>
                  </a:lnTo>
                  <a:lnTo>
                    <a:pt x="17995" y="3170"/>
                  </a:lnTo>
                  <a:lnTo>
                    <a:pt x="18046" y="3119"/>
                  </a:lnTo>
                  <a:lnTo>
                    <a:pt x="18136" y="3055"/>
                  </a:lnTo>
                  <a:lnTo>
                    <a:pt x="18200" y="3004"/>
                  </a:lnTo>
                  <a:lnTo>
                    <a:pt x="18276" y="2940"/>
                  </a:lnTo>
                  <a:lnTo>
                    <a:pt x="18392" y="2774"/>
                  </a:lnTo>
                  <a:lnTo>
                    <a:pt x="18519" y="2620"/>
                  </a:lnTo>
                  <a:lnTo>
                    <a:pt x="18583" y="2531"/>
                  </a:lnTo>
                  <a:lnTo>
                    <a:pt x="18647" y="2467"/>
                  </a:lnTo>
                  <a:lnTo>
                    <a:pt x="18673" y="2429"/>
                  </a:lnTo>
                  <a:lnTo>
                    <a:pt x="18673" y="2390"/>
                  </a:lnTo>
                  <a:lnTo>
                    <a:pt x="18660" y="2365"/>
                  </a:lnTo>
                  <a:lnTo>
                    <a:pt x="18622" y="2352"/>
                  </a:lnTo>
                  <a:lnTo>
                    <a:pt x="18519" y="2339"/>
                  </a:lnTo>
                  <a:lnTo>
                    <a:pt x="18455" y="2314"/>
                  </a:lnTo>
                  <a:lnTo>
                    <a:pt x="18443" y="2301"/>
                  </a:lnTo>
                  <a:lnTo>
                    <a:pt x="18443" y="2275"/>
                  </a:lnTo>
                  <a:lnTo>
                    <a:pt x="18443" y="2237"/>
                  </a:lnTo>
                  <a:lnTo>
                    <a:pt x="18468" y="2186"/>
                  </a:lnTo>
                  <a:lnTo>
                    <a:pt x="18494" y="2147"/>
                  </a:lnTo>
                  <a:lnTo>
                    <a:pt x="18519" y="2096"/>
                  </a:lnTo>
                  <a:lnTo>
                    <a:pt x="18532" y="2058"/>
                  </a:lnTo>
                  <a:lnTo>
                    <a:pt x="18545" y="2007"/>
                  </a:lnTo>
                  <a:lnTo>
                    <a:pt x="18570" y="1969"/>
                  </a:lnTo>
                  <a:lnTo>
                    <a:pt x="18596" y="1930"/>
                  </a:lnTo>
                  <a:lnTo>
                    <a:pt x="18622" y="1917"/>
                  </a:lnTo>
                  <a:lnTo>
                    <a:pt x="18673" y="1905"/>
                  </a:lnTo>
                  <a:lnTo>
                    <a:pt x="18711" y="1905"/>
                  </a:lnTo>
                  <a:lnTo>
                    <a:pt x="18813" y="1930"/>
                  </a:lnTo>
                  <a:lnTo>
                    <a:pt x="18877" y="1943"/>
                  </a:lnTo>
                  <a:lnTo>
                    <a:pt x="18928" y="1930"/>
                  </a:lnTo>
                  <a:lnTo>
                    <a:pt x="18979" y="1905"/>
                  </a:lnTo>
                  <a:lnTo>
                    <a:pt x="19018" y="1879"/>
                  </a:lnTo>
                  <a:lnTo>
                    <a:pt x="19082" y="1815"/>
                  </a:lnTo>
                  <a:lnTo>
                    <a:pt x="19094" y="1790"/>
                  </a:lnTo>
                  <a:lnTo>
                    <a:pt x="19056" y="1700"/>
                  </a:lnTo>
                  <a:lnTo>
                    <a:pt x="19043" y="1623"/>
                  </a:lnTo>
                  <a:lnTo>
                    <a:pt x="19056" y="1572"/>
                  </a:lnTo>
                  <a:lnTo>
                    <a:pt x="19094" y="1508"/>
                  </a:lnTo>
                  <a:lnTo>
                    <a:pt x="19146" y="1470"/>
                  </a:lnTo>
                  <a:lnTo>
                    <a:pt x="19197" y="1432"/>
                  </a:lnTo>
                  <a:lnTo>
                    <a:pt x="19299" y="1368"/>
                  </a:lnTo>
                  <a:lnTo>
                    <a:pt x="19363" y="1304"/>
                  </a:lnTo>
                  <a:lnTo>
                    <a:pt x="19401" y="1253"/>
                  </a:lnTo>
                  <a:lnTo>
                    <a:pt x="19414" y="1214"/>
                  </a:lnTo>
                  <a:lnTo>
                    <a:pt x="19414" y="1176"/>
                  </a:lnTo>
                  <a:lnTo>
                    <a:pt x="19401" y="1151"/>
                  </a:lnTo>
                  <a:lnTo>
                    <a:pt x="19376" y="1125"/>
                  </a:lnTo>
                  <a:lnTo>
                    <a:pt x="19312" y="1087"/>
                  </a:lnTo>
                  <a:lnTo>
                    <a:pt x="19222" y="1061"/>
                  </a:lnTo>
                  <a:lnTo>
                    <a:pt x="19146" y="1023"/>
                  </a:lnTo>
                  <a:lnTo>
                    <a:pt x="19120" y="997"/>
                  </a:lnTo>
                  <a:lnTo>
                    <a:pt x="19094" y="972"/>
                  </a:lnTo>
                  <a:lnTo>
                    <a:pt x="19094" y="946"/>
                  </a:lnTo>
                  <a:lnTo>
                    <a:pt x="19107" y="908"/>
                  </a:lnTo>
                  <a:lnTo>
                    <a:pt x="19107" y="882"/>
                  </a:lnTo>
                  <a:lnTo>
                    <a:pt x="19094" y="857"/>
                  </a:lnTo>
                  <a:lnTo>
                    <a:pt x="19082" y="844"/>
                  </a:lnTo>
                  <a:lnTo>
                    <a:pt x="19043" y="844"/>
                  </a:lnTo>
                  <a:lnTo>
                    <a:pt x="19018" y="857"/>
                  </a:lnTo>
                  <a:lnTo>
                    <a:pt x="18928" y="921"/>
                  </a:lnTo>
                  <a:lnTo>
                    <a:pt x="18903" y="946"/>
                  </a:lnTo>
                  <a:lnTo>
                    <a:pt x="18864" y="984"/>
                  </a:lnTo>
                  <a:lnTo>
                    <a:pt x="18852" y="1023"/>
                  </a:lnTo>
                  <a:lnTo>
                    <a:pt x="18852" y="1061"/>
                  </a:lnTo>
                  <a:lnTo>
                    <a:pt x="18864" y="1112"/>
                  </a:lnTo>
                  <a:lnTo>
                    <a:pt x="18903" y="1176"/>
                  </a:lnTo>
                  <a:lnTo>
                    <a:pt x="18916" y="1189"/>
                  </a:lnTo>
                  <a:lnTo>
                    <a:pt x="18928" y="1214"/>
                  </a:lnTo>
                  <a:lnTo>
                    <a:pt x="18903" y="1278"/>
                  </a:lnTo>
                  <a:lnTo>
                    <a:pt x="18864" y="1317"/>
                  </a:lnTo>
                  <a:lnTo>
                    <a:pt x="18839" y="1342"/>
                  </a:lnTo>
                  <a:lnTo>
                    <a:pt x="18685" y="1342"/>
                  </a:lnTo>
                  <a:lnTo>
                    <a:pt x="18673" y="1317"/>
                  </a:lnTo>
                  <a:lnTo>
                    <a:pt x="18647" y="1291"/>
                  </a:lnTo>
                  <a:lnTo>
                    <a:pt x="18647" y="1253"/>
                  </a:lnTo>
                  <a:lnTo>
                    <a:pt x="18647" y="1214"/>
                  </a:lnTo>
                  <a:lnTo>
                    <a:pt x="18634" y="1189"/>
                  </a:lnTo>
                  <a:lnTo>
                    <a:pt x="18622" y="1176"/>
                  </a:lnTo>
                  <a:lnTo>
                    <a:pt x="18570" y="1138"/>
                  </a:lnTo>
                  <a:lnTo>
                    <a:pt x="18494" y="1112"/>
                  </a:lnTo>
                  <a:lnTo>
                    <a:pt x="18392" y="1087"/>
                  </a:lnTo>
                  <a:lnTo>
                    <a:pt x="18302" y="1074"/>
                  </a:lnTo>
                  <a:lnTo>
                    <a:pt x="18213" y="1074"/>
                  </a:lnTo>
                  <a:lnTo>
                    <a:pt x="18149" y="1087"/>
                  </a:lnTo>
                  <a:lnTo>
                    <a:pt x="18123" y="1087"/>
                  </a:lnTo>
                  <a:lnTo>
                    <a:pt x="18110" y="1099"/>
                  </a:lnTo>
                  <a:lnTo>
                    <a:pt x="18072" y="1163"/>
                  </a:lnTo>
                  <a:lnTo>
                    <a:pt x="18034" y="1202"/>
                  </a:lnTo>
                  <a:lnTo>
                    <a:pt x="17995" y="1227"/>
                  </a:lnTo>
                  <a:lnTo>
                    <a:pt x="17906" y="1227"/>
                  </a:lnTo>
                  <a:lnTo>
                    <a:pt x="17868" y="1202"/>
                  </a:lnTo>
                  <a:lnTo>
                    <a:pt x="17765" y="1138"/>
                  </a:lnTo>
                  <a:lnTo>
                    <a:pt x="17637" y="1061"/>
                  </a:lnTo>
                  <a:lnTo>
                    <a:pt x="17497" y="1023"/>
                  </a:lnTo>
                  <a:lnTo>
                    <a:pt x="17356" y="984"/>
                  </a:lnTo>
                  <a:lnTo>
                    <a:pt x="17203" y="959"/>
                  </a:lnTo>
                  <a:lnTo>
                    <a:pt x="17050" y="946"/>
                  </a:lnTo>
                  <a:lnTo>
                    <a:pt x="16909" y="921"/>
                  </a:lnTo>
                  <a:lnTo>
                    <a:pt x="16756" y="869"/>
                  </a:lnTo>
                  <a:lnTo>
                    <a:pt x="16615" y="806"/>
                  </a:lnTo>
                  <a:lnTo>
                    <a:pt x="16462" y="742"/>
                  </a:lnTo>
                  <a:lnTo>
                    <a:pt x="16308" y="678"/>
                  </a:lnTo>
                  <a:lnTo>
                    <a:pt x="16232" y="639"/>
                  </a:lnTo>
                  <a:lnTo>
                    <a:pt x="16155" y="601"/>
                  </a:lnTo>
                  <a:lnTo>
                    <a:pt x="16091" y="550"/>
                  </a:lnTo>
                  <a:lnTo>
                    <a:pt x="16040" y="473"/>
                  </a:lnTo>
                  <a:lnTo>
                    <a:pt x="16002" y="448"/>
                  </a:lnTo>
                  <a:lnTo>
                    <a:pt x="15976" y="435"/>
                  </a:lnTo>
                  <a:lnTo>
                    <a:pt x="15950" y="448"/>
                  </a:lnTo>
                  <a:lnTo>
                    <a:pt x="15925" y="486"/>
                  </a:lnTo>
                  <a:lnTo>
                    <a:pt x="15733" y="550"/>
                  </a:lnTo>
                  <a:lnTo>
                    <a:pt x="15733" y="614"/>
                  </a:lnTo>
                  <a:lnTo>
                    <a:pt x="15733" y="678"/>
                  </a:lnTo>
                  <a:lnTo>
                    <a:pt x="15759" y="806"/>
                  </a:lnTo>
                  <a:lnTo>
                    <a:pt x="15771" y="869"/>
                  </a:lnTo>
                  <a:lnTo>
                    <a:pt x="15784" y="921"/>
                  </a:lnTo>
                  <a:lnTo>
                    <a:pt x="15771" y="984"/>
                  </a:lnTo>
                  <a:lnTo>
                    <a:pt x="15759" y="1036"/>
                  </a:lnTo>
                  <a:lnTo>
                    <a:pt x="15746" y="1048"/>
                  </a:lnTo>
                  <a:lnTo>
                    <a:pt x="15695" y="1099"/>
                  </a:lnTo>
                  <a:lnTo>
                    <a:pt x="15605" y="1138"/>
                  </a:lnTo>
                  <a:lnTo>
                    <a:pt x="15426" y="1202"/>
                  </a:lnTo>
                  <a:lnTo>
                    <a:pt x="15222" y="1240"/>
                  </a:lnTo>
                  <a:lnTo>
                    <a:pt x="15132" y="1253"/>
                  </a:lnTo>
                  <a:lnTo>
                    <a:pt x="15043" y="1253"/>
                  </a:lnTo>
                  <a:lnTo>
                    <a:pt x="14966" y="1240"/>
                  </a:lnTo>
                  <a:lnTo>
                    <a:pt x="14902" y="1214"/>
                  </a:lnTo>
                  <a:lnTo>
                    <a:pt x="14813" y="1163"/>
                  </a:lnTo>
                  <a:lnTo>
                    <a:pt x="14736" y="1125"/>
                  </a:lnTo>
                  <a:lnTo>
                    <a:pt x="14660" y="1112"/>
                  </a:lnTo>
                  <a:lnTo>
                    <a:pt x="14519" y="1112"/>
                  </a:lnTo>
                  <a:lnTo>
                    <a:pt x="14455" y="1138"/>
                  </a:lnTo>
                  <a:lnTo>
                    <a:pt x="14404" y="1163"/>
                  </a:lnTo>
                  <a:lnTo>
                    <a:pt x="14353" y="1189"/>
                  </a:lnTo>
                  <a:lnTo>
                    <a:pt x="14251" y="1266"/>
                  </a:lnTo>
                  <a:lnTo>
                    <a:pt x="14148" y="1355"/>
                  </a:lnTo>
                  <a:lnTo>
                    <a:pt x="14046" y="1432"/>
                  </a:lnTo>
                  <a:lnTo>
                    <a:pt x="13982" y="1457"/>
                  </a:lnTo>
                  <a:lnTo>
                    <a:pt x="13931" y="1483"/>
                  </a:lnTo>
                  <a:lnTo>
                    <a:pt x="13867" y="1508"/>
                  </a:lnTo>
                  <a:lnTo>
                    <a:pt x="13829" y="1547"/>
                  </a:lnTo>
                  <a:lnTo>
                    <a:pt x="13790" y="1585"/>
                  </a:lnTo>
                  <a:lnTo>
                    <a:pt x="13765" y="1649"/>
                  </a:lnTo>
                  <a:lnTo>
                    <a:pt x="13714" y="1764"/>
                  </a:lnTo>
                  <a:lnTo>
                    <a:pt x="13688" y="1892"/>
                  </a:lnTo>
                  <a:lnTo>
                    <a:pt x="13637" y="2032"/>
                  </a:lnTo>
                  <a:lnTo>
                    <a:pt x="13612" y="2084"/>
                  </a:lnTo>
                  <a:lnTo>
                    <a:pt x="13573" y="2147"/>
                  </a:lnTo>
                  <a:lnTo>
                    <a:pt x="13522" y="2199"/>
                  </a:lnTo>
                  <a:lnTo>
                    <a:pt x="13471" y="2237"/>
                  </a:lnTo>
                  <a:lnTo>
                    <a:pt x="13394" y="2263"/>
                  </a:lnTo>
                  <a:lnTo>
                    <a:pt x="13305" y="2288"/>
                  </a:lnTo>
                  <a:lnTo>
                    <a:pt x="13305" y="2301"/>
                  </a:lnTo>
                  <a:lnTo>
                    <a:pt x="13292" y="2352"/>
                  </a:lnTo>
                  <a:lnTo>
                    <a:pt x="13292" y="2416"/>
                  </a:lnTo>
                  <a:lnTo>
                    <a:pt x="13279" y="2467"/>
                  </a:lnTo>
                  <a:lnTo>
                    <a:pt x="13241" y="2595"/>
                  </a:lnTo>
                  <a:lnTo>
                    <a:pt x="13203" y="2659"/>
                  </a:lnTo>
                  <a:lnTo>
                    <a:pt x="13164" y="2697"/>
                  </a:lnTo>
                  <a:lnTo>
                    <a:pt x="13088" y="2761"/>
                  </a:lnTo>
                  <a:lnTo>
                    <a:pt x="13036" y="2799"/>
                  </a:lnTo>
                  <a:lnTo>
                    <a:pt x="12998" y="2850"/>
                  </a:lnTo>
                  <a:lnTo>
                    <a:pt x="12998" y="2902"/>
                  </a:lnTo>
                  <a:lnTo>
                    <a:pt x="13011" y="2940"/>
                  </a:lnTo>
                  <a:lnTo>
                    <a:pt x="13036" y="2978"/>
                  </a:lnTo>
                  <a:lnTo>
                    <a:pt x="13100" y="3029"/>
                  </a:lnTo>
                  <a:lnTo>
                    <a:pt x="13190" y="3068"/>
                  </a:lnTo>
                  <a:lnTo>
                    <a:pt x="13228" y="3093"/>
                  </a:lnTo>
                  <a:lnTo>
                    <a:pt x="13254" y="3132"/>
                  </a:lnTo>
                  <a:lnTo>
                    <a:pt x="13266" y="3157"/>
                  </a:lnTo>
                  <a:lnTo>
                    <a:pt x="13279" y="3195"/>
                  </a:lnTo>
                  <a:lnTo>
                    <a:pt x="13279" y="3247"/>
                  </a:lnTo>
                  <a:lnTo>
                    <a:pt x="13266" y="3285"/>
                  </a:lnTo>
                  <a:lnTo>
                    <a:pt x="13241" y="3323"/>
                  </a:lnTo>
                  <a:lnTo>
                    <a:pt x="13203" y="3362"/>
                  </a:lnTo>
                  <a:lnTo>
                    <a:pt x="13190" y="3400"/>
                  </a:lnTo>
                  <a:lnTo>
                    <a:pt x="13177" y="3438"/>
                  </a:lnTo>
                  <a:lnTo>
                    <a:pt x="13164" y="3451"/>
                  </a:lnTo>
                  <a:lnTo>
                    <a:pt x="13151" y="3451"/>
                  </a:lnTo>
                  <a:lnTo>
                    <a:pt x="13126" y="3438"/>
                  </a:lnTo>
                  <a:lnTo>
                    <a:pt x="13088" y="3413"/>
                  </a:lnTo>
                  <a:lnTo>
                    <a:pt x="12998" y="3323"/>
                  </a:lnTo>
                  <a:lnTo>
                    <a:pt x="12973" y="3311"/>
                  </a:lnTo>
                  <a:lnTo>
                    <a:pt x="12947" y="3298"/>
                  </a:lnTo>
                  <a:lnTo>
                    <a:pt x="12921" y="3298"/>
                  </a:lnTo>
                  <a:lnTo>
                    <a:pt x="12909" y="3311"/>
                  </a:lnTo>
                  <a:lnTo>
                    <a:pt x="12896" y="3349"/>
                  </a:lnTo>
                  <a:lnTo>
                    <a:pt x="12883" y="3477"/>
                  </a:lnTo>
                  <a:lnTo>
                    <a:pt x="12870" y="3515"/>
                  </a:lnTo>
                  <a:lnTo>
                    <a:pt x="12870" y="3541"/>
                  </a:lnTo>
                  <a:lnTo>
                    <a:pt x="12857" y="3541"/>
                  </a:lnTo>
                  <a:lnTo>
                    <a:pt x="12755" y="3451"/>
                  </a:lnTo>
                  <a:lnTo>
                    <a:pt x="12666" y="3374"/>
                  </a:lnTo>
                  <a:lnTo>
                    <a:pt x="12627" y="3362"/>
                  </a:lnTo>
                  <a:lnTo>
                    <a:pt x="12576" y="3349"/>
                  </a:lnTo>
                  <a:lnTo>
                    <a:pt x="12538" y="3349"/>
                  </a:lnTo>
                  <a:lnTo>
                    <a:pt x="12487" y="3362"/>
                  </a:lnTo>
                  <a:lnTo>
                    <a:pt x="12372" y="3413"/>
                  </a:lnTo>
                  <a:lnTo>
                    <a:pt x="12218" y="3515"/>
                  </a:lnTo>
                  <a:lnTo>
                    <a:pt x="11746" y="3886"/>
                  </a:lnTo>
                  <a:lnTo>
                    <a:pt x="11861" y="3451"/>
                  </a:lnTo>
                  <a:lnTo>
                    <a:pt x="11886" y="3374"/>
                  </a:lnTo>
                  <a:lnTo>
                    <a:pt x="11899" y="3298"/>
                  </a:lnTo>
                  <a:lnTo>
                    <a:pt x="11899" y="3259"/>
                  </a:lnTo>
                  <a:lnTo>
                    <a:pt x="11899" y="3221"/>
                  </a:lnTo>
                  <a:lnTo>
                    <a:pt x="11886" y="3195"/>
                  </a:lnTo>
                  <a:lnTo>
                    <a:pt x="11861" y="3157"/>
                  </a:lnTo>
                  <a:lnTo>
                    <a:pt x="11592" y="2863"/>
                  </a:lnTo>
                  <a:lnTo>
                    <a:pt x="11439" y="2735"/>
                  </a:lnTo>
                  <a:lnTo>
                    <a:pt x="11362" y="2671"/>
                  </a:lnTo>
                  <a:lnTo>
                    <a:pt x="11285" y="2633"/>
                  </a:lnTo>
                  <a:lnTo>
                    <a:pt x="11158" y="2556"/>
                  </a:lnTo>
                  <a:lnTo>
                    <a:pt x="10992" y="2493"/>
                  </a:lnTo>
                  <a:lnTo>
                    <a:pt x="10915" y="2467"/>
                  </a:lnTo>
                  <a:lnTo>
                    <a:pt x="10851" y="2467"/>
                  </a:lnTo>
                  <a:lnTo>
                    <a:pt x="10800" y="2480"/>
                  </a:lnTo>
                  <a:lnTo>
                    <a:pt x="10774" y="2505"/>
                  </a:lnTo>
                  <a:lnTo>
                    <a:pt x="10761" y="2518"/>
                  </a:lnTo>
                  <a:lnTo>
                    <a:pt x="10698" y="2646"/>
                  </a:lnTo>
                  <a:lnTo>
                    <a:pt x="10672" y="2684"/>
                  </a:lnTo>
                  <a:lnTo>
                    <a:pt x="10634" y="2710"/>
                  </a:lnTo>
                  <a:lnTo>
                    <a:pt x="10595" y="2723"/>
                  </a:lnTo>
                  <a:lnTo>
                    <a:pt x="10544" y="2723"/>
                  </a:lnTo>
                  <a:lnTo>
                    <a:pt x="10404" y="2697"/>
                  </a:lnTo>
                  <a:lnTo>
                    <a:pt x="10289" y="2697"/>
                  </a:lnTo>
                  <a:lnTo>
                    <a:pt x="10250" y="2710"/>
                  </a:lnTo>
                  <a:lnTo>
                    <a:pt x="10225" y="2723"/>
                  </a:lnTo>
                  <a:lnTo>
                    <a:pt x="10199" y="2748"/>
                  </a:lnTo>
                  <a:lnTo>
                    <a:pt x="10186" y="2787"/>
                  </a:lnTo>
                  <a:lnTo>
                    <a:pt x="10161" y="2850"/>
                  </a:lnTo>
                  <a:lnTo>
                    <a:pt x="10148" y="3017"/>
                  </a:lnTo>
                  <a:lnTo>
                    <a:pt x="10148" y="3106"/>
                  </a:lnTo>
                  <a:lnTo>
                    <a:pt x="10122" y="3170"/>
                  </a:lnTo>
                  <a:lnTo>
                    <a:pt x="10071" y="3144"/>
                  </a:lnTo>
                  <a:lnTo>
                    <a:pt x="10033" y="3106"/>
                  </a:lnTo>
                  <a:lnTo>
                    <a:pt x="9956" y="3004"/>
                  </a:lnTo>
                  <a:lnTo>
                    <a:pt x="9918" y="2965"/>
                  </a:lnTo>
                  <a:lnTo>
                    <a:pt x="9892" y="2940"/>
                  </a:lnTo>
                  <a:lnTo>
                    <a:pt x="9867" y="2940"/>
                  </a:lnTo>
                  <a:lnTo>
                    <a:pt x="9841" y="2978"/>
                  </a:lnTo>
                  <a:lnTo>
                    <a:pt x="9790" y="3029"/>
                  </a:lnTo>
                  <a:lnTo>
                    <a:pt x="9739" y="3068"/>
                  </a:lnTo>
                  <a:lnTo>
                    <a:pt x="9598" y="3144"/>
                  </a:lnTo>
                  <a:lnTo>
                    <a:pt x="9535" y="3170"/>
                  </a:lnTo>
                  <a:lnTo>
                    <a:pt x="9496" y="3208"/>
                  </a:lnTo>
                  <a:lnTo>
                    <a:pt x="9483" y="3234"/>
                  </a:lnTo>
                  <a:lnTo>
                    <a:pt x="9483" y="3259"/>
                  </a:lnTo>
                  <a:lnTo>
                    <a:pt x="9483" y="3285"/>
                  </a:lnTo>
                  <a:lnTo>
                    <a:pt x="9496" y="3311"/>
                  </a:lnTo>
                  <a:lnTo>
                    <a:pt x="9560" y="3438"/>
                  </a:lnTo>
                  <a:lnTo>
                    <a:pt x="9586" y="3528"/>
                  </a:lnTo>
                  <a:lnTo>
                    <a:pt x="9586" y="3566"/>
                  </a:lnTo>
                  <a:lnTo>
                    <a:pt x="9573" y="3579"/>
                  </a:lnTo>
                  <a:lnTo>
                    <a:pt x="9560" y="3604"/>
                  </a:lnTo>
                  <a:lnTo>
                    <a:pt x="9535" y="3604"/>
                  </a:lnTo>
                  <a:lnTo>
                    <a:pt x="9471" y="3617"/>
                  </a:lnTo>
                  <a:lnTo>
                    <a:pt x="9394" y="3604"/>
                  </a:lnTo>
                  <a:lnTo>
                    <a:pt x="9215" y="3566"/>
                  </a:lnTo>
                  <a:lnTo>
                    <a:pt x="9215" y="3566"/>
                  </a:lnTo>
                  <a:lnTo>
                    <a:pt x="9228" y="3630"/>
                  </a:lnTo>
                  <a:lnTo>
                    <a:pt x="9266" y="3681"/>
                  </a:lnTo>
                  <a:lnTo>
                    <a:pt x="9343" y="3758"/>
                  </a:lnTo>
                  <a:lnTo>
                    <a:pt x="9381" y="3796"/>
                  </a:lnTo>
                  <a:lnTo>
                    <a:pt x="9419" y="3822"/>
                  </a:lnTo>
                  <a:lnTo>
                    <a:pt x="9445" y="3873"/>
                  </a:lnTo>
                  <a:lnTo>
                    <a:pt x="9445" y="3924"/>
                  </a:lnTo>
                  <a:lnTo>
                    <a:pt x="9394" y="3937"/>
                  </a:lnTo>
                  <a:lnTo>
                    <a:pt x="9343" y="3924"/>
                  </a:lnTo>
                  <a:lnTo>
                    <a:pt x="9292" y="3898"/>
                  </a:lnTo>
                  <a:lnTo>
                    <a:pt x="9253" y="3873"/>
                  </a:lnTo>
                  <a:lnTo>
                    <a:pt x="9215" y="3835"/>
                  </a:lnTo>
                  <a:lnTo>
                    <a:pt x="9177" y="3809"/>
                  </a:lnTo>
                  <a:lnTo>
                    <a:pt x="9138" y="3809"/>
                  </a:lnTo>
                  <a:lnTo>
                    <a:pt x="9087" y="3822"/>
                  </a:lnTo>
                  <a:lnTo>
                    <a:pt x="9011" y="3822"/>
                  </a:lnTo>
                  <a:lnTo>
                    <a:pt x="8934" y="3783"/>
                  </a:lnTo>
                  <a:lnTo>
                    <a:pt x="8895" y="3783"/>
                  </a:lnTo>
                  <a:lnTo>
                    <a:pt x="8870" y="3796"/>
                  </a:lnTo>
                  <a:lnTo>
                    <a:pt x="8857" y="3822"/>
                  </a:lnTo>
                  <a:lnTo>
                    <a:pt x="8857" y="3886"/>
                  </a:lnTo>
                  <a:lnTo>
                    <a:pt x="8844" y="3937"/>
                  </a:lnTo>
                  <a:lnTo>
                    <a:pt x="8832" y="4001"/>
                  </a:lnTo>
                  <a:lnTo>
                    <a:pt x="8819" y="4052"/>
                  </a:lnTo>
                  <a:lnTo>
                    <a:pt x="8806" y="4103"/>
                  </a:lnTo>
                  <a:lnTo>
                    <a:pt x="8819" y="4154"/>
                  </a:lnTo>
                  <a:lnTo>
                    <a:pt x="8844" y="4205"/>
                  </a:lnTo>
                  <a:lnTo>
                    <a:pt x="8908" y="4231"/>
                  </a:lnTo>
                  <a:lnTo>
                    <a:pt x="8998" y="4256"/>
                  </a:lnTo>
                  <a:lnTo>
                    <a:pt x="9011" y="4256"/>
                  </a:lnTo>
                  <a:lnTo>
                    <a:pt x="8998" y="4371"/>
                  </a:lnTo>
                  <a:lnTo>
                    <a:pt x="8972" y="4461"/>
                  </a:lnTo>
                  <a:lnTo>
                    <a:pt x="8934" y="4525"/>
                  </a:lnTo>
                  <a:lnTo>
                    <a:pt x="8883" y="4589"/>
                  </a:lnTo>
                  <a:lnTo>
                    <a:pt x="8819" y="4640"/>
                  </a:lnTo>
                  <a:lnTo>
                    <a:pt x="8755" y="4665"/>
                  </a:lnTo>
                  <a:lnTo>
                    <a:pt x="8678" y="4691"/>
                  </a:lnTo>
                  <a:lnTo>
                    <a:pt x="8563" y="4691"/>
                  </a:lnTo>
                  <a:lnTo>
                    <a:pt x="8474" y="4678"/>
                  </a:lnTo>
                  <a:lnTo>
                    <a:pt x="8371" y="4665"/>
                  </a:lnTo>
                  <a:lnTo>
                    <a:pt x="8346" y="4652"/>
                  </a:lnTo>
                  <a:lnTo>
                    <a:pt x="8308" y="4614"/>
                  </a:lnTo>
                  <a:lnTo>
                    <a:pt x="8256" y="4550"/>
                  </a:lnTo>
                  <a:lnTo>
                    <a:pt x="8218" y="4537"/>
                  </a:lnTo>
                  <a:lnTo>
                    <a:pt x="8193" y="4525"/>
                  </a:lnTo>
                  <a:lnTo>
                    <a:pt x="8154" y="4550"/>
                  </a:lnTo>
                  <a:lnTo>
                    <a:pt x="8129" y="4601"/>
                  </a:lnTo>
                  <a:lnTo>
                    <a:pt x="8078" y="4678"/>
                  </a:lnTo>
                  <a:lnTo>
                    <a:pt x="8052" y="4729"/>
                  </a:lnTo>
                  <a:lnTo>
                    <a:pt x="8039" y="4793"/>
                  </a:lnTo>
                  <a:lnTo>
                    <a:pt x="8052" y="4844"/>
                  </a:lnTo>
                  <a:lnTo>
                    <a:pt x="8078" y="4895"/>
                  </a:lnTo>
                  <a:lnTo>
                    <a:pt x="8129" y="4946"/>
                  </a:lnTo>
                  <a:lnTo>
                    <a:pt x="8218" y="4972"/>
                  </a:lnTo>
                  <a:lnTo>
                    <a:pt x="8269" y="4998"/>
                  </a:lnTo>
                  <a:lnTo>
                    <a:pt x="8308" y="5049"/>
                  </a:lnTo>
                  <a:lnTo>
                    <a:pt x="8333" y="5087"/>
                  </a:lnTo>
                  <a:lnTo>
                    <a:pt x="8346" y="5151"/>
                  </a:lnTo>
                  <a:lnTo>
                    <a:pt x="8346" y="5202"/>
                  </a:lnTo>
                  <a:lnTo>
                    <a:pt x="8346" y="5240"/>
                  </a:lnTo>
                  <a:lnTo>
                    <a:pt x="8333" y="5266"/>
                  </a:lnTo>
                  <a:lnTo>
                    <a:pt x="8320" y="5279"/>
                  </a:lnTo>
                  <a:lnTo>
                    <a:pt x="8269" y="5279"/>
                  </a:lnTo>
                  <a:lnTo>
                    <a:pt x="8231" y="5292"/>
                  </a:lnTo>
                  <a:lnTo>
                    <a:pt x="8205" y="5304"/>
                  </a:lnTo>
                  <a:lnTo>
                    <a:pt x="8180" y="5330"/>
                  </a:lnTo>
                  <a:lnTo>
                    <a:pt x="8167" y="5368"/>
                  </a:lnTo>
                  <a:lnTo>
                    <a:pt x="8167" y="5432"/>
                  </a:lnTo>
                  <a:lnTo>
                    <a:pt x="8167" y="5483"/>
                  </a:lnTo>
                  <a:lnTo>
                    <a:pt x="8167" y="5547"/>
                  </a:lnTo>
                  <a:lnTo>
                    <a:pt x="8154" y="5573"/>
                  </a:lnTo>
                  <a:lnTo>
                    <a:pt x="8141" y="5598"/>
                  </a:lnTo>
                  <a:lnTo>
                    <a:pt x="8116" y="5611"/>
                  </a:lnTo>
                  <a:lnTo>
                    <a:pt x="8078" y="5624"/>
                  </a:lnTo>
                  <a:lnTo>
                    <a:pt x="7962" y="5407"/>
                  </a:lnTo>
                  <a:lnTo>
                    <a:pt x="7847" y="5189"/>
                  </a:lnTo>
                  <a:lnTo>
                    <a:pt x="7732" y="4959"/>
                  </a:lnTo>
                  <a:lnTo>
                    <a:pt x="7681" y="4831"/>
                  </a:lnTo>
                  <a:lnTo>
                    <a:pt x="7643" y="4704"/>
                  </a:lnTo>
                  <a:lnTo>
                    <a:pt x="7413" y="4998"/>
                  </a:lnTo>
                  <a:lnTo>
                    <a:pt x="7311" y="5138"/>
                  </a:lnTo>
                  <a:lnTo>
                    <a:pt x="7183" y="5253"/>
                  </a:lnTo>
                  <a:lnTo>
                    <a:pt x="7106" y="5330"/>
                  </a:lnTo>
                  <a:lnTo>
                    <a:pt x="7042" y="5394"/>
                  </a:lnTo>
                  <a:lnTo>
                    <a:pt x="6991" y="5470"/>
                  </a:lnTo>
                  <a:lnTo>
                    <a:pt x="6966" y="5547"/>
                  </a:lnTo>
                  <a:lnTo>
                    <a:pt x="6953" y="5624"/>
                  </a:lnTo>
                  <a:lnTo>
                    <a:pt x="6953" y="5700"/>
                  </a:lnTo>
                  <a:lnTo>
                    <a:pt x="6978" y="5777"/>
                  </a:lnTo>
                  <a:lnTo>
                    <a:pt x="7017" y="5867"/>
                  </a:lnTo>
                  <a:lnTo>
                    <a:pt x="7068" y="5956"/>
                  </a:lnTo>
                  <a:lnTo>
                    <a:pt x="7093" y="6046"/>
                  </a:lnTo>
                  <a:lnTo>
                    <a:pt x="7093" y="6122"/>
                  </a:lnTo>
                  <a:lnTo>
                    <a:pt x="7081" y="6199"/>
                  </a:lnTo>
                  <a:lnTo>
                    <a:pt x="7042" y="6263"/>
                  </a:lnTo>
                  <a:lnTo>
                    <a:pt x="6991" y="6327"/>
                  </a:lnTo>
                  <a:lnTo>
                    <a:pt x="6927" y="6391"/>
                  </a:lnTo>
                  <a:lnTo>
                    <a:pt x="6863" y="6442"/>
                  </a:lnTo>
                  <a:lnTo>
                    <a:pt x="6736" y="6544"/>
                  </a:lnTo>
                  <a:lnTo>
                    <a:pt x="6621" y="6659"/>
                  </a:lnTo>
                  <a:lnTo>
                    <a:pt x="6531" y="6774"/>
                  </a:lnTo>
                  <a:lnTo>
                    <a:pt x="6506" y="6851"/>
                  </a:lnTo>
                  <a:lnTo>
                    <a:pt x="6480" y="6915"/>
                  </a:lnTo>
                  <a:lnTo>
                    <a:pt x="6442" y="7004"/>
                  </a:lnTo>
                  <a:lnTo>
                    <a:pt x="6403" y="7081"/>
                  </a:lnTo>
                  <a:lnTo>
                    <a:pt x="6365" y="7157"/>
                  </a:lnTo>
                  <a:lnTo>
                    <a:pt x="6301" y="7221"/>
                  </a:lnTo>
                  <a:lnTo>
                    <a:pt x="6186" y="7349"/>
                  </a:lnTo>
                  <a:lnTo>
                    <a:pt x="6045" y="7451"/>
                  </a:lnTo>
                  <a:lnTo>
                    <a:pt x="5892" y="7554"/>
                  </a:lnTo>
                  <a:lnTo>
                    <a:pt x="5726" y="7643"/>
                  </a:lnTo>
                  <a:lnTo>
                    <a:pt x="5560" y="7720"/>
                  </a:lnTo>
                  <a:lnTo>
                    <a:pt x="5394" y="7784"/>
                  </a:lnTo>
                  <a:lnTo>
                    <a:pt x="5227" y="7822"/>
                  </a:lnTo>
                  <a:lnTo>
                    <a:pt x="5049" y="7860"/>
                  </a:lnTo>
                  <a:lnTo>
                    <a:pt x="4870" y="7886"/>
                  </a:lnTo>
                  <a:lnTo>
                    <a:pt x="4678" y="7899"/>
                  </a:lnTo>
                  <a:lnTo>
                    <a:pt x="4601" y="7912"/>
                  </a:lnTo>
                  <a:lnTo>
                    <a:pt x="4525" y="7937"/>
                  </a:lnTo>
                  <a:lnTo>
                    <a:pt x="4448" y="7975"/>
                  </a:lnTo>
                  <a:lnTo>
                    <a:pt x="4384" y="8014"/>
                  </a:lnTo>
                  <a:lnTo>
                    <a:pt x="4243" y="8103"/>
                  </a:lnTo>
                  <a:lnTo>
                    <a:pt x="4090" y="8180"/>
                  </a:lnTo>
                  <a:lnTo>
                    <a:pt x="3770" y="8308"/>
                  </a:lnTo>
                  <a:lnTo>
                    <a:pt x="3617" y="8372"/>
                  </a:lnTo>
                  <a:lnTo>
                    <a:pt x="3464" y="8448"/>
                  </a:lnTo>
                  <a:lnTo>
                    <a:pt x="3310" y="8525"/>
                  </a:lnTo>
                  <a:lnTo>
                    <a:pt x="3183" y="8627"/>
                  </a:lnTo>
                  <a:lnTo>
                    <a:pt x="3157" y="8640"/>
                  </a:lnTo>
                  <a:lnTo>
                    <a:pt x="3131" y="8640"/>
                  </a:lnTo>
                  <a:lnTo>
                    <a:pt x="3055" y="8627"/>
                  </a:lnTo>
                  <a:lnTo>
                    <a:pt x="2978" y="8614"/>
                  </a:lnTo>
                  <a:lnTo>
                    <a:pt x="2901" y="8602"/>
                  </a:lnTo>
                  <a:lnTo>
                    <a:pt x="2697" y="8563"/>
                  </a:lnTo>
                  <a:lnTo>
                    <a:pt x="2556" y="8563"/>
                  </a:lnTo>
                  <a:lnTo>
                    <a:pt x="2531" y="8576"/>
                  </a:lnTo>
                  <a:lnTo>
                    <a:pt x="2313" y="8755"/>
                  </a:lnTo>
                  <a:lnTo>
                    <a:pt x="2096" y="8908"/>
                  </a:lnTo>
                  <a:lnTo>
                    <a:pt x="1879" y="9075"/>
                  </a:lnTo>
                  <a:lnTo>
                    <a:pt x="1674" y="9253"/>
                  </a:lnTo>
                  <a:lnTo>
                    <a:pt x="1508" y="9381"/>
                  </a:lnTo>
                  <a:lnTo>
                    <a:pt x="1342" y="9509"/>
                  </a:lnTo>
                  <a:lnTo>
                    <a:pt x="1176" y="9624"/>
                  </a:lnTo>
                  <a:lnTo>
                    <a:pt x="1010" y="9739"/>
                  </a:lnTo>
                  <a:lnTo>
                    <a:pt x="856" y="9880"/>
                  </a:lnTo>
                  <a:lnTo>
                    <a:pt x="780" y="9956"/>
                  </a:lnTo>
                  <a:lnTo>
                    <a:pt x="716" y="10033"/>
                  </a:lnTo>
                  <a:lnTo>
                    <a:pt x="665" y="10123"/>
                  </a:lnTo>
                  <a:lnTo>
                    <a:pt x="614" y="10212"/>
                  </a:lnTo>
                  <a:lnTo>
                    <a:pt x="575" y="10314"/>
                  </a:lnTo>
                  <a:lnTo>
                    <a:pt x="537" y="10429"/>
                  </a:lnTo>
                  <a:lnTo>
                    <a:pt x="460" y="10250"/>
                  </a:lnTo>
                  <a:lnTo>
                    <a:pt x="409" y="10084"/>
                  </a:lnTo>
                  <a:lnTo>
                    <a:pt x="384" y="9918"/>
                  </a:lnTo>
                  <a:lnTo>
                    <a:pt x="358" y="9765"/>
                  </a:lnTo>
                  <a:lnTo>
                    <a:pt x="243" y="9969"/>
                  </a:lnTo>
                  <a:lnTo>
                    <a:pt x="141" y="10186"/>
                  </a:lnTo>
                  <a:lnTo>
                    <a:pt x="115" y="10289"/>
                  </a:lnTo>
                  <a:lnTo>
                    <a:pt x="90" y="10391"/>
                  </a:lnTo>
                  <a:lnTo>
                    <a:pt x="90" y="10480"/>
                  </a:lnTo>
                  <a:lnTo>
                    <a:pt x="115" y="10583"/>
                  </a:lnTo>
                  <a:lnTo>
                    <a:pt x="179" y="10723"/>
                  </a:lnTo>
                  <a:lnTo>
                    <a:pt x="205" y="10851"/>
                  </a:lnTo>
                  <a:lnTo>
                    <a:pt x="217" y="10992"/>
                  </a:lnTo>
                  <a:lnTo>
                    <a:pt x="217" y="11119"/>
                  </a:lnTo>
                  <a:lnTo>
                    <a:pt x="192" y="11247"/>
                  </a:lnTo>
                  <a:lnTo>
                    <a:pt x="154" y="11362"/>
                  </a:lnTo>
                  <a:lnTo>
                    <a:pt x="77" y="11618"/>
                  </a:lnTo>
                  <a:lnTo>
                    <a:pt x="38" y="11733"/>
                  </a:lnTo>
                  <a:lnTo>
                    <a:pt x="13" y="11861"/>
                  </a:lnTo>
                  <a:lnTo>
                    <a:pt x="0" y="11976"/>
                  </a:lnTo>
                  <a:lnTo>
                    <a:pt x="0" y="12091"/>
                  </a:lnTo>
                  <a:lnTo>
                    <a:pt x="26" y="12206"/>
                  </a:lnTo>
                  <a:lnTo>
                    <a:pt x="51" y="12321"/>
                  </a:lnTo>
                  <a:lnTo>
                    <a:pt x="102" y="12423"/>
                  </a:lnTo>
                  <a:lnTo>
                    <a:pt x="166" y="12538"/>
                  </a:lnTo>
                  <a:lnTo>
                    <a:pt x="320" y="12806"/>
                  </a:lnTo>
                  <a:lnTo>
                    <a:pt x="486" y="13075"/>
                  </a:lnTo>
                  <a:lnTo>
                    <a:pt x="499" y="13164"/>
                  </a:lnTo>
                  <a:lnTo>
                    <a:pt x="511" y="13203"/>
                  </a:lnTo>
                  <a:lnTo>
                    <a:pt x="499" y="13241"/>
                  </a:lnTo>
                  <a:lnTo>
                    <a:pt x="486" y="13279"/>
                  </a:lnTo>
                  <a:lnTo>
                    <a:pt x="460" y="13305"/>
                  </a:lnTo>
                  <a:lnTo>
                    <a:pt x="422" y="13318"/>
                  </a:lnTo>
                  <a:lnTo>
                    <a:pt x="358" y="13330"/>
                  </a:lnTo>
                  <a:lnTo>
                    <a:pt x="269" y="13279"/>
                  </a:lnTo>
                  <a:lnTo>
                    <a:pt x="230" y="13267"/>
                  </a:lnTo>
                  <a:lnTo>
                    <a:pt x="205" y="13267"/>
                  </a:lnTo>
                  <a:lnTo>
                    <a:pt x="192" y="13279"/>
                  </a:lnTo>
                  <a:lnTo>
                    <a:pt x="192" y="13318"/>
                  </a:lnTo>
                  <a:lnTo>
                    <a:pt x="192" y="13356"/>
                  </a:lnTo>
                  <a:lnTo>
                    <a:pt x="217" y="13407"/>
                  </a:lnTo>
                  <a:lnTo>
                    <a:pt x="269" y="13497"/>
                  </a:lnTo>
                  <a:lnTo>
                    <a:pt x="345" y="13637"/>
                  </a:lnTo>
                  <a:lnTo>
                    <a:pt x="435" y="13778"/>
                  </a:lnTo>
                  <a:lnTo>
                    <a:pt x="626" y="14059"/>
                  </a:lnTo>
                  <a:lnTo>
                    <a:pt x="550" y="14110"/>
                  </a:lnTo>
                  <a:lnTo>
                    <a:pt x="499" y="14148"/>
                  </a:lnTo>
                  <a:lnTo>
                    <a:pt x="460" y="14187"/>
                  </a:lnTo>
                  <a:lnTo>
                    <a:pt x="447" y="14238"/>
                  </a:lnTo>
                  <a:lnTo>
                    <a:pt x="447" y="14289"/>
                  </a:lnTo>
                  <a:lnTo>
                    <a:pt x="460" y="14327"/>
                  </a:lnTo>
                  <a:lnTo>
                    <a:pt x="486" y="14378"/>
                  </a:lnTo>
                  <a:lnTo>
                    <a:pt x="537" y="14417"/>
                  </a:lnTo>
                  <a:lnTo>
                    <a:pt x="588" y="14455"/>
                  </a:lnTo>
                  <a:lnTo>
                    <a:pt x="665" y="14519"/>
                  </a:lnTo>
                  <a:lnTo>
                    <a:pt x="741" y="14583"/>
                  </a:lnTo>
                  <a:lnTo>
                    <a:pt x="793" y="14647"/>
                  </a:lnTo>
                  <a:lnTo>
                    <a:pt x="844" y="14724"/>
                  </a:lnTo>
                  <a:lnTo>
                    <a:pt x="933" y="14890"/>
                  </a:lnTo>
                  <a:lnTo>
                    <a:pt x="997" y="15069"/>
                  </a:lnTo>
                  <a:lnTo>
                    <a:pt x="1061" y="15235"/>
                  </a:lnTo>
                  <a:lnTo>
                    <a:pt x="1150" y="15401"/>
                  </a:lnTo>
                  <a:lnTo>
                    <a:pt x="1202" y="15478"/>
                  </a:lnTo>
                  <a:lnTo>
                    <a:pt x="1253" y="15554"/>
                  </a:lnTo>
                  <a:lnTo>
                    <a:pt x="1329" y="15618"/>
                  </a:lnTo>
                  <a:lnTo>
                    <a:pt x="1419" y="15669"/>
                  </a:lnTo>
                  <a:lnTo>
                    <a:pt x="1432" y="15682"/>
                  </a:lnTo>
                  <a:lnTo>
                    <a:pt x="1432" y="15708"/>
                  </a:lnTo>
                  <a:lnTo>
                    <a:pt x="1444" y="15759"/>
                  </a:lnTo>
                  <a:lnTo>
                    <a:pt x="1457" y="15887"/>
                  </a:lnTo>
                  <a:lnTo>
                    <a:pt x="1470" y="15963"/>
                  </a:lnTo>
                  <a:lnTo>
                    <a:pt x="1495" y="16027"/>
                  </a:lnTo>
                  <a:lnTo>
                    <a:pt x="1534" y="16078"/>
                  </a:lnTo>
                  <a:lnTo>
                    <a:pt x="1598" y="16117"/>
                  </a:lnTo>
                  <a:lnTo>
                    <a:pt x="1687" y="16155"/>
                  </a:lnTo>
                  <a:lnTo>
                    <a:pt x="1764" y="16219"/>
                  </a:lnTo>
                  <a:lnTo>
                    <a:pt x="1815" y="16283"/>
                  </a:lnTo>
                  <a:lnTo>
                    <a:pt x="1853" y="16359"/>
                  </a:lnTo>
                  <a:lnTo>
                    <a:pt x="1879" y="16436"/>
                  </a:lnTo>
                  <a:lnTo>
                    <a:pt x="1904" y="16526"/>
                  </a:lnTo>
                  <a:lnTo>
                    <a:pt x="1917" y="16692"/>
                  </a:lnTo>
                  <a:lnTo>
                    <a:pt x="1943" y="16871"/>
                  </a:lnTo>
                  <a:lnTo>
                    <a:pt x="1994" y="17050"/>
                  </a:lnTo>
                  <a:lnTo>
                    <a:pt x="2045" y="17216"/>
                  </a:lnTo>
                  <a:lnTo>
                    <a:pt x="2109" y="17369"/>
                  </a:lnTo>
                  <a:lnTo>
                    <a:pt x="2198" y="17535"/>
                  </a:lnTo>
                  <a:lnTo>
                    <a:pt x="2288" y="17689"/>
                  </a:lnTo>
                  <a:lnTo>
                    <a:pt x="2390" y="17829"/>
                  </a:lnTo>
                  <a:lnTo>
                    <a:pt x="2492" y="17983"/>
                  </a:lnTo>
                  <a:lnTo>
                    <a:pt x="2659" y="18200"/>
                  </a:lnTo>
                  <a:lnTo>
                    <a:pt x="2722" y="18302"/>
                  </a:lnTo>
                  <a:lnTo>
                    <a:pt x="2786" y="18417"/>
                  </a:lnTo>
                  <a:lnTo>
                    <a:pt x="2837" y="18545"/>
                  </a:lnTo>
                  <a:lnTo>
                    <a:pt x="2863" y="18673"/>
                  </a:lnTo>
                  <a:lnTo>
                    <a:pt x="2876" y="18801"/>
                  </a:lnTo>
                  <a:lnTo>
                    <a:pt x="2863" y="18928"/>
                  </a:lnTo>
                  <a:lnTo>
                    <a:pt x="2837" y="19133"/>
                  </a:lnTo>
                  <a:lnTo>
                    <a:pt x="2837" y="19337"/>
                  </a:lnTo>
                  <a:lnTo>
                    <a:pt x="2850" y="19529"/>
                  </a:lnTo>
                  <a:lnTo>
                    <a:pt x="2863" y="19734"/>
                  </a:lnTo>
                  <a:lnTo>
                    <a:pt x="2876" y="19887"/>
                  </a:lnTo>
                  <a:lnTo>
                    <a:pt x="2863" y="19951"/>
                  </a:lnTo>
                  <a:lnTo>
                    <a:pt x="2850" y="20015"/>
                  </a:lnTo>
                  <a:lnTo>
                    <a:pt x="2812" y="20066"/>
                  </a:lnTo>
                  <a:lnTo>
                    <a:pt x="2748" y="20104"/>
                  </a:lnTo>
                  <a:lnTo>
                    <a:pt x="2659" y="20117"/>
                  </a:lnTo>
                  <a:lnTo>
                    <a:pt x="2556" y="20104"/>
                  </a:lnTo>
                  <a:lnTo>
                    <a:pt x="2518" y="20104"/>
                  </a:lnTo>
                  <a:lnTo>
                    <a:pt x="2480" y="20117"/>
                  </a:lnTo>
                  <a:lnTo>
                    <a:pt x="2467" y="20130"/>
                  </a:lnTo>
                  <a:lnTo>
                    <a:pt x="2454" y="20143"/>
                  </a:lnTo>
                  <a:lnTo>
                    <a:pt x="2441" y="20194"/>
                  </a:lnTo>
                  <a:lnTo>
                    <a:pt x="2454" y="20232"/>
                  </a:lnTo>
                  <a:lnTo>
                    <a:pt x="2492" y="20321"/>
                  </a:lnTo>
                  <a:lnTo>
                    <a:pt x="2505" y="20411"/>
                  </a:lnTo>
                  <a:lnTo>
                    <a:pt x="2518" y="20513"/>
                  </a:lnTo>
                  <a:lnTo>
                    <a:pt x="2543" y="20615"/>
                  </a:lnTo>
                  <a:lnTo>
                    <a:pt x="2582" y="20705"/>
                  </a:lnTo>
                  <a:lnTo>
                    <a:pt x="2607" y="20730"/>
                  </a:lnTo>
                  <a:lnTo>
                    <a:pt x="2646" y="20769"/>
                  </a:lnTo>
                  <a:lnTo>
                    <a:pt x="2697" y="20794"/>
                  </a:lnTo>
                  <a:lnTo>
                    <a:pt x="2761" y="20807"/>
                  </a:lnTo>
                  <a:lnTo>
                    <a:pt x="2914" y="20807"/>
                  </a:lnTo>
                  <a:lnTo>
                    <a:pt x="2978" y="20820"/>
                  </a:lnTo>
                  <a:lnTo>
                    <a:pt x="3042" y="20845"/>
                  </a:lnTo>
                  <a:lnTo>
                    <a:pt x="3106" y="20884"/>
                  </a:lnTo>
                  <a:lnTo>
                    <a:pt x="3157" y="20935"/>
                  </a:lnTo>
                  <a:lnTo>
                    <a:pt x="3246" y="21024"/>
                  </a:lnTo>
                  <a:lnTo>
                    <a:pt x="3349" y="21101"/>
                  </a:lnTo>
                  <a:lnTo>
                    <a:pt x="3451" y="21165"/>
                  </a:lnTo>
                  <a:lnTo>
                    <a:pt x="3553" y="21203"/>
                  </a:lnTo>
                  <a:lnTo>
                    <a:pt x="3668" y="21229"/>
                  </a:lnTo>
                  <a:lnTo>
                    <a:pt x="3770" y="21242"/>
                  </a:lnTo>
                  <a:lnTo>
                    <a:pt x="3885" y="21254"/>
                  </a:lnTo>
                  <a:lnTo>
                    <a:pt x="4000" y="21242"/>
                  </a:lnTo>
                  <a:lnTo>
                    <a:pt x="4218" y="21229"/>
                  </a:lnTo>
                  <a:lnTo>
                    <a:pt x="4448" y="21203"/>
                  </a:lnTo>
                  <a:lnTo>
                    <a:pt x="4678" y="21191"/>
                  </a:lnTo>
                  <a:lnTo>
                    <a:pt x="4780" y="21191"/>
                  </a:lnTo>
                  <a:lnTo>
                    <a:pt x="4895" y="21203"/>
                  </a:lnTo>
                  <a:lnTo>
                    <a:pt x="4933" y="21203"/>
                  </a:lnTo>
                  <a:lnTo>
                    <a:pt x="4985" y="21191"/>
                  </a:lnTo>
                  <a:lnTo>
                    <a:pt x="5074" y="21139"/>
                  </a:lnTo>
                  <a:lnTo>
                    <a:pt x="5151" y="21076"/>
                  </a:lnTo>
                  <a:lnTo>
                    <a:pt x="5189" y="21024"/>
                  </a:lnTo>
                  <a:lnTo>
                    <a:pt x="5215" y="20986"/>
                  </a:lnTo>
                  <a:lnTo>
                    <a:pt x="5253" y="20909"/>
                  </a:lnTo>
                  <a:lnTo>
                    <a:pt x="5304" y="20833"/>
                  </a:lnTo>
                  <a:lnTo>
                    <a:pt x="5355" y="20769"/>
                  </a:lnTo>
                  <a:lnTo>
                    <a:pt x="5419" y="20718"/>
                  </a:lnTo>
                  <a:lnTo>
                    <a:pt x="5573" y="20615"/>
                  </a:lnTo>
                  <a:lnTo>
                    <a:pt x="5726" y="20526"/>
                  </a:lnTo>
                  <a:lnTo>
                    <a:pt x="5866" y="20436"/>
                  </a:lnTo>
                  <a:lnTo>
                    <a:pt x="6007" y="20334"/>
                  </a:lnTo>
                  <a:lnTo>
                    <a:pt x="6071" y="20270"/>
                  </a:lnTo>
                  <a:lnTo>
                    <a:pt x="6122" y="20206"/>
                  </a:lnTo>
                  <a:lnTo>
                    <a:pt x="6160" y="20130"/>
                  </a:lnTo>
                  <a:lnTo>
                    <a:pt x="6199" y="20040"/>
                  </a:lnTo>
                  <a:lnTo>
                    <a:pt x="6212" y="20015"/>
                  </a:lnTo>
                  <a:lnTo>
                    <a:pt x="6263" y="19989"/>
                  </a:lnTo>
                  <a:lnTo>
                    <a:pt x="6327" y="19976"/>
                  </a:lnTo>
                  <a:lnTo>
                    <a:pt x="6544" y="19976"/>
                  </a:lnTo>
                  <a:lnTo>
                    <a:pt x="6723" y="19964"/>
                  </a:lnTo>
                  <a:lnTo>
                    <a:pt x="6889" y="19925"/>
                  </a:lnTo>
                  <a:lnTo>
                    <a:pt x="7055" y="19874"/>
                  </a:lnTo>
                  <a:lnTo>
                    <a:pt x="7221" y="19836"/>
                  </a:lnTo>
                  <a:lnTo>
                    <a:pt x="7387" y="19797"/>
                  </a:lnTo>
                  <a:lnTo>
                    <a:pt x="7554" y="19797"/>
                  </a:lnTo>
                  <a:lnTo>
                    <a:pt x="7643" y="19810"/>
                  </a:lnTo>
                  <a:lnTo>
                    <a:pt x="7720" y="19823"/>
                  </a:lnTo>
                  <a:lnTo>
                    <a:pt x="7847" y="19849"/>
                  </a:lnTo>
                  <a:lnTo>
                    <a:pt x="7962" y="19861"/>
                  </a:lnTo>
                  <a:lnTo>
                    <a:pt x="8065" y="19849"/>
                  </a:lnTo>
                  <a:lnTo>
                    <a:pt x="8167" y="19836"/>
                  </a:lnTo>
                  <a:lnTo>
                    <a:pt x="8359" y="19785"/>
                  </a:lnTo>
                  <a:lnTo>
                    <a:pt x="8563" y="19721"/>
                  </a:lnTo>
                  <a:lnTo>
                    <a:pt x="8602" y="19721"/>
                  </a:lnTo>
                  <a:lnTo>
                    <a:pt x="8640" y="19734"/>
                  </a:lnTo>
                  <a:lnTo>
                    <a:pt x="8780" y="19746"/>
                  </a:lnTo>
                  <a:lnTo>
                    <a:pt x="8895" y="19759"/>
                  </a:lnTo>
                  <a:lnTo>
                    <a:pt x="8998" y="19734"/>
                  </a:lnTo>
                  <a:lnTo>
                    <a:pt x="9074" y="19708"/>
                  </a:lnTo>
                  <a:lnTo>
                    <a:pt x="9138" y="19644"/>
                  </a:lnTo>
                  <a:lnTo>
                    <a:pt x="9202" y="19567"/>
                  </a:lnTo>
                  <a:lnTo>
                    <a:pt x="9253" y="19465"/>
                  </a:lnTo>
                  <a:lnTo>
                    <a:pt x="9304" y="19337"/>
                  </a:lnTo>
                  <a:lnTo>
                    <a:pt x="9356" y="19158"/>
                  </a:lnTo>
                  <a:lnTo>
                    <a:pt x="9381" y="19069"/>
                  </a:lnTo>
                  <a:lnTo>
                    <a:pt x="9407" y="18992"/>
                  </a:lnTo>
                  <a:lnTo>
                    <a:pt x="9458" y="18916"/>
                  </a:lnTo>
                  <a:lnTo>
                    <a:pt x="9522" y="18852"/>
                  </a:lnTo>
                  <a:lnTo>
                    <a:pt x="9598" y="18801"/>
                  </a:lnTo>
                  <a:lnTo>
                    <a:pt x="9713" y="18762"/>
                  </a:lnTo>
                  <a:lnTo>
                    <a:pt x="9803" y="18737"/>
                  </a:lnTo>
                  <a:lnTo>
                    <a:pt x="9892" y="18711"/>
                  </a:lnTo>
                  <a:lnTo>
                    <a:pt x="10059" y="18634"/>
                  </a:lnTo>
                  <a:lnTo>
                    <a:pt x="10225" y="18532"/>
                  </a:lnTo>
                  <a:lnTo>
                    <a:pt x="10378" y="18417"/>
                  </a:lnTo>
                  <a:lnTo>
                    <a:pt x="10621" y="18251"/>
                  </a:lnTo>
                  <a:lnTo>
                    <a:pt x="10736" y="18187"/>
                  </a:lnTo>
                  <a:lnTo>
                    <a:pt x="10864" y="18123"/>
                  </a:lnTo>
                  <a:lnTo>
                    <a:pt x="10992" y="18085"/>
                  </a:lnTo>
                  <a:lnTo>
                    <a:pt x="11132" y="18059"/>
                  </a:lnTo>
                  <a:lnTo>
                    <a:pt x="11285" y="18059"/>
                  </a:lnTo>
                  <a:lnTo>
                    <a:pt x="11452" y="18085"/>
                  </a:lnTo>
                  <a:lnTo>
                    <a:pt x="11516" y="18098"/>
                  </a:lnTo>
                  <a:lnTo>
                    <a:pt x="11579" y="18098"/>
                  </a:lnTo>
                  <a:lnTo>
                    <a:pt x="11707" y="18085"/>
                  </a:lnTo>
                  <a:lnTo>
                    <a:pt x="11848" y="18059"/>
                  </a:lnTo>
                  <a:lnTo>
                    <a:pt x="11976" y="18021"/>
                  </a:lnTo>
                  <a:lnTo>
                    <a:pt x="12295" y="17931"/>
                  </a:lnTo>
                  <a:lnTo>
                    <a:pt x="12615" y="17804"/>
                  </a:lnTo>
                  <a:lnTo>
                    <a:pt x="12921" y="17689"/>
                  </a:lnTo>
                  <a:lnTo>
                    <a:pt x="13241" y="17561"/>
                  </a:lnTo>
                  <a:lnTo>
                    <a:pt x="13560" y="17459"/>
                  </a:lnTo>
                  <a:lnTo>
                    <a:pt x="13727" y="17420"/>
                  </a:lnTo>
                  <a:lnTo>
                    <a:pt x="13893" y="17395"/>
                  </a:lnTo>
                  <a:lnTo>
                    <a:pt x="14059" y="17369"/>
                  </a:lnTo>
                  <a:lnTo>
                    <a:pt x="14225" y="17356"/>
                  </a:lnTo>
                  <a:lnTo>
                    <a:pt x="14404" y="17369"/>
                  </a:lnTo>
                  <a:lnTo>
                    <a:pt x="14583" y="17382"/>
                  </a:lnTo>
                  <a:lnTo>
                    <a:pt x="14621" y="17369"/>
                  </a:lnTo>
                  <a:lnTo>
                    <a:pt x="14660" y="17356"/>
                  </a:lnTo>
                  <a:lnTo>
                    <a:pt x="14698" y="17305"/>
                  </a:lnTo>
                  <a:lnTo>
                    <a:pt x="14749" y="17267"/>
                  </a:lnTo>
                  <a:lnTo>
                    <a:pt x="14787" y="17229"/>
                  </a:lnTo>
                  <a:lnTo>
                    <a:pt x="14838" y="17216"/>
                  </a:lnTo>
                  <a:lnTo>
                    <a:pt x="14877" y="17203"/>
                  </a:lnTo>
                  <a:lnTo>
                    <a:pt x="14928" y="17190"/>
                  </a:lnTo>
                  <a:lnTo>
                    <a:pt x="15017" y="17203"/>
                  </a:lnTo>
                  <a:lnTo>
                    <a:pt x="15094" y="17241"/>
                  </a:lnTo>
                  <a:lnTo>
                    <a:pt x="15171" y="17280"/>
                  </a:lnTo>
                  <a:lnTo>
                    <a:pt x="15247" y="17331"/>
                  </a:lnTo>
                  <a:lnTo>
                    <a:pt x="15299" y="17395"/>
                  </a:lnTo>
                  <a:lnTo>
                    <a:pt x="15363" y="17459"/>
                  </a:lnTo>
                  <a:lnTo>
                    <a:pt x="15439" y="17510"/>
                  </a:lnTo>
                  <a:lnTo>
                    <a:pt x="15567" y="17586"/>
                  </a:lnTo>
                  <a:lnTo>
                    <a:pt x="15720" y="17638"/>
                  </a:lnTo>
                  <a:lnTo>
                    <a:pt x="15874" y="17676"/>
                  </a:lnTo>
                  <a:lnTo>
                    <a:pt x="16027" y="17689"/>
                  </a:lnTo>
                  <a:lnTo>
                    <a:pt x="16180" y="17714"/>
                  </a:lnTo>
                  <a:lnTo>
                    <a:pt x="16462" y="17740"/>
                  </a:lnTo>
                  <a:lnTo>
                    <a:pt x="16628" y="17765"/>
                  </a:lnTo>
                  <a:lnTo>
                    <a:pt x="16768" y="17804"/>
                  </a:lnTo>
                  <a:lnTo>
                    <a:pt x="16883" y="17855"/>
                  </a:lnTo>
                  <a:lnTo>
                    <a:pt x="16973" y="17931"/>
                  </a:lnTo>
                  <a:lnTo>
                    <a:pt x="17037" y="18008"/>
                  </a:lnTo>
                  <a:lnTo>
                    <a:pt x="17088" y="18110"/>
                  </a:lnTo>
                  <a:lnTo>
                    <a:pt x="17126" y="18225"/>
                  </a:lnTo>
                  <a:lnTo>
                    <a:pt x="17152" y="18366"/>
                  </a:lnTo>
                  <a:lnTo>
                    <a:pt x="17165" y="18417"/>
                  </a:lnTo>
                  <a:lnTo>
                    <a:pt x="17203" y="18468"/>
                  </a:lnTo>
                  <a:lnTo>
                    <a:pt x="17254" y="18519"/>
                  </a:lnTo>
                  <a:lnTo>
                    <a:pt x="17318" y="18558"/>
                  </a:lnTo>
                  <a:lnTo>
                    <a:pt x="17497" y="18673"/>
                  </a:lnTo>
                  <a:lnTo>
                    <a:pt x="17650" y="18775"/>
                  </a:lnTo>
                  <a:lnTo>
                    <a:pt x="17778" y="18903"/>
                  </a:lnTo>
                  <a:lnTo>
                    <a:pt x="17893" y="19043"/>
                  </a:lnTo>
                  <a:lnTo>
                    <a:pt x="17970" y="19197"/>
                  </a:lnTo>
                  <a:lnTo>
                    <a:pt x="18008" y="19273"/>
                  </a:lnTo>
                  <a:lnTo>
                    <a:pt x="18034" y="19363"/>
                  </a:lnTo>
                  <a:lnTo>
                    <a:pt x="18059" y="19452"/>
                  </a:lnTo>
                  <a:lnTo>
                    <a:pt x="18072" y="19555"/>
                  </a:lnTo>
                  <a:lnTo>
                    <a:pt x="18072" y="19644"/>
                  </a:lnTo>
                  <a:lnTo>
                    <a:pt x="18072" y="19746"/>
                  </a:lnTo>
                  <a:lnTo>
                    <a:pt x="18072" y="19810"/>
                  </a:lnTo>
                  <a:lnTo>
                    <a:pt x="18085" y="19861"/>
                  </a:lnTo>
                  <a:lnTo>
                    <a:pt x="18110" y="19912"/>
                  </a:lnTo>
                  <a:lnTo>
                    <a:pt x="18149" y="19964"/>
                  </a:lnTo>
                  <a:lnTo>
                    <a:pt x="18200" y="20015"/>
                  </a:lnTo>
                  <a:lnTo>
                    <a:pt x="18251" y="20040"/>
                  </a:lnTo>
                  <a:lnTo>
                    <a:pt x="18315" y="20066"/>
                  </a:lnTo>
                  <a:lnTo>
                    <a:pt x="18404" y="20079"/>
                  </a:lnTo>
                  <a:lnTo>
                    <a:pt x="18468" y="20079"/>
                  </a:lnTo>
                  <a:lnTo>
                    <a:pt x="18519" y="20091"/>
                  </a:lnTo>
                  <a:lnTo>
                    <a:pt x="18558" y="20091"/>
                  </a:lnTo>
                  <a:lnTo>
                    <a:pt x="18570" y="20079"/>
                  </a:lnTo>
                  <a:lnTo>
                    <a:pt x="18596" y="20040"/>
                  </a:lnTo>
                  <a:lnTo>
                    <a:pt x="18609" y="19989"/>
                  </a:lnTo>
                  <a:lnTo>
                    <a:pt x="18634" y="19823"/>
                  </a:lnTo>
                  <a:lnTo>
                    <a:pt x="18685" y="19670"/>
                  </a:lnTo>
                  <a:lnTo>
                    <a:pt x="18749" y="19529"/>
                  </a:lnTo>
                  <a:lnTo>
                    <a:pt x="18839" y="19401"/>
                  </a:lnTo>
                  <a:lnTo>
                    <a:pt x="18941" y="19286"/>
                  </a:lnTo>
                  <a:lnTo>
                    <a:pt x="19069" y="19171"/>
                  </a:lnTo>
                  <a:lnTo>
                    <a:pt x="19209" y="19082"/>
                  </a:lnTo>
                  <a:lnTo>
                    <a:pt x="19376" y="19018"/>
                  </a:lnTo>
                  <a:lnTo>
                    <a:pt x="19427" y="18979"/>
                  </a:lnTo>
                  <a:lnTo>
                    <a:pt x="19465" y="18954"/>
                  </a:lnTo>
                  <a:lnTo>
                    <a:pt x="19503" y="18903"/>
                  </a:lnTo>
                  <a:lnTo>
                    <a:pt x="19516" y="18852"/>
                  </a:lnTo>
                  <a:lnTo>
                    <a:pt x="19555" y="18762"/>
                  </a:lnTo>
                  <a:lnTo>
                    <a:pt x="19593" y="18673"/>
                  </a:lnTo>
                  <a:lnTo>
                    <a:pt x="19644" y="18583"/>
                  </a:lnTo>
                  <a:lnTo>
                    <a:pt x="19695" y="18507"/>
                  </a:lnTo>
                  <a:lnTo>
                    <a:pt x="19772" y="18430"/>
                  </a:lnTo>
                  <a:lnTo>
                    <a:pt x="19849" y="18353"/>
                  </a:lnTo>
                  <a:lnTo>
                    <a:pt x="20015" y="18213"/>
                  </a:lnTo>
                  <a:lnTo>
                    <a:pt x="19989" y="18507"/>
                  </a:lnTo>
                  <a:lnTo>
                    <a:pt x="19938" y="18788"/>
                  </a:lnTo>
                  <a:lnTo>
                    <a:pt x="19874" y="19069"/>
                  </a:lnTo>
                  <a:lnTo>
                    <a:pt x="19785" y="19337"/>
                  </a:lnTo>
                  <a:lnTo>
                    <a:pt x="19682" y="19606"/>
                  </a:lnTo>
                  <a:lnTo>
                    <a:pt x="19555" y="19861"/>
                  </a:lnTo>
                  <a:lnTo>
                    <a:pt x="19427" y="20104"/>
                  </a:lnTo>
                  <a:lnTo>
                    <a:pt x="19273" y="20347"/>
                  </a:lnTo>
                  <a:lnTo>
                    <a:pt x="19414" y="20373"/>
                  </a:lnTo>
                  <a:lnTo>
                    <a:pt x="19529" y="20360"/>
                  </a:lnTo>
                  <a:lnTo>
                    <a:pt x="19618" y="20347"/>
                  </a:lnTo>
                  <a:lnTo>
                    <a:pt x="19708" y="20309"/>
                  </a:lnTo>
                  <a:lnTo>
                    <a:pt x="19772" y="20270"/>
                  </a:lnTo>
                  <a:lnTo>
                    <a:pt x="19823" y="20206"/>
                  </a:lnTo>
                  <a:lnTo>
                    <a:pt x="19874" y="20143"/>
                  </a:lnTo>
                  <a:lnTo>
                    <a:pt x="19900" y="20079"/>
                  </a:lnTo>
                  <a:lnTo>
                    <a:pt x="19951" y="19912"/>
                  </a:lnTo>
                  <a:lnTo>
                    <a:pt x="20002" y="19734"/>
                  </a:lnTo>
                  <a:lnTo>
                    <a:pt x="20053" y="19567"/>
                  </a:lnTo>
                  <a:lnTo>
                    <a:pt x="20079" y="19491"/>
                  </a:lnTo>
                  <a:lnTo>
                    <a:pt x="20130" y="19427"/>
                  </a:lnTo>
                  <a:lnTo>
                    <a:pt x="20219" y="19529"/>
                  </a:lnTo>
                  <a:lnTo>
                    <a:pt x="20283" y="19644"/>
                  </a:lnTo>
                  <a:lnTo>
                    <a:pt x="20347" y="19746"/>
                  </a:lnTo>
                  <a:lnTo>
                    <a:pt x="20385" y="19861"/>
                  </a:lnTo>
                  <a:lnTo>
                    <a:pt x="20411" y="19964"/>
                  </a:lnTo>
                  <a:lnTo>
                    <a:pt x="20436" y="20079"/>
                  </a:lnTo>
                  <a:lnTo>
                    <a:pt x="20436" y="20206"/>
                  </a:lnTo>
                  <a:lnTo>
                    <a:pt x="20424" y="20334"/>
                  </a:lnTo>
                  <a:lnTo>
                    <a:pt x="20424" y="20347"/>
                  </a:lnTo>
                  <a:lnTo>
                    <a:pt x="20424" y="20360"/>
                  </a:lnTo>
                  <a:lnTo>
                    <a:pt x="20411" y="20360"/>
                  </a:lnTo>
                  <a:lnTo>
                    <a:pt x="20411" y="20373"/>
                  </a:lnTo>
                  <a:lnTo>
                    <a:pt x="20411" y="20385"/>
                  </a:lnTo>
                  <a:lnTo>
                    <a:pt x="20398" y="20385"/>
                  </a:lnTo>
                  <a:lnTo>
                    <a:pt x="20398" y="20398"/>
                  </a:lnTo>
                  <a:lnTo>
                    <a:pt x="20373" y="20424"/>
                  </a:lnTo>
                  <a:lnTo>
                    <a:pt x="20321" y="20462"/>
                  </a:lnTo>
                  <a:lnTo>
                    <a:pt x="20270" y="20500"/>
                  </a:lnTo>
                  <a:lnTo>
                    <a:pt x="20219" y="20539"/>
                  </a:lnTo>
                  <a:lnTo>
                    <a:pt x="20194" y="20590"/>
                  </a:lnTo>
                  <a:lnTo>
                    <a:pt x="20194" y="20603"/>
                  </a:lnTo>
                  <a:lnTo>
                    <a:pt x="20194" y="20615"/>
                  </a:lnTo>
                  <a:lnTo>
                    <a:pt x="20194" y="20628"/>
                  </a:lnTo>
                  <a:lnTo>
                    <a:pt x="20206" y="20641"/>
                  </a:lnTo>
                  <a:lnTo>
                    <a:pt x="20206" y="20654"/>
                  </a:lnTo>
                  <a:lnTo>
                    <a:pt x="20219" y="20667"/>
                  </a:lnTo>
                  <a:lnTo>
                    <a:pt x="20219" y="20679"/>
                  </a:lnTo>
                  <a:lnTo>
                    <a:pt x="20232" y="20692"/>
                  </a:lnTo>
                  <a:lnTo>
                    <a:pt x="20245" y="20705"/>
                  </a:lnTo>
                  <a:lnTo>
                    <a:pt x="20245" y="20718"/>
                  </a:lnTo>
                  <a:lnTo>
                    <a:pt x="20424" y="20679"/>
                  </a:lnTo>
                  <a:lnTo>
                    <a:pt x="20615" y="20628"/>
                  </a:lnTo>
                  <a:lnTo>
                    <a:pt x="20986" y="20500"/>
                  </a:lnTo>
                  <a:lnTo>
                    <a:pt x="21127" y="20449"/>
                  </a:lnTo>
                  <a:lnTo>
                    <a:pt x="21012" y="20526"/>
                  </a:lnTo>
                  <a:lnTo>
                    <a:pt x="20935" y="20590"/>
                  </a:lnTo>
                  <a:lnTo>
                    <a:pt x="20922" y="20628"/>
                  </a:lnTo>
                  <a:lnTo>
                    <a:pt x="20909" y="20667"/>
                  </a:lnTo>
                  <a:lnTo>
                    <a:pt x="20909" y="20730"/>
                  </a:lnTo>
                  <a:lnTo>
                    <a:pt x="20935" y="20794"/>
                  </a:lnTo>
                  <a:lnTo>
                    <a:pt x="20986" y="20858"/>
                  </a:lnTo>
                  <a:lnTo>
                    <a:pt x="21114" y="20973"/>
                  </a:lnTo>
                  <a:lnTo>
                    <a:pt x="21203" y="21063"/>
                  </a:lnTo>
                  <a:lnTo>
                    <a:pt x="21280" y="21152"/>
                  </a:lnTo>
                  <a:lnTo>
                    <a:pt x="21331" y="21242"/>
                  </a:lnTo>
                  <a:lnTo>
                    <a:pt x="21369" y="21331"/>
                  </a:lnTo>
                  <a:lnTo>
                    <a:pt x="21395" y="21433"/>
                  </a:lnTo>
                  <a:lnTo>
                    <a:pt x="21408" y="21548"/>
                  </a:lnTo>
                  <a:lnTo>
                    <a:pt x="21395" y="21651"/>
                  </a:lnTo>
                  <a:lnTo>
                    <a:pt x="21369" y="21766"/>
                  </a:lnTo>
                  <a:lnTo>
                    <a:pt x="21357" y="21881"/>
                  </a:lnTo>
                  <a:lnTo>
                    <a:pt x="21357" y="21983"/>
                  </a:lnTo>
                  <a:lnTo>
                    <a:pt x="21382" y="22085"/>
                  </a:lnTo>
                  <a:lnTo>
                    <a:pt x="21433" y="22187"/>
                  </a:lnTo>
                  <a:lnTo>
                    <a:pt x="21484" y="22264"/>
                  </a:lnTo>
                  <a:lnTo>
                    <a:pt x="21536" y="22341"/>
                  </a:lnTo>
                  <a:lnTo>
                    <a:pt x="21676" y="22481"/>
                  </a:lnTo>
                  <a:lnTo>
                    <a:pt x="21817" y="22596"/>
                  </a:lnTo>
                  <a:lnTo>
                    <a:pt x="21983" y="22699"/>
                  </a:lnTo>
                  <a:lnTo>
                    <a:pt x="22302" y="22890"/>
                  </a:lnTo>
                  <a:lnTo>
                    <a:pt x="22469" y="23005"/>
                  </a:lnTo>
                  <a:lnTo>
                    <a:pt x="22609" y="23120"/>
                  </a:lnTo>
                  <a:lnTo>
                    <a:pt x="22647" y="23120"/>
                  </a:lnTo>
                  <a:lnTo>
                    <a:pt x="22711" y="23095"/>
                  </a:lnTo>
                  <a:lnTo>
                    <a:pt x="22929" y="23069"/>
                  </a:lnTo>
                  <a:lnTo>
                    <a:pt x="23146" y="23069"/>
                  </a:lnTo>
                  <a:lnTo>
                    <a:pt x="23248" y="23095"/>
                  </a:lnTo>
                  <a:lnTo>
                    <a:pt x="23350" y="23133"/>
                  </a:lnTo>
                  <a:lnTo>
                    <a:pt x="23453" y="23197"/>
                  </a:lnTo>
                  <a:lnTo>
                    <a:pt x="23542" y="23274"/>
                  </a:lnTo>
                  <a:lnTo>
                    <a:pt x="23632" y="23350"/>
                  </a:lnTo>
                  <a:lnTo>
                    <a:pt x="23721" y="23414"/>
                  </a:lnTo>
                  <a:lnTo>
                    <a:pt x="23811" y="23465"/>
                  </a:lnTo>
                  <a:lnTo>
                    <a:pt x="23900" y="23504"/>
                  </a:lnTo>
                  <a:lnTo>
                    <a:pt x="24002" y="23517"/>
                  </a:lnTo>
                  <a:lnTo>
                    <a:pt x="24092" y="23504"/>
                  </a:lnTo>
                  <a:lnTo>
                    <a:pt x="24194" y="23453"/>
                  </a:lnTo>
                  <a:lnTo>
                    <a:pt x="24283" y="23389"/>
                  </a:lnTo>
                  <a:lnTo>
                    <a:pt x="24360" y="23325"/>
                  </a:lnTo>
                  <a:lnTo>
                    <a:pt x="24437" y="23274"/>
                  </a:lnTo>
                  <a:lnTo>
                    <a:pt x="24603" y="23172"/>
                  </a:lnTo>
                  <a:lnTo>
                    <a:pt x="24692" y="23108"/>
                  </a:lnTo>
                  <a:lnTo>
                    <a:pt x="24756" y="23044"/>
                  </a:lnTo>
                  <a:lnTo>
                    <a:pt x="24820" y="22980"/>
                  </a:lnTo>
                  <a:lnTo>
                    <a:pt x="24871" y="22890"/>
                  </a:lnTo>
                  <a:lnTo>
                    <a:pt x="24897" y="22852"/>
                  </a:lnTo>
                  <a:lnTo>
                    <a:pt x="24948" y="22814"/>
                  </a:lnTo>
                  <a:lnTo>
                    <a:pt x="24986" y="22801"/>
                  </a:lnTo>
                  <a:lnTo>
                    <a:pt x="25025" y="22801"/>
                  </a:lnTo>
                  <a:lnTo>
                    <a:pt x="25063" y="22814"/>
                  </a:lnTo>
                  <a:lnTo>
                    <a:pt x="25101" y="22839"/>
                  </a:lnTo>
                  <a:lnTo>
                    <a:pt x="25140" y="22878"/>
                  </a:lnTo>
                  <a:lnTo>
                    <a:pt x="25152" y="22916"/>
                  </a:lnTo>
                  <a:lnTo>
                    <a:pt x="25152" y="22941"/>
                  </a:lnTo>
                  <a:lnTo>
                    <a:pt x="25140" y="22967"/>
                  </a:lnTo>
                  <a:lnTo>
                    <a:pt x="25101" y="23018"/>
                  </a:lnTo>
                  <a:lnTo>
                    <a:pt x="25050" y="23057"/>
                  </a:lnTo>
                  <a:lnTo>
                    <a:pt x="25012" y="23082"/>
                  </a:lnTo>
                  <a:lnTo>
                    <a:pt x="24961" y="23095"/>
                  </a:lnTo>
                  <a:lnTo>
                    <a:pt x="24948" y="23108"/>
                  </a:lnTo>
                  <a:lnTo>
                    <a:pt x="24935" y="23120"/>
                  </a:lnTo>
                  <a:lnTo>
                    <a:pt x="24935" y="23146"/>
                  </a:lnTo>
                  <a:lnTo>
                    <a:pt x="24935" y="23184"/>
                  </a:lnTo>
                  <a:lnTo>
                    <a:pt x="25025" y="23210"/>
                  </a:lnTo>
                  <a:lnTo>
                    <a:pt x="25089" y="23223"/>
                  </a:lnTo>
                  <a:lnTo>
                    <a:pt x="25152" y="23210"/>
                  </a:lnTo>
                  <a:lnTo>
                    <a:pt x="25204" y="23184"/>
                  </a:lnTo>
                  <a:lnTo>
                    <a:pt x="25255" y="23146"/>
                  </a:lnTo>
                  <a:lnTo>
                    <a:pt x="25306" y="23108"/>
                  </a:lnTo>
                  <a:lnTo>
                    <a:pt x="25383" y="23005"/>
                  </a:lnTo>
                  <a:lnTo>
                    <a:pt x="25421" y="23031"/>
                  </a:lnTo>
                  <a:lnTo>
                    <a:pt x="25446" y="23057"/>
                  </a:lnTo>
                  <a:lnTo>
                    <a:pt x="25459" y="23082"/>
                  </a:lnTo>
                  <a:lnTo>
                    <a:pt x="25472" y="23120"/>
                  </a:lnTo>
                  <a:lnTo>
                    <a:pt x="25459" y="23184"/>
                  </a:lnTo>
                  <a:lnTo>
                    <a:pt x="25446" y="23261"/>
                  </a:lnTo>
                  <a:lnTo>
                    <a:pt x="25446" y="23325"/>
                  </a:lnTo>
                  <a:lnTo>
                    <a:pt x="25459" y="23389"/>
                  </a:lnTo>
                  <a:lnTo>
                    <a:pt x="25472" y="23427"/>
                  </a:lnTo>
                  <a:lnTo>
                    <a:pt x="25498" y="23440"/>
                  </a:lnTo>
                  <a:lnTo>
                    <a:pt x="25536" y="23465"/>
                  </a:lnTo>
                  <a:lnTo>
                    <a:pt x="25587" y="23478"/>
                  </a:lnTo>
                  <a:lnTo>
                    <a:pt x="25651" y="23504"/>
                  </a:lnTo>
                  <a:lnTo>
                    <a:pt x="25702" y="23555"/>
                  </a:lnTo>
                  <a:lnTo>
                    <a:pt x="25766" y="23606"/>
                  </a:lnTo>
                  <a:lnTo>
                    <a:pt x="25817" y="23657"/>
                  </a:lnTo>
                  <a:lnTo>
                    <a:pt x="25881" y="23683"/>
                  </a:lnTo>
                  <a:lnTo>
                    <a:pt x="25907" y="23683"/>
                  </a:lnTo>
                  <a:lnTo>
                    <a:pt x="25932" y="23670"/>
                  </a:lnTo>
                  <a:lnTo>
                    <a:pt x="25970" y="23657"/>
                  </a:lnTo>
                  <a:lnTo>
                    <a:pt x="25996" y="23619"/>
                  </a:lnTo>
                  <a:lnTo>
                    <a:pt x="26034" y="23568"/>
                  </a:lnTo>
                  <a:lnTo>
                    <a:pt x="26073" y="23504"/>
                  </a:lnTo>
                  <a:lnTo>
                    <a:pt x="26137" y="23529"/>
                  </a:lnTo>
                  <a:lnTo>
                    <a:pt x="26303" y="23529"/>
                  </a:lnTo>
                  <a:lnTo>
                    <a:pt x="26392" y="23491"/>
                  </a:lnTo>
                  <a:lnTo>
                    <a:pt x="26469" y="23427"/>
                  </a:lnTo>
                  <a:lnTo>
                    <a:pt x="26622" y="23299"/>
                  </a:lnTo>
                  <a:lnTo>
                    <a:pt x="26699" y="23235"/>
                  </a:lnTo>
                  <a:lnTo>
                    <a:pt x="26788" y="23197"/>
                  </a:lnTo>
                  <a:lnTo>
                    <a:pt x="26852" y="23159"/>
                  </a:lnTo>
                  <a:lnTo>
                    <a:pt x="26903" y="23120"/>
                  </a:lnTo>
                  <a:lnTo>
                    <a:pt x="26980" y="23031"/>
                  </a:lnTo>
                  <a:lnTo>
                    <a:pt x="27018" y="22980"/>
                  </a:lnTo>
                  <a:lnTo>
                    <a:pt x="27057" y="22941"/>
                  </a:lnTo>
                  <a:lnTo>
                    <a:pt x="27108" y="22903"/>
                  </a:lnTo>
                  <a:lnTo>
                    <a:pt x="27159" y="22890"/>
                  </a:lnTo>
                  <a:lnTo>
                    <a:pt x="27402" y="22865"/>
                  </a:lnTo>
                  <a:lnTo>
                    <a:pt x="27645" y="22839"/>
                  </a:lnTo>
                  <a:lnTo>
                    <a:pt x="27900" y="22826"/>
                  </a:lnTo>
                  <a:lnTo>
                    <a:pt x="28028" y="22826"/>
                  </a:lnTo>
                  <a:lnTo>
                    <a:pt x="28156" y="22852"/>
                  </a:lnTo>
                  <a:lnTo>
                    <a:pt x="28297" y="22865"/>
                  </a:lnTo>
                  <a:lnTo>
                    <a:pt x="28412" y="22852"/>
                  </a:lnTo>
                  <a:lnTo>
                    <a:pt x="28514" y="22826"/>
                  </a:lnTo>
                  <a:lnTo>
                    <a:pt x="28603" y="22763"/>
                  </a:lnTo>
                  <a:lnTo>
                    <a:pt x="28667" y="22686"/>
                  </a:lnTo>
                  <a:lnTo>
                    <a:pt x="28718" y="22584"/>
                  </a:lnTo>
                  <a:lnTo>
                    <a:pt x="28744" y="22469"/>
                  </a:lnTo>
                  <a:lnTo>
                    <a:pt x="28769" y="22328"/>
                  </a:lnTo>
                  <a:lnTo>
                    <a:pt x="28795" y="22034"/>
                  </a:lnTo>
                  <a:lnTo>
                    <a:pt x="28833" y="21881"/>
                  </a:lnTo>
                  <a:lnTo>
                    <a:pt x="28859" y="21740"/>
                  </a:lnTo>
                  <a:lnTo>
                    <a:pt x="28897" y="21600"/>
                  </a:lnTo>
                  <a:lnTo>
                    <a:pt x="28948" y="21459"/>
                  </a:lnTo>
                  <a:lnTo>
                    <a:pt x="29012" y="21331"/>
                  </a:lnTo>
                  <a:lnTo>
                    <a:pt x="29089" y="21203"/>
                  </a:lnTo>
                  <a:lnTo>
                    <a:pt x="29255" y="20948"/>
                  </a:lnTo>
                  <a:lnTo>
                    <a:pt x="29396" y="20679"/>
                  </a:lnTo>
                  <a:lnTo>
                    <a:pt x="29677" y="20155"/>
                  </a:lnTo>
                  <a:lnTo>
                    <a:pt x="29830" y="19823"/>
                  </a:lnTo>
                  <a:lnTo>
                    <a:pt x="29984" y="19491"/>
                  </a:lnTo>
                  <a:lnTo>
                    <a:pt x="30073" y="19325"/>
                  </a:lnTo>
                  <a:lnTo>
                    <a:pt x="30175" y="19171"/>
                  </a:lnTo>
                  <a:lnTo>
                    <a:pt x="30278" y="19031"/>
                  </a:lnTo>
                  <a:lnTo>
                    <a:pt x="30418" y="18903"/>
                  </a:lnTo>
                  <a:lnTo>
                    <a:pt x="30635" y="18698"/>
                  </a:lnTo>
                  <a:lnTo>
                    <a:pt x="30840" y="18494"/>
                  </a:lnTo>
                  <a:lnTo>
                    <a:pt x="31032" y="18277"/>
                  </a:lnTo>
                  <a:lnTo>
                    <a:pt x="31185" y="18047"/>
                  </a:lnTo>
                  <a:lnTo>
                    <a:pt x="31326" y="17804"/>
                  </a:lnTo>
                  <a:lnTo>
                    <a:pt x="31389" y="17676"/>
                  </a:lnTo>
                  <a:lnTo>
                    <a:pt x="31441" y="17548"/>
                  </a:lnTo>
                  <a:lnTo>
                    <a:pt x="31479" y="17407"/>
                  </a:lnTo>
                  <a:lnTo>
                    <a:pt x="31517" y="17280"/>
                  </a:lnTo>
                  <a:lnTo>
                    <a:pt x="31543" y="17139"/>
                  </a:lnTo>
                  <a:lnTo>
                    <a:pt x="31568" y="16986"/>
                  </a:lnTo>
                  <a:lnTo>
                    <a:pt x="31581" y="16935"/>
                  </a:lnTo>
                  <a:lnTo>
                    <a:pt x="31607" y="16883"/>
                  </a:lnTo>
                  <a:lnTo>
                    <a:pt x="31671" y="16781"/>
                  </a:lnTo>
                  <a:lnTo>
                    <a:pt x="31773" y="16602"/>
                  </a:lnTo>
                  <a:lnTo>
                    <a:pt x="31850" y="16436"/>
                  </a:lnTo>
                  <a:lnTo>
                    <a:pt x="31875" y="16334"/>
                  </a:lnTo>
                  <a:lnTo>
                    <a:pt x="31888" y="16244"/>
                  </a:lnTo>
                  <a:lnTo>
                    <a:pt x="31901" y="16155"/>
                  </a:lnTo>
                  <a:lnTo>
                    <a:pt x="31888" y="16053"/>
                  </a:lnTo>
                  <a:lnTo>
                    <a:pt x="31888" y="15989"/>
                  </a:lnTo>
                  <a:lnTo>
                    <a:pt x="31901" y="15912"/>
                  </a:lnTo>
                  <a:lnTo>
                    <a:pt x="31913" y="15861"/>
                  </a:lnTo>
                  <a:lnTo>
                    <a:pt x="31965" y="15797"/>
                  </a:lnTo>
                  <a:lnTo>
                    <a:pt x="32067" y="15708"/>
                  </a:lnTo>
                  <a:lnTo>
                    <a:pt x="32131" y="15605"/>
                  </a:lnTo>
                  <a:lnTo>
                    <a:pt x="32169" y="15490"/>
                  </a:lnTo>
                  <a:lnTo>
                    <a:pt x="32195" y="15388"/>
                  </a:lnTo>
                  <a:lnTo>
                    <a:pt x="32195" y="15273"/>
                  </a:lnTo>
                  <a:lnTo>
                    <a:pt x="32169" y="15158"/>
                  </a:lnTo>
                  <a:lnTo>
                    <a:pt x="32118" y="14928"/>
                  </a:lnTo>
                  <a:lnTo>
                    <a:pt x="32028" y="14545"/>
                  </a:lnTo>
                  <a:lnTo>
                    <a:pt x="31990" y="14366"/>
                  </a:lnTo>
                  <a:lnTo>
                    <a:pt x="31952" y="14174"/>
                  </a:lnTo>
                  <a:lnTo>
                    <a:pt x="31926" y="13982"/>
                  </a:lnTo>
                  <a:lnTo>
                    <a:pt x="31926" y="13791"/>
                  </a:lnTo>
                  <a:lnTo>
                    <a:pt x="31926" y="13599"/>
                  </a:lnTo>
                  <a:lnTo>
                    <a:pt x="31952" y="13407"/>
                  </a:lnTo>
                  <a:lnTo>
                    <a:pt x="31990" y="13190"/>
                  </a:lnTo>
                  <a:lnTo>
                    <a:pt x="31990" y="13139"/>
                  </a:lnTo>
                  <a:lnTo>
                    <a:pt x="31990" y="13075"/>
                  </a:lnTo>
                  <a:lnTo>
                    <a:pt x="31977" y="13024"/>
                  </a:lnTo>
                  <a:lnTo>
                    <a:pt x="31952" y="12973"/>
                  </a:lnTo>
                  <a:lnTo>
                    <a:pt x="32028" y="12909"/>
                  </a:lnTo>
                  <a:lnTo>
                    <a:pt x="32092" y="12845"/>
                  </a:lnTo>
                  <a:lnTo>
                    <a:pt x="32131" y="12768"/>
                  </a:lnTo>
                  <a:lnTo>
                    <a:pt x="32156" y="12691"/>
                  </a:lnTo>
                  <a:lnTo>
                    <a:pt x="32207" y="12513"/>
                  </a:lnTo>
                  <a:lnTo>
                    <a:pt x="32246" y="12436"/>
                  </a:lnTo>
                  <a:lnTo>
                    <a:pt x="32284" y="12372"/>
                  </a:lnTo>
                  <a:lnTo>
                    <a:pt x="32284" y="12346"/>
                  </a:lnTo>
                  <a:lnTo>
                    <a:pt x="32259" y="12308"/>
                  </a:lnTo>
                  <a:lnTo>
                    <a:pt x="32195" y="12219"/>
                  </a:lnTo>
                  <a:lnTo>
                    <a:pt x="32169" y="12193"/>
                  </a:lnTo>
                  <a:lnTo>
                    <a:pt x="32144" y="12193"/>
                  </a:lnTo>
                  <a:lnTo>
                    <a:pt x="32144" y="12219"/>
                  </a:lnTo>
                  <a:lnTo>
                    <a:pt x="32131" y="12244"/>
                  </a:lnTo>
                  <a:lnTo>
                    <a:pt x="32118" y="12295"/>
                  </a:lnTo>
                  <a:lnTo>
                    <a:pt x="32080" y="12346"/>
                  </a:lnTo>
                  <a:lnTo>
                    <a:pt x="32003" y="12449"/>
                  </a:lnTo>
                  <a:lnTo>
                    <a:pt x="31977" y="12500"/>
                  </a:lnTo>
                  <a:lnTo>
                    <a:pt x="31952" y="12551"/>
                  </a:lnTo>
                  <a:lnTo>
                    <a:pt x="31939" y="12615"/>
                  </a:lnTo>
                  <a:lnTo>
                    <a:pt x="31965" y="12691"/>
                  </a:lnTo>
                  <a:lnTo>
                    <a:pt x="31965" y="12691"/>
                  </a:lnTo>
                  <a:lnTo>
                    <a:pt x="31850" y="12564"/>
                  </a:lnTo>
                  <a:lnTo>
                    <a:pt x="31747" y="12449"/>
                  </a:lnTo>
                  <a:lnTo>
                    <a:pt x="31658" y="12321"/>
                  </a:lnTo>
                  <a:lnTo>
                    <a:pt x="31581" y="12180"/>
                  </a:lnTo>
                  <a:lnTo>
                    <a:pt x="31479" y="11989"/>
                  </a:lnTo>
                  <a:lnTo>
                    <a:pt x="31364" y="11810"/>
                  </a:lnTo>
                  <a:lnTo>
                    <a:pt x="31236" y="11631"/>
                  </a:lnTo>
                  <a:lnTo>
                    <a:pt x="31172" y="11554"/>
                  </a:lnTo>
                  <a:lnTo>
                    <a:pt x="31096" y="11490"/>
                  </a:lnTo>
                  <a:lnTo>
                    <a:pt x="31019" y="11439"/>
                  </a:lnTo>
                  <a:lnTo>
                    <a:pt x="30942" y="11413"/>
                  </a:lnTo>
                  <a:lnTo>
                    <a:pt x="30853" y="11375"/>
                  </a:lnTo>
                  <a:lnTo>
                    <a:pt x="30789" y="11337"/>
                  </a:lnTo>
                  <a:lnTo>
                    <a:pt x="30725" y="11286"/>
                  </a:lnTo>
                  <a:lnTo>
                    <a:pt x="30699" y="11260"/>
                  </a:lnTo>
                  <a:lnTo>
                    <a:pt x="30687" y="11222"/>
                  </a:lnTo>
                  <a:lnTo>
                    <a:pt x="30674" y="11183"/>
                  </a:lnTo>
                  <a:lnTo>
                    <a:pt x="30674" y="11132"/>
                  </a:lnTo>
                  <a:lnTo>
                    <a:pt x="30687" y="11081"/>
                  </a:lnTo>
                  <a:lnTo>
                    <a:pt x="30712" y="11017"/>
                  </a:lnTo>
                  <a:lnTo>
                    <a:pt x="30699" y="10992"/>
                  </a:lnTo>
                  <a:lnTo>
                    <a:pt x="30661" y="10966"/>
                  </a:lnTo>
                  <a:lnTo>
                    <a:pt x="30635" y="10928"/>
                  </a:lnTo>
                  <a:lnTo>
                    <a:pt x="30610" y="10928"/>
                  </a:lnTo>
                  <a:lnTo>
                    <a:pt x="30495" y="10953"/>
                  </a:lnTo>
                  <a:lnTo>
                    <a:pt x="30431" y="10966"/>
                  </a:lnTo>
                  <a:lnTo>
                    <a:pt x="30393" y="10941"/>
                  </a:lnTo>
                  <a:lnTo>
                    <a:pt x="30367" y="10902"/>
                  </a:lnTo>
                  <a:lnTo>
                    <a:pt x="30367" y="10864"/>
                  </a:lnTo>
                  <a:lnTo>
                    <a:pt x="30367" y="10800"/>
                  </a:lnTo>
                  <a:lnTo>
                    <a:pt x="30405" y="10698"/>
                  </a:lnTo>
                  <a:lnTo>
                    <a:pt x="30418" y="10621"/>
                  </a:lnTo>
                  <a:lnTo>
                    <a:pt x="30431" y="10544"/>
                  </a:lnTo>
                  <a:lnTo>
                    <a:pt x="30431" y="10468"/>
                  </a:lnTo>
                  <a:lnTo>
                    <a:pt x="30418" y="10404"/>
                  </a:lnTo>
                  <a:lnTo>
                    <a:pt x="30393" y="10353"/>
                  </a:lnTo>
                  <a:lnTo>
                    <a:pt x="30354" y="10301"/>
                  </a:lnTo>
                  <a:lnTo>
                    <a:pt x="30278" y="10199"/>
                  </a:lnTo>
                  <a:lnTo>
                    <a:pt x="30175" y="10110"/>
                  </a:lnTo>
                  <a:lnTo>
                    <a:pt x="30073" y="10020"/>
                  </a:lnTo>
                  <a:lnTo>
                    <a:pt x="29971" y="9931"/>
                  </a:lnTo>
                  <a:lnTo>
                    <a:pt x="29894" y="9841"/>
                  </a:lnTo>
                  <a:lnTo>
                    <a:pt x="29856" y="9816"/>
                  </a:lnTo>
                  <a:lnTo>
                    <a:pt x="29817" y="9803"/>
                  </a:lnTo>
                  <a:lnTo>
                    <a:pt x="29792" y="9816"/>
                  </a:lnTo>
                  <a:lnTo>
                    <a:pt x="29779" y="9829"/>
                  </a:lnTo>
                  <a:lnTo>
                    <a:pt x="29754" y="9854"/>
                  </a:lnTo>
                  <a:lnTo>
                    <a:pt x="29741" y="9880"/>
                  </a:lnTo>
                  <a:lnTo>
                    <a:pt x="29754" y="9931"/>
                  </a:lnTo>
                  <a:lnTo>
                    <a:pt x="29754" y="9969"/>
                  </a:lnTo>
                  <a:lnTo>
                    <a:pt x="29754" y="9995"/>
                  </a:lnTo>
                  <a:lnTo>
                    <a:pt x="29741" y="10008"/>
                  </a:lnTo>
                  <a:lnTo>
                    <a:pt x="29651" y="10008"/>
                  </a:lnTo>
                  <a:lnTo>
                    <a:pt x="29587" y="9982"/>
                  </a:lnTo>
                  <a:lnTo>
                    <a:pt x="29536" y="9956"/>
                  </a:lnTo>
                  <a:lnTo>
                    <a:pt x="29498" y="9905"/>
                  </a:lnTo>
                  <a:lnTo>
                    <a:pt x="29485" y="9854"/>
                  </a:lnTo>
                  <a:lnTo>
                    <a:pt x="29472" y="9726"/>
                  </a:lnTo>
                  <a:lnTo>
                    <a:pt x="29447" y="9611"/>
                  </a:lnTo>
                  <a:lnTo>
                    <a:pt x="29396" y="9381"/>
                  </a:lnTo>
                  <a:lnTo>
                    <a:pt x="29370" y="9164"/>
                  </a:lnTo>
                  <a:lnTo>
                    <a:pt x="29345" y="9049"/>
                  </a:lnTo>
                  <a:lnTo>
                    <a:pt x="29319" y="8947"/>
                  </a:lnTo>
                  <a:lnTo>
                    <a:pt x="29281" y="8845"/>
                  </a:lnTo>
                  <a:lnTo>
                    <a:pt x="29255" y="8806"/>
                  </a:lnTo>
                  <a:lnTo>
                    <a:pt x="29217" y="8755"/>
                  </a:lnTo>
                  <a:lnTo>
                    <a:pt x="29166" y="8717"/>
                  </a:lnTo>
                  <a:lnTo>
                    <a:pt x="29114" y="8691"/>
                  </a:lnTo>
                  <a:lnTo>
                    <a:pt x="29051" y="8653"/>
                  </a:lnTo>
                  <a:lnTo>
                    <a:pt x="28974" y="8627"/>
                  </a:lnTo>
                  <a:lnTo>
                    <a:pt x="28936" y="8614"/>
                  </a:lnTo>
                  <a:lnTo>
                    <a:pt x="28910" y="8576"/>
                  </a:lnTo>
                  <a:lnTo>
                    <a:pt x="28872" y="8538"/>
                  </a:lnTo>
                  <a:lnTo>
                    <a:pt x="28859" y="8487"/>
                  </a:lnTo>
                  <a:lnTo>
                    <a:pt x="28846" y="8436"/>
                  </a:lnTo>
                  <a:lnTo>
                    <a:pt x="28846" y="8384"/>
                  </a:lnTo>
                  <a:lnTo>
                    <a:pt x="28859" y="8346"/>
                  </a:lnTo>
                  <a:lnTo>
                    <a:pt x="28884" y="8320"/>
                  </a:lnTo>
                  <a:lnTo>
                    <a:pt x="28974" y="8231"/>
                  </a:lnTo>
                  <a:lnTo>
                    <a:pt x="28999" y="8193"/>
                  </a:lnTo>
                  <a:lnTo>
                    <a:pt x="29012" y="8167"/>
                  </a:lnTo>
                  <a:lnTo>
                    <a:pt x="29012" y="8142"/>
                  </a:lnTo>
                  <a:lnTo>
                    <a:pt x="28999" y="8116"/>
                  </a:lnTo>
                  <a:lnTo>
                    <a:pt x="28961" y="8078"/>
                  </a:lnTo>
                  <a:lnTo>
                    <a:pt x="28846" y="8001"/>
                  </a:lnTo>
                  <a:lnTo>
                    <a:pt x="28795" y="7975"/>
                  </a:lnTo>
                  <a:lnTo>
                    <a:pt x="28782" y="7950"/>
                  </a:lnTo>
                  <a:lnTo>
                    <a:pt x="28769" y="7924"/>
                  </a:lnTo>
                  <a:lnTo>
                    <a:pt x="28718" y="7963"/>
                  </a:lnTo>
                  <a:lnTo>
                    <a:pt x="28667" y="7975"/>
                  </a:lnTo>
                  <a:lnTo>
                    <a:pt x="28642" y="7963"/>
                  </a:lnTo>
                  <a:lnTo>
                    <a:pt x="28616" y="7950"/>
                  </a:lnTo>
                  <a:lnTo>
                    <a:pt x="28552" y="7886"/>
                  </a:lnTo>
                  <a:lnTo>
                    <a:pt x="28527" y="7860"/>
                  </a:lnTo>
                  <a:lnTo>
                    <a:pt x="28501" y="7835"/>
                  </a:lnTo>
                  <a:lnTo>
                    <a:pt x="28335" y="7758"/>
                  </a:lnTo>
                  <a:lnTo>
                    <a:pt x="28182" y="7643"/>
                  </a:lnTo>
                  <a:lnTo>
                    <a:pt x="27900" y="7413"/>
                  </a:lnTo>
                  <a:lnTo>
                    <a:pt x="27760" y="7298"/>
                  </a:lnTo>
                  <a:lnTo>
                    <a:pt x="27606" y="7196"/>
                  </a:lnTo>
                  <a:lnTo>
                    <a:pt x="27440" y="7119"/>
                  </a:lnTo>
                  <a:lnTo>
                    <a:pt x="27364" y="7081"/>
                  </a:lnTo>
                  <a:lnTo>
                    <a:pt x="27261" y="7055"/>
                  </a:lnTo>
                  <a:lnTo>
                    <a:pt x="27185" y="7030"/>
                  </a:lnTo>
                  <a:lnTo>
                    <a:pt x="27121" y="6991"/>
                  </a:lnTo>
                  <a:lnTo>
                    <a:pt x="27070" y="6953"/>
                  </a:lnTo>
                  <a:lnTo>
                    <a:pt x="27031" y="6902"/>
                  </a:lnTo>
                  <a:lnTo>
                    <a:pt x="27006" y="6851"/>
                  </a:lnTo>
                  <a:lnTo>
                    <a:pt x="26993" y="6774"/>
                  </a:lnTo>
                  <a:lnTo>
                    <a:pt x="26993" y="6697"/>
                  </a:lnTo>
                  <a:lnTo>
                    <a:pt x="27018" y="6608"/>
                  </a:lnTo>
                  <a:lnTo>
                    <a:pt x="27044" y="6531"/>
                  </a:lnTo>
                  <a:lnTo>
                    <a:pt x="27070" y="6480"/>
                  </a:lnTo>
                  <a:lnTo>
                    <a:pt x="27082" y="6429"/>
                  </a:lnTo>
                  <a:lnTo>
                    <a:pt x="27082" y="6378"/>
                  </a:lnTo>
                  <a:lnTo>
                    <a:pt x="27057" y="6327"/>
                  </a:lnTo>
                  <a:lnTo>
                    <a:pt x="27018" y="6301"/>
                  </a:lnTo>
                  <a:lnTo>
                    <a:pt x="26955" y="6276"/>
                  </a:lnTo>
                  <a:lnTo>
                    <a:pt x="26865" y="6263"/>
                  </a:lnTo>
                  <a:lnTo>
                    <a:pt x="26827" y="6250"/>
                  </a:lnTo>
                  <a:lnTo>
                    <a:pt x="26827" y="6237"/>
                  </a:lnTo>
                  <a:lnTo>
                    <a:pt x="26827" y="6212"/>
                  </a:lnTo>
                  <a:lnTo>
                    <a:pt x="26865" y="6135"/>
                  </a:lnTo>
                  <a:lnTo>
                    <a:pt x="26891" y="6058"/>
                  </a:lnTo>
                  <a:lnTo>
                    <a:pt x="26903" y="5969"/>
                  </a:lnTo>
                  <a:lnTo>
                    <a:pt x="26903" y="5892"/>
                  </a:lnTo>
                  <a:lnTo>
                    <a:pt x="26903" y="5803"/>
                  </a:lnTo>
                  <a:lnTo>
                    <a:pt x="26878" y="5637"/>
                  </a:lnTo>
                  <a:lnTo>
                    <a:pt x="26840" y="5458"/>
                  </a:lnTo>
                  <a:lnTo>
                    <a:pt x="26788" y="5317"/>
                  </a:lnTo>
                  <a:lnTo>
                    <a:pt x="26725" y="5189"/>
                  </a:lnTo>
                  <a:lnTo>
                    <a:pt x="26571" y="4934"/>
                  </a:lnTo>
                  <a:lnTo>
                    <a:pt x="26494" y="4806"/>
                  </a:lnTo>
                  <a:lnTo>
                    <a:pt x="26431" y="4665"/>
                  </a:lnTo>
                  <a:lnTo>
                    <a:pt x="26405" y="4589"/>
                  </a:lnTo>
                  <a:lnTo>
                    <a:pt x="26379" y="4512"/>
                  </a:lnTo>
                  <a:lnTo>
                    <a:pt x="26379" y="4435"/>
                  </a:lnTo>
                  <a:lnTo>
                    <a:pt x="26379" y="4346"/>
                  </a:lnTo>
                  <a:lnTo>
                    <a:pt x="26379" y="4180"/>
                  </a:lnTo>
                  <a:lnTo>
                    <a:pt x="26379" y="4001"/>
                  </a:lnTo>
                  <a:lnTo>
                    <a:pt x="26354" y="3822"/>
                  </a:lnTo>
                  <a:lnTo>
                    <a:pt x="26316" y="3643"/>
                  </a:lnTo>
                  <a:lnTo>
                    <a:pt x="26277" y="3566"/>
                  </a:lnTo>
                  <a:lnTo>
                    <a:pt x="26239" y="3477"/>
                  </a:lnTo>
                  <a:lnTo>
                    <a:pt x="26201" y="3400"/>
                  </a:lnTo>
                  <a:lnTo>
                    <a:pt x="26137" y="3336"/>
                  </a:lnTo>
                  <a:lnTo>
                    <a:pt x="26073" y="3259"/>
                  </a:lnTo>
                  <a:lnTo>
                    <a:pt x="25996" y="3195"/>
                  </a:lnTo>
                  <a:lnTo>
                    <a:pt x="25907" y="3144"/>
                  </a:lnTo>
                  <a:lnTo>
                    <a:pt x="25804" y="3093"/>
                  </a:lnTo>
                  <a:lnTo>
                    <a:pt x="25804" y="2991"/>
                  </a:lnTo>
                  <a:lnTo>
                    <a:pt x="25792" y="2953"/>
                  </a:lnTo>
                  <a:lnTo>
                    <a:pt x="25779" y="2927"/>
                  </a:lnTo>
                  <a:lnTo>
                    <a:pt x="25766" y="2914"/>
                  </a:lnTo>
                  <a:lnTo>
                    <a:pt x="25740" y="2902"/>
                  </a:lnTo>
                  <a:lnTo>
                    <a:pt x="25689" y="2889"/>
                  </a:lnTo>
                  <a:lnTo>
                    <a:pt x="25638" y="2889"/>
                  </a:lnTo>
                  <a:lnTo>
                    <a:pt x="25587" y="2914"/>
                  </a:lnTo>
                  <a:lnTo>
                    <a:pt x="25498" y="2965"/>
                  </a:lnTo>
                  <a:lnTo>
                    <a:pt x="25357" y="3068"/>
                  </a:lnTo>
                  <a:lnTo>
                    <a:pt x="25293" y="3093"/>
                  </a:lnTo>
                  <a:lnTo>
                    <a:pt x="25242" y="3106"/>
                  </a:lnTo>
                  <a:lnTo>
                    <a:pt x="25165" y="3106"/>
                  </a:lnTo>
                  <a:lnTo>
                    <a:pt x="25140" y="3093"/>
                  </a:lnTo>
                  <a:lnTo>
                    <a:pt x="25114" y="3068"/>
                  </a:lnTo>
                  <a:lnTo>
                    <a:pt x="25076" y="2991"/>
                  </a:lnTo>
                  <a:lnTo>
                    <a:pt x="25050" y="2902"/>
                  </a:lnTo>
                  <a:lnTo>
                    <a:pt x="25012" y="2697"/>
                  </a:lnTo>
                  <a:lnTo>
                    <a:pt x="24974" y="2493"/>
                  </a:lnTo>
                  <a:lnTo>
                    <a:pt x="24961" y="2390"/>
                  </a:lnTo>
                  <a:lnTo>
                    <a:pt x="24974" y="2288"/>
                  </a:lnTo>
                  <a:lnTo>
                    <a:pt x="24986" y="2186"/>
                  </a:lnTo>
                  <a:lnTo>
                    <a:pt x="24974" y="2084"/>
                  </a:lnTo>
                  <a:lnTo>
                    <a:pt x="24961" y="1994"/>
                  </a:lnTo>
                  <a:lnTo>
                    <a:pt x="24935" y="1892"/>
                  </a:lnTo>
                  <a:lnTo>
                    <a:pt x="24871" y="1713"/>
                  </a:lnTo>
                  <a:lnTo>
                    <a:pt x="24795" y="1521"/>
                  </a:lnTo>
                  <a:lnTo>
                    <a:pt x="24731" y="1393"/>
                  </a:lnTo>
                  <a:lnTo>
                    <a:pt x="24667" y="1253"/>
                  </a:lnTo>
                  <a:lnTo>
                    <a:pt x="24526" y="984"/>
                  </a:lnTo>
                  <a:lnTo>
                    <a:pt x="24462" y="844"/>
                  </a:lnTo>
                  <a:lnTo>
                    <a:pt x="24411" y="703"/>
                  </a:lnTo>
                  <a:lnTo>
                    <a:pt x="24386" y="563"/>
                  </a:lnTo>
                  <a:lnTo>
                    <a:pt x="24386" y="397"/>
                  </a:lnTo>
                  <a:lnTo>
                    <a:pt x="24386" y="345"/>
                  </a:lnTo>
                  <a:lnTo>
                    <a:pt x="24360" y="294"/>
                  </a:lnTo>
                  <a:lnTo>
                    <a:pt x="24335" y="256"/>
                  </a:lnTo>
                  <a:lnTo>
                    <a:pt x="24296" y="205"/>
                  </a:lnTo>
                  <a:lnTo>
                    <a:pt x="24219" y="115"/>
                  </a:lnTo>
                  <a:lnTo>
                    <a:pt x="24194" y="77"/>
                  </a:lnTo>
                  <a:lnTo>
                    <a:pt x="24168" y="13"/>
                  </a:lnTo>
                  <a:lnTo>
                    <a:pt x="2416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219;p78">
              <a:extLst>
                <a:ext uri="{FF2B5EF4-FFF2-40B4-BE49-F238E27FC236}">
                  <a16:creationId xmlns:a16="http://schemas.microsoft.com/office/drawing/2014/main" id="{4C8C12EC-CAB1-5858-8BD6-081CF8AF6AEF}"/>
                </a:ext>
              </a:extLst>
            </p:cNvPr>
            <p:cNvSpPr/>
            <p:nvPr/>
          </p:nvSpPr>
          <p:spPr>
            <a:xfrm>
              <a:off x="5574350" y="3422525"/>
              <a:ext cx="5150" cy="5775"/>
            </a:xfrm>
            <a:custGeom>
              <a:avLst/>
              <a:gdLst/>
              <a:ahLst/>
              <a:cxnLst/>
              <a:rect l="l" t="t" r="r" b="b"/>
              <a:pathLst>
                <a:path w="206" h="231" extrusionOk="0">
                  <a:moveTo>
                    <a:pt x="39" y="1"/>
                  </a:moveTo>
                  <a:lnTo>
                    <a:pt x="1" y="129"/>
                  </a:lnTo>
                  <a:lnTo>
                    <a:pt x="141" y="231"/>
                  </a:lnTo>
                  <a:lnTo>
                    <a:pt x="205" y="154"/>
                  </a:lnTo>
                  <a:lnTo>
                    <a:pt x="3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220;p78">
              <a:extLst>
                <a:ext uri="{FF2B5EF4-FFF2-40B4-BE49-F238E27FC236}">
                  <a16:creationId xmlns:a16="http://schemas.microsoft.com/office/drawing/2014/main" id="{FA8E66BA-C43D-D917-C4C6-8B7FCC9E4B90}"/>
                </a:ext>
              </a:extLst>
            </p:cNvPr>
            <p:cNvSpPr/>
            <p:nvPr/>
          </p:nvSpPr>
          <p:spPr>
            <a:xfrm>
              <a:off x="5582675" y="3431800"/>
              <a:ext cx="11825" cy="13125"/>
            </a:xfrm>
            <a:custGeom>
              <a:avLst/>
              <a:gdLst/>
              <a:ahLst/>
              <a:cxnLst/>
              <a:rect l="l" t="t" r="r" b="b"/>
              <a:pathLst>
                <a:path w="473" h="525" extrusionOk="0">
                  <a:moveTo>
                    <a:pt x="51" y="1"/>
                  </a:moveTo>
                  <a:lnTo>
                    <a:pt x="0" y="26"/>
                  </a:lnTo>
                  <a:lnTo>
                    <a:pt x="38" y="128"/>
                  </a:lnTo>
                  <a:lnTo>
                    <a:pt x="38" y="282"/>
                  </a:lnTo>
                  <a:lnTo>
                    <a:pt x="205" y="243"/>
                  </a:lnTo>
                  <a:lnTo>
                    <a:pt x="205" y="435"/>
                  </a:lnTo>
                  <a:lnTo>
                    <a:pt x="332" y="525"/>
                  </a:lnTo>
                  <a:lnTo>
                    <a:pt x="473" y="525"/>
                  </a:lnTo>
                  <a:lnTo>
                    <a:pt x="332" y="320"/>
                  </a:lnTo>
                  <a:lnTo>
                    <a:pt x="243" y="282"/>
                  </a:lnTo>
                  <a:lnTo>
                    <a:pt x="205" y="154"/>
                  </a:lnTo>
                  <a:lnTo>
                    <a:pt x="5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221;p78">
              <a:extLst>
                <a:ext uri="{FF2B5EF4-FFF2-40B4-BE49-F238E27FC236}">
                  <a16:creationId xmlns:a16="http://schemas.microsoft.com/office/drawing/2014/main" id="{0E099272-FEFD-E972-B272-79ECBFB84E1A}"/>
                </a:ext>
              </a:extLst>
            </p:cNvPr>
            <p:cNvSpPr/>
            <p:nvPr/>
          </p:nvSpPr>
          <p:spPr>
            <a:xfrm>
              <a:off x="5553600" y="3378125"/>
              <a:ext cx="7050" cy="1950"/>
            </a:xfrm>
            <a:custGeom>
              <a:avLst/>
              <a:gdLst/>
              <a:ahLst/>
              <a:cxnLst/>
              <a:rect l="l" t="t" r="r" b="b"/>
              <a:pathLst>
                <a:path w="282" h="78" extrusionOk="0">
                  <a:moveTo>
                    <a:pt x="77" y="0"/>
                  </a:moveTo>
                  <a:lnTo>
                    <a:pt x="0" y="77"/>
                  </a:lnTo>
                  <a:lnTo>
                    <a:pt x="281" y="77"/>
                  </a:lnTo>
                  <a:lnTo>
                    <a:pt x="281" y="39"/>
                  </a:lnTo>
                  <a:lnTo>
                    <a:pt x="7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222;p78">
              <a:extLst>
                <a:ext uri="{FF2B5EF4-FFF2-40B4-BE49-F238E27FC236}">
                  <a16:creationId xmlns:a16="http://schemas.microsoft.com/office/drawing/2014/main" id="{D905D2E4-D520-F611-C627-FC3C63D4FFB3}"/>
                </a:ext>
              </a:extLst>
            </p:cNvPr>
            <p:cNvSpPr/>
            <p:nvPr/>
          </p:nvSpPr>
          <p:spPr>
            <a:xfrm>
              <a:off x="5688425" y="3500825"/>
              <a:ext cx="212175" cy="57850"/>
            </a:xfrm>
            <a:custGeom>
              <a:avLst/>
              <a:gdLst/>
              <a:ahLst/>
              <a:cxnLst/>
              <a:rect l="l" t="t" r="r" b="b"/>
              <a:pathLst>
                <a:path w="8487" h="2314" extrusionOk="0">
                  <a:moveTo>
                    <a:pt x="665" y="0"/>
                  </a:moveTo>
                  <a:lnTo>
                    <a:pt x="448" y="256"/>
                  </a:lnTo>
                  <a:lnTo>
                    <a:pt x="563" y="460"/>
                  </a:lnTo>
                  <a:lnTo>
                    <a:pt x="346" y="588"/>
                  </a:lnTo>
                  <a:lnTo>
                    <a:pt x="205" y="741"/>
                  </a:lnTo>
                  <a:lnTo>
                    <a:pt x="103" y="614"/>
                  </a:lnTo>
                  <a:lnTo>
                    <a:pt x="1" y="741"/>
                  </a:lnTo>
                  <a:lnTo>
                    <a:pt x="282" y="793"/>
                  </a:lnTo>
                  <a:lnTo>
                    <a:pt x="384" y="818"/>
                  </a:lnTo>
                  <a:lnTo>
                    <a:pt x="525" y="716"/>
                  </a:lnTo>
                  <a:lnTo>
                    <a:pt x="742" y="844"/>
                  </a:lnTo>
                  <a:lnTo>
                    <a:pt x="857" y="793"/>
                  </a:lnTo>
                  <a:lnTo>
                    <a:pt x="882" y="844"/>
                  </a:lnTo>
                  <a:lnTo>
                    <a:pt x="1049" y="869"/>
                  </a:lnTo>
                  <a:lnTo>
                    <a:pt x="1074" y="984"/>
                  </a:lnTo>
                  <a:lnTo>
                    <a:pt x="972" y="1074"/>
                  </a:lnTo>
                  <a:lnTo>
                    <a:pt x="959" y="1202"/>
                  </a:lnTo>
                  <a:lnTo>
                    <a:pt x="1803" y="1329"/>
                  </a:lnTo>
                  <a:lnTo>
                    <a:pt x="2212" y="1534"/>
                  </a:lnTo>
                  <a:lnTo>
                    <a:pt x="2621" y="1572"/>
                  </a:lnTo>
                  <a:lnTo>
                    <a:pt x="2723" y="1457"/>
                  </a:lnTo>
                  <a:lnTo>
                    <a:pt x="3375" y="1483"/>
                  </a:lnTo>
                  <a:lnTo>
                    <a:pt x="4001" y="1649"/>
                  </a:lnTo>
                  <a:lnTo>
                    <a:pt x="4487" y="1905"/>
                  </a:lnTo>
                  <a:lnTo>
                    <a:pt x="5036" y="1943"/>
                  </a:lnTo>
                  <a:lnTo>
                    <a:pt x="5266" y="2020"/>
                  </a:lnTo>
                  <a:lnTo>
                    <a:pt x="5343" y="1968"/>
                  </a:lnTo>
                  <a:lnTo>
                    <a:pt x="5765" y="1968"/>
                  </a:lnTo>
                  <a:lnTo>
                    <a:pt x="5880" y="2032"/>
                  </a:lnTo>
                  <a:lnTo>
                    <a:pt x="6199" y="2058"/>
                  </a:lnTo>
                  <a:lnTo>
                    <a:pt x="6468" y="1892"/>
                  </a:lnTo>
                  <a:lnTo>
                    <a:pt x="7017" y="2186"/>
                  </a:lnTo>
                  <a:lnTo>
                    <a:pt x="7554" y="2313"/>
                  </a:lnTo>
                  <a:lnTo>
                    <a:pt x="7605" y="2262"/>
                  </a:lnTo>
                  <a:lnTo>
                    <a:pt x="7490" y="2237"/>
                  </a:lnTo>
                  <a:lnTo>
                    <a:pt x="7426" y="2096"/>
                  </a:lnTo>
                  <a:lnTo>
                    <a:pt x="7413" y="1917"/>
                  </a:lnTo>
                  <a:lnTo>
                    <a:pt x="7490" y="1853"/>
                  </a:lnTo>
                  <a:lnTo>
                    <a:pt x="7541" y="1943"/>
                  </a:lnTo>
                  <a:lnTo>
                    <a:pt x="7605" y="2058"/>
                  </a:lnTo>
                  <a:lnTo>
                    <a:pt x="7746" y="2058"/>
                  </a:lnTo>
                  <a:lnTo>
                    <a:pt x="7912" y="2186"/>
                  </a:lnTo>
                  <a:lnTo>
                    <a:pt x="8078" y="2313"/>
                  </a:lnTo>
                  <a:lnTo>
                    <a:pt x="8282" y="2186"/>
                  </a:lnTo>
                  <a:lnTo>
                    <a:pt x="8487" y="2058"/>
                  </a:lnTo>
                  <a:lnTo>
                    <a:pt x="8333" y="1841"/>
                  </a:lnTo>
                  <a:lnTo>
                    <a:pt x="8040" y="1738"/>
                  </a:lnTo>
                  <a:lnTo>
                    <a:pt x="7797" y="1853"/>
                  </a:lnTo>
                  <a:lnTo>
                    <a:pt x="7490" y="1828"/>
                  </a:lnTo>
                  <a:lnTo>
                    <a:pt x="7528" y="1547"/>
                  </a:lnTo>
                  <a:lnTo>
                    <a:pt x="7298" y="1508"/>
                  </a:lnTo>
                  <a:lnTo>
                    <a:pt x="7209" y="1380"/>
                  </a:lnTo>
                  <a:lnTo>
                    <a:pt x="7132" y="1496"/>
                  </a:lnTo>
                  <a:lnTo>
                    <a:pt x="6825" y="1508"/>
                  </a:lnTo>
                  <a:lnTo>
                    <a:pt x="6570" y="1547"/>
                  </a:lnTo>
                  <a:lnTo>
                    <a:pt x="6148" y="1329"/>
                  </a:lnTo>
                  <a:lnTo>
                    <a:pt x="6174" y="1163"/>
                  </a:lnTo>
                  <a:lnTo>
                    <a:pt x="6059" y="1074"/>
                  </a:lnTo>
                  <a:lnTo>
                    <a:pt x="6774" y="1074"/>
                  </a:lnTo>
                  <a:lnTo>
                    <a:pt x="7119" y="895"/>
                  </a:lnTo>
                  <a:lnTo>
                    <a:pt x="7234" y="805"/>
                  </a:lnTo>
                  <a:lnTo>
                    <a:pt x="6237" y="793"/>
                  </a:lnTo>
                  <a:lnTo>
                    <a:pt x="6161" y="908"/>
                  </a:lnTo>
                  <a:lnTo>
                    <a:pt x="6110" y="984"/>
                  </a:lnTo>
                  <a:lnTo>
                    <a:pt x="6097" y="997"/>
                  </a:lnTo>
                  <a:lnTo>
                    <a:pt x="6084" y="984"/>
                  </a:lnTo>
                  <a:lnTo>
                    <a:pt x="6071" y="959"/>
                  </a:lnTo>
                  <a:lnTo>
                    <a:pt x="6059" y="933"/>
                  </a:lnTo>
                  <a:lnTo>
                    <a:pt x="6007" y="869"/>
                  </a:lnTo>
                  <a:lnTo>
                    <a:pt x="5931" y="793"/>
                  </a:lnTo>
                  <a:lnTo>
                    <a:pt x="5471" y="793"/>
                  </a:lnTo>
                  <a:lnTo>
                    <a:pt x="5177" y="575"/>
                  </a:lnTo>
                  <a:lnTo>
                    <a:pt x="5177" y="703"/>
                  </a:lnTo>
                  <a:lnTo>
                    <a:pt x="4755" y="703"/>
                  </a:lnTo>
                  <a:lnTo>
                    <a:pt x="4704" y="396"/>
                  </a:lnTo>
                  <a:lnTo>
                    <a:pt x="4435" y="396"/>
                  </a:lnTo>
                  <a:lnTo>
                    <a:pt x="4320" y="793"/>
                  </a:lnTo>
                  <a:lnTo>
                    <a:pt x="3835" y="793"/>
                  </a:lnTo>
                  <a:lnTo>
                    <a:pt x="3605" y="741"/>
                  </a:lnTo>
                  <a:lnTo>
                    <a:pt x="3272" y="793"/>
                  </a:lnTo>
                  <a:lnTo>
                    <a:pt x="2966" y="793"/>
                  </a:lnTo>
                  <a:lnTo>
                    <a:pt x="2838" y="741"/>
                  </a:lnTo>
                  <a:lnTo>
                    <a:pt x="2646" y="396"/>
                  </a:lnTo>
                  <a:lnTo>
                    <a:pt x="1905" y="230"/>
                  </a:lnTo>
                  <a:lnTo>
                    <a:pt x="1726" y="0"/>
                  </a:lnTo>
                  <a:lnTo>
                    <a:pt x="1496" y="51"/>
                  </a:lnTo>
                  <a:lnTo>
                    <a:pt x="1061" y="51"/>
                  </a:lnTo>
                  <a:lnTo>
                    <a:pt x="755" y="102"/>
                  </a:lnTo>
                  <a:lnTo>
                    <a:pt x="66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223;p78">
              <a:extLst>
                <a:ext uri="{FF2B5EF4-FFF2-40B4-BE49-F238E27FC236}">
                  <a16:creationId xmlns:a16="http://schemas.microsoft.com/office/drawing/2014/main" id="{5F979BC9-119D-14BA-B948-C0CF4B9D9A33}"/>
                </a:ext>
              </a:extLst>
            </p:cNvPr>
            <p:cNvSpPr/>
            <p:nvPr/>
          </p:nvSpPr>
          <p:spPr>
            <a:xfrm>
              <a:off x="6440250" y="4194475"/>
              <a:ext cx="7050" cy="12175"/>
            </a:xfrm>
            <a:custGeom>
              <a:avLst/>
              <a:gdLst/>
              <a:ahLst/>
              <a:cxnLst/>
              <a:rect l="l" t="t" r="r" b="b"/>
              <a:pathLst>
                <a:path w="282" h="487" extrusionOk="0">
                  <a:moveTo>
                    <a:pt x="154" y="1"/>
                  </a:moveTo>
                  <a:lnTo>
                    <a:pt x="90" y="14"/>
                  </a:lnTo>
                  <a:lnTo>
                    <a:pt x="64" y="26"/>
                  </a:lnTo>
                  <a:lnTo>
                    <a:pt x="39" y="65"/>
                  </a:lnTo>
                  <a:lnTo>
                    <a:pt x="39" y="103"/>
                  </a:lnTo>
                  <a:lnTo>
                    <a:pt x="39" y="180"/>
                  </a:lnTo>
                  <a:lnTo>
                    <a:pt x="26" y="231"/>
                  </a:lnTo>
                  <a:lnTo>
                    <a:pt x="13" y="256"/>
                  </a:lnTo>
                  <a:lnTo>
                    <a:pt x="0" y="333"/>
                  </a:lnTo>
                  <a:lnTo>
                    <a:pt x="0" y="410"/>
                  </a:lnTo>
                  <a:lnTo>
                    <a:pt x="13" y="435"/>
                  </a:lnTo>
                  <a:lnTo>
                    <a:pt x="26" y="461"/>
                  </a:lnTo>
                  <a:lnTo>
                    <a:pt x="52" y="474"/>
                  </a:lnTo>
                  <a:lnTo>
                    <a:pt x="90" y="486"/>
                  </a:lnTo>
                  <a:lnTo>
                    <a:pt x="141" y="486"/>
                  </a:lnTo>
                  <a:lnTo>
                    <a:pt x="179" y="461"/>
                  </a:lnTo>
                  <a:lnTo>
                    <a:pt x="218" y="435"/>
                  </a:lnTo>
                  <a:lnTo>
                    <a:pt x="243" y="410"/>
                  </a:lnTo>
                  <a:lnTo>
                    <a:pt x="269" y="320"/>
                  </a:lnTo>
                  <a:lnTo>
                    <a:pt x="282" y="244"/>
                  </a:lnTo>
                  <a:lnTo>
                    <a:pt x="282" y="167"/>
                  </a:lnTo>
                  <a:lnTo>
                    <a:pt x="269" y="90"/>
                  </a:lnTo>
                  <a:lnTo>
                    <a:pt x="243" y="52"/>
                  </a:lnTo>
                  <a:lnTo>
                    <a:pt x="218" y="26"/>
                  </a:lnTo>
                  <a:lnTo>
                    <a:pt x="192" y="14"/>
                  </a:lnTo>
                  <a:lnTo>
                    <a:pt x="15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224;p78">
              <a:extLst>
                <a:ext uri="{FF2B5EF4-FFF2-40B4-BE49-F238E27FC236}">
                  <a16:creationId xmlns:a16="http://schemas.microsoft.com/office/drawing/2014/main" id="{241911A6-463A-E94B-D8FB-190480A0E6AB}"/>
                </a:ext>
              </a:extLst>
            </p:cNvPr>
            <p:cNvSpPr/>
            <p:nvPr/>
          </p:nvSpPr>
          <p:spPr>
            <a:xfrm>
              <a:off x="6453675" y="4216850"/>
              <a:ext cx="64550" cy="69350"/>
            </a:xfrm>
            <a:custGeom>
              <a:avLst/>
              <a:gdLst/>
              <a:ahLst/>
              <a:cxnLst/>
              <a:rect l="l" t="t" r="r" b="b"/>
              <a:pathLst>
                <a:path w="2582" h="2774" extrusionOk="0">
                  <a:moveTo>
                    <a:pt x="115" y="0"/>
                  </a:moveTo>
                  <a:lnTo>
                    <a:pt x="51" y="103"/>
                  </a:lnTo>
                  <a:lnTo>
                    <a:pt x="13" y="218"/>
                  </a:lnTo>
                  <a:lnTo>
                    <a:pt x="0" y="320"/>
                  </a:lnTo>
                  <a:lnTo>
                    <a:pt x="0" y="422"/>
                  </a:lnTo>
                  <a:lnTo>
                    <a:pt x="13" y="537"/>
                  </a:lnTo>
                  <a:lnTo>
                    <a:pt x="39" y="639"/>
                  </a:lnTo>
                  <a:lnTo>
                    <a:pt x="77" y="755"/>
                  </a:lnTo>
                  <a:lnTo>
                    <a:pt x="128" y="857"/>
                  </a:lnTo>
                  <a:lnTo>
                    <a:pt x="230" y="1048"/>
                  </a:lnTo>
                  <a:lnTo>
                    <a:pt x="307" y="1240"/>
                  </a:lnTo>
                  <a:lnTo>
                    <a:pt x="332" y="1342"/>
                  </a:lnTo>
                  <a:lnTo>
                    <a:pt x="345" y="1445"/>
                  </a:lnTo>
                  <a:lnTo>
                    <a:pt x="358" y="1560"/>
                  </a:lnTo>
                  <a:lnTo>
                    <a:pt x="358" y="1675"/>
                  </a:lnTo>
                  <a:lnTo>
                    <a:pt x="358" y="1751"/>
                  </a:lnTo>
                  <a:lnTo>
                    <a:pt x="358" y="1841"/>
                  </a:lnTo>
                  <a:lnTo>
                    <a:pt x="384" y="1918"/>
                  </a:lnTo>
                  <a:lnTo>
                    <a:pt x="409" y="2007"/>
                  </a:lnTo>
                  <a:lnTo>
                    <a:pt x="448" y="2084"/>
                  </a:lnTo>
                  <a:lnTo>
                    <a:pt x="499" y="2173"/>
                  </a:lnTo>
                  <a:lnTo>
                    <a:pt x="614" y="2327"/>
                  </a:lnTo>
                  <a:lnTo>
                    <a:pt x="754" y="2467"/>
                  </a:lnTo>
                  <a:lnTo>
                    <a:pt x="895" y="2595"/>
                  </a:lnTo>
                  <a:lnTo>
                    <a:pt x="984" y="2633"/>
                  </a:lnTo>
                  <a:lnTo>
                    <a:pt x="1061" y="2684"/>
                  </a:lnTo>
                  <a:lnTo>
                    <a:pt x="1138" y="2710"/>
                  </a:lnTo>
                  <a:lnTo>
                    <a:pt x="1227" y="2736"/>
                  </a:lnTo>
                  <a:lnTo>
                    <a:pt x="1304" y="2761"/>
                  </a:lnTo>
                  <a:lnTo>
                    <a:pt x="1381" y="2774"/>
                  </a:lnTo>
                  <a:lnTo>
                    <a:pt x="1419" y="2761"/>
                  </a:lnTo>
                  <a:lnTo>
                    <a:pt x="1457" y="2748"/>
                  </a:lnTo>
                  <a:lnTo>
                    <a:pt x="1483" y="2710"/>
                  </a:lnTo>
                  <a:lnTo>
                    <a:pt x="1508" y="2646"/>
                  </a:lnTo>
                  <a:lnTo>
                    <a:pt x="1534" y="2531"/>
                  </a:lnTo>
                  <a:lnTo>
                    <a:pt x="1547" y="2505"/>
                  </a:lnTo>
                  <a:lnTo>
                    <a:pt x="1559" y="2493"/>
                  </a:lnTo>
                  <a:lnTo>
                    <a:pt x="1585" y="2480"/>
                  </a:lnTo>
                  <a:lnTo>
                    <a:pt x="1598" y="2493"/>
                  </a:lnTo>
                  <a:lnTo>
                    <a:pt x="1636" y="2518"/>
                  </a:lnTo>
                  <a:lnTo>
                    <a:pt x="1726" y="2608"/>
                  </a:lnTo>
                  <a:lnTo>
                    <a:pt x="1764" y="2633"/>
                  </a:lnTo>
                  <a:lnTo>
                    <a:pt x="1777" y="2633"/>
                  </a:lnTo>
                  <a:lnTo>
                    <a:pt x="1789" y="2620"/>
                  </a:lnTo>
                  <a:lnTo>
                    <a:pt x="1802" y="2518"/>
                  </a:lnTo>
                  <a:lnTo>
                    <a:pt x="1802" y="2403"/>
                  </a:lnTo>
                  <a:lnTo>
                    <a:pt x="1815" y="2339"/>
                  </a:lnTo>
                  <a:lnTo>
                    <a:pt x="1841" y="2288"/>
                  </a:lnTo>
                  <a:lnTo>
                    <a:pt x="1879" y="2237"/>
                  </a:lnTo>
                  <a:lnTo>
                    <a:pt x="1917" y="2173"/>
                  </a:lnTo>
                  <a:lnTo>
                    <a:pt x="1956" y="2212"/>
                  </a:lnTo>
                  <a:lnTo>
                    <a:pt x="1968" y="2263"/>
                  </a:lnTo>
                  <a:lnTo>
                    <a:pt x="1981" y="2352"/>
                  </a:lnTo>
                  <a:lnTo>
                    <a:pt x="1981" y="2403"/>
                  </a:lnTo>
                  <a:lnTo>
                    <a:pt x="2007" y="2429"/>
                  </a:lnTo>
                  <a:lnTo>
                    <a:pt x="2032" y="2454"/>
                  </a:lnTo>
                  <a:lnTo>
                    <a:pt x="2096" y="2454"/>
                  </a:lnTo>
                  <a:lnTo>
                    <a:pt x="2160" y="2442"/>
                  </a:lnTo>
                  <a:lnTo>
                    <a:pt x="2198" y="2429"/>
                  </a:lnTo>
                  <a:lnTo>
                    <a:pt x="2224" y="2390"/>
                  </a:lnTo>
                  <a:lnTo>
                    <a:pt x="2237" y="2365"/>
                  </a:lnTo>
                  <a:lnTo>
                    <a:pt x="2224" y="2275"/>
                  </a:lnTo>
                  <a:lnTo>
                    <a:pt x="2198" y="2199"/>
                  </a:lnTo>
                  <a:lnTo>
                    <a:pt x="2198" y="2135"/>
                  </a:lnTo>
                  <a:lnTo>
                    <a:pt x="2211" y="2084"/>
                  </a:lnTo>
                  <a:lnTo>
                    <a:pt x="2237" y="1981"/>
                  </a:lnTo>
                  <a:lnTo>
                    <a:pt x="2275" y="1815"/>
                  </a:lnTo>
                  <a:lnTo>
                    <a:pt x="2339" y="1662"/>
                  </a:lnTo>
                  <a:lnTo>
                    <a:pt x="2454" y="1342"/>
                  </a:lnTo>
                  <a:lnTo>
                    <a:pt x="2518" y="1176"/>
                  </a:lnTo>
                  <a:lnTo>
                    <a:pt x="2556" y="1010"/>
                  </a:lnTo>
                  <a:lnTo>
                    <a:pt x="2582" y="844"/>
                  </a:lnTo>
                  <a:lnTo>
                    <a:pt x="2582" y="755"/>
                  </a:lnTo>
                  <a:lnTo>
                    <a:pt x="2569" y="665"/>
                  </a:lnTo>
                  <a:lnTo>
                    <a:pt x="2556" y="563"/>
                  </a:lnTo>
                  <a:lnTo>
                    <a:pt x="2544" y="486"/>
                  </a:lnTo>
                  <a:lnTo>
                    <a:pt x="2518" y="422"/>
                  </a:lnTo>
                  <a:lnTo>
                    <a:pt x="2480" y="384"/>
                  </a:lnTo>
                  <a:lnTo>
                    <a:pt x="2441" y="358"/>
                  </a:lnTo>
                  <a:lnTo>
                    <a:pt x="2377" y="333"/>
                  </a:lnTo>
                  <a:lnTo>
                    <a:pt x="2211" y="333"/>
                  </a:lnTo>
                  <a:lnTo>
                    <a:pt x="2096" y="346"/>
                  </a:lnTo>
                  <a:lnTo>
                    <a:pt x="1994" y="384"/>
                  </a:lnTo>
                  <a:lnTo>
                    <a:pt x="1892" y="409"/>
                  </a:lnTo>
                  <a:lnTo>
                    <a:pt x="1789" y="435"/>
                  </a:lnTo>
                  <a:lnTo>
                    <a:pt x="1687" y="461"/>
                  </a:lnTo>
                  <a:lnTo>
                    <a:pt x="1585" y="499"/>
                  </a:lnTo>
                  <a:lnTo>
                    <a:pt x="1381" y="550"/>
                  </a:lnTo>
                  <a:lnTo>
                    <a:pt x="1278" y="576"/>
                  </a:lnTo>
                  <a:lnTo>
                    <a:pt x="1176" y="576"/>
                  </a:lnTo>
                  <a:lnTo>
                    <a:pt x="1074" y="563"/>
                  </a:lnTo>
                  <a:lnTo>
                    <a:pt x="959" y="512"/>
                  </a:lnTo>
                  <a:lnTo>
                    <a:pt x="754" y="397"/>
                  </a:lnTo>
                  <a:lnTo>
                    <a:pt x="537" y="269"/>
                  </a:lnTo>
                  <a:lnTo>
                    <a:pt x="11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225;p78">
              <a:extLst>
                <a:ext uri="{FF2B5EF4-FFF2-40B4-BE49-F238E27FC236}">
                  <a16:creationId xmlns:a16="http://schemas.microsoft.com/office/drawing/2014/main" id="{FB5FCB79-432F-0B4C-39A6-3B8FD1DE7C37}"/>
                </a:ext>
              </a:extLst>
            </p:cNvPr>
            <p:cNvSpPr/>
            <p:nvPr/>
          </p:nvSpPr>
          <p:spPr>
            <a:xfrm>
              <a:off x="5483925" y="3265025"/>
              <a:ext cx="221150" cy="237100"/>
            </a:xfrm>
            <a:custGeom>
              <a:avLst/>
              <a:gdLst/>
              <a:ahLst/>
              <a:cxnLst/>
              <a:rect l="l" t="t" r="r" b="b"/>
              <a:pathLst>
                <a:path w="8846" h="9484" extrusionOk="0">
                  <a:moveTo>
                    <a:pt x="1" y="0"/>
                  </a:moveTo>
                  <a:lnTo>
                    <a:pt x="141" y="269"/>
                  </a:lnTo>
                  <a:lnTo>
                    <a:pt x="78" y="435"/>
                  </a:lnTo>
                  <a:lnTo>
                    <a:pt x="231" y="601"/>
                  </a:lnTo>
                  <a:lnTo>
                    <a:pt x="333" y="844"/>
                  </a:lnTo>
                  <a:lnTo>
                    <a:pt x="908" y="1329"/>
                  </a:lnTo>
                  <a:lnTo>
                    <a:pt x="1177" y="1687"/>
                  </a:lnTo>
                  <a:lnTo>
                    <a:pt x="1458" y="1687"/>
                  </a:lnTo>
                  <a:lnTo>
                    <a:pt x="1739" y="1994"/>
                  </a:lnTo>
                  <a:lnTo>
                    <a:pt x="1880" y="2313"/>
                  </a:lnTo>
                  <a:lnTo>
                    <a:pt x="2020" y="2313"/>
                  </a:lnTo>
                  <a:lnTo>
                    <a:pt x="2135" y="2812"/>
                  </a:lnTo>
                  <a:lnTo>
                    <a:pt x="2250" y="2863"/>
                  </a:lnTo>
                  <a:lnTo>
                    <a:pt x="2365" y="2863"/>
                  </a:lnTo>
                  <a:lnTo>
                    <a:pt x="2646" y="3067"/>
                  </a:lnTo>
                  <a:lnTo>
                    <a:pt x="2774" y="3067"/>
                  </a:lnTo>
                  <a:lnTo>
                    <a:pt x="2928" y="3323"/>
                  </a:lnTo>
                  <a:lnTo>
                    <a:pt x="3043" y="3323"/>
                  </a:lnTo>
                  <a:lnTo>
                    <a:pt x="2992" y="3413"/>
                  </a:lnTo>
                  <a:lnTo>
                    <a:pt x="3183" y="3988"/>
                  </a:lnTo>
                  <a:lnTo>
                    <a:pt x="3311" y="4512"/>
                  </a:lnTo>
                  <a:lnTo>
                    <a:pt x="3669" y="4563"/>
                  </a:lnTo>
                  <a:lnTo>
                    <a:pt x="3771" y="4716"/>
                  </a:lnTo>
                  <a:lnTo>
                    <a:pt x="3771" y="4921"/>
                  </a:lnTo>
                  <a:lnTo>
                    <a:pt x="3976" y="5036"/>
                  </a:lnTo>
                  <a:lnTo>
                    <a:pt x="4321" y="5419"/>
                  </a:lnTo>
                  <a:lnTo>
                    <a:pt x="4321" y="5585"/>
                  </a:lnTo>
                  <a:lnTo>
                    <a:pt x="4359" y="5739"/>
                  </a:lnTo>
                  <a:lnTo>
                    <a:pt x="4474" y="5739"/>
                  </a:lnTo>
                  <a:lnTo>
                    <a:pt x="4755" y="6301"/>
                  </a:lnTo>
                  <a:lnTo>
                    <a:pt x="4653" y="6442"/>
                  </a:lnTo>
                  <a:lnTo>
                    <a:pt x="4934" y="6851"/>
                  </a:lnTo>
                  <a:lnTo>
                    <a:pt x="5075" y="6851"/>
                  </a:lnTo>
                  <a:lnTo>
                    <a:pt x="5267" y="7336"/>
                  </a:lnTo>
                  <a:lnTo>
                    <a:pt x="5867" y="7668"/>
                  </a:lnTo>
                  <a:lnTo>
                    <a:pt x="5867" y="7860"/>
                  </a:lnTo>
                  <a:lnTo>
                    <a:pt x="6302" y="8244"/>
                  </a:lnTo>
                  <a:lnTo>
                    <a:pt x="6327" y="8320"/>
                  </a:lnTo>
                  <a:lnTo>
                    <a:pt x="6493" y="8359"/>
                  </a:lnTo>
                  <a:lnTo>
                    <a:pt x="6698" y="8576"/>
                  </a:lnTo>
                  <a:lnTo>
                    <a:pt x="6890" y="8678"/>
                  </a:lnTo>
                  <a:lnTo>
                    <a:pt x="7171" y="8832"/>
                  </a:lnTo>
                  <a:lnTo>
                    <a:pt x="7171" y="8921"/>
                  </a:lnTo>
                  <a:lnTo>
                    <a:pt x="7350" y="9100"/>
                  </a:lnTo>
                  <a:lnTo>
                    <a:pt x="7516" y="9279"/>
                  </a:lnTo>
                  <a:lnTo>
                    <a:pt x="7759" y="9483"/>
                  </a:lnTo>
                  <a:lnTo>
                    <a:pt x="7835" y="9445"/>
                  </a:lnTo>
                  <a:lnTo>
                    <a:pt x="7695" y="9164"/>
                  </a:lnTo>
                  <a:lnTo>
                    <a:pt x="7759" y="9113"/>
                  </a:lnTo>
                  <a:lnTo>
                    <a:pt x="8117" y="9381"/>
                  </a:lnTo>
                  <a:lnTo>
                    <a:pt x="8193" y="9304"/>
                  </a:lnTo>
                  <a:lnTo>
                    <a:pt x="8193" y="9177"/>
                  </a:lnTo>
                  <a:lnTo>
                    <a:pt x="8219" y="9138"/>
                  </a:lnTo>
                  <a:lnTo>
                    <a:pt x="8232" y="9113"/>
                  </a:lnTo>
                  <a:lnTo>
                    <a:pt x="8244" y="9100"/>
                  </a:lnTo>
                  <a:lnTo>
                    <a:pt x="8359" y="9202"/>
                  </a:lnTo>
                  <a:lnTo>
                    <a:pt x="8449" y="9304"/>
                  </a:lnTo>
                  <a:lnTo>
                    <a:pt x="8449" y="9368"/>
                  </a:lnTo>
                  <a:lnTo>
                    <a:pt x="8602" y="9407"/>
                  </a:lnTo>
                  <a:lnTo>
                    <a:pt x="8717" y="8921"/>
                  </a:lnTo>
                  <a:lnTo>
                    <a:pt x="8756" y="8729"/>
                  </a:lnTo>
                  <a:lnTo>
                    <a:pt x="8807" y="8691"/>
                  </a:lnTo>
                  <a:lnTo>
                    <a:pt x="8743" y="8563"/>
                  </a:lnTo>
                  <a:lnTo>
                    <a:pt x="8807" y="8282"/>
                  </a:lnTo>
                  <a:lnTo>
                    <a:pt x="8666" y="8103"/>
                  </a:lnTo>
                  <a:lnTo>
                    <a:pt x="8845" y="7771"/>
                  </a:lnTo>
                  <a:lnTo>
                    <a:pt x="8679" y="7681"/>
                  </a:lnTo>
                  <a:lnTo>
                    <a:pt x="8845" y="7336"/>
                  </a:lnTo>
                  <a:lnTo>
                    <a:pt x="8845" y="7081"/>
                  </a:lnTo>
                  <a:lnTo>
                    <a:pt x="8653" y="7042"/>
                  </a:lnTo>
                  <a:lnTo>
                    <a:pt x="8641" y="6902"/>
                  </a:lnTo>
                  <a:lnTo>
                    <a:pt x="8513" y="6825"/>
                  </a:lnTo>
                  <a:lnTo>
                    <a:pt x="8513" y="6595"/>
                  </a:lnTo>
                  <a:lnTo>
                    <a:pt x="8334" y="6582"/>
                  </a:lnTo>
                  <a:lnTo>
                    <a:pt x="8219" y="6518"/>
                  </a:lnTo>
                  <a:lnTo>
                    <a:pt x="8091" y="6569"/>
                  </a:lnTo>
                  <a:lnTo>
                    <a:pt x="7938" y="6557"/>
                  </a:lnTo>
                  <a:lnTo>
                    <a:pt x="7835" y="6646"/>
                  </a:lnTo>
                  <a:lnTo>
                    <a:pt x="7925" y="6416"/>
                  </a:lnTo>
                  <a:lnTo>
                    <a:pt x="7899" y="6288"/>
                  </a:lnTo>
                  <a:lnTo>
                    <a:pt x="7759" y="6301"/>
                  </a:lnTo>
                  <a:lnTo>
                    <a:pt x="7733" y="6186"/>
                  </a:lnTo>
                  <a:lnTo>
                    <a:pt x="7644" y="6160"/>
                  </a:lnTo>
                  <a:lnTo>
                    <a:pt x="7554" y="5547"/>
                  </a:lnTo>
                  <a:lnTo>
                    <a:pt x="7375" y="5509"/>
                  </a:lnTo>
                  <a:lnTo>
                    <a:pt x="7184" y="5432"/>
                  </a:lnTo>
                  <a:lnTo>
                    <a:pt x="7094" y="5521"/>
                  </a:lnTo>
                  <a:lnTo>
                    <a:pt x="6647" y="5240"/>
                  </a:lnTo>
                  <a:lnTo>
                    <a:pt x="6724" y="5100"/>
                  </a:lnTo>
                  <a:lnTo>
                    <a:pt x="6851" y="5087"/>
                  </a:lnTo>
                  <a:lnTo>
                    <a:pt x="6902" y="4946"/>
                  </a:lnTo>
                  <a:lnTo>
                    <a:pt x="6979" y="4933"/>
                  </a:lnTo>
                  <a:lnTo>
                    <a:pt x="6839" y="4844"/>
                  </a:lnTo>
                  <a:lnTo>
                    <a:pt x="6851" y="4742"/>
                  </a:lnTo>
                  <a:lnTo>
                    <a:pt x="7043" y="4652"/>
                  </a:lnTo>
                  <a:lnTo>
                    <a:pt x="6954" y="4397"/>
                  </a:lnTo>
                  <a:lnTo>
                    <a:pt x="6698" y="4205"/>
                  </a:lnTo>
                  <a:lnTo>
                    <a:pt x="6391" y="4448"/>
                  </a:lnTo>
                  <a:lnTo>
                    <a:pt x="6493" y="4205"/>
                  </a:lnTo>
                  <a:lnTo>
                    <a:pt x="6404" y="4090"/>
                  </a:lnTo>
                  <a:lnTo>
                    <a:pt x="6046" y="4090"/>
                  </a:lnTo>
                  <a:lnTo>
                    <a:pt x="5957" y="4013"/>
                  </a:lnTo>
                  <a:lnTo>
                    <a:pt x="6059" y="4064"/>
                  </a:lnTo>
                  <a:lnTo>
                    <a:pt x="6442" y="4077"/>
                  </a:lnTo>
                  <a:lnTo>
                    <a:pt x="6493" y="4052"/>
                  </a:lnTo>
                  <a:lnTo>
                    <a:pt x="6276" y="3885"/>
                  </a:lnTo>
                  <a:lnTo>
                    <a:pt x="6519" y="4026"/>
                  </a:lnTo>
                  <a:lnTo>
                    <a:pt x="6545" y="3962"/>
                  </a:lnTo>
                  <a:lnTo>
                    <a:pt x="6289" y="3758"/>
                  </a:lnTo>
                  <a:lnTo>
                    <a:pt x="6200" y="3732"/>
                  </a:lnTo>
                  <a:lnTo>
                    <a:pt x="6084" y="3834"/>
                  </a:lnTo>
                  <a:lnTo>
                    <a:pt x="6200" y="3860"/>
                  </a:lnTo>
                  <a:lnTo>
                    <a:pt x="6097" y="3860"/>
                  </a:lnTo>
                  <a:lnTo>
                    <a:pt x="6021" y="3783"/>
                  </a:lnTo>
                  <a:lnTo>
                    <a:pt x="5982" y="3834"/>
                  </a:lnTo>
                  <a:lnTo>
                    <a:pt x="6021" y="3911"/>
                  </a:lnTo>
                  <a:lnTo>
                    <a:pt x="5906" y="3975"/>
                  </a:lnTo>
                  <a:lnTo>
                    <a:pt x="5906" y="3975"/>
                  </a:lnTo>
                  <a:lnTo>
                    <a:pt x="5982" y="3885"/>
                  </a:lnTo>
                  <a:lnTo>
                    <a:pt x="5944" y="3822"/>
                  </a:lnTo>
                  <a:lnTo>
                    <a:pt x="6021" y="3694"/>
                  </a:lnTo>
                  <a:lnTo>
                    <a:pt x="6008" y="3425"/>
                  </a:lnTo>
                  <a:lnTo>
                    <a:pt x="5867" y="3413"/>
                  </a:lnTo>
                  <a:lnTo>
                    <a:pt x="5663" y="3349"/>
                  </a:lnTo>
                  <a:lnTo>
                    <a:pt x="5612" y="3387"/>
                  </a:lnTo>
                  <a:lnTo>
                    <a:pt x="5675" y="3489"/>
                  </a:lnTo>
                  <a:lnTo>
                    <a:pt x="5867" y="3515"/>
                  </a:lnTo>
                  <a:lnTo>
                    <a:pt x="5969" y="3643"/>
                  </a:lnTo>
                  <a:lnTo>
                    <a:pt x="5854" y="3540"/>
                  </a:lnTo>
                  <a:lnTo>
                    <a:pt x="5739" y="3540"/>
                  </a:lnTo>
                  <a:lnTo>
                    <a:pt x="5739" y="3745"/>
                  </a:lnTo>
                  <a:lnTo>
                    <a:pt x="5842" y="3591"/>
                  </a:lnTo>
                  <a:lnTo>
                    <a:pt x="5803" y="3719"/>
                  </a:lnTo>
                  <a:lnTo>
                    <a:pt x="5765" y="3783"/>
                  </a:lnTo>
                  <a:lnTo>
                    <a:pt x="5842" y="3924"/>
                  </a:lnTo>
                  <a:lnTo>
                    <a:pt x="5714" y="3783"/>
                  </a:lnTo>
                  <a:lnTo>
                    <a:pt x="5688" y="3528"/>
                  </a:lnTo>
                  <a:lnTo>
                    <a:pt x="5599" y="3489"/>
                  </a:lnTo>
                  <a:lnTo>
                    <a:pt x="5420" y="3323"/>
                  </a:lnTo>
                  <a:lnTo>
                    <a:pt x="5305" y="3285"/>
                  </a:lnTo>
                  <a:lnTo>
                    <a:pt x="5420" y="3131"/>
                  </a:lnTo>
                  <a:lnTo>
                    <a:pt x="5343" y="2978"/>
                  </a:lnTo>
                  <a:lnTo>
                    <a:pt x="5215" y="3016"/>
                  </a:lnTo>
                  <a:lnTo>
                    <a:pt x="5126" y="3004"/>
                  </a:lnTo>
                  <a:lnTo>
                    <a:pt x="5126" y="3182"/>
                  </a:lnTo>
                  <a:lnTo>
                    <a:pt x="5228" y="3259"/>
                  </a:lnTo>
                  <a:lnTo>
                    <a:pt x="5279" y="3259"/>
                  </a:lnTo>
                  <a:lnTo>
                    <a:pt x="5190" y="3285"/>
                  </a:lnTo>
                  <a:lnTo>
                    <a:pt x="5126" y="3246"/>
                  </a:lnTo>
                  <a:lnTo>
                    <a:pt x="4998" y="3272"/>
                  </a:lnTo>
                  <a:lnTo>
                    <a:pt x="4998" y="3272"/>
                  </a:lnTo>
                  <a:lnTo>
                    <a:pt x="5062" y="3016"/>
                  </a:lnTo>
                  <a:lnTo>
                    <a:pt x="4947" y="2927"/>
                  </a:lnTo>
                  <a:lnTo>
                    <a:pt x="4845" y="2825"/>
                  </a:lnTo>
                  <a:lnTo>
                    <a:pt x="4755" y="2799"/>
                  </a:lnTo>
                  <a:lnTo>
                    <a:pt x="4627" y="2901"/>
                  </a:lnTo>
                  <a:lnTo>
                    <a:pt x="4679" y="3042"/>
                  </a:lnTo>
                  <a:lnTo>
                    <a:pt x="4538" y="2940"/>
                  </a:lnTo>
                  <a:lnTo>
                    <a:pt x="4423" y="2927"/>
                  </a:lnTo>
                  <a:lnTo>
                    <a:pt x="4270" y="2774"/>
                  </a:lnTo>
                  <a:lnTo>
                    <a:pt x="4270" y="2633"/>
                  </a:lnTo>
                  <a:lnTo>
                    <a:pt x="4129" y="2454"/>
                  </a:lnTo>
                  <a:lnTo>
                    <a:pt x="4040" y="2531"/>
                  </a:lnTo>
                  <a:lnTo>
                    <a:pt x="3976" y="2428"/>
                  </a:lnTo>
                  <a:lnTo>
                    <a:pt x="3976" y="2275"/>
                  </a:lnTo>
                  <a:lnTo>
                    <a:pt x="3771" y="2096"/>
                  </a:lnTo>
                  <a:lnTo>
                    <a:pt x="3656" y="2071"/>
                  </a:lnTo>
                  <a:lnTo>
                    <a:pt x="3209" y="1738"/>
                  </a:lnTo>
                  <a:lnTo>
                    <a:pt x="3107" y="1713"/>
                  </a:lnTo>
                  <a:lnTo>
                    <a:pt x="2992" y="1687"/>
                  </a:lnTo>
                  <a:lnTo>
                    <a:pt x="2940" y="1521"/>
                  </a:lnTo>
                  <a:lnTo>
                    <a:pt x="2646" y="1368"/>
                  </a:lnTo>
                  <a:lnTo>
                    <a:pt x="2557" y="1304"/>
                  </a:lnTo>
                  <a:lnTo>
                    <a:pt x="2583" y="1253"/>
                  </a:lnTo>
                  <a:lnTo>
                    <a:pt x="2608" y="1189"/>
                  </a:lnTo>
                  <a:lnTo>
                    <a:pt x="2595" y="1061"/>
                  </a:lnTo>
                  <a:lnTo>
                    <a:pt x="2391" y="1010"/>
                  </a:lnTo>
                  <a:lnTo>
                    <a:pt x="2353" y="793"/>
                  </a:lnTo>
                  <a:lnTo>
                    <a:pt x="1969" y="435"/>
                  </a:lnTo>
                  <a:lnTo>
                    <a:pt x="1675" y="537"/>
                  </a:lnTo>
                  <a:lnTo>
                    <a:pt x="1509" y="384"/>
                  </a:lnTo>
                  <a:lnTo>
                    <a:pt x="1036" y="460"/>
                  </a:lnTo>
                  <a:lnTo>
                    <a:pt x="755" y="384"/>
                  </a:lnTo>
                  <a:lnTo>
                    <a:pt x="589" y="153"/>
                  </a:lnTo>
                  <a:lnTo>
                    <a:pt x="167" y="153"/>
                  </a:lnTo>
                  <a:lnTo>
                    <a:pt x="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226;p78">
              <a:extLst>
                <a:ext uri="{FF2B5EF4-FFF2-40B4-BE49-F238E27FC236}">
                  <a16:creationId xmlns:a16="http://schemas.microsoft.com/office/drawing/2014/main" id="{D4D866EB-939C-4632-FDA8-5556F68C2CDF}"/>
                </a:ext>
              </a:extLst>
            </p:cNvPr>
            <p:cNvSpPr/>
            <p:nvPr/>
          </p:nvSpPr>
          <p:spPr>
            <a:xfrm>
              <a:off x="6328100" y="2163325"/>
              <a:ext cx="18225" cy="12500"/>
            </a:xfrm>
            <a:custGeom>
              <a:avLst/>
              <a:gdLst/>
              <a:ahLst/>
              <a:cxnLst/>
              <a:rect l="l" t="t" r="r" b="b"/>
              <a:pathLst>
                <a:path w="729" h="500" extrusionOk="0">
                  <a:moveTo>
                    <a:pt x="320" y="1"/>
                  </a:moveTo>
                  <a:lnTo>
                    <a:pt x="0" y="295"/>
                  </a:lnTo>
                  <a:lnTo>
                    <a:pt x="90" y="448"/>
                  </a:lnTo>
                  <a:lnTo>
                    <a:pt x="320" y="333"/>
                  </a:lnTo>
                  <a:lnTo>
                    <a:pt x="345" y="448"/>
                  </a:lnTo>
                  <a:lnTo>
                    <a:pt x="550" y="499"/>
                  </a:lnTo>
                  <a:lnTo>
                    <a:pt x="729" y="256"/>
                  </a:lnTo>
                  <a:lnTo>
                    <a:pt x="55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227;p78">
              <a:extLst>
                <a:ext uri="{FF2B5EF4-FFF2-40B4-BE49-F238E27FC236}">
                  <a16:creationId xmlns:a16="http://schemas.microsoft.com/office/drawing/2014/main" id="{56DE4EE7-7C16-96CE-802D-07A0241C7775}"/>
                </a:ext>
              </a:extLst>
            </p:cNvPr>
            <p:cNvSpPr/>
            <p:nvPr/>
          </p:nvSpPr>
          <p:spPr>
            <a:xfrm>
              <a:off x="2112725" y="2872650"/>
              <a:ext cx="13125" cy="13450"/>
            </a:xfrm>
            <a:custGeom>
              <a:avLst/>
              <a:gdLst/>
              <a:ahLst/>
              <a:cxnLst/>
              <a:rect l="l" t="t" r="r" b="b"/>
              <a:pathLst>
                <a:path w="525" h="538" extrusionOk="0">
                  <a:moveTo>
                    <a:pt x="0" y="1"/>
                  </a:moveTo>
                  <a:lnTo>
                    <a:pt x="486" y="205"/>
                  </a:lnTo>
                  <a:lnTo>
                    <a:pt x="396" y="537"/>
                  </a:lnTo>
                  <a:lnTo>
                    <a:pt x="524" y="537"/>
                  </a:lnTo>
                  <a:lnTo>
                    <a:pt x="524" y="103"/>
                  </a:lnTo>
                  <a:lnTo>
                    <a:pt x="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228;p78">
              <a:extLst>
                <a:ext uri="{FF2B5EF4-FFF2-40B4-BE49-F238E27FC236}">
                  <a16:creationId xmlns:a16="http://schemas.microsoft.com/office/drawing/2014/main" id="{B1E08662-C237-061C-4ABB-BAA791B8DB9B}"/>
                </a:ext>
              </a:extLst>
            </p:cNvPr>
            <p:cNvSpPr/>
            <p:nvPr/>
          </p:nvSpPr>
          <p:spPr>
            <a:xfrm>
              <a:off x="2065100" y="3136250"/>
              <a:ext cx="264600" cy="352450"/>
            </a:xfrm>
            <a:custGeom>
              <a:avLst/>
              <a:gdLst/>
              <a:ahLst/>
              <a:cxnLst/>
              <a:rect l="l" t="t" r="r" b="b"/>
              <a:pathLst>
                <a:path w="10584" h="14098" extrusionOk="0">
                  <a:moveTo>
                    <a:pt x="7171" y="1"/>
                  </a:moveTo>
                  <a:lnTo>
                    <a:pt x="6915" y="39"/>
                  </a:lnTo>
                  <a:lnTo>
                    <a:pt x="6596" y="192"/>
                  </a:lnTo>
                  <a:lnTo>
                    <a:pt x="6455" y="461"/>
                  </a:lnTo>
                  <a:lnTo>
                    <a:pt x="5484" y="946"/>
                  </a:lnTo>
                  <a:lnTo>
                    <a:pt x="4666" y="908"/>
                  </a:lnTo>
                  <a:lnTo>
                    <a:pt x="4487" y="1240"/>
                  </a:lnTo>
                  <a:lnTo>
                    <a:pt x="4142" y="1112"/>
                  </a:lnTo>
                  <a:lnTo>
                    <a:pt x="3400" y="1598"/>
                  </a:lnTo>
                  <a:lnTo>
                    <a:pt x="3298" y="2199"/>
                  </a:lnTo>
                  <a:lnTo>
                    <a:pt x="3388" y="2365"/>
                  </a:lnTo>
                  <a:lnTo>
                    <a:pt x="3209" y="2544"/>
                  </a:lnTo>
                  <a:lnTo>
                    <a:pt x="3030" y="2557"/>
                  </a:lnTo>
                  <a:lnTo>
                    <a:pt x="2199" y="3183"/>
                  </a:lnTo>
                  <a:lnTo>
                    <a:pt x="2352" y="3643"/>
                  </a:lnTo>
                  <a:lnTo>
                    <a:pt x="2122" y="3745"/>
                  </a:lnTo>
                  <a:lnTo>
                    <a:pt x="1752" y="3221"/>
                  </a:lnTo>
                  <a:lnTo>
                    <a:pt x="1713" y="3272"/>
                  </a:lnTo>
                  <a:lnTo>
                    <a:pt x="1931" y="3656"/>
                  </a:lnTo>
                  <a:lnTo>
                    <a:pt x="1931" y="3681"/>
                  </a:lnTo>
                  <a:lnTo>
                    <a:pt x="1931" y="3694"/>
                  </a:lnTo>
                  <a:lnTo>
                    <a:pt x="1611" y="4090"/>
                  </a:lnTo>
                  <a:lnTo>
                    <a:pt x="1586" y="4103"/>
                  </a:lnTo>
                  <a:lnTo>
                    <a:pt x="1547" y="4090"/>
                  </a:lnTo>
                  <a:lnTo>
                    <a:pt x="1407" y="3963"/>
                  </a:lnTo>
                  <a:lnTo>
                    <a:pt x="1202" y="4346"/>
                  </a:lnTo>
                  <a:lnTo>
                    <a:pt x="1496" y="4793"/>
                  </a:lnTo>
                  <a:lnTo>
                    <a:pt x="1713" y="4832"/>
                  </a:lnTo>
                  <a:lnTo>
                    <a:pt x="1547" y="5189"/>
                  </a:lnTo>
                  <a:lnTo>
                    <a:pt x="1790" y="5598"/>
                  </a:lnTo>
                  <a:lnTo>
                    <a:pt x="1586" y="5739"/>
                  </a:lnTo>
                  <a:lnTo>
                    <a:pt x="1471" y="7055"/>
                  </a:lnTo>
                  <a:lnTo>
                    <a:pt x="1713" y="7324"/>
                  </a:lnTo>
                  <a:lnTo>
                    <a:pt x="1010" y="8308"/>
                  </a:lnTo>
                  <a:lnTo>
                    <a:pt x="525" y="8423"/>
                  </a:lnTo>
                  <a:lnTo>
                    <a:pt x="308" y="8691"/>
                  </a:lnTo>
                  <a:lnTo>
                    <a:pt x="384" y="9024"/>
                  </a:lnTo>
                  <a:lnTo>
                    <a:pt x="129" y="9024"/>
                  </a:lnTo>
                  <a:lnTo>
                    <a:pt x="1" y="9177"/>
                  </a:lnTo>
                  <a:lnTo>
                    <a:pt x="129" y="9292"/>
                  </a:lnTo>
                  <a:lnTo>
                    <a:pt x="167" y="9305"/>
                  </a:lnTo>
                  <a:lnTo>
                    <a:pt x="180" y="9305"/>
                  </a:lnTo>
                  <a:lnTo>
                    <a:pt x="1253" y="9816"/>
                  </a:lnTo>
                  <a:lnTo>
                    <a:pt x="1279" y="9842"/>
                  </a:lnTo>
                  <a:lnTo>
                    <a:pt x="1419" y="10161"/>
                  </a:lnTo>
                  <a:lnTo>
                    <a:pt x="2225" y="10289"/>
                  </a:lnTo>
                  <a:lnTo>
                    <a:pt x="2301" y="10123"/>
                  </a:lnTo>
                  <a:lnTo>
                    <a:pt x="2327" y="10097"/>
                  </a:lnTo>
                  <a:lnTo>
                    <a:pt x="2365" y="10110"/>
                  </a:lnTo>
                  <a:lnTo>
                    <a:pt x="2940" y="10545"/>
                  </a:lnTo>
                  <a:lnTo>
                    <a:pt x="3234" y="10468"/>
                  </a:lnTo>
                  <a:lnTo>
                    <a:pt x="3260" y="10481"/>
                  </a:lnTo>
                  <a:lnTo>
                    <a:pt x="3988" y="10851"/>
                  </a:lnTo>
                  <a:lnTo>
                    <a:pt x="4001" y="10864"/>
                  </a:lnTo>
                  <a:lnTo>
                    <a:pt x="4001" y="10877"/>
                  </a:lnTo>
                  <a:lnTo>
                    <a:pt x="4078" y="11273"/>
                  </a:lnTo>
                  <a:lnTo>
                    <a:pt x="4627" y="11593"/>
                  </a:lnTo>
                  <a:lnTo>
                    <a:pt x="4640" y="11605"/>
                  </a:lnTo>
                  <a:lnTo>
                    <a:pt x="4794" y="12014"/>
                  </a:lnTo>
                  <a:lnTo>
                    <a:pt x="5075" y="12065"/>
                  </a:lnTo>
                  <a:lnTo>
                    <a:pt x="5100" y="12078"/>
                  </a:lnTo>
                  <a:lnTo>
                    <a:pt x="5100" y="12104"/>
                  </a:lnTo>
                  <a:lnTo>
                    <a:pt x="5075" y="12449"/>
                  </a:lnTo>
                  <a:lnTo>
                    <a:pt x="5330" y="12641"/>
                  </a:lnTo>
                  <a:lnTo>
                    <a:pt x="5612" y="12526"/>
                  </a:lnTo>
                  <a:lnTo>
                    <a:pt x="5624" y="12513"/>
                  </a:lnTo>
                  <a:lnTo>
                    <a:pt x="6008" y="12526"/>
                  </a:lnTo>
                  <a:lnTo>
                    <a:pt x="6327" y="12270"/>
                  </a:lnTo>
                  <a:lnTo>
                    <a:pt x="6353" y="12257"/>
                  </a:lnTo>
                  <a:lnTo>
                    <a:pt x="6378" y="12270"/>
                  </a:lnTo>
                  <a:lnTo>
                    <a:pt x="6736" y="12513"/>
                  </a:lnTo>
                  <a:lnTo>
                    <a:pt x="6979" y="12359"/>
                  </a:lnTo>
                  <a:lnTo>
                    <a:pt x="7005" y="12347"/>
                  </a:lnTo>
                  <a:lnTo>
                    <a:pt x="7017" y="12359"/>
                  </a:lnTo>
                  <a:lnTo>
                    <a:pt x="7733" y="12807"/>
                  </a:lnTo>
                  <a:lnTo>
                    <a:pt x="7746" y="12832"/>
                  </a:lnTo>
                  <a:lnTo>
                    <a:pt x="7746" y="12871"/>
                  </a:lnTo>
                  <a:lnTo>
                    <a:pt x="7158" y="13637"/>
                  </a:lnTo>
                  <a:lnTo>
                    <a:pt x="7222" y="13740"/>
                  </a:lnTo>
                  <a:lnTo>
                    <a:pt x="7452" y="13752"/>
                  </a:lnTo>
                  <a:lnTo>
                    <a:pt x="7478" y="13752"/>
                  </a:lnTo>
                  <a:lnTo>
                    <a:pt x="7490" y="13765"/>
                  </a:lnTo>
                  <a:lnTo>
                    <a:pt x="7708" y="14098"/>
                  </a:lnTo>
                  <a:lnTo>
                    <a:pt x="8308" y="11452"/>
                  </a:lnTo>
                  <a:lnTo>
                    <a:pt x="8129" y="11196"/>
                  </a:lnTo>
                  <a:lnTo>
                    <a:pt x="8117" y="11171"/>
                  </a:lnTo>
                  <a:lnTo>
                    <a:pt x="8155" y="10954"/>
                  </a:lnTo>
                  <a:lnTo>
                    <a:pt x="7784" y="10698"/>
                  </a:lnTo>
                  <a:lnTo>
                    <a:pt x="7771" y="10685"/>
                  </a:lnTo>
                  <a:lnTo>
                    <a:pt x="7759" y="10660"/>
                  </a:lnTo>
                  <a:lnTo>
                    <a:pt x="7810" y="9982"/>
                  </a:lnTo>
                  <a:lnTo>
                    <a:pt x="7810" y="9957"/>
                  </a:lnTo>
                  <a:lnTo>
                    <a:pt x="7835" y="9944"/>
                  </a:lnTo>
                  <a:lnTo>
                    <a:pt x="8257" y="9829"/>
                  </a:lnTo>
                  <a:lnTo>
                    <a:pt x="8283" y="9829"/>
                  </a:lnTo>
                  <a:lnTo>
                    <a:pt x="8589" y="9957"/>
                  </a:lnTo>
                  <a:lnTo>
                    <a:pt x="8526" y="9675"/>
                  </a:lnTo>
                  <a:lnTo>
                    <a:pt x="8027" y="9624"/>
                  </a:lnTo>
                  <a:lnTo>
                    <a:pt x="8002" y="9612"/>
                  </a:lnTo>
                  <a:lnTo>
                    <a:pt x="7989" y="9586"/>
                  </a:lnTo>
                  <a:lnTo>
                    <a:pt x="8027" y="9062"/>
                  </a:lnTo>
                  <a:lnTo>
                    <a:pt x="8027" y="9049"/>
                  </a:lnTo>
                  <a:lnTo>
                    <a:pt x="8040" y="9036"/>
                  </a:lnTo>
                  <a:lnTo>
                    <a:pt x="8180" y="8960"/>
                  </a:lnTo>
                  <a:lnTo>
                    <a:pt x="8206" y="8947"/>
                  </a:lnTo>
                  <a:lnTo>
                    <a:pt x="9433" y="9024"/>
                  </a:lnTo>
                  <a:lnTo>
                    <a:pt x="9497" y="8806"/>
                  </a:lnTo>
                  <a:lnTo>
                    <a:pt x="9510" y="8794"/>
                  </a:lnTo>
                  <a:lnTo>
                    <a:pt x="9522" y="8781"/>
                  </a:lnTo>
                  <a:lnTo>
                    <a:pt x="9548" y="8781"/>
                  </a:lnTo>
                  <a:lnTo>
                    <a:pt x="9561" y="8794"/>
                  </a:lnTo>
                  <a:lnTo>
                    <a:pt x="9752" y="8985"/>
                  </a:lnTo>
                  <a:lnTo>
                    <a:pt x="10059" y="8704"/>
                  </a:lnTo>
                  <a:lnTo>
                    <a:pt x="10085" y="8704"/>
                  </a:lnTo>
                  <a:lnTo>
                    <a:pt x="10110" y="8717"/>
                  </a:lnTo>
                  <a:lnTo>
                    <a:pt x="10417" y="9113"/>
                  </a:lnTo>
                  <a:lnTo>
                    <a:pt x="10417" y="9139"/>
                  </a:lnTo>
                  <a:lnTo>
                    <a:pt x="10481" y="9497"/>
                  </a:lnTo>
                  <a:lnTo>
                    <a:pt x="10583" y="9458"/>
                  </a:lnTo>
                  <a:lnTo>
                    <a:pt x="10391" y="8525"/>
                  </a:lnTo>
                  <a:lnTo>
                    <a:pt x="9919" y="8052"/>
                  </a:lnTo>
                  <a:lnTo>
                    <a:pt x="9919" y="8014"/>
                  </a:lnTo>
                  <a:lnTo>
                    <a:pt x="9931" y="7988"/>
                  </a:lnTo>
                  <a:lnTo>
                    <a:pt x="10328" y="7669"/>
                  </a:lnTo>
                  <a:lnTo>
                    <a:pt x="10098" y="7375"/>
                  </a:lnTo>
                  <a:lnTo>
                    <a:pt x="10098" y="7362"/>
                  </a:lnTo>
                  <a:lnTo>
                    <a:pt x="9893" y="6800"/>
                  </a:lnTo>
                  <a:lnTo>
                    <a:pt x="9880" y="6787"/>
                  </a:lnTo>
                  <a:lnTo>
                    <a:pt x="9893" y="6033"/>
                  </a:lnTo>
                  <a:lnTo>
                    <a:pt x="9906" y="6007"/>
                  </a:lnTo>
                  <a:lnTo>
                    <a:pt x="10110" y="5829"/>
                  </a:lnTo>
                  <a:lnTo>
                    <a:pt x="10340" y="5483"/>
                  </a:lnTo>
                  <a:lnTo>
                    <a:pt x="10046" y="5241"/>
                  </a:lnTo>
                  <a:lnTo>
                    <a:pt x="8947" y="5330"/>
                  </a:lnTo>
                  <a:lnTo>
                    <a:pt x="8704" y="5394"/>
                  </a:lnTo>
                  <a:lnTo>
                    <a:pt x="8679" y="5394"/>
                  </a:lnTo>
                  <a:lnTo>
                    <a:pt x="8653" y="5381"/>
                  </a:lnTo>
                  <a:lnTo>
                    <a:pt x="8053" y="4653"/>
                  </a:lnTo>
                  <a:lnTo>
                    <a:pt x="7452" y="4487"/>
                  </a:lnTo>
                  <a:lnTo>
                    <a:pt x="7286" y="4602"/>
                  </a:lnTo>
                  <a:lnTo>
                    <a:pt x="7260" y="4602"/>
                  </a:lnTo>
                  <a:lnTo>
                    <a:pt x="6302" y="4627"/>
                  </a:lnTo>
                  <a:lnTo>
                    <a:pt x="6276" y="4614"/>
                  </a:lnTo>
                  <a:lnTo>
                    <a:pt x="6263" y="4589"/>
                  </a:lnTo>
                  <a:lnTo>
                    <a:pt x="6212" y="4282"/>
                  </a:lnTo>
                  <a:lnTo>
                    <a:pt x="5995" y="4193"/>
                  </a:lnTo>
                  <a:lnTo>
                    <a:pt x="5969" y="4180"/>
                  </a:lnTo>
                  <a:lnTo>
                    <a:pt x="5969" y="4154"/>
                  </a:lnTo>
                  <a:lnTo>
                    <a:pt x="6097" y="3566"/>
                  </a:lnTo>
                  <a:lnTo>
                    <a:pt x="5778" y="2800"/>
                  </a:lnTo>
                  <a:lnTo>
                    <a:pt x="5292" y="2659"/>
                  </a:lnTo>
                  <a:lnTo>
                    <a:pt x="5279" y="2646"/>
                  </a:lnTo>
                  <a:lnTo>
                    <a:pt x="5266" y="2633"/>
                  </a:lnTo>
                  <a:lnTo>
                    <a:pt x="5266" y="2608"/>
                  </a:lnTo>
                  <a:lnTo>
                    <a:pt x="5279" y="2595"/>
                  </a:lnTo>
                  <a:lnTo>
                    <a:pt x="5688" y="2186"/>
                  </a:lnTo>
                  <a:lnTo>
                    <a:pt x="5675" y="1803"/>
                  </a:lnTo>
                  <a:lnTo>
                    <a:pt x="5675" y="1777"/>
                  </a:lnTo>
                  <a:lnTo>
                    <a:pt x="6110" y="1100"/>
                  </a:lnTo>
                  <a:lnTo>
                    <a:pt x="6136" y="1087"/>
                  </a:lnTo>
                  <a:lnTo>
                    <a:pt x="6340" y="1036"/>
                  </a:lnTo>
                  <a:lnTo>
                    <a:pt x="6621" y="652"/>
                  </a:lnTo>
                  <a:lnTo>
                    <a:pt x="6634" y="640"/>
                  </a:lnTo>
                  <a:lnTo>
                    <a:pt x="6877" y="640"/>
                  </a:lnTo>
                  <a:lnTo>
                    <a:pt x="7171" y="576"/>
                  </a:lnTo>
                  <a:lnTo>
                    <a:pt x="7401" y="384"/>
                  </a:lnTo>
                  <a:lnTo>
                    <a:pt x="717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229;p78">
              <a:extLst>
                <a:ext uri="{FF2B5EF4-FFF2-40B4-BE49-F238E27FC236}">
                  <a16:creationId xmlns:a16="http://schemas.microsoft.com/office/drawing/2014/main" id="{0D1A9B61-6290-B5F9-F9B1-156B14A2AB79}"/>
                </a:ext>
              </a:extLst>
            </p:cNvPr>
            <p:cNvSpPr/>
            <p:nvPr/>
          </p:nvSpPr>
          <p:spPr>
            <a:xfrm>
              <a:off x="2094825" y="2843575"/>
              <a:ext cx="12475" cy="19525"/>
            </a:xfrm>
            <a:custGeom>
              <a:avLst/>
              <a:gdLst/>
              <a:ahLst/>
              <a:cxnLst/>
              <a:rect l="l" t="t" r="r" b="b"/>
              <a:pathLst>
                <a:path w="499" h="781" extrusionOk="0">
                  <a:moveTo>
                    <a:pt x="0" y="1"/>
                  </a:moveTo>
                  <a:lnTo>
                    <a:pt x="384" y="295"/>
                  </a:lnTo>
                  <a:lnTo>
                    <a:pt x="333" y="780"/>
                  </a:lnTo>
                  <a:lnTo>
                    <a:pt x="461" y="780"/>
                  </a:lnTo>
                  <a:lnTo>
                    <a:pt x="499" y="243"/>
                  </a:lnTo>
                  <a:lnTo>
                    <a:pt x="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230;p78">
              <a:extLst>
                <a:ext uri="{FF2B5EF4-FFF2-40B4-BE49-F238E27FC236}">
                  <a16:creationId xmlns:a16="http://schemas.microsoft.com/office/drawing/2014/main" id="{5F59B14B-1359-C5CA-3C38-11704F0DF5CA}"/>
                </a:ext>
              </a:extLst>
            </p:cNvPr>
            <p:cNvSpPr/>
            <p:nvPr/>
          </p:nvSpPr>
          <p:spPr>
            <a:xfrm>
              <a:off x="2021325" y="3370450"/>
              <a:ext cx="125600" cy="135825"/>
            </a:xfrm>
            <a:custGeom>
              <a:avLst/>
              <a:gdLst/>
              <a:ahLst/>
              <a:cxnLst/>
              <a:rect l="l" t="t" r="r" b="b"/>
              <a:pathLst>
                <a:path w="5024" h="5433" extrusionOk="0">
                  <a:moveTo>
                    <a:pt x="1854" y="1"/>
                  </a:moveTo>
                  <a:lnTo>
                    <a:pt x="768" y="538"/>
                  </a:lnTo>
                  <a:lnTo>
                    <a:pt x="857" y="1113"/>
                  </a:lnTo>
                  <a:lnTo>
                    <a:pt x="461" y="1509"/>
                  </a:lnTo>
                  <a:lnTo>
                    <a:pt x="384" y="1969"/>
                  </a:lnTo>
                  <a:lnTo>
                    <a:pt x="129" y="2033"/>
                  </a:lnTo>
                  <a:lnTo>
                    <a:pt x="90" y="2173"/>
                  </a:lnTo>
                  <a:lnTo>
                    <a:pt x="167" y="2416"/>
                  </a:lnTo>
                  <a:lnTo>
                    <a:pt x="180" y="3158"/>
                  </a:lnTo>
                  <a:lnTo>
                    <a:pt x="1" y="3221"/>
                  </a:lnTo>
                  <a:lnTo>
                    <a:pt x="512" y="3528"/>
                  </a:lnTo>
                  <a:lnTo>
                    <a:pt x="1049" y="3362"/>
                  </a:lnTo>
                  <a:lnTo>
                    <a:pt x="947" y="3733"/>
                  </a:lnTo>
                  <a:lnTo>
                    <a:pt x="678" y="4116"/>
                  </a:lnTo>
                  <a:lnTo>
                    <a:pt x="563" y="4206"/>
                  </a:lnTo>
                  <a:lnTo>
                    <a:pt x="678" y="4640"/>
                  </a:lnTo>
                  <a:lnTo>
                    <a:pt x="678" y="4653"/>
                  </a:lnTo>
                  <a:lnTo>
                    <a:pt x="665" y="4678"/>
                  </a:lnTo>
                  <a:lnTo>
                    <a:pt x="474" y="4819"/>
                  </a:lnTo>
                  <a:lnTo>
                    <a:pt x="499" y="5011"/>
                  </a:lnTo>
                  <a:lnTo>
                    <a:pt x="678" y="4896"/>
                  </a:lnTo>
                  <a:lnTo>
                    <a:pt x="717" y="4896"/>
                  </a:lnTo>
                  <a:lnTo>
                    <a:pt x="1189" y="5062"/>
                  </a:lnTo>
                  <a:lnTo>
                    <a:pt x="1202" y="5075"/>
                  </a:lnTo>
                  <a:lnTo>
                    <a:pt x="1407" y="5407"/>
                  </a:lnTo>
                  <a:lnTo>
                    <a:pt x="1662" y="5432"/>
                  </a:lnTo>
                  <a:lnTo>
                    <a:pt x="1777" y="5190"/>
                  </a:lnTo>
                  <a:lnTo>
                    <a:pt x="1790" y="5164"/>
                  </a:lnTo>
                  <a:lnTo>
                    <a:pt x="1803" y="5164"/>
                  </a:lnTo>
                  <a:lnTo>
                    <a:pt x="1995" y="5151"/>
                  </a:lnTo>
                  <a:lnTo>
                    <a:pt x="1995" y="4998"/>
                  </a:lnTo>
                  <a:lnTo>
                    <a:pt x="2007" y="4985"/>
                  </a:lnTo>
                  <a:lnTo>
                    <a:pt x="2595" y="3733"/>
                  </a:lnTo>
                  <a:lnTo>
                    <a:pt x="2608" y="3720"/>
                  </a:lnTo>
                  <a:lnTo>
                    <a:pt x="3937" y="3209"/>
                  </a:lnTo>
                  <a:lnTo>
                    <a:pt x="4679" y="2416"/>
                  </a:lnTo>
                  <a:lnTo>
                    <a:pt x="4794" y="1969"/>
                  </a:lnTo>
                  <a:lnTo>
                    <a:pt x="4806" y="1943"/>
                  </a:lnTo>
                  <a:lnTo>
                    <a:pt x="4819" y="1931"/>
                  </a:lnTo>
                  <a:lnTo>
                    <a:pt x="4998" y="1905"/>
                  </a:lnTo>
                  <a:lnTo>
                    <a:pt x="5024" y="1675"/>
                  </a:lnTo>
                  <a:lnTo>
                    <a:pt x="4666" y="1253"/>
                  </a:lnTo>
                  <a:lnTo>
                    <a:pt x="4103" y="831"/>
                  </a:lnTo>
                  <a:lnTo>
                    <a:pt x="4027" y="985"/>
                  </a:lnTo>
                  <a:lnTo>
                    <a:pt x="4014" y="998"/>
                  </a:lnTo>
                  <a:lnTo>
                    <a:pt x="3988" y="1010"/>
                  </a:lnTo>
                  <a:lnTo>
                    <a:pt x="3145" y="870"/>
                  </a:lnTo>
                  <a:lnTo>
                    <a:pt x="3119" y="857"/>
                  </a:lnTo>
                  <a:lnTo>
                    <a:pt x="3107" y="844"/>
                  </a:lnTo>
                  <a:lnTo>
                    <a:pt x="2966" y="512"/>
                  </a:lnTo>
                  <a:lnTo>
                    <a:pt x="1905" y="14"/>
                  </a:lnTo>
                  <a:lnTo>
                    <a:pt x="185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231;p78">
              <a:extLst>
                <a:ext uri="{FF2B5EF4-FFF2-40B4-BE49-F238E27FC236}">
                  <a16:creationId xmlns:a16="http://schemas.microsoft.com/office/drawing/2014/main" id="{B6D006E5-0926-F754-EE21-F57D560D903A}"/>
                </a:ext>
              </a:extLst>
            </p:cNvPr>
            <p:cNvSpPr/>
            <p:nvPr/>
          </p:nvSpPr>
          <p:spPr>
            <a:xfrm>
              <a:off x="1988750" y="2942625"/>
              <a:ext cx="16000" cy="10250"/>
            </a:xfrm>
            <a:custGeom>
              <a:avLst/>
              <a:gdLst/>
              <a:ahLst/>
              <a:cxnLst/>
              <a:rect l="l" t="t" r="r" b="b"/>
              <a:pathLst>
                <a:path w="640" h="410" extrusionOk="0">
                  <a:moveTo>
                    <a:pt x="154" y="1"/>
                  </a:moveTo>
                  <a:lnTo>
                    <a:pt x="154" y="294"/>
                  </a:lnTo>
                  <a:lnTo>
                    <a:pt x="0" y="410"/>
                  </a:lnTo>
                  <a:lnTo>
                    <a:pt x="243" y="410"/>
                  </a:lnTo>
                  <a:lnTo>
                    <a:pt x="639" y="307"/>
                  </a:lnTo>
                  <a:lnTo>
                    <a:pt x="43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232;p78">
              <a:extLst>
                <a:ext uri="{FF2B5EF4-FFF2-40B4-BE49-F238E27FC236}">
                  <a16:creationId xmlns:a16="http://schemas.microsoft.com/office/drawing/2014/main" id="{013CCE3B-C4A4-FE5B-8346-A3213DD7AFDA}"/>
                </a:ext>
              </a:extLst>
            </p:cNvPr>
            <p:cNvSpPr/>
            <p:nvPr/>
          </p:nvSpPr>
          <p:spPr>
            <a:xfrm>
              <a:off x="2074050" y="2843575"/>
              <a:ext cx="17925" cy="7375"/>
            </a:xfrm>
            <a:custGeom>
              <a:avLst/>
              <a:gdLst/>
              <a:ahLst/>
              <a:cxnLst/>
              <a:rect l="l" t="t" r="r" b="b"/>
              <a:pathLst>
                <a:path w="717" h="295" extrusionOk="0">
                  <a:moveTo>
                    <a:pt x="256" y="1"/>
                  </a:moveTo>
                  <a:lnTo>
                    <a:pt x="154" y="128"/>
                  </a:lnTo>
                  <a:lnTo>
                    <a:pt x="1" y="205"/>
                  </a:lnTo>
                  <a:lnTo>
                    <a:pt x="128" y="295"/>
                  </a:lnTo>
                  <a:lnTo>
                    <a:pt x="716" y="154"/>
                  </a:lnTo>
                  <a:lnTo>
                    <a:pt x="397" y="103"/>
                  </a:lnTo>
                  <a:lnTo>
                    <a:pt x="25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233;p78">
              <a:extLst>
                <a:ext uri="{FF2B5EF4-FFF2-40B4-BE49-F238E27FC236}">
                  <a16:creationId xmlns:a16="http://schemas.microsoft.com/office/drawing/2014/main" id="{3A0BCAD1-C6A0-1F45-5DBF-98180CC2910D}"/>
                </a:ext>
              </a:extLst>
            </p:cNvPr>
            <p:cNvSpPr/>
            <p:nvPr/>
          </p:nvSpPr>
          <p:spPr>
            <a:xfrm>
              <a:off x="2091950" y="2896925"/>
              <a:ext cx="8000" cy="11525"/>
            </a:xfrm>
            <a:custGeom>
              <a:avLst/>
              <a:gdLst/>
              <a:ahLst/>
              <a:cxnLst/>
              <a:rect l="l" t="t" r="r" b="b"/>
              <a:pathLst>
                <a:path w="320" h="461" extrusionOk="0">
                  <a:moveTo>
                    <a:pt x="167" y="1"/>
                  </a:moveTo>
                  <a:lnTo>
                    <a:pt x="0" y="116"/>
                  </a:lnTo>
                  <a:lnTo>
                    <a:pt x="167" y="461"/>
                  </a:lnTo>
                  <a:lnTo>
                    <a:pt x="320" y="295"/>
                  </a:lnTo>
                  <a:lnTo>
                    <a:pt x="16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234;p78">
              <a:extLst>
                <a:ext uri="{FF2B5EF4-FFF2-40B4-BE49-F238E27FC236}">
                  <a16:creationId xmlns:a16="http://schemas.microsoft.com/office/drawing/2014/main" id="{ECA975C4-F57C-E79A-A0C9-7E79BCA6234C}"/>
                </a:ext>
              </a:extLst>
            </p:cNvPr>
            <p:cNvSpPr/>
            <p:nvPr/>
          </p:nvSpPr>
          <p:spPr>
            <a:xfrm>
              <a:off x="2081725" y="2875200"/>
              <a:ext cx="12175" cy="21750"/>
            </a:xfrm>
            <a:custGeom>
              <a:avLst/>
              <a:gdLst/>
              <a:ahLst/>
              <a:cxnLst/>
              <a:rect l="l" t="t" r="r" b="b"/>
              <a:pathLst>
                <a:path w="487" h="870" extrusionOk="0">
                  <a:moveTo>
                    <a:pt x="154" y="1"/>
                  </a:moveTo>
                  <a:lnTo>
                    <a:pt x="90" y="384"/>
                  </a:lnTo>
                  <a:lnTo>
                    <a:pt x="192" y="576"/>
                  </a:lnTo>
                  <a:lnTo>
                    <a:pt x="192" y="576"/>
                  </a:lnTo>
                  <a:lnTo>
                    <a:pt x="0" y="512"/>
                  </a:lnTo>
                  <a:lnTo>
                    <a:pt x="0" y="653"/>
                  </a:lnTo>
                  <a:lnTo>
                    <a:pt x="192" y="717"/>
                  </a:lnTo>
                  <a:lnTo>
                    <a:pt x="307" y="870"/>
                  </a:lnTo>
                  <a:lnTo>
                    <a:pt x="397" y="780"/>
                  </a:lnTo>
                  <a:lnTo>
                    <a:pt x="486" y="665"/>
                  </a:lnTo>
                  <a:lnTo>
                    <a:pt x="486" y="627"/>
                  </a:lnTo>
                  <a:lnTo>
                    <a:pt x="461" y="563"/>
                  </a:lnTo>
                  <a:lnTo>
                    <a:pt x="409" y="371"/>
                  </a:lnTo>
                  <a:lnTo>
                    <a:pt x="320" y="103"/>
                  </a:lnTo>
                  <a:lnTo>
                    <a:pt x="15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235;p78">
              <a:extLst>
                <a:ext uri="{FF2B5EF4-FFF2-40B4-BE49-F238E27FC236}">
                  <a16:creationId xmlns:a16="http://schemas.microsoft.com/office/drawing/2014/main" id="{E3326018-2E19-F007-261B-4B20EE8A65E6}"/>
                </a:ext>
              </a:extLst>
            </p:cNvPr>
            <p:cNvSpPr/>
            <p:nvPr/>
          </p:nvSpPr>
          <p:spPr>
            <a:xfrm>
              <a:off x="1955200" y="2918025"/>
              <a:ext cx="206425" cy="69675"/>
            </a:xfrm>
            <a:custGeom>
              <a:avLst/>
              <a:gdLst/>
              <a:ahLst/>
              <a:cxnLst/>
              <a:rect l="l" t="t" r="r" b="b"/>
              <a:pathLst>
                <a:path w="8257" h="2787" extrusionOk="0">
                  <a:moveTo>
                    <a:pt x="2199" y="0"/>
                  </a:moveTo>
                  <a:lnTo>
                    <a:pt x="1917" y="128"/>
                  </a:lnTo>
                  <a:lnTo>
                    <a:pt x="1547" y="77"/>
                  </a:lnTo>
                  <a:lnTo>
                    <a:pt x="1419" y="141"/>
                  </a:lnTo>
                  <a:lnTo>
                    <a:pt x="1304" y="243"/>
                  </a:lnTo>
                  <a:lnTo>
                    <a:pt x="1061" y="256"/>
                  </a:lnTo>
                  <a:lnTo>
                    <a:pt x="780" y="333"/>
                  </a:lnTo>
                  <a:lnTo>
                    <a:pt x="524" y="691"/>
                  </a:lnTo>
                  <a:lnTo>
                    <a:pt x="524" y="908"/>
                  </a:lnTo>
                  <a:lnTo>
                    <a:pt x="281" y="908"/>
                  </a:lnTo>
                  <a:lnTo>
                    <a:pt x="0" y="972"/>
                  </a:lnTo>
                  <a:lnTo>
                    <a:pt x="64" y="1112"/>
                  </a:lnTo>
                  <a:lnTo>
                    <a:pt x="384" y="997"/>
                  </a:lnTo>
                  <a:lnTo>
                    <a:pt x="473" y="1112"/>
                  </a:lnTo>
                  <a:lnTo>
                    <a:pt x="780" y="997"/>
                  </a:lnTo>
                  <a:lnTo>
                    <a:pt x="869" y="767"/>
                  </a:lnTo>
                  <a:lnTo>
                    <a:pt x="1304" y="729"/>
                  </a:lnTo>
                  <a:lnTo>
                    <a:pt x="1726" y="422"/>
                  </a:lnTo>
                  <a:lnTo>
                    <a:pt x="2454" y="422"/>
                  </a:lnTo>
                  <a:lnTo>
                    <a:pt x="2582" y="563"/>
                  </a:lnTo>
                  <a:lnTo>
                    <a:pt x="2135" y="563"/>
                  </a:lnTo>
                  <a:lnTo>
                    <a:pt x="2377" y="831"/>
                  </a:lnTo>
                  <a:lnTo>
                    <a:pt x="2671" y="831"/>
                  </a:lnTo>
                  <a:lnTo>
                    <a:pt x="2863" y="946"/>
                  </a:lnTo>
                  <a:lnTo>
                    <a:pt x="2965" y="831"/>
                  </a:lnTo>
                  <a:lnTo>
                    <a:pt x="3017" y="921"/>
                  </a:lnTo>
                  <a:lnTo>
                    <a:pt x="3464" y="933"/>
                  </a:lnTo>
                  <a:lnTo>
                    <a:pt x="3502" y="818"/>
                  </a:lnTo>
                  <a:lnTo>
                    <a:pt x="3745" y="1112"/>
                  </a:lnTo>
                  <a:lnTo>
                    <a:pt x="4486" y="1368"/>
                  </a:lnTo>
                  <a:lnTo>
                    <a:pt x="4819" y="1368"/>
                  </a:lnTo>
                  <a:lnTo>
                    <a:pt x="5023" y="1675"/>
                  </a:lnTo>
                  <a:lnTo>
                    <a:pt x="5023" y="1802"/>
                  </a:lnTo>
                  <a:lnTo>
                    <a:pt x="5330" y="2071"/>
                  </a:lnTo>
                  <a:lnTo>
                    <a:pt x="5879" y="2071"/>
                  </a:lnTo>
                  <a:lnTo>
                    <a:pt x="6058" y="2263"/>
                  </a:lnTo>
                  <a:lnTo>
                    <a:pt x="5560" y="2672"/>
                  </a:lnTo>
                  <a:lnTo>
                    <a:pt x="5637" y="2787"/>
                  </a:lnTo>
                  <a:lnTo>
                    <a:pt x="6237" y="2697"/>
                  </a:lnTo>
                  <a:lnTo>
                    <a:pt x="6480" y="2710"/>
                  </a:lnTo>
                  <a:lnTo>
                    <a:pt x="6736" y="2620"/>
                  </a:lnTo>
                  <a:lnTo>
                    <a:pt x="6863" y="2710"/>
                  </a:lnTo>
                  <a:lnTo>
                    <a:pt x="6966" y="2620"/>
                  </a:lnTo>
                  <a:lnTo>
                    <a:pt x="7196" y="2787"/>
                  </a:lnTo>
                  <a:lnTo>
                    <a:pt x="7451" y="2710"/>
                  </a:lnTo>
                  <a:lnTo>
                    <a:pt x="7528" y="2633"/>
                  </a:lnTo>
                  <a:lnTo>
                    <a:pt x="7528" y="2697"/>
                  </a:lnTo>
                  <a:lnTo>
                    <a:pt x="7784" y="2582"/>
                  </a:lnTo>
                  <a:lnTo>
                    <a:pt x="8257" y="2569"/>
                  </a:lnTo>
                  <a:lnTo>
                    <a:pt x="8257" y="2442"/>
                  </a:lnTo>
                  <a:lnTo>
                    <a:pt x="8065" y="2403"/>
                  </a:lnTo>
                  <a:lnTo>
                    <a:pt x="7835" y="2122"/>
                  </a:lnTo>
                  <a:lnTo>
                    <a:pt x="7119" y="2033"/>
                  </a:lnTo>
                  <a:lnTo>
                    <a:pt x="7209" y="1802"/>
                  </a:lnTo>
                  <a:lnTo>
                    <a:pt x="7068" y="1713"/>
                  </a:lnTo>
                  <a:lnTo>
                    <a:pt x="6863" y="1751"/>
                  </a:lnTo>
                  <a:lnTo>
                    <a:pt x="6659" y="1560"/>
                  </a:lnTo>
                  <a:lnTo>
                    <a:pt x="6455" y="1624"/>
                  </a:lnTo>
                  <a:lnTo>
                    <a:pt x="5841" y="1125"/>
                  </a:lnTo>
                  <a:lnTo>
                    <a:pt x="5522" y="1163"/>
                  </a:lnTo>
                  <a:lnTo>
                    <a:pt x="5304" y="946"/>
                  </a:lnTo>
                  <a:lnTo>
                    <a:pt x="4780" y="665"/>
                  </a:lnTo>
                  <a:lnTo>
                    <a:pt x="4384" y="691"/>
                  </a:lnTo>
                  <a:lnTo>
                    <a:pt x="3924" y="282"/>
                  </a:lnTo>
                  <a:lnTo>
                    <a:pt x="3566" y="282"/>
                  </a:lnTo>
                  <a:lnTo>
                    <a:pt x="3438" y="90"/>
                  </a:lnTo>
                  <a:lnTo>
                    <a:pt x="3055" y="90"/>
                  </a:lnTo>
                  <a:lnTo>
                    <a:pt x="2953" y="167"/>
                  </a:lnTo>
                  <a:lnTo>
                    <a:pt x="2901" y="90"/>
                  </a:lnTo>
                  <a:lnTo>
                    <a:pt x="2620" y="90"/>
                  </a:lnTo>
                  <a:lnTo>
                    <a:pt x="239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236;p78">
              <a:extLst>
                <a:ext uri="{FF2B5EF4-FFF2-40B4-BE49-F238E27FC236}">
                  <a16:creationId xmlns:a16="http://schemas.microsoft.com/office/drawing/2014/main" id="{D2E76BDA-A588-AC91-C89E-B3DA49F50409}"/>
                </a:ext>
              </a:extLst>
            </p:cNvPr>
            <p:cNvSpPr/>
            <p:nvPr/>
          </p:nvSpPr>
          <p:spPr>
            <a:xfrm>
              <a:off x="3293000" y="2799475"/>
              <a:ext cx="10250" cy="9950"/>
            </a:xfrm>
            <a:custGeom>
              <a:avLst/>
              <a:gdLst/>
              <a:ahLst/>
              <a:cxnLst/>
              <a:rect l="l" t="t" r="r" b="b"/>
              <a:pathLst>
                <a:path w="410" h="398" extrusionOk="0">
                  <a:moveTo>
                    <a:pt x="410" y="1"/>
                  </a:moveTo>
                  <a:lnTo>
                    <a:pt x="1" y="193"/>
                  </a:lnTo>
                  <a:lnTo>
                    <a:pt x="90" y="384"/>
                  </a:lnTo>
                  <a:lnTo>
                    <a:pt x="116" y="397"/>
                  </a:lnTo>
                  <a:lnTo>
                    <a:pt x="218" y="397"/>
                  </a:lnTo>
                  <a:lnTo>
                    <a:pt x="257" y="384"/>
                  </a:lnTo>
                  <a:lnTo>
                    <a:pt x="282" y="371"/>
                  </a:lnTo>
                  <a:lnTo>
                    <a:pt x="320" y="333"/>
                  </a:lnTo>
                  <a:lnTo>
                    <a:pt x="372" y="231"/>
                  </a:lnTo>
                  <a:lnTo>
                    <a:pt x="397" y="116"/>
                  </a:lnTo>
                  <a:lnTo>
                    <a:pt x="41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237;p78">
              <a:extLst>
                <a:ext uri="{FF2B5EF4-FFF2-40B4-BE49-F238E27FC236}">
                  <a16:creationId xmlns:a16="http://schemas.microsoft.com/office/drawing/2014/main" id="{B7A6DB99-4342-36DD-AA2D-253271774205}"/>
                </a:ext>
              </a:extLst>
            </p:cNvPr>
            <p:cNvSpPr/>
            <p:nvPr/>
          </p:nvSpPr>
          <p:spPr>
            <a:xfrm>
              <a:off x="2688475" y="3417750"/>
              <a:ext cx="19525" cy="7675"/>
            </a:xfrm>
            <a:custGeom>
              <a:avLst/>
              <a:gdLst/>
              <a:ahLst/>
              <a:cxnLst/>
              <a:rect l="l" t="t" r="r" b="b"/>
              <a:pathLst>
                <a:path w="781" h="307" extrusionOk="0">
                  <a:moveTo>
                    <a:pt x="678" y="0"/>
                  </a:moveTo>
                  <a:lnTo>
                    <a:pt x="359" y="39"/>
                  </a:lnTo>
                  <a:lnTo>
                    <a:pt x="256" y="115"/>
                  </a:lnTo>
                  <a:lnTo>
                    <a:pt x="65" y="90"/>
                  </a:lnTo>
                  <a:lnTo>
                    <a:pt x="1" y="205"/>
                  </a:lnTo>
                  <a:lnTo>
                    <a:pt x="346" y="307"/>
                  </a:lnTo>
                  <a:lnTo>
                    <a:pt x="614" y="205"/>
                  </a:lnTo>
                  <a:lnTo>
                    <a:pt x="781" y="141"/>
                  </a:lnTo>
                  <a:lnTo>
                    <a:pt x="67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238;p78">
              <a:extLst>
                <a:ext uri="{FF2B5EF4-FFF2-40B4-BE49-F238E27FC236}">
                  <a16:creationId xmlns:a16="http://schemas.microsoft.com/office/drawing/2014/main" id="{6CC11C17-A396-2D93-20D0-56B4DC3726A0}"/>
                </a:ext>
              </a:extLst>
            </p:cNvPr>
            <p:cNvSpPr/>
            <p:nvPr/>
          </p:nvSpPr>
          <p:spPr>
            <a:xfrm>
              <a:off x="2199625" y="3144250"/>
              <a:ext cx="295250" cy="241575"/>
            </a:xfrm>
            <a:custGeom>
              <a:avLst/>
              <a:gdLst/>
              <a:ahLst/>
              <a:cxnLst/>
              <a:rect l="l" t="t" r="r" b="b"/>
              <a:pathLst>
                <a:path w="11810" h="9663" extrusionOk="0">
                  <a:moveTo>
                    <a:pt x="3196" y="0"/>
                  </a:moveTo>
                  <a:lnTo>
                    <a:pt x="2736" y="13"/>
                  </a:lnTo>
                  <a:lnTo>
                    <a:pt x="2697" y="256"/>
                  </a:lnTo>
                  <a:lnTo>
                    <a:pt x="3081" y="473"/>
                  </a:lnTo>
                  <a:lnTo>
                    <a:pt x="2761" y="524"/>
                  </a:lnTo>
                  <a:lnTo>
                    <a:pt x="1994" y="805"/>
                  </a:lnTo>
                  <a:lnTo>
                    <a:pt x="1790" y="946"/>
                  </a:lnTo>
                  <a:lnTo>
                    <a:pt x="1726" y="1278"/>
                  </a:lnTo>
                  <a:lnTo>
                    <a:pt x="2084" y="2071"/>
                  </a:lnTo>
                  <a:lnTo>
                    <a:pt x="1815" y="2416"/>
                  </a:lnTo>
                  <a:lnTo>
                    <a:pt x="1355" y="2428"/>
                  </a:lnTo>
                  <a:lnTo>
                    <a:pt x="1061" y="1815"/>
                  </a:lnTo>
                  <a:lnTo>
                    <a:pt x="1470" y="1201"/>
                  </a:lnTo>
                  <a:lnTo>
                    <a:pt x="1368" y="652"/>
                  </a:lnTo>
                  <a:lnTo>
                    <a:pt x="1317" y="396"/>
                  </a:lnTo>
                  <a:lnTo>
                    <a:pt x="1291" y="396"/>
                  </a:lnTo>
                  <a:lnTo>
                    <a:pt x="1023" y="767"/>
                  </a:lnTo>
                  <a:lnTo>
                    <a:pt x="997" y="792"/>
                  </a:lnTo>
                  <a:lnTo>
                    <a:pt x="793" y="831"/>
                  </a:lnTo>
                  <a:lnTo>
                    <a:pt x="371" y="1495"/>
                  </a:lnTo>
                  <a:lnTo>
                    <a:pt x="384" y="1879"/>
                  </a:lnTo>
                  <a:lnTo>
                    <a:pt x="371" y="1904"/>
                  </a:lnTo>
                  <a:lnTo>
                    <a:pt x="0" y="2288"/>
                  </a:lnTo>
                  <a:lnTo>
                    <a:pt x="435" y="2403"/>
                  </a:lnTo>
                  <a:lnTo>
                    <a:pt x="448" y="2416"/>
                  </a:lnTo>
                  <a:lnTo>
                    <a:pt x="461" y="2428"/>
                  </a:lnTo>
                  <a:lnTo>
                    <a:pt x="780" y="3234"/>
                  </a:lnTo>
                  <a:lnTo>
                    <a:pt x="793" y="3259"/>
                  </a:lnTo>
                  <a:lnTo>
                    <a:pt x="665" y="3821"/>
                  </a:lnTo>
                  <a:lnTo>
                    <a:pt x="882" y="3898"/>
                  </a:lnTo>
                  <a:lnTo>
                    <a:pt x="895" y="3911"/>
                  </a:lnTo>
                  <a:lnTo>
                    <a:pt x="895" y="3924"/>
                  </a:lnTo>
                  <a:lnTo>
                    <a:pt x="946" y="4230"/>
                  </a:lnTo>
                  <a:lnTo>
                    <a:pt x="1866" y="4205"/>
                  </a:lnTo>
                  <a:lnTo>
                    <a:pt x="2045" y="4090"/>
                  </a:lnTo>
                  <a:lnTo>
                    <a:pt x="2084" y="4077"/>
                  </a:lnTo>
                  <a:lnTo>
                    <a:pt x="2710" y="4256"/>
                  </a:lnTo>
                  <a:lnTo>
                    <a:pt x="2723" y="4269"/>
                  </a:lnTo>
                  <a:lnTo>
                    <a:pt x="3323" y="4997"/>
                  </a:lnTo>
                  <a:lnTo>
                    <a:pt x="3541" y="4933"/>
                  </a:lnTo>
                  <a:lnTo>
                    <a:pt x="3554" y="4933"/>
                  </a:lnTo>
                  <a:lnTo>
                    <a:pt x="4678" y="4844"/>
                  </a:lnTo>
                  <a:lnTo>
                    <a:pt x="4704" y="4844"/>
                  </a:lnTo>
                  <a:lnTo>
                    <a:pt x="5023" y="5125"/>
                  </a:lnTo>
                  <a:lnTo>
                    <a:pt x="5049" y="5151"/>
                  </a:lnTo>
                  <a:lnTo>
                    <a:pt x="5036" y="5176"/>
                  </a:lnTo>
                  <a:lnTo>
                    <a:pt x="4793" y="5560"/>
                  </a:lnTo>
                  <a:lnTo>
                    <a:pt x="4589" y="5739"/>
                  </a:lnTo>
                  <a:lnTo>
                    <a:pt x="4576" y="6467"/>
                  </a:lnTo>
                  <a:lnTo>
                    <a:pt x="4780" y="7017"/>
                  </a:lnTo>
                  <a:lnTo>
                    <a:pt x="5036" y="7336"/>
                  </a:lnTo>
                  <a:lnTo>
                    <a:pt x="5036" y="7362"/>
                  </a:lnTo>
                  <a:lnTo>
                    <a:pt x="5023" y="7387"/>
                  </a:lnTo>
                  <a:lnTo>
                    <a:pt x="4627" y="7707"/>
                  </a:lnTo>
                  <a:lnTo>
                    <a:pt x="5074" y="8167"/>
                  </a:lnTo>
                  <a:lnTo>
                    <a:pt x="5074" y="8180"/>
                  </a:lnTo>
                  <a:lnTo>
                    <a:pt x="5292" y="9138"/>
                  </a:lnTo>
                  <a:lnTo>
                    <a:pt x="5828" y="9547"/>
                  </a:lnTo>
                  <a:lnTo>
                    <a:pt x="6365" y="9317"/>
                  </a:lnTo>
                  <a:lnTo>
                    <a:pt x="6378" y="9304"/>
                  </a:lnTo>
                  <a:lnTo>
                    <a:pt x="6404" y="9317"/>
                  </a:lnTo>
                  <a:lnTo>
                    <a:pt x="6416" y="9330"/>
                  </a:lnTo>
                  <a:lnTo>
                    <a:pt x="6416" y="9343"/>
                  </a:lnTo>
                  <a:lnTo>
                    <a:pt x="6467" y="9662"/>
                  </a:lnTo>
                  <a:lnTo>
                    <a:pt x="7043" y="9189"/>
                  </a:lnTo>
                  <a:lnTo>
                    <a:pt x="7055" y="9189"/>
                  </a:lnTo>
                  <a:lnTo>
                    <a:pt x="7375" y="8998"/>
                  </a:lnTo>
                  <a:lnTo>
                    <a:pt x="7413" y="8998"/>
                  </a:lnTo>
                  <a:lnTo>
                    <a:pt x="7426" y="9010"/>
                  </a:lnTo>
                  <a:lnTo>
                    <a:pt x="7503" y="9100"/>
                  </a:lnTo>
                  <a:lnTo>
                    <a:pt x="7809" y="8653"/>
                  </a:lnTo>
                  <a:lnTo>
                    <a:pt x="7835" y="8640"/>
                  </a:lnTo>
                  <a:lnTo>
                    <a:pt x="8321" y="8550"/>
                  </a:lnTo>
                  <a:lnTo>
                    <a:pt x="8333" y="8371"/>
                  </a:lnTo>
                  <a:lnTo>
                    <a:pt x="7797" y="8282"/>
                  </a:lnTo>
                  <a:lnTo>
                    <a:pt x="7784" y="8269"/>
                  </a:lnTo>
                  <a:lnTo>
                    <a:pt x="7771" y="8256"/>
                  </a:lnTo>
                  <a:lnTo>
                    <a:pt x="7771" y="8231"/>
                  </a:lnTo>
                  <a:lnTo>
                    <a:pt x="7771" y="8218"/>
                  </a:lnTo>
                  <a:lnTo>
                    <a:pt x="7886" y="8065"/>
                  </a:lnTo>
                  <a:lnTo>
                    <a:pt x="7694" y="7272"/>
                  </a:lnTo>
                  <a:lnTo>
                    <a:pt x="7234" y="6672"/>
                  </a:lnTo>
                  <a:lnTo>
                    <a:pt x="7222" y="6646"/>
                  </a:lnTo>
                  <a:lnTo>
                    <a:pt x="7234" y="6620"/>
                  </a:lnTo>
                  <a:lnTo>
                    <a:pt x="7247" y="6608"/>
                  </a:lnTo>
                  <a:lnTo>
                    <a:pt x="7273" y="6608"/>
                  </a:lnTo>
                  <a:lnTo>
                    <a:pt x="7861" y="6812"/>
                  </a:lnTo>
                  <a:lnTo>
                    <a:pt x="7886" y="6825"/>
                  </a:lnTo>
                  <a:lnTo>
                    <a:pt x="7886" y="6850"/>
                  </a:lnTo>
                  <a:lnTo>
                    <a:pt x="7886" y="6991"/>
                  </a:lnTo>
                  <a:lnTo>
                    <a:pt x="8500" y="7017"/>
                  </a:lnTo>
                  <a:lnTo>
                    <a:pt x="8525" y="7029"/>
                  </a:lnTo>
                  <a:lnTo>
                    <a:pt x="8883" y="7362"/>
                  </a:lnTo>
                  <a:lnTo>
                    <a:pt x="9075" y="7285"/>
                  </a:lnTo>
                  <a:lnTo>
                    <a:pt x="9049" y="6953"/>
                  </a:lnTo>
                  <a:lnTo>
                    <a:pt x="9049" y="6927"/>
                  </a:lnTo>
                  <a:lnTo>
                    <a:pt x="9075" y="6914"/>
                  </a:lnTo>
                  <a:lnTo>
                    <a:pt x="9458" y="6774"/>
                  </a:lnTo>
                  <a:lnTo>
                    <a:pt x="9484" y="6787"/>
                  </a:lnTo>
                  <a:lnTo>
                    <a:pt x="9714" y="6914"/>
                  </a:lnTo>
                  <a:lnTo>
                    <a:pt x="10583" y="6608"/>
                  </a:lnTo>
                  <a:lnTo>
                    <a:pt x="10915" y="6263"/>
                  </a:lnTo>
                  <a:lnTo>
                    <a:pt x="10902" y="6148"/>
                  </a:lnTo>
                  <a:lnTo>
                    <a:pt x="10890" y="6135"/>
                  </a:lnTo>
                  <a:lnTo>
                    <a:pt x="10877" y="6122"/>
                  </a:lnTo>
                  <a:lnTo>
                    <a:pt x="10238" y="5381"/>
                  </a:lnTo>
                  <a:lnTo>
                    <a:pt x="10238" y="5355"/>
                  </a:lnTo>
                  <a:lnTo>
                    <a:pt x="10238" y="5342"/>
                  </a:lnTo>
                  <a:lnTo>
                    <a:pt x="10238" y="5330"/>
                  </a:lnTo>
                  <a:lnTo>
                    <a:pt x="10251" y="5317"/>
                  </a:lnTo>
                  <a:lnTo>
                    <a:pt x="10493" y="5215"/>
                  </a:lnTo>
                  <a:lnTo>
                    <a:pt x="10468" y="4908"/>
                  </a:lnTo>
                  <a:lnTo>
                    <a:pt x="10468" y="4882"/>
                  </a:lnTo>
                  <a:lnTo>
                    <a:pt x="10493" y="4869"/>
                  </a:lnTo>
                  <a:lnTo>
                    <a:pt x="11273" y="4563"/>
                  </a:lnTo>
                  <a:lnTo>
                    <a:pt x="11107" y="4473"/>
                  </a:lnTo>
                  <a:lnTo>
                    <a:pt x="11081" y="4448"/>
                  </a:lnTo>
                  <a:lnTo>
                    <a:pt x="11017" y="4115"/>
                  </a:lnTo>
                  <a:lnTo>
                    <a:pt x="11017" y="4090"/>
                  </a:lnTo>
                  <a:lnTo>
                    <a:pt x="11030" y="4077"/>
                  </a:lnTo>
                  <a:lnTo>
                    <a:pt x="11810" y="3464"/>
                  </a:lnTo>
                  <a:lnTo>
                    <a:pt x="11746" y="3464"/>
                  </a:lnTo>
                  <a:lnTo>
                    <a:pt x="11580" y="3297"/>
                  </a:lnTo>
                  <a:lnTo>
                    <a:pt x="11171" y="3195"/>
                  </a:lnTo>
                  <a:lnTo>
                    <a:pt x="10289" y="3285"/>
                  </a:lnTo>
                  <a:lnTo>
                    <a:pt x="10621" y="3170"/>
                  </a:lnTo>
                  <a:lnTo>
                    <a:pt x="10864" y="2761"/>
                  </a:lnTo>
                  <a:lnTo>
                    <a:pt x="10787" y="2428"/>
                  </a:lnTo>
                  <a:lnTo>
                    <a:pt x="10506" y="2339"/>
                  </a:lnTo>
                  <a:lnTo>
                    <a:pt x="10366" y="2173"/>
                  </a:lnTo>
                  <a:lnTo>
                    <a:pt x="10148" y="2173"/>
                  </a:lnTo>
                  <a:lnTo>
                    <a:pt x="9816" y="1994"/>
                  </a:lnTo>
                  <a:lnTo>
                    <a:pt x="9612" y="2454"/>
                  </a:lnTo>
                  <a:lnTo>
                    <a:pt x="9675" y="2045"/>
                  </a:lnTo>
                  <a:lnTo>
                    <a:pt x="9509" y="1751"/>
                  </a:lnTo>
                  <a:lnTo>
                    <a:pt x="9190" y="1521"/>
                  </a:lnTo>
                  <a:lnTo>
                    <a:pt x="9688" y="1534"/>
                  </a:lnTo>
                  <a:lnTo>
                    <a:pt x="9969" y="1431"/>
                  </a:lnTo>
                  <a:lnTo>
                    <a:pt x="8359" y="1342"/>
                  </a:lnTo>
                  <a:lnTo>
                    <a:pt x="8295" y="1495"/>
                  </a:lnTo>
                  <a:lnTo>
                    <a:pt x="7503" y="1713"/>
                  </a:lnTo>
                  <a:lnTo>
                    <a:pt x="7247" y="1828"/>
                  </a:lnTo>
                  <a:lnTo>
                    <a:pt x="6429" y="1495"/>
                  </a:lnTo>
                  <a:lnTo>
                    <a:pt x="6301" y="1240"/>
                  </a:lnTo>
                  <a:lnTo>
                    <a:pt x="5650" y="1291"/>
                  </a:lnTo>
                  <a:lnTo>
                    <a:pt x="4665" y="1355"/>
                  </a:lnTo>
                  <a:lnTo>
                    <a:pt x="4410" y="1201"/>
                  </a:lnTo>
                  <a:lnTo>
                    <a:pt x="4525" y="920"/>
                  </a:lnTo>
                  <a:lnTo>
                    <a:pt x="4039" y="588"/>
                  </a:lnTo>
                  <a:lnTo>
                    <a:pt x="3375" y="473"/>
                  </a:lnTo>
                  <a:lnTo>
                    <a:pt x="3208" y="320"/>
                  </a:lnTo>
                  <a:lnTo>
                    <a:pt x="319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239;p78">
              <a:extLst>
                <a:ext uri="{FF2B5EF4-FFF2-40B4-BE49-F238E27FC236}">
                  <a16:creationId xmlns:a16="http://schemas.microsoft.com/office/drawing/2014/main" id="{E76C84EB-E3A8-981F-79F4-A10C21B111B5}"/>
                </a:ext>
              </a:extLst>
            </p:cNvPr>
            <p:cNvSpPr/>
            <p:nvPr/>
          </p:nvSpPr>
          <p:spPr>
            <a:xfrm>
              <a:off x="3309950" y="2804275"/>
              <a:ext cx="13750" cy="9925"/>
            </a:xfrm>
            <a:custGeom>
              <a:avLst/>
              <a:gdLst/>
              <a:ahLst/>
              <a:cxnLst/>
              <a:rect l="l" t="t" r="r" b="b"/>
              <a:pathLst>
                <a:path w="550" h="397" extrusionOk="0">
                  <a:moveTo>
                    <a:pt x="192" y="1"/>
                  </a:moveTo>
                  <a:lnTo>
                    <a:pt x="0" y="243"/>
                  </a:lnTo>
                  <a:lnTo>
                    <a:pt x="422" y="397"/>
                  </a:lnTo>
                  <a:lnTo>
                    <a:pt x="550" y="192"/>
                  </a:lnTo>
                  <a:lnTo>
                    <a:pt x="19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240;p78">
              <a:extLst>
                <a:ext uri="{FF2B5EF4-FFF2-40B4-BE49-F238E27FC236}">
                  <a16:creationId xmlns:a16="http://schemas.microsoft.com/office/drawing/2014/main" id="{B73A70B4-E5F9-7140-A7B1-CCC2B400FFD5}"/>
                </a:ext>
              </a:extLst>
            </p:cNvPr>
            <p:cNvSpPr/>
            <p:nvPr/>
          </p:nvSpPr>
          <p:spPr>
            <a:xfrm>
              <a:off x="2690400" y="3411675"/>
              <a:ext cx="8975" cy="6100"/>
            </a:xfrm>
            <a:custGeom>
              <a:avLst/>
              <a:gdLst/>
              <a:ahLst/>
              <a:cxnLst/>
              <a:rect l="l" t="t" r="r" b="b"/>
              <a:pathLst>
                <a:path w="359" h="244" extrusionOk="0">
                  <a:moveTo>
                    <a:pt x="295" y="0"/>
                  </a:moveTo>
                  <a:lnTo>
                    <a:pt x="64" y="39"/>
                  </a:lnTo>
                  <a:lnTo>
                    <a:pt x="1" y="192"/>
                  </a:lnTo>
                  <a:lnTo>
                    <a:pt x="116" y="243"/>
                  </a:lnTo>
                  <a:lnTo>
                    <a:pt x="358" y="103"/>
                  </a:lnTo>
                  <a:lnTo>
                    <a:pt x="29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241;p78">
              <a:extLst>
                <a:ext uri="{FF2B5EF4-FFF2-40B4-BE49-F238E27FC236}">
                  <a16:creationId xmlns:a16="http://schemas.microsoft.com/office/drawing/2014/main" id="{DA18FC4D-BCDA-B549-140D-CD000B91F8EB}"/>
                </a:ext>
              </a:extLst>
            </p:cNvPr>
            <p:cNvSpPr/>
            <p:nvPr/>
          </p:nvSpPr>
          <p:spPr>
            <a:xfrm>
              <a:off x="2458125" y="3231150"/>
              <a:ext cx="97150" cy="151150"/>
            </a:xfrm>
            <a:custGeom>
              <a:avLst/>
              <a:gdLst/>
              <a:ahLst/>
              <a:cxnLst/>
              <a:rect l="l" t="t" r="r" b="b"/>
              <a:pathLst>
                <a:path w="3886" h="6046" extrusionOk="0">
                  <a:moveTo>
                    <a:pt x="1585" y="0"/>
                  </a:moveTo>
                  <a:lnTo>
                    <a:pt x="754" y="639"/>
                  </a:lnTo>
                  <a:lnTo>
                    <a:pt x="818" y="933"/>
                  </a:lnTo>
                  <a:lnTo>
                    <a:pt x="1048" y="1061"/>
                  </a:lnTo>
                  <a:lnTo>
                    <a:pt x="1061" y="1074"/>
                  </a:lnTo>
                  <a:lnTo>
                    <a:pt x="1061" y="1100"/>
                  </a:lnTo>
                  <a:lnTo>
                    <a:pt x="1061" y="1112"/>
                  </a:lnTo>
                  <a:lnTo>
                    <a:pt x="1035" y="1125"/>
                  </a:lnTo>
                  <a:lnTo>
                    <a:pt x="205" y="1457"/>
                  </a:lnTo>
                  <a:lnTo>
                    <a:pt x="230" y="1764"/>
                  </a:lnTo>
                  <a:lnTo>
                    <a:pt x="230" y="1777"/>
                  </a:lnTo>
                  <a:lnTo>
                    <a:pt x="205" y="1802"/>
                  </a:lnTo>
                  <a:lnTo>
                    <a:pt x="0" y="1892"/>
                  </a:lnTo>
                  <a:lnTo>
                    <a:pt x="588" y="2569"/>
                  </a:lnTo>
                  <a:lnTo>
                    <a:pt x="1010" y="2531"/>
                  </a:lnTo>
                  <a:lnTo>
                    <a:pt x="1022" y="2531"/>
                  </a:lnTo>
                  <a:lnTo>
                    <a:pt x="1048" y="2544"/>
                  </a:lnTo>
                  <a:lnTo>
                    <a:pt x="1201" y="2735"/>
                  </a:lnTo>
                  <a:lnTo>
                    <a:pt x="1214" y="2748"/>
                  </a:lnTo>
                  <a:lnTo>
                    <a:pt x="1214" y="2774"/>
                  </a:lnTo>
                  <a:lnTo>
                    <a:pt x="1086" y="3157"/>
                  </a:lnTo>
                  <a:lnTo>
                    <a:pt x="1355" y="3259"/>
                  </a:lnTo>
                  <a:lnTo>
                    <a:pt x="1368" y="3259"/>
                  </a:lnTo>
                  <a:lnTo>
                    <a:pt x="1380" y="3285"/>
                  </a:lnTo>
                  <a:lnTo>
                    <a:pt x="1534" y="3783"/>
                  </a:lnTo>
                  <a:lnTo>
                    <a:pt x="1534" y="3796"/>
                  </a:lnTo>
                  <a:lnTo>
                    <a:pt x="1521" y="3822"/>
                  </a:lnTo>
                  <a:lnTo>
                    <a:pt x="1265" y="4026"/>
                  </a:lnTo>
                  <a:lnTo>
                    <a:pt x="1291" y="4231"/>
                  </a:lnTo>
                  <a:lnTo>
                    <a:pt x="1278" y="4256"/>
                  </a:lnTo>
                  <a:lnTo>
                    <a:pt x="1125" y="4512"/>
                  </a:lnTo>
                  <a:lnTo>
                    <a:pt x="1150" y="5010"/>
                  </a:lnTo>
                  <a:lnTo>
                    <a:pt x="1291" y="5138"/>
                  </a:lnTo>
                  <a:lnTo>
                    <a:pt x="1304" y="5151"/>
                  </a:lnTo>
                  <a:lnTo>
                    <a:pt x="1304" y="5177"/>
                  </a:lnTo>
                  <a:lnTo>
                    <a:pt x="1291" y="5445"/>
                  </a:lnTo>
                  <a:lnTo>
                    <a:pt x="1687" y="5828"/>
                  </a:lnTo>
                  <a:lnTo>
                    <a:pt x="1917" y="5905"/>
                  </a:lnTo>
                  <a:lnTo>
                    <a:pt x="1943" y="5918"/>
                  </a:lnTo>
                  <a:lnTo>
                    <a:pt x="2032" y="6046"/>
                  </a:lnTo>
                  <a:lnTo>
                    <a:pt x="2198" y="5943"/>
                  </a:lnTo>
                  <a:lnTo>
                    <a:pt x="2377" y="5726"/>
                  </a:lnTo>
                  <a:lnTo>
                    <a:pt x="2403" y="5713"/>
                  </a:lnTo>
                  <a:lnTo>
                    <a:pt x="2428" y="5713"/>
                  </a:lnTo>
                  <a:lnTo>
                    <a:pt x="2658" y="5790"/>
                  </a:lnTo>
                  <a:lnTo>
                    <a:pt x="2863" y="5611"/>
                  </a:lnTo>
                  <a:lnTo>
                    <a:pt x="2876" y="5598"/>
                  </a:lnTo>
                  <a:lnTo>
                    <a:pt x="2901" y="5598"/>
                  </a:lnTo>
                  <a:lnTo>
                    <a:pt x="3157" y="5675"/>
                  </a:lnTo>
                  <a:lnTo>
                    <a:pt x="3272" y="5470"/>
                  </a:lnTo>
                  <a:lnTo>
                    <a:pt x="3297" y="5458"/>
                  </a:lnTo>
                  <a:lnTo>
                    <a:pt x="3323" y="5458"/>
                  </a:lnTo>
                  <a:lnTo>
                    <a:pt x="3847" y="5586"/>
                  </a:lnTo>
                  <a:lnTo>
                    <a:pt x="3885" y="5560"/>
                  </a:lnTo>
                  <a:lnTo>
                    <a:pt x="3489" y="4384"/>
                  </a:lnTo>
                  <a:lnTo>
                    <a:pt x="3208" y="4346"/>
                  </a:lnTo>
                  <a:lnTo>
                    <a:pt x="3182" y="4320"/>
                  </a:lnTo>
                  <a:lnTo>
                    <a:pt x="2786" y="3681"/>
                  </a:lnTo>
                  <a:lnTo>
                    <a:pt x="2773" y="3656"/>
                  </a:lnTo>
                  <a:lnTo>
                    <a:pt x="2786" y="3630"/>
                  </a:lnTo>
                  <a:lnTo>
                    <a:pt x="3029" y="3298"/>
                  </a:lnTo>
                  <a:lnTo>
                    <a:pt x="2978" y="3144"/>
                  </a:lnTo>
                  <a:lnTo>
                    <a:pt x="2978" y="3119"/>
                  </a:lnTo>
                  <a:lnTo>
                    <a:pt x="2991" y="3106"/>
                  </a:lnTo>
                  <a:lnTo>
                    <a:pt x="3093" y="2953"/>
                  </a:lnTo>
                  <a:lnTo>
                    <a:pt x="3119" y="2940"/>
                  </a:lnTo>
                  <a:lnTo>
                    <a:pt x="3604" y="2850"/>
                  </a:lnTo>
                  <a:lnTo>
                    <a:pt x="3540" y="2620"/>
                  </a:lnTo>
                  <a:lnTo>
                    <a:pt x="3540" y="2595"/>
                  </a:lnTo>
                  <a:lnTo>
                    <a:pt x="3706" y="2135"/>
                  </a:lnTo>
                  <a:lnTo>
                    <a:pt x="3668" y="1943"/>
                  </a:lnTo>
                  <a:lnTo>
                    <a:pt x="3349" y="1930"/>
                  </a:lnTo>
                  <a:lnTo>
                    <a:pt x="2901" y="1342"/>
                  </a:lnTo>
                  <a:lnTo>
                    <a:pt x="2735" y="1342"/>
                  </a:lnTo>
                  <a:lnTo>
                    <a:pt x="2467" y="1585"/>
                  </a:lnTo>
                  <a:lnTo>
                    <a:pt x="2671" y="933"/>
                  </a:lnTo>
                  <a:lnTo>
                    <a:pt x="162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242;p78">
              <a:extLst>
                <a:ext uri="{FF2B5EF4-FFF2-40B4-BE49-F238E27FC236}">
                  <a16:creationId xmlns:a16="http://schemas.microsoft.com/office/drawing/2014/main" id="{AC6A054A-63B4-52D7-A542-E0A41C7626C2}"/>
                </a:ext>
              </a:extLst>
            </p:cNvPr>
            <p:cNvSpPr/>
            <p:nvPr/>
          </p:nvSpPr>
          <p:spPr>
            <a:xfrm>
              <a:off x="2529675" y="3286100"/>
              <a:ext cx="89175" cy="86925"/>
            </a:xfrm>
            <a:custGeom>
              <a:avLst/>
              <a:gdLst/>
              <a:ahLst/>
              <a:cxnLst/>
              <a:rect l="l" t="t" r="r" b="b"/>
              <a:pathLst>
                <a:path w="3567" h="3477" extrusionOk="0">
                  <a:moveTo>
                    <a:pt x="908" y="1"/>
                  </a:moveTo>
                  <a:lnTo>
                    <a:pt x="755" y="410"/>
                  </a:lnTo>
                  <a:lnTo>
                    <a:pt x="819" y="678"/>
                  </a:lnTo>
                  <a:lnTo>
                    <a:pt x="819" y="704"/>
                  </a:lnTo>
                  <a:lnTo>
                    <a:pt x="793" y="716"/>
                  </a:lnTo>
                  <a:lnTo>
                    <a:pt x="282" y="806"/>
                  </a:lnTo>
                  <a:lnTo>
                    <a:pt x="193" y="934"/>
                  </a:lnTo>
                  <a:lnTo>
                    <a:pt x="244" y="1100"/>
                  </a:lnTo>
                  <a:lnTo>
                    <a:pt x="244" y="1113"/>
                  </a:lnTo>
                  <a:lnTo>
                    <a:pt x="244" y="1125"/>
                  </a:lnTo>
                  <a:lnTo>
                    <a:pt x="1" y="1458"/>
                  </a:lnTo>
                  <a:lnTo>
                    <a:pt x="372" y="2071"/>
                  </a:lnTo>
                  <a:lnTo>
                    <a:pt x="665" y="2109"/>
                  </a:lnTo>
                  <a:lnTo>
                    <a:pt x="678" y="2122"/>
                  </a:lnTo>
                  <a:lnTo>
                    <a:pt x="691" y="2135"/>
                  </a:lnTo>
                  <a:lnTo>
                    <a:pt x="1087" y="3311"/>
                  </a:lnTo>
                  <a:lnTo>
                    <a:pt x="1113" y="3298"/>
                  </a:lnTo>
                  <a:lnTo>
                    <a:pt x="1126" y="3285"/>
                  </a:lnTo>
                  <a:lnTo>
                    <a:pt x="1151" y="3285"/>
                  </a:lnTo>
                  <a:lnTo>
                    <a:pt x="1726" y="3477"/>
                  </a:lnTo>
                  <a:lnTo>
                    <a:pt x="1739" y="3413"/>
                  </a:lnTo>
                  <a:lnTo>
                    <a:pt x="1598" y="3170"/>
                  </a:lnTo>
                  <a:lnTo>
                    <a:pt x="1598" y="3157"/>
                  </a:lnTo>
                  <a:lnTo>
                    <a:pt x="1598" y="3132"/>
                  </a:lnTo>
                  <a:lnTo>
                    <a:pt x="1726" y="2927"/>
                  </a:lnTo>
                  <a:lnTo>
                    <a:pt x="1739" y="2915"/>
                  </a:lnTo>
                  <a:lnTo>
                    <a:pt x="1777" y="2915"/>
                  </a:lnTo>
                  <a:lnTo>
                    <a:pt x="1969" y="3030"/>
                  </a:lnTo>
                  <a:lnTo>
                    <a:pt x="2570" y="2940"/>
                  </a:lnTo>
                  <a:lnTo>
                    <a:pt x="2608" y="2953"/>
                  </a:lnTo>
                  <a:lnTo>
                    <a:pt x="2915" y="3209"/>
                  </a:lnTo>
                  <a:lnTo>
                    <a:pt x="3260" y="2787"/>
                  </a:lnTo>
                  <a:lnTo>
                    <a:pt x="3273" y="2531"/>
                  </a:lnTo>
                  <a:lnTo>
                    <a:pt x="3273" y="2506"/>
                  </a:lnTo>
                  <a:lnTo>
                    <a:pt x="3464" y="2288"/>
                  </a:lnTo>
                  <a:lnTo>
                    <a:pt x="3464" y="2109"/>
                  </a:lnTo>
                  <a:lnTo>
                    <a:pt x="3145" y="1688"/>
                  </a:lnTo>
                  <a:lnTo>
                    <a:pt x="3132" y="1675"/>
                  </a:lnTo>
                  <a:lnTo>
                    <a:pt x="3068" y="1049"/>
                  </a:lnTo>
                  <a:lnTo>
                    <a:pt x="3081" y="1010"/>
                  </a:lnTo>
                  <a:lnTo>
                    <a:pt x="3503" y="563"/>
                  </a:lnTo>
                  <a:lnTo>
                    <a:pt x="3567" y="282"/>
                  </a:lnTo>
                  <a:lnTo>
                    <a:pt x="2825" y="116"/>
                  </a:lnTo>
                  <a:lnTo>
                    <a:pt x="2199" y="90"/>
                  </a:lnTo>
                  <a:lnTo>
                    <a:pt x="1982" y="77"/>
                  </a:lnTo>
                  <a:lnTo>
                    <a:pt x="1816" y="256"/>
                  </a:lnTo>
                  <a:lnTo>
                    <a:pt x="90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243;p78">
              <a:extLst>
                <a:ext uri="{FF2B5EF4-FFF2-40B4-BE49-F238E27FC236}">
                  <a16:creationId xmlns:a16="http://schemas.microsoft.com/office/drawing/2014/main" id="{D8DC9E0E-F8C5-3788-EB34-A3FFCAE47034}"/>
                </a:ext>
              </a:extLst>
            </p:cNvPr>
            <p:cNvSpPr/>
            <p:nvPr/>
          </p:nvSpPr>
          <p:spPr>
            <a:xfrm>
              <a:off x="3339025" y="2777425"/>
              <a:ext cx="23350" cy="30400"/>
            </a:xfrm>
            <a:custGeom>
              <a:avLst/>
              <a:gdLst/>
              <a:ahLst/>
              <a:cxnLst/>
              <a:rect l="l" t="t" r="r" b="b"/>
              <a:pathLst>
                <a:path w="934" h="1216" extrusionOk="0">
                  <a:moveTo>
                    <a:pt x="831" y="1"/>
                  </a:moveTo>
                  <a:lnTo>
                    <a:pt x="486" y="423"/>
                  </a:lnTo>
                  <a:lnTo>
                    <a:pt x="486" y="653"/>
                  </a:lnTo>
                  <a:lnTo>
                    <a:pt x="320" y="883"/>
                  </a:lnTo>
                  <a:lnTo>
                    <a:pt x="205" y="1036"/>
                  </a:lnTo>
                  <a:lnTo>
                    <a:pt x="0" y="1215"/>
                  </a:lnTo>
                  <a:lnTo>
                    <a:pt x="205" y="1215"/>
                  </a:lnTo>
                  <a:lnTo>
                    <a:pt x="550" y="1126"/>
                  </a:lnTo>
                  <a:lnTo>
                    <a:pt x="512" y="742"/>
                  </a:lnTo>
                  <a:lnTo>
                    <a:pt x="831" y="602"/>
                  </a:lnTo>
                  <a:lnTo>
                    <a:pt x="933" y="231"/>
                  </a:lnTo>
                  <a:lnTo>
                    <a:pt x="83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244;p78">
              <a:extLst>
                <a:ext uri="{FF2B5EF4-FFF2-40B4-BE49-F238E27FC236}">
                  <a16:creationId xmlns:a16="http://schemas.microsoft.com/office/drawing/2014/main" id="{79353147-2E21-87EC-985B-EA7E4015E917}"/>
                </a:ext>
              </a:extLst>
            </p:cNvPr>
            <p:cNvSpPr/>
            <p:nvPr/>
          </p:nvSpPr>
          <p:spPr>
            <a:xfrm>
              <a:off x="2044350" y="1866175"/>
              <a:ext cx="19175" cy="16650"/>
            </a:xfrm>
            <a:custGeom>
              <a:avLst/>
              <a:gdLst/>
              <a:ahLst/>
              <a:cxnLst/>
              <a:rect l="l" t="t" r="r" b="b"/>
              <a:pathLst>
                <a:path w="767" h="666" extrusionOk="0">
                  <a:moveTo>
                    <a:pt x="0" y="1"/>
                  </a:moveTo>
                  <a:lnTo>
                    <a:pt x="77" y="550"/>
                  </a:lnTo>
                  <a:lnTo>
                    <a:pt x="409" y="665"/>
                  </a:lnTo>
                  <a:lnTo>
                    <a:pt x="767" y="499"/>
                  </a:lnTo>
                  <a:lnTo>
                    <a:pt x="601" y="205"/>
                  </a:lnTo>
                  <a:lnTo>
                    <a:pt x="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245;p78">
              <a:extLst>
                <a:ext uri="{FF2B5EF4-FFF2-40B4-BE49-F238E27FC236}">
                  <a16:creationId xmlns:a16="http://schemas.microsoft.com/office/drawing/2014/main" id="{542BE203-C70A-09D5-3E85-4C8DFAAC0288}"/>
                </a:ext>
              </a:extLst>
            </p:cNvPr>
            <p:cNvSpPr/>
            <p:nvPr/>
          </p:nvSpPr>
          <p:spPr>
            <a:xfrm>
              <a:off x="2062550" y="2095600"/>
              <a:ext cx="31650" cy="24625"/>
            </a:xfrm>
            <a:custGeom>
              <a:avLst/>
              <a:gdLst/>
              <a:ahLst/>
              <a:cxnLst/>
              <a:rect l="l" t="t" r="r" b="b"/>
              <a:pathLst>
                <a:path w="1266" h="985" extrusionOk="0">
                  <a:moveTo>
                    <a:pt x="333" y="0"/>
                  </a:moveTo>
                  <a:lnTo>
                    <a:pt x="167" y="256"/>
                  </a:lnTo>
                  <a:lnTo>
                    <a:pt x="1" y="371"/>
                  </a:lnTo>
                  <a:lnTo>
                    <a:pt x="13" y="716"/>
                  </a:lnTo>
                  <a:lnTo>
                    <a:pt x="282" y="703"/>
                  </a:lnTo>
                  <a:lnTo>
                    <a:pt x="333" y="984"/>
                  </a:lnTo>
                  <a:lnTo>
                    <a:pt x="755" y="908"/>
                  </a:lnTo>
                  <a:lnTo>
                    <a:pt x="1010" y="614"/>
                  </a:lnTo>
                  <a:lnTo>
                    <a:pt x="997" y="588"/>
                  </a:lnTo>
                  <a:lnTo>
                    <a:pt x="985" y="524"/>
                  </a:lnTo>
                  <a:lnTo>
                    <a:pt x="972" y="499"/>
                  </a:lnTo>
                  <a:lnTo>
                    <a:pt x="972" y="460"/>
                  </a:lnTo>
                  <a:lnTo>
                    <a:pt x="985" y="448"/>
                  </a:lnTo>
                  <a:lnTo>
                    <a:pt x="1010" y="435"/>
                  </a:lnTo>
                  <a:lnTo>
                    <a:pt x="1176" y="422"/>
                  </a:lnTo>
                  <a:lnTo>
                    <a:pt x="1266" y="396"/>
                  </a:lnTo>
                  <a:lnTo>
                    <a:pt x="1266" y="154"/>
                  </a:lnTo>
                  <a:lnTo>
                    <a:pt x="780" y="166"/>
                  </a:lnTo>
                  <a:lnTo>
                    <a:pt x="33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246;p78">
              <a:extLst>
                <a:ext uri="{FF2B5EF4-FFF2-40B4-BE49-F238E27FC236}">
                  <a16:creationId xmlns:a16="http://schemas.microsoft.com/office/drawing/2014/main" id="{84204DE1-18D3-B45C-538C-E1ABCF864937}"/>
                </a:ext>
              </a:extLst>
            </p:cNvPr>
            <p:cNvSpPr/>
            <p:nvPr/>
          </p:nvSpPr>
          <p:spPr>
            <a:xfrm>
              <a:off x="1815250" y="1506100"/>
              <a:ext cx="542550" cy="370650"/>
            </a:xfrm>
            <a:custGeom>
              <a:avLst/>
              <a:gdLst/>
              <a:ahLst/>
              <a:cxnLst/>
              <a:rect l="l" t="t" r="r" b="b"/>
              <a:pathLst>
                <a:path w="21702" h="14826" extrusionOk="0">
                  <a:moveTo>
                    <a:pt x="5355" y="0"/>
                  </a:moveTo>
                  <a:lnTo>
                    <a:pt x="4883" y="230"/>
                  </a:lnTo>
                  <a:lnTo>
                    <a:pt x="4218" y="256"/>
                  </a:lnTo>
                  <a:lnTo>
                    <a:pt x="3962" y="217"/>
                  </a:lnTo>
                  <a:lnTo>
                    <a:pt x="4780" y="1304"/>
                  </a:lnTo>
                  <a:lnTo>
                    <a:pt x="4780" y="1304"/>
                  </a:lnTo>
                  <a:lnTo>
                    <a:pt x="3860" y="447"/>
                  </a:lnTo>
                  <a:lnTo>
                    <a:pt x="3553" y="473"/>
                  </a:lnTo>
                  <a:lnTo>
                    <a:pt x="2825" y="460"/>
                  </a:lnTo>
                  <a:lnTo>
                    <a:pt x="2723" y="895"/>
                  </a:lnTo>
                  <a:lnTo>
                    <a:pt x="2441" y="1125"/>
                  </a:lnTo>
                  <a:lnTo>
                    <a:pt x="2237" y="1112"/>
                  </a:lnTo>
                  <a:lnTo>
                    <a:pt x="2186" y="2032"/>
                  </a:lnTo>
                  <a:lnTo>
                    <a:pt x="2211" y="2313"/>
                  </a:lnTo>
                  <a:lnTo>
                    <a:pt x="2697" y="2454"/>
                  </a:lnTo>
                  <a:lnTo>
                    <a:pt x="2953" y="3208"/>
                  </a:lnTo>
                  <a:lnTo>
                    <a:pt x="2416" y="2748"/>
                  </a:lnTo>
                  <a:lnTo>
                    <a:pt x="2352" y="3476"/>
                  </a:lnTo>
                  <a:lnTo>
                    <a:pt x="2684" y="3873"/>
                  </a:lnTo>
                  <a:lnTo>
                    <a:pt x="1981" y="3323"/>
                  </a:lnTo>
                  <a:lnTo>
                    <a:pt x="1879" y="2390"/>
                  </a:lnTo>
                  <a:lnTo>
                    <a:pt x="1611" y="2019"/>
                  </a:lnTo>
                  <a:lnTo>
                    <a:pt x="1802" y="1086"/>
                  </a:lnTo>
                  <a:lnTo>
                    <a:pt x="2147" y="792"/>
                  </a:lnTo>
                  <a:lnTo>
                    <a:pt x="1790" y="383"/>
                  </a:lnTo>
                  <a:lnTo>
                    <a:pt x="1739" y="383"/>
                  </a:lnTo>
                  <a:lnTo>
                    <a:pt x="818" y="422"/>
                  </a:lnTo>
                  <a:lnTo>
                    <a:pt x="0" y="1431"/>
                  </a:lnTo>
                  <a:lnTo>
                    <a:pt x="128" y="1853"/>
                  </a:lnTo>
                  <a:lnTo>
                    <a:pt x="13" y="2249"/>
                  </a:lnTo>
                  <a:lnTo>
                    <a:pt x="26" y="3860"/>
                  </a:lnTo>
                  <a:lnTo>
                    <a:pt x="269" y="4397"/>
                  </a:lnTo>
                  <a:lnTo>
                    <a:pt x="1215" y="4537"/>
                  </a:lnTo>
                  <a:lnTo>
                    <a:pt x="1879" y="5010"/>
                  </a:lnTo>
                  <a:lnTo>
                    <a:pt x="575" y="4780"/>
                  </a:lnTo>
                  <a:lnTo>
                    <a:pt x="345" y="5151"/>
                  </a:lnTo>
                  <a:lnTo>
                    <a:pt x="1176" y="5624"/>
                  </a:lnTo>
                  <a:lnTo>
                    <a:pt x="1572" y="6007"/>
                  </a:lnTo>
                  <a:lnTo>
                    <a:pt x="2199" y="5687"/>
                  </a:lnTo>
                  <a:lnTo>
                    <a:pt x="2684" y="6186"/>
                  </a:lnTo>
                  <a:lnTo>
                    <a:pt x="3464" y="6109"/>
                  </a:lnTo>
                  <a:lnTo>
                    <a:pt x="4921" y="6071"/>
                  </a:lnTo>
                  <a:lnTo>
                    <a:pt x="4895" y="5687"/>
                  </a:lnTo>
                  <a:lnTo>
                    <a:pt x="5611" y="5841"/>
                  </a:lnTo>
                  <a:lnTo>
                    <a:pt x="6442" y="6403"/>
                  </a:lnTo>
                  <a:lnTo>
                    <a:pt x="7145" y="5624"/>
                  </a:lnTo>
                  <a:lnTo>
                    <a:pt x="6480" y="5074"/>
                  </a:lnTo>
                  <a:lnTo>
                    <a:pt x="6761" y="4703"/>
                  </a:lnTo>
                  <a:lnTo>
                    <a:pt x="8027" y="5624"/>
                  </a:lnTo>
                  <a:lnTo>
                    <a:pt x="8678" y="5675"/>
                  </a:lnTo>
                  <a:lnTo>
                    <a:pt x="8960" y="6109"/>
                  </a:lnTo>
                  <a:lnTo>
                    <a:pt x="9471" y="6186"/>
                  </a:lnTo>
                  <a:lnTo>
                    <a:pt x="9445" y="6263"/>
                  </a:lnTo>
                  <a:lnTo>
                    <a:pt x="9420" y="6326"/>
                  </a:lnTo>
                  <a:lnTo>
                    <a:pt x="9394" y="6365"/>
                  </a:lnTo>
                  <a:lnTo>
                    <a:pt x="9215" y="6467"/>
                  </a:lnTo>
                  <a:lnTo>
                    <a:pt x="9062" y="6531"/>
                  </a:lnTo>
                  <a:lnTo>
                    <a:pt x="8640" y="6173"/>
                  </a:lnTo>
                  <a:lnTo>
                    <a:pt x="8244" y="6288"/>
                  </a:lnTo>
                  <a:lnTo>
                    <a:pt x="8717" y="6556"/>
                  </a:lnTo>
                  <a:lnTo>
                    <a:pt x="8921" y="6927"/>
                  </a:lnTo>
                  <a:lnTo>
                    <a:pt x="9305" y="6953"/>
                  </a:lnTo>
                  <a:lnTo>
                    <a:pt x="9266" y="6838"/>
                  </a:lnTo>
                  <a:lnTo>
                    <a:pt x="9241" y="6761"/>
                  </a:lnTo>
                  <a:lnTo>
                    <a:pt x="9228" y="6710"/>
                  </a:lnTo>
                  <a:lnTo>
                    <a:pt x="9356" y="6646"/>
                  </a:lnTo>
                  <a:lnTo>
                    <a:pt x="9624" y="6531"/>
                  </a:lnTo>
                  <a:lnTo>
                    <a:pt x="10020" y="6365"/>
                  </a:lnTo>
                  <a:lnTo>
                    <a:pt x="10289" y="6774"/>
                  </a:lnTo>
                  <a:lnTo>
                    <a:pt x="10148" y="7017"/>
                  </a:lnTo>
                  <a:lnTo>
                    <a:pt x="9739" y="7119"/>
                  </a:lnTo>
                  <a:lnTo>
                    <a:pt x="10161" y="7413"/>
                  </a:lnTo>
                  <a:lnTo>
                    <a:pt x="9918" y="7617"/>
                  </a:lnTo>
                  <a:lnTo>
                    <a:pt x="9420" y="7668"/>
                  </a:lnTo>
                  <a:lnTo>
                    <a:pt x="9305" y="8346"/>
                  </a:lnTo>
                  <a:lnTo>
                    <a:pt x="9394" y="9125"/>
                  </a:lnTo>
                  <a:lnTo>
                    <a:pt x="10008" y="9317"/>
                  </a:lnTo>
                  <a:lnTo>
                    <a:pt x="10736" y="8883"/>
                  </a:lnTo>
                  <a:lnTo>
                    <a:pt x="10506" y="8218"/>
                  </a:lnTo>
                  <a:lnTo>
                    <a:pt x="10506" y="7950"/>
                  </a:lnTo>
                  <a:lnTo>
                    <a:pt x="11669" y="8167"/>
                  </a:lnTo>
                  <a:lnTo>
                    <a:pt x="11695" y="7835"/>
                  </a:lnTo>
                  <a:lnTo>
                    <a:pt x="11171" y="7592"/>
                  </a:lnTo>
                  <a:lnTo>
                    <a:pt x="10110" y="7643"/>
                  </a:lnTo>
                  <a:lnTo>
                    <a:pt x="10263" y="7183"/>
                  </a:lnTo>
                  <a:lnTo>
                    <a:pt x="10455" y="6761"/>
                  </a:lnTo>
                  <a:lnTo>
                    <a:pt x="10838" y="7132"/>
                  </a:lnTo>
                  <a:lnTo>
                    <a:pt x="11580" y="7272"/>
                  </a:lnTo>
                  <a:lnTo>
                    <a:pt x="12065" y="7668"/>
                  </a:lnTo>
                  <a:lnTo>
                    <a:pt x="12538" y="8371"/>
                  </a:lnTo>
                  <a:lnTo>
                    <a:pt x="12730" y="8244"/>
                  </a:lnTo>
                  <a:lnTo>
                    <a:pt x="12832" y="8537"/>
                  </a:lnTo>
                  <a:lnTo>
                    <a:pt x="12692" y="9023"/>
                  </a:lnTo>
                  <a:lnTo>
                    <a:pt x="12666" y="9317"/>
                  </a:lnTo>
                  <a:lnTo>
                    <a:pt x="13088" y="9164"/>
                  </a:lnTo>
                  <a:lnTo>
                    <a:pt x="13599" y="8895"/>
                  </a:lnTo>
                  <a:lnTo>
                    <a:pt x="13637" y="8448"/>
                  </a:lnTo>
                  <a:lnTo>
                    <a:pt x="14034" y="8640"/>
                  </a:lnTo>
                  <a:lnTo>
                    <a:pt x="14187" y="8831"/>
                  </a:lnTo>
                  <a:lnTo>
                    <a:pt x="15069" y="8895"/>
                  </a:lnTo>
                  <a:lnTo>
                    <a:pt x="15222" y="8998"/>
                  </a:lnTo>
                  <a:lnTo>
                    <a:pt x="15209" y="9292"/>
                  </a:lnTo>
                  <a:lnTo>
                    <a:pt x="14634" y="9483"/>
                  </a:lnTo>
                  <a:lnTo>
                    <a:pt x="14468" y="9879"/>
                  </a:lnTo>
                  <a:lnTo>
                    <a:pt x="14149" y="9969"/>
                  </a:lnTo>
                  <a:lnTo>
                    <a:pt x="14046" y="9483"/>
                  </a:lnTo>
                  <a:lnTo>
                    <a:pt x="13714" y="9343"/>
                  </a:lnTo>
                  <a:lnTo>
                    <a:pt x="13139" y="9279"/>
                  </a:lnTo>
                  <a:lnTo>
                    <a:pt x="12589" y="9675"/>
                  </a:lnTo>
                  <a:lnTo>
                    <a:pt x="12538" y="10109"/>
                  </a:lnTo>
                  <a:lnTo>
                    <a:pt x="12053" y="10250"/>
                  </a:lnTo>
                  <a:lnTo>
                    <a:pt x="12091" y="10608"/>
                  </a:lnTo>
                  <a:lnTo>
                    <a:pt x="12755" y="10761"/>
                  </a:lnTo>
                  <a:lnTo>
                    <a:pt x="12934" y="11106"/>
                  </a:lnTo>
                  <a:lnTo>
                    <a:pt x="11963" y="11975"/>
                  </a:lnTo>
                  <a:lnTo>
                    <a:pt x="10391" y="12027"/>
                  </a:lnTo>
                  <a:lnTo>
                    <a:pt x="10353" y="12308"/>
                  </a:lnTo>
                  <a:lnTo>
                    <a:pt x="10634" y="12499"/>
                  </a:lnTo>
                  <a:lnTo>
                    <a:pt x="10161" y="12614"/>
                  </a:lnTo>
                  <a:lnTo>
                    <a:pt x="10225" y="13138"/>
                  </a:lnTo>
                  <a:lnTo>
                    <a:pt x="10238" y="13458"/>
                  </a:lnTo>
                  <a:lnTo>
                    <a:pt x="10736" y="13688"/>
                  </a:lnTo>
                  <a:lnTo>
                    <a:pt x="12104" y="13790"/>
                  </a:lnTo>
                  <a:lnTo>
                    <a:pt x="12040" y="13049"/>
                  </a:lnTo>
                  <a:lnTo>
                    <a:pt x="12564" y="13164"/>
                  </a:lnTo>
                  <a:lnTo>
                    <a:pt x="12832" y="13126"/>
                  </a:lnTo>
                  <a:lnTo>
                    <a:pt x="13139" y="12704"/>
                  </a:lnTo>
                  <a:lnTo>
                    <a:pt x="13433" y="12845"/>
                  </a:lnTo>
                  <a:lnTo>
                    <a:pt x="13970" y="12538"/>
                  </a:lnTo>
                  <a:lnTo>
                    <a:pt x="13957" y="12985"/>
                  </a:lnTo>
                  <a:lnTo>
                    <a:pt x="14634" y="13049"/>
                  </a:lnTo>
                  <a:lnTo>
                    <a:pt x="14775" y="13458"/>
                  </a:lnTo>
                  <a:lnTo>
                    <a:pt x="15375" y="13560"/>
                  </a:lnTo>
                  <a:lnTo>
                    <a:pt x="15682" y="13535"/>
                  </a:lnTo>
                  <a:lnTo>
                    <a:pt x="15644" y="14059"/>
                  </a:lnTo>
                  <a:lnTo>
                    <a:pt x="16245" y="14314"/>
                  </a:lnTo>
                  <a:lnTo>
                    <a:pt x="16947" y="14365"/>
                  </a:lnTo>
                  <a:lnTo>
                    <a:pt x="16641" y="14787"/>
                  </a:lnTo>
                  <a:lnTo>
                    <a:pt x="17216" y="14826"/>
                  </a:lnTo>
                  <a:lnTo>
                    <a:pt x="17126" y="14532"/>
                  </a:lnTo>
                  <a:lnTo>
                    <a:pt x="17254" y="14302"/>
                  </a:lnTo>
                  <a:lnTo>
                    <a:pt x="18277" y="14429"/>
                  </a:lnTo>
                  <a:lnTo>
                    <a:pt x="18264" y="14608"/>
                  </a:lnTo>
                  <a:lnTo>
                    <a:pt x="20922" y="14711"/>
                  </a:lnTo>
                  <a:lnTo>
                    <a:pt x="20961" y="14250"/>
                  </a:lnTo>
                  <a:lnTo>
                    <a:pt x="20398" y="13739"/>
                  </a:lnTo>
                  <a:lnTo>
                    <a:pt x="19261" y="13650"/>
                  </a:lnTo>
                  <a:lnTo>
                    <a:pt x="18954" y="13509"/>
                  </a:lnTo>
                  <a:lnTo>
                    <a:pt x="18954" y="13381"/>
                  </a:lnTo>
                  <a:lnTo>
                    <a:pt x="18647" y="13381"/>
                  </a:lnTo>
                  <a:lnTo>
                    <a:pt x="18532" y="13330"/>
                  </a:lnTo>
                  <a:lnTo>
                    <a:pt x="18123" y="13087"/>
                  </a:lnTo>
                  <a:lnTo>
                    <a:pt x="17868" y="12921"/>
                  </a:lnTo>
                  <a:lnTo>
                    <a:pt x="17791" y="12870"/>
                  </a:lnTo>
                  <a:lnTo>
                    <a:pt x="17765" y="12857"/>
                  </a:lnTo>
                  <a:lnTo>
                    <a:pt x="17778" y="12857"/>
                  </a:lnTo>
                  <a:lnTo>
                    <a:pt x="19056" y="12908"/>
                  </a:lnTo>
                  <a:lnTo>
                    <a:pt x="19159" y="13075"/>
                  </a:lnTo>
                  <a:lnTo>
                    <a:pt x="19977" y="13062"/>
                  </a:lnTo>
                  <a:lnTo>
                    <a:pt x="19977" y="12985"/>
                  </a:lnTo>
                  <a:lnTo>
                    <a:pt x="19989" y="12947"/>
                  </a:lnTo>
                  <a:lnTo>
                    <a:pt x="20002" y="12934"/>
                  </a:lnTo>
                  <a:lnTo>
                    <a:pt x="20028" y="12921"/>
                  </a:lnTo>
                  <a:lnTo>
                    <a:pt x="20373" y="12998"/>
                  </a:lnTo>
                  <a:lnTo>
                    <a:pt x="20679" y="13075"/>
                  </a:lnTo>
                  <a:lnTo>
                    <a:pt x="21050" y="13100"/>
                  </a:lnTo>
                  <a:lnTo>
                    <a:pt x="21203" y="13317"/>
                  </a:lnTo>
                  <a:lnTo>
                    <a:pt x="21459" y="13330"/>
                  </a:lnTo>
                  <a:lnTo>
                    <a:pt x="21625" y="13330"/>
                  </a:lnTo>
                  <a:lnTo>
                    <a:pt x="21676" y="13317"/>
                  </a:lnTo>
                  <a:lnTo>
                    <a:pt x="21689" y="13317"/>
                  </a:lnTo>
                  <a:lnTo>
                    <a:pt x="21702" y="13305"/>
                  </a:lnTo>
                  <a:lnTo>
                    <a:pt x="21664" y="13266"/>
                  </a:lnTo>
                  <a:lnTo>
                    <a:pt x="21600" y="13215"/>
                  </a:lnTo>
                  <a:lnTo>
                    <a:pt x="21395" y="13062"/>
                  </a:lnTo>
                  <a:lnTo>
                    <a:pt x="21101" y="12870"/>
                  </a:lnTo>
                  <a:lnTo>
                    <a:pt x="20833" y="12206"/>
                  </a:lnTo>
                  <a:lnTo>
                    <a:pt x="20999" y="11988"/>
                  </a:lnTo>
                  <a:lnTo>
                    <a:pt x="20667" y="11375"/>
                  </a:lnTo>
                  <a:lnTo>
                    <a:pt x="19925" y="11209"/>
                  </a:lnTo>
                  <a:lnTo>
                    <a:pt x="19350" y="10838"/>
                  </a:lnTo>
                  <a:lnTo>
                    <a:pt x="19018" y="10595"/>
                  </a:lnTo>
                  <a:lnTo>
                    <a:pt x="18315" y="10544"/>
                  </a:lnTo>
                  <a:lnTo>
                    <a:pt x="17880" y="10340"/>
                  </a:lnTo>
                  <a:lnTo>
                    <a:pt x="17075" y="9560"/>
                  </a:lnTo>
                  <a:lnTo>
                    <a:pt x="16756" y="9752"/>
                  </a:lnTo>
                  <a:lnTo>
                    <a:pt x="16334" y="9240"/>
                  </a:lnTo>
                  <a:lnTo>
                    <a:pt x="16334" y="9240"/>
                  </a:lnTo>
                  <a:lnTo>
                    <a:pt x="16884" y="9279"/>
                  </a:lnTo>
                  <a:lnTo>
                    <a:pt x="16884" y="9279"/>
                  </a:lnTo>
                  <a:lnTo>
                    <a:pt x="16283" y="8780"/>
                  </a:lnTo>
                  <a:lnTo>
                    <a:pt x="16628" y="8410"/>
                  </a:lnTo>
                  <a:lnTo>
                    <a:pt x="17050" y="8435"/>
                  </a:lnTo>
                  <a:lnTo>
                    <a:pt x="17011" y="8665"/>
                  </a:lnTo>
                  <a:lnTo>
                    <a:pt x="18111" y="8691"/>
                  </a:lnTo>
                  <a:lnTo>
                    <a:pt x="18136" y="8934"/>
                  </a:lnTo>
                  <a:lnTo>
                    <a:pt x="18762" y="9113"/>
                  </a:lnTo>
                  <a:lnTo>
                    <a:pt x="19095" y="9547"/>
                  </a:lnTo>
                  <a:lnTo>
                    <a:pt x="20411" y="9585"/>
                  </a:lnTo>
                  <a:lnTo>
                    <a:pt x="19708" y="8831"/>
                  </a:lnTo>
                  <a:lnTo>
                    <a:pt x="19964" y="8397"/>
                  </a:lnTo>
                  <a:lnTo>
                    <a:pt x="20155" y="8154"/>
                  </a:lnTo>
                  <a:lnTo>
                    <a:pt x="20207" y="7707"/>
                  </a:lnTo>
                  <a:lnTo>
                    <a:pt x="19772" y="7477"/>
                  </a:lnTo>
                  <a:lnTo>
                    <a:pt x="20092" y="7183"/>
                  </a:lnTo>
                  <a:lnTo>
                    <a:pt x="19925" y="6531"/>
                  </a:lnTo>
                  <a:lnTo>
                    <a:pt x="19453" y="6326"/>
                  </a:lnTo>
                  <a:lnTo>
                    <a:pt x="19171" y="6314"/>
                  </a:lnTo>
                  <a:lnTo>
                    <a:pt x="18507" y="6876"/>
                  </a:lnTo>
                  <a:lnTo>
                    <a:pt x="18430" y="6416"/>
                  </a:lnTo>
                  <a:lnTo>
                    <a:pt x="17880" y="6633"/>
                  </a:lnTo>
                  <a:lnTo>
                    <a:pt x="17727" y="6122"/>
                  </a:lnTo>
                  <a:lnTo>
                    <a:pt x="17165" y="5917"/>
                  </a:lnTo>
                  <a:lnTo>
                    <a:pt x="16947" y="5687"/>
                  </a:lnTo>
                  <a:lnTo>
                    <a:pt x="16347" y="5790"/>
                  </a:lnTo>
                  <a:lnTo>
                    <a:pt x="16193" y="5994"/>
                  </a:lnTo>
                  <a:lnTo>
                    <a:pt x="15503" y="5956"/>
                  </a:lnTo>
                  <a:lnTo>
                    <a:pt x="14903" y="5624"/>
                  </a:lnTo>
                  <a:lnTo>
                    <a:pt x="13701" y="5521"/>
                  </a:lnTo>
                  <a:lnTo>
                    <a:pt x="13931" y="5151"/>
                  </a:lnTo>
                  <a:lnTo>
                    <a:pt x="13688" y="4959"/>
                  </a:lnTo>
                  <a:lnTo>
                    <a:pt x="14353" y="4729"/>
                  </a:lnTo>
                  <a:lnTo>
                    <a:pt x="14455" y="4397"/>
                  </a:lnTo>
                  <a:lnTo>
                    <a:pt x="13855" y="4345"/>
                  </a:lnTo>
                  <a:lnTo>
                    <a:pt x="12896" y="4652"/>
                  </a:lnTo>
                  <a:lnTo>
                    <a:pt x="12909" y="4333"/>
                  </a:lnTo>
                  <a:lnTo>
                    <a:pt x="13803" y="3885"/>
                  </a:lnTo>
                  <a:lnTo>
                    <a:pt x="13573" y="3349"/>
                  </a:lnTo>
                  <a:lnTo>
                    <a:pt x="12985" y="3170"/>
                  </a:lnTo>
                  <a:lnTo>
                    <a:pt x="12845" y="3579"/>
                  </a:lnTo>
                  <a:lnTo>
                    <a:pt x="12589" y="3604"/>
                  </a:lnTo>
                  <a:lnTo>
                    <a:pt x="12602" y="3067"/>
                  </a:lnTo>
                  <a:lnTo>
                    <a:pt x="12206" y="2850"/>
                  </a:lnTo>
                  <a:lnTo>
                    <a:pt x="11746" y="2965"/>
                  </a:lnTo>
                  <a:lnTo>
                    <a:pt x="11452" y="3246"/>
                  </a:lnTo>
                  <a:lnTo>
                    <a:pt x="10979" y="3809"/>
                  </a:lnTo>
                  <a:lnTo>
                    <a:pt x="10787" y="3540"/>
                  </a:lnTo>
                  <a:lnTo>
                    <a:pt x="10941" y="2888"/>
                  </a:lnTo>
                  <a:lnTo>
                    <a:pt x="10800" y="2786"/>
                  </a:lnTo>
                  <a:lnTo>
                    <a:pt x="10532" y="2914"/>
                  </a:lnTo>
                  <a:lnTo>
                    <a:pt x="10314" y="3221"/>
                  </a:lnTo>
                  <a:lnTo>
                    <a:pt x="10442" y="2582"/>
                  </a:lnTo>
                  <a:lnTo>
                    <a:pt x="10097" y="2122"/>
                  </a:lnTo>
                  <a:lnTo>
                    <a:pt x="9407" y="2173"/>
                  </a:lnTo>
                  <a:lnTo>
                    <a:pt x="9407" y="2901"/>
                  </a:lnTo>
                  <a:lnTo>
                    <a:pt x="8908" y="2467"/>
                  </a:lnTo>
                  <a:lnTo>
                    <a:pt x="8908" y="2122"/>
                  </a:lnTo>
                  <a:lnTo>
                    <a:pt x="8678" y="2109"/>
                  </a:lnTo>
                  <a:lnTo>
                    <a:pt x="8525" y="1789"/>
                  </a:lnTo>
                  <a:lnTo>
                    <a:pt x="7988" y="1751"/>
                  </a:lnTo>
                  <a:lnTo>
                    <a:pt x="7784" y="1955"/>
                  </a:lnTo>
                  <a:lnTo>
                    <a:pt x="7669" y="1521"/>
                  </a:lnTo>
                  <a:lnTo>
                    <a:pt x="6109" y="1406"/>
                  </a:lnTo>
                  <a:lnTo>
                    <a:pt x="5867" y="1968"/>
                  </a:lnTo>
                  <a:lnTo>
                    <a:pt x="5611" y="2275"/>
                  </a:lnTo>
                  <a:lnTo>
                    <a:pt x="5330" y="2275"/>
                  </a:lnTo>
                  <a:lnTo>
                    <a:pt x="4831" y="2914"/>
                  </a:lnTo>
                  <a:lnTo>
                    <a:pt x="4627" y="2403"/>
                  </a:lnTo>
                  <a:lnTo>
                    <a:pt x="4959" y="1738"/>
                  </a:lnTo>
                  <a:lnTo>
                    <a:pt x="4908" y="1508"/>
                  </a:lnTo>
                  <a:lnTo>
                    <a:pt x="5547" y="1368"/>
                  </a:lnTo>
                  <a:lnTo>
                    <a:pt x="5726" y="1086"/>
                  </a:lnTo>
                  <a:lnTo>
                    <a:pt x="6876" y="1086"/>
                  </a:lnTo>
                  <a:lnTo>
                    <a:pt x="6838" y="575"/>
                  </a:lnTo>
                  <a:lnTo>
                    <a:pt x="6033" y="281"/>
                  </a:lnTo>
                  <a:lnTo>
                    <a:pt x="535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247;p78">
              <a:extLst>
                <a:ext uri="{FF2B5EF4-FFF2-40B4-BE49-F238E27FC236}">
                  <a16:creationId xmlns:a16="http://schemas.microsoft.com/office/drawing/2014/main" id="{83446A7B-BCBB-D1EC-3C6C-CCF223307DE1}"/>
                </a:ext>
              </a:extLst>
            </p:cNvPr>
            <p:cNvSpPr/>
            <p:nvPr/>
          </p:nvSpPr>
          <p:spPr>
            <a:xfrm>
              <a:off x="2020050" y="1914750"/>
              <a:ext cx="22075" cy="30050"/>
            </a:xfrm>
            <a:custGeom>
              <a:avLst/>
              <a:gdLst/>
              <a:ahLst/>
              <a:cxnLst/>
              <a:rect l="l" t="t" r="r" b="b"/>
              <a:pathLst>
                <a:path w="883" h="1202" extrusionOk="0">
                  <a:moveTo>
                    <a:pt x="384" y="0"/>
                  </a:moveTo>
                  <a:lnTo>
                    <a:pt x="1" y="230"/>
                  </a:lnTo>
                  <a:lnTo>
                    <a:pt x="192" y="908"/>
                  </a:lnTo>
                  <a:lnTo>
                    <a:pt x="384" y="1074"/>
                  </a:lnTo>
                  <a:lnTo>
                    <a:pt x="589" y="1202"/>
                  </a:lnTo>
                  <a:lnTo>
                    <a:pt x="665" y="729"/>
                  </a:lnTo>
                  <a:lnTo>
                    <a:pt x="883" y="601"/>
                  </a:lnTo>
                  <a:lnTo>
                    <a:pt x="768" y="103"/>
                  </a:lnTo>
                  <a:lnTo>
                    <a:pt x="38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248;p78">
              <a:extLst>
                <a:ext uri="{FF2B5EF4-FFF2-40B4-BE49-F238E27FC236}">
                  <a16:creationId xmlns:a16="http://schemas.microsoft.com/office/drawing/2014/main" id="{52719440-80DF-9FFC-5D2B-BF8D5D8967F7}"/>
                </a:ext>
              </a:extLst>
            </p:cNvPr>
            <p:cNvSpPr/>
            <p:nvPr/>
          </p:nvSpPr>
          <p:spPr>
            <a:xfrm>
              <a:off x="1875950" y="1798125"/>
              <a:ext cx="112500" cy="97800"/>
            </a:xfrm>
            <a:custGeom>
              <a:avLst/>
              <a:gdLst/>
              <a:ahLst/>
              <a:cxnLst/>
              <a:rect l="l" t="t" r="r" b="b"/>
              <a:pathLst>
                <a:path w="4500" h="3912" extrusionOk="0">
                  <a:moveTo>
                    <a:pt x="614" y="1"/>
                  </a:moveTo>
                  <a:lnTo>
                    <a:pt x="474" y="294"/>
                  </a:lnTo>
                  <a:lnTo>
                    <a:pt x="180" y="192"/>
                  </a:lnTo>
                  <a:lnTo>
                    <a:pt x="1" y="448"/>
                  </a:lnTo>
                  <a:lnTo>
                    <a:pt x="192" y="665"/>
                  </a:lnTo>
                  <a:lnTo>
                    <a:pt x="90" y="1100"/>
                  </a:lnTo>
                  <a:lnTo>
                    <a:pt x="307" y="1100"/>
                  </a:lnTo>
                  <a:lnTo>
                    <a:pt x="320" y="2914"/>
                  </a:lnTo>
                  <a:lnTo>
                    <a:pt x="231" y="3272"/>
                  </a:lnTo>
                  <a:lnTo>
                    <a:pt x="256" y="3528"/>
                  </a:lnTo>
                  <a:lnTo>
                    <a:pt x="601" y="3400"/>
                  </a:lnTo>
                  <a:lnTo>
                    <a:pt x="742" y="3311"/>
                  </a:lnTo>
                  <a:lnTo>
                    <a:pt x="844" y="3247"/>
                  </a:lnTo>
                  <a:lnTo>
                    <a:pt x="908" y="3221"/>
                  </a:lnTo>
                  <a:lnTo>
                    <a:pt x="959" y="3234"/>
                  </a:lnTo>
                  <a:lnTo>
                    <a:pt x="1049" y="3272"/>
                  </a:lnTo>
                  <a:lnTo>
                    <a:pt x="1138" y="3323"/>
                  </a:lnTo>
                  <a:lnTo>
                    <a:pt x="1164" y="3349"/>
                  </a:lnTo>
                  <a:lnTo>
                    <a:pt x="1176" y="3362"/>
                  </a:lnTo>
                  <a:lnTo>
                    <a:pt x="1253" y="3643"/>
                  </a:lnTo>
                  <a:lnTo>
                    <a:pt x="1330" y="3911"/>
                  </a:lnTo>
                  <a:lnTo>
                    <a:pt x="1905" y="3847"/>
                  </a:lnTo>
                  <a:lnTo>
                    <a:pt x="1931" y="3835"/>
                  </a:lnTo>
                  <a:lnTo>
                    <a:pt x="1943" y="3784"/>
                  </a:lnTo>
                  <a:lnTo>
                    <a:pt x="1994" y="3643"/>
                  </a:lnTo>
                  <a:lnTo>
                    <a:pt x="2046" y="3438"/>
                  </a:lnTo>
                  <a:lnTo>
                    <a:pt x="2007" y="3272"/>
                  </a:lnTo>
                  <a:lnTo>
                    <a:pt x="2007" y="3170"/>
                  </a:lnTo>
                  <a:lnTo>
                    <a:pt x="2020" y="3132"/>
                  </a:lnTo>
                  <a:lnTo>
                    <a:pt x="2033" y="3119"/>
                  </a:lnTo>
                  <a:lnTo>
                    <a:pt x="2122" y="3081"/>
                  </a:lnTo>
                  <a:lnTo>
                    <a:pt x="2212" y="3030"/>
                  </a:lnTo>
                  <a:lnTo>
                    <a:pt x="2340" y="2953"/>
                  </a:lnTo>
                  <a:lnTo>
                    <a:pt x="2416" y="2352"/>
                  </a:lnTo>
                  <a:lnTo>
                    <a:pt x="2761" y="2224"/>
                  </a:lnTo>
                  <a:lnTo>
                    <a:pt x="3298" y="2723"/>
                  </a:lnTo>
                  <a:lnTo>
                    <a:pt x="3618" y="2953"/>
                  </a:lnTo>
                  <a:lnTo>
                    <a:pt x="4218" y="2595"/>
                  </a:lnTo>
                  <a:lnTo>
                    <a:pt x="4499" y="2314"/>
                  </a:lnTo>
                  <a:lnTo>
                    <a:pt x="4410" y="2033"/>
                  </a:lnTo>
                  <a:lnTo>
                    <a:pt x="4129" y="1854"/>
                  </a:lnTo>
                  <a:lnTo>
                    <a:pt x="3745" y="1956"/>
                  </a:lnTo>
                  <a:lnTo>
                    <a:pt x="3464" y="1943"/>
                  </a:lnTo>
                  <a:lnTo>
                    <a:pt x="3400" y="1636"/>
                  </a:lnTo>
                  <a:lnTo>
                    <a:pt x="1956" y="921"/>
                  </a:lnTo>
                  <a:lnTo>
                    <a:pt x="1343" y="806"/>
                  </a:lnTo>
                  <a:lnTo>
                    <a:pt x="972" y="716"/>
                  </a:lnTo>
                  <a:lnTo>
                    <a:pt x="678" y="742"/>
                  </a:lnTo>
                  <a:lnTo>
                    <a:pt x="397" y="461"/>
                  </a:lnTo>
                  <a:lnTo>
                    <a:pt x="1061" y="512"/>
                  </a:lnTo>
                  <a:lnTo>
                    <a:pt x="61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249;p78">
              <a:extLst>
                <a:ext uri="{FF2B5EF4-FFF2-40B4-BE49-F238E27FC236}">
                  <a16:creationId xmlns:a16="http://schemas.microsoft.com/office/drawing/2014/main" id="{FA00793C-DA75-C2C9-8D5B-D42B481D62ED}"/>
                </a:ext>
              </a:extLst>
            </p:cNvPr>
            <p:cNvSpPr/>
            <p:nvPr/>
          </p:nvSpPr>
          <p:spPr>
            <a:xfrm>
              <a:off x="1671150" y="1415975"/>
              <a:ext cx="249875" cy="100375"/>
            </a:xfrm>
            <a:custGeom>
              <a:avLst/>
              <a:gdLst/>
              <a:ahLst/>
              <a:cxnLst/>
              <a:rect l="l" t="t" r="r" b="b"/>
              <a:pathLst>
                <a:path w="9995" h="4015" extrusionOk="0">
                  <a:moveTo>
                    <a:pt x="1444" y="1"/>
                  </a:moveTo>
                  <a:lnTo>
                    <a:pt x="396" y="231"/>
                  </a:lnTo>
                  <a:lnTo>
                    <a:pt x="0" y="269"/>
                  </a:lnTo>
                  <a:lnTo>
                    <a:pt x="39" y="666"/>
                  </a:lnTo>
                  <a:lnTo>
                    <a:pt x="537" y="806"/>
                  </a:lnTo>
                  <a:lnTo>
                    <a:pt x="818" y="1407"/>
                  </a:lnTo>
                  <a:lnTo>
                    <a:pt x="1534" y="1356"/>
                  </a:lnTo>
                  <a:lnTo>
                    <a:pt x="1802" y="1113"/>
                  </a:lnTo>
                  <a:lnTo>
                    <a:pt x="2032" y="1266"/>
                  </a:lnTo>
                  <a:lnTo>
                    <a:pt x="2799" y="2110"/>
                  </a:lnTo>
                  <a:lnTo>
                    <a:pt x="2774" y="2365"/>
                  </a:lnTo>
                  <a:lnTo>
                    <a:pt x="2237" y="2557"/>
                  </a:lnTo>
                  <a:lnTo>
                    <a:pt x="2262" y="2634"/>
                  </a:lnTo>
                  <a:lnTo>
                    <a:pt x="2288" y="2710"/>
                  </a:lnTo>
                  <a:lnTo>
                    <a:pt x="2288" y="2800"/>
                  </a:lnTo>
                  <a:lnTo>
                    <a:pt x="2262" y="2889"/>
                  </a:lnTo>
                  <a:lnTo>
                    <a:pt x="2237" y="2979"/>
                  </a:lnTo>
                  <a:lnTo>
                    <a:pt x="2199" y="3068"/>
                  </a:lnTo>
                  <a:lnTo>
                    <a:pt x="1368" y="2378"/>
                  </a:lnTo>
                  <a:lnTo>
                    <a:pt x="780" y="2468"/>
                  </a:lnTo>
                  <a:lnTo>
                    <a:pt x="396" y="2992"/>
                  </a:lnTo>
                  <a:lnTo>
                    <a:pt x="511" y="3477"/>
                  </a:lnTo>
                  <a:lnTo>
                    <a:pt x="1368" y="3912"/>
                  </a:lnTo>
                  <a:lnTo>
                    <a:pt x="2467" y="4014"/>
                  </a:lnTo>
                  <a:lnTo>
                    <a:pt x="2122" y="3171"/>
                  </a:lnTo>
                  <a:lnTo>
                    <a:pt x="2518" y="2825"/>
                  </a:lnTo>
                  <a:lnTo>
                    <a:pt x="2927" y="3746"/>
                  </a:lnTo>
                  <a:lnTo>
                    <a:pt x="3796" y="3618"/>
                  </a:lnTo>
                  <a:lnTo>
                    <a:pt x="4371" y="3976"/>
                  </a:lnTo>
                  <a:lnTo>
                    <a:pt x="4895" y="3579"/>
                  </a:lnTo>
                  <a:lnTo>
                    <a:pt x="5266" y="3835"/>
                  </a:lnTo>
                  <a:lnTo>
                    <a:pt x="5560" y="3899"/>
                  </a:lnTo>
                  <a:lnTo>
                    <a:pt x="5764" y="3950"/>
                  </a:lnTo>
                  <a:lnTo>
                    <a:pt x="5879" y="3963"/>
                  </a:lnTo>
                  <a:lnTo>
                    <a:pt x="6940" y="3695"/>
                  </a:lnTo>
                  <a:lnTo>
                    <a:pt x="7324" y="3925"/>
                  </a:lnTo>
                  <a:lnTo>
                    <a:pt x="8052" y="3388"/>
                  </a:lnTo>
                  <a:lnTo>
                    <a:pt x="8295" y="3784"/>
                  </a:lnTo>
                  <a:lnTo>
                    <a:pt x="9432" y="3810"/>
                  </a:lnTo>
                  <a:lnTo>
                    <a:pt x="9918" y="3349"/>
                  </a:lnTo>
                  <a:lnTo>
                    <a:pt x="9995" y="2608"/>
                  </a:lnTo>
                  <a:lnTo>
                    <a:pt x="9381" y="2110"/>
                  </a:lnTo>
                  <a:lnTo>
                    <a:pt x="9279" y="1829"/>
                  </a:lnTo>
                  <a:lnTo>
                    <a:pt x="9241" y="1650"/>
                  </a:lnTo>
                  <a:lnTo>
                    <a:pt x="8717" y="1892"/>
                  </a:lnTo>
                  <a:lnTo>
                    <a:pt x="8333" y="1752"/>
                  </a:lnTo>
                  <a:lnTo>
                    <a:pt x="8116" y="1573"/>
                  </a:lnTo>
                  <a:lnTo>
                    <a:pt x="7784" y="1599"/>
                  </a:lnTo>
                  <a:lnTo>
                    <a:pt x="7157" y="1956"/>
                  </a:lnTo>
                  <a:lnTo>
                    <a:pt x="5918" y="2608"/>
                  </a:lnTo>
                  <a:lnTo>
                    <a:pt x="5764" y="2225"/>
                  </a:lnTo>
                  <a:lnTo>
                    <a:pt x="4742" y="2263"/>
                  </a:lnTo>
                  <a:lnTo>
                    <a:pt x="4550" y="2570"/>
                  </a:lnTo>
                  <a:lnTo>
                    <a:pt x="4167" y="1995"/>
                  </a:lnTo>
                  <a:lnTo>
                    <a:pt x="3668" y="1816"/>
                  </a:lnTo>
                  <a:lnTo>
                    <a:pt x="3949" y="1420"/>
                  </a:lnTo>
                  <a:lnTo>
                    <a:pt x="4256" y="1292"/>
                  </a:lnTo>
                  <a:lnTo>
                    <a:pt x="3234" y="1126"/>
                  </a:lnTo>
                  <a:lnTo>
                    <a:pt x="2940" y="768"/>
                  </a:lnTo>
                  <a:lnTo>
                    <a:pt x="1943" y="998"/>
                  </a:lnTo>
                  <a:lnTo>
                    <a:pt x="1687" y="435"/>
                  </a:lnTo>
                  <a:lnTo>
                    <a:pt x="1726" y="26"/>
                  </a:lnTo>
                  <a:lnTo>
                    <a:pt x="144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2" name="Google Shape;1250;p78">
              <a:extLst>
                <a:ext uri="{FF2B5EF4-FFF2-40B4-BE49-F238E27FC236}">
                  <a16:creationId xmlns:a16="http://schemas.microsoft.com/office/drawing/2014/main" id="{E18C60F3-75EF-A767-F02B-45A0153A4A87}"/>
                </a:ext>
              </a:extLst>
            </p:cNvPr>
            <p:cNvSpPr/>
            <p:nvPr/>
          </p:nvSpPr>
          <p:spPr>
            <a:xfrm>
              <a:off x="2604125" y="3294400"/>
              <a:ext cx="64900" cy="76075"/>
            </a:xfrm>
            <a:custGeom>
              <a:avLst/>
              <a:gdLst/>
              <a:ahLst/>
              <a:cxnLst/>
              <a:rect l="l" t="t" r="r" b="b"/>
              <a:pathLst>
                <a:path w="2596" h="3043" extrusionOk="0">
                  <a:moveTo>
                    <a:pt x="653" y="1"/>
                  </a:moveTo>
                  <a:lnTo>
                    <a:pt x="601" y="257"/>
                  </a:lnTo>
                  <a:lnTo>
                    <a:pt x="589" y="282"/>
                  </a:lnTo>
                  <a:lnTo>
                    <a:pt x="167" y="717"/>
                  </a:lnTo>
                  <a:lnTo>
                    <a:pt x="231" y="1317"/>
                  </a:lnTo>
                  <a:lnTo>
                    <a:pt x="563" y="1739"/>
                  </a:lnTo>
                  <a:lnTo>
                    <a:pt x="563" y="1765"/>
                  </a:lnTo>
                  <a:lnTo>
                    <a:pt x="563" y="1969"/>
                  </a:lnTo>
                  <a:lnTo>
                    <a:pt x="550" y="1995"/>
                  </a:lnTo>
                  <a:lnTo>
                    <a:pt x="371" y="2212"/>
                  </a:lnTo>
                  <a:lnTo>
                    <a:pt x="359" y="2468"/>
                  </a:lnTo>
                  <a:lnTo>
                    <a:pt x="359" y="2493"/>
                  </a:lnTo>
                  <a:lnTo>
                    <a:pt x="1" y="2928"/>
                  </a:lnTo>
                  <a:lnTo>
                    <a:pt x="26" y="2940"/>
                  </a:lnTo>
                  <a:lnTo>
                    <a:pt x="269" y="3043"/>
                  </a:lnTo>
                  <a:lnTo>
                    <a:pt x="640" y="2877"/>
                  </a:lnTo>
                  <a:lnTo>
                    <a:pt x="678" y="2877"/>
                  </a:lnTo>
                  <a:lnTo>
                    <a:pt x="934" y="3004"/>
                  </a:lnTo>
                  <a:lnTo>
                    <a:pt x="1036" y="2928"/>
                  </a:lnTo>
                  <a:lnTo>
                    <a:pt x="1074" y="2928"/>
                  </a:lnTo>
                  <a:lnTo>
                    <a:pt x="1087" y="2940"/>
                  </a:lnTo>
                  <a:lnTo>
                    <a:pt x="1151" y="3030"/>
                  </a:lnTo>
                  <a:lnTo>
                    <a:pt x="1458" y="3030"/>
                  </a:lnTo>
                  <a:lnTo>
                    <a:pt x="1701" y="2877"/>
                  </a:lnTo>
                  <a:lnTo>
                    <a:pt x="1943" y="2212"/>
                  </a:lnTo>
                  <a:lnTo>
                    <a:pt x="1956" y="2199"/>
                  </a:lnTo>
                  <a:lnTo>
                    <a:pt x="2595" y="1586"/>
                  </a:lnTo>
                  <a:lnTo>
                    <a:pt x="2557" y="1573"/>
                  </a:lnTo>
                  <a:lnTo>
                    <a:pt x="2506" y="1138"/>
                  </a:lnTo>
                  <a:lnTo>
                    <a:pt x="2378" y="1100"/>
                  </a:lnTo>
                  <a:lnTo>
                    <a:pt x="1573" y="372"/>
                  </a:lnTo>
                  <a:lnTo>
                    <a:pt x="947" y="269"/>
                  </a:lnTo>
                  <a:lnTo>
                    <a:pt x="65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3" name="Google Shape;1251;p78">
              <a:extLst>
                <a:ext uri="{FF2B5EF4-FFF2-40B4-BE49-F238E27FC236}">
                  <a16:creationId xmlns:a16="http://schemas.microsoft.com/office/drawing/2014/main" id="{5A452C8E-ECAA-DA4C-DEB4-DF744FE583AD}"/>
                </a:ext>
              </a:extLst>
            </p:cNvPr>
            <p:cNvSpPr/>
            <p:nvPr/>
          </p:nvSpPr>
          <p:spPr>
            <a:xfrm>
              <a:off x="1961900" y="1884725"/>
              <a:ext cx="36125" cy="32600"/>
            </a:xfrm>
            <a:custGeom>
              <a:avLst/>
              <a:gdLst/>
              <a:ahLst/>
              <a:cxnLst/>
              <a:rect l="l" t="t" r="r" b="b"/>
              <a:pathLst>
                <a:path w="1445" h="1304" extrusionOk="0">
                  <a:moveTo>
                    <a:pt x="844" y="0"/>
                  </a:moveTo>
                  <a:lnTo>
                    <a:pt x="346" y="256"/>
                  </a:lnTo>
                  <a:lnTo>
                    <a:pt x="346" y="524"/>
                  </a:lnTo>
                  <a:lnTo>
                    <a:pt x="1" y="818"/>
                  </a:lnTo>
                  <a:lnTo>
                    <a:pt x="103" y="1201"/>
                  </a:lnTo>
                  <a:lnTo>
                    <a:pt x="563" y="1304"/>
                  </a:lnTo>
                  <a:lnTo>
                    <a:pt x="1113" y="575"/>
                  </a:lnTo>
                  <a:lnTo>
                    <a:pt x="1445" y="256"/>
                  </a:lnTo>
                  <a:lnTo>
                    <a:pt x="111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4" name="Google Shape;1252;p78">
              <a:extLst>
                <a:ext uri="{FF2B5EF4-FFF2-40B4-BE49-F238E27FC236}">
                  <a16:creationId xmlns:a16="http://schemas.microsoft.com/office/drawing/2014/main" id="{642BEF03-8EAC-9E0A-0D0D-F0906BD85ED0}"/>
                </a:ext>
              </a:extLst>
            </p:cNvPr>
            <p:cNvSpPr/>
            <p:nvPr/>
          </p:nvSpPr>
          <p:spPr>
            <a:xfrm>
              <a:off x="2295475" y="3010050"/>
              <a:ext cx="31350" cy="11850"/>
            </a:xfrm>
            <a:custGeom>
              <a:avLst/>
              <a:gdLst/>
              <a:ahLst/>
              <a:cxnLst/>
              <a:rect l="l" t="t" r="r" b="b"/>
              <a:pathLst>
                <a:path w="1254" h="474" extrusionOk="0">
                  <a:moveTo>
                    <a:pt x="295" y="0"/>
                  </a:moveTo>
                  <a:lnTo>
                    <a:pt x="205" y="77"/>
                  </a:lnTo>
                  <a:lnTo>
                    <a:pt x="141" y="51"/>
                  </a:lnTo>
                  <a:lnTo>
                    <a:pt x="1" y="166"/>
                  </a:lnTo>
                  <a:lnTo>
                    <a:pt x="77" y="243"/>
                  </a:lnTo>
                  <a:lnTo>
                    <a:pt x="77" y="473"/>
                  </a:lnTo>
                  <a:lnTo>
                    <a:pt x="972" y="473"/>
                  </a:lnTo>
                  <a:lnTo>
                    <a:pt x="1253" y="166"/>
                  </a:lnTo>
                  <a:lnTo>
                    <a:pt x="1176" y="51"/>
                  </a:lnTo>
                  <a:lnTo>
                    <a:pt x="768" y="51"/>
                  </a:lnTo>
                  <a:lnTo>
                    <a:pt x="69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5" name="Google Shape;1253;p78">
              <a:extLst>
                <a:ext uri="{FF2B5EF4-FFF2-40B4-BE49-F238E27FC236}">
                  <a16:creationId xmlns:a16="http://schemas.microsoft.com/office/drawing/2014/main" id="{17490BC8-FD47-84F7-3909-3246B6A1C0E8}"/>
                </a:ext>
              </a:extLst>
            </p:cNvPr>
            <p:cNvSpPr/>
            <p:nvPr/>
          </p:nvSpPr>
          <p:spPr>
            <a:xfrm>
              <a:off x="2081725" y="3014200"/>
              <a:ext cx="43150" cy="15050"/>
            </a:xfrm>
            <a:custGeom>
              <a:avLst/>
              <a:gdLst/>
              <a:ahLst/>
              <a:cxnLst/>
              <a:rect l="l" t="t" r="r" b="b"/>
              <a:pathLst>
                <a:path w="1726" h="602" extrusionOk="0">
                  <a:moveTo>
                    <a:pt x="345" y="0"/>
                  </a:moveTo>
                  <a:lnTo>
                    <a:pt x="77" y="13"/>
                  </a:lnTo>
                  <a:lnTo>
                    <a:pt x="0" y="243"/>
                  </a:lnTo>
                  <a:lnTo>
                    <a:pt x="269" y="243"/>
                  </a:lnTo>
                  <a:lnTo>
                    <a:pt x="461" y="563"/>
                  </a:lnTo>
                  <a:lnTo>
                    <a:pt x="703" y="512"/>
                  </a:lnTo>
                  <a:lnTo>
                    <a:pt x="831" y="601"/>
                  </a:lnTo>
                  <a:lnTo>
                    <a:pt x="933" y="537"/>
                  </a:lnTo>
                  <a:lnTo>
                    <a:pt x="1112" y="422"/>
                  </a:lnTo>
                  <a:lnTo>
                    <a:pt x="1355" y="550"/>
                  </a:lnTo>
                  <a:lnTo>
                    <a:pt x="1624" y="550"/>
                  </a:lnTo>
                  <a:lnTo>
                    <a:pt x="1726" y="448"/>
                  </a:lnTo>
                  <a:lnTo>
                    <a:pt x="1547" y="307"/>
                  </a:lnTo>
                  <a:lnTo>
                    <a:pt x="1266" y="256"/>
                  </a:lnTo>
                  <a:lnTo>
                    <a:pt x="1087" y="51"/>
                  </a:lnTo>
                  <a:lnTo>
                    <a:pt x="857" y="39"/>
                  </a:lnTo>
                  <a:lnTo>
                    <a:pt x="703" y="26"/>
                  </a:lnTo>
                  <a:lnTo>
                    <a:pt x="627" y="13"/>
                  </a:lnTo>
                  <a:lnTo>
                    <a:pt x="52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254;p78">
              <a:extLst>
                <a:ext uri="{FF2B5EF4-FFF2-40B4-BE49-F238E27FC236}">
                  <a16:creationId xmlns:a16="http://schemas.microsoft.com/office/drawing/2014/main" id="{260E7BD7-A0E5-547F-D4C6-B81D460965BE}"/>
                </a:ext>
              </a:extLst>
            </p:cNvPr>
            <p:cNvSpPr/>
            <p:nvPr/>
          </p:nvSpPr>
          <p:spPr>
            <a:xfrm>
              <a:off x="2155200" y="2983850"/>
              <a:ext cx="53075" cy="41550"/>
            </a:xfrm>
            <a:custGeom>
              <a:avLst/>
              <a:gdLst/>
              <a:ahLst/>
              <a:cxnLst/>
              <a:rect l="l" t="t" r="r" b="b"/>
              <a:pathLst>
                <a:path w="2123" h="1662" extrusionOk="0">
                  <a:moveTo>
                    <a:pt x="1215" y="0"/>
                  </a:moveTo>
                  <a:lnTo>
                    <a:pt x="819" y="269"/>
                  </a:lnTo>
                  <a:lnTo>
                    <a:pt x="1126" y="320"/>
                  </a:lnTo>
                  <a:lnTo>
                    <a:pt x="1368" y="358"/>
                  </a:lnTo>
                  <a:lnTo>
                    <a:pt x="1381" y="588"/>
                  </a:lnTo>
                  <a:lnTo>
                    <a:pt x="1330" y="703"/>
                  </a:lnTo>
                  <a:lnTo>
                    <a:pt x="1432" y="805"/>
                  </a:lnTo>
                  <a:lnTo>
                    <a:pt x="1701" y="1048"/>
                  </a:lnTo>
                  <a:lnTo>
                    <a:pt x="1624" y="1150"/>
                  </a:lnTo>
                  <a:lnTo>
                    <a:pt x="1458" y="1150"/>
                  </a:lnTo>
                  <a:lnTo>
                    <a:pt x="1356" y="1265"/>
                  </a:lnTo>
                  <a:lnTo>
                    <a:pt x="678" y="1214"/>
                  </a:lnTo>
                  <a:lnTo>
                    <a:pt x="257" y="1074"/>
                  </a:lnTo>
                  <a:lnTo>
                    <a:pt x="1" y="1150"/>
                  </a:lnTo>
                  <a:lnTo>
                    <a:pt x="1" y="1317"/>
                  </a:lnTo>
                  <a:lnTo>
                    <a:pt x="384" y="1393"/>
                  </a:lnTo>
                  <a:lnTo>
                    <a:pt x="602" y="1662"/>
                  </a:lnTo>
                  <a:lnTo>
                    <a:pt x="602" y="1470"/>
                  </a:lnTo>
                  <a:lnTo>
                    <a:pt x="1036" y="1393"/>
                  </a:lnTo>
                  <a:lnTo>
                    <a:pt x="1253" y="1521"/>
                  </a:lnTo>
                  <a:lnTo>
                    <a:pt x="1547" y="1444"/>
                  </a:lnTo>
                  <a:lnTo>
                    <a:pt x="2033" y="1419"/>
                  </a:lnTo>
                  <a:lnTo>
                    <a:pt x="2084" y="1483"/>
                  </a:lnTo>
                  <a:lnTo>
                    <a:pt x="2123" y="1278"/>
                  </a:lnTo>
                  <a:lnTo>
                    <a:pt x="2084" y="1061"/>
                  </a:lnTo>
                  <a:lnTo>
                    <a:pt x="2059" y="895"/>
                  </a:lnTo>
                  <a:lnTo>
                    <a:pt x="1995" y="895"/>
                  </a:lnTo>
                  <a:lnTo>
                    <a:pt x="1995" y="754"/>
                  </a:lnTo>
                  <a:lnTo>
                    <a:pt x="2084" y="639"/>
                  </a:lnTo>
                  <a:lnTo>
                    <a:pt x="2123" y="499"/>
                  </a:lnTo>
                  <a:lnTo>
                    <a:pt x="2059" y="179"/>
                  </a:lnTo>
                  <a:lnTo>
                    <a:pt x="2008" y="217"/>
                  </a:lnTo>
                  <a:lnTo>
                    <a:pt x="1662" y="217"/>
                  </a:lnTo>
                  <a:lnTo>
                    <a:pt x="1432" y="51"/>
                  </a:lnTo>
                  <a:lnTo>
                    <a:pt x="121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7" name="Google Shape;1255;p78">
              <a:extLst>
                <a:ext uri="{FF2B5EF4-FFF2-40B4-BE49-F238E27FC236}">
                  <a16:creationId xmlns:a16="http://schemas.microsoft.com/office/drawing/2014/main" id="{16829ADF-8018-F524-DD99-D7D555393D51}"/>
                </a:ext>
              </a:extLst>
            </p:cNvPr>
            <p:cNvSpPr/>
            <p:nvPr/>
          </p:nvSpPr>
          <p:spPr>
            <a:xfrm>
              <a:off x="2170225" y="2957650"/>
              <a:ext cx="13450" cy="7375"/>
            </a:xfrm>
            <a:custGeom>
              <a:avLst/>
              <a:gdLst/>
              <a:ahLst/>
              <a:cxnLst/>
              <a:rect l="l" t="t" r="r" b="b"/>
              <a:pathLst>
                <a:path w="538" h="295" extrusionOk="0">
                  <a:moveTo>
                    <a:pt x="537" y="0"/>
                  </a:moveTo>
                  <a:lnTo>
                    <a:pt x="371" y="102"/>
                  </a:lnTo>
                  <a:lnTo>
                    <a:pt x="52" y="102"/>
                  </a:lnTo>
                  <a:lnTo>
                    <a:pt x="1" y="294"/>
                  </a:lnTo>
                  <a:lnTo>
                    <a:pt x="422" y="294"/>
                  </a:lnTo>
                  <a:lnTo>
                    <a:pt x="53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256;p78">
              <a:extLst>
                <a:ext uri="{FF2B5EF4-FFF2-40B4-BE49-F238E27FC236}">
                  <a16:creationId xmlns:a16="http://schemas.microsoft.com/office/drawing/2014/main" id="{DE975266-5BE9-2891-7899-680BBD38628F}"/>
                </a:ext>
              </a:extLst>
            </p:cNvPr>
            <p:cNvSpPr/>
            <p:nvPr/>
          </p:nvSpPr>
          <p:spPr>
            <a:xfrm>
              <a:off x="2206975" y="2982575"/>
              <a:ext cx="69350" cy="50825"/>
            </a:xfrm>
            <a:custGeom>
              <a:avLst/>
              <a:gdLst/>
              <a:ahLst/>
              <a:cxnLst/>
              <a:rect l="l" t="t" r="r" b="b"/>
              <a:pathLst>
                <a:path w="2774" h="2033" extrusionOk="0">
                  <a:moveTo>
                    <a:pt x="665" y="0"/>
                  </a:moveTo>
                  <a:lnTo>
                    <a:pt x="409" y="153"/>
                  </a:lnTo>
                  <a:lnTo>
                    <a:pt x="256" y="90"/>
                  </a:lnTo>
                  <a:lnTo>
                    <a:pt x="64" y="192"/>
                  </a:lnTo>
                  <a:lnTo>
                    <a:pt x="141" y="550"/>
                  </a:lnTo>
                  <a:lnTo>
                    <a:pt x="77" y="729"/>
                  </a:lnTo>
                  <a:lnTo>
                    <a:pt x="0" y="831"/>
                  </a:lnTo>
                  <a:lnTo>
                    <a:pt x="0" y="869"/>
                  </a:lnTo>
                  <a:lnTo>
                    <a:pt x="64" y="869"/>
                  </a:lnTo>
                  <a:lnTo>
                    <a:pt x="103" y="1099"/>
                  </a:lnTo>
                  <a:lnTo>
                    <a:pt x="141" y="1329"/>
                  </a:lnTo>
                  <a:lnTo>
                    <a:pt x="90" y="1623"/>
                  </a:lnTo>
                  <a:lnTo>
                    <a:pt x="141" y="1713"/>
                  </a:lnTo>
                  <a:lnTo>
                    <a:pt x="179" y="1866"/>
                  </a:lnTo>
                  <a:lnTo>
                    <a:pt x="384" y="2032"/>
                  </a:lnTo>
                  <a:lnTo>
                    <a:pt x="601" y="1572"/>
                  </a:lnTo>
                  <a:lnTo>
                    <a:pt x="601" y="1393"/>
                  </a:lnTo>
                  <a:lnTo>
                    <a:pt x="818" y="1355"/>
                  </a:lnTo>
                  <a:lnTo>
                    <a:pt x="959" y="1201"/>
                  </a:lnTo>
                  <a:lnTo>
                    <a:pt x="1087" y="1572"/>
                  </a:lnTo>
                  <a:lnTo>
                    <a:pt x="1381" y="1432"/>
                  </a:lnTo>
                  <a:lnTo>
                    <a:pt x="1509" y="1201"/>
                  </a:lnTo>
                  <a:lnTo>
                    <a:pt x="1866" y="1342"/>
                  </a:lnTo>
                  <a:lnTo>
                    <a:pt x="2288" y="1265"/>
                  </a:lnTo>
                  <a:lnTo>
                    <a:pt x="2454" y="1534"/>
                  </a:lnTo>
                  <a:lnTo>
                    <a:pt x="2531" y="1329"/>
                  </a:lnTo>
                  <a:lnTo>
                    <a:pt x="2684" y="1265"/>
                  </a:lnTo>
                  <a:lnTo>
                    <a:pt x="2774" y="1086"/>
                  </a:lnTo>
                  <a:lnTo>
                    <a:pt x="2365" y="780"/>
                  </a:lnTo>
                  <a:lnTo>
                    <a:pt x="1687" y="716"/>
                  </a:lnTo>
                  <a:lnTo>
                    <a:pt x="1713" y="665"/>
                  </a:lnTo>
                  <a:lnTo>
                    <a:pt x="2007" y="652"/>
                  </a:lnTo>
                  <a:lnTo>
                    <a:pt x="2020" y="511"/>
                  </a:lnTo>
                  <a:lnTo>
                    <a:pt x="1598" y="537"/>
                  </a:lnTo>
                  <a:lnTo>
                    <a:pt x="1445" y="256"/>
                  </a:lnTo>
                  <a:lnTo>
                    <a:pt x="1227" y="243"/>
                  </a:lnTo>
                  <a:lnTo>
                    <a:pt x="1074" y="205"/>
                  </a:lnTo>
                  <a:lnTo>
                    <a:pt x="793" y="153"/>
                  </a:lnTo>
                  <a:lnTo>
                    <a:pt x="66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257;p78">
              <a:extLst>
                <a:ext uri="{FF2B5EF4-FFF2-40B4-BE49-F238E27FC236}">
                  <a16:creationId xmlns:a16="http://schemas.microsoft.com/office/drawing/2014/main" id="{FD2C410B-F73E-281C-CD08-51948979EF97}"/>
                </a:ext>
              </a:extLst>
            </p:cNvPr>
            <p:cNvSpPr/>
            <p:nvPr/>
          </p:nvSpPr>
          <p:spPr>
            <a:xfrm>
              <a:off x="2159375" y="2926325"/>
              <a:ext cx="10875" cy="11850"/>
            </a:xfrm>
            <a:custGeom>
              <a:avLst/>
              <a:gdLst/>
              <a:ahLst/>
              <a:cxnLst/>
              <a:rect l="l" t="t" r="r" b="b"/>
              <a:pathLst>
                <a:path w="435" h="474" extrusionOk="0">
                  <a:moveTo>
                    <a:pt x="0" y="1"/>
                  </a:moveTo>
                  <a:lnTo>
                    <a:pt x="205" y="129"/>
                  </a:lnTo>
                  <a:lnTo>
                    <a:pt x="0" y="474"/>
                  </a:lnTo>
                  <a:lnTo>
                    <a:pt x="205" y="474"/>
                  </a:lnTo>
                  <a:lnTo>
                    <a:pt x="435" y="1"/>
                  </a:lnTo>
                  <a:lnTo>
                    <a:pt x="435" y="1"/>
                  </a:lnTo>
                  <a:lnTo>
                    <a:pt x="217" y="77"/>
                  </a:lnTo>
                  <a:lnTo>
                    <a:pt x="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258;p78">
              <a:extLst>
                <a:ext uri="{FF2B5EF4-FFF2-40B4-BE49-F238E27FC236}">
                  <a16:creationId xmlns:a16="http://schemas.microsoft.com/office/drawing/2014/main" id="{2E17F81B-BE29-B3F4-2086-2D82D7679C7B}"/>
                </a:ext>
              </a:extLst>
            </p:cNvPr>
            <p:cNvSpPr/>
            <p:nvPr/>
          </p:nvSpPr>
          <p:spPr>
            <a:xfrm>
              <a:off x="2465775" y="2259175"/>
              <a:ext cx="107700" cy="122100"/>
            </a:xfrm>
            <a:custGeom>
              <a:avLst/>
              <a:gdLst/>
              <a:ahLst/>
              <a:cxnLst/>
              <a:rect l="l" t="t" r="r" b="b"/>
              <a:pathLst>
                <a:path w="4308" h="4884" extrusionOk="0">
                  <a:moveTo>
                    <a:pt x="2352" y="1"/>
                  </a:moveTo>
                  <a:lnTo>
                    <a:pt x="1675" y="308"/>
                  </a:lnTo>
                  <a:lnTo>
                    <a:pt x="1624" y="525"/>
                  </a:lnTo>
                  <a:lnTo>
                    <a:pt x="1739" y="538"/>
                  </a:lnTo>
                  <a:lnTo>
                    <a:pt x="1023" y="1586"/>
                  </a:lnTo>
                  <a:lnTo>
                    <a:pt x="1023" y="1918"/>
                  </a:lnTo>
                  <a:lnTo>
                    <a:pt x="934" y="2442"/>
                  </a:lnTo>
                  <a:lnTo>
                    <a:pt x="678" y="2468"/>
                  </a:lnTo>
                  <a:lnTo>
                    <a:pt x="768" y="2698"/>
                  </a:lnTo>
                  <a:lnTo>
                    <a:pt x="103" y="3107"/>
                  </a:lnTo>
                  <a:lnTo>
                    <a:pt x="589" y="3081"/>
                  </a:lnTo>
                  <a:lnTo>
                    <a:pt x="640" y="3183"/>
                  </a:lnTo>
                  <a:lnTo>
                    <a:pt x="231" y="3375"/>
                  </a:lnTo>
                  <a:lnTo>
                    <a:pt x="1" y="3771"/>
                  </a:lnTo>
                  <a:lnTo>
                    <a:pt x="231" y="3925"/>
                  </a:lnTo>
                  <a:lnTo>
                    <a:pt x="947" y="3950"/>
                  </a:lnTo>
                  <a:lnTo>
                    <a:pt x="1534" y="4218"/>
                  </a:lnTo>
                  <a:lnTo>
                    <a:pt x="2199" y="3873"/>
                  </a:lnTo>
                  <a:lnTo>
                    <a:pt x="2557" y="3848"/>
                  </a:lnTo>
                  <a:lnTo>
                    <a:pt x="2404" y="4065"/>
                  </a:lnTo>
                  <a:lnTo>
                    <a:pt x="2851" y="4282"/>
                  </a:lnTo>
                  <a:lnTo>
                    <a:pt x="2991" y="3937"/>
                  </a:lnTo>
                  <a:lnTo>
                    <a:pt x="3106" y="4129"/>
                  </a:lnTo>
                  <a:lnTo>
                    <a:pt x="2851" y="4500"/>
                  </a:lnTo>
                  <a:lnTo>
                    <a:pt x="2442" y="4730"/>
                  </a:lnTo>
                  <a:lnTo>
                    <a:pt x="2787" y="4883"/>
                  </a:lnTo>
                  <a:lnTo>
                    <a:pt x="3234" y="4257"/>
                  </a:lnTo>
                  <a:lnTo>
                    <a:pt x="3630" y="4167"/>
                  </a:lnTo>
                  <a:lnTo>
                    <a:pt x="3848" y="3861"/>
                  </a:lnTo>
                  <a:lnTo>
                    <a:pt x="3924" y="3912"/>
                  </a:lnTo>
                  <a:lnTo>
                    <a:pt x="3886" y="3631"/>
                  </a:lnTo>
                  <a:lnTo>
                    <a:pt x="4270" y="3234"/>
                  </a:lnTo>
                  <a:lnTo>
                    <a:pt x="4308" y="3055"/>
                  </a:lnTo>
                  <a:lnTo>
                    <a:pt x="4129" y="3043"/>
                  </a:lnTo>
                  <a:lnTo>
                    <a:pt x="3937" y="3234"/>
                  </a:lnTo>
                  <a:lnTo>
                    <a:pt x="3733" y="3119"/>
                  </a:lnTo>
                  <a:lnTo>
                    <a:pt x="3861" y="2940"/>
                  </a:lnTo>
                  <a:lnTo>
                    <a:pt x="3669" y="2813"/>
                  </a:lnTo>
                  <a:lnTo>
                    <a:pt x="3861" y="2672"/>
                  </a:lnTo>
                  <a:lnTo>
                    <a:pt x="3886" y="2429"/>
                  </a:lnTo>
                  <a:lnTo>
                    <a:pt x="3592" y="2301"/>
                  </a:lnTo>
                  <a:lnTo>
                    <a:pt x="3158" y="2237"/>
                  </a:lnTo>
                  <a:lnTo>
                    <a:pt x="3119" y="1982"/>
                  </a:lnTo>
                  <a:lnTo>
                    <a:pt x="2864" y="2416"/>
                  </a:lnTo>
                  <a:lnTo>
                    <a:pt x="2749" y="2186"/>
                  </a:lnTo>
                  <a:lnTo>
                    <a:pt x="2429" y="2046"/>
                  </a:lnTo>
                  <a:lnTo>
                    <a:pt x="2608" y="1752"/>
                  </a:lnTo>
                  <a:lnTo>
                    <a:pt x="2097" y="1560"/>
                  </a:lnTo>
                  <a:lnTo>
                    <a:pt x="1867" y="1841"/>
                  </a:lnTo>
                  <a:lnTo>
                    <a:pt x="2173" y="959"/>
                  </a:lnTo>
                  <a:lnTo>
                    <a:pt x="2416" y="972"/>
                  </a:lnTo>
                  <a:lnTo>
                    <a:pt x="2365" y="717"/>
                  </a:lnTo>
                  <a:lnTo>
                    <a:pt x="2416" y="487"/>
                  </a:lnTo>
                  <a:lnTo>
                    <a:pt x="2276" y="384"/>
                  </a:lnTo>
                  <a:lnTo>
                    <a:pt x="2480" y="90"/>
                  </a:lnTo>
                  <a:lnTo>
                    <a:pt x="235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1" name="Google Shape;1259;p78">
              <a:extLst>
                <a:ext uri="{FF2B5EF4-FFF2-40B4-BE49-F238E27FC236}">
                  <a16:creationId xmlns:a16="http://schemas.microsoft.com/office/drawing/2014/main" id="{B3DCA028-7959-9E84-7D8F-B2CD77BFB4E0}"/>
                </a:ext>
              </a:extLst>
            </p:cNvPr>
            <p:cNvSpPr/>
            <p:nvPr/>
          </p:nvSpPr>
          <p:spPr>
            <a:xfrm>
              <a:off x="2452050" y="3178750"/>
              <a:ext cx="20775" cy="15350"/>
            </a:xfrm>
            <a:custGeom>
              <a:avLst/>
              <a:gdLst/>
              <a:ahLst/>
              <a:cxnLst/>
              <a:rect l="l" t="t" r="r" b="b"/>
              <a:pathLst>
                <a:path w="831" h="614" extrusionOk="0">
                  <a:moveTo>
                    <a:pt x="729" y="0"/>
                  </a:moveTo>
                  <a:lnTo>
                    <a:pt x="358" y="77"/>
                  </a:lnTo>
                  <a:lnTo>
                    <a:pt x="358" y="205"/>
                  </a:lnTo>
                  <a:lnTo>
                    <a:pt x="384" y="371"/>
                  </a:lnTo>
                  <a:lnTo>
                    <a:pt x="77" y="499"/>
                  </a:lnTo>
                  <a:lnTo>
                    <a:pt x="0" y="601"/>
                  </a:lnTo>
                  <a:lnTo>
                    <a:pt x="217" y="614"/>
                  </a:lnTo>
                  <a:lnTo>
                    <a:pt x="690" y="601"/>
                  </a:lnTo>
                  <a:lnTo>
                    <a:pt x="831" y="333"/>
                  </a:lnTo>
                  <a:lnTo>
                    <a:pt x="793" y="115"/>
                  </a:lnTo>
                  <a:lnTo>
                    <a:pt x="72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2" name="Google Shape;1260;p78">
              <a:extLst>
                <a:ext uri="{FF2B5EF4-FFF2-40B4-BE49-F238E27FC236}">
                  <a16:creationId xmlns:a16="http://schemas.microsoft.com/office/drawing/2014/main" id="{32482C9A-2D6E-E131-BB06-673F28D5A18C}"/>
                </a:ext>
              </a:extLst>
            </p:cNvPr>
            <p:cNvSpPr/>
            <p:nvPr/>
          </p:nvSpPr>
          <p:spPr>
            <a:xfrm>
              <a:off x="2552700" y="2346725"/>
              <a:ext cx="34200" cy="39325"/>
            </a:xfrm>
            <a:custGeom>
              <a:avLst/>
              <a:gdLst/>
              <a:ahLst/>
              <a:cxnLst/>
              <a:rect l="l" t="t" r="r" b="b"/>
              <a:pathLst>
                <a:path w="1368" h="1573" extrusionOk="0">
                  <a:moveTo>
                    <a:pt x="844" y="1"/>
                  </a:moveTo>
                  <a:lnTo>
                    <a:pt x="0" y="1215"/>
                  </a:lnTo>
                  <a:lnTo>
                    <a:pt x="243" y="1394"/>
                  </a:lnTo>
                  <a:lnTo>
                    <a:pt x="537" y="1151"/>
                  </a:lnTo>
                  <a:lnTo>
                    <a:pt x="524" y="1573"/>
                  </a:lnTo>
                  <a:lnTo>
                    <a:pt x="524" y="1573"/>
                  </a:lnTo>
                  <a:lnTo>
                    <a:pt x="971" y="1509"/>
                  </a:lnTo>
                  <a:lnTo>
                    <a:pt x="1099" y="947"/>
                  </a:lnTo>
                  <a:lnTo>
                    <a:pt x="1368" y="550"/>
                  </a:lnTo>
                  <a:lnTo>
                    <a:pt x="1368" y="550"/>
                  </a:lnTo>
                  <a:lnTo>
                    <a:pt x="920" y="742"/>
                  </a:lnTo>
                  <a:lnTo>
                    <a:pt x="869" y="576"/>
                  </a:lnTo>
                  <a:lnTo>
                    <a:pt x="984" y="103"/>
                  </a:lnTo>
                  <a:lnTo>
                    <a:pt x="84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261;p78">
              <a:extLst>
                <a:ext uri="{FF2B5EF4-FFF2-40B4-BE49-F238E27FC236}">
                  <a16:creationId xmlns:a16="http://schemas.microsoft.com/office/drawing/2014/main" id="{9EAB25A9-658C-3BF3-CA46-EFBA1BFF1970}"/>
                </a:ext>
              </a:extLst>
            </p:cNvPr>
            <p:cNvSpPr/>
            <p:nvPr/>
          </p:nvSpPr>
          <p:spPr>
            <a:xfrm>
              <a:off x="4340375" y="3016750"/>
              <a:ext cx="132325" cy="123050"/>
            </a:xfrm>
            <a:custGeom>
              <a:avLst/>
              <a:gdLst/>
              <a:ahLst/>
              <a:cxnLst/>
              <a:rect l="l" t="t" r="r" b="b"/>
              <a:pathLst>
                <a:path w="5293" h="4922" extrusionOk="0">
                  <a:moveTo>
                    <a:pt x="1432" y="1"/>
                  </a:moveTo>
                  <a:lnTo>
                    <a:pt x="1305" y="576"/>
                  </a:lnTo>
                  <a:lnTo>
                    <a:pt x="1292" y="614"/>
                  </a:lnTo>
                  <a:lnTo>
                    <a:pt x="1253" y="627"/>
                  </a:lnTo>
                  <a:lnTo>
                    <a:pt x="1011" y="614"/>
                  </a:lnTo>
                  <a:lnTo>
                    <a:pt x="627" y="870"/>
                  </a:lnTo>
                  <a:lnTo>
                    <a:pt x="589" y="882"/>
                  </a:lnTo>
                  <a:lnTo>
                    <a:pt x="231" y="895"/>
                  </a:lnTo>
                  <a:lnTo>
                    <a:pt x="333" y="1879"/>
                  </a:lnTo>
                  <a:lnTo>
                    <a:pt x="333" y="1905"/>
                  </a:lnTo>
                  <a:lnTo>
                    <a:pt x="14" y="2774"/>
                  </a:lnTo>
                  <a:lnTo>
                    <a:pt x="1" y="3464"/>
                  </a:lnTo>
                  <a:lnTo>
                    <a:pt x="448" y="3324"/>
                  </a:lnTo>
                  <a:lnTo>
                    <a:pt x="474" y="3324"/>
                  </a:lnTo>
                  <a:lnTo>
                    <a:pt x="870" y="3400"/>
                  </a:lnTo>
                  <a:lnTo>
                    <a:pt x="1074" y="3030"/>
                  </a:lnTo>
                  <a:lnTo>
                    <a:pt x="1087" y="3017"/>
                  </a:lnTo>
                  <a:lnTo>
                    <a:pt x="1113" y="3004"/>
                  </a:lnTo>
                  <a:lnTo>
                    <a:pt x="1471" y="3017"/>
                  </a:lnTo>
                  <a:lnTo>
                    <a:pt x="1496" y="3017"/>
                  </a:lnTo>
                  <a:lnTo>
                    <a:pt x="1509" y="3030"/>
                  </a:lnTo>
                  <a:lnTo>
                    <a:pt x="1522" y="3042"/>
                  </a:lnTo>
                  <a:lnTo>
                    <a:pt x="1522" y="3068"/>
                  </a:lnTo>
                  <a:lnTo>
                    <a:pt x="1522" y="3081"/>
                  </a:lnTo>
                  <a:lnTo>
                    <a:pt x="1982" y="3094"/>
                  </a:lnTo>
                  <a:lnTo>
                    <a:pt x="2020" y="3094"/>
                  </a:lnTo>
                  <a:lnTo>
                    <a:pt x="3771" y="4218"/>
                  </a:lnTo>
                  <a:lnTo>
                    <a:pt x="4628" y="4627"/>
                  </a:lnTo>
                  <a:lnTo>
                    <a:pt x="4653" y="4640"/>
                  </a:lnTo>
                  <a:lnTo>
                    <a:pt x="4845" y="4921"/>
                  </a:lnTo>
                  <a:lnTo>
                    <a:pt x="5292" y="4563"/>
                  </a:lnTo>
                  <a:lnTo>
                    <a:pt x="5126" y="4525"/>
                  </a:lnTo>
                  <a:lnTo>
                    <a:pt x="5036" y="4333"/>
                  </a:lnTo>
                  <a:lnTo>
                    <a:pt x="4794" y="4333"/>
                  </a:lnTo>
                  <a:lnTo>
                    <a:pt x="4730" y="3963"/>
                  </a:lnTo>
                  <a:lnTo>
                    <a:pt x="4410" y="3707"/>
                  </a:lnTo>
                  <a:lnTo>
                    <a:pt x="4180" y="3707"/>
                  </a:lnTo>
                  <a:lnTo>
                    <a:pt x="4116" y="3515"/>
                  </a:lnTo>
                  <a:lnTo>
                    <a:pt x="3656" y="3094"/>
                  </a:lnTo>
                  <a:lnTo>
                    <a:pt x="3503" y="2953"/>
                  </a:lnTo>
                  <a:lnTo>
                    <a:pt x="3413" y="2800"/>
                  </a:lnTo>
                  <a:lnTo>
                    <a:pt x="2928" y="2685"/>
                  </a:lnTo>
                  <a:lnTo>
                    <a:pt x="2774" y="2314"/>
                  </a:lnTo>
                  <a:lnTo>
                    <a:pt x="2493" y="2327"/>
                  </a:lnTo>
                  <a:lnTo>
                    <a:pt x="2493" y="2685"/>
                  </a:lnTo>
                  <a:lnTo>
                    <a:pt x="2276" y="2365"/>
                  </a:lnTo>
                  <a:lnTo>
                    <a:pt x="2276" y="2033"/>
                  </a:lnTo>
                  <a:lnTo>
                    <a:pt x="2135" y="1803"/>
                  </a:lnTo>
                  <a:lnTo>
                    <a:pt x="1726" y="525"/>
                  </a:lnTo>
                  <a:lnTo>
                    <a:pt x="144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262;p78">
              <a:extLst>
                <a:ext uri="{FF2B5EF4-FFF2-40B4-BE49-F238E27FC236}">
                  <a16:creationId xmlns:a16="http://schemas.microsoft.com/office/drawing/2014/main" id="{EAE87D3A-7E7D-312F-6018-871756E6DBD3}"/>
                </a:ext>
              </a:extLst>
            </p:cNvPr>
            <p:cNvSpPr/>
            <p:nvPr/>
          </p:nvSpPr>
          <p:spPr>
            <a:xfrm>
              <a:off x="3570675" y="2274525"/>
              <a:ext cx="224000" cy="221125"/>
            </a:xfrm>
            <a:custGeom>
              <a:avLst/>
              <a:gdLst/>
              <a:ahLst/>
              <a:cxnLst/>
              <a:rect l="l" t="t" r="r" b="b"/>
              <a:pathLst>
                <a:path w="8960" h="8845" extrusionOk="0">
                  <a:moveTo>
                    <a:pt x="5330" y="0"/>
                  </a:moveTo>
                  <a:lnTo>
                    <a:pt x="5304" y="13"/>
                  </a:lnTo>
                  <a:lnTo>
                    <a:pt x="5202" y="39"/>
                  </a:lnTo>
                  <a:lnTo>
                    <a:pt x="5100" y="51"/>
                  </a:lnTo>
                  <a:lnTo>
                    <a:pt x="4870" y="77"/>
                  </a:lnTo>
                  <a:lnTo>
                    <a:pt x="4767" y="103"/>
                  </a:lnTo>
                  <a:lnTo>
                    <a:pt x="4678" y="154"/>
                  </a:lnTo>
                  <a:lnTo>
                    <a:pt x="4640" y="179"/>
                  </a:lnTo>
                  <a:lnTo>
                    <a:pt x="4614" y="218"/>
                  </a:lnTo>
                  <a:lnTo>
                    <a:pt x="4589" y="269"/>
                  </a:lnTo>
                  <a:lnTo>
                    <a:pt x="4576" y="333"/>
                  </a:lnTo>
                  <a:lnTo>
                    <a:pt x="4550" y="473"/>
                  </a:lnTo>
                  <a:lnTo>
                    <a:pt x="4537" y="550"/>
                  </a:lnTo>
                  <a:lnTo>
                    <a:pt x="4525" y="627"/>
                  </a:lnTo>
                  <a:lnTo>
                    <a:pt x="4512" y="742"/>
                  </a:lnTo>
                  <a:lnTo>
                    <a:pt x="4499" y="806"/>
                  </a:lnTo>
                  <a:lnTo>
                    <a:pt x="4474" y="857"/>
                  </a:lnTo>
                  <a:lnTo>
                    <a:pt x="4448" y="895"/>
                  </a:lnTo>
                  <a:lnTo>
                    <a:pt x="4422" y="921"/>
                  </a:lnTo>
                  <a:lnTo>
                    <a:pt x="4358" y="972"/>
                  </a:lnTo>
                  <a:lnTo>
                    <a:pt x="4205" y="1036"/>
                  </a:lnTo>
                  <a:lnTo>
                    <a:pt x="4052" y="1112"/>
                  </a:lnTo>
                  <a:lnTo>
                    <a:pt x="3898" y="1176"/>
                  </a:lnTo>
                  <a:lnTo>
                    <a:pt x="3745" y="1227"/>
                  </a:lnTo>
                  <a:lnTo>
                    <a:pt x="3592" y="1291"/>
                  </a:lnTo>
                  <a:lnTo>
                    <a:pt x="3528" y="1317"/>
                  </a:lnTo>
                  <a:lnTo>
                    <a:pt x="3489" y="1355"/>
                  </a:lnTo>
                  <a:lnTo>
                    <a:pt x="3489" y="1381"/>
                  </a:lnTo>
                  <a:lnTo>
                    <a:pt x="3489" y="1393"/>
                  </a:lnTo>
                  <a:lnTo>
                    <a:pt x="3541" y="1445"/>
                  </a:lnTo>
                  <a:lnTo>
                    <a:pt x="3604" y="1483"/>
                  </a:lnTo>
                  <a:lnTo>
                    <a:pt x="3656" y="1508"/>
                  </a:lnTo>
                  <a:lnTo>
                    <a:pt x="3681" y="1521"/>
                  </a:lnTo>
                  <a:lnTo>
                    <a:pt x="3694" y="1547"/>
                  </a:lnTo>
                  <a:lnTo>
                    <a:pt x="3707" y="1572"/>
                  </a:lnTo>
                  <a:lnTo>
                    <a:pt x="3707" y="1623"/>
                  </a:lnTo>
                  <a:lnTo>
                    <a:pt x="3528" y="1649"/>
                  </a:lnTo>
                  <a:lnTo>
                    <a:pt x="3272" y="1649"/>
                  </a:lnTo>
                  <a:lnTo>
                    <a:pt x="3195" y="1623"/>
                  </a:lnTo>
                  <a:lnTo>
                    <a:pt x="3119" y="1598"/>
                  </a:lnTo>
                  <a:lnTo>
                    <a:pt x="3042" y="1560"/>
                  </a:lnTo>
                  <a:lnTo>
                    <a:pt x="2991" y="1521"/>
                  </a:lnTo>
                  <a:lnTo>
                    <a:pt x="2927" y="1508"/>
                  </a:lnTo>
                  <a:lnTo>
                    <a:pt x="2761" y="1508"/>
                  </a:lnTo>
                  <a:lnTo>
                    <a:pt x="2659" y="1521"/>
                  </a:lnTo>
                  <a:lnTo>
                    <a:pt x="2569" y="1521"/>
                  </a:lnTo>
                  <a:lnTo>
                    <a:pt x="2544" y="1496"/>
                  </a:lnTo>
                  <a:lnTo>
                    <a:pt x="2531" y="1470"/>
                  </a:lnTo>
                  <a:lnTo>
                    <a:pt x="2531" y="1445"/>
                  </a:lnTo>
                  <a:lnTo>
                    <a:pt x="2544" y="1419"/>
                  </a:lnTo>
                  <a:lnTo>
                    <a:pt x="2569" y="1355"/>
                  </a:lnTo>
                  <a:lnTo>
                    <a:pt x="2582" y="1291"/>
                  </a:lnTo>
                  <a:lnTo>
                    <a:pt x="2595" y="1176"/>
                  </a:lnTo>
                  <a:lnTo>
                    <a:pt x="2608" y="1112"/>
                  </a:lnTo>
                  <a:lnTo>
                    <a:pt x="2595" y="1074"/>
                  </a:lnTo>
                  <a:lnTo>
                    <a:pt x="2569" y="1036"/>
                  </a:lnTo>
                  <a:lnTo>
                    <a:pt x="2518" y="1023"/>
                  </a:lnTo>
                  <a:lnTo>
                    <a:pt x="2493" y="1010"/>
                  </a:lnTo>
                  <a:lnTo>
                    <a:pt x="2403" y="1023"/>
                  </a:lnTo>
                  <a:lnTo>
                    <a:pt x="2352" y="1010"/>
                  </a:lnTo>
                  <a:lnTo>
                    <a:pt x="2314" y="1010"/>
                  </a:lnTo>
                  <a:lnTo>
                    <a:pt x="2224" y="959"/>
                  </a:lnTo>
                  <a:lnTo>
                    <a:pt x="2173" y="946"/>
                  </a:lnTo>
                  <a:lnTo>
                    <a:pt x="2135" y="933"/>
                  </a:lnTo>
                  <a:lnTo>
                    <a:pt x="2096" y="946"/>
                  </a:lnTo>
                  <a:lnTo>
                    <a:pt x="2071" y="946"/>
                  </a:lnTo>
                  <a:lnTo>
                    <a:pt x="2058" y="972"/>
                  </a:lnTo>
                  <a:lnTo>
                    <a:pt x="2045" y="997"/>
                  </a:lnTo>
                  <a:lnTo>
                    <a:pt x="2045" y="1036"/>
                  </a:lnTo>
                  <a:lnTo>
                    <a:pt x="2071" y="1087"/>
                  </a:lnTo>
                  <a:lnTo>
                    <a:pt x="2096" y="1125"/>
                  </a:lnTo>
                  <a:lnTo>
                    <a:pt x="2135" y="1163"/>
                  </a:lnTo>
                  <a:lnTo>
                    <a:pt x="2160" y="1189"/>
                  </a:lnTo>
                  <a:lnTo>
                    <a:pt x="2173" y="1240"/>
                  </a:lnTo>
                  <a:lnTo>
                    <a:pt x="2160" y="1317"/>
                  </a:lnTo>
                  <a:lnTo>
                    <a:pt x="2135" y="1393"/>
                  </a:lnTo>
                  <a:lnTo>
                    <a:pt x="2147" y="1496"/>
                  </a:lnTo>
                  <a:lnTo>
                    <a:pt x="2173" y="1598"/>
                  </a:lnTo>
                  <a:lnTo>
                    <a:pt x="2237" y="1802"/>
                  </a:lnTo>
                  <a:lnTo>
                    <a:pt x="2262" y="1905"/>
                  </a:lnTo>
                  <a:lnTo>
                    <a:pt x="2288" y="2020"/>
                  </a:lnTo>
                  <a:lnTo>
                    <a:pt x="2301" y="2122"/>
                  </a:lnTo>
                  <a:lnTo>
                    <a:pt x="2288" y="2224"/>
                  </a:lnTo>
                  <a:lnTo>
                    <a:pt x="2250" y="2186"/>
                  </a:lnTo>
                  <a:lnTo>
                    <a:pt x="2224" y="2147"/>
                  </a:lnTo>
                  <a:lnTo>
                    <a:pt x="2199" y="2109"/>
                  </a:lnTo>
                  <a:lnTo>
                    <a:pt x="2173" y="2071"/>
                  </a:lnTo>
                  <a:lnTo>
                    <a:pt x="2135" y="2058"/>
                  </a:lnTo>
                  <a:lnTo>
                    <a:pt x="2109" y="2058"/>
                  </a:lnTo>
                  <a:lnTo>
                    <a:pt x="2096" y="2071"/>
                  </a:lnTo>
                  <a:lnTo>
                    <a:pt x="2084" y="2096"/>
                  </a:lnTo>
                  <a:lnTo>
                    <a:pt x="2058" y="2135"/>
                  </a:lnTo>
                  <a:lnTo>
                    <a:pt x="2045" y="2160"/>
                  </a:lnTo>
                  <a:lnTo>
                    <a:pt x="2020" y="2173"/>
                  </a:lnTo>
                  <a:lnTo>
                    <a:pt x="1994" y="2186"/>
                  </a:lnTo>
                  <a:lnTo>
                    <a:pt x="1969" y="2186"/>
                  </a:lnTo>
                  <a:lnTo>
                    <a:pt x="1956" y="2173"/>
                  </a:lnTo>
                  <a:lnTo>
                    <a:pt x="1943" y="2160"/>
                  </a:lnTo>
                  <a:lnTo>
                    <a:pt x="1930" y="2122"/>
                  </a:lnTo>
                  <a:lnTo>
                    <a:pt x="1892" y="2071"/>
                  </a:lnTo>
                  <a:lnTo>
                    <a:pt x="1879" y="2058"/>
                  </a:lnTo>
                  <a:lnTo>
                    <a:pt x="1841" y="2058"/>
                  </a:lnTo>
                  <a:lnTo>
                    <a:pt x="1790" y="2045"/>
                  </a:lnTo>
                  <a:lnTo>
                    <a:pt x="1726" y="2032"/>
                  </a:lnTo>
                  <a:lnTo>
                    <a:pt x="1713" y="2020"/>
                  </a:lnTo>
                  <a:lnTo>
                    <a:pt x="1700" y="1994"/>
                  </a:lnTo>
                  <a:lnTo>
                    <a:pt x="1662" y="2007"/>
                  </a:lnTo>
                  <a:lnTo>
                    <a:pt x="1623" y="2045"/>
                  </a:lnTo>
                  <a:lnTo>
                    <a:pt x="1560" y="2122"/>
                  </a:lnTo>
                  <a:lnTo>
                    <a:pt x="1534" y="2160"/>
                  </a:lnTo>
                  <a:lnTo>
                    <a:pt x="1508" y="2160"/>
                  </a:lnTo>
                  <a:lnTo>
                    <a:pt x="1470" y="2147"/>
                  </a:lnTo>
                  <a:lnTo>
                    <a:pt x="1445" y="2096"/>
                  </a:lnTo>
                  <a:lnTo>
                    <a:pt x="1419" y="2045"/>
                  </a:lnTo>
                  <a:lnTo>
                    <a:pt x="1419" y="2007"/>
                  </a:lnTo>
                  <a:lnTo>
                    <a:pt x="1406" y="1905"/>
                  </a:lnTo>
                  <a:lnTo>
                    <a:pt x="1393" y="1815"/>
                  </a:lnTo>
                  <a:lnTo>
                    <a:pt x="1381" y="1777"/>
                  </a:lnTo>
                  <a:lnTo>
                    <a:pt x="1355" y="1726"/>
                  </a:lnTo>
                  <a:lnTo>
                    <a:pt x="1304" y="1687"/>
                  </a:lnTo>
                  <a:lnTo>
                    <a:pt x="1278" y="1675"/>
                  </a:lnTo>
                  <a:lnTo>
                    <a:pt x="1163" y="1675"/>
                  </a:lnTo>
                  <a:lnTo>
                    <a:pt x="1087" y="1649"/>
                  </a:lnTo>
                  <a:lnTo>
                    <a:pt x="1048" y="1636"/>
                  </a:lnTo>
                  <a:lnTo>
                    <a:pt x="997" y="1636"/>
                  </a:lnTo>
                  <a:lnTo>
                    <a:pt x="972" y="1649"/>
                  </a:lnTo>
                  <a:lnTo>
                    <a:pt x="959" y="1675"/>
                  </a:lnTo>
                  <a:lnTo>
                    <a:pt x="921" y="1713"/>
                  </a:lnTo>
                  <a:lnTo>
                    <a:pt x="908" y="1764"/>
                  </a:lnTo>
                  <a:lnTo>
                    <a:pt x="882" y="1815"/>
                  </a:lnTo>
                  <a:lnTo>
                    <a:pt x="857" y="1841"/>
                  </a:lnTo>
                  <a:lnTo>
                    <a:pt x="818" y="1841"/>
                  </a:lnTo>
                  <a:lnTo>
                    <a:pt x="716" y="1854"/>
                  </a:lnTo>
                  <a:lnTo>
                    <a:pt x="703" y="1739"/>
                  </a:lnTo>
                  <a:lnTo>
                    <a:pt x="678" y="1700"/>
                  </a:lnTo>
                  <a:lnTo>
                    <a:pt x="665" y="1700"/>
                  </a:lnTo>
                  <a:lnTo>
                    <a:pt x="639" y="1687"/>
                  </a:lnTo>
                  <a:lnTo>
                    <a:pt x="601" y="1700"/>
                  </a:lnTo>
                  <a:lnTo>
                    <a:pt x="537" y="1713"/>
                  </a:lnTo>
                  <a:lnTo>
                    <a:pt x="422" y="1751"/>
                  </a:lnTo>
                  <a:lnTo>
                    <a:pt x="333" y="1764"/>
                  </a:lnTo>
                  <a:lnTo>
                    <a:pt x="243" y="1764"/>
                  </a:lnTo>
                  <a:lnTo>
                    <a:pt x="154" y="1777"/>
                  </a:lnTo>
                  <a:lnTo>
                    <a:pt x="115" y="1790"/>
                  </a:lnTo>
                  <a:lnTo>
                    <a:pt x="77" y="1828"/>
                  </a:lnTo>
                  <a:lnTo>
                    <a:pt x="39" y="1879"/>
                  </a:lnTo>
                  <a:lnTo>
                    <a:pt x="26" y="1956"/>
                  </a:lnTo>
                  <a:lnTo>
                    <a:pt x="39" y="1994"/>
                  </a:lnTo>
                  <a:lnTo>
                    <a:pt x="51" y="2020"/>
                  </a:lnTo>
                  <a:lnTo>
                    <a:pt x="77" y="2045"/>
                  </a:lnTo>
                  <a:lnTo>
                    <a:pt x="115" y="2058"/>
                  </a:lnTo>
                  <a:lnTo>
                    <a:pt x="166" y="2045"/>
                  </a:lnTo>
                  <a:lnTo>
                    <a:pt x="243" y="2032"/>
                  </a:lnTo>
                  <a:lnTo>
                    <a:pt x="294" y="2032"/>
                  </a:lnTo>
                  <a:lnTo>
                    <a:pt x="320" y="2058"/>
                  </a:lnTo>
                  <a:lnTo>
                    <a:pt x="320" y="2084"/>
                  </a:lnTo>
                  <a:lnTo>
                    <a:pt x="320" y="2096"/>
                  </a:lnTo>
                  <a:lnTo>
                    <a:pt x="307" y="2109"/>
                  </a:lnTo>
                  <a:lnTo>
                    <a:pt x="320" y="2135"/>
                  </a:lnTo>
                  <a:lnTo>
                    <a:pt x="345" y="2160"/>
                  </a:lnTo>
                  <a:lnTo>
                    <a:pt x="371" y="2199"/>
                  </a:lnTo>
                  <a:lnTo>
                    <a:pt x="371" y="2211"/>
                  </a:lnTo>
                  <a:lnTo>
                    <a:pt x="345" y="2237"/>
                  </a:lnTo>
                  <a:lnTo>
                    <a:pt x="320" y="2237"/>
                  </a:lnTo>
                  <a:lnTo>
                    <a:pt x="294" y="2224"/>
                  </a:lnTo>
                  <a:lnTo>
                    <a:pt x="243" y="2186"/>
                  </a:lnTo>
                  <a:lnTo>
                    <a:pt x="205" y="2160"/>
                  </a:lnTo>
                  <a:lnTo>
                    <a:pt x="192" y="2160"/>
                  </a:lnTo>
                  <a:lnTo>
                    <a:pt x="166" y="2173"/>
                  </a:lnTo>
                  <a:lnTo>
                    <a:pt x="154" y="2199"/>
                  </a:lnTo>
                  <a:lnTo>
                    <a:pt x="166" y="2237"/>
                  </a:lnTo>
                  <a:lnTo>
                    <a:pt x="179" y="2275"/>
                  </a:lnTo>
                  <a:lnTo>
                    <a:pt x="192" y="2314"/>
                  </a:lnTo>
                  <a:lnTo>
                    <a:pt x="103" y="2326"/>
                  </a:lnTo>
                  <a:lnTo>
                    <a:pt x="64" y="2326"/>
                  </a:lnTo>
                  <a:lnTo>
                    <a:pt x="26" y="2339"/>
                  </a:lnTo>
                  <a:lnTo>
                    <a:pt x="0" y="2352"/>
                  </a:lnTo>
                  <a:lnTo>
                    <a:pt x="0" y="2365"/>
                  </a:lnTo>
                  <a:lnTo>
                    <a:pt x="0" y="2390"/>
                  </a:lnTo>
                  <a:lnTo>
                    <a:pt x="26" y="2416"/>
                  </a:lnTo>
                  <a:lnTo>
                    <a:pt x="103" y="2416"/>
                  </a:lnTo>
                  <a:lnTo>
                    <a:pt x="141" y="2441"/>
                  </a:lnTo>
                  <a:lnTo>
                    <a:pt x="141" y="2467"/>
                  </a:lnTo>
                  <a:lnTo>
                    <a:pt x="154" y="2505"/>
                  </a:lnTo>
                  <a:lnTo>
                    <a:pt x="166" y="2544"/>
                  </a:lnTo>
                  <a:lnTo>
                    <a:pt x="179" y="2569"/>
                  </a:lnTo>
                  <a:lnTo>
                    <a:pt x="192" y="2569"/>
                  </a:lnTo>
                  <a:lnTo>
                    <a:pt x="243" y="2582"/>
                  </a:lnTo>
                  <a:lnTo>
                    <a:pt x="294" y="2595"/>
                  </a:lnTo>
                  <a:lnTo>
                    <a:pt x="358" y="2595"/>
                  </a:lnTo>
                  <a:lnTo>
                    <a:pt x="371" y="2582"/>
                  </a:lnTo>
                  <a:lnTo>
                    <a:pt x="384" y="2556"/>
                  </a:lnTo>
                  <a:lnTo>
                    <a:pt x="384" y="2531"/>
                  </a:lnTo>
                  <a:lnTo>
                    <a:pt x="396" y="2518"/>
                  </a:lnTo>
                  <a:lnTo>
                    <a:pt x="448" y="2518"/>
                  </a:lnTo>
                  <a:lnTo>
                    <a:pt x="460" y="2556"/>
                  </a:lnTo>
                  <a:lnTo>
                    <a:pt x="486" y="2595"/>
                  </a:lnTo>
                  <a:lnTo>
                    <a:pt x="524" y="2620"/>
                  </a:lnTo>
                  <a:lnTo>
                    <a:pt x="563" y="2633"/>
                  </a:lnTo>
                  <a:lnTo>
                    <a:pt x="614" y="2633"/>
                  </a:lnTo>
                  <a:lnTo>
                    <a:pt x="652" y="2620"/>
                  </a:lnTo>
                  <a:lnTo>
                    <a:pt x="690" y="2633"/>
                  </a:lnTo>
                  <a:lnTo>
                    <a:pt x="703" y="2633"/>
                  </a:lnTo>
                  <a:lnTo>
                    <a:pt x="716" y="2659"/>
                  </a:lnTo>
                  <a:lnTo>
                    <a:pt x="729" y="2697"/>
                  </a:lnTo>
                  <a:lnTo>
                    <a:pt x="729" y="2735"/>
                  </a:lnTo>
                  <a:lnTo>
                    <a:pt x="729" y="2774"/>
                  </a:lnTo>
                  <a:lnTo>
                    <a:pt x="754" y="2812"/>
                  </a:lnTo>
                  <a:lnTo>
                    <a:pt x="780" y="2825"/>
                  </a:lnTo>
                  <a:lnTo>
                    <a:pt x="895" y="2825"/>
                  </a:lnTo>
                  <a:lnTo>
                    <a:pt x="959" y="2812"/>
                  </a:lnTo>
                  <a:lnTo>
                    <a:pt x="997" y="2838"/>
                  </a:lnTo>
                  <a:lnTo>
                    <a:pt x="1010" y="2850"/>
                  </a:lnTo>
                  <a:lnTo>
                    <a:pt x="1023" y="2876"/>
                  </a:lnTo>
                  <a:lnTo>
                    <a:pt x="1023" y="2914"/>
                  </a:lnTo>
                  <a:lnTo>
                    <a:pt x="1010" y="2965"/>
                  </a:lnTo>
                  <a:lnTo>
                    <a:pt x="1010" y="3004"/>
                  </a:lnTo>
                  <a:lnTo>
                    <a:pt x="1023" y="3029"/>
                  </a:lnTo>
                  <a:lnTo>
                    <a:pt x="1036" y="3029"/>
                  </a:lnTo>
                  <a:lnTo>
                    <a:pt x="1061" y="3042"/>
                  </a:lnTo>
                  <a:lnTo>
                    <a:pt x="1112" y="3042"/>
                  </a:lnTo>
                  <a:lnTo>
                    <a:pt x="1202" y="3017"/>
                  </a:lnTo>
                  <a:lnTo>
                    <a:pt x="1227" y="3029"/>
                  </a:lnTo>
                  <a:lnTo>
                    <a:pt x="1253" y="3042"/>
                  </a:lnTo>
                  <a:lnTo>
                    <a:pt x="1253" y="3068"/>
                  </a:lnTo>
                  <a:lnTo>
                    <a:pt x="1240" y="3093"/>
                  </a:lnTo>
                  <a:lnTo>
                    <a:pt x="1253" y="3119"/>
                  </a:lnTo>
                  <a:lnTo>
                    <a:pt x="1278" y="3132"/>
                  </a:lnTo>
                  <a:lnTo>
                    <a:pt x="1432" y="3132"/>
                  </a:lnTo>
                  <a:lnTo>
                    <a:pt x="1457" y="3144"/>
                  </a:lnTo>
                  <a:lnTo>
                    <a:pt x="1483" y="3183"/>
                  </a:lnTo>
                  <a:lnTo>
                    <a:pt x="1496" y="3221"/>
                  </a:lnTo>
                  <a:lnTo>
                    <a:pt x="1496" y="3247"/>
                  </a:lnTo>
                  <a:lnTo>
                    <a:pt x="1483" y="3259"/>
                  </a:lnTo>
                  <a:lnTo>
                    <a:pt x="1457" y="3272"/>
                  </a:lnTo>
                  <a:lnTo>
                    <a:pt x="1445" y="3298"/>
                  </a:lnTo>
                  <a:lnTo>
                    <a:pt x="1432" y="3336"/>
                  </a:lnTo>
                  <a:lnTo>
                    <a:pt x="1432" y="3387"/>
                  </a:lnTo>
                  <a:lnTo>
                    <a:pt x="1432" y="3438"/>
                  </a:lnTo>
                  <a:lnTo>
                    <a:pt x="1457" y="3489"/>
                  </a:lnTo>
                  <a:lnTo>
                    <a:pt x="1483" y="3502"/>
                  </a:lnTo>
                  <a:lnTo>
                    <a:pt x="1623" y="3502"/>
                  </a:lnTo>
                  <a:lnTo>
                    <a:pt x="1726" y="3477"/>
                  </a:lnTo>
                  <a:lnTo>
                    <a:pt x="1815" y="3464"/>
                  </a:lnTo>
                  <a:lnTo>
                    <a:pt x="1815" y="3489"/>
                  </a:lnTo>
                  <a:lnTo>
                    <a:pt x="1802" y="3502"/>
                  </a:lnTo>
                  <a:lnTo>
                    <a:pt x="1790" y="3515"/>
                  </a:lnTo>
                  <a:lnTo>
                    <a:pt x="1726" y="3528"/>
                  </a:lnTo>
                  <a:lnTo>
                    <a:pt x="1700" y="3541"/>
                  </a:lnTo>
                  <a:lnTo>
                    <a:pt x="1687" y="3566"/>
                  </a:lnTo>
                  <a:lnTo>
                    <a:pt x="1687" y="3592"/>
                  </a:lnTo>
                  <a:lnTo>
                    <a:pt x="1687" y="3630"/>
                  </a:lnTo>
                  <a:lnTo>
                    <a:pt x="1713" y="3707"/>
                  </a:lnTo>
                  <a:lnTo>
                    <a:pt x="1713" y="3745"/>
                  </a:lnTo>
                  <a:lnTo>
                    <a:pt x="1687" y="3783"/>
                  </a:lnTo>
                  <a:lnTo>
                    <a:pt x="1662" y="3835"/>
                  </a:lnTo>
                  <a:lnTo>
                    <a:pt x="1636" y="3873"/>
                  </a:lnTo>
                  <a:lnTo>
                    <a:pt x="1636" y="3924"/>
                  </a:lnTo>
                  <a:lnTo>
                    <a:pt x="1649" y="3975"/>
                  </a:lnTo>
                  <a:lnTo>
                    <a:pt x="1675" y="4039"/>
                  </a:lnTo>
                  <a:lnTo>
                    <a:pt x="1713" y="4090"/>
                  </a:lnTo>
                  <a:lnTo>
                    <a:pt x="1802" y="4192"/>
                  </a:lnTo>
                  <a:lnTo>
                    <a:pt x="1879" y="4295"/>
                  </a:lnTo>
                  <a:lnTo>
                    <a:pt x="1956" y="4384"/>
                  </a:lnTo>
                  <a:lnTo>
                    <a:pt x="2007" y="4422"/>
                  </a:lnTo>
                  <a:lnTo>
                    <a:pt x="2071" y="4461"/>
                  </a:lnTo>
                  <a:lnTo>
                    <a:pt x="2122" y="4474"/>
                  </a:lnTo>
                  <a:lnTo>
                    <a:pt x="2199" y="4499"/>
                  </a:lnTo>
                  <a:lnTo>
                    <a:pt x="2250" y="4499"/>
                  </a:lnTo>
                  <a:lnTo>
                    <a:pt x="2262" y="4512"/>
                  </a:lnTo>
                  <a:lnTo>
                    <a:pt x="2275" y="4537"/>
                  </a:lnTo>
                  <a:lnTo>
                    <a:pt x="2262" y="4601"/>
                  </a:lnTo>
                  <a:lnTo>
                    <a:pt x="2250" y="4678"/>
                  </a:lnTo>
                  <a:lnTo>
                    <a:pt x="2224" y="4883"/>
                  </a:lnTo>
                  <a:lnTo>
                    <a:pt x="2199" y="4985"/>
                  </a:lnTo>
                  <a:lnTo>
                    <a:pt x="2173" y="5087"/>
                  </a:lnTo>
                  <a:lnTo>
                    <a:pt x="2147" y="5138"/>
                  </a:lnTo>
                  <a:lnTo>
                    <a:pt x="2160" y="5164"/>
                  </a:lnTo>
                  <a:lnTo>
                    <a:pt x="2186" y="5189"/>
                  </a:lnTo>
                  <a:lnTo>
                    <a:pt x="2224" y="5228"/>
                  </a:lnTo>
                  <a:lnTo>
                    <a:pt x="2275" y="5279"/>
                  </a:lnTo>
                  <a:lnTo>
                    <a:pt x="2352" y="5381"/>
                  </a:lnTo>
                  <a:lnTo>
                    <a:pt x="2429" y="5509"/>
                  </a:lnTo>
                  <a:lnTo>
                    <a:pt x="2467" y="5611"/>
                  </a:lnTo>
                  <a:lnTo>
                    <a:pt x="2493" y="5726"/>
                  </a:lnTo>
                  <a:lnTo>
                    <a:pt x="2493" y="5841"/>
                  </a:lnTo>
                  <a:lnTo>
                    <a:pt x="2493" y="5943"/>
                  </a:lnTo>
                  <a:lnTo>
                    <a:pt x="2480" y="5943"/>
                  </a:lnTo>
                  <a:lnTo>
                    <a:pt x="2467" y="5931"/>
                  </a:lnTo>
                  <a:lnTo>
                    <a:pt x="2441" y="5879"/>
                  </a:lnTo>
                  <a:lnTo>
                    <a:pt x="2429" y="5764"/>
                  </a:lnTo>
                  <a:lnTo>
                    <a:pt x="2390" y="5649"/>
                  </a:lnTo>
                  <a:lnTo>
                    <a:pt x="2339" y="5534"/>
                  </a:lnTo>
                  <a:lnTo>
                    <a:pt x="2301" y="5483"/>
                  </a:lnTo>
                  <a:lnTo>
                    <a:pt x="2262" y="5445"/>
                  </a:lnTo>
                  <a:lnTo>
                    <a:pt x="2211" y="5419"/>
                  </a:lnTo>
                  <a:lnTo>
                    <a:pt x="2147" y="5407"/>
                  </a:lnTo>
                  <a:lnTo>
                    <a:pt x="2122" y="5407"/>
                  </a:lnTo>
                  <a:lnTo>
                    <a:pt x="2096" y="5419"/>
                  </a:lnTo>
                  <a:lnTo>
                    <a:pt x="2071" y="5458"/>
                  </a:lnTo>
                  <a:lnTo>
                    <a:pt x="2058" y="5509"/>
                  </a:lnTo>
                  <a:lnTo>
                    <a:pt x="2058" y="5573"/>
                  </a:lnTo>
                  <a:lnTo>
                    <a:pt x="2032" y="5790"/>
                  </a:lnTo>
                  <a:lnTo>
                    <a:pt x="2032" y="5892"/>
                  </a:lnTo>
                  <a:lnTo>
                    <a:pt x="2020" y="6007"/>
                  </a:lnTo>
                  <a:lnTo>
                    <a:pt x="2007" y="6058"/>
                  </a:lnTo>
                  <a:lnTo>
                    <a:pt x="1994" y="6084"/>
                  </a:lnTo>
                  <a:lnTo>
                    <a:pt x="2007" y="6109"/>
                  </a:lnTo>
                  <a:lnTo>
                    <a:pt x="2020" y="6122"/>
                  </a:lnTo>
                  <a:lnTo>
                    <a:pt x="2032" y="6135"/>
                  </a:lnTo>
                  <a:lnTo>
                    <a:pt x="2045" y="6148"/>
                  </a:lnTo>
                  <a:lnTo>
                    <a:pt x="2058" y="6173"/>
                  </a:lnTo>
                  <a:lnTo>
                    <a:pt x="2058" y="6199"/>
                  </a:lnTo>
                  <a:lnTo>
                    <a:pt x="2045" y="6224"/>
                  </a:lnTo>
                  <a:lnTo>
                    <a:pt x="2007" y="6276"/>
                  </a:lnTo>
                  <a:lnTo>
                    <a:pt x="1981" y="6327"/>
                  </a:lnTo>
                  <a:lnTo>
                    <a:pt x="1981" y="6378"/>
                  </a:lnTo>
                  <a:lnTo>
                    <a:pt x="1969" y="6455"/>
                  </a:lnTo>
                  <a:lnTo>
                    <a:pt x="1956" y="6531"/>
                  </a:lnTo>
                  <a:lnTo>
                    <a:pt x="1956" y="6595"/>
                  </a:lnTo>
                  <a:lnTo>
                    <a:pt x="1943" y="6646"/>
                  </a:lnTo>
                  <a:lnTo>
                    <a:pt x="1905" y="6748"/>
                  </a:lnTo>
                  <a:lnTo>
                    <a:pt x="1841" y="6902"/>
                  </a:lnTo>
                  <a:lnTo>
                    <a:pt x="1815" y="6979"/>
                  </a:lnTo>
                  <a:lnTo>
                    <a:pt x="1777" y="7055"/>
                  </a:lnTo>
                  <a:lnTo>
                    <a:pt x="1738" y="7119"/>
                  </a:lnTo>
                  <a:lnTo>
                    <a:pt x="1700" y="7196"/>
                  </a:lnTo>
                  <a:lnTo>
                    <a:pt x="1662" y="7272"/>
                  </a:lnTo>
                  <a:lnTo>
                    <a:pt x="1611" y="7362"/>
                  </a:lnTo>
                  <a:lnTo>
                    <a:pt x="1585" y="7388"/>
                  </a:lnTo>
                  <a:lnTo>
                    <a:pt x="1700" y="7477"/>
                  </a:lnTo>
                  <a:lnTo>
                    <a:pt x="1700" y="7490"/>
                  </a:lnTo>
                  <a:lnTo>
                    <a:pt x="1738" y="7643"/>
                  </a:lnTo>
                  <a:lnTo>
                    <a:pt x="1879" y="7707"/>
                  </a:lnTo>
                  <a:lnTo>
                    <a:pt x="1892" y="7707"/>
                  </a:lnTo>
                  <a:lnTo>
                    <a:pt x="2199" y="8065"/>
                  </a:lnTo>
                  <a:lnTo>
                    <a:pt x="2467" y="8129"/>
                  </a:lnTo>
                  <a:lnTo>
                    <a:pt x="2480" y="8142"/>
                  </a:lnTo>
                  <a:lnTo>
                    <a:pt x="2608" y="8308"/>
                  </a:lnTo>
                  <a:lnTo>
                    <a:pt x="2953" y="8295"/>
                  </a:lnTo>
                  <a:lnTo>
                    <a:pt x="3119" y="8320"/>
                  </a:lnTo>
                  <a:lnTo>
                    <a:pt x="3272" y="8231"/>
                  </a:lnTo>
                  <a:lnTo>
                    <a:pt x="3298" y="8231"/>
                  </a:lnTo>
                  <a:lnTo>
                    <a:pt x="3771" y="8448"/>
                  </a:lnTo>
                  <a:lnTo>
                    <a:pt x="3962" y="8487"/>
                  </a:lnTo>
                  <a:lnTo>
                    <a:pt x="3975" y="8499"/>
                  </a:lnTo>
                  <a:lnTo>
                    <a:pt x="4180" y="8793"/>
                  </a:lnTo>
                  <a:lnTo>
                    <a:pt x="4410" y="8781"/>
                  </a:lnTo>
                  <a:lnTo>
                    <a:pt x="4422" y="8781"/>
                  </a:lnTo>
                  <a:lnTo>
                    <a:pt x="4627" y="8845"/>
                  </a:lnTo>
                  <a:lnTo>
                    <a:pt x="4831" y="8806"/>
                  </a:lnTo>
                  <a:lnTo>
                    <a:pt x="5061" y="8845"/>
                  </a:lnTo>
                  <a:lnTo>
                    <a:pt x="5074" y="8729"/>
                  </a:lnTo>
                  <a:lnTo>
                    <a:pt x="5074" y="8627"/>
                  </a:lnTo>
                  <a:lnTo>
                    <a:pt x="5074" y="8576"/>
                  </a:lnTo>
                  <a:lnTo>
                    <a:pt x="5049" y="8538"/>
                  </a:lnTo>
                  <a:lnTo>
                    <a:pt x="4998" y="8448"/>
                  </a:lnTo>
                  <a:lnTo>
                    <a:pt x="4972" y="8397"/>
                  </a:lnTo>
                  <a:lnTo>
                    <a:pt x="4972" y="8384"/>
                  </a:lnTo>
                  <a:lnTo>
                    <a:pt x="4998" y="8359"/>
                  </a:lnTo>
                  <a:lnTo>
                    <a:pt x="5010" y="8346"/>
                  </a:lnTo>
                  <a:lnTo>
                    <a:pt x="5036" y="8333"/>
                  </a:lnTo>
                  <a:lnTo>
                    <a:pt x="5061" y="8346"/>
                  </a:lnTo>
                  <a:lnTo>
                    <a:pt x="5125" y="8346"/>
                  </a:lnTo>
                  <a:lnTo>
                    <a:pt x="5138" y="8333"/>
                  </a:lnTo>
                  <a:lnTo>
                    <a:pt x="5164" y="8308"/>
                  </a:lnTo>
                  <a:lnTo>
                    <a:pt x="5164" y="8269"/>
                  </a:lnTo>
                  <a:lnTo>
                    <a:pt x="5176" y="8193"/>
                  </a:lnTo>
                  <a:lnTo>
                    <a:pt x="5189" y="8167"/>
                  </a:lnTo>
                  <a:lnTo>
                    <a:pt x="5202" y="8142"/>
                  </a:lnTo>
                  <a:lnTo>
                    <a:pt x="5266" y="8090"/>
                  </a:lnTo>
                  <a:lnTo>
                    <a:pt x="5330" y="8065"/>
                  </a:lnTo>
                  <a:lnTo>
                    <a:pt x="5394" y="8039"/>
                  </a:lnTo>
                  <a:lnTo>
                    <a:pt x="5483" y="8001"/>
                  </a:lnTo>
                  <a:lnTo>
                    <a:pt x="5573" y="7950"/>
                  </a:lnTo>
                  <a:lnTo>
                    <a:pt x="5726" y="7848"/>
                  </a:lnTo>
                  <a:lnTo>
                    <a:pt x="5777" y="7809"/>
                  </a:lnTo>
                  <a:lnTo>
                    <a:pt x="5803" y="7796"/>
                  </a:lnTo>
                  <a:lnTo>
                    <a:pt x="5828" y="7796"/>
                  </a:lnTo>
                  <a:lnTo>
                    <a:pt x="5841" y="7809"/>
                  </a:lnTo>
                  <a:lnTo>
                    <a:pt x="5854" y="7822"/>
                  </a:lnTo>
                  <a:lnTo>
                    <a:pt x="5854" y="7860"/>
                  </a:lnTo>
                  <a:lnTo>
                    <a:pt x="5854" y="7899"/>
                  </a:lnTo>
                  <a:lnTo>
                    <a:pt x="5854" y="7924"/>
                  </a:lnTo>
                  <a:lnTo>
                    <a:pt x="5867" y="7937"/>
                  </a:lnTo>
                  <a:lnTo>
                    <a:pt x="5905" y="7950"/>
                  </a:lnTo>
                  <a:lnTo>
                    <a:pt x="5982" y="7963"/>
                  </a:lnTo>
                  <a:lnTo>
                    <a:pt x="6084" y="7975"/>
                  </a:lnTo>
                  <a:lnTo>
                    <a:pt x="6148" y="7988"/>
                  </a:lnTo>
                  <a:lnTo>
                    <a:pt x="6186" y="8014"/>
                  </a:lnTo>
                  <a:lnTo>
                    <a:pt x="6199" y="8027"/>
                  </a:lnTo>
                  <a:lnTo>
                    <a:pt x="6224" y="8078"/>
                  </a:lnTo>
                  <a:lnTo>
                    <a:pt x="6250" y="8116"/>
                  </a:lnTo>
                  <a:lnTo>
                    <a:pt x="6263" y="8129"/>
                  </a:lnTo>
                  <a:lnTo>
                    <a:pt x="6301" y="8142"/>
                  </a:lnTo>
                  <a:lnTo>
                    <a:pt x="6340" y="8129"/>
                  </a:lnTo>
                  <a:lnTo>
                    <a:pt x="6391" y="8103"/>
                  </a:lnTo>
                  <a:lnTo>
                    <a:pt x="6442" y="8090"/>
                  </a:lnTo>
                  <a:lnTo>
                    <a:pt x="6493" y="8078"/>
                  </a:lnTo>
                  <a:lnTo>
                    <a:pt x="6570" y="8103"/>
                  </a:lnTo>
                  <a:lnTo>
                    <a:pt x="6659" y="8142"/>
                  </a:lnTo>
                  <a:lnTo>
                    <a:pt x="6710" y="8167"/>
                  </a:lnTo>
                  <a:lnTo>
                    <a:pt x="6748" y="8205"/>
                  </a:lnTo>
                  <a:lnTo>
                    <a:pt x="6761" y="8269"/>
                  </a:lnTo>
                  <a:lnTo>
                    <a:pt x="6774" y="8333"/>
                  </a:lnTo>
                  <a:lnTo>
                    <a:pt x="6940" y="8333"/>
                  </a:lnTo>
                  <a:lnTo>
                    <a:pt x="6979" y="8359"/>
                  </a:lnTo>
                  <a:lnTo>
                    <a:pt x="7004" y="8384"/>
                  </a:lnTo>
                  <a:lnTo>
                    <a:pt x="7017" y="8423"/>
                  </a:lnTo>
                  <a:lnTo>
                    <a:pt x="7042" y="8448"/>
                  </a:lnTo>
                  <a:lnTo>
                    <a:pt x="7094" y="8461"/>
                  </a:lnTo>
                  <a:lnTo>
                    <a:pt x="7157" y="8448"/>
                  </a:lnTo>
                  <a:lnTo>
                    <a:pt x="7272" y="8423"/>
                  </a:lnTo>
                  <a:lnTo>
                    <a:pt x="7375" y="8423"/>
                  </a:lnTo>
                  <a:lnTo>
                    <a:pt x="7515" y="8410"/>
                  </a:lnTo>
                  <a:lnTo>
                    <a:pt x="7592" y="8397"/>
                  </a:lnTo>
                  <a:lnTo>
                    <a:pt x="7643" y="8384"/>
                  </a:lnTo>
                  <a:lnTo>
                    <a:pt x="7694" y="8359"/>
                  </a:lnTo>
                  <a:lnTo>
                    <a:pt x="7720" y="8320"/>
                  </a:lnTo>
                  <a:lnTo>
                    <a:pt x="7720" y="8295"/>
                  </a:lnTo>
                  <a:lnTo>
                    <a:pt x="7720" y="8269"/>
                  </a:lnTo>
                  <a:lnTo>
                    <a:pt x="7694" y="8218"/>
                  </a:lnTo>
                  <a:lnTo>
                    <a:pt x="7694" y="8205"/>
                  </a:lnTo>
                  <a:lnTo>
                    <a:pt x="7694" y="8180"/>
                  </a:lnTo>
                  <a:lnTo>
                    <a:pt x="7707" y="8154"/>
                  </a:lnTo>
                  <a:lnTo>
                    <a:pt x="7733" y="8142"/>
                  </a:lnTo>
                  <a:lnTo>
                    <a:pt x="7784" y="8116"/>
                  </a:lnTo>
                  <a:lnTo>
                    <a:pt x="7822" y="8103"/>
                  </a:lnTo>
                  <a:lnTo>
                    <a:pt x="7873" y="8090"/>
                  </a:lnTo>
                  <a:lnTo>
                    <a:pt x="7924" y="8065"/>
                  </a:lnTo>
                  <a:lnTo>
                    <a:pt x="7988" y="8014"/>
                  </a:lnTo>
                  <a:lnTo>
                    <a:pt x="8039" y="7963"/>
                  </a:lnTo>
                  <a:lnTo>
                    <a:pt x="8103" y="7912"/>
                  </a:lnTo>
                  <a:lnTo>
                    <a:pt x="8167" y="7873"/>
                  </a:lnTo>
                  <a:lnTo>
                    <a:pt x="8231" y="7835"/>
                  </a:lnTo>
                  <a:lnTo>
                    <a:pt x="8308" y="7809"/>
                  </a:lnTo>
                  <a:lnTo>
                    <a:pt x="8333" y="7451"/>
                  </a:lnTo>
                  <a:lnTo>
                    <a:pt x="8001" y="7362"/>
                  </a:lnTo>
                  <a:lnTo>
                    <a:pt x="7988" y="7349"/>
                  </a:lnTo>
                  <a:lnTo>
                    <a:pt x="7860" y="6940"/>
                  </a:lnTo>
                  <a:lnTo>
                    <a:pt x="7873" y="6927"/>
                  </a:lnTo>
                  <a:lnTo>
                    <a:pt x="8014" y="6672"/>
                  </a:lnTo>
                  <a:lnTo>
                    <a:pt x="7860" y="6570"/>
                  </a:lnTo>
                  <a:lnTo>
                    <a:pt x="7848" y="6557"/>
                  </a:lnTo>
                  <a:lnTo>
                    <a:pt x="7758" y="6365"/>
                  </a:lnTo>
                  <a:lnTo>
                    <a:pt x="7784" y="6340"/>
                  </a:lnTo>
                  <a:lnTo>
                    <a:pt x="7937" y="6276"/>
                  </a:lnTo>
                  <a:lnTo>
                    <a:pt x="8052" y="6020"/>
                  </a:lnTo>
                  <a:lnTo>
                    <a:pt x="7912" y="5777"/>
                  </a:lnTo>
                  <a:lnTo>
                    <a:pt x="7899" y="5777"/>
                  </a:lnTo>
                  <a:lnTo>
                    <a:pt x="7860" y="5637"/>
                  </a:lnTo>
                  <a:lnTo>
                    <a:pt x="7873" y="5611"/>
                  </a:lnTo>
                  <a:lnTo>
                    <a:pt x="7924" y="5547"/>
                  </a:lnTo>
                  <a:lnTo>
                    <a:pt x="7822" y="5125"/>
                  </a:lnTo>
                  <a:lnTo>
                    <a:pt x="7733" y="5061"/>
                  </a:lnTo>
                  <a:lnTo>
                    <a:pt x="7566" y="5074"/>
                  </a:lnTo>
                  <a:lnTo>
                    <a:pt x="7503" y="5253"/>
                  </a:lnTo>
                  <a:lnTo>
                    <a:pt x="7490" y="5279"/>
                  </a:lnTo>
                  <a:lnTo>
                    <a:pt x="7260" y="5330"/>
                  </a:lnTo>
                  <a:lnTo>
                    <a:pt x="7221" y="5317"/>
                  </a:lnTo>
                  <a:lnTo>
                    <a:pt x="7145" y="5151"/>
                  </a:lnTo>
                  <a:lnTo>
                    <a:pt x="7145" y="5125"/>
                  </a:lnTo>
                  <a:lnTo>
                    <a:pt x="7324" y="4908"/>
                  </a:lnTo>
                  <a:lnTo>
                    <a:pt x="7451" y="4678"/>
                  </a:lnTo>
                  <a:lnTo>
                    <a:pt x="7733" y="4359"/>
                  </a:lnTo>
                  <a:lnTo>
                    <a:pt x="7745" y="4359"/>
                  </a:lnTo>
                  <a:lnTo>
                    <a:pt x="7937" y="4282"/>
                  </a:lnTo>
                  <a:lnTo>
                    <a:pt x="7988" y="4180"/>
                  </a:lnTo>
                  <a:lnTo>
                    <a:pt x="7924" y="4077"/>
                  </a:lnTo>
                  <a:lnTo>
                    <a:pt x="7924" y="4052"/>
                  </a:lnTo>
                  <a:lnTo>
                    <a:pt x="7988" y="3911"/>
                  </a:lnTo>
                  <a:lnTo>
                    <a:pt x="8001" y="3886"/>
                  </a:lnTo>
                  <a:lnTo>
                    <a:pt x="8205" y="3860"/>
                  </a:lnTo>
                  <a:lnTo>
                    <a:pt x="8231" y="3860"/>
                  </a:lnTo>
                  <a:lnTo>
                    <a:pt x="8359" y="3937"/>
                  </a:lnTo>
                  <a:lnTo>
                    <a:pt x="8499" y="3847"/>
                  </a:lnTo>
                  <a:lnTo>
                    <a:pt x="8474" y="3451"/>
                  </a:lnTo>
                  <a:lnTo>
                    <a:pt x="8474" y="3438"/>
                  </a:lnTo>
                  <a:lnTo>
                    <a:pt x="8640" y="2876"/>
                  </a:lnTo>
                  <a:lnTo>
                    <a:pt x="8960" y="2429"/>
                  </a:lnTo>
                  <a:lnTo>
                    <a:pt x="8908" y="2326"/>
                  </a:lnTo>
                  <a:lnTo>
                    <a:pt x="8499" y="2224"/>
                  </a:lnTo>
                  <a:lnTo>
                    <a:pt x="8487" y="2224"/>
                  </a:lnTo>
                  <a:lnTo>
                    <a:pt x="8167" y="2084"/>
                  </a:lnTo>
                  <a:lnTo>
                    <a:pt x="7848" y="1981"/>
                  </a:lnTo>
                  <a:lnTo>
                    <a:pt x="7835" y="1981"/>
                  </a:lnTo>
                  <a:lnTo>
                    <a:pt x="7630" y="1777"/>
                  </a:lnTo>
                  <a:lnTo>
                    <a:pt x="7349" y="1777"/>
                  </a:lnTo>
                  <a:lnTo>
                    <a:pt x="6966" y="1687"/>
                  </a:lnTo>
                  <a:lnTo>
                    <a:pt x="6953" y="1687"/>
                  </a:lnTo>
                  <a:lnTo>
                    <a:pt x="6659" y="1330"/>
                  </a:lnTo>
                  <a:lnTo>
                    <a:pt x="6570" y="1138"/>
                  </a:lnTo>
                  <a:lnTo>
                    <a:pt x="6365" y="1291"/>
                  </a:lnTo>
                  <a:lnTo>
                    <a:pt x="6314" y="1278"/>
                  </a:lnTo>
                  <a:lnTo>
                    <a:pt x="6173" y="869"/>
                  </a:lnTo>
                  <a:lnTo>
                    <a:pt x="6007" y="882"/>
                  </a:lnTo>
                  <a:lnTo>
                    <a:pt x="5994" y="882"/>
                  </a:lnTo>
                  <a:lnTo>
                    <a:pt x="5675" y="563"/>
                  </a:lnTo>
                  <a:lnTo>
                    <a:pt x="5675" y="550"/>
                  </a:lnTo>
                  <a:lnTo>
                    <a:pt x="5637" y="333"/>
                  </a:lnTo>
                  <a:lnTo>
                    <a:pt x="5470" y="345"/>
                  </a:lnTo>
                  <a:lnTo>
                    <a:pt x="5445" y="345"/>
                  </a:lnTo>
                  <a:lnTo>
                    <a:pt x="5279" y="218"/>
                  </a:lnTo>
                  <a:lnTo>
                    <a:pt x="5266" y="192"/>
                  </a:lnTo>
                  <a:lnTo>
                    <a:pt x="533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5" name="Google Shape;1263;p78">
              <a:extLst>
                <a:ext uri="{FF2B5EF4-FFF2-40B4-BE49-F238E27FC236}">
                  <a16:creationId xmlns:a16="http://schemas.microsoft.com/office/drawing/2014/main" id="{F9CC95CB-7D43-90F5-65B8-A675F17A6272}"/>
                </a:ext>
              </a:extLst>
            </p:cNvPr>
            <p:cNvSpPr/>
            <p:nvPr/>
          </p:nvSpPr>
          <p:spPr>
            <a:xfrm>
              <a:off x="1405950" y="2795000"/>
              <a:ext cx="7050" cy="10900"/>
            </a:xfrm>
            <a:custGeom>
              <a:avLst/>
              <a:gdLst/>
              <a:ahLst/>
              <a:cxnLst/>
              <a:rect l="l" t="t" r="r" b="b"/>
              <a:pathLst>
                <a:path w="282" h="436" extrusionOk="0">
                  <a:moveTo>
                    <a:pt x="256" y="1"/>
                  </a:moveTo>
                  <a:lnTo>
                    <a:pt x="218" y="14"/>
                  </a:lnTo>
                  <a:lnTo>
                    <a:pt x="179" y="14"/>
                  </a:lnTo>
                  <a:lnTo>
                    <a:pt x="154" y="52"/>
                  </a:lnTo>
                  <a:lnTo>
                    <a:pt x="115" y="52"/>
                  </a:lnTo>
                  <a:lnTo>
                    <a:pt x="64" y="205"/>
                  </a:lnTo>
                  <a:lnTo>
                    <a:pt x="77" y="244"/>
                  </a:lnTo>
                  <a:lnTo>
                    <a:pt x="0" y="308"/>
                  </a:lnTo>
                  <a:lnTo>
                    <a:pt x="0" y="333"/>
                  </a:lnTo>
                  <a:lnTo>
                    <a:pt x="103" y="384"/>
                  </a:lnTo>
                  <a:lnTo>
                    <a:pt x="141" y="384"/>
                  </a:lnTo>
                  <a:lnTo>
                    <a:pt x="179" y="435"/>
                  </a:lnTo>
                  <a:lnTo>
                    <a:pt x="230" y="435"/>
                  </a:lnTo>
                  <a:lnTo>
                    <a:pt x="230" y="372"/>
                  </a:lnTo>
                  <a:lnTo>
                    <a:pt x="281" y="218"/>
                  </a:lnTo>
                  <a:lnTo>
                    <a:pt x="243" y="90"/>
                  </a:lnTo>
                  <a:lnTo>
                    <a:pt x="256" y="52"/>
                  </a:lnTo>
                  <a:lnTo>
                    <a:pt x="25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264;p78">
              <a:extLst>
                <a:ext uri="{FF2B5EF4-FFF2-40B4-BE49-F238E27FC236}">
                  <a16:creationId xmlns:a16="http://schemas.microsoft.com/office/drawing/2014/main" id="{BD034C6C-2D4A-6E58-03AD-AA58840514A7}"/>
                </a:ext>
              </a:extLst>
            </p:cNvPr>
            <p:cNvSpPr/>
            <p:nvPr/>
          </p:nvSpPr>
          <p:spPr>
            <a:xfrm>
              <a:off x="4548075" y="2765625"/>
              <a:ext cx="33250" cy="31650"/>
            </a:xfrm>
            <a:custGeom>
              <a:avLst/>
              <a:gdLst/>
              <a:ahLst/>
              <a:cxnLst/>
              <a:rect l="l" t="t" r="r" b="b"/>
              <a:pathLst>
                <a:path w="1330" h="1266" extrusionOk="0">
                  <a:moveTo>
                    <a:pt x="703" y="0"/>
                  </a:moveTo>
                  <a:lnTo>
                    <a:pt x="422" y="64"/>
                  </a:lnTo>
                  <a:lnTo>
                    <a:pt x="154" y="384"/>
                  </a:lnTo>
                  <a:lnTo>
                    <a:pt x="0" y="754"/>
                  </a:lnTo>
                  <a:lnTo>
                    <a:pt x="141" y="831"/>
                  </a:lnTo>
                  <a:lnTo>
                    <a:pt x="499" y="831"/>
                  </a:lnTo>
                  <a:lnTo>
                    <a:pt x="537" y="844"/>
                  </a:lnTo>
                  <a:lnTo>
                    <a:pt x="895" y="1265"/>
                  </a:lnTo>
                  <a:lnTo>
                    <a:pt x="1330" y="1265"/>
                  </a:lnTo>
                  <a:lnTo>
                    <a:pt x="1125" y="844"/>
                  </a:lnTo>
                  <a:lnTo>
                    <a:pt x="1061" y="652"/>
                  </a:lnTo>
                  <a:lnTo>
                    <a:pt x="1240" y="294"/>
                  </a:lnTo>
                  <a:lnTo>
                    <a:pt x="1227" y="243"/>
                  </a:lnTo>
                  <a:lnTo>
                    <a:pt x="1099" y="256"/>
                  </a:lnTo>
                  <a:lnTo>
                    <a:pt x="1074" y="256"/>
                  </a:lnTo>
                  <a:lnTo>
                    <a:pt x="1061" y="230"/>
                  </a:lnTo>
                  <a:lnTo>
                    <a:pt x="997" y="64"/>
                  </a:lnTo>
                  <a:lnTo>
                    <a:pt x="70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265;p78">
              <a:extLst>
                <a:ext uri="{FF2B5EF4-FFF2-40B4-BE49-F238E27FC236}">
                  <a16:creationId xmlns:a16="http://schemas.microsoft.com/office/drawing/2014/main" id="{8D653C3C-2BC7-89EC-BB2D-499151545C39}"/>
                </a:ext>
              </a:extLst>
            </p:cNvPr>
            <p:cNvSpPr/>
            <p:nvPr/>
          </p:nvSpPr>
          <p:spPr>
            <a:xfrm>
              <a:off x="4063675" y="2065550"/>
              <a:ext cx="20800" cy="15375"/>
            </a:xfrm>
            <a:custGeom>
              <a:avLst/>
              <a:gdLst/>
              <a:ahLst/>
              <a:cxnLst/>
              <a:rect l="l" t="t" r="r" b="b"/>
              <a:pathLst>
                <a:path w="832" h="615" extrusionOk="0">
                  <a:moveTo>
                    <a:pt x="474" y="1"/>
                  </a:moveTo>
                  <a:lnTo>
                    <a:pt x="78" y="78"/>
                  </a:lnTo>
                  <a:lnTo>
                    <a:pt x="39" y="397"/>
                  </a:lnTo>
                  <a:lnTo>
                    <a:pt x="78" y="576"/>
                  </a:lnTo>
                  <a:lnTo>
                    <a:pt x="1" y="614"/>
                  </a:lnTo>
                  <a:lnTo>
                    <a:pt x="193" y="614"/>
                  </a:lnTo>
                  <a:lnTo>
                    <a:pt x="359" y="423"/>
                  </a:lnTo>
                  <a:lnTo>
                    <a:pt x="704" y="282"/>
                  </a:lnTo>
                  <a:lnTo>
                    <a:pt x="832" y="39"/>
                  </a:lnTo>
                  <a:lnTo>
                    <a:pt x="47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8" name="Google Shape;1266;p78">
              <a:extLst>
                <a:ext uri="{FF2B5EF4-FFF2-40B4-BE49-F238E27FC236}">
                  <a16:creationId xmlns:a16="http://schemas.microsoft.com/office/drawing/2014/main" id="{2FF7B1CE-DFC1-AD4F-2F49-7CC7E115FE2D}"/>
                </a:ext>
              </a:extLst>
            </p:cNvPr>
            <p:cNvSpPr/>
            <p:nvPr/>
          </p:nvSpPr>
          <p:spPr>
            <a:xfrm>
              <a:off x="3714775" y="2222125"/>
              <a:ext cx="63275" cy="62325"/>
            </a:xfrm>
            <a:custGeom>
              <a:avLst/>
              <a:gdLst/>
              <a:ahLst/>
              <a:cxnLst/>
              <a:rect l="l" t="t" r="r" b="b"/>
              <a:pathLst>
                <a:path w="2531" h="2493" extrusionOk="0">
                  <a:moveTo>
                    <a:pt x="1726" y="0"/>
                  </a:moveTo>
                  <a:lnTo>
                    <a:pt x="1636" y="13"/>
                  </a:lnTo>
                  <a:lnTo>
                    <a:pt x="1572" y="26"/>
                  </a:lnTo>
                  <a:lnTo>
                    <a:pt x="1534" y="51"/>
                  </a:lnTo>
                  <a:lnTo>
                    <a:pt x="1496" y="77"/>
                  </a:lnTo>
                  <a:lnTo>
                    <a:pt x="1470" y="103"/>
                  </a:lnTo>
                  <a:lnTo>
                    <a:pt x="1457" y="128"/>
                  </a:lnTo>
                  <a:lnTo>
                    <a:pt x="1445" y="205"/>
                  </a:lnTo>
                  <a:lnTo>
                    <a:pt x="1457" y="282"/>
                  </a:lnTo>
                  <a:lnTo>
                    <a:pt x="1470" y="320"/>
                  </a:lnTo>
                  <a:lnTo>
                    <a:pt x="1483" y="358"/>
                  </a:lnTo>
                  <a:lnTo>
                    <a:pt x="1521" y="397"/>
                  </a:lnTo>
                  <a:lnTo>
                    <a:pt x="1560" y="435"/>
                  </a:lnTo>
                  <a:lnTo>
                    <a:pt x="1598" y="499"/>
                  </a:lnTo>
                  <a:lnTo>
                    <a:pt x="1611" y="575"/>
                  </a:lnTo>
                  <a:lnTo>
                    <a:pt x="1636" y="627"/>
                  </a:lnTo>
                  <a:lnTo>
                    <a:pt x="1649" y="639"/>
                  </a:lnTo>
                  <a:lnTo>
                    <a:pt x="1675" y="652"/>
                  </a:lnTo>
                  <a:lnTo>
                    <a:pt x="1764" y="639"/>
                  </a:lnTo>
                  <a:lnTo>
                    <a:pt x="1764" y="639"/>
                  </a:lnTo>
                  <a:lnTo>
                    <a:pt x="1751" y="665"/>
                  </a:lnTo>
                  <a:lnTo>
                    <a:pt x="1726" y="690"/>
                  </a:lnTo>
                  <a:lnTo>
                    <a:pt x="1662" y="716"/>
                  </a:lnTo>
                  <a:lnTo>
                    <a:pt x="1611" y="729"/>
                  </a:lnTo>
                  <a:lnTo>
                    <a:pt x="1585" y="754"/>
                  </a:lnTo>
                  <a:lnTo>
                    <a:pt x="1572" y="767"/>
                  </a:lnTo>
                  <a:lnTo>
                    <a:pt x="1560" y="793"/>
                  </a:lnTo>
                  <a:lnTo>
                    <a:pt x="1572" y="831"/>
                  </a:lnTo>
                  <a:lnTo>
                    <a:pt x="1572" y="869"/>
                  </a:lnTo>
                  <a:lnTo>
                    <a:pt x="1560" y="895"/>
                  </a:lnTo>
                  <a:lnTo>
                    <a:pt x="1534" y="933"/>
                  </a:lnTo>
                  <a:lnTo>
                    <a:pt x="1508" y="946"/>
                  </a:lnTo>
                  <a:lnTo>
                    <a:pt x="1470" y="959"/>
                  </a:lnTo>
                  <a:lnTo>
                    <a:pt x="1432" y="972"/>
                  </a:lnTo>
                  <a:lnTo>
                    <a:pt x="1368" y="959"/>
                  </a:lnTo>
                  <a:lnTo>
                    <a:pt x="1342" y="946"/>
                  </a:lnTo>
                  <a:lnTo>
                    <a:pt x="1317" y="933"/>
                  </a:lnTo>
                  <a:lnTo>
                    <a:pt x="1291" y="882"/>
                  </a:lnTo>
                  <a:lnTo>
                    <a:pt x="1266" y="818"/>
                  </a:lnTo>
                  <a:lnTo>
                    <a:pt x="1253" y="729"/>
                  </a:lnTo>
                  <a:lnTo>
                    <a:pt x="1266" y="703"/>
                  </a:lnTo>
                  <a:lnTo>
                    <a:pt x="1278" y="690"/>
                  </a:lnTo>
                  <a:lnTo>
                    <a:pt x="1330" y="652"/>
                  </a:lnTo>
                  <a:lnTo>
                    <a:pt x="1406" y="639"/>
                  </a:lnTo>
                  <a:lnTo>
                    <a:pt x="1406" y="601"/>
                  </a:lnTo>
                  <a:lnTo>
                    <a:pt x="1406" y="575"/>
                  </a:lnTo>
                  <a:lnTo>
                    <a:pt x="1393" y="563"/>
                  </a:lnTo>
                  <a:lnTo>
                    <a:pt x="1381" y="563"/>
                  </a:lnTo>
                  <a:lnTo>
                    <a:pt x="1342" y="550"/>
                  </a:lnTo>
                  <a:lnTo>
                    <a:pt x="1330" y="537"/>
                  </a:lnTo>
                  <a:lnTo>
                    <a:pt x="1317" y="524"/>
                  </a:lnTo>
                  <a:lnTo>
                    <a:pt x="1304" y="486"/>
                  </a:lnTo>
                  <a:lnTo>
                    <a:pt x="1304" y="435"/>
                  </a:lnTo>
                  <a:lnTo>
                    <a:pt x="1317" y="397"/>
                  </a:lnTo>
                  <a:lnTo>
                    <a:pt x="1317" y="358"/>
                  </a:lnTo>
                  <a:lnTo>
                    <a:pt x="1215" y="371"/>
                  </a:lnTo>
                  <a:lnTo>
                    <a:pt x="1151" y="384"/>
                  </a:lnTo>
                  <a:lnTo>
                    <a:pt x="1125" y="371"/>
                  </a:lnTo>
                  <a:lnTo>
                    <a:pt x="1100" y="358"/>
                  </a:lnTo>
                  <a:lnTo>
                    <a:pt x="1100" y="333"/>
                  </a:lnTo>
                  <a:lnTo>
                    <a:pt x="1100" y="294"/>
                  </a:lnTo>
                  <a:lnTo>
                    <a:pt x="1125" y="243"/>
                  </a:lnTo>
                  <a:lnTo>
                    <a:pt x="1163" y="218"/>
                  </a:lnTo>
                  <a:lnTo>
                    <a:pt x="1138" y="192"/>
                  </a:lnTo>
                  <a:lnTo>
                    <a:pt x="1087" y="166"/>
                  </a:lnTo>
                  <a:lnTo>
                    <a:pt x="1048" y="154"/>
                  </a:lnTo>
                  <a:lnTo>
                    <a:pt x="997" y="166"/>
                  </a:lnTo>
                  <a:lnTo>
                    <a:pt x="984" y="192"/>
                  </a:lnTo>
                  <a:lnTo>
                    <a:pt x="984" y="230"/>
                  </a:lnTo>
                  <a:lnTo>
                    <a:pt x="972" y="307"/>
                  </a:lnTo>
                  <a:lnTo>
                    <a:pt x="921" y="448"/>
                  </a:lnTo>
                  <a:lnTo>
                    <a:pt x="908" y="512"/>
                  </a:lnTo>
                  <a:lnTo>
                    <a:pt x="908" y="575"/>
                  </a:lnTo>
                  <a:lnTo>
                    <a:pt x="921" y="665"/>
                  </a:lnTo>
                  <a:lnTo>
                    <a:pt x="921" y="742"/>
                  </a:lnTo>
                  <a:lnTo>
                    <a:pt x="908" y="818"/>
                  </a:lnTo>
                  <a:lnTo>
                    <a:pt x="857" y="895"/>
                  </a:lnTo>
                  <a:lnTo>
                    <a:pt x="806" y="972"/>
                  </a:lnTo>
                  <a:lnTo>
                    <a:pt x="742" y="1036"/>
                  </a:lnTo>
                  <a:lnTo>
                    <a:pt x="678" y="1087"/>
                  </a:lnTo>
                  <a:lnTo>
                    <a:pt x="627" y="1163"/>
                  </a:lnTo>
                  <a:lnTo>
                    <a:pt x="588" y="1240"/>
                  </a:lnTo>
                  <a:lnTo>
                    <a:pt x="563" y="1317"/>
                  </a:lnTo>
                  <a:lnTo>
                    <a:pt x="563" y="1355"/>
                  </a:lnTo>
                  <a:lnTo>
                    <a:pt x="576" y="1393"/>
                  </a:lnTo>
                  <a:lnTo>
                    <a:pt x="588" y="1432"/>
                  </a:lnTo>
                  <a:lnTo>
                    <a:pt x="627" y="1470"/>
                  </a:lnTo>
                  <a:lnTo>
                    <a:pt x="691" y="1508"/>
                  </a:lnTo>
                  <a:lnTo>
                    <a:pt x="729" y="1534"/>
                  </a:lnTo>
                  <a:lnTo>
                    <a:pt x="742" y="1547"/>
                  </a:lnTo>
                  <a:lnTo>
                    <a:pt x="742" y="1572"/>
                  </a:lnTo>
                  <a:lnTo>
                    <a:pt x="729" y="1585"/>
                  </a:lnTo>
                  <a:lnTo>
                    <a:pt x="678" y="1598"/>
                  </a:lnTo>
                  <a:lnTo>
                    <a:pt x="601" y="1611"/>
                  </a:lnTo>
                  <a:lnTo>
                    <a:pt x="550" y="1636"/>
                  </a:lnTo>
                  <a:lnTo>
                    <a:pt x="537" y="1649"/>
                  </a:lnTo>
                  <a:lnTo>
                    <a:pt x="524" y="1675"/>
                  </a:lnTo>
                  <a:lnTo>
                    <a:pt x="524" y="1713"/>
                  </a:lnTo>
                  <a:lnTo>
                    <a:pt x="524" y="1726"/>
                  </a:lnTo>
                  <a:lnTo>
                    <a:pt x="524" y="1738"/>
                  </a:lnTo>
                  <a:lnTo>
                    <a:pt x="537" y="1751"/>
                  </a:lnTo>
                  <a:lnTo>
                    <a:pt x="524" y="1777"/>
                  </a:lnTo>
                  <a:lnTo>
                    <a:pt x="499" y="1790"/>
                  </a:lnTo>
                  <a:lnTo>
                    <a:pt x="473" y="1790"/>
                  </a:lnTo>
                  <a:lnTo>
                    <a:pt x="435" y="1777"/>
                  </a:lnTo>
                  <a:lnTo>
                    <a:pt x="371" y="1751"/>
                  </a:lnTo>
                  <a:lnTo>
                    <a:pt x="294" y="1713"/>
                  </a:lnTo>
                  <a:lnTo>
                    <a:pt x="218" y="1675"/>
                  </a:lnTo>
                  <a:lnTo>
                    <a:pt x="154" y="1649"/>
                  </a:lnTo>
                  <a:lnTo>
                    <a:pt x="90" y="1649"/>
                  </a:lnTo>
                  <a:lnTo>
                    <a:pt x="39" y="1687"/>
                  </a:lnTo>
                  <a:lnTo>
                    <a:pt x="13" y="1713"/>
                  </a:lnTo>
                  <a:lnTo>
                    <a:pt x="0" y="1738"/>
                  </a:lnTo>
                  <a:lnTo>
                    <a:pt x="0" y="1764"/>
                  </a:lnTo>
                  <a:lnTo>
                    <a:pt x="13" y="1790"/>
                  </a:lnTo>
                  <a:lnTo>
                    <a:pt x="26" y="1802"/>
                  </a:lnTo>
                  <a:lnTo>
                    <a:pt x="51" y="1815"/>
                  </a:lnTo>
                  <a:lnTo>
                    <a:pt x="128" y="1828"/>
                  </a:lnTo>
                  <a:lnTo>
                    <a:pt x="218" y="1841"/>
                  </a:lnTo>
                  <a:lnTo>
                    <a:pt x="269" y="1854"/>
                  </a:lnTo>
                  <a:lnTo>
                    <a:pt x="333" y="1879"/>
                  </a:lnTo>
                  <a:lnTo>
                    <a:pt x="371" y="1905"/>
                  </a:lnTo>
                  <a:lnTo>
                    <a:pt x="371" y="1930"/>
                  </a:lnTo>
                  <a:lnTo>
                    <a:pt x="358" y="1943"/>
                  </a:lnTo>
                  <a:lnTo>
                    <a:pt x="282" y="1969"/>
                  </a:lnTo>
                  <a:lnTo>
                    <a:pt x="192" y="1981"/>
                  </a:lnTo>
                  <a:lnTo>
                    <a:pt x="282" y="2045"/>
                  </a:lnTo>
                  <a:lnTo>
                    <a:pt x="703" y="1930"/>
                  </a:lnTo>
                  <a:lnTo>
                    <a:pt x="831" y="1802"/>
                  </a:lnTo>
                  <a:lnTo>
                    <a:pt x="857" y="1802"/>
                  </a:lnTo>
                  <a:lnTo>
                    <a:pt x="1061" y="1828"/>
                  </a:lnTo>
                  <a:lnTo>
                    <a:pt x="1074" y="1841"/>
                  </a:lnTo>
                  <a:lnTo>
                    <a:pt x="1445" y="2071"/>
                  </a:lnTo>
                  <a:lnTo>
                    <a:pt x="1457" y="2084"/>
                  </a:lnTo>
                  <a:lnTo>
                    <a:pt x="1675" y="2493"/>
                  </a:lnTo>
                  <a:lnTo>
                    <a:pt x="1815" y="2020"/>
                  </a:lnTo>
                  <a:lnTo>
                    <a:pt x="1828" y="1879"/>
                  </a:lnTo>
                  <a:lnTo>
                    <a:pt x="1700" y="1700"/>
                  </a:lnTo>
                  <a:lnTo>
                    <a:pt x="1700" y="1675"/>
                  </a:lnTo>
                  <a:lnTo>
                    <a:pt x="1828" y="1560"/>
                  </a:lnTo>
                  <a:lnTo>
                    <a:pt x="1828" y="1547"/>
                  </a:lnTo>
                  <a:lnTo>
                    <a:pt x="2288" y="1406"/>
                  </a:lnTo>
                  <a:lnTo>
                    <a:pt x="2263" y="1227"/>
                  </a:lnTo>
                  <a:lnTo>
                    <a:pt x="2263" y="1202"/>
                  </a:lnTo>
                  <a:lnTo>
                    <a:pt x="2429" y="984"/>
                  </a:lnTo>
                  <a:lnTo>
                    <a:pt x="2365" y="857"/>
                  </a:lnTo>
                  <a:lnTo>
                    <a:pt x="2301" y="767"/>
                  </a:lnTo>
                  <a:lnTo>
                    <a:pt x="2301" y="729"/>
                  </a:lnTo>
                  <a:lnTo>
                    <a:pt x="2493" y="575"/>
                  </a:lnTo>
                  <a:lnTo>
                    <a:pt x="2531" y="294"/>
                  </a:lnTo>
                  <a:lnTo>
                    <a:pt x="2493" y="192"/>
                  </a:lnTo>
                  <a:lnTo>
                    <a:pt x="2441" y="179"/>
                  </a:lnTo>
                  <a:lnTo>
                    <a:pt x="2403" y="166"/>
                  </a:lnTo>
                  <a:lnTo>
                    <a:pt x="2378" y="141"/>
                  </a:lnTo>
                  <a:lnTo>
                    <a:pt x="2314" y="77"/>
                  </a:lnTo>
                  <a:lnTo>
                    <a:pt x="2250" y="26"/>
                  </a:lnTo>
                  <a:lnTo>
                    <a:pt x="2211" y="13"/>
                  </a:lnTo>
                  <a:lnTo>
                    <a:pt x="2160" y="13"/>
                  </a:lnTo>
                  <a:lnTo>
                    <a:pt x="2122" y="26"/>
                  </a:lnTo>
                  <a:lnTo>
                    <a:pt x="2084" y="51"/>
                  </a:lnTo>
                  <a:lnTo>
                    <a:pt x="2045" y="77"/>
                  </a:lnTo>
                  <a:lnTo>
                    <a:pt x="2007" y="90"/>
                  </a:lnTo>
                  <a:lnTo>
                    <a:pt x="1956" y="103"/>
                  </a:lnTo>
                  <a:lnTo>
                    <a:pt x="1930" y="77"/>
                  </a:lnTo>
                  <a:lnTo>
                    <a:pt x="1917" y="51"/>
                  </a:lnTo>
                  <a:lnTo>
                    <a:pt x="1879" y="13"/>
                  </a:lnTo>
                  <a:lnTo>
                    <a:pt x="185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9" name="Google Shape;1267;p78">
              <a:extLst>
                <a:ext uri="{FF2B5EF4-FFF2-40B4-BE49-F238E27FC236}">
                  <a16:creationId xmlns:a16="http://schemas.microsoft.com/office/drawing/2014/main" id="{36421ECB-8439-5063-8B4D-33A127539406}"/>
                </a:ext>
              </a:extLst>
            </p:cNvPr>
            <p:cNvSpPr/>
            <p:nvPr/>
          </p:nvSpPr>
          <p:spPr>
            <a:xfrm>
              <a:off x="4069125" y="2053725"/>
              <a:ext cx="12800" cy="8350"/>
            </a:xfrm>
            <a:custGeom>
              <a:avLst/>
              <a:gdLst/>
              <a:ahLst/>
              <a:cxnLst/>
              <a:rect l="l" t="t" r="r" b="b"/>
              <a:pathLst>
                <a:path w="512" h="334" extrusionOk="0">
                  <a:moveTo>
                    <a:pt x="256" y="1"/>
                  </a:moveTo>
                  <a:lnTo>
                    <a:pt x="0" y="167"/>
                  </a:lnTo>
                  <a:lnTo>
                    <a:pt x="26" y="333"/>
                  </a:lnTo>
                  <a:lnTo>
                    <a:pt x="345" y="282"/>
                  </a:lnTo>
                  <a:lnTo>
                    <a:pt x="511" y="78"/>
                  </a:lnTo>
                  <a:lnTo>
                    <a:pt x="25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268;p78">
              <a:extLst>
                <a:ext uri="{FF2B5EF4-FFF2-40B4-BE49-F238E27FC236}">
                  <a16:creationId xmlns:a16="http://schemas.microsoft.com/office/drawing/2014/main" id="{190332C6-B642-A7FD-530F-EA6D49574C73}"/>
                </a:ext>
              </a:extLst>
            </p:cNvPr>
            <p:cNvSpPr/>
            <p:nvPr/>
          </p:nvSpPr>
          <p:spPr>
            <a:xfrm>
              <a:off x="1611075" y="1546975"/>
              <a:ext cx="75100" cy="89175"/>
            </a:xfrm>
            <a:custGeom>
              <a:avLst/>
              <a:gdLst/>
              <a:ahLst/>
              <a:cxnLst/>
              <a:rect l="l" t="t" r="r" b="b"/>
              <a:pathLst>
                <a:path w="3004" h="3567" extrusionOk="0">
                  <a:moveTo>
                    <a:pt x="1982" y="1"/>
                  </a:moveTo>
                  <a:lnTo>
                    <a:pt x="1777" y="372"/>
                  </a:lnTo>
                  <a:lnTo>
                    <a:pt x="1483" y="372"/>
                  </a:lnTo>
                  <a:lnTo>
                    <a:pt x="1253" y="180"/>
                  </a:lnTo>
                  <a:lnTo>
                    <a:pt x="895" y="180"/>
                  </a:lnTo>
                  <a:lnTo>
                    <a:pt x="895" y="474"/>
                  </a:lnTo>
                  <a:lnTo>
                    <a:pt x="652" y="589"/>
                  </a:lnTo>
                  <a:lnTo>
                    <a:pt x="652" y="832"/>
                  </a:lnTo>
                  <a:lnTo>
                    <a:pt x="1406" y="921"/>
                  </a:lnTo>
                  <a:lnTo>
                    <a:pt x="1406" y="1317"/>
                  </a:lnTo>
                  <a:lnTo>
                    <a:pt x="1151" y="1317"/>
                  </a:lnTo>
                  <a:lnTo>
                    <a:pt x="1036" y="1560"/>
                  </a:lnTo>
                  <a:lnTo>
                    <a:pt x="857" y="1560"/>
                  </a:lnTo>
                  <a:lnTo>
                    <a:pt x="371" y="1279"/>
                  </a:lnTo>
                  <a:lnTo>
                    <a:pt x="205" y="1190"/>
                  </a:lnTo>
                  <a:lnTo>
                    <a:pt x="0" y="1343"/>
                  </a:lnTo>
                  <a:lnTo>
                    <a:pt x="0" y="1752"/>
                  </a:lnTo>
                  <a:lnTo>
                    <a:pt x="13" y="1790"/>
                  </a:lnTo>
                  <a:lnTo>
                    <a:pt x="39" y="1829"/>
                  </a:lnTo>
                  <a:lnTo>
                    <a:pt x="116" y="1918"/>
                  </a:lnTo>
                  <a:lnTo>
                    <a:pt x="192" y="1969"/>
                  </a:lnTo>
                  <a:lnTo>
                    <a:pt x="231" y="1995"/>
                  </a:lnTo>
                  <a:lnTo>
                    <a:pt x="486" y="2123"/>
                  </a:lnTo>
                  <a:lnTo>
                    <a:pt x="461" y="2365"/>
                  </a:lnTo>
                  <a:lnTo>
                    <a:pt x="831" y="2250"/>
                  </a:lnTo>
                  <a:lnTo>
                    <a:pt x="1164" y="2519"/>
                  </a:lnTo>
                  <a:lnTo>
                    <a:pt x="1611" y="2902"/>
                  </a:lnTo>
                  <a:lnTo>
                    <a:pt x="1624" y="3183"/>
                  </a:lnTo>
                  <a:lnTo>
                    <a:pt x="1751" y="3426"/>
                  </a:lnTo>
                  <a:lnTo>
                    <a:pt x="2122" y="3567"/>
                  </a:lnTo>
                  <a:lnTo>
                    <a:pt x="2403" y="3567"/>
                  </a:lnTo>
                  <a:lnTo>
                    <a:pt x="2020" y="3094"/>
                  </a:lnTo>
                  <a:lnTo>
                    <a:pt x="2148" y="3004"/>
                  </a:lnTo>
                  <a:lnTo>
                    <a:pt x="2825" y="3030"/>
                  </a:lnTo>
                  <a:lnTo>
                    <a:pt x="3004" y="2672"/>
                  </a:lnTo>
                  <a:lnTo>
                    <a:pt x="2991" y="2353"/>
                  </a:lnTo>
                  <a:lnTo>
                    <a:pt x="2851" y="2238"/>
                  </a:lnTo>
                  <a:lnTo>
                    <a:pt x="2991" y="1867"/>
                  </a:lnTo>
                  <a:lnTo>
                    <a:pt x="2889" y="1867"/>
                  </a:lnTo>
                  <a:lnTo>
                    <a:pt x="2467" y="1381"/>
                  </a:lnTo>
                  <a:lnTo>
                    <a:pt x="2033" y="1381"/>
                  </a:lnTo>
                  <a:lnTo>
                    <a:pt x="1930" y="1087"/>
                  </a:lnTo>
                  <a:lnTo>
                    <a:pt x="2365" y="806"/>
                  </a:lnTo>
                  <a:lnTo>
                    <a:pt x="2506" y="538"/>
                  </a:lnTo>
                  <a:lnTo>
                    <a:pt x="2659" y="359"/>
                  </a:lnTo>
                  <a:lnTo>
                    <a:pt x="2403" y="167"/>
                  </a:lnTo>
                  <a:lnTo>
                    <a:pt x="198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1" name="Google Shape;1269;p78">
              <a:extLst>
                <a:ext uri="{FF2B5EF4-FFF2-40B4-BE49-F238E27FC236}">
                  <a16:creationId xmlns:a16="http://schemas.microsoft.com/office/drawing/2014/main" id="{FBD9C453-0507-A746-F6BF-46389EC2E819}"/>
                </a:ext>
              </a:extLst>
            </p:cNvPr>
            <p:cNvSpPr/>
            <p:nvPr/>
          </p:nvSpPr>
          <p:spPr>
            <a:xfrm>
              <a:off x="3866225" y="2179950"/>
              <a:ext cx="6725" cy="3525"/>
            </a:xfrm>
            <a:custGeom>
              <a:avLst/>
              <a:gdLst/>
              <a:ahLst/>
              <a:cxnLst/>
              <a:rect l="l" t="t" r="r" b="b"/>
              <a:pathLst>
                <a:path w="269" h="141" extrusionOk="0">
                  <a:moveTo>
                    <a:pt x="128" y="0"/>
                  </a:moveTo>
                  <a:lnTo>
                    <a:pt x="90" y="13"/>
                  </a:lnTo>
                  <a:lnTo>
                    <a:pt x="52" y="26"/>
                  </a:lnTo>
                  <a:lnTo>
                    <a:pt x="26" y="51"/>
                  </a:lnTo>
                  <a:lnTo>
                    <a:pt x="13" y="77"/>
                  </a:lnTo>
                  <a:lnTo>
                    <a:pt x="0" y="103"/>
                  </a:lnTo>
                  <a:lnTo>
                    <a:pt x="13" y="128"/>
                  </a:lnTo>
                  <a:lnTo>
                    <a:pt x="52" y="141"/>
                  </a:lnTo>
                  <a:lnTo>
                    <a:pt x="90" y="141"/>
                  </a:lnTo>
                  <a:lnTo>
                    <a:pt x="154" y="128"/>
                  </a:lnTo>
                  <a:lnTo>
                    <a:pt x="230" y="115"/>
                  </a:lnTo>
                  <a:lnTo>
                    <a:pt x="256" y="103"/>
                  </a:lnTo>
                  <a:lnTo>
                    <a:pt x="269" y="90"/>
                  </a:lnTo>
                  <a:lnTo>
                    <a:pt x="256" y="64"/>
                  </a:lnTo>
                  <a:lnTo>
                    <a:pt x="192" y="26"/>
                  </a:lnTo>
                  <a:lnTo>
                    <a:pt x="154" y="13"/>
                  </a:lnTo>
                  <a:lnTo>
                    <a:pt x="12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2" name="Google Shape;1270;p78">
              <a:extLst>
                <a:ext uri="{FF2B5EF4-FFF2-40B4-BE49-F238E27FC236}">
                  <a16:creationId xmlns:a16="http://schemas.microsoft.com/office/drawing/2014/main" id="{C70283C3-EB17-986F-69E5-3E283FCC1F11}"/>
                </a:ext>
              </a:extLst>
            </p:cNvPr>
            <p:cNvSpPr/>
            <p:nvPr/>
          </p:nvSpPr>
          <p:spPr>
            <a:xfrm>
              <a:off x="4034600" y="2015075"/>
              <a:ext cx="12825" cy="15675"/>
            </a:xfrm>
            <a:custGeom>
              <a:avLst/>
              <a:gdLst/>
              <a:ahLst/>
              <a:cxnLst/>
              <a:rect l="l" t="t" r="r" b="b"/>
              <a:pathLst>
                <a:path w="513" h="627" extrusionOk="0">
                  <a:moveTo>
                    <a:pt x="231" y="1"/>
                  </a:moveTo>
                  <a:lnTo>
                    <a:pt x="180" y="13"/>
                  </a:lnTo>
                  <a:lnTo>
                    <a:pt x="154" y="52"/>
                  </a:lnTo>
                  <a:lnTo>
                    <a:pt x="154" y="77"/>
                  </a:lnTo>
                  <a:lnTo>
                    <a:pt x="167" y="116"/>
                  </a:lnTo>
                  <a:lnTo>
                    <a:pt x="180" y="154"/>
                  </a:lnTo>
                  <a:lnTo>
                    <a:pt x="180" y="192"/>
                  </a:lnTo>
                  <a:lnTo>
                    <a:pt x="167" y="205"/>
                  </a:lnTo>
                  <a:lnTo>
                    <a:pt x="141" y="231"/>
                  </a:lnTo>
                  <a:lnTo>
                    <a:pt x="103" y="256"/>
                  </a:lnTo>
                  <a:lnTo>
                    <a:pt x="52" y="269"/>
                  </a:lnTo>
                  <a:lnTo>
                    <a:pt x="26" y="294"/>
                  </a:lnTo>
                  <a:lnTo>
                    <a:pt x="1" y="320"/>
                  </a:lnTo>
                  <a:lnTo>
                    <a:pt x="1" y="346"/>
                  </a:lnTo>
                  <a:lnTo>
                    <a:pt x="1" y="384"/>
                  </a:lnTo>
                  <a:lnTo>
                    <a:pt x="39" y="448"/>
                  </a:lnTo>
                  <a:lnTo>
                    <a:pt x="65" y="499"/>
                  </a:lnTo>
                  <a:lnTo>
                    <a:pt x="103" y="563"/>
                  </a:lnTo>
                  <a:lnTo>
                    <a:pt x="129" y="576"/>
                  </a:lnTo>
                  <a:lnTo>
                    <a:pt x="180" y="588"/>
                  </a:lnTo>
                  <a:lnTo>
                    <a:pt x="282" y="614"/>
                  </a:lnTo>
                  <a:lnTo>
                    <a:pt x="397" y="627"/>
                  </a:lnTo>
                  <a:lnTo>
                    <a:pt x="448" y="627"/>
                  </a:lnTo>
                  <a:lnTo>
                    <a:pt x="474" y="614"/>
                  </a:lnTo>
                  <a:lnTo>
                    <a:pt x="486" y="576"/>
                  </a:lnTo>
                  <a:lnTo>
                    <a:pt x="512" y="525"/>
                  </a:lnTo>
                  <a:lnTo>
                    <a:pt x="448" y="499"/>
                  </a:lnTo>
                  <a:lnTo>
                    <a:pt x="371" y="486"/>
                  </a:lnTo>
                  <a:lnTo>
                    <a:pt x="346" y="473"/>
                  </a:lnTo>
                  <a:lnTo>
                    <a:pt x="320" y="461"/>
                  </a:lnTo>
                  <a:lnTo>
                    <a:pt x="295" y="435"/>
                  </a:lnTo>
                  <a:lnTo>
                    <a:pt x="295" y="397"/>
                  </a:lnTo>
                  <a:lnTo>
                    <a:pt x="320" y="358"/>
                  </a:lnTo>
                  <a:lnTo>
                    <a:pt x="359" y="320"/>
                  </a:lnTo>
                  <a:lnTo>
                    <a:pt x="397" y="294"/>
                  </a:lnTo>
                  <a:lnTo>
                    <a:pt x="448" y="282"/>
                  </a:lnTo>
                  <a:lnTo>
                    <a:pt x="448" y="205"/>
                  </a:lnTo>
                  <a:lnTo>
                    <a:pt x="435" y="167"/>
                  </a:lnTo>
                  <a:lnTo>
                    <a:pt x="410" y="128"/>
                  </a:lnTo>
                  <a:lnTo>
                    <a:pt x="333" y="64"/>
                  </a:lnTo>
                  <a:lnTo>
                    <a:pt x="269" y="13"/>
                  </a:lnTo>
                  <a:lnTo>
                    <a:pt x="23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3" name="Google Shape;1271;p78">
              <a:extLst>
                <a:ext uri="{FF2B5EF4-FFF2-40B4-BE49-F238E27FC236}">
                  <a16:creationId xmlns:a16="http://schemas.microsoft.com/office/drawing/2014/main" id="{77CD21A3-EF4E-3399-BA62-355A8A51D3FA}"/>
                </a:ext>
              </a:extLst>
            </p:cNvPr>
            <p:cNvSpPr/>
            <p:nvPr/>
          </p:nvSpPr>
          <p:spPr>
            <a:xfrm>
              <a:off x="4028525" y="2158225"/>
              <a:ext cx="47975" cy="26225"/>
            </a:xfrm>
            <a:custGeom>
              <a:avLst/>
              <a:gdLst/>
              <a:ahLst/>
              <a:cxnLst/>
              <a:rect l="l" t="t" r="r" b="b"/>
              <a:pathLst>
                <a:path w="1919" h="1049" extrusionOk="0">
                  <a:moveTo>
                    <a:pt x="640" y="0"/>
                  </a:moveTo>
                  <a:lnTo>
                    <a:pt x="640" y="269"/>
                  </a:lnTo>
                  <a:lnTo>
                    <a:pt x="448" y="371"/>
                  </a:lnTo>
                  <a:lnTo>
                    <a:pt x="244" y="460"/>
                  </a:lnTo>
                  <a:lnTo>
                    <a:pt x="27" y="639"/>
                  </a:lnTo>
                  <a:lnTo>
                    <a:pt x="1" y="729"/>
                  </a:lnTo>
                  <a:lnTo>
                    <a:pt x="870" y="1048"/>
                  </a:lnTo>
                  <a:lnTo>
                    <a:pt x="1790" y="1035"/>
                  </a:lnTo>
                  <a:lnTo>
                    <a:pt x="1918" y="409"/>
                  </a:lnTo>
                  <a:lnTo>
                    <a:pt x="1151" y="409"/>
                  </a:lnTo>
                  <a:lnTo>
                    <a:pt x="896" y="77"/>
                  </a:lnTo>
                  <a:lnTo>
                    <a:pt x="64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272;p78">
              <a:extLst>
                <a:ext uri="{FF2B5EF4-FFF2-40B4-BE49-F238E27FC236}">
                  <a16:creationId xmlns:a16="http://schemas.microsoft.com/office/drawing/2014/main" id="{798BC9D1-A1FC-06F2-8B11-5F75006FFCCF}"/>
                </a:ext>
              </a:extLst>
            </p:cNvPr>
            <p:cNvSpPr/>
            <p:nvPr/>
          </p:nvSpPr>
          <p:spPr>
            <a:xfrm>
              <a:off x="3857925" y="2183150"/>
              <a:ext cx="7675" cy="8000"/>
            </a:xfrm>
            <a:custGeom>
              <a:avLst/>
              <a:gdLst/>
              <a:ahLst/>
              <a:cxnLst/>
              <a:rect l="l" t="t" r="r" b="b"/>
              <a:pathLst>
                <a:path w="307" h="320" extrusionOk="0">
                  <a:moveTo>
                    <a:pt x="153" y="0"/>
                  </a:moveTo>
                  <a:lnTo>
                    <a:pt x="0" y="13"/>
                  </a:lnTo>
                  <a:lnTo>
                    <a:pt x="13" y="141"/>
                  </a:lnTo>
                  <a:lnTo>
                    <a:pt x="51" y="268"/>
                  </a:lnTo>
                  <a:lnTo>
                    <a:pt x="64" y="307"/>
                  </a:lnTo>
                  <a:lnTo>
                    <a:pt x="90" y="320"/>
                  </a:lnTo>
                  <a:lnTo>
                    <a:pt x="115" y="320"/>
                  </a:lnTo>
                  <a:lnTo>
                    <a:pt x="141" y="307"/>
                  </a:lnTo>
                  <a:lnTo>
                    <a:pt x="179" y="256"/>
                  </a:lnTo>
                  <a:lnTo>
                    <a:pt x="243" y="166"/>
                  </a:lnTo>
                  <a:lnTo>
                    <a:pt x="307" y="77"/>
                  </a:lnTo>
                  <a:lnTo>
                    <a:pt x="294" y="26"/>
                  </a:lnTo>
                  <a:lnTo>
                    <a:pt x="281" y="13"/>
                  </a:lnTo>
                  <a:lnTo>
                    <a:pt x="243" y="13"/>
                  </a:lnTo>
                  <a:lnTo>
                    <a:pt x="15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5" name="Google Shape;1273;p78">
              <a:extLst>
                <a:ext uri="{FF2B5EF4-FFF2-40B4-BE49-F238E27FC236}">
                  <a16:creationId xmlns:a16="http://schemas.microsoft.com/office/drawing/2014/main" id="{E32DBC50-448B-4F45-7028-41C3BBE4295A}"/>
                </a:ext>
              </a:extLst>
            </p:cNvPr>
            <p:cNvSpPr/>
            <p:nvPr/>
          </p:nvSpPr>
          <p:spPr>
            <a:xfrm>
              <a:off x="3842900" y="2182500"/>
              <a:ext cx="12475" cy="8325"/>
            </a:xfrm>
            <a:custGeom>
              <a:avLst/>
              <a:gdLst/>
              <a:ahLst/>
              <a:cxnLst/>
              <a:rect l="l" t="t" r="r" b="b"/>
              <a:pathLst>
                <a:path w="499" h="333" extrusionOk="0">
                  <a:moveTo>
                    <a:pt x="77" y="1"/>
                  </a:moveTo>
                  <a:lnTo>
                    <a:pt x="52" y="13"/>
                  </a:lnTo>
                  <a:lnTo>
                    <a:pt x="26" y="39"/>
                  </a:lnTo>
                  <a:lnTo>
                    <a:pt x="0" y="90"/>
                  </a:lnTo>
                  <a:lnTo>
                    <a:pt x="0" y="128"/>
                  </a:lnTo>
                  <a:lnTo>
                    <a:pt x="13" y="167"/>
                  </a:lnTo>
                  <a:lnTo>
                    <a:pt x="39" y="192"/>
                  </a:lnTo>
                  <a:lnTo>
                    <a:pt x="115" y="243"/>
                  </a:lnTo>
                  <a:lnTo>
                    <a:pt x="192" y="282"/>
                  </a:lnTo>
                  <a:lnTo>
                    <a:pt x="256" y="320"/>
                  </a:lnTo>
                  <a:lnTo>
                    <a:pt x="294" y="333"/>
                  </a:lnTo>
                  <a:lnTo>
                    <a:pt x="422" y="333"/>
                  </a:lnTo>
                  <a:lnTo>
                    <a:pt x="473" y="320"/>
                  </a:lnTo>
                  <a:lnTo>
                    <a:pt x="499" y="294"/>
                  </a:lnTo>
                  <a:lnTo>
                    <a:pt x="499" y="154"/>
                  </a:lnTo>
                  <a:lnTo>
                    <a:pt x="473" y="128"/>
                  </a:lnTo>
                  <a:lnTo>
                    <a:pt x="448" y="103"/>
                  </a:lnTo>
                  <a:lnTo>
                    <a:pt x="384" y="90"/>
                  </a:lnTo>
                  <a:lnTo>
                    <a:pt x="320" y="90"/>
                  </a:lnTo>
                  <a:lnTo>
                    <a:pt x="243" y="77"/>
                  </a:lnTo>
                  <a:lnTo>
                    <a:pt x="192" y="52"/>
                  </a:lnTo>
                  <a:lnTo>
                    <a:pt x="128" y="13"/>
                  </a:lnTo>
                  <a:lnTo>
                    <a:pt x="10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274;p78">
              <a:extLst>
                <a:ext uri="{FF2B5EF4-FFF2-40B4-BE49-F238E27FC236}">
                  <a16:creationId xmlns:a16="http://schemas.microsoft.com/office/drawing/2014/main" id="{41D35587-02C4-E94D-7C5D-4BE461EA7097}"/>
                </a:ext>
              </a:extLst>
            </p:cNvPr>
            <p:cNvSpPr/>
            <p:nvPr/>
          </p:nvSpPr>
          <p:spPr>
            <a:xfrm>
              <a:off x="3836200" y="2175475"/>
              <a:ext cx="6075" cy="10575"/>
            </a:xfrm>
            <a:custGeom>
              <a:avLst/>
              <a:gdLst/>
              <a:ahLst/>
              <a:cxnLst/>
              <a:rect l="l" t="t" r="r" b="b"/>
              <a:pathLst>
                <a:path w="243" h="423" extrusionOk="0">
                  <a:moveTo>
                    <a:pt x="217" y="0"/>
                  </a:moveTo>
                  <a:lnTo>
                    <a:pt x="192" y="13"/>
                  </a:lnTo>
                  <a:lnTo>
                    <a:pt x="166" y="64"/>
                  </a:lnTo>
                  <a:lnTo>
                    <a:pt x="115" y="167"/>
                  </a:lnTo>
                  <a:lnTo>
                    <a:pt x="51" y="269"/>
                  </a:lnTo>
                  <a:lnTo>
                    <a:pt x="13" y="320"/>
                  </a:lnTo>
                  <a:lnTo>
                    <a:pt x="0" y="358"/>
                  </a:lnTo>
                  <a:lnTo>
                    <a:pt x="13" y="397"/>
                  </a:lnTo>
                  <a:lnTo>
                    <a:pt x="26" y="422"/>
                  </a:lnTo>
                  <a:lnTo>
                    <a:pt x="64" y="422"/>
                  </a:lnTo>
                  <a:lnTo>
                    <a:pt x="102" y="397"/>
                  </a:lnTo>
                  <a:lnTo>
                    <a:pt x="141" y="345"/>
                  </a:lnTo>
                  <a:lnTo>
                    <a:pt x="179" y="269"/>
                  </a:lnTo>
                  <a:lnTo>
                    <a:pt x="205" y="179"/>
                  </a:lnTo>
                  <a:lnTo>
                    <a:pt x="243" y="13"/>
                  </a:lnTo>
                  <a:lnTo>
                    <a:pt x="21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275;p78">
              <a:extLst>
                <a:ext uri="{FF2B5EF4-FFF2-40B4-BE49-F238E27FC236}">
                  <a16:creationId xmlns:a16="http://schemas.microsoft.com/office/drawing/2014/main" id="{7D214555-6E6A-E910-60CC-27628B57CC45}"/>
                </a:ext>
              </a:extLst>
            </p:cNvPr>
            <p:cNvSpPr/>
            <p:nvPr/>
          </p:nvSpPr>
          <p:spPr>
            <a:xfrm>
              <a:off x="3827250" y="2159500"/>
              <a:ext cx="14400" cy="16625"/>
            </a:xfrm>
            <a:custGeom>
              <a:avLst/>
              <a:gdLst/>
              <a:ahLst/>
              <a:cxnLst/>
              <a:rect l="l" t="t" r="r" b="b"/>
              <a:pathLst>
                <a:path w="576" h="665" extrusionOk="0">
                  <a:moveTo>
                    <a:pt x="499" y="0"/>
                  </a:moveTo>
                  <a:lnTo>
                    <a:pt x="447" y="13"/>
                  </a:lnTo>
                  <a:lnTo>
                    <a:pt x="320" y="26"/>
                  </a:lnTo>
                  <a:lnTo>
                    <a:pt x="217" y="26"/>
                  </a:lnTo>
                  <a:lnTo>
                    <a:pt x="166" y="13"/>
                  </a:lnTo>
                  <a:lnTo>
                    <a:pt x="128" y="26"/>
                  </a:lnTo>
                  <a:lnTo>
                    <a:pt x="77" y="51"/>
                  </a:lnTo>
                  <a:lnTo>
                    <a:pt x="39" y="103"/>
                  </a:lnTo>
                  <a:lnTo>
                    <a:pt x="13" y="154"/>
                  </a:lnTo>
                  <a:lnTo>
                    <a:pt x="0" y="205"/>
                  </a:lnTo>
                  <a:lnTo>
                    <a:pt x="0" y="269"/>
                  </a:lnTo>
                  <a:lnTo>
                    <a:pt x="0" y="320"/>
                  </a:lnTo>
                  <a:lnTo>
                    <a:pt x="13" y="384"/>
                  </a:lnTo>
                  <a:lnTo>
                    <a:pt x="39" y="435"/>
                  </a:lnTo>
                  <a:lnTo>
                    <a:pt x="102" y="550"/>
                  </a:lnTo>
                  <a:lnTo>
                    <a:pt x="141" y="614"/>
                  </a:lnTo>
                  <a:lnTo>
                    <a:pt x="192" y="652"/>
                  </a:lnTo>
                  <a:lnTo>
                    <a:pt x="243" y="665"/>
                  </a:lnTo>
                  <a:lnTo>
                    <a:pt x="422" y="665"/>
                  </a:lnTo>
                  <a:lnTo>
                    <a:pt x="473" y="652"/>
                  </a:lnTo>
                  <a:lnTo>
                    <a:pt x="499" y="627"/>
                  </a:lnTo>
                  <a:lnTo>
                    <a:pt x="524" y="614"/>
                  </a:lnTo>
                  <a:lnTo>
                    <a:pt x="537" y="550"/>
                  </a:lnTo>
                  <a:lnTo>
                    <a:pt x="537" y="486"/>
                  </a:lnTo>
                  <a:lnTo>
                    <a:pt x="537" y="422"/>
                  </a:lnTo>
                  <a:lnTo>
                    <a:pt x="563" y="333"/>
                  </a:lnTo>
                  <a:lnTo>
                    <a:pt x="563" y="269"/>
                  </a:lnTo>
                  <a:lnTo>
                    <a:pt x="575" y="256"/>
                  </a:lnTo>
                  <a:lnTo>
                    <a:pt x="563" y="192"/>
                  </a:lnTo>
                  <a:lnTo>
                    <a:pt x="563" y="90"/>
                  </a:lnTo>
                  <a:lnTo>
                    <a:pt x="563" y="39"/>
                  </a:lnTo>
                  <a:lnTo>
                    <a:pt x="550" y="13"/>
                  </a:lnTo>
                  <a:lnTo>
                    <a:pt x="53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276;p78">
              <a:extLst>
                <a:ext uri="{FF2B5EF4-FFF2-40B4-BE49-F238E27FC236}">
                  <a16:creationId xmlns:a16="http://schemas.microsoft.com/office/drawing/2014/main" id="{989FAB10-8E86-38F1-0ECA-175B2C0ACAFC}"/>
                </a:ext>
              </a:extLst>
            </p:cNvPr>
            <p:cNvSpPr/>
            <p:nvPr/>
          </p:nvSpPr>
          <p:spPr>
            <a:xfrm>
              <a:off x="3289500" y="2795975"/>
              <a:ext cx="173525" cy="129100"/>
            </a:xfrm>
            <a:custGeom>
              <a:avLst/>
              <a:gdLst/>
              <a:ahLst/>
              <a:cxnLst/>
              <a:rect l="l" t="t" r="r" b="b"/>
              <a:pathLst>
                <a:path w="6941" h="5164" extrusionOk="0">
                  <a:moveTo>
                    <a:pt x="3681" y="0"/>
                  </a:moveTo>
                  <a:lnTo>
                    <a:pt x="3553" y="141"/>
                  </a:lnTo>
                  <a:lnTo>
                    <a:pt x="3336" y="588"/>
                  </a:lnTo>
                  <a:lnTo>
                    <a:pt x="2582" y="972"/>
                  </a:lnTo>
                  <a:lnTo>
                    <a:pt x="2096" y="1700"/>
                  </a:lnTo>
                  <a:lnTo>
                    <a:pt x="2058" y="1968"/>
                  </a:lnTo>
                  <a:lnTo>
                    <a:pt x="1815" y="2147"/>
                  </a:lnTo>
                  <a:lnTo>
                    <a:pt x="1521" y="2416"/>
                  </a:lnTo>
                  <a:lnTo>
                    <a:pt x="1023" y="3323"/>
                  </a:lnTo>
                  <a:lnTo>
                    <a:pt x="499" y="4013"/>
                  </a:lnTo>
                  <a:lnTo>
                    <a:pt x="307" y="4154"/>
                  </a:lnTo>
                  <a:lnTo>
                    <a:pt x="77" y="4358"/>
                  </a:lnTo>
                  <a:lnTo>
                    <a:pt x="0" y="5023"/>
                  </a:lnTo>
                  <a:lnTo>
                    <a:pt x="2646" y="5164"/>
                  </a:lnTo>
                  <a:lnTo>
                    <a:pt x="2646" y="4397"/>
                  </a:lnTo>
                  <a:lnTo>
                    <a:pt x="2646" y="4384"/>
                  </a:lnTo>
                  <a:lnTo>
                    <a:pt x="2761" y="3886"/>
                  </a:lnTo>
                  <a:lnTo>
                    <a:pt x="2774" y="3860"/>
                  </a:lnTo>
                  <a:lnTo>
                    <a:pt x="2786" y="3847"/>
                  </a:lnTo>
                  <a:lnTo>
                    <a:pt x="3323" y="3566"/>
                  </a:lnTo>
                  <a:lnTo>
                    <a:pt x="3336" y="3566"/>
                  </a:lnTo>
                  <a:lnTo>
                    <a:pt x="3988" y="3438"/>
                  </a:lnTo>
                  <a:lnTo>
                    <a:pt x="4295" y="1508"/>
                  </a:lnTo>
                  <a:lnTo>
                    <a:pt x="4320" y="1470"/>
                  </a:lnTo>
                  <a:lnTo>
                    <a:pt x="4359" y="1457"/>
                  </a:lnTo>
                  <a:lnTo>
                    <a:pt x="6800" y="1496"/>
                  </a:lnTo>
                  <a:lnTo>
                    <a:pt x="6940" y="256"/>
                  </a:lnTo>
                  <a:lnTo>
                    <a:pt x="368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277;p78">
              <a:extLst>
                <a:ext uri="{FF2B5EF4-FFF2-40B4-BE49-F238E27FC236}">
                  <a16:creationId xmlns:a16="http://schemas.microsoft.com/office/drawing/2014/main" id="{73C8CC5D-AB91-BDBB-9079-9BFD6B303496}"/>
                </a:ext>
              </a:extLst>
            </p:cNvPr>
            <p:cNvSpPr/>
            <p:nvPr/>
          </p:nvSpPr>
          <p:spPr>
            <a:xfrm>
              <a:off x="3488875" y="2038075"/>
              <a:ext cx="17925" cy="22400"/>
            </a:xfrm>
            <a:custGeom>
              <a:avLst/>
              <a:gdLst/>
              <a:ahLst/>
              <a:cxnLst/>
              <a:rect l="l" t="t" r="r" b="b"/>
              <a:pathLst>
                <a:path w="717" h="896" extrusionOk="0">
                  <a:moveTo>
                    <a:pt x="576" y="1"/>
                  </a:moveTo>
                  <a:lnTo>
                    <a:pt x="512" y="13"/>
                  </a:lnTo>
                  <a:lnTo>
                    <a:pt x="461" y="52"/>
                  </a:lnTo>
                  <a:lnTo>
                    <a:pt x="422" y="90"/>
                  </a:lnTo>
                  <a:lnTo>
                    <a:pt x="384" y="141"/>
                  </a:lnTo>
                  <a:lnTo>
                    <a:pt x="320" y="231"/>
                  </a:lnTo>
                  <a:lnTo>
                    <a:pt x="282" y="307"/>
                  </a:lnTo>
                  <a:lnTo>
                    <a:pt x="256" y="359"/>
                  </a:lnTo>
                  <a:lnTo>
                    <a:pt x="230" y="384"/>
                  </a:lnTo>
                  <a:lnTo>
                    <a:pt x="192" y="384"/>
                  </a:lnTo>
                  <a:lnTo>
                    <a:pt x="141" y="371"/>
                  </a:lnTo>
                  <a:lnTo>
                    <a:pt x="103" y="346"/>
                  </a:lnTo>
                  <a:lnTo>
                    <a:pt x="64" y="307"/>
                  </a:lnTo>
                  <a:lnTo>
                    <a:pt x="26" y="333"/>
                  </a:lnTo>
                  <a:lnTo>
                    <a:pt x="13" y="359"/>
                  </a:lnTo>
                  <a:lnTo>
                    <a:pt x="0" y="397"/>
                  </a:lnTo>
                  <a:lnTo>
                    <a:pt x="13" y="422"/>
                  </a:lnTo>
                  <a:lnTo>
                    <a:pt x="52" y="474"/>
                  </a:lnTo>
                  <a:lnTo>
                    <a:pt x="90" y="525"/>
                  </a:lnTo>
                  <a:lnTo>
                    <a:pt x="115" y="576"/>
                  </a:lnTo>
                  <a:lnTo>
                    <a:pt x="128" y="601"/>
                  </a:lnTo>
                  <a:lnTo>
                    <a:pt x="115" y="640"/>
                  </a:lnTo>
                  <a:lnTo>
                    <a:pt x="90" y="665"/>
                  </a:lnTo>
                  <a:lnTo>
                    <a:pt x="52" y="729"/>
                  </a:lnTo>
                  <a:lnTo>
                    <a:pt x="39" y="768"/>
                  </a:lnTo>
                  <a:lnTo>
                    <a:pt x="39" y="806"/>
                  </a:lnTo>
                  <a:lnTo>
                    <a:pt x="52" y="844"/>
                  </a:lnTo>
                  <a:lnTo>
                    <a:pt x="77" y="883"/>
                  </a:lnTo>
                  <a:lnTo>
                    <a:pt x="115" y="895"/>
                  </a:lnTo>
                  <a:lnTo>
                    <a:pt x="167" y="895"/>
                  </a:lnTo>
                  <a:lnTo>
                    <a:pt x="205" y="870"/>
                  </a:lnTo>
                  <a:lnTo>
                    <a:pt x="230" y="819"/>
                  </a:lnTo>
                  <a:lnTo>
                    <a:pt x="256" y="780"/>
                  </a:lnTo>
                  <a:lnTo>
                    <a:pt x="269" y="742"/>
                  </a:lnTo>
                  <a:lnTo>
                    <a:pt x="333" y="691"/>
                  </a:lnTo>
                  <a:lnTo>
                    <a:pt x="409" y="665"/>
                  </a:lnTo>
                  <a:lnTo>
                    <a:pt x="576" y="614"/>
                  </a:lnTo>
                  <a:lnTo>
                    <a:pt x="537" y="538"/>
                  </a:lnTo>
                  <a:lnTo>
                    <a:pt x="524" y="486"/>
                  </a:lnTo>
                  <a:lnTo>
                    <a:pt x="524" y="461"/>
                  </a:lnTo>
                  <a:lnTo>
                    <a:pt x="537" y="435"/>
                  </a:lnTo>
                  <a:lnTo>
                    <a:pt x="588" y="384"/>
                  </a:lnTo>
                  <a:lnTo>
                    <a:pt x="652" y="320"/>
                  </a:lnTo>
                  <a:lnTo>
                    <a:pt x="678" y="256"/>
                  </a:lnTo>
                  <a:lnTo>
                    <a:pt x="703" y="180"/>
                  </a:lnTo>
                  <a:lnTo>
                    <a:pt x="716" y="103"/>
                  </a:lnTo>
                  <a:lnTo>
                    <a:pt x="678" y="39"/>
                  </a:lnTo>
                  <a:lnTo>
                    <a:pt x="62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278;p78">
              <a:extLst>
                <a:ext uri="{FF2B5EF4-FFF2-40B4-BE49-F238E27FC236}">
                  <a16:creationId xmlns:a16="http://schemas.microsoft.com/office/drawing/2014/main" id="{3B4A70E7-0151-4312-C8D0-0B15DADB0714}"/>
                </a:ext>
              </a:extLst>
            </p:cNvPr>
            <p:cNvSpPr/>
            <p:nvPr/>
          </p:nvSpPr>
          <p:spPr>
            <a:xfrm>
              <a:off x="3482475" y="2064275"/>
              <a:ext cx="6100" cy="5450"/>
            </a:xfrm>
            <a:custGeom>
              <a:avLst/>
              <a:gdLst/>
              <a:ahLst/>
              <a:cxnLst/>
              <a:rect l="l" t="t" r="r" b="b"/>
              <a:pathLst>
                <a:path w="244" h="218" extrusionOk="0">
                  <a:moveTo>
                    <a:pt x="103" y="1"/>
                  </a:moveTo>
                  <a:lnTo>
                    <a:pt x="65" y="14"/>
                  </a:lnTo>
                  <a:lnTo>
                    <a:pt x="39" y="26"/>
                  </a:lnTo>
                  <a:lnTo>
                    <a:pt x="14" y="52"/>
                  </a:lnTo>
                  <a:lnTo>
                    <a:pt x="1" y="77"/>
                  </a:lnTo>
                  <a:lnTo>
                    <a:pt x="1" y="103"/>
                  </a:lnTo>
                  <a:lnTo>
                    <a:pt x="1" y="141"/>
                  </a:lnTo>
                  <a:lnTo>
                    <a:pt x="26" y="167"/>
                  </a:lnTo>
                  <a:lnTo>
                    <a:pt x="39" y="192"/>
                  </a:lnTo>
                  <a:lnTo>
                    <a:pt x="65" y="218"/>
                  </a:lnTo>
                  <a:lnTo>
                    <a:pt x="129" y="218"/>
                  </a:lnTo>
                  <a:lnTo>
                    <a:pt x="180" y="205"/>
                  </a:lnTo>
                  <a:lnTo>
                    <a:pt x="244" y="180"/>
                  </a:lnTo>
                  <a:lnTo>
                    <a:pt x="218" y="90"/>
                  </a:lnTo>
                  <a:lnTo>
                    <a:pt x="14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279;p78">
              <a:extLst>
                <a:ext uri="{FF2B5EF4-FFF2-40B4-BE49-F238E27FC236}">
                  <a16:creationId xmlns:a16="http://schemas.microsoft.com/office/drawing/2014/main" id="{6E37B256-4BD8-10BC-B6F9-BC6F06FD428D}"/>
                </a:ext>
              </a:extLst>
            </p:cNvPr>
            <p:cNvSpPr/>
            <p:nvPr/>
          </p:nvSpPr>
          <p:spPr>
            <a:xfrm>
              <a:off x="3475125" y="2135225"/>
              <a:ext cx="47325" cy="39325"/>
            </a:xfrm>
            <a:custGeom>
              <a:avLst/>
              <a:gdLst/>
              <a:ahLst/>
              <a:cxnLst/>
              <a:rect l="l" t="t" r="r" b="b"/>
              <a:pathLst>
                <a:path w="1893" h="1573" extrusionOk="0">
                  <a:moveTo>
                    <a:pt x="435" y="0"/>
                  </a:moveTo>
                  <a:lnTo>
                    <a:pt x="384" y="13"/>
                  </a:lnTo>
                  <a:lnTo>
                    <a:pt x="346" y="26"/>
                  </a:lnTo>
                  <a:lnTo>
                    <a:pt x="295" y="51"/>
                  </a:lnTo>
                  <a:lnTo>
                    <a:pt x="282" y="89"/>
                  </a:lnTo>
                  <a:lnTo>
                    <a:pt x="256" y="128"/>
                  </a:lnTo>
                  <a:lnTo>
                    <a:pt x="244" y="256"/>
                  </a:lnTo>
                  <a:lnTo>
                    <a:pt x="282" y="550"/>
                  </a:lnTo>
                  <a:lnTo>
                    <a:pt x="65" y="754"/>
                  </a:lnTo>
                  <a:lnTo>
                    <a:pt x="167" y="907"/>
                  </a:lnTo>
                  <a:lnTo>
                    <a:pt x="1" y="1086"/>
                  </a:lnTo>
                  <a:lnTo>
                    <a:pt x="129" y="1342"/>
                  </a:lnTo>
                  <a:lnTo>
                    <a:pt x="576" y="1457"/>
                  </a:lnTo>
                  <a:lnTo>
                    <a:pt x="819" y="1176"/>
                  </a:lnTo>
                  <a:lnTo>
                    <a:pt x="1074" y="1406"/>
                  </a:lnTo>
                  <a:lnTo>
                    <a:pt x="1279" y="1380"/>
                  </a:lnTo>
                  <a:lnTo>
                    <a:pt x="1381" y="1572"/>
                  </a:lnTo>
                  <a:lnTo>
                    <a:pt x="1420" y="1572"/>
                  </a:lnTo>
                  <a:lnTo>
                    <a:pt x="1471" y="1534"/>
                  </a:lnTo>
                  <a:lnTo>
                    <a:pt x="1535" y="1483"/>
                  </a:lnTo>
                  <a:lnTo>
                    <a:pt x="1586" y="1431"/>
                  </a:lnTo>
                  <a:lnTo>
                    <a:pt x="1675" y="1393"/>
                  </a:lnTo>
                  <a:lnTo>
                    <a:pt x="1713" y="1368"/>
                  </a:lnTo>
                  <a:lnTo>
                    <a:pt x="1752" y="1342"/>
                  </a:lnTo>
                  <a:lnTo>
                    <a:pt x="1752" y="1304"/>
                  </a:lnTo>
                  <a:lnTo>
                    <a:pt x="1739" y="1265"/>
                  </a:lnTo>
                  <a:lnTo>
                    <a:pt x="1713" y="1189"/>
                  </a:lnTo>
                  <a:lnTo>
                    <a:pt x="1701" y="1150"/>
                  </a:lnTo>
                  <a:lnTo>
                    <a:pt x="1688" y="1112"/>
                  </a:lnTo>
                  <a:lnTo>
                    <a:pt x="1701" y="1074"/>
                  </a:lnTo>
                  <a:lnTo>
                    <a:pt x="1739" y="1061"/>
                  </a:lnTo>
                  <a:lnTo>
                    <a:pt x="1765" y="1061"/>
                  </a:lnTo>
                  <a:lnTo>
                    <a:pt x="1790" y="1074"/>
                  </a:lnTo>
                  <a:lnTo>
                    <a:pt x="1841" y="1112"/>
                  </a:lnTo>
                  <a:lnTo>
                    <a:pt x="1867" y="1125"/>
                  </a:lnTo>
                  <a:lnTo>
                    <a:pt x="1880" y="1125"/>
                  </a:lnTo>
                  <a:lnTo>
                    <a:pt x="1892" y="1112"/>
                  </a:lnTo>
                  <a:lnTo>
                    <a:pt x="1892" y="1074"/>
                  </a:lnTo>
                  <a:lnTo>
                    <a:pt x="1892" y="1022"/>
                  </a:lnTo>
                  <a:lnTo>
                    <a:pt x="1880" y="971"/>
                  </a:lnTo>
                  <a:lnTo>
                    <a:pt x="1854" y="933"/>
                  </a:lnTo>
                  <a:lnTo>
                    <a:pt x="1829" y="907"/>
                  </a:lnTo>
                  <a:lnTo>
                    <a:pt x="1752" y="856"/>
                  </a:lnTo>
                  <a:lnTo>
                    <a:pt x="1650" y="831"/>
                  </a:lnTo>
                  <a:lnTo>
                    <a:pt x="1598" y="818"/>
                  </a:lnTo>
                  <a:lnTo>
                    <a:pt x="1573" y="792"/>
                  </a:lnTo>
                  <a:lnTo>
                    <a:pt x="1560" y="767"/>
                  </a:lnTo>
                  <a:lnTo>
                    <a:pt x="1560" y="741"/>
                  </a:lnTo>
                  <a:lnTo>
                    <a:pt x="1560" y="677"/>
                  </a:lnTo>
                  <a:lnTo>
                    <a:pt x="1560" y="652"/>
                  </a:lnTo>
                  <a:lnTo>
                    <a:pt x="1535" y="613"/>
                  </a:lnTo>
                  <a:lnTo>
                    <a:pt x="1445" y="498"/>
                  </a:lnTo>
                  <a:lnTo>
                    <a:pt x="1368" y="371"/>
                  </a:lnTo>
                  <a:lnTo>
                    <a:pt x="1330" y="307"/>
                  </a:lnTo>
                  <a:lnTo>
                    <a:pt x="1266" y="256"/>
                  </a:lnTo>
                  <a:lnTo>
                    <a:pt x="1202" y="217"/>
                  </a:lnTo>
                  <a:lnTo>
                    <a:pt x="1164" y="205"/>
                  </a:lnTo>
                  <a:lnTo>
                    <a:pt x="1049" y="205"/>
                  </a:lnTo>
                  <a:lnTo>
                    <a:pt x="959" y="230"/>
                  </a:lnTo>
                  <a:lnTo>
                    <a:pt x="806" y="281"/>
                  </a:lnTo>
                  <a:lnTo>
                    <a:pt x="614" y="358"/>
                  </a:lnTo>
                  <a:lnTo>
                    <a:pt x="563" y="371"/>
                  </a:lnTo>
                  <a:lnTo>
                    <a:pt x="474" y="371"/>
                  </a:lnTo>
                  <a:lnTo>
                    <a:pt x="448" y="345"/>
                  </a:lnTo>
                  <a:lnTo>
                    <a:pt x="435" y="307"/>
                  </a:lnTo>
                  <a:lnTo>
                    <a:pt x="448" y="281"/>
                  </a:lnTo>
                  <a:lnTo>
                    <a:pt x="461" y="256"/>
                  </a:lnTo>
                  <a:lnTo>
                    <a:pt x="474" y="243"/>
                  </a:lnTo>
                  <a:lnTo>
                    <a:pt x="525" y="205"/>
                  </a:lnTo>
                  <a:lnTo>
                    <a:pt x="550" y="179"/>
                  </a:lnTo>
                  <a:lnTo>
                    <a:pt x="563" y="153"/>
                  </a:lnTo>
                  <a:lnTo>
                    <a:pt x="563" y="102"/>
                  </a:lnTo>
                  <a:lnTo>
                    <a:pt x="550" y="64"/>
                  </a:lnTo>
                  <a:lnTo>
                    <a:pt x="525" y="38"/>
                  </a:lnTo>
                  <a:lnTo>
                    <a:pt x="474" y="13"/>
                  </a:lnTo>
                  <a:lnTo>
                    <a:pt x="43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2" name="Google Shape;1280;p78">
              <a:extLst>
                <a:ext uri="{FF2B5EF4-FFF2-40B4-BE49-F238E27FC236}">
                  <a16:creationId xmlns:a16="http://schemas.microsoft.com/office/drawing/2014/main" id="{C03AFEFF-DA93-9B91-CA84-274DF4BAF393}"/>
                </a:ext>
              </a:extLst>
            </p:cNvPr>
            <p:cNvSpPr/>
            <p:nvPr/>
          </p:nvSpPr>
          <p:spPr>
            <a:xfrm>
              <a:off x="3383425" y="2640375"/>
              <a:ext cx="237125" cy="159125"/>
            </a:xfrm>
            <a:custGeom>
              <a:avLst/>
              <a:gdLst/>
              <a:ahLst/>
              <a:cxnLst/>
              <a:rect l="l" t="t" r="r" b="b"/>
              <a:pathLst>
                <a:path w="9485" h="6365" extrusionOk="0">
                  <a:moveTo>
                    <a:pt x="4947" y="0"/>
                  </a:moveTo>
                  <a:lnTo>
                    <a:pt x="4742" y="741"/>
                  </a:lnTo>
                  <a:lnTo>
                    <a:pt x="4538" y="1099"/>
                  </a:lnTo>
                  <a:lnTo>
                    <a:pt x="3605" y="1879"/>
                  </a:lnTo>
                  <a:lnTo>
                    <a:pt x="3183" y="2186"/>
                  </a:lnTo>
                  <a:lnTo>
                    <a:pt x="2301" y="2569"/>
                  </a:lnTo>
                  <a:lnTo>
                    <a:pt x="2059" y="3144"/>
                  </a:lnTo>
                  <a:lnTo>
                    <a:pt x="1918" y="3694"/>
                  </a:lnTo>
                  <a:lnTo>
                    <a:pt x="1828" y="4000"/>
                  </a:lnTo>
                  <a:lnTo>
                    <a:pt x="1816" y="4537"/>
                  </a:lnTo>
                  <a:lnTo>
                    <a:pt x="2033" y="5189"/>
                  </a:lnTo>
                  <a:lnTo>
                    <a:pt x="1547" y="5266"/>
                  </a:lnTo>
                  <a:lnTo>
                    <a:pt x="1266" y="5598"/>
                  </a:lnTo>
                  <a:lnTo>
                    <a:pt x="1010" y="5764"/>
                  </a:lnTo>
                  <a:lnTo>
                    <a:pt x="218" y="5879"/>
                  </a:lnTo>
                  <a:lnTo>
                    <a:pt x="14" y="6122"/>
                  </a:lnTo>
                  <a:lnTo>
                    <a:pt x="1" y="6135"/>
                  </a:lnTo>
                  <a:lnTo>
                    <a:pt x="3196" y="6365"/>
                  </a:lnTo>
                  <a:lnTo>
                    <a:pt x="3285" y="5521"/>
                  </a:lnTo>
                  <a:lnTo>
                    <a:pt x="3298" y="5496"/>
                  </a:lnTo>
                  <a:lnTo>
                    <a:pt x="3311" y="5483"/>
                  </a:lnTo>
                  <a:lnTo>
                    <a:pt x="4295" y="4831"/>
                  </a:lnTo>
                  <a:lnTo>
                    <a:pt x="4308" y="4831"/>
                  </a:lnTo>
                  <a:lnTo>
                    <a:pt x="4768" y="4742"/>
                  </a:lnTo>
                  <a:lnTo>
                    <a:pt x="4806" y="4742"/>
                  </a:lnTo>
                  <a:lnTo>
                    <a:pt x="4960" y="4818"/>
                  </a:lnTo>
                  <a:lnTo>
                    <a:pt x="5151" y="4665"/>
                  </a:lnTo>
                  <a:lnTo>
                    <a:pt x="5177" y="4652"/>
                  </a:lnTo>
                  <a:lnTo>
                    <a:pt x="5203" y="4665"/>
                  </a:lnTo>
                  <a:lnTo>
                    <a:pt x="5497" y="4742"/>
                  </a:lnTo>
                  <a:lnTo>
                    <a:pt x="6762" y="4256"/>
                  </a:lnTo>
                  <a:lnTo>
                    <a:pt x="7823" y="3643"/>
                  </a:lnTo>
                  <a:lnTo>
                    <a:pt x="7823" y="3451"/>
                  </a:lnTo>
                  <a:lnTo>
                    <a:pt x="7835" y="3425"/>
                  </a:lnTo>
                  <a:lnTo>
                    <a:pt x="7861" y="3400"/>
                  </a:lnTo>
                  <a:lnTo>
                    <a:pt x="8768" y="3042"/>
                  </a:lnTo>
                  <a:lnTo>
                    <a:pt x="9203" y="3042"/>
                  </a:lnTo>
                  <a:lnTo>
                    <a:pt x="9484" y="2735"/>
                  </a:lnTo>
                  <a:lnTo>
                    <a:pt x="9343" y="2646"/>
                  </a:lnTo>
                  <a:lnTo>
                    <a:pt x="9331" y="2620"/>
                  </a:lnTo>
                  <a:lnTo>
                    <a:pt x="9101" y="2262"/>
                  </a:lnTo>
                  <a:lnTo>
                    <a:pt x="9088" y="2224"/>
                  </a:lnTo>
                  <a:lnTo>
                    <a:pt x="9228" y="1278"/>
                  </a:lnTo>
                  <a:lnTo>
                    <a:pt x="9228" y="959"/>
                  </a:lnTo>
                  <a:lnTo>
                    <a:pt x="9050" y="665"/>
                  </a:lnTo>
                  <a:lnTo>
                    <a:pt x="9037" y="652"/>
                  </a:lnTo>
                  <a:lnTo>
                    <a:pt x="8935" y="345"/>
                  </a:lnTo>
                  <a:lnTo>
                    <a:pt x="8589" y="435"/>
                  </a:lnTo>
                  <a:lnTo>
                    <a:pt x="8500" y="358"/>
                  </a:lnTo>
                  <a:lnTo>
                    <a:pt x="8206" y="511"/>
                  </a:lnTo>
                  <a:lnTo>
                    <a:pt x="8065" y="473"/>
                  </a:lnTo>
                  <a:lnTo>
                    <a:pt x="7848" y="511"/>
                  </a:lnTo>
                  <a:lnTo>
                    <a:pt x="7503" y="550"/>
                  </a:lnTo>
                  <a:lnTo>
                    <a:pt x="7171" y="447"/>
                  </a:lnTo>
                  <a:lnTo>
                    <a:pt x="6813" y="409"/>
                  </a:lnTo>
                  <a:lnTo>
                    <a:pt x="6276" y="499"/>
                  </a:lnTo>
                  <a:lnTo>
                    <a:pt x="5931" y="626"/>
                  </a:lnTo>
                  <a:lnTo>
                    <a:pt x="536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3" name="Google Shape;1281;p78">
              <a:extLst>
                <a:ext uri="{FF2B5EF4-FFF2-40B4-BE49-F238E27FC236}">
                  <a16:creationId xmlns:a16="http://schemas.microsoft.com/office/drawing/2014/main" id="{E539DDF9-4EFD-C92C-C94A-654679DDFE4D}"/>
                </a:ext>
              </a:extLst>
            </p:cNvPr>
            <p:cNvSpPr/>
            <p:nvPr/>
          </p:nvSpPr>
          <p:spPr>
            <a:xfrm>
              <a:off x="3497175" y="2062050"/>
              <a:ext cx="16000" cy="20150"/>
            </a:xfrm>
            <a:custGeom>
              <a:avLst/>
              <a:gdLst/>
              <a:ahLst/>
              <a:cxnLst/>
              <a:rect l="l" t="t" r="r" b="b"/>
              <a:pathLst>
                <a:path w="640" h="806" extrusionOk="0">
                  <a:moveTo>
                    <a:pt x="333" y="0"/>
                  </a:moveTo>
                  <a:lnTo>
                    <a:pt x="295" y="77"/>
                  </a:lnTo>
                  <a:lnTo>
                    <a:pt x="244" y="166"/>
                  </a:lnTo>
                  <a:lnTo>
                    <a:pt x="218" y="205"/>
                  </a:lnTo>
                  <a:lnTo>
                    <a:pt x="192" y="218"/>
                  </a:lnTo>
                  <a:lnTo>
                    <a:pt x="154" y="218"/>
                  </a:lnTo>
                  <a:lnTo>
                    <a:pt x="103" y="192"/>
                  </a:lnTo>
                  <a:lnTo>
                    <a:pt x="77" y="230"/>
                  </a:lnTo>
                  <a:lnTo>
                    <a:pt x="26" y="294"/>
                  </a:lnTo>
                  <a:lnTo>
                    <a:pt x="1" y="358"/>
                  </a:lnTo>
                  <a:lnTo>
                    <a:pt x="1" y="384"/>
                  </a:lnTo>
                  <a:lnTo>
                    <a:pt x="1" y="409"/>
                  </a:lnTo>
                  <a:lnTo>
                    <a:pt x="14" y="435"/>
                  </a:lnTo>
                  <a:lnTo>
                    <a:pt x="39" y="448"/>
                  </a:lnTo>
                  <a:lnTo>
                    <a:pt x="103" y="435"/>
                  </a:lnTo>
                  <a:lnTo>
                    <a:pt x="192" y="435"/>
                  </a:lnTo>
                  <a:lnTo>
                    <a:pt x="218" y="460"/>
                  </a:lnTo>
                  <a:lnTo>
                    <a:pt x="231" y="499"/>
                  </a:lnTo>
                  <a:lnTo>
                    <a:pt x="244" y="563"/>
                  </a:lnTo>
                  <a:lnTo>
                    <a:pt x="244" y="665"/>
                  </a:lnTo>
                  <a:lnTo>
                    <a:pt x="256" y="703"/>
                  </a:lnTo>
                  <a:lnTo>
                    <a:pt x="269" y="729"/>
                  </a:lnTo>
                  <a:lnTo>
                    <a:pt x="295" y="742"/>
                  </a:lnTo>
                  <a:lnTo>
                    <a:pt x="435" y="742"/>
                  </a:lnTo>
                  <a:lnTo>
                    <a:pt x="474" y="767"/>
                  </a:lnTo>
                  <a:lnTo>
                    <a:pt x="512" y="793"/>
                  </a:lnTo>
                  <a:lnTo>
                    <a:pt x="550" y="805"/>
                  </a:lnTo>
                  <a:lnTo>
                    <a:pt x="589" y="805"/>
                  </a:lnTo>
                  <a:lnTo>
                    <a:pt x="627" y="780"/>
                  </a:lnTo>
                  <a:lnTo>
                    <a:pt x="640" y="754"/>
                  </a:lnTo>
                  <a:lnTo>
                    <a:pt x="627" y="729"/>
                  </a:lnTo>
                  <a:lnTo>
                    <a:pt x="614" y="703"/>
                  </a:lnTo>
                  <a:lnTo>
                    <a:pt x="601" y="678"/>
                  </a:lnTo>
                  <a:lnTo>
                    <a:pt x="576" y="665"/>
                  </a:lnTo>
                  <a:lnTo>
                    <a:pt x="525" y="652"/>
                  </a:lnTo>
                  <a:lnTo>
                    <a:pt x="448" y="652"/>
                  </a:lnTo>
                  <a:lnTo>
                    <a:pt x="423" y="627"/>
                  </a:lnTo>
                  <a:lnTo>
                    <a:pt x="410" y="601"/>
                  </a:lnTo>
                  <a:lnTo>
                    <a:pt x="384" y="575"/>
                  </a:lnTo>
                  <a:lnTo>
                    <a:pt x="371" y="499"/>
                  </a:lnTo>
                  <a:lnTo>
                    <a:pt x="384" y="422"/>
                  </a:lnTo>
                  <a:lnTo>
                    <a:pt x="384" y="358"/>
                  </a:lnTo>
                  <a:lnTo>
                    <a:pt x="384" y="230"/>
                  </a:lnTo>
                  <a:lnTo>
                    <a:pt x="384" y="154"/>
                  </a:lnTo>
                  <a:lnTo>
                    <a:pt x="397" y="115"/>
                  </a:lnTo>
                  <a:lnTo>
                    <a:pt x="33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282;p78">
              <a:extLst>
                <a:ext uri="{FF2B5EF4-FFF2-40B4-BE49-F238E27FC236}">
                  <a16:creationId xmlns:a16="http://schemas.microsoft.com/office/drawing/2014/main" id="{F9A135DF-05AA-BF47-33C8-0F276B958D15}"/>
                </a:ext>
              </a:extLst>
            </p:cNvPr>
            <p:cNvSpPr/>
            <p:nvPr/>
          </p:nvSpPr>
          <p:spPr>
            <a:xfrm>
              <a:off x="3421125" y="2138400"/>
              <a:ext cx="94300" cy="118250"/>
            </a:xfrm>
            <a:custGeom>
              <a:avLst/>
              <a:gdLst/>
              <a:ahLst/>
              <a:cxnLst/>
              <a:rect l="l" t="t" r="r" b="b"/>
              <a:pathLst>
                <a:path w="3772" h="4730" extrusionOk="0">
                  <a:moveTo>
                    <a:pt x="2212" y="1"/>
                  </a:moveTo>
                  <a:lnTo>
                    <a:pt x="2161" y="26"/>
                  </a:lnTo>
                  <a:lnTo>
                    <a:pt x="2110" y="52"/>
                  </a:lnTo>
                  <a:lnTo>
                    <a:pt x="2020" y="103"/>
                  </a:lnTo>
                  <a:lnTo>
                    <a:pt x="1880" y="154"/>
                  </a:lnTo>
                  <a:lnTo>
                    <a:pt x="1829" y="180"/>
                  </a:lnTo>
                  <a:lnTo>
                    <a:pt x="1790" y="244"/>
                  </a:lnTo>
                  <a:lnTo>
                    <a:pt x="1726" y="410"/>
                  </a:lnTo>
                  <a:lnTo>
                    <a:pt x="1675" y="486"/>
                  </a:lnTo>
                  <a:lnTo>
                    <a:pt x="1637" y="525"/>
                  </a:lnTo>
                  <a:lnTo>
                    <a:pt x="1599" y="550"/>
                  </a:lnTo>
                  <a:lnTo>
                    <a:pt x="1535" y="576"/>
                  </a:lnTo>
                  <a:lnTo>
                    <a:pt x="1445" y="602"/>
                  </a:lnTo>
                  <a:lnTo>
                    <a:pt x="1356" y="627"/>
                  </a:lnTo>
                  <a:lnTo>
                    <a:pt x="1330" y="653"/>
                  </a:lnTo>
                  <a:lnTo>
                    <a:pt x="1330" y="678"/>
                  </a:lnTo>
                  <a:lnTo>
                    <a:pt x="1343" y="704"/>
                  </a:lnTo>
                  <a:lnTo>
                    <a:pt x="1368" y="742"/>
                  </a:lnTo>
                  <a:lnTo>
                    <a:pt x="1445" y="768"/>
                  </a:lnTo>
                  <a:lnTo>
                    <a:pt x="1496" y="780"/>
                  </a:lnTo>
                  <a:lnTo>
                    <a:pt x="1624" y="780"/>
                  </a:lnTo>
                  <a:lnTo>
                    <a:pt x="1688" y="793"/>
                  </a:lnTo>
                  <a:lnTo>
                    <a:pt x="1752" y="806"/>
                  </a:lnTo>
                  <a:lnTo>
                    <a:pt x="1816" y="832"/>
                  </a:lnTo>
                  <a:lnTo>
                    <a:pt x="1880" y="819"/>
                  </a:lnTo>
                  <a:lnTo>
                    <a:pt x="1892" y="883"/>
                  </a:lnTo>
                  <a:lnTo>
                    <a:pt x="1867" y="921"/>
                  </a:lnTo>
                  <a:lnTo>
                    <a:pt x="1841" y="959"/>
                  </a:lnTo>
                  <a:lnTo>
                    <a:pt x="1803" y="985"/>
                  </a:lnTo>
                  <a:lnTo>
                    <a:pt x="1701" y="1010"/>
                  </a:lnTo>
                  <a:lnTo>
                    <a:pt x="1586" y="1062"/>
                  </a:lnTo>
                  <a:lnTo>
                    <a:pt x="1611" y="1126"/>
                  </a:lnTo>
                  <a:lnTo>
                    <a:pt x="1637" y="1202"/>
                  </a:lnTo>
                  <a:lnTo>
                    <a:pt x="1701" y="1189"/>
                  </a:lnTo>
                  <a:lnTo>
                    <a:pt x="1675" y="1241"/>
                  </a:lnTo>
                  <a:lnTo>
                    <a:pt x="1624" y="1279"/>
                  </a:lnTo>
                  <a:lnTo>
                    <a:pt x="1560" y="1292"/>
                  </a:lnTo>
                  <a:lnTo>
                    <a:pt x="1509" y="1292"/>
                  </a:lnTo>
                  <a:lnTo>
                    <a:pt x="1484" y="1266"/>
                  </a:lnTo>
                  <a:lnTo>
                    <a:pt x="1471" y="1241"/>
                  </a:lnTo>
                  <a:lnTo>
                    <a:pt x="1445" y="1215"/>
                  </a:lnTo>
                  <a:lnTo>
                    <a:pt x="1420" y="1202"/>
                  </a:lnTo>
                  <a:lnTo>
                    <a:pt x="1394" y="1202"/>
                  </a:lnTo>
                  <a:lnTo>
                    <a:pt x="1356" y="1215"/>
                  </a:lnTo>
                  <a:lnTo>
                    <a:pt x="1279" y="1241"/>
                  </a:lnTo>
                  <a:lnTo>
                    <a:pt x="1190" y="1279"/>
                  </a:lnTo>
                  <a:lnTo>
                    <a:pt x="1126" y="1292"/>
                  </a:lnTo>
                  <a:lnTo>
                    <a:pt x="1087" y="1292"/>
                  </a:lnTo>
                  <a:lnTo>
                    <a:pt x="1062" y="1266"/>
                  </a:lnTo>
                  <a:lnTo>
                    <a:pt x="1036" y="1253"/>
                  </a:lnTo>
                  <a:lnTo>
                    <a:pt x="1011" y="1202"/>
                  </a:lnTo>
                  <a:lnTo>
                    <a:pt x="985" y="1151"/>
                  </a:lnTo>
                  <a:lnTo>
                    <a:pt x="959" y="1126"/>
                  </a:lnTo>
                  <a:lnTo>
                    <a:pt x="908" y="1126"/>
                  </a:lnTo>
                  <a:lnTo>
                    <a:pt x="883" y="1138"/>
                  </a:lnTo>
                  <a:lnTo>
                    <a:pt x="819" y="1164"/>
                  </a:lnTo>
                  <a:lnTo>
                    <a:pt x="691" y="1164"/>
                  </a:lnTo>
                  <a:lnTo>
                    <a:pt x="653" y="1177"/>
                  </a:lnTo>
                  <a:lnTo>
                    <a:pt x="627" y="1202"/>
                  </a:lnTo>
                  <a:lnTo>
                    <a:pt x="602" y="1228"/>
                  </a:lnTo>
                  <a:lnTo>
                    <a:pt x="576" y="1241"/>
                  </a:lnTo>
                  <a:lnTo>
                    <a:pt x="397" y="1241"/>
                  </a:lnTo>
                  <a:lnTo>
                    <a:pt x="359" y="1253"/>
                  </a:lnTo>
                  <a:lnTo>
                    <a:pt x="333" y="1317"/>
                  </a:lnTo>
                  <a:lnTo>
                    <a:pt x="320" y="1343"/>
                  </a:lnTo>
                  <a:lnTo>
                    <a:pt x="333" y="1368"/>
                  </a:lnTo>
                  <a:lnTo>
                    <a:pt x="346" y="1394"/>
                  </a:lnTo>
                  <a:lnTo>
                    <a:pt x="359" y="1407"/>
                  </a:lnTo>
                  <a:lnTo>
                    <a:pt x="423" y="1419"/>
                  </a:lnTo>
                  <a:lnTo>
                    <a:pt x="487" y="1407"/>
                  </a:lnTo>
                  <a:lnTo>
                    <a:pt x="499" y="1432"/>
                  </a:lnTo>
                  <a:lnTo>
                    <a:pt x="499" y="1458"/>
                  </a:lnTo>
                  <a:lnTo>
                    <a:pt x="487" y="1483"/>
                  </a:lnTo>
                  <a:lnTo>
                    <a:pt x="461" y="1496"/>
                  </a:lnTo>
                  <a:lnTo>
                    <a:pt x="384" y="1522"/>
                  </a:lnTo>
                  <a:lnTo>
                    <a:pt x="320" y="1547"/>
                  </a:lnTo>
                  <a:lnTo>
                    <a:pt x="346" y="1598"/>
                  </a:lnTo>
                  <a:lnTo>
                    <a:pt x="359" y="1637"/>
                  </a:lnTo>
                  <a:lnTo>
                    <a:pt x="372" y="1650"/>
                  </a:lnTo>
                  <a:lnTo>
                    <a:pt x="410" y="1662"/>
                  </a:lnTo>
                  <a:lnTo>
                    <a:pt x="474" y="1650"/>
                  </a:lnTo>
                  <a:lnTo>
                    <a:pt x="589" y="1650"/>
                  </a:lnTo>
                  <a:lnTo>
                    <a:pt x="640" y="1675"/>
                  </a:lnTo>
                  <a:lnTo>
                    <a:pt x="666" y="1726"/>
                  </a:lnTo>
                  <a:lnTo>
                    <a:pt x="691" y="1790"/>
                  </a:lnTo>
                  <a:lnTo>
                    <a:pt x="691" y="1816"/>
                  </a:lnTo>
                  <a:lnTo>
                    <a:pt x="678" y="1841"/>
                  </a:lnTo>
                  <a:lnTo>
                    <a:pt x="653" y="1867"/>
                  </a:lnTo>
                  <a:lnTo>
                    <a:pt x="627" y="1880"/>
                  </a:lnTo>
                  <a:lnTo>
                    <a:pt x="602" y="1892"/>
                  </a:lnTo>
                  <a:lnTo>
                    <a:pt x="576" y="1918"/>
                  </a:lnTo>
                  <a:lnTo>
                    <a:pt x="576" y="1956"/>
                  </a:lnTo>
                  <a:lnTo>
                    <a:pt x="576" y="1995"/>
                  </a:lnTo>
                  <a:lnTo>
                    <a:pt x="589" y="2020"/>
                  </a:lnTo>
                  <a:lnTo>
                    <a:pt x="576" y="2058"/>
                  </a:lnTo>
                  <a:lnTo>
                    <a:pt x="538" y="2071"/>
                  </a:lnTo>
                  <a:lnTo>
                    <a:pt x="499" y="2084"/>
                  </a:lnTo>
                  <a:lnTo>
                    <a:pt x="448" y="2097"/>
                  </a:lnTo>
                  <a:lnTo>
                    <a:pt x="423" y="2110"/>
                  </a:lnTo>
                  <a:lnTo>
                    <a:pt x="410" y="2148"/>
                  </a:lnTo>
                  <a:lnTo>
                    <a:pt x="410" y="2186"/>
                  </a:lnTo>
                  <a:lnTo>
                    <a:pt x="435" y="2250"/>
                  </a:lnTo>
                  <a:lnTo>
                    <a:pt x="461" y="2327"/>
                  </a:lnTo>
                  <a:lnTo>
                    <a:pt x="499" y="2378"/>
                  </a:lnTo>
                  <a:lnTo>
                    <a:pt x="538" y="2429"/>
                  </a:lnTo>
                  <a:lnTo>
                    <a:pt x="576" y="2455"/>
                  </a:lnTo>
                  <a:lnTo>
                    <a:pt x="614" y="2467"/>
                  </a:lnTo>
                  <a:lnTo>
                    <a:pt x="806" y="2506"/>
                  </a:lnTo>
                  <a:lnTo>
                    <a:pt x="1011" y="2519"/>
                  </a:lnTo>
                  <a:lnTo>
                    <a:pt x="1075" y="2531"/>
                  </a:lnTo>
                  <a:lnTo>
                    <a:pt x="1164" y="2544"/>
                  </a:lnTo>
                  <a:lnTo>
                    <a:pt x="1202" y="2557"/>
                  </a:lnTo>
                  <a:lnTo>
                    <a:pt x="1228" y="2570"/>
                  </a:lnTo>
                  <a:lnTo>
                    <a:pt x="1228" y="2608"/>
                  </a:lnTo>
                  <a:lnTo>
                    <a:pt x="1215" y="2634"/>
                  </a:lnTo>
                  <a:lnTo>
                    <a:pt x="1190" y="2659"/>
                  </a:lnTo>
                  <a:lnTo>
                    <a:pt x="1164" y="2672"/>
                  </a:lnTo>
                  <a:lnTo>
                    <a:pt x="1087" y="2698"/>
                  </a:lnTo>
                  <a:lnTo>
                    <a:pt x="1023" y="2723"/>
                  </a:lnTo>
                  <a:lnTo>
                    <a:pt x="998" y="2749"/>
                  </a:lnTo>
                  <a:lnTo>
                    <a:pt x="972" y="2774"/>
                  </a:lnTo>
                  <a:lnTo>
                    <a:pt x="947" y="2864"/>
                  </a:lnTo>
                  <a:lnTo>
                    <a:pt x="921" y="2902"/>
                  </a:lnTo>
                  <a:lnTo>
                    <a:pt x="883" y="2940"/>
                  </a:lnTo>
                  <a:lnTo>
                    <a:pt x="742" y="3081"/>
                  </a:lnTo>
                  <a:lnTo>
                    <a:pt x="678" y="3119"/>
                  </a:lnTo>
                  <a:lnTo>
                    <a:pt x="614" y="3183"/>
                  </a:lnTo>
                  <a:lnTo>
                    <a:pt x="589" y="3222"/>
                  </a:lnTo>
                  <a:lnTo>
                    <a:pt x="576" y="3247"/>
                  </a:lnTo>
                  <a:lnTo>
                    <a:pt x="563" y="3285"/>
                  </a:lnTo>
                  <a:lnTo>
                    <a:pt x="589" y="3311"/>
                  </a:lnTo>
                  <a:lnTo>
                    <a:pt x="691" y="3285"/>
                  </a:lnTo>
                  <a:lnTo>
                    <a:pt x="793" y="3247"/>
                  </a:lnTo>
                  <a:lnTo>
                    <a:pt x="1011" y="3170"/>
                  </a:lnTo>
                  <a:lnTo>
                    <a:pt x="1087" y="3132"/>
                  </a:lnTo>
                  <a:lnTo>
                    <a:pt x="1151" y="3119"/>
                  </a:lnTo>
                  <a:lnTo>
                    <a:pt x="1177" y="3119"/>
                  </a:lnTo>
                  <a:lnTo>
                    <a:pt x="1202" y="3132"/>
                  </a:lnTo>
                  <a:lnTo>
                    <a:pt x="1228" y="3158"/>
                  </a:lnTo>
                  <a:lnTo>
                    <a:pt x="1253" y="3196"/>
                  </a:lnTo>
                  <a:lnTo>
                    <a:pt x="1202" y="3196"/>
                  </a:lnTo>
                  <a:lnTo>
                    <a:pt x="1138" y="3209"/>
                  </a:lnTo>
                  <a:lnTo>
                    <a:pt x="1011" y="3260"/>
                  </a:lnTo>
                  <a:lnTo>
                    <a:pt x="781" y="3362"/>
                  </a:lnTo>
                  <a:lnTo>
                    <a:pt x="666" y="3400"/>
                  </a:lnTo>
                  <a:lnTo>
                    <a:pt x="602" y="3426"/>
                  </a:lnTo>
                  <a:lnTo>
                    <a:pt x="551" y="3464"/>
                  </a:lnTo>
                  <a:lnTo>
                    <a:pt x="525" y="3503"/>
                  </a:lnTo>
                  <a:lnTo>
                    <a:pt x="499" y="3554"/>
                  </a:lnTo>
                  <a:lnTo>
                    <a:pt x="487" y="3618"/>
                  </a:lnTo>
                  <a:lnTo>
                    <a:pt x="474" y="3669"/>
                  </a:lnTo>
                  <a:lnTo>
                    <a:pt x="487" y="3758"/>
                  </a:lnTo>
                  <a:lnTo>
                    <a:pt x="487" y="3771"/>
                  </a:lnTo>
                  <a:lnTo>
                    <a:pt x="474" y="3784"/>
                  </a:lnTo>
                  <a:lnTo>
                    <a:pt x="397" y="3809"/>
                  </a:lnTo>
                  <a:lnTo>
                    <a:pt x="320" y="3809"/>
                  </a:lnTo>
                  <a:lnTo>
                    <a:pt x="205" y="3797"/>
                  </a:lnTo>
                  <a:lnTo>
                    <a:pt x="103" y="3784"/>
                  </a:lnTo>
                  <a:lnTo>
                    <a:pt x="65" y="3797"/>
                  </a:lnTo>
                  <a:lnTo>
                    <a:pt x="27" y="3809"/>
                  </a:lnTo>
                  <a:lnTo>
                    <a:pt x="14" y="3822"/>
                  </a:lnTo>
                  <a:lnTo>
                    <a:pt x="14" y="3848"/>
                  </a:lnTo>
                  <a:lnTo>
                    <a:pt x="1" y="3899"/>
                  </a:lnTo>
                  <a:lnTo>
                    <a:pt x="14" y="3963"/>
                  </a:lnTo>
                  <a:lnTo>
                    <a:pt x="52" y="4001"/>
                  </a:lnTo>
                  <a:lnTo>
                    <a:pt x="103" y="4014"/>
                  </a:lnTo>
                  <a:lnTo>
                    <a:pt x="180" y="4027"/>
                  </a:lnTo>
                  <a:lnTo>
                    <a:pt x="269" y="4027"/>
                  </a:lnTo>
                  <a:lnTo>
                    <a:pt x="320" y="4014"/>
                  </a:lnTo>
                  <a:lnTo>
                    <a:pt x="295" y="4065"/>
                  </a:lnTo>
                  <a:lnTo>
                    <a:pt x="257" y="4103"/>
                  </a:lnTo>
                  <a:lnTo>
                    <a:pt x="193" y="4155"/>
                  </a:lnTo>
                  <a:lnTo>
                    <a:pt x="167" y="4180"/>
                  </a:lnTo>
                  <a:lnTo>
                    <a:pt x="142" y="4206"/>
                  </a:lnTo>
                  <a:lnTo>
                    <a:pt x="154" y="4218"/>
                  </a:lnTo>
                  <a:lnTo>
                    <a:pt x="154" y="4231"/>
                  </a:lnTo>
                  <a:lnTo>
                    <a:pt x="193" y="4270"/>
                  </a:lnTo>
                  <a:lnTo>
                    <a:pt x="269" y="4321"/>
                  </a:lnTo>
                  <a:lnTo>
                    <a:pt x="333" y="4385"/>
                  </a:lnTo>
                  <a:lnTo>
                    <a:pt x="359" y="4385"/>
                  </a:lnTo>
                  <a:lnTo>
                    <a:pt x="397" y="4372"/>
                  </a:lnTo>
                  <a:lnTo>
                    <a:pt x="410" y="4410"/>
                  </a:lnTo>
                  <a:lnTo>
                    <a:pt x="397" y="4448"/>
                  </a:lnTo>
                  <a:lnTo>
                    <a:pt x="372" y="4525"/>
                  </a:lnTo>
                  <a:lnTo>
                    <a:pt x="448" y="4525"/>
                  </a:lnTo>
                  <a:lnTo>
                    <a:pt x="538" y="4487"/>
                  </a:lnTo>
                  <a:lnTo>
                    <a:pt x="614" y="4448"/>
                  </a:lnTo>
                  <a:lnTo>
                    <a:pt x="653" y="4448"/>
                  </a:lnTo>
                  <a:lnTo>
                    <a:pt x="678" y="4461"/>
                  </a:lnTo>
                  <a:lnTo>
                    <a:pt x="691" y="4474"/>
                  </a:lnTo>
                  <a:lnTo>
                    <a:pt x="704" y="4487"/>
                  </a:lnTo>
                  <a:lnTo>
                    <a:pt x="691" y="4512"/>
                  </a:lnTo>
                  <a:lnTo>
                    <a:pt x="640" y="4551"/>
                  </a:lnTo>
                  <a:lnTo>
                    <a:pt x="614" y="4589"/>
                  </a:lnTo>
                  <a:lnTo>
                    <a:pt x="602" y="4615"/>
                  </a:lnTo>
                  <a:lnTo>
                    <a:pt x="602" y="4640"/>
                  </a:lnTo>
                  <a:lnTo>
                    <a:pt x="627" y="4679"/>
                  </a:lnTo>
                  <a:lnTo>
                    <a:pt x="653" y="4717"/>
                  </a:lnTo>
                  <a:lnTo>
                    <a:pt x="691" y="4730"/>
                  </a:lnTo>
                  <a:lnTo>
                    <a:pt x="717" y="4717"/>
                  </a:lnTo>
                  <a:lnTo>
                    <a:pt x="755" y="4691"/>
                  </a:lnTo>
                  <a:lnTo>
                    <a:pt x="832" y="4615"/>
                  </a:lnTo>
                  <a:lnTo>
                    <a:pt x="883" y="4589"/>
                  </a:lnTo>
                  <a:lnTo>
                    <a:pt x="921" y="4576"/>
                  </a:lnTo>
                  <a:lnTo>
                    <a:pt x="985" y="4589"/>
                  </a:lnTo>
                  <a:lnTo>
                    <a:pt x="1049" y="4615"/>
                  </a:lnTo>
                  <a:lnTo>
                    <a:pt x="1113" y="4640"/>
                  </a:lnTo>
                  <a:lnTo>
                    <a:pt x="1253" y="4640"/>
                  </a:lnTo>
                  <a:lnTo>
                    <a:pt x="1330" y="4615"/>
                  </a:lnTo>
                  <a:lnTo>
                    <a:pt x="1471" y="4563"/>
                  </a:lnTo>
                  <a:lnTo>
                    <a:pt x="1599" y="4538"/>
                  </a:lnTo>
                  <a:lnTo>
                    <a:pt x="1675" y="4512"/>
                  </a:lnTo>
                  <a:lnTo>
                    <a:pt x="1726" y="4487"/>
                  </a:lnTo>
                  <a:lnTo>
                    <a:pt x="1765" y="4448"/>
                  </a:lnTo>
                  <a:lnTo>
                    <a:pt x="1790" y="4410"/>
                  </a:lnTo>
                  <a:lnTo>
                    <a:pt x="1816" y="4372"/>
                  </a:lnTo>
                  <a:lnTo>
                    <a:pt x="1867" y="4333"/>
                  </a:lnTo>
                  <a:lnTo>
                    <a:pt x="1944" y="4308"/>
                  </a:lnTo>
                  <a:lnTo>
                    <a:pt x="2033" y="4295"/>
                  </a:lnTo>
                  <a:lnTo>
                    <a:pt x="2097" y="4270"/>
                  </a:lnTo>
                  <a:lnTo>
                    <a:pt x="2148" y="4218"/>
                  </a:lnTo>
                  <a:lnTo>
                    <a:pt x="2199" y="4155"/>
                  </a:lnTo>
                  <a:lnTo>
                    <a:pt x="2263" y="4129"/>
                  </a:lnTo>
                  <a:lnTo>
                    <a:pt x="2416" y="4078"/>
                  </a:lnTo>
                  <a:lnTo>
                    <a:pt x="2416" y="4027"/>
                  </a:lnTo>
                  <a:lnTo>
                    <a:pt x="2442" y="3988"/>
                  </a:lnTo>
                  <a:lnTo>
                    <a:pt x="2468" y="3963"/>
                  </a:lnTo>
                  <a:lnTo>
                    <a:pt x="2493" y="3937"/>
                  </a:lnTo>
                  <a:lnTo>
                    <a:pt x="2583" y="3912"/>
                  </a:lnTo>
                  <a:lnTo>
                    <a:pt x="2672" y="3899"/>
                  </a:lnTo>
                  <a:lnTo>
                    <a:pt x="2915" y="3861"/>
                  </a:lnTo>
                  <a:lnTo>
                    <a:pt x="3043" y="3835"/>
                  </a:lnTo>
                  <a:lnTo>
                    <a:pt x="3158" y="3822"/>
                  </a:lnTo>
                  <a:lnTo>
                    <a:pt x="3209" y="3835"/>
                  </a:lnTo>
                  <a:lnTo>
                    <a:pt x="3247" y="3835"/>
                  </a:lnTo>
                  <a:lnTo>
                    <a:pt x="3324" y="3873"/>
                  </a:lnTo>
                  <a:lnTo>
                    <a:pt x="3401" y="3886"/>
                  </a:lnTo>
                  <a:lnTo>
                    <a:pt x="3439" y="3886"/>
                  </a:lnTo>
                  <a:lnTo>
                    <a:pt x="3477" y="3873"/>
                  </a:lnTo>
                  <a:lnTo>
                    <a:pt x="3528" y="3835"/>
                  </a:lnTo>
                  <a:lnTo>
                    <a:pt x="3554" y="3809"/>
                  </a:lnTo>
                  <a:lnTo>
                    <a:pt x="3567" y="3784"/>
                  </a:lnTo>
                  <a:lnTo>
                    <a:pt x="3567" y="3758"/>
                  </a:lnTo>
                  <a:lnTo>
                    <a:pt x="3528" y="3694"/>
                  </a:lnTo>
                  <a:lnTo>
                    <a:pt x="3490" y="3618"/>
                  </a:lnTo>
                  <a:lnTo>
                    <a:pt x="3490" y="3567"/>
                  </a:lnTo>
                  <a:lnTo>
                    <a:pt x="3490" y="3515"/>
                  </a:lnTo>
                  <a:lnTo>
                    <a:pt x="3516" y="3426"/>
                  </a:lnTo>
                  <a:lnTo>
                    <a:pt x="3592" y="3247"/>
                  </a:lnTo>
                  <a:lnTo>
                    <a:pt x="3643" y="3170"/>
                  </a:lnTo>
                  <a:lnTo>
                    <a:pt x="3695" y="3106"/>
                  </a:lnTo>
                  <a:lnTo>
                    <a:pt x="3746" y="3017"/>
                  </a:lnTo>
                  <a:lnTo>
                    <a:pt x="3758" y="2979"/>
                  </a:lnTo>
                  <a:lnTo>
                    <a:pt x="3771" y="2940"/>
                  </a:lnTo>
                  <a:lnTo>
                    <a:pt x="3758" y="2876"/>
                  </a:lnTo>
                  <a:lnTo>
                    <a:pt x="3746" y="2813"/>
                  </a:lnTo>
                  <a:lnTo>
                    <a:pt x="3695" y="2685"/>
                  </a:lnTo>
                  <a:lnTo>
                    <a:pt x="3682" y="2621"/>
                  </a:lnTo>
                  <a:lnTo>
                    <a:pt x="3656" y="2557"/>
                  </a:lnTo>
                  <a:lnTo>
                    <a:pt x="3631" y="2531"/>
                  </a:lnTo>
                  <a:lnTo>
                    <a:pt x="3592" y="2506"/>
                  </a:lnTo>
                  <a:lnTo>
                    <a:pt x="3554" y="2493"/>
                  </a:lnTo>
                  <a:lnTo>
                    <a:pt x="3528" y="2467"/>
                  </a:lnTo>
                  <a:lnTo>
                    <a:pt x="3516" y="2429"/>
                  </a:lnTo>
                  <a:lnTo>
                    <a:pt x="3528" y="2404"/>
                  </a:lnTo>
                  <a:lnTo>
                    <a:pt x="3592" y="2352"/>
                  </a:lnTo>
                  <a:lnTo>
                    <a:pt x="3618" y="2314"/>
                  </a:lnTo>
                  <a:lnTo>
                    <a:pt x="3631" y="2289"/>
                  </a:lnTo>
                  <a:lnTo>
                    <a:pt x="3643" y="2263"/>
                  </a:lnTo>
                  <a:lnTo>
                    <a:pt x="3643" y="2212"/>
                  </a:lnTo>
                  <a:lnTo>
                    <a:pt x="3631" y="2148"/>
                  </a:lnTo>
                  <a:lnTo>
                    <a:pt x="3605" y="2084"/>
                  </a:lnTo>
                  <a:lnTo>
                    <a:pt x="3580" y="2020"/>
                  </a:lnTo>
                  <a:lnTo>
                    <a:pt x="3567" y="1956"/>
                  </a:lnTo>
                  <a:lnTo>
                    <a:pt x="3541" y="1841"/>
                  </a:lnTo>
                  <a:lnTo>
                    <a:pt x="3503" y="1713"/>
                  </a:lnTo>
                  <a:lnTo>
                    <a:pt x="3477" y="1662"/>
                  </a:lnTo>
                  <a:lnTo>
                    <a:pt x="3452" y="1637"/>
                  </a:lnTo>
                  <a:lnTo>
                    <a:pt x="3388" y="1598"/>
                  </a:lnTo>
                  <a:lnTo>
                    <a:pt x="3362" y="1573"/>
                  </a:lnTo>
                  <a:lnTo>
                    <a:pt x="3349" y="1547"/>
                  </a:lnTo>
                  <a:lnTo>
                    <a:pt x="3337" y="1509"/>
                  </a:lnTo>
                  <a:lnTo>
                    <a:pt x="3362" y="1483"/>
                  </a:lnTo>
                  <a:lnTo>
                    <a:pt x="3375" y="1471"/>
                  </a:lnTo>
                  <a:lnTo>
                    <a:pt x="3401" y="1458"/>
                  </a:lnTo>
                  <a:lnTo>
                    <a:pt x="3465" y="1445"/>
                  </a:lnTo>
                  <a:lnTo>
                    <a:pt x="3401" y="1317"/>
                  </a:lnTo>
                  <a:lnTo>
                    <a:pt x="3209" y="1343"/>
                  </a:lnTo>
                  <a:lnTo>
                    <a:pt x="2992" y="1138"/>
                  </a:lnTo>
                  <a:lnTo>
                    <a:pt x="2762" y="1407"/>
                  </a:lnTo>
                  <a:lnTo>
                    <a:pt x="2238" y="1266"/>
                  </a:lnTo>
                  <a:lnTo>
                    <a:pt x="2084" y="947"/>
                  </a:lnTo>
                  <a:lnTo>
                    <a:pt x="2238" y="768"/>
                  </a:lnTo>
                  <a:lnTo>
                    <a:pt x="2135" y="614"/>
                  </a:lnTo>
                  <a:lnTo>
                    <a:pt x="2365" y="397"/>
                  </a:lnTo>
                  <a:lnTo>
                    <a:pt x="2353" y="244"/>
                  </a:lnTo>
                  <a:lnTo>
                    <a:pt x="2301" y="193"/>
                  </a:lnTo>
                  <a:lnTo>
                    <a:pt x="2276" y="141"/>
                  </a:lnTo>
                  <a:lnTo>
                    <a:pt x="221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283;p78">
              <a:extLst>
                <a:ext uri="{FF2B5EF4-FFF2-40B4-BE49-F238E27FC236}">
                  <a16:creationId xmlns:a16="http://schemas.microsoft.com/office/drawing/2014/main" id="{A2FCF374-BD3A-8D90-9BAF-BBDF962E1AF1}"/>
                </a:ext>
              </a:extLst>
            </p:cNvPr>
            <p:cNvSpPr/>
            <p:nvPr/>
          </p:nvSpPr>
          <p:spPr>
            <a:xfrm>
              <a:off x="3610300" y="2012850"/>
              <a:ext cx="4800" cy="7350"/>
            </a:xfrm>
            <a:custGeom>
              <a:avLst/>
              <a:gdLst/>
              <a:ahLst/>
              <a:cxnLst/>
              <a:rect l="l" t="t" r="r" b="b"/>
              <a:pathLst>
                <a:path w="192" h="294" extrusionOk="0">
                  <a:moveTo>
                    <a:pt x="64" y="0"/>
                  </a:moveTo>
                  <a:lnTo>
                    <a:pt x="38" y="26"/>
                  </a:lnTo>
                  <a:lnTo>
                    <a:pt x="26" y="64"/>
                  </a:lnTo>
                  <a:lnTo>
                    <a:pt x="0" y="90"/>
                  </a:lnTo>
                  <a:lnTo>
                    <a:pt x="0" y="128"/>
                  </a:lnTo>
                  <a:lnTo>
                    <a:pt x="0" y="166"/>
                  </a:lnTo>
                  <a:lnTo>
                    <a:pt x="26" y="217"/>
                  </a:lnTo>
                  <a:lnTo>
                    <a:pt x="77" y="294"/>
                  </a:lnTo>
                  <a:lnTo>
                    <a:pt x="128" y="281"/>
                  </a:lnTo>
                  <a:lnTo>
                    <a:pt x="166" y="256"/>
                  </a:lnTo>
                  <a:lnTo>
                    <a:pt x="192" y="230"/>
                  </a:lnTo>
                  <a:lnTo>
                    <a:pt x="192" y="192"/>
                  </a:lnTo>
                  <a:lnTo>
                    <a:pt x="192" y="153"/>
                  </a:lnTo>
                  <a:lnTo>
                    <a:pt x="179" y="115"/>
                  </a:lnTo>
                  <a:lnTo>
                    <a:pt x="141" y="26"/>
                  </a:lnTo>
                  <a:lnTo>
                    <a:pt x="6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6" name="Google Shape;1284;p78">
              <a:extLst>
                <a:ext uri="{FF2B5EF4-FFF2-40B4-BE49-F238E27FC236}">
                  <a16:creationId xmlns:a16="http://schemas.microsoft.com/office/drawing/2014/main" id="{BD6F3CA8-80BD-ED2E-EC53-B3138CE56494}"/>
                </a:ext>
              </a:extLst>
            </p:cNvPr>
            <p:cNvSpPr/>
            <p:nvPr/>
          </p:nvSpPr>
          <p:spPr>
            <a:xfrm>
              <a:off x="3509325" y="2030400"/>
              <a:ext cx="162325" cy="271300"/>
            </a:xfrm>
            <a:custGeom>
              <a:avLst/>
              <a:gdLst/>
              <a:ahLst/>
              <a:cxnLst/>
              <a:rect l="l" t="t" r="r" b="b"/>
              <a:pathLst>
                <a:path w="6493" h="10852" extrusionOk="0">
                  <a:moveTo>
                    <a:pt x="1994" y="1"/>
                  </a:moveTo>
                  <a:lnTo>
                    <a:pt x="1956" y="27"/>
                  </a:lnTo>
                  <a:lnTo>
                    <a:pt x="1866" y="103"/>
                  </a:lnTo>
                  <a:lnTo>
                    <a:pt x="1790" y="142"/>
                  </a:lnTo>
                  <a:lnTo>
                    <a:pt x="1713" y="154"/>
                  </a:lnTo>
                  <a:lnTo>
                    <a:pt x="1547" y="167"/>
                  </a:lnTo>
                  <a:lnTo>
                    <a:pt x="1470" y="180"/>
                  </a:lnTo>
                  <a:lnTo>
                    <a:pt x="1381" y="205"/>
                  </a:lnTo>
                  <a:lnTo>
                    <a:pt x="1291" y="231"/>
                  </a:lnTo>
                  <a:lnTo>
                    <a:pt x="1253" y="231"/>
                  </a:lnTo>
                  <a:lnTo>
                    <a:pt x="1215" y="218"/>
                  </a:lnTo>
                  <a:lnTo>
                    <a:pt x="1163" y="193"/>
                  </a:lnTo>
                  <a:lnTo>
                    <a:pt x="1112" y="167"/>
                  </a:lnTo>
                  <a:lnTo>
                    <a:pt x="1061" y="167"/>
                  </a:lnTo>
                  <a:lnTo>
                    <a:pt x="1023" y="193"/>
                  </a:lnTo>
                  <a:lnTo>
                    <a:pt x="997" y="231"/>
                  </a:lnTo>
                  <a:lnTo>
                    <a:pt x="959" y="257"/>
                  </a:lnTo>
                  <a:lnTo>
                    <a:pt x="921" y="269"/>
                  </a:lnTo>
                  <a:lnTo>
                    <a:pt x="895" y="269"/>
                  </a:lnTo>
                  <a:lnTo>
                    <a:pt x="882" y="257"/>
                  </a:lnTo>
                  <a:lnTo>
                    <a:pt x="857" y="244"/>
                  </a:lnTo>
                  <a:lnTo>
                    <a:pt x="818" y="205"/>
                  </a:lnTo>
                  <a:lnTo>
                    <a:pt x="780" y="167"/>
                  </a:lnTo>
                  <a:lnTo>
                    <a:pt x="742" y="154"/>
                  </a:lnTo>
                  <a:lnTo>
                    <a:pt x="691" y="154"/>
                  </a:lnTo>
                  <a:lnTo>
                    <a:pt x="665" y="180"/>
                  </a:lnTo>
                  <a:lnTo>
                    <a:pt x="639" y="231"/>
                  </a:lnTo>
                  <a:lnTo>
                    <a:pt x="614" y="295"/>
                  </a:lnTo>
                  <a:lnTo>
                    <a:pt x="614" y="333"/>
                  </a:lnTo>
                  <a:lnTo>
                    <a:pt x="614" y="372"/>
                  </a:lnTo>
                  <a:lnTo>
                    <a:pt x="627" y="448"/>
                  </a:lnTo>
                  <a:lnTo>
                    <a:pt x="639" y="525"/>
                  </a:lnTo>
                  <a:lnTo>
                    <a:pt x="639" y="563"/>
                  </a:lnTo>
                  <a:lnTo>
                    <a:pt x="627" y="589"/>
                  </a:lnTo>
                  <a:lnTo>
                    <a:pt x="601" y="614"/>
                  </a:lnTo>
                  <a:lnTo>
                    <a:pt x="588" y="627"/>
                  </a:lnTo>
                  <a:lnTo>
                    <a:pt x="550" y="653"/>
                  </a:lnTo>
                  <a:lnTo>
                    <a:pt x="524" y="691"/>
                  </a:lnTo>
                  <a:lnTo>
                    <a:pt x="524" y="729"/>
                  </a:lnTo>
                  <a:lnTo>
                    <a:pt x="524" y="806"/>
                  </a:lnTo>
                  <a:lnTo>
                    <a:pt x="537" y="832"/>
                  </a:lnTo>
                  <a:lnTo>
                    <a:pt x="537" y="845"/>
                  </a:lnTo>
                  <a:lnTo>
                    <a:pt x="537" y="857"/>
                  </a:lnTo>
                  <a:lnTo>
                    <a:pt x="512" y="870"/>
                  </a:lnTo>
                  <a:lnTo>
                    <a:pt x="499" y="870"/>
                  </a:lnTo>
                  <a:lnTo>
                    <a:pt x="486" y="883"/>
                  </a:lnTo>
                  <a:lnTo>
                    <a:pt x="473" y="908"/>
                  </a:lnTo>
                  <a:lnTo>
                    <a:pt x="499" y="934"/>
                  </a:lnTo>
                  <a:lnTo>
                    <a:pt x="550" y="972"/>
                  </a:lnTo>
                  <a:lnTo>
                    <a:pt x="601" y="998"/>
                  </a:lnTo>
                  <a:lnTo>
                    <a:pt x="601" y="1023"/>
                  </a:lnTo>
                  <a:lnTo>
                    <a:pt x="601" y="1049"/>
                  </a:lnTo>
                  <a:lnTo>
                    <a:pt x="588" y="1138"/>
                  </a:lnTo>
                  <a:lnTo>
                    <a:pt x="576" y="1177"/>
                  </a:lnTo>
                  <a:lnTo>
                    <a:pt x="550" y="1190"/>
                  </a:lnTo>
                  <a:lnTo>
                    <a:pt x="524" y="1190"/>
                  </a:lnTo>
                  <a:lnTo>
                    <a:pt x="486" y="1177"/>
                  </a:lnTo>
                  <a:lnTo>
                    <a:pt x="422" y="1138"/>
                  </a:lnTo>
                  <a:lnTo>
                    <a:pt x="397" y="1113"/>
                  </a:lnTo>
                  <a:lnTo>
                    <a:pt x="371" y="1100"/>
                  </a:lnTo>
                  <a:lnTo>
                    <a:pt x="345" y="1113"/>
                  </a:lnTo>
                  <a:lnTo>
                    <a:pt x="320" y="1126"/>
                  </a:lnTo>
                  <a:lnTo>
                    <a:pt x="320" y="1151"/>
                  </a:lnTo>
                  <a:lnTo>
                    <a:pt x="333" y="1177"/>
                  </a:lnTo>
                  <a:lnTo>
                    <a:pt x="358" y="1241"/>
                  </a:lnTo>
                  <a:lnTo>
                    <a:pt x="384" y="1305"/>
                  </a:lnTo>
                  <a:lnTo>
                    <a:pt x="397" y="1330"/>
                  </a:lnTo>
                  <a:lnTo>
                    <a:pt x="397" y="1343"/>
                  </a:lnTo>
                  <a:lnTo>
                    <a:pt x="333" y="1317"/>
                  </a:lnTo>
                  <a:lnTo>
                    <a:pt x="282" y="1279"/>
                  </a:lnTo>
                  <a:lnTo>
                    <a:pt x="179" y="1215"/>
                  </a:lnTo>
                  <a:lnTo>
                    <a:pt x="167" y="1266"/>
                  </a:lnTo>
                  <a:lnTo>
                    <a:pt x="154" y="1305"/>
                  </a:lnTo>
                  <a:lnTo>
                    <a:pt x="141" y="1343"/>
                  </a:lnTo>
                  <a:lnTo>
                    <a:pt x="167" y="1394"/>
                  </a:lnTo>
                  <a:lnTo>
                    <a:pt x="205" y="1458"/>
                  </a:lnTo>
                  <a:lnTo>
                    <a:pt x="230" y="1484"/>
                  </a:lnTo>
                  <a:lnTo>
                    <a:pt x="243" y="1522"/>
                  </a:lnTo>
                  <a:lnTo>
                    <a:pt x="205" y="1547"/>
                  </a:lnTo>
                  <a:lnTo>
                    <a:pt x="192" y="1586"/>
                  </a:lnTo>
                  <a:lnTo>
                    <a:pt x="192" y="1624"/>
                  </a:lnTo>
                  <a:lnTo>
                    <a:pt x="192" y="1662"/>
                  </a:lnTo>
                  <a:lnTo>
                    <a:pt x="218" y="1688"/>
                  </a:lnTo>
                  <a:lnTo>
                    <a:pt x="256" y="1726"/>
                  </a:lnTo>
                  <a:lnTo>
                    <a:pt x="294" y="1739"/>
                  </a:lnTo>
                  <a:lnTo>
                    <a:pt x="345" y="1739"/>
                  </a:lnTo>
                  <a:lnTo>
                    <a:pt x="397" y="1867"/>
                  </a:lnTo>
                  <a:lnTo>
                    <a:pt x="409" y="1931"/>
                  </a:lnTo>
                  <a:lnTo>
                    <a:pt x="409" y="1995"/>
                  </a:lnTo>
                  <a:lnTo>
                    <a:pt x="384" y="2033"/>
                  </a:lnTo>
                  <a:lnTo>
                    <a:pt x="358" y="2084"/>
                  </a:lnTo>
                  <a:lnTo>
                    <a:pt x="307" y="2174"/>
                  </a:lnTo>
                  <a:lnTo>
                    <a:pt x="256" y="2276"/>
                  </a:lnTo>
                  <a:lnTo>
                    <a:pt x="192" y="2353"/>
                  </a:lnTo>
                  <a:lnTo>
                    <a:pt x="154" y="2391"/>
                  </a:lnTo>
                  <a:lnTo>
                    <a:pt x="115" y="2417"/>
                  </a:lnTo>
                  <a:lnTo>
                    <a:pt x="64" y="2429"/>
                  </a:lnTo>
                  <a:lnTo>
                    <a:pt x="0" y="2442"/>
                  </a:lnTo>
                  <a:lnTo>
                    <a:pt x="26" y="2506"/>
                  </a:lnTo>
                  <a:lnTo>
                    <a:pt x="64" y="2544"/>
                  </a:lnTo>
                  <a:lnTo>
                    <a:pt x="77" y="2557"/>
                  </a:lnTo>
                  <a:lnTo>
                    <a:pt x="115" y="2557"/>
                  </a:lnTo>
                  <a:lnTo>
                    <a:pt x="192" y="2532"/>
                  </a:lnTo>
                  <a:lnTo>
                    <a:pt x="218" y="2595"/>
                  </a:lnTo>
                  <a:lnTo>
                    <a:pt x="256" y="2672"/>
                  </a:lnTo>
                  <a:lnTo>
                    <a:pt x="269" y="2710"/>
                  </a:lnTo>
                  <a:lnTo>
                    <a:pt x="294" y="2723"/>
                  </a:lnTo>
                  <a:lnTo>
                    <a:pt x="333" y="2736"/>
                  </a:lnTo>
                  <a:lnTo>
                    <a:pt x="371" y="2723"/>
                  </a:lnTo>
                  <a:lnTo>
                    <a:pt x="397" y="2698"/>
                  </a:lnTo>
                  <a:lnTo>
                    <a:pt x="409" y="2659"/>
                  </a:lnTo>
                  <a:lnTo>
                    <a:pt x="461" y="2583"/>
                  </a:lnTo>
                  <a:lnTo>
                    <a:pt x="601" y="2455"/>
                  </a:lnTo>
                  <a:lnTo>
                    <a:pt x="639" y="2506"/>
                  </a:lnTo>
                  <a:lnTo>
                    <a:pt x="665" y="2557"/>
                  </a:lnTo>
                  <a:lnTo>
                    <a:pt x="665" y="2583"/>
                  </a:lnTo>
                  <a:lnTo>
                    <a:pt x="639" y="2595"/>
                  </a:lnTo>
                  <a:lnTo>
                    <a:pt x="601" y="2634"/>
                  </a:lnTo>
                  <a:lnTo>
                    <a:pt x="563" y="2672"/>
                  </a:lnTo>
                  <a:lnTo>
                    <a:pt x="524" y="2723"/>
                  </a:lnTo>
                  <a:lnTo>
                    <a:pt x="448" y="2825"/>
                  </a:lnTo>
                  <a:lnTo>
                    <a:pt x="409" y="2877"/>
                  </a:lnTo>
                  <a:lnTo>
                    <a:pt x="371" y="2915"/>
                  </a:lnTo>
                  <a:lnTo>
                    <a:pt x="358" y="2966"/>
                  </a:lnTo>
                  <a:lnTo>
                    <a:pt x="371" y="3017"/>
                  </a:lnTo>
                  <a:lnTo>
                    <a:pt x="409" y="3145"/>
                  </a:lnTo>
                  <a:lnTo>
                    <a:pt x="435" y="3222"/>
                  </a:lnTo>
                  <a:lnTo>
                    <a:pt x="461" y="3260"/>
                  </a:lnTo>
                  <a:lnTo>
                    <a:pt x="512" y="3260"/>
                  </a:lnTo>
                  <a:lnTo>
                    <a:pt x="563" y="3234"/>
                  </a:lnTo>
                  <a:lnTo>
                    <a:pt x="614" y="3183"/>
                  </a:lnTo>
                  <a:lnTo>
                    <a:pt x="652" y="3119"/>
                  </a:lnTo>
                  <a:lnTo>
                    <a:pt x="703" y="3068"/>
                  </a:lnTo>
                  <a:lnTo>
                    <a:pt x="754" y="3043"/>
                  </a:lnTo>
                  <a:lnTo>
                    <a:pt x="767" y="3043"/>
                  </a:lnTo>
                  <a:lnTo>
                    <a:pt x="793" y="3056"/>
                  </a:lnTo>
                  <a:lnTo>
                    <a:pt x="818" y="3068"/>
                  </a:lnTo>
                  <a:lnTo>
                    <a:pt x="844" y="3107"/>
                  </a:lnTo>
                  <a:lnTo>
                    <a:pt x="882" y="3196"/>
                  </a:lnTo>
                  <a:lnTo>
                    <a:pt x="908" y="3234"/>
                  </a:lnTo>
                  <a:lnTo>
                    <a:pt x="946" y="3260"/>
                  </a:lnTo>
                  <a:lnTo>
                    <a:pt x="997" y="3298"/>
                  </a:lnTo>
                  <a:lnTo>
                    <a:pt x="1061" y="3337"/>
                  </a:lnTo>
                  <a:lnTo>
                    <a:pt x="1125" y="3375"/>
                  </a:lnTo>
                  <a:lnTo>
                    <a:pt x="1151" y="3401"/>
                  </a:lnTo>
                  <a:lnTo>
                    <a:pt x="1163" y="3426"/>
                  </a:lnTo>
                  <a:lnTo>
                    <a:pt x="1048" y="3465"/>
                  </a:lnTo>
                  <a:lnTo>
                    <a:pt x="997" y="3477"/>
                  </a:lnTo>
                  <a:lnTo>
                    <a:pt x="959" y="3516"/>
                  </a:lnTo>
                  <a:lnTo>
                    <a:pt x="946" y="3541"/>
                  </a:lnTo>
                  <a:lnTo>
                    <a:pt x="946" y="3567"/>
                  </a:lnTo>
                  <a:lnTo>
                    <a:pt x="959" y="3618"/>
                  </a:lnTo>
                  <a:lnTo>
                    <a:pt x="1010" y="3720"/>
                  </a:lnTo>
                  <a:lnTo>
                    <a:pt x="1087" y="3835"/>
                  </a:lnTo>
                  <a:lnTo>
                    <a:pt x="1125" y="3899"/>
                  </a:lnTo>
                  <a:lnTo>
                    <a:pt x="1138" y="3963"/>
                  </a:lnTo>
                  <a:lnTo>
                    <a:pt x="1138" y="4014"/>
                  </a:lnTo>
                  <a:lnTo>
                    <a:pt x="1125" y="4040"/>
                  </a:lnTo>
                  <a:lnTo>
                    <a:pt x="1112" y="4065"/>
                  </a:lnTo>
                  <a:lnTo>
                    <a:pt x="1087" y="4091"/>
                  </a:lnTo>
                  <a:lnTo>
                    <a:pt x="1023" y="4104"/>
                  </a:lnTo>
                  <a:lnTo>
                    <a:pt x="946" y="4142"/>
                  </a:lnTo>
                  <a:lnTo>
                    <a:pt x="933" y="4167"/>
                  </a:lnTo>
                  <a:lnTo>
                    <a:pt x="921" y="4180"/>
                  </a:lnTo>
                  <a:lnTo>
                    <a:pt x="921" y="4231"/>
                  </a:lnTo>
                  <a:lnTo>
                    <a:pt x="921" y="4282"/>
                  </a:lnTo>
                  <a:lnTo>
                    <a:pt x="908" y="4334"/>
                  </a:lnTo>
                  <a:lnTo>
                    <a:pt x="895" y="4359"/>
                  </a:lnTo>
                  <a:lnTo>
                    <a:pt x="869" y="4385"/>
                  </a:lnTo>
                  <a:lnTo>
                    <a:pt x="844" y="4398"/>
                  </a:lnTo>
                  <a:lnTo>
                    <a:pt x="818" y="4410"/>
                  </a:lnTo>
                  <a:lnTo>
                    <a:pt x="806" y="4449"/>
                  </a:lnTo>
                  <a:lnTo>
                    <a:pt x="806" y="4487"/>
                  </a:lnTo>
                  <a:lnTo>
                    <a:pt x="818" y="4564"/>
                  </a:lnTo>
                  <a:lnTo>
                    <a:pt x="857" y="4640"/>
                  </a:lnTo>
                  <a:lnTo>
                    <a:pt x="882" y="4691"/>
                  </a:lnTo>
                  <a:lnTo>
                    <a:pt x="882" y="4730"/>
                  </a:lnTo>
                  <a:lnTo>
                    <a:pt x="869" y="4755"/>
                  </a:lnTo>
                  <a:lnTo>
                    <a:pt x="857" y="4755"/>
                  </a:lnTo>
                  <a:lnTo>
                    <a:pt x="806" y="4730"/>
                  </a:lnTo>
                  <a:lnTo>
                    <a:pt x="754" y="4717"/>
                  </a:lnTo>
                  <a:lnTo>
                    <a:pt x="742" y="4730"/>
                  </a:lnTo>
                  <a:lnTo>
                    <a:pt x="729" y="4755"/>
                  </a:lnTo>
                  <a:lnTo>
                    <a:pt x="729" y="4781"/>
                  </a:lnTo>
                  <a:lnTo>
                    <a:pt x="742" y="4806"/>
                  </a:lnTo>
                  <a:lnTo>
                    <a:pt x="780" y="4858"/>
                  </a:lnTo>
                  <a:lnTo>
                    <a:pt x="831" y="4998"/>
                  </a:lnTo>
                  <a:lnTo>
                    <a:pt x="869" y="5075"/>
                  </a:lnTo>
                  <a:lnTo>
                    <a:pt x="921" y="5139"/>
                  </a:lnTo>
                  <a:lnTo>
                    <a:pt x="972" y="5113"/>
                  </a:lnTo>
                  <a:lnTo>
                    <a:pt x="997" y="5062"/>
                  </a:lnTo>
                  <a:lnTo>
                    <a:pt x="997" y="5024"/>
                  </a:lnTo>
                  <a:lnTo>
                    <a:pt x="997" y="4973"/>
                  </a:lnTo>
                  <a:lnTo>
                    <a:pt x="985" y="4909"/>
                  </a:lnTo>
                  <a:lnTo>
                    <a:pt x="997" y="4896"/>
                  </a:lnTo>
                  <a:lnTo>
                    <a:pt x="1036" y="4909"/>
                  </a:lnTo>
                  <a:lnTo>
                    <a:pt x="1100" y="4947"/>
                  </a:lnTo>
                  <a:lnTo>
                    <a:pt x="1176" y="5011"/>
                  </a:lnTo>
                  <a:lnTo>
                    <a:pt x="1227" y="5037"/>
                  </a:lnTo>
                  <a:lnTo>
                    <a:pt x="1266" y="5049"/>
                  </a:lnTo>
                  <a:lnTo>
                    <a:pt x="1304" y="5049"/>
                  </a:lnTo>
                  <a:lnTo>
                    <a:pt x="1342" y="5037"/>
                  </a:lnTo>
                  <a:lnTo>
                    <a:pt x="1355" y="4998"/>
                  </a:lnTo>
                  <a:lnTo>
                    <a:pt x="1355" y="4960"/>
                  </a:lnTo>
                  <a:lnTo>
                    <a:pt x="1355" y="4883"/>
                  </a:lnTo>
                  <a:lnTo>
                    <a:pt x="1330" y="4794"/>
                  </a:lnTo>
                  <a:lnTo>
                    <a:pt x="1342" y="4768"/>
                  </a:lnTo>
                  <a:lnTo>
                    <a:pt x="1368" y="4730"/>
                  </a:lnTo>
                  <a:lnTo>
                    <a:pt x="1406" y="4717"/>
                  </a:lnTo>
                  <a:lnTo>
                    <a:pt x="1432" y="4704"/>
                  </a:lnTo>
                  <a:lnTo>
                    <a:pt x="1483" y="4717"/>
                  </a:lnTo>
                  <a:lnTo>
                    <a:pt x="1585" y="4768"/>
                  </a:lnTo>
                  <a:lnTo>
                    <a:pt x="1624" y="4794"/>
                  </a:lnTo>
                  <a:lnTo>
                    <a:pt x="1675" y="4819"/>
                  </a:lnTo>
                  <a:lnTo>
                    <a:pt x="1713" y="4832"/>
                  </a:lnTo>
                  <a:lnTo>
                    <a:pt x="1739" y="4819"/>
                  </a:lnTo>
                  <a:lnTo>
                    <a:pt x="1764" y="4806"/>
                  </a:lnTo>
                  <a:lnTo>
                    <a:pt x="1790" y="4755"/>
                  </a:lnTo>
                  <a:lnTo>
                    <a:pt x="1802" y="4704"/>
                  </a:lnTo>
                  <a:lnTo>
                    <a:pt x="1828" y="4666"/>
                  </a:lnTo>
                  <a:lnTo>
                    <a:pt x="1866" y="4628"/>
                  </a:lnTo>
                  <a:lnTo>
                    <a:pt x="1918" y="4602"/>
                  </a:lnTo>
                  <a:lnTo>
                    <a:pt x="1981" y="4589"/>
                  </a:lnTo>
                  <a:lnTo>
                    <a:pt x="2045" y="4576"/>
                  </a:lnTo>
                  <a:lnTo>
                    <a:pt x="2096" y="4589"/>
                  </a:lnTo>
                  <a:lnTo>
                    <a:pt x="2173" y="4602"/>
                  </a:lnTo>
                  <a:lnTo>
                    <a:pt x="2211" y="4628"/>
                  </a:lnTo>
                  <a:lnTo>
                    <a:pt x="2224" y="4640"/>
                  </a:lnTo>
                  <a:lnTo>
                    <a:pt x="2224" y="4666"/>
                  </a:lnTo>
                  <a:lnTo>
                    <a:pt x="2199" y="4717"/>
                  </a:lnTo>
                  <a:lnTo>
                    <a:pt x="2135" y="4806"/>
                  </a:lnTo>
                  <a:lnTo>
                    <a:pt x="2071" y="4896"/>
                  </a:lnTo>
                  <a:lnTo>
                    <a:pt x="2020" y="4960"/>
                  </a:lnTo>
                  <a:lnTo>
                    <a:pt x="1994" y="5037"/>
                  </a:lnTo>
                  <a:lnTo>
                    <a:pt x="1994" y="5100"/>
                  </a:lnTo>
                  <a:lnTo>
                    <a:pt x="2007" y="5164"/>
                  </a:lnTo>
                  <a:lnTo>
                    <a:pt x="2058" y="5267"/>
                  </a:lnTo>
                  <a:lnTo>
                    <a:pt x="2096" y="5382"/>
                  </a:lnTo>
                  <a:lnTo>
                    <a:pt x="2135" y="5446"/>
                  </a:lnTo>
                  <a:lnTo>
                    <a:pt x="2160" y="5484"/>
                  </a:lnTo>
                  <a:lnTo>
                    <a:pt x="2199" y="5497"/>
                  </a:lnTo>
                  <a:lnTo>
                    <a:pt x="2224" y="5497"/>
                  </a:lnTo>
                  <a:lnTo>
                    <a:pt x="2263" y="5484"/>
                  </a:lnTo>
                  <a:lnTo>
                    <a:pt x="2288" y="5484"/>
                  </a:lnTo>
                  <a:lnTo>
                    <a:pt x="2314" y="5509"/>
                  </a:lnTo>
                  <a:lnTo>
                    <a:pt x="2326" y="5535"/>
                  </a:lnTo>
                  <a:lnTo>
                    <a:pt x="2352" y="5612"/>
                  </a:lnTo>
                  <a:lnTo>
                    <a:pt x="2429" y="5573"/>
                  </a:lnTo>
                  <a:lnTo>
                    <a:pt x="2531" y="5535"/>
                  </a:lnTo>
                  <a:lnTo>
                    <a:pt x="2633" y="5535"/>
                  </a:lnTo>
                  <a:lnTo>
                    <a:pt x="2659" y="5548"/>
                  </a:lnTo>
                  <a:lnTo>
                    <a:pt x="2672" y="5586"/>
                  </a:lnTo>
                  <a:lnTo>
                    <a:pt x="2659" y="5612"/>
                  </a:lnTo>
                  <a:lnTo>
                    <a:pt x="2633" y="5637"/>
                  </a:lnTo>
                  <a:lnTo>
                    <a:pt x="2582" y="5676"/>
                  </a:lnTo>
                  <a:lnTo>
                    <a:pt x="2557" y="5701"/>
                  </a:lnTo>
                  <a:lnTo>
                    <a:pt x="2544" y="5727"/>
                  </a:lnTo>
                  <a:lnTo>
                    <a:pt x="2544" y="5765"/>
                  </a:lnTo>
                  <a:lnTo>
                    <a:pt x="2544" y="5803"/>
                  </a:lnTo>
                  <a:lnTo>
                    <a:pt x="2569" y="5829"/>
                  </a:lnTo>
                  <a:lnTo>
                    <a:pt x="2608" y="5829"/>
                  </a:lnTo>
                  <a:lnTo>
                    <a:pt x="2684" y="5842"/>
                  </a:lnTo>
                  <a:lnTo>
                    <a:pt x="2710" y="5842"/>
                  </a:lnTo>
                  <a:lnTo>
                    <a:pt x="2735" y="5854"/>
                  </a:lnTo>
                  <a:lnTo>
                    <a:pt x="2735" y="5880"/>
                  </a:lnTo>
                  <a:lnTo>
                    <a:pt x="2710" y="5931"/>
                  </a:lnTo>
                  <a:lnTo>
                    <a:pt x="2697" y="5957"/>
                  </a:lnTo>
                  <a:lnTo>
                    <a:pt x="2672" y="5982"/>
                  </a:lnTo>
                  <a:lnTo>
                    <a:pt x="2595" y="6008"/>
                  </a:lnTo>
                  <a:lnTo>
                    <a:pt x="2442" y="6059"/>
                  </a:lnTo>
                  <a:lnTo>
                    <a:pt x="2454" y="6097"/>
                  </a:lnTo>
                  <a:lnTo>
                    <a:pt x="2467" y="6123"/>
                  </a:lnTo>
                  <a:lnTo>
                    <a:pt x="2518" y="6148"/>
                  </a:lnTo>
                  <a:lnTo>
                    <a:pt x="2531" y="6174"/>
                  </a:lnTo>
                  <a:lnTo>
                    <a:pt x="2544" y="6187"/>
                  </a:lnTo>
                  <a:lnTo>
                    <a:pt x="2531" y="6212"/>
                  </a:lnTo>
                  <a:lnTo>
                    <a:pt x="2493" y="6251"/>
                  </a:lnTo>
                  <a:lnTo>
                    <a:pt x="2442" y="6276"/>
                  </a:lnTo>
                  <a:lnTo>
                    <a:pt x="2429" y="6289"/>
                  </a:lnTo>
                  <a:lnTo>
                    <a:pt x="2416" y="6315"/>
                  </a:lnTo>
                  <a:lnTo>
                    <a:pt x="2429" y="6353"/>
                  </a:lnTo>
                  <a:lnTo>
                    <a:pt x="2454" y="6404"/>
                  </a:lnTo>
                  <a:lnTo>
                    <a:pt x="2480" y="6455"/>
                  </a:lnTo>
                  <a:lnTo>
                    <a:pt x="2531" y="6519"/>
                  </a:lnTo>
                  <a:lnTo>
                    <a:pt x="2595" y="6570"/>
                  </a:lnTo>
                  <a:lnTo>
                    <a:pt x="2659" y="6621"/>
                  </a:lnTo>
                  <a:lnTo>
                    <a:pt x="2684" y="6647"/>
                  </a:lnTo>
                  <a:lnTo>
                    <a:pt x="2697" y="6685"/>
                  </a:lnTo>
                  <a:lnTo>
                    <a:pt x="2710" y="6711"/>
                  </a:lnTo>
                  <a:lnTo>
                    <a:pt x="2710" y="6749"/>
                  </a:lnTo>
                  <a:lnTo>
                    <a:pt x="2697" y="6775"/>
                  </a:lnTo>
                  <a:lnTo>
                    <a:pt x="2659" y="6787"/>
                  </a:lnTo>
                  <a:lnTo>
                    <a:pt x="2620" y="6800"/>
                  </a:lnTo>
                  <a:lnTo>
                    <a:pt x="2595" y="6800"/>
                  </a:lnTo>
                  <a:lnTo>
                    <a:pt x="2544" y="6762"/>
                  </a:lnTo>
                  <a:lnTo>
                    <a:pt x="2505" y="6736"/>
                  </a:lnTo>
                  <a:lnTo>
                    <a:pt x="2480" y="6724"/>
                  </a:lnTo>
                  <a:lnTo>
                    <a:pt x="2429" y="6724"/>
                  </a:lnTo>
                  <a:lnTo>
                    <a:pt x="2365" y="6749"/>
                  </a:lnTo>
                  <a:lnTo>
                    <a:pt x="2326" y="6762"/>
                  </a:lnTo>
                  <a:lnTo>
                    <a:pt x="2288" y="6762"/>
                  </a:lnTo>
                  <a:lnTo>
                    <a:pt x="2237" y="6749"/>
                  </a:lnTo>
                  <a:lnTo>
                    <a:pt x="2186" y="6724"/>
                  </a:lnTo>
                  <a:lnTo>
                    <a:pt x="2135" y="6711"/>
                  </a:lnTo>
                  <a:lnTo>
                    <a:pt x="2033" y="6711"/>
                  </a:lnTo>
                  <a:lnTo>
                    <a:pt x="1994" y="6736"/>
                  </a:lnTo>
                  <a:lnTo>
                    <a:pt x="1905" y="6775"/>
                  </a:lnTo>
                  <a:lnTo>
                    <a:pt x="1828" y="6813"/>
                  </a:lnTo>
                  <a:lnTo>
                    <a:pt x="1751" y="6839"/>
                  </a:lnTo>
                  <a:lnTo>
                    <a:pt x="1687" y="6839"/>
                  </a:lnTo>
                  <a:lnTo>
                    <a:pt x="1662" y="6826"/>
                  </a:lnTo>
                  <a:lnTo>
                    <a:pt x="1624" y="6800"/>
                  </a:lnTo>
                  <a:lnTo>
                    <a:pt x="1560" y="6736"/>
                  </a:lnTo>
                  <a:lnTo>
                    <a:pt x="1509" y="6672"/>
                  </a:lnTo>
                  <a:lnTo>
                    <a:pt x="1470" y="6660"/>
                  </a:lnTo>
                  <a:lnTo>
                    <a:pt x="1445" y="6647"/>
                  </a:lnTo>
                  <a:lnTo>
                    <a:pt x="1342" y="6647"/>
                  </a:lnTo>
                  <a:lnTo>
                    <a:pt x="1278" y="6672"/>
                  </a:lnTo>
                  <a:lnTo>
                    <a:pt x="1215" y="6698"/>
                  </a:lnTo>
                  <a:lnTo>
                    <a:pt x="1202" y="6711"/>
                  </a:lnTo>
                  <a:lnTo>
                    <a:pt x="1176" y="6724"/>
                  </a:lnTo>
                  <a:lnTo>
                    <a:pt x="1176" y="6749"/>
                  </a:lnTo>
                  <a:lnTo>
                    <a:pt x="1176" y="6775"/>
                  </a:lnTo>
                  <a:lnTo>
                    <a:pt x="1202" y="6813"/>
                  </a:lnTo>
                  <a:lnTo>
                    <a:pt x="1240" y="6851"/>
                  </a:lnTo>
                  <a:lnTo>
                    <a:pt x="1330" y="6902"/>
                  </a:lnTo>
                  <a:lnTo>
                    <a:pt x="1393" y="6928"/>
                  </a:lnTo>
                  <a:lnTo>
                    <a:pt x="1445" y="6966"/>
                  </a:lnTo>
                  <a:lnTo>
                    <a:pt x="1483" y="7005"/>
                  </a:lnTo>
                  <a:lnTo>
                    <a:pt x="1509" y="7069"/>
                  </a:lnTo>
                  <a:lnTo>
                    <a:pt x="1330" y="7171"/>
                  </a:lnTo>
                  <a:lnTo>
                    <a:pt x="1240" y="7235"/>
                  </a:lnTo>
                  <a:lnTo>
                    <a:pt x="1215" y="7260"/>
                  </a:lnTo>
                  <a:lnTo>
                    <a:pt x="1189" y="7299"/>
                  </a:lnTo>
                  <a:lnTo>
                    <a:pt x="1176" y="7324"/>
                  </a:lnTo>
                  <a:lnTo>
                    <a:pt x="1163" y="7363"/>
                  </a:lnTo>
                  <a:lnTo>
                    <a:pt x="1176" y="7401"/>
                  </a:lnTo>
                  <a:lnTo>
                    <a:pt x="1202" y="7426"/>
                  </a:lnTo>
                  <a:lnTo>
                    <a:pt x="1227" y="7439"/>
                  </a:lnTo>
                  <a:lnTo>
                    <a:pt x="1253" y="7439"/>
                  </a:lnTo>
                  <a:lnTo>
                    <a:pt x="1330" y="7426"/>
                  </a:lnTo>
                  <a:lnTo>
                    <a:pt x="1457" y="7363"/>
                  </a:lnTo>
                  <a:lnTo>
                    <a:pt x="1624" y="7299"/>
                  </a:lnTo>
                  <a:lnTo>
                    <a:pt x="1726" y="7273"/>
                  </a:lnTo>
                  <a:lnTo>
                    <a:pt x="1764" y="7273"/>
                  </a:lnTo>
                  <a:lnTo>
                    <a:pt x="1777" y="7286"/>
                  </a:lnTo>
                  <a:lnTo>
                    <a:pt x="1777" y="7311"/>
                  </a:lnTo>
                  <a:lnTo>
                    <a:pt x="1764" y="7337"/>
                  </a:lnTo>
                  <a:lnTo>
                    <a:pt x="1739" y="7401"/>
                  </a:lnTo>
                  <a:lnTo>
                    <a:pt x="1726" y="7465"/>
                  </a:lnTo>
                  <a:lnTo>
                    <a:pt x="1713" y="7542"/>
                  </a:lnTo>
                  <a:lnTo>
                    <a:pt x="1726" y="7618"/>
                  </a:lnTo>
                  <a:lnTo>
                    <a:pt x="1739" y="7682"/>
                  </a:lnTo>
                  <a:lnTo>
                    <a:pt x="1777" y="7746"/>
                  </a:lnTo>
                  <a:lnTo>
                    <a:pt x="1802" y="7784"/>
                  </a:lnTo>
                  <a:lnTo>
                    <a:pt x="1802" y="7797"/>
                  </a:lnTo>
                  <a:lnTo>
                    <a:pt x="1790" y="7823"/>
                  </a:lnTo>
                  <a:lnTo>
                    <a:pt x="1739" y="7887"/>
                  </a:lnTo>
                  <a:lnTo>
                    <a:pt x="1649" y="7989"/>
                  </a:lnTo>
                  <a:lnTo>
                    <a:pt x="1611" y="8027"/>
                  </a:lnTo>
                  <a:lnTo>
                    <a:pt x="1547" y="8066"/>
                  </a:lnTo>
                  <a:lnTo>
                    <a:pt x="1215" y="8244"/>
                  </a:lnTo>
                  <a:lnTo>
                    <a:pt x="857" y="8423"/>
                  </a:lnTo>
                  <a:lnTo>
                    <a:pt x="793" y="8462"/>
                  </a:lnTo>
                  <a:lnTo>
                    <a:pt x="754" y="8513"/>
                  </a:lnTo>
                  <a:lnTo>
                    <a:pt x="742" y="8551"/>
                  </a:lnTo>
                  <a:lnTo>
                    <a:pt x="742" y="8577"/>
                  </a:lnTo>
                  <a:lnTo>
                    <a:pt x="742" y="8615"/>
                  </a:lnTo>
                  <a:lnTo>
                    <a:pt x="754" y="8653"/>
                  </a:lnTo>
                  <a:lnTo>
                    <a:pt x="806" y="8717"/>
                  </a:lnTo>
                  <a:lnTo>
                    <a:pt x="857" y="8768"/>
                  </a:lnTo>
                  <a:lnTo>
                    <a:pt x="895" y="8807"/>
                  </a:lnTo>
                  <a:lnTo>
                    <a:pt x="933" y="8807"/>
                  </a:lnTo>
                  <a:lnTo>
                    <a:pt x="959" y="8794"/>
                  </a:lnTo>
                  <a:lnTo>
                    <a:pt x="1010" y="8756"/>
                  </a:lnTo>
                  <a:lnTo>
                    <a:pt x="1036" y="8781"/>
                  </a:lnTo>
                  <a:lnTo>
                    <a:pt x="1048" y="8820"/>
                  </a:lnTo>
                  <a:lnTo>
                    <a:pt x="1061" y="8845"/>
                  </a:lnTo>
                  <a:lnTo>
                    <a:pt x="1074" y="8883"/>
                  </a:lnTo>
                  <a:lnTo>
                    <a:pt x="1100" y="8896"/>
                  </a:lnTo>
                  <a:lnTo>
                    <a:pt x="1125" y="8909"/>
                  </a:lnTo>
                  <a:lnTo>
                    <a:pt x="1189" y="8909"/>
                  </a:lnTo>
                  <a:lnTo>
                    <a:pt x="1240" y="8896"/>
                  </a:lnTo>
                  <a:lnTo>
                    <a:pt x="1304" y="8845"/>
                  </a:lnTo>
                  <a:lnTo>
                    <a:pt x="1381" y="8781"/>
                  </a:lnTo>
                  <a:lnTo>
                    <a:pt x="1432" y="8756"/>
                  </a:lnTo>
                  <a:lnTo>
                    <a:pt x="1483" y="8730"/>
                  </a:lnTo>
                  <a:lnTo>
                    <a:pt x="1547" y="8717"/>
                  </a:lnTo>
                  <a:lnTo>
                    <a:pt x="1560" y="8717"/>
                  </a:lnTo>
                  <a:lnTo>
                    <a:pt x="1560" y="8730"/>
                  </a:lnTo>
                  <a:lnTo>
                    <a:pt x="1585" y="8756"/>
                  </a:lnTo>
                  <a:lnTo>
                    <a:pt x="1598" y="8768"/>
                  </a:lnTo>
                  <a:lnTo>
                    <a:pt x="1687" y="8768"/>
                  </a:lnTo>
                  <a:lnTo>
                    <a:pt x="1751" y="8743"/>
                  </a:lnTo>
                  <a:lnTo>
                    <a:pt x="1815" y="8717"/>
                  </a:lnTo>
                  <a:lnTo>
                    <a:pt x="1854" y="8730"/>
                  </a:lnTo>
                  <a:lnTo>
                    <a:pt x="1892" y="8743"/>
                  </a:lnTo>
                  <a:lnTo>
                    <a:pt x="1918" y="8781"/>
                  </a:lnTo>
                  <a:lnTo>
                    <a:pt x="1943" y="8820"/>
                  </a:lnTo>
                  <a:lnTo>
                    <a:pt x="1969" y="8871"/>
                  </a:lnTo>
                  <a:lnTo>
                    <a:pt x="1994" y="8909"/>
                  </a:lnTo>
                  <a:lnTo>
                    <a:pt x="2045" y="8960"/>
                  </a:lnTo>
                  <a:lnTo>
                    <a:pt x="2122" y="9011"/>
                  </a:lnTo>
                  <a:lnTo>
                    <a:pt x="2199" y="9062"/>
                  </a:lnTo>
                  <a:lnTo>
                    <a:pt x="2250" y="9062"/>
                  </a:lnTo>
                  <a:lnTo>
                    <a:pt x="2288" y="9075"/>
                  </a:lnTo>
                  <a:lnTo>
                    <a:pt x="2378" y="9062"/>
                  </a:lnTo>
                  <a:lnTo>
                    <a:pt x="2454" y="9050"/>
                  </a:lnTo>
                  <a:lnTo>
                    <a:pt x="2569" y="9050"/>
                  </a:lnTo>
                  <a:lnTo>
                    <a:pt x="2620" y="9037"/>
                  </a:lnTo>
                  <a:lnTo>
                    <a:pt x="2672" y="9011"/>
                  </a:lnTo>
                  <a:lnTo>
                    <a:pt x="2710" y="8986"/>
                  </a:lnTo>
                  <a:lnTo>
                    <a:pt x="2735" y="8960"/>
                  </a:lnTo>
                  <a:lnTo>
                    <a:pt x="2774" y="8909"/>
                  </a:lnTo>
                  <a:lnTo>
                    <a:pt x="2812" y="8871"/>
                  </a:lnTo>
                  <a:lnTo>
                    <a:pt x="2876" y="8845"/>
                  </a:lnTo>
                  <a:lnTo>
                    <a:pt x="2940" y="8794"/>
                  </a:lnTo>
                  <a:lnTo>
                    <a:pt x="2991" y="8743"/>
                  </a:lnTo>
                  <a:lnTo>
                    <a:pt x="3093" y="8641"/>
                  </a:lnTo>
                  <a:lnTo>
                    <a:pt x="3144" y="8590"/>
                  </a:lnTo>
                  <a:lnTo>
                    <a:pt x="3196" y="8577"/>
                  </a:lnTo>
                  <a:lnTo>
                    <a:pt x="3247" y="8577"/>
                  </a:lnTo>
                  <a:lnTo>
                    <a:pt x="3311" y="8602"/>
                  </a:lnTo>
                  <a:lnTo>
                    <a:pt x="3247" y="8705"/>
                  </a:lnTo>
                  <a:lnTo>
                    <a:pt x="3157" y="8807"/>
                  </a:lnTo>
                  <a:lnTo>
                    <a:pt x="2978" y="8986"/>
                  </a:lnTo>
                  <a:lnTo>
                    <a:pt x="2940" y="9024"/>
                  </a:lnTo>
                  <a:lnTo>
                    <a:pt x="2889" y="9062"/>
                  </a:lnTo>
                  <a:lnTo>
                    <a:pt x="2787" y="9114"/>
                  </a:lnTo>
                  <a:lnTo>
                    <a:pt x="2748" y="9152"/>
                  </a:lnTo>
                  <a:lnTo>
                    <a:pt x="2723" y="9190"/>
                  </a:lnTo>
                  <a:lnTo>
                    <a:pt x="2735" y="9229"/>
                  </a:lnTo>
                  <a:lnTo>
                    <a:pt x="2748" y="9280"/>
                  </a:lnTo>
                  <a:lnTo>
                    <a:pt x="2684" y="9318"/>
                  </a:lnTo>
                  <a:lnTo>
                    <a:pt x="2633" y="9344"/>
                  </a:lnTo>
                  <a:lnTo>
                    <a:pt x="2569" y="9356"/>
                  </a:lnTo>
                  <a:lnTo>
                    <a:pt x="2518" y="9369"/>
                  </a:lnTo>
                  <a:lnTo>
                    <a:pt x="2390" y="9369"/>
                  </a:lnTo>
                  <a:lnTo>
                    <a:pt x="2263" y="9356"/>
                  </a:lnTo>
                  <a:lnTo>
                    <a:pt x="2045" y="9356"/>
                  </a:lnTo>
                  <a:lnTo>
                    <a:pt x="1841" y="9395"/>
                  </a:lnTo>
                  <a:lnTo>
                    <a:pt x="1764" y="9420"/>
                  </a:lnTo>
                  <a:lnTo>
                    <a:pt x="1726" y="9459"/>
                  </a:lnTo>
                  <a:lnTo>
                    <a:pt x="1700" y="9497"/>
                  </a:lnTo>
                  <a:lnTo>
                    <a:pt x="1700" y="9561"/>
                  </a:lnTo>
                  <a:lnTo>
                    <a:pt x="1611" y="9612"/>
                  </a:lnTo>
                  <a:lnTo>
                    <a:pt x="1534" y="9650"/>
                  </a:lnTo>
                  <a:lnTo>
                    <a:pt x="1470" y="9714"/>
                  </a:lnTo>
                  <a:lnTo>
                    <a:pt x="1419" y="9791"/>
                  </a:lnTo>
                  <a:lnTo>
                    <a:pt x="1330" y="9931"/>
                  </a:lnTo>
                  <a:lnTo>
                    <a:pt x="1227" y="10072"/>
                  </a:lnTo>
                  <a:lnTo>
                    <a:pt x="1100" y="10238"/>
                  </a:lnTo>
                  <a:lnTo>
                    <a:pt x="1036" y="10328"/>
                  </a:lnTo>
                  <a:lnTo>
                    <a:pt x="959" y="10404"/>
                  </a:lnTo>
                  <a:lnTo>
                    <a:pt x="844" y="10519"/>
                  </a:lnTo>
                  <a:lnTo>
                    <a:pt x="780" y="10571"/>
                  </a:lnTo>
                  <a:lnTo>
                    <a:pt x="729" y="10596"/>
                  </a:lnTo>
                  <a:lnTo>
                    <a:pt x="601" y="10647"/>
                  </a:lnTo>
                  <a:lnTo>
                    <a:pt x="627" y="10762"/>
                  </a:lnTo>
                  <a:lnTo>
                    <a:pt x="716" y="10737"/>
                  </a:lnTo>
                  <a:lnTo>
                    <a:pt x="754" y="10724"/>
                  </a:lnTo>
                  <a:lnTo>
                    <a:pt x="780" y="10724"/>
                  </a:lnTo>
                  <a:lnTo>
                    <a:pt x="806" y="10737"/>
                  </a:lnTo>
                  <a:lnTo>
                    <a:pt x="806" y="10749"/>
                  </a:lnTo>
                  <a:lnTo>
                    <a:pt x="818" y="10788"/>
                  </a:lnTo>
                  <a:lnTo>
                    <a:pt x="831" y="10826"/>
                  </a:lnTo>
                  <a:lnTo>
                    <a:pt x="844" y="10839"/>
                  </a:lnTo>
                  <a:lnTo>
                    <a:pt x="869" y="10852"/>
                  </a:lnTo>
                  <a:lnTo>
                    <a:pt x="921" y="10839"/>
                  </a:lnTo>
                  <a:lnTo>
                    <a:pt x="972" y="10813"/>
                  </a:lnTo>
                  <a:lnTo>
                    <a:pt x="1048" y="10749"/>
                  </a:lnTo>
                  <a:lnTo>
                    <a:pt x="1074" y="10711"/>
                  </a:lnTo>
                  <a:lnTo>
                    <a:pt x="1087" y="10686"/>
                  </a:lnTo>
                  <a:lnTo>
                    <a:pt x="1087" y="10647"/>
                  </a:lnTo>
                  <a:lnTo>
                    <a:pt x="1100" y="10609"/>
                  </a:lnTo>
                  <a:lnTo>
                    <a:pt x="1125" y="10583"/>
                  </a:lnTo>
                  <a:lnTo>
                    <a:pt x="1138" y="10571"/>
                  </a:lnTo>
                  <a:lnTo>
                    <a:pt x="1202" y="10558"/>
                  </a:lnTo>
                  <a:lnTo>
                    <a:pt x="1215" y="10558"/>
                  </a:lnTo>
                  <a:lnTo>
                    <a:pt x="1253" y="10571"/>
                  </a:lnTo>
                  <a:lnTo>
                    <a:pt x="1317" y="10545"/>
                  </a:lnTo>
                  <a:lnTo>
                    <a:pt x="1381" y="10519"/>
                  </a:lnTo>
                  <a:lnTo>
                    <a:pt x="1470" y="10494"/>
                  </a:lnTo>
                  <a:lnTo>
                    <a:pt x="1560" y="10468"/>
                  </a:lnTo>
                  <a:lnTo>
                    <a:pt x="1662" y="10468"/>
                  </a:lnTo>
                  <a:lnTo>
                    <a:pt x="1739" y="10481"/>
                  </a:lnTo>
                  <a:lnTo>
                    <a:pt x="1828" y="10519"/>
                  </a:lnTo>
                  <a:lnTo>
                    <a:pt x="1879" y="10532"/>
                  </a:lnTo>
                  <a:lnTo>
                    <a:pt x="1930" y="10545"/>
                  </a:lnTo>
                  <a:lnTo>
                    <a:pt x="2160" y="10545"/>
                  </a:lnTo>
                  <a:lnTo>
                    <a:pt x="2237" y="10532"/>
                  </a:lnTo>
                  <a:lnTo>
                    <a:pt x="2263" y="10519"/>
                  </a:lnTo>
                  <a:lnTo>
                    <a:pt x="2288" y="10481"/>
                  </a:lnTo>
                  <a:lnTo>
                    <a:pt x="2339" y="10404"/>
                  </a:lnTo>
                  <a:lnTo>
                    <a:pt x="2365" y="10315"/>
                  </a:lnTo>
                  <a:lnTo>
                    <a:pt x="2378" y="10251"/>
                  </a:lnTo>
                  <a:lnTo>
                    <a:pt x="2378" y="10174"/>
                  </a:lnTo>
                  <a:lnTo>
                    <a:pt x="2403" y="10085"/>
                  </a:lnTo>
                  <a:lnTo>
                    <a:pt x="2416" y="10059"/>
                  </a:lnTo>
                  <a:lnTo>
                    <a:pt x="2442" y="10021"/>
                  </a:lnTo>
                  <a:lnTo>
                    <a:pt x="2493" y="9995"/>
                  </a:lnTo>
                  <a:lnTo>
                    <a:pt x="2544" y="9970"/>
                  </a:lnTo>
                  <a:lnTo>
                    <a:pt x="2595" y="9957"/>
                  </a:lnTo>
                  <a:lnTo>
                    <a:pt x="2659" y="9944"/>
                  </a:lnTo>
                  <a:lnTo>
                    <a:pt x="2787" y="9944"/>
                  </a:lnTo>
                  <a:lnTo>
                    <a:pt x="2902" y="9957"/>
                  </a:lnTo>
                  <a:lnTo>
                    <a:pt x="3004" y="9957"/>
                  </a:lnTo>
                  <a:lnTo>
                    <a:pt x="3106" y="9995"/>
                  </a:lnTo>
                  <a:lnTo>
                    <a:pt x="3157" y="10021"/>
                  </a:lnTo>
                  <a:lnTo>
                    <a:pt x="3196" y="10059"/>
                  </a:lnTo>
                  <a:lnTo>
                    <a:pt x="3247" y="10085"/>
                  </a:lnTo>
                  <a:lnTo>
                    <a:pt x="3298" y="10098"/>
                  </a:lnTo>
                  <a:lnTo>
                    <a:pt x="3362" y="10098"/>
                  </a:lnTo>
                  <a:lnTo>
                    <a:pt x="3438" y="10059"/>
                  </a:lnTo>
                  <a:lnTo>
                    <a:pt x="3515" y="10034"/>
                  </a:lnTo>
                  <a:lnTo>
                    <a:pt x="3579" y="10008"/>
                  </a:lnTo>
                  <a:lnTo>
                    <a:pt x="3643" y="10008"/>
                  </a:lnTo>
                  <a:lnTo>
                    <a:pt x="3694" y="10021"/>
                  </a:lnTo>
                  <a:lnTo>
                    <a:pt x="3745" y="10021"/>
                  </a:lnTo>
                  <a:lnTo>
                    <a:pt x="3796" y="10008"/>
                  </a:lnTo>
                  <a:lnTo>
                    <a:pt x="3771" y="9957"/>
                  </a:lnTo>
                  <a:lnTo>
                    <a:pt x="3745" y="9919"/>
                  </a:lnTo>
                  <a:lnTo>
                    <a:pt x="3668" y="9829"/>
                  </a:lnTo>
                  <a:lnTo>
                    <a:pt x="3732" y="9804"/>
                  </a:lnTo>
                  <a:lnTo>
                    <a:pt x="3796" y="9778"/>
                  </a:lnTo>
                  <a:lnTo>
                    <a:pt x="3847" y="9765"/>
                  </a:lnTo>
                  <a:lnTo>
                    <a:pt x="3899" y="9778"/>
                  </a:lnTo>
                  <a:lnTo>
                    <a:pt x="4014" y="9778"/>
                  </a:lnTo>
                  <a:lnTo>
                    <a:pt x="4077" y="9753"/>
                  </a:lnTo>
                  <a:lnTo>
                    <a:pt x="4141" y="9701"/>
                  </a:lnTo>
                  <a:lnTo>
                    <a:pt x="4154" y="9663"/>
                  </a:lnTo>
                  <a:lnTo>
                    <a:pt x="4167" y="9638"/>
                  </a:lnTo>
                  <a:lnTo>
                    <a:pt x="4167" y="9599"/>
                  </a:lnTo>
                  <a:lnTo>
                    <a:pt x="4154" y="9561"/>
                  </a:lnTo>
                  <a:lnTo>
                    <a:pt x="4244" y="9535"/>
                  </a:lnTo>
                  <a:lnTo>
                    <a:pt x="4320" y="9535"/>
                  </a:lnTo>
                  <a:lnTo>
                    <a:pt x="4410" y="9561"/>
                  </a:lnTo>
                  <a:lnTo>
                    <a:pt x="4448" y="9574"/>
                  </a:lnTo>
                  <a:lnTo>
                    <a:pt x="4486" y="9574"/>
                  </a:lnTo>
                  <a:lnTo>
                    <a:pt x="4576" y="9561"/>
                  </a:lnTo>
                  <a:lnTo>
                    <a:pt x="4653" y="9535"/>
                  </a:lnTo>
                  <a:lnTo>
                    <a:pt x="4691" y="9523"/>
                  </a:lnTo>
                  <a:lnTo>
                    <a:pt x="4729" y="9535"/>
                  </a:lnTo>
                  <a:lnTo>
                    <a:pt x="4755" y="9548"/>
                  </a:lnTo>
                  <a:lnTo>
                    <a:pt x="4780" y="9586"/>
                  </a:lnTo>
                  <a:lnTo>
                    <a:pt x="4780" y="9612"/>
                  </a:lnTo>
                  <a:lnTo>
                    <a:pt x="4768" y="9650"/>
                  </a:lnTo>
                  <a:lnTo>
                    <a:pt x="4780" y="9676"/>
                  </a:lnTo>
                  <a:lnTo>
                    <a:pt x="4793" y="9701"/>
                  </a:lnTo>
                  <a:lnTo>
                    <a:pt x="4831" y="9714"/>
                  </a:lnTo>
                  <a:lnTo>
                    <a:pt x="4870" y="9701"/>
                  </a:lnTo>
                  <a:lnTo>
                    <a:pt x="4934" y="9663"/>
                  </a:lnTo>
                  <a:lnTo>
                    <a:pt x="5023" y="9612"/>
                  </a:lnTo>
                  <a:lnTo>
                    <a:pt x="5074" y="9586"/>
                  </a:lnTo>
                  <a:lnTo>
                    <a:pt x="5138" y="9574"/>
                  </a:lnTo>
                  <a:lnTo>
                    <a:pt x="5202" y="9574"/>
                  </a:lnTo>
                  <a:lnTo>
                    <a:pt x="5266" y="9599"/>
                  </a:lnTo>
                  <a:lnTo>
                    <a:pt x="5394" y="9638"/>
                  </a:lnTo>
                  <a:lnTo>
                    <a:pt x="5509" y="9638"/>
                  </a:lnTo>
                  <a:lnTo>
                    <a:pt x="5624" y="9612"/>
                  </a:lnTo>
                  <a:lnTo>
                    <a:pt x="5752" y="9548"/>
                  </a:lnTo>
                  <a:lnTo>
                    <a:pt x="5943" y="9459"/>
                  </a:lnTo>
                  <a:lnTo>
                    <a:pt x="6148" y="9356"/>
                  </a:lnTo>
                  <a:lnTo>
                    <a:pt x="6186" y="9331"/>
                  </a:lnTo>
                  <a:lnTo>
                    <a:pt x="6225" y="9292"/>
                  </a:lnTo>
                  <a:lnTo>
                    <a:pt x="6263" y="9229"/>
                  </a:lnTo>
                  <a:lnTo>
                    <a:pt x="6327" y="9062"/>
                  </a:lnTo>
                  <a:lnTo>
                    <a:pt x="6352" y="9011"/>
                  </a:lnTo>
                  <a:lnTo>
                    <a:pt x="6378" y="8947"/>
                  </a:lnTo>
                  <a:lnTo>
                    <a:pt x="6378" y="8909"/>
                  </a:lnTo>
                  <a:lnTo>
                    <a:pt x="6378" y="8883"/>
                  </a:lnTo>
                  <a:lnTo>
                    <a:pt x="6378" y="8845"/>
                  </a:lnTo>
                  <a:lnTo>
                    <a:pt x="6352" y="8820"/>
                  </a:lnTo>
                  <a:lnTo>
                    <a:pt x="6314" y="8807"/>
                  </a:lnTo>
                  <a:lnTo>
                    <a:pt x="5943" y="8807"/>
                  </a:lnTo>
                  <a:lnTo>
                    <a:pt x="5867" y="8794"/>
                  </a:lnTo>
                  <a:lnTo>
                    <a:pt x="5828" y="8781"/>
                  </a:lnTo>
                  <a:lnTo>
                    <a:pt x="5816" y="8756"/>
                  </a:lnTo>
                  <a:lnTo>
                    <a:pt x="5790" y="8730"/>
                  </a:lnTo>
                  <a:lnTo>
                    <a:pt x="5790" y="8705"/>
                  </a:lnTo>
                  <a:lnTo>
                    <a:pt x="5803" y="8679"/>
                  </a:lnTo>
                  <a:lnTo>
                    <a:pt x="5828" y="8653"/>
                  </a:lnTo>
                  <a:lnTo>
                    <a:pt x="5918" y="8615"/>
                  </a:lnTo>
                  <a:lnTo>
                    <a:pt x="6007" y="8577"/>
                  </a:lnTo>
                  <a:lnTo>
                    <a:pt x="6071" y="8538"/>
                  </a:lnTo>
                  <a:lnTo>
                    <a:pt x="6097" y="8513"/>
                  </a:lnTo>
                  <a:lnTo>
                    <a:pt x="6110" y="8500"/>
                  </a:lnTo>
                  <a:lnTo>
                    <a:pt x="6084" y="8436"/>
                  </a:lnTo>
                  <a:lnTo>
                    <a:pt x="6058" y="8359"/>
                  </a:lnTo>
                  <a:lnTo>
                    <a:pt x="6058" y="8321"/>
                  </a:lnTo>
                  <a:lnTo>
                    <a:pt x="6071" y="8283"/>
                  </a:lnTo>
                  <a:lnTo>
                    <a:pt x="6135" y="8232"/>
                  </a:lnTo>
                  <a:lnTo>
                    <a:pt x="6199" y="8193"/>
                  </a:lnTo>
                  <a:lnTo>
                    <a:pt x="6263" y="8155"/>
                  </a:lnTo>
                  <a:lnTo>
                    <a:pt x="6327" y="8091"/>
                  </a:lnTo>
                  <a:lnTo>
                    <a:pt x="6352" y="8040"/>
                  </a:lnTo>
                  <a:lnTo>
                    <a:pt x="6391" y="7976"/>
                  </a:lnTo>
                  <a:lnTo>
                    <a:pt x="6442" y="7861"/>
                  </a:lnTo>
                  <a:lnTo>
                    <a:pt x="6480" y="7797"/>
                  </a:lnTo>
                  <a:lnTo>
                    <a:pt x="6493" y="7733"/>
                  </a:lnTo>
                  <a:lnTo>
                    <a:pt x="6493" y="7657"/>
                  </a:lnTo>
                  <a:lnTo>
                    <a:pt x="6493" y="7580"/>
                  </a:lnTo>
                  <a:lnTo>
                    <a:pt x="6455" y="7426"/>
                  </a:lnTo>
                  <a:lnTo>
                    <a:pt x="6416" y="7299"/>
                  </a:lnTo>
                  <a:lnTo>
                    <a:pt x="6365" y="7184"/>
                  </a:lnTo>
                  <a:lnTo>
                    <a:pt x="6301" y="7094"/>
                  </a:lnTo>
                  <a:lnTo>
                    <a:pt x="6225" y="7018"/>
                  </a:lnTo>
                  <a:lnTo>
                    <a:pt x="6110" y="6954"/>
                  </a:lnTo>
                  <a:lnTo>
                    <a:pt x="6033" y="6928"/>
                  </a:lnTo>
                  <a:lnTo>
                    <a:pt x="5943" y="6915"/>
                  </a:lnTo>
                  <a:lnTo>
                    <a:pt x="5854" y="6902"/>
                  </a:lnTo>
                  <a:lnTo>
                    <a:pt x="5752" y="6890"/>
                  </a:lnTo>
                  <a:lnTo>
                    <a:pt x="5649" y="6902"/>
                  </a:lnTo>
                  <a:lnTo>
                    <a:pt x="5560" y="6915"/>
                  </a:lnTo>
                  <a:lnTo>
                    <a:pt x="5483" y="6954"/>
                  </a:lnTo>
                  <a:lnTo>
                    <a:pt x="5419" y="6992"/>
                  </a:lnTo>
                  <a:lnTo>
                    <a:pt x="5381" y="7043"/>
                  </a:lnTo>
                  <a:lnTo>
                    <a:pt x="5356" y="7094"/>
                  </a:lnTo>
                  <a:lnTo>
                    <a:pt x="5330" y="7120"/>
                  </a:lnTo>
                  <a:lnTo>
                    <a:pt x="5304" y="7133"/>
                  </a:lnTo>
                  <a:lnTo>
                    <a:pt x="5266" y="7145"/>
                  </a:lnTo>
                  <a:lnTo>
                    <a:pt x="5189" y="7145"/>
                  </a:lnTo>
                  <a:lnTo>
                    <a:pt x="5113" y="7133"/>
                  </a:lnTo>
                  <a:lnTo>
                    <a:pt x="5049" y="7107"/>
                  </a:lnTo>
                  <a:lnTo>
                    <a:pt x="5023" y="7081"/>
                  </a:lnTo>
                  <a:lnTo>
                    <a:pt x="4998" y="7069"/>
                  </a:lnTo>
                  <a:lnTo>
                    <a:pt x="4985" y="7030"/>
                  </a:lnTo>
                  <a:lnTo>
                    <a:pt x="4985" y="7005"/>
                  </a:lnTo>
                  <a:lnTo>
                    <a:pt x="4998" y="6954"/>
                  </a:lnTo>
                  <a:lnTo>
                    <a:pt x="5036" y="6902"/>
                  </a:lnTo>
                  <a:lnTo>
                    <a:pt x="5087" y="6864"/>
                  </a:lnTo>
                  <a:lnTo>
                    <a:pt x="5202" y="6787"/>
                  </a:lnTo>
                  <a:lnTo>
                    <a:pt x="5253" y="6736"/>
                  </a:lnTo>
                  <a:lnTo>
                    <a:pt x="5279" y="6698"/>
                  </a:lnTo>
                  <a:lnTo>
                    <a:pt x="5279" y="6660"/>
                  </a:lnTo>
                  <a:lnTo>
                    <a:pt x="5279" y="6634"/>
                  </a:lnTo>
                  <a:lnTo>
                    <a:pt x="5240" y="6557"/>
                  </a:lnTo>
                  <a:lnTo>
                    <a:pt x="5164" y="6442"/>
                  </a:lnTo>
                  <a:lnTo>
                    <a:pt x="5113" y="6366"/>
                  </a:lnTo>
                  <a:lnTo>
                    <a:pt x="5062" y="6302"/>
                  </a:lnTo>
                  <a:lnTo>
                    <a:pt x="4998" y="6238"/>
                  </a:lnTo>
                  <a:lnTo>
                    <a:pt x="4921" y="6187"/>
                  </a:lnTo>
                  <a:lnTo>
                    <a:pt x="4844" y="6148"/>
                  </a:lnTo>
                  <a:lnTo>
                    <a:pt x="4780" y="6136"/>
                  </a:lnTo>
                  <a:lnTo>
                    <a:pt x="4461" y="6136"/>
                  </a:lnTo>
                  <a:lnTo>
                    <a:pt x="4371" y="6123"/>
                  </a:lnTo>
                  <a:lnTo>
                    <a:pt x="4333" y="6110"/>
                  </a:lnTo>
                  <a:lnTo>
                    <a:pt x="4320" y="6097"/>
                  </a:lnTo>
                  <a:lnTo>
                    <a:pt x="4397" y="6059"/>
                  </a:lnTo>
                  <a:lnTo>
                    <a:pt x="4474" y="6033"/>
                  </a:lnTo>
                  <a:lnTo>
                    <a:pt x="4550" y="6021"/>
                  </a:lnTo>
                  <a:lnTo>
                    <a:pt x="4627" y="6021"/>
                  </a:lnTo>
                  <a:lnTo>
                    <a:pt x="4793" y="6008"/>
                  </a:lnTo>
                  <a:lnTo>
                    <a:pt x="4870" y="5995"/>
                  </a:lnTo>
                  <a:lnTo>
                    <a:pt x="4895" y="5982"/>
                  </a:lnTo>
                  <a:lnTo>
                    <a:pt x="4921" y="5957"/>
                  </a:lnTo>
                  <a:lnTo>
                    <a:pt x="4921" y="5931"/>
                  </a:lnTo>
                  <a:lnTo>
                    <a:pt x="4921" y="5906"/>
                  </a:lnTo>
                  <a:lnTo>
                    <a:pt x="4883" y="5880"/>
                  </a:lnTo>
                  <a:lnTo>
                    <a:pt x="4844" y="5842"/>
                  </a:lnTo>
                  <a:lnTo>
                    <a:pt x="4806" y="5803"/>
                  </a:lnTo>
                  <a:lnTo>
                    <a:pt x="4768" y="5739"/>
                  </a:lnTo>
                  <a:lnTo>
                    <a:pt x="4742" y="5650"/>
                  </a:lnTo>
                  <a:lnTo>
                    <a:pt x="4716" y="5573"/>
                  </a:lnTo>
                  <a:lnTo>
                    <a:pt x="4691" y="5497"/>
                  </a:lnTo>
                  <a:lnTo>
                    <a:pt x="4640" y="5394"/>
                  </a:lnTo>
                  <a:lnTo>
                    <a:pt x="4550" y="5279"/>
                  </a:lnTo>
                  <a:lnTo>
                    <a:pt x="4461" y="5190"/>
                  </a:lnTo>
                  <a:lnTo>
                    <a:pt x="4359" y="5113"/>
                  </a:lnTo>
                  <a:lnTo>
                    <a:pt x="4244" y="5062"/>
                  </a:lnTo>
                  <a:lnTo>
                    <a:pt x="4116" y="5011"/>
                  </a:lnTo>
                  <a:lnTo>
                    <a:pt x="4039" y="4998"/>
                  </a:lnTo>
                  <a:lnTo>
                    <a:pt x="3962" y="4985"/>
                  </a:lnTo>
                  <a:lnTo>
                    <a:pt x="3873" y="4985"/>
                  </a:lnTo>
                  <a:lnTo>
                    <a:pt x="3835" y="4973"/>
                  </a:lnTo>
                  <a:lnTo>
                    <a:pt x="3796" y="4960"/>
                  </a:lnTo>
                  <a:lnTo>
                    <a:pt x="3771" y="4934"/>
                  </a:lnTo>
                  <a:lnTo>
                    <a:pt x="3745" y="4896"/>
                  </a:lnTo>
                  <a:lnTo>
                    <a:pt x="3694" y="4819"/>
                  </a:lnTo>
                  <a:lnTo>
                    <a:pt x="3643" y="4730"/>
                  </a:lnTo>
                  <a:lnTo>
                    <a:pt x="3592" y="4666"/>
                  </a:lnTo>
                  <a:lnTo>
                    <a:pt x="3528" y="4589"/>
                  </a:lnTo>
                  <a:lnTo>
                    <a:pt x="3464" y="4513"/>
                  </a:lnTo>
                  <a:lnTo>
                    <a:pt x="3426" y="4423"/>
                  </a:lnTo>
                  <a:lnTo>
                    <a:pt x="3413" y="4372"/>
                  </a:lnTo>
                  <a:lnTo>
                    <a:pt x="3413" y="4334"/>
                  </a:lnTo>
                  <a:lnTo>
                    <a:pt x="3426" y="4180"/>
                  </a:lnTo>
                  <a:lnTo>
                    <a:pt x="3426" y="4104"/>
                  </a:lnTo>
                  <a:lnTo>
                    <a:pt x="3413" y="4027"/>
                  </a:lnTo>
                  <a:lnTo>
                    <a:pt x="3336" y="3861"/>
                  </a:lnTo>
                  <a:lnTo>
                    <a:pt x="3298" y="3771"/>
                  </a:lnTo>
                  <a:lnTo>
                    <a:pt x="3247" y="3695"/>
                  </a:lnTo>
                  <a:lnTo>
                    <a:pt x="3196" y="3643"/>
                  </a:lnTo>
                  <a:lnTo>
                    <a:pt x="3132" y="3605"/>
                  </a:lnTo>
                  <a:lnTo>
                    <a:pt x="2966" y="3554"/>
                  </a:lnTo>
                  <a:lnTo>
                    <a:pt x="2876" y="3516"/>
                  </a:lnTo>
                  <a:lnTo>
                    <a:pt x="2812" y="3465"/>
                  </a:lnTo>
                  <a:lnTo>
                    <a:pt x="2659" y="3375"/>
                  </a:lnTo>
                  <a:lnTo>
                    <a:pt x="2608" y="3349"/>
                  </a:lnTo>
                  <a:lnTo>
                    <a:pt x="2467" y="3349"/>
                  </a:lnTo>
                  <a:lnTo>
                    <a:pt x="2275" y="3388"/>
                  </a:lnTo>
                  <a:lnTo>
                    <a:pt x="2199" y="3401"/>
                  </a:lnTo>
                  <a:lnTo>
                    <a:pt x="2109" y="3401"/>
                  </a:lnTo>
                  <a:lnTo>
                    <a:pt x="1956" y="3388"/>
                  </a:lnTo>
                  <a:lnTo>
                    <a:pt x="1879" y="3362"/>
                  </a:lnTo>
                  <a:lnTo>
                    <a:pt x="1841" y="3349"/>
                  </a:lnTo>
                  <a:lnTo>
                    <a:pt x="1815" y="3324"/>
                  </a:lnTo>
                  <a:lnTo>
                    <a:pt x="1866" y="3298"/>
                  </a:lnTo>
                  <a:lnTo>
                    <a:pt x="2058" y="3298"/>
                  </a:lnTo>
                  <a:lnTo>
                    <a:pt x="2096" y="3234"/>
                  </a:lnTo>
                  <a:lnTo>
                    <a:pt x="2122" y="3196"/>
                  </a:lnTo>
                  <a:lnTo>
                    <a:pt x="2173" y="3158"/>
                  </a:lnTo>
                  <a:lnTo>
                    <a:pt x="2263" y="3107"/>
                  </a:lnTo>
                  <a:lnTo>
                    <a:pt x="2378" y="3068"/>
                  </a:lnTo>
                  <a:lnTo>
                    <a:pt x="2493" y="3043"/>
                  </a:lnTo>
                  <a:lnTo>
                    <a:pt x="2454" y="2966"/>
                  </a:lnTo>
                  <a:lnTo>
                    <a:pt x="2429" y="2902"/>
                  </a:lnTo>
                  <a:lnTo>
                    <a:pt x="2390" y="2889"/>
                  </a:lnTo>
                  <a:lnTo>
                    <a:pt x="2365" y="2877"/>
                  </a:lnTo>
                  <a:lnTo>
                    <a:pt x="2314" y="2864"/>
                  </a:lnTo>
                  <a:lnTo>
                    <a:pt x="2263" y="2877"/>
                  </a:lnTo>
                  <a:lnTo>
                    <a:pt x="2199" y="2889"/>
                  </a:lnTo>
                  <a:lnTo>
                    <a:pt x="2135" y="2915"/>
                  </a:lnTo>
                  <a:lnTo>
                    <a:pt x="2122" y="2877"/>
                  </a:lnTo>
                  <a:lnTo>
                    <a:pt x="2122" y="2838"/>
                  </a:lnTo>
                  <a:lnTo>
                    <a:pt x="2148" y="2813"/>
                  </a:lnTo>
                  <a:lnTo>
                    <a:pt x="2186" y="2800"/>
                  </a:lnTo>
                  <a:lnTo>
                    <a:pt x="2378" y="2723"/>
                  </a:lnTo>
                  <a:lnTo>
                    <a:pt x="2467" y="2698"/>
                  </a:lnTo>
                  <a:lnTo>
                    <a:pt x="2557" y="2659"/>
                  </a:lnTo>
                  <a:lnTo>
                    <a:pt x="2544" y="2608"/>
                  </a:lnTo>
                  <a:lnTo>
                    <a:pt x="2557" y="2544"/>
                  </a:lnTo>
                  <a:lnTo>
                    <a:pt x="2582" y="2480"/>
                  </a:lnTo>
                  <a:lnTo>
                    <a:pt x="2608" y="2417"/>
                  </a:lnTo>
                  <a:lnTo>
                    <a:pt x="2748" y="2199"/>
                  </a:lnTo>
                  <a:lnTo>
                    <a:pt x="2799" y="2097"/>
                  </a:lnTo>
                  <a:lnTo>
                    <a:pt x="2825" y="1982"/>
                  </a:lnTo>
                  <a:lnTo>
                    <a:pt x="2902" y="1765"/>
                  </a:lnTo>
                  <a:lnTo>
                    <a:pt x="2927" y="1701"/>
                  </a:lnTo>
                  <a:lnTo>
                    <a:pt x="2953" y="1637"/>
                  </a:lnTo>
                  <a:lnTo>
                    <a:pt x="3004" y="1573"/>
                  </a:lnTo>
                  <a:lnTo>
                    <a:pt x="3029" y="1547"/>
                  </a:lnTo>
                  <a:lnTo>
                    <a:pt x="3055" y="1509"/>
                  </a:lnTo>
                  <a:lnTo>
                    <a:pt x="3068" y="1471"/>
                  </a:lnTo>
                  <a:lnTo>
                    <a:pt x="3055" y="1432"/>
                  </a:lnTo>
                  <a:lnTo>
                    <a:pt x="3029" y="1356"/>
                  </a:lnTo>
                  <a:lnTo>
                    <a:pt x="2978" y="1292"/>
                  </a:lnTo>
                  <a:lnTo>
                    <a:pt x="2940" y="1215"/>
                  </a:lnTo>
                  <a:lnTo>
                    <a:pt x="2838" y="1228"/>
                  </a:lnTo>
                  <a:lnTo>
                    <a:pt x="2723" y="1228"/>
                  </a:lnTo>
                  <a:lnTo>
                    <a:pt x="2505" y="1215"/>
                  </a:lnTo>
                  <a:lnTo>
                    <a:pt x="2326" y="1215"/>
                  </a:lnTo>
                  <a:lnTo>
                    <a:pt x="2135" y="1228"/>
                  </a:lnTo>
                  <a:lnTo>
                    <a:pt x="2007" y="1253"/>
                  </a:lnTo>
                  <a:lnTo>
                    <a:pt x="1879" y="1279"/>
                  </a:lnTo>
                  <a:lnTo>
                    <a:pt x="1764" y="1317"/>
                  </a:lnTo>
                  <a:lnTo>
                    <a:pt x="1636" y="1394"/>
                  </a:lnTo>
                  <a:lnTo>
                    <a:pt x="1470" y="1496"/>
                  </a:lnTo>
                  <a:lnTo>
                    <a:pt x="1381" y="1535"/>
                  </a:lnTo>
                  <a:lnTo>
                    <a:pt x="1278" y="1573"/>
                  </a:lnTo>
                  <a:lnTo>
                    <a:pt x="1266" y="1547"/>
                  </a:lnTo>
                  <a:lnTo>
                    <a:pt x="1253" y="1522"/>
                  </a:lnTo>
                  <a:lnTo>
                    <a:pt x="1240" y="1496"/>
                  </a:lnTo>
                  <a:lnTo>
                    <a:pt x="1253" y="1471"/>
                  </a:lnTo>
                  <a:lnTo>
                    <a:pt x="1266" y="1445"/>
                  </a:lnTo>
                  <a:lnTo>
                    <a:pt x="1291" y="1420"/>
                  </a:lnTo>
                  <a:lnTo>
                    <a:pt x="1342" y="1369"/>
                  </a:lnTo>
                  <a:lnTo>
                    <a:pt x="1355" y="1330"/>
                  </a:lnTo>
                  <a:lnTo>
                    <a:pt x="1368" y="1279"/>
                  </a:lnTo>
                  <a:lnTo>
                    <a:pt x="1381" y="1253"/>
                  </a:lnTo>
                  <a:lnTo>
                    <a:pt x="1406" y="1241"/>
                  </a:lnTo>
                  <a:lnTo>
                    <a:pt x="1470" y="1202"/>
                  </a:lnTo>
                  <a:lnTo>
                    <a:pt x="1534" y="1177"/>
                  </a:lnTo>
                  <a:lnTo>
                    <a:pt x="1547" y="1151"/>
                  </a:lnTo>
                  <a:lnTo>
                    <a:pt x="1547" y="1113"/>
                  </a:lnTo>
                  <a:lnTo>
                    <a:pt x="1534" y="1087"/>
                  </a:lnTo>
                  <a:lnTo>
                    <a:pt x="1521" y="1075"/>
                  </a:lnTo>
                  <a:lnTo>
                    <a:pt x="1457" y="1075"/>
                  </a:lnTo>
                  <a:lnTo>
                    <a:pt x="1381" y="1100"/>
                  </a:lnTo>
                  <a:lnTo>
                    <a:pt x="1317" y="1113"/>
                  </a:lnTo>
                  <a:lnTo>
                    <a:pt x="1291" y="1113"/>
                  </a:lnTo>
                  <a:lnTo>
                    <a:pt x="1266" y="1100"/>
                  </a:lnTo>
                  <a:lnTo>
                    <a:pt x="1240" y="1075"/>
                  </a:lnTo>
                  <a:lnTo>
                    <a:pt x="1240" y="1049"/>
                  </a:lnTo>
                  <a:lnTo>
                    <a:pt x="1253" y="1023"/>
                  </a:lnTo>
                  <a:lnTo>
                    <a:pt x="1278" y="1011"/>
                  </a:lnTo>
                  <a:lnTo>
                    <a:pt x="1355" y="972"/>
                  </a:lnTo>
                  <a:lnTo>
                    <a:pt x="1432" y="947"/>
                  </a:lnTo>
                  <a:lnTo>
                    <a:pt x="1496" y="921"/>
                  </a:lnTo>
                  <a:lnTo>
                    <a:pt x="1572" y="883"/>
                  </a:lnTo>
                  <a:lnTo>
                    <a:pt x="1636" y="819"/>
                  </a:lnTo>
                  <a:lnTo>
                    <a:pt x="1764" y="704"/>
                  </a:lnTo>
                  <a:lnTo>
                    <a:pt x="1790" y="666"/>
                  </a:lnTo>
                  <a:lnTo>
                    <a:pt x="1815" y="627"/>
                  </a:lnTo>
                  <a:lnTo>
                    <a:pt x="1866" y="551"/>
                  </a:lnTo>
                  <a:lnTo>
                    <a:pt x="1905" y="499"/>
                  </a:lnTo>
                  <a:lnTo>
                    <a:pt x="1943" y="461"/>
                  </a:lnTo>
                  <a:lnTo>
                    <a:pt x="2045" y="410"/>
                  </a:lnTo>
                  <a:lnTo>
                    <a:pt x="2109" y="372"/>
                  </a:lnTo>
                  <a:lnTo>
                    <a:pt x="2148" y="333"/>
                  </a:lnTo>
                  <a:lnTo>
                    <a:pt x="2160" y="282"/>
                  </a:lnTo>
                  <a:lnTo>
                    <a:pt x="2160" y="218"/>
                  </a:lnTo>
                  <a:lnTo>
                    <a:pt x="2122" y="116"/>
                  </a:lnTo>
                  <a:lnTo>
                    <a:pt x="2096" y="65"/>
                  </a:lnTo>
                  <a:lnTo>
                    <a:pt x="2071" y="27"/>
                  </a:lnTo>
                  <a:lnTo>
                    <a:pt x="204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7" name="Google Shape;1285;p78">
              <a:extLst>
                <a:ext uri="{FF2B5EF4-FFF2-40B4-BE49-F238E27FC236}">
                  <a16:creationId xmlns:a16="http://schemas.microsoft.com/office/drawing/2014/main" id="{9586AAC5-7E62-F96D-4514-4D3A39516F5F}"/>
                </a:ext>
              </a:extLst>
            </p:cNvPr>
            <p:cNvSpPr/>
            <p:nvPr/>
          </p:nvSpPr>
          <p:spPr>
            <a:xfrm>
              <a:off x="3537450" y="2163975"/>
              <a:ext cx="10250" cy="11850"/>
            </a:xfrm>
            <a:custGeom>
              <a:avLst/>
              <a:gdLst/>
              <a:ahLst/>
              <a:cxnLst/>
              <a:rect l="l" t="t" r="r" b="b"/>
              <a:pathLst>
                <a:path w="410" h="474" extrusionOk="0">
                  <a:moveTo>
                    <a:pt x="243" y="0"/>
                  </a:moveTo>
                  <a:lnTo>
                    <a:pt x="153" y="103"/>
                  </a:lnTo>
                  <a:lnTo>
                    <a:pt x="64" y="218"/>
                  </a:lnTo>
                  <a:lnTo>
                    <a:pt x="26" y="269"/>
                  </a:lnTo>
                  <a:lnTo>
                    <a:pt x="0" y="320"/>
                  </a:lnTo>
                  <a:lnTo>
                    <a:pt x="0" y="371"/>
                  </a:lnTo>
                  <a:lnTo>
                    <a:pt x="26" y="422"/>
                  </a:lnTo>
                  <a:lnTo>
                    <a:pt x="64" y="460"/>
                  </a:lnTo>
                  <a:lnTo>
                    <a:pt x="90" y="473"/>
                  </a:lnTo>
                  <a:lnTo>
                    <a:pt x="115" y="473"/>
                  </a:lnTo>
                  <a:lnTo>
                    <a:pt x="192" y="448"/>
                  </a:lnTo>
                  <a:lnTo>
                    <a:pt x="281" y="396"/>
                  </a:lnTo>
                  <a:lnTo>
                    <a:pt x="371" y="333"/>
                  </a:lnTo>
                  <a:lnTo>
                    <a:pt x="396" y="307"/>
                  </a:lnTo>
                  <a:lnTo>
                    <a:pt x="409" y="281"/>
                  </a:lnTo>
                  <a:lnTo>
                    <a:pt x="409" y="230"/>
                  </a:lnTo>
                  <a:lnTo>
                    <a:pt x="384" y="166"/>
                  </a:lnTo>
                  <a:lnTo>
                    <a:pt x="332" y="64"/>
                  </a:lnTo>
                  <a:lnTo>
                    <a:pt x="24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8" name="Google Shape;1286;p78">
              <a:extLst>
                <a:ext uri="{FF2B5EF4-FFF2-40B4-BE49-F238E27FC236}">
                  <a16:creationId xmlns:a16="http://schemas.microsoft.com/office/drawing/2014/main" id="{095AAC76-6EEA-DB98-123B-CB543C7D5557}"/>
                </a:ext>
              </a:extLst>
            </p:cNvPr>
            <p:cNvSpPr/>
            <p:nvPr/>
          </p:nvSpPr>
          <p:spPr>
            <a:xfrm>
              <a:off x="3514125" y="2114775"/>
              <a:ext cx="8325" cy="20150"/>
            </a:xfrm>
            <a:custGeom>
              <a:avLst/>
              <a:gdLst/>
              <a:ahLst/>
              <a:cxnLst/>
              <a:rect l="l" t="t" r="r" b="b"/>
              <a:pathLst>
                <a:path w="333" h="806" extrusionOk="0">
                  <a:moveTo>
                    <a:pt x="256" y="0"/>
                  </a:moveTo>
                  <a:lnTo>
                    <a:pt x="192" y="38"/>
                  </a:lnTo>
                  <a:lnTo>
                    <a:pt x="179" y="51"/>
                  </a:lnTo>
                  <a:lnTo>
                    <a:pt x="166" y="77"/>
                  </a:lnTo>
                  <a:lnTo>
                    <a:pt x="166" y="128"/>
                  </a:lnTo>
                  <a:lnTo>
                    <a:pt x="179" y="179"/>
                  </a:lnTo>
                  <a:lnTo>
                    <a:pt x="192" y="243"/>
                  </a:lnTo>
                  <a:lnTo>
                    <a:pt x="192" y="294"/>
                  </a:lnTo>
                  <a:lnTo>
                    <a:pt x="179" y="332"/>
                  </a:lnTo>
                  <a:lnTo>
                    <a:pt x="141" y="383"/>
                  </a:lnTo>
                  <a:lnTo>
                    <a:pt x="90" y="486"/>
                  </a:lnTo>
                  <a:lnTo>
                    <a:pt x="51" y="588"/>
                  </a:lnTo>
                  <a:lnTo>
                    <a:pt x="13" y="677"/>
                  </a:lnTo>
                  <a:lnTo>
                    <a:pt x="0" y="716"/>
                  </a:lnTo>
                  <a:lnTo>
                    <a:pt x="13" y="767"/>
                  </a:lnTo>
                  <a:lnTo>
                    <a:pt x="38" y="792"/>
                  </a:lnTo>
                  <a:lnTo>
                    <a:pt x="64" y="805"/>
                  </a:lnTo>
                  <a:lnTo>
                    <a:pt x="77" y="805"/>
                  </a:lnTo>
                  <a:lnTo>
                    <a:pt x="102" y="792"/>
                  </a:lnTo>
                  <a:lnTo>
                    <a:pt x="141" y="767"/>
                  </a:lnTo>
                  <a:lnTo>
                    <a:pt x="166" y="716"/>
                  </a:lnTo>
                  <a:lnTo>
                    <a:pt x="217" y="511"/>
                  </a:lnTo>
                  <a:lnTo>
                    <a:pt x="269" y="409"/>
                  </a:lnTo>
                  <a:lnTo>
                    <a:pt x="307" y="294"/>
                  </a:lnTo>
                  <a:lnTo>
                    <a:pt x="332" y="243"/>
                  </a:lnTo>
                  <a:lnTo>
                    <a:pt x="332" y="192"/>
                  </a:lnTo>
                  <a:lnTo>
                    <a:pt x="332" y="77"/>
                  </a:lnTo>
                  <a:lnTo>
                    <a:pt x="25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9" name="Google Shape;1287;p78">
              <a:extLst>
                <a:ext uri="{FF2B5EF4-FFF2-40B4-BE49-F238E27FC236}">
                  <a16:creationId xmlns:a16="http://schemas.microsoft.com/office/drawing/2014/main" id="{EC33AD75-DF29-227A-FB0C-8974849EA24A}"/>
                </a:ext>
              </a:extLst>
            </p:cNvPr>
            <p:cNvSpPr/>
            <p:nvPr/>
          </p:nvSpPr>
          <p:spPr>
            <a:xfrm>
              <a:off x="3501975" y="2119875"/>
              <a:ext cx="8650" cy="8325"/>
            </a:xfrm>
            <a:custGeom>
              <a:avLst/>
              <a:gdLst/>
              <a:ahLst/>
              <a:cxnLst/>
              <a:rect l="l" t="t" r="r" b="b"/>
              <a:pathLst>
                <a:path w="346" h="333" extrusionOk="0">
                  <a:moveTo>
                    <a:pt x="90" y="1"/>
                  </a:moveTo>
                  <a:lnTo>
                    <a:pt x="52" y="13"/>
                  </a:lnTo>
                  <a:lnTo>
                    <a:pt x="26" y="52"/>
                  </a:lnTo>
                  <a:lnTo>
                    <a:pt x="13" y="77"/>
                  </a:lnTo>
                  <a:lnTo>
                    <a:pt x="0" y="103"/>
                  </a:lnTo>
                  <a:lnTo>
                    <a:pt x="0" y="128"/>
                  </a:lnTo>
                  <a:lnTo>
                    <a:pt x="13" y="141"/>
                  </a:lnTo>
                  <a:lnTo>
                    <a:pt x="26" y="154"/>
                  </a:lnTo>
                  <a:lnTo>
                    <a:pt x="77" y="154"/>
                  </a:lnTo>
                  <a:lnTo>
                    <a:pt x="115" y="141"/>
                  </a:lnTo>
                  <a:lnTo>
                    <a:pt x="141" y="192"/>
                  </a:lnTo>
                  <a:lnTo>
                    <a:pt x="154" y="243"/>
                  </a:lnTo>
                  <a:lnTo>
                    <a:pt x="154" y="294"/>
                  </a:lnTo>
                  <a:lnTo>
                    <a:pt x="167" y="320"/>
                  </a:lnTo>
                  <a:lnTo>
                    <a:pt x="167" y="333"/>
                  </a:lnTo>
                  <a:lnTo>
                    <a:pt x="282" y="307"/>
                  </a:lnTo>
                  <a:lnTo>
                    <a:pt x="320" y="282"/>
                  </a:lnTo>
                  <a:lnTo>
                    <a:pt x="333" y="256"/>
                  </a:lnTo>
                  <a:lnTo>
                    <a:pt x="346" y="231"/>
                  </a:lnTo>
                  <a:lnTo>
                    <a:pt x="333" y="192"/>
                  </a:lnTo>
                  <a:lnTo>
                    <a:pt x="320" y="141"/>
                  </a:lnTo>
                  <a:lnTo>
                    <a:pt x="294" y="103"/>
                  </a:lnTo>
                  <a:lnTo>
                    <a:pt x="294" y="52"/>
                  </a:lnTo>
                  <a:lnTo>
                    <a:pt x="269" y="26"/>
                  </a:lnTo>
                  <a:lnTo>
                    <a:pt x="231" y="26"/>
                  </a:lnTo>
                  <a:lnTo>
                    <a:pt x="192" y="13"/>
                  </a:lnTo>
                  <a:lnTo>
                    <a:pt x="12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0" name="Google Shape;1288;p78">
              <a:extLst>
                <a:ext uri="{FF2B5EF4-FFF2-40B4-BE49-F238E27FC236}">
                  <a16:creationId xmlns:a16="http://schemas.microsoft.com/office/drawing/2014/main" id="{80971D7A-0BF6-35E8-889D-ABAF56B0939E}"/>
                </a:ext>
              </a:extLst>
            </p:cNvPr>
            <p:cNvSpPr/>
            <p:nvPr/>
          </p:nvSpPr>
          <p:spPr>
            <a:xfrm>
              <a:off x="3503900" y="2096550"/>
              <a:ext cx="11525" cy="11850"/>
            </a:xfrm>
            <a:custGeom>
              <a:avLst/>
              <a:gdLst/>
              <a:ahLst/>
              <a:cxnLst/>
              <a:rect l="l" t="t" r="r" b="b"/>
              <a:pathLst>
                <a:path w="461" h="474" extrusionOk="0">
                  <a:moveTo>
                    <a:pt x="77" y="1"/>
                  </a:moveTo>
                  <a:lnTo>
                    <a:pt x="38" y="39"/>
                  </a:lnTo>
                  <a:lnTo>
                    <a:pt x="0" y="103"/>
                  </a:lnTo>
                  <a:lnTo>
                    <a:pt x="38" y="141"/>
                  </a:lnTo>
                  <a:lnTo>
                    <a:pt x="102" y="192"/>
                  </a:lnTo>
                  <a:lnTo>
                    <a:pt x="128" y="205"/>
                  </a:lnTo>
                  <a:lnTo>
                    <a:pt x="141" y="231"/>
                  </a:lnTo>
                  <a:lnTo>
                    <a:pt x="128" y="256"/>
                  </a:lnTo>
                  <a:lnTo>
                    <a:pt x="115" y="295"/>
                  </a:lnTo>
                  <a:lnTo>
                    <a:pt x="90" y="307"/>
                  </a:lnTo>
                  <a:lnTo>
                    <a:pt x="51" y="320"/>
                  </a:lnTo>
                  <a:lnTo>
                    <a:pt x="13" y="333"/>
                  </a:lnTo>
                  <a:lnTo>
                    <a:pt x="0" y="346"/>
                  </a:lnTo>
                  <a:lnTo>
                    <a:pt x="0" y="384"/>
                  </a:lnTo>
                  <a:lnTo>
                    <a:pt x="13" y="410"/>
                  </a:lnTo>
                  <a:lnTo>
                    <a:pt x="51" y="473"/>
                  </a:lnTo>
                  <a:lnTo>
                    <a:pt x="294" y="397"/>
                  </a:lnTo>
                  <a:lnTo>
                    <a:pt x="358" y="371"/>
                  </a:lnTo>
                  <a:lnTo>
                    <a:pt x="396" y="358"/>
                  </a:lnTo>
                  <a:lnTo>
                    <a:pt x="435" y="333"/>
                  </a:lnTo>
                  <a:lnTo>
                    <a:pt x="435" y="269"/>
                  </a:lnTo>
                  <a:lnTo>
                    <a:pt x="460" y="205"/>
                  </a:lnTo>
                  <a:lnTo>
                    <a:pt x="345" y="116"/>
                  </a:lnTo>
                  <a:lnTo>
                    <a:pt x="281" y="64"/>
                  </a:lnTo>
                  <a:lnTo>
                    <a:pt x="205" y="26"/>
                  </a:lnTo>
                  <a:lnTo>
                    <a:pt x="12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1" name="Google Shape;1289;p78">
              <a:extLst>
                <a:ext uri="{FF2B5EF4-FFF2-40B4-BE49-F238E27FC236}">
                  <a16:creationId xmlns:a16="http://schemas.microsoft.com/office/drawing/2014/main" id="{BEAA38F0-E57B-8D1F-50B7-8DFBAC501ABD}"/>
                </a:ext>
              </a:extLst>
            </p:cNvPr>
            <p:cNvSpPr/>
            <p:nvPr/>
          </p:nvSpPr>
          <p:spPr>
            <a:xfrm>
              <a:off x="1001125" y="2186025"/>
              <a:ext cx="41875" cy="59450"/>
            </a:xfrm>
            <a:custGeom>
              <a:avLst/>
              <a:gdLst/>
              <a:ahLst/>
              <a:cxnLst/>
              <a:rect l="l" t="t" r="r" b="b"/>
              <a:pathLst>
                <a:path w="1675" h="2378" extrusionOk="0">
                  <a:moveTo>
                    <a:pt x="179" y="0"/>
                  </a:moveTo>
                  <a:lnTo>
                    <a:pt x="0" y="77"/>
                  </a:lnTo>
                  <a:lnTo>
                    <a:pt x="128" y="601"/>
                  </a:lnTo>
                  <a:lnTo>
                    <a:pt x="435" y="1265"/>
                  </a:lnTo>
                  <a:lnTo>
                    <a:pt x="1214" y="1981"/>
                  </a:lnTo>
                  <a:lnTo>
                    <a:pt x="1547" y="2377"/>
                  </a:lnTo>
                  <a:lnTo>
                    <a:pt x="1674" y="2377"/>
                  </a:lnTo>
                  <a:lnTo>
                    <a:pt x="1674" y="2237"/>
                  </a:lnTo>
                  <a:lnTo>
                    <a:pt x="1189" y="1393"/>
                  </a:lnTo>
                  <a:lnTo>
                    <a:pt x="1023" y="741"/>
                  </a:lnTo>
                  <a:lnTo>
                    <a:pt x="1214" y="307"/>
                  </a:lnTo>
                  <a:lnTo>
                    <a:pt x="1074" y="153"/>
                  </a:lnTo>
                  <a:lnTo>
                    <a:pt x="741" y="153"/>
                  </a:lnTo>
                  <a:lnTo>
                    <a:pt x="17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2" name="Google Shape;1290;p78">
              <a:extLst>
                <a:ext uri="{FF2B5EF4-FFF2-40B4-BE49-F238E27FC236}">
                  <a16:creationId xmlns:a16="http://schemas.microsoft.com/office/drawing/2014/main" id="{AD195434-3AF0-55C8-05D6-1B7738A359F7}"/>
                </a:ext>
              </a:extLst>
            </p:cNvPr>
            <p:cNvSpPr/>
            <p:nvPr/>
          </p:nvSpPr>
          <p:spPr>
            <a:xfrm>
              <a:off x="4003300" y="2082500"/>
              <a:ext cx="22700" cy="36450"/>
            </a:xfrm>
            <a:custGeom>
              <a:avLst/>
              <a:gdLst/>
              <a:ahLst/>
              <a:cxnLst/>
              <a:rect l="l" t="t" r="r" b="b"/>
              <a:pathLst>
                <a:path w="908" h="1458" extrusionOk="0">
                  <a:moveTo>
                    <a:pt x="831" y="0"/>
                  </a:moveTo>
                  <a:lnTo>
                    <a:pt x="780" y="13"/>
                  </a:lnTo>
                  <a:lnTo>
                    <a:pt x="716" y="39"/>
                  </a:lnTo>
                  <a:lnTo>
                    <a:pt x="665" y="77"/>
                  </a:lnTo>
                  <a:lnTo>
                    <a:pt x="550" y="154"/>
                  </a:lnTo>
                  <a:lnTo>
                    <a:pt x="486" y="166"/>
                  </a:lnTo>
                  <a:lnTo>
                    <a:pt x="345" y="166"/>
                  </a:lnTo>
                  <a:lnTo>
                    <a:pt x="307" y="179"/>
                  </a:lnTo>
                  <a:lnTo>
                    <a:pt x="269" y="192"/>
                  </a:lnTo>
                  <a:lnTo>
                    <a:pt x="230" y="243"/>
                  </a:lnTo>
                  <a:lnTo>
                    <a:pt x="154" y="320"/>
                  </a:lnTo>
                  <a:lnTo>
                    <a:pt x="128" y="371"/>
                  </a:lnTo>
                  <a:lnTo>
                    <a:pt x="103" y="409"/>
                  </a:lnTo>
                  <a:lnTo>
                    <a:pt x="64" y="537"/>
                  </a:lnTo>
                  <a:lnTo>
                    <a:pt x="51" y="678"/>
                  </a:lnTo>
                  <a:lnTo>
                    <a:pt x="39" y="959"/>
                  </a:lnTo>
                  <a:lnTo>
                    <a:pt x="0" y="1163"/>
                  </a:lnTo>
                  <a:lnTo>
                    <a:pt x="0" y="1214"/>
                  </a:lnTo>
                  <a:lnTo>
                    <a:pt x="26" y="1253"/>
                  </a:lnTo>
                  <a:lnTo>
                    <a:pt x="51" y="1291"/>
                  </a:lnTo>
                  <a:lnTo>
                    <a:pt x="64" y="1317"/>
                  </a:lnTo>
                  <a:lnTo>
                    <a:pt x="51" y="1355"/>
                  </a:lnTo>
                  <a:lnTo>
                    <a:pt x="39" y="1381"/>
                  </a:lnTo>
                  <a:lnTo>
                    <a:pt x="26" y="1419"/>
                  </a:lnTo>
                  <a:lnTo>
                    <a:pt x="39" y="1444"/>
                  </a:lnTo>
                  <a:lnTo>
                    <a:pt x="77" y="1457"/>
                  </a:lnTo>
                  <a:lnTo>
                    <a:pt x="141" y="1457"/>
                  </a:lnTo>
                  <a:lnTo>
                    <a:pt x="154" y="1406"/>
                  </a:lnTo>
                  <a:lnTo>
                    <a:pt x="179" y="1342"/>
                  </a:lnTo>
                  <a:lnTo>
                    <a:pt x="205" y="1291"/>
                  </a:lnTo>
                  <a:lnTo>
                    <a:pt x="243" y="1240"/>
                  </a:lnTo>
                  <a:lnTo>
                    <a:pt x="345" y="1138"/>
                  </a:lnTo>
                  <a:lnTo>
                    <a:pt x="448" y="1061"/>
                  </a:lnTo>
                  <a:lnTo>
                    <a:pt x="524" y="1010"/>
                  </a:lnTo>
                  <a:lnTo>
                    <a:pt x="588" y="933"/>
                  </a:lnTo>
                  <a:lnTo>
                    <a:pt x="614" y="895"/>
                  </a:lnTo>
                  <a:lnTo>
                    <a:pt x="627" y="857"/>
                  </a:lnTo>
                  <a:lnTo>
                    <a:pt x="627" y="818"/>
                  </a:lnTo>
                  <a:lnTo>
                    <a:pt x="614" y="767"/>
                  </a:lnTo>
                  <a:lnTo>
                    <a:pt x="601" y="741"/>
                  </a:lnTo>
                  <a:lnTo>
                    <a:pt x="575" y="716"/>
                  </a:lnTo>
                  <a:lnTo>
                    <a:pt x="575" y="678"/>
                  </a:lnTo>
                  <a:lnTo>
                    <a:pt x="588" y="626"/>
                  </a:lnTo>
                  <a:lnTo>
                    <a:pt x="575" y="524"/>
                  </a:lnTo>
                  <a:lnTo>
                    <a:pt x="588" y="435"/>
                  </a:lnTo>
                  <a:lnTo>
                    <a:pt x="601" y="384"/>
                  </a:lnTo>
                  <a:lnTo>
                    <a:pt x="627" y="358"/>
                  </a:lnTo>
                  <a:lnTo>
                    <a:pt x="703" y="307"/>
                  </a:lnTo>
                  <a:lnTo>
                    <a:pt x="767" y="269"/>
                  </a:lnTo>
                  <a:lnTo>
                    <a:pt x="805" y="205"/>
                  </a:lnTo>
                  <a:lnTo>
                    <a:pt x="857" y="154"/>
                  </a:lnTo>
                  <a:lnTo>
                    <a:pt x="908" y="115"/>
                  </a:lnTo>
                  <a:lnTo>
                    <a:pt x="895" y="26"/>
                  </a:lnTo>
                  <a:lnTo>
                    <a:pt x="83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3" name="Google Shape;1291;p78">
              <a:extLst>
                <a:ext uri="{FF2B5EF4-FFF2-40B4-BE49-F238E27FC236}">
                  <a16:creationId xmlns:a16="http://schemas.microsoft.com/office/drawing/2014/main" id="{F24E7009-B6CC-FDF8-92BB-CCFD0EC80DEB}"/>
                </a:ext>
              </a:extLst>
            </p:cNvPr>
            <p:cNvSpPr/>
            <p:nvPr/>
          </p:nvSpPr>
          <p:spPr>
            <a:xfrm>
              <a:off x="4160500" y="1404800"/>
              <a:ext cx="3219475" cy="1108425"/>
            </a:xfrm>
            <a:custGeom>
              <a:avLst/>
              <a:gdLst/>
              <a:ahLst/>
              <a:cxnLst/>
              <a:rect l="l" t="t" r="r" b="b"/>
              <a:pathLst>
                <a:path w="128779" h="44337" extrusionOk="0">
                  <a:moveTo>
                    <a:pt x="63162" y="5394"/>
                  </a:moveTo>
                  <a:lnTo>
                    <a:pt x="63431" y="5560"/>
                  </a:lnTo>
                  <a:lnTo>
                    <a:pt x="63431" y="5675"/>
                  </a:lnTo>
                  <a:lnTo>
                    <a:pt x="63099" y="5599"/>
                  </a:lnTo>
                  <a:lnTo>
                    <a:pt x="63099" y="5445"/>
                  </a:lnTo>
                  <a:lnTo>
                    <a:pt x="63162" y="5394"/>
                  </a:lnTo>
                  <a:close/>
                  <a:moveTo>
                    <a:pt x="63239" y="6084"/>
                  </a:moveTo>
                  <a:lnTo>
                    <a:pt x="63354" y="6276"/>
                  </a:lnTo>
                  <a:lnTo>
                    <a:pt x="63290" y="6429"/>
                  </a:lnTo>
                  <a:lnTo>
                    <a:pt x="63124" y="6429"/>
                  </a:lnTo>
                  <a:lnTo>
                    <a:pt x="63111" y="6353"/>
                  </a:lnTo>
                  <a:lnTo>
                    <a:pt x="63111" y="6301"/>
                  </a:lnTo>
                  <a:lnTo>
                    <a:pt x="63099" y="6276"/>
                  </a:lnTo>
                  <a:lnTo>
                    <a:pt x="62881" y="6225"/>
                  </a:lnTo>
                  <a:lnTo>
                    <a:pt x="62881" y="6148"/>
                  </a:lnTo>
                  <a:lnTo>
                    <a:pt x="63239" y="6084"/>
                  </a:lnTo>
                  <a:close/>
                  <a:moveTo>
                    <a:pt x="61092" y="4768"/>
                  </a:moveTo>
                  <a:lnTo>
                    <a:pt x="61220" y="5075"/>
                  </a:lnTo>
                  <a:lnTo>
                    <a:pt x="61782" y="5343"/>
                  </a:lnTo>
                  <a:lnTo>
                    <a:pt x="61782" y="5343"/>
                  </a:lnTo>
                  <a:lnTo>
                    <a:pt x="61373" y="5279"/>
                  </a:lnTo>
                  <a:lnTo>
                    <a:pt x="59980" y="5701"/>
                  </a:lnTo>
                  <a:lnTo>
                    <a:pt x="59085" y="5726"/>
                  </a:lnTo>
                  <a:lnTo>
                    <a:pt x="59009" y="6071"/>
                  </a:lnTo>
                  <a:lnTo>
                    <a:pt x="58855" y="6007"/>
                  </a:lnTo>
                  <a:lnTo>
                    <a:pt x="58651" y="5726"/>
                  </a:lnTo>
                  <a:lnTo>
                    <a:pt x="58076" y="5752"/>
                  </a:lnTo>
                  <a:lnTo>
                    <a:pt x="58076" y="5829"/>
                  </a:lnTo>
                  <a:lnTo>
                    <a:pt x="58434" y="5892"/>
                  </a:lnTo>
                  <a:lnTo>
                    <a:pt x="58472" y="6071"/>
                  </a:lnTo>
                  <a:lnTo>
                    <a:pt x="58766" y="6698"/>
                  </a:lnTo>
                  <a:lnTo>
                    <a:pt x="58344" y="6698"/>
                  </a:lnTo>
                  <a:lnTo>
                    <a:pt x="58344" y="6531"/>
                  </a:lnTo>
                  <a:lnTo>
                    <a:pt x="58459" y="6429"/>
                  </a:lnTo>
                  <a:lnTo>
                    <a:pt x="58382" y="6148"/>
                  </a:lnTo>
                  <a:lnTo>
                    <a:pt x="58025" y="6007"/>
                  </a:lnTo>
                  <a:lnTo>
                    <a:pt x="57552" y="5931"/>
                  </a:lnTo>
                  <a:lnTo>
                    <a:pt x="57552" y="6225"/>
                  </a:lnTo>
                  <a:lnTo>
                    <a:pt x="57513" y="6468"/>
                  </a:lnTo>
                  <a:lnTo>
                    <a:pt x="57386" y="6595"/>
                  </a:lnTo>
                  <a:lnTo>
                    <a:pt x="57360" y="6353"/>
                  </a:lnTo>
                  <a:lnTo>
                    <a:pt x="57462" y="6148"/>
                  </a:lnTo>
                  <a:lnTo>
                    <a:pt x="57488" y="5880"/>
                  </a:lnTo>
                  <a:lnTo>
                    <a:pt x="57130" y="6007"/>
                  </a:lnTo>
                  <a:lnTo>
                    <a:pt x="57130" y="5829"/>
                  </a:lnTo>
                  <a:lnTo>
                    <a:pt x="57743" y="5829"/>
                  </a:lnTo>
                  <a:lnTo>
                    <a:pt x="58076" y="5509"/>
                  </a:lnTo>
                  <a:lnTo>
                    <a:pt x="57743" y="5177"/>
                  </a:lnTo>
                  <a:lnTo>
                    <a:pt x="57948" y="5075"/>
                  </a:lnTo>
                  <a:lnTo>
                    <a:pt x="58076" y="5279"/>
                  </a:lnTo>
                  <a:lnTo>
                    <a:pt x="58561" y="5509"/>
                  </a:lnTo>
                  <a:lnTo>
                    <a:pt x="59942" y="5547"/>
                  </a:lnTo>
                  <a:lnTo>
                    <a:pt x="61054" y="5279"/>
                  </a:lnTo>
                  <a:lnTo>
                    <a:pt x="61079" y="5087"/>
                  </a:lnTo>
                  <a:lnTo>
                    <a:pt x="61079" y="5087"/>
                  </a:lnTo>
                  <a:lnTo>
                    <a:pt x="60836" y="5100"/>
                  </a:lnTo>
                  <a:lnTo>
                    <a:pt x="60836" y="4985"/>
                  </a:lnTo>
                  <a:lnTo>
                    <a:pt x="61092" y="4768"/>
                  </a:lnTo>
                  <a:close/>
                  <a:moveTo>
                    <a:pt x="57245" y="8794"/>
                  </a:moveTo>
                  <a:lnTo>
                    <a:pt x="57526" y="8870"/>
                  </a:lnTo>
                  <a:lnTo>
                    <a:pt x="57526" y="9075"/>
                  </a:lnTo>
                  <a:lnTo>
                    <a:pt x="57449" y="9113"/>
                  </a:lnTo>
                  <a:lnTo>
                    <a:pt x="57347" y="9164"/>
                  </a:lnTo>
                  <a:lnTo>
                    <a:pt x="57130" y="9164"/>
                  </a:lnTo>
                  <a:lnTo>
                    <a:pt x="57066" y="9062"/>
                  </a:lnTo>
                  <a:lnTo>
                    <a:pt x="56823" y="9139"/>
                  </a:lnTo>
                  <a:lnTo>
                    <a:pt x="56772" y="9024"/>
                  </a:lnTo>
                  <a:lnTo>
                    <a:pt x="57245" y="8794"/>
                  </a:lnTo>
                  <a:close/>
                  <a:moveTo>
                    <a:pt x="47941" y="12206"/>
                  </a:moveTo>
                  <a:lnTo>
                    <a:pt x="48120" y="12296"/>
                  </a:lnTo>
                  <a:lnTo>
                    <a:pt x="47902" y="12462"/>
                  </a:lnTo>
                  <a:lnTo>
                    <a:pt x="48043" y="12526"/>
                  </a:lnTo>
                  <a:lnTo>
                    <a:pt x="48247" y="13037"/>
                  </a:lnTo>
                  <a:lnTo>
                    <a:pt x="47941" y="13037"/>
                  </a:lnTo>
                  <a:lnTo>
                    <a:pt x="47941" y="12666"/>
                  </a:lnTo>
                  <a:lnTo>
                    <a:pt x="47736" y="12551"/>
                  </a:lnTo>
                  <a:lnTo>
                    <a:pt x="47685" y="12398"/>
                  </a:lnTo>
                  <a:lnTo>
                    <a:pt x="47941" y="12206"/>
                  </a:lnTo>
                  <a:close/>
                  <a:moveTo>
                    <a:pt x="49704" y="12909"/>
                  </a:moveTo>
                  <a:lnTo>
                    <a:pt x="49730" y="12935"/>
                  </a:lnTo>
                  <a:lnTo>
                    <a:pt x="49730" y="12960"/>
                  </a:lnTo>
                  <a:lnTo>
                    <a:pt x="49704" y="12986"/>
                  </a:lnTo>
                  <a:lnTo>
                    <a:pt x="49385" y="13190"/>
                  </a:lnTo>
                  <a:lnTo>
                    <a:pt x="49730" y="13229"/>
                  </a:lnTo>
                  <a:lnTo>
                    <a:pt x="49615" y="13292"/>
                  </a:lnTo>
                  <a:lnTo>
                    <a:pt x="49231" y="13241"/>
                  </a:lnTo>
                  <a:lnTo>
                    <a:pt x="49014" y="13292"/>
                  </a:lnTo>
                  <a:lnTo>
                    <a:pt x="48938" y="13229"/>
                  </a:lnTo>
                  <a:lnTo>
                    <a:pt x="49231" y="13113"/>
                  </a:lnTo>
                  <a:lnTo>
                    <a:pt x="49704" y="12909"/>
                  </a:lnTo>
                  <a:close/>
                  <a:moveTo>
                    <a:pt x="49845" y="13855"/>
                  </a:moveTo>
                  <a:lnTo>
                    <a:pt x="49973" y="14021"/>
                  </a:lnTo>
                  <a:lnTo>
                    <a:pt x="50446" y="14021"/>
                  </a:lnTo>
                  <a:lnTo>
                    <a:pt x="50343" y="14085"/>
                  </a:lnTo>
                  <a:lnTo>
                    <a:pt x="49922" y="14174"/>
                  </a:lnTo>
                  <a:lnTo>
                    <a:pt x="49845" y="13970"/>
                  </a:lnTo>
                  <a:lnTo>
                    <a:pt x="49385" y="13970"/>
                  </a:lnTo>
                  <a:lnTo>
                    <a:pt x="49410" y="13944"/>
                  </a:lnTo>
                  <a:lnTo>
                    <a:pt x="49487" y="13855"/>
                  </a:lnTo>
                  <a:close/>
                  <a:moveTo>
                    <a:pt x="50778" y="14519"/>
                  </a:moveTo>
                  <a:lnTo>
                    <a:pt x="49704" y="14788"/>
                  </a:lnTo>
                  <a:lnTo>
                    <a:pt x="49538" y="14711"/>
                  </a:lnTo>
                  <a:lnTo>
                    <a:pt x="49231" y="14711"/>
                  </a:lnTo>
                  <a:lnTo>
                    <a:pt x="49231" y="14519"/>
                  </a:lnTo>
                  <a:lnTo>
                    <a:pt x="49615" y="14519"/>
                  </a:lnTo>
                  <a:lnTo>
                    <a:pt x="49781" y="14660"/>
                  </a:lnTo>
                  <a:lnTo>
                    <a:pt x="50535" y="14519"/>
                  </a:lnTo>
                  <a:close/>
                  <a:moveTo>
                    <a:pt x="49014" y="14315"/>
                  </a:moveTo>
                  <a:lnTo>
                    <a:pt x="48605" y="14558"/>
                  </a:lnTo>
                  <a:lnTo>
                    <a:pt x="48707" y="14685"/>
                  </a:lnTo>
                  <a:lnTo>
                    <a:pt x="48209" y="14749"/>
                  </a:lnTo>
                  <a:lnTo>
                    <a:pt x="48017" y="15069"/>
                  </a:lnTo>
                  <a:lnTo>
                    <a:pt x="47864" y="15299"/>
                  </a:lnTo>
                  <a:lnTo>
                    <a:pt x="47774" y="15427"/>
                  </a:lnTo>
                  <a:lnTo>
                    <a:pt x="47762" y="15440"/>
                  </a:lnTo>
                  <a:lnTo>
                    <a:pt x="47736" y="15478"/>
                  </a:lnTo>
                  <a:lnTo>
                    <a:pt x="47711" y="15555"/>
                  </a:lnTo>
                  <a:lnTo>
                    <a:pt x="47685" y="15670"/>
                  </a:lnTo>
                  <a:lnTo>
                    <a:pt x="47519" y="15593"/>
                  </a:lnTo>
                  <a:lnTo>
                    <a:pt x="47774" y="15261"/>
                  </a:lnTo>
                  <a:lnTo>
                    <a:pt x="48120" y="14647"/>
                  </a:lnTo>
                  <a:lnTo>
                    <a:pt x="48912" y="14315"/>
                  </a:lnTo>
                  <a:close/>
                  <a:moveTo>
                    <a:pt x="5496" y="20820"/>
                  </a:moveTo>
                  <a:lnTo>
                    <a:pt x="5739" y="20948"/>
                  </a:lnTo>
                  <a:lnTo>
                    <a:pt x="5598" y="21089"/>
                  </a:lnTo>
                  <a:lnTo>
                    <a:pt x="5394" y="21012"/>
                  </a:lnTo>
                  <a:lnTo>
                    <a:pt x="5496" y="20820"/>
                  </a:lnTo>
                  <a:close/>
                  <a:moveTo>
                    <a:pt x="6365" y="20692"/>
                  </a:moveTo>
                  <a:lnTo>
                    <a:pt x="6634" y="21012"/>
                  </a:lnTo>
                  <a:lnTo>
                    <a:pt x="6480" y="21089"/>
                  </a:lnTo>
                  <a:lnTo>
                    <a:pt x="6110" y="20897"/>
                  </a:lnTo>
                  <a:lnTo>
                    <a:pt x="6110" y="20692"/>
                  </a:lnTo>
                  <a:close/>
                  <a:moveTo>
                    <a:pt x="65821" y="20974"/>
                  </a:moveTo>
                  <a:lnTo>
                    <a:pt x="65949" y="21344"/>
                  </a:lnTo>
                  <a:lnTo>
                    <a:pt x="66153" y="21293"/>
                  </a:lnTo>
                  <a:lnTo>
                    <a:pt x="66396" y="21319"/>
                  </a:lnTo>
                  <a:lnTo>
                    <a:pt x="66600" y="21523"/>
                  </a:lnTo>
                  <a:lnTo>
                    <a:pt x="66600" y="21446"/>
                  </a:lnTo>
                  <a:lnTo>
                    <a:pt x="66882" y="21395"/>
                  </a:lnTo>
                  <a:lnTo>
                    <a:pt x="67086" y="21664"/>
                  </a:lnTo>
                  <a:lnTo>
                    <a:pt x="67227" y="21549"/>
                  </a:lnTo>
                  <a:lnTo>
                    <a:pt x="67227" y="21549"/>
                  </a:lnTo>
                  <a:lnTo>
                    <a:pt x="67086" y="21817"/>
                  </a:lnTo>
                  <a:lnTo>
                    <a:pt x="66920" y="21651"/>
                  </a:lnTo>
                  <a:lnTo>
                    <a:pt x="66600" y="21638"/>
                  </a:lnTo>
                  <a:lnTo>
                    <a:pt x="66549" y="22175"/>
                  </a:lnTo>
                  <a:lnTo>
                    <a:pt x="66549" y="22200"/>
                  </a:lnTo>
                  <a:lnTo>
                    <a:pt x="66575" y="22252"/>
                  </a:lnTo>
                  <a:lnTo>
                    <a:pt x="66600" y="22316"/>
                  </a:lnTo>
                  <a:lnTo>
                    <a:pt x="66600" y="22533"/>
                  </a:lnTo>
                  <a:lnTo>
                    <a:pt x="66383" y="22737"/>
                  </a:lnTo>
                  <a:lnTo>
                    <a:pt x="66345" y="22750"/>
                  </a:lnTo>
                  <a:lnTo>
                    <a:pt x="66217" y="22750"/>
                  </a:lnTo>
                  <a:lnTo>
                    <a:pt x="65488" y="22571"/>
                  </a:lnTo>
                  <a:lnTo>
                    <a:pt x="65412" y="22699"/>
                  </a:lnTo>
                  <a:lnTo>
                    <a:pt x="65322" y="22840"/>
                  </a:lnTo>
                  <a:lnTo>
                    <a:pt x="65322" y="22852"/>
                  </a:lnTo>
                  <a:lnTo>
                    <a:pt x="65297" y="22865"/>
                  </a:lnTo>
                  <a:lnTo>
                    <a:pt x="65246" y="22852"/>
                  </a:lnTo>
                  <a:lnTo>
                    <a:pt x="65169" y="22840"/>
                  </a:lnTo>
                  <a:lnTo>
                    <a:pt x="65450" y="22494"/>
                  </a:lnTo>
                  <a:lnTo>
                    <a:pt x="65808" y="22546"/>
                  </a:lnTo>
                  <a:lnTo>
                    <a:pt x="65897" y="22558"/>
                  </a:lnTo>
                  <a:lnTo>
                    <a:pt x="66115" y="22571"/>
                  </a:lnTo>
                  <a:lnTo>
                    <a:pt x="66383" y="22571"/>
                  </a:lnTo>
                  <a:lnTo>
                    <a:pt x="66396" y="22558"/>
                  </a:lnTo>
                  <a:lnTo>
                    <a:pt x="66396" y="22494"/>
                  </a:lnTo>
                  <a:lnTo>
                    <a:pt x="66383" y="22431"/>
                  </a:lnTo>
                  <a:lnTo>
                    <a:pt x="66370" y="22367"/>
                  </a:lnTo>
                  <a:lnTo>
                    <a:pt x="66383" y="22175"/>
                  </a:lnTo>
                  <a:lnTo>
                    <a:pt x="66281" y="22034"/>
                  </a:lnTo>
                  <a:lnTo>
                    <a:pt x="66421" y="22034"/>
                  </a:lnTo>
                  <a:lnTo>
                    <a:pt x="66447" y="21919"/>
                  </a:lnTo>
                  <a:lnTo>
                    <a:pt x="66498" y="21779"/>
                  </a:lnTo>
                  <a:lnTo>
                    <a:pt x="66511" y="21766"/>
                  </a:lnTo>
                  <a:lnTo>
                    <a:pt x="66485" y="21740"/>
                  </a:lnTo>
                  <a:lnTo>
                    <a:pt x="66447" y="21676"/>
                  </a:lnTo>
                  <a:lnTo>
                    <a:pt x="66358" y="21600"/>
                  </a:lnTo>
                  <a:lnTo>
                    <a:pt x="66204" y="21472"/>
                  </a:lnTo>
                  <a:lnTo>
                    <a:pt x="65923" y="21600"/>
                  </a:lnTo>
                  <a:lnTo>
                    <a:pt x="65757" y="21395"/>
                  </a:lnTo>
                  <a:lnTo>
                    <a:pt x="65782" y="21293"/>
                  </a:lnTo>
                  <a:lnTo>
                    <a:pt x="65808" y="21191"/>
                  </a:lnTo>
                  <a:lnTo>
                    <a:pt x="65719" y="20974"/>
                  </a:lnTo>
                  <a:close/>
                  <a:moveTo>
                    <a:pt x="6851" y="21779"/>
                  </a:moveTo>
                  <a:lnTo>
                    <a:pt x="7260" y="22073"/>
                  </a:lnTo>
                  <a:lnTo>
                    <a:pt x="7260" y="22571"/>
                  </a:lnTo>
                  <a:lnTo>
                    <a:pt x="7797" y="23300"/>
                  </a:lnTo>
                  <a:lnTo>
                    <a:pt x="7771" y="23402"/>
                  </a:lnTo>
                  <a:lnTo>
                    <a:pt x="7720" y="23568"/>
                  </a:lnTo>
                  <a:lnTo>
                    <a:pt x="7694" y="23594"/>
                  </a:lnTo>
                  <a:lnTo>
                    <a:pt x="7656" y="23619"/>
                  </a:lnTo>
                  <a:lnTo>
                    <a:pt x="7567" y="23696"/>
                  </a:lnTo>
                  <a:lnTo>
                    <a:pt x="7439" y="23760"/>
                  </a:lnTo>
                  <a:lnTo>
                    <a:pt x="7132" y="23185"/>
                  </a:lnTo>
                  <a:lnTo>
                    <a:pt x="6851" y="23121"/>
                  </a:lnTo>
                  <a:lnTo>
                    <a:pt x="6544" y="22980"/>
                  </a:lnTo>
                  <a:lnTo>
                    <a:pt x="6391" y="22456"/>
                  </a:lnTo>
                  <a:lnTo>
                    <a:pt x="6506" y="22303"/>
                  </a:lnTo>
                  <a:lnTo>
                    <a:pt x="6838" y="22712"/>
                  </a:lnTo>
                  <a:lnTo>
                    <a:pt x="7094" y="22239"/>
                  </a:lnTo>
                  <a:lnTo>
                    <a:pt x="6876" y="21919"/>
                  </a:lnTo>
                  <a:lnTo>
                    <a:pt x="6634" y="21779"/>
                  </a:lnTo>
                  <a:close/>
                  <a:moveTo>
                    <a:pt x="3374" y="22903"/>
                  </a:moveTo>
                  <a:lnTo>
                    <a:pt x="4039" y="23325"/>
                  </a:lnTo>
                  <a:lnTo>
                    <a:pt x="4704" y="23824"/>
                  </a:lnTo>
                  <a:lnTo>
                    <a:pt x="4883" y="24233"/>
                  </a:lnTo>
                  <a:lnTo>
                    <a:pt x="4742" y="24322"/>
                  </a:lnTo>
                  <a:lnTo>
                    <a:pt x="4653" y="24373"/>
                  </a:lnTo>
                  <a:lnTo>
                    <a:pt x="4601" y="24412"/>
                  </a:lnTo>
                  <a:lnTo>
                    <a:pt x="4512" y="24552"/>
                  </a:lnTo>
                  <a:lnTo>
                    <a:pt x="4307" y="24475"/>
                  </a:lnTo>
                  <a:lnTo>
                    <a:pt x="3924" y="24616"/>
                  </a:lnTo>
                  <a:lnTo>
                    <a:pt x="3566" y="24757"/>
                  </a:lnTo>
                  <a:lnTo>
                    <a:pt x="3196" y="23913"/>
                  </a:lnTo>
                  <a:lnTo>
                    <a:pt x="2774" y="23504"/>
                  </a:lnTo>
                  <a:lnTo>
                    <a:pt x="2774" y="23236"/>
                  </a:lnTo>
                  <a:lnTo>
                    <a:pt x="3374" y="22903"/>
                  </a:lnTo>
                  <a:close/>
                  <a:moveTo>
                    <a:pt x="23402" y="25549"/>
                  </a:moveTo>
                  <a:lnTo>
                    <a:pt x="23478" y="25664"/>
                  </a:lnTo>
                  <a:lnTo>
                    <a:pt x="23530" y="25741"/>
                  </a:lnTo>
                  <a:lnTo>
                    <a:pt x="23555" y="25805"/>
                  </a:lnTo>
                  <a:lnTo>
                    <a:pt x="23542" y="25817"/>
                  </a:lnTo>
                  <a:lnTo>
                    <a:pt x="23530" y="25843"/>
                  </a:lnTo>
                  <a:lnTo>
                    <a:pt x="23478" y="25881"/>
                  </a:lnTo>
                  <a:lnTo>
                    <a:pt x="23351" y="25984"/>
                  </a:lnTo>
                  <a:lnTo>
                    <a:pt x="23300" y="26022"/>
                  </a:lnTo>
                  <a:lnTo>
                    <a:pt x="23274" y="26086"/>
                  </a:lnTo>
                  <a:lnTo>
                    <a:pt x="23261" y="26137"/>
                  </a:lnTo>
                  <a:lnTo>
                    <a:pt x="23248" y="26188"/>
                  </a:lnTo>
                  <a:lnTo>
                    <a:pt x="23261" y="26265"/>
                  </a:lnTo>
                  <a:lnTo>
                    <a:pt x="23287" y="26354"/>
                  </a:lnTo>
                  <a:lnTo>
                    <a:pt x="23325" y="26469"/>
                  </a:lnTo>
                  <a:lnTo>
                    <a:pt x="23121" y="26648"/>
                  </a:lnTo>
                  <a:lnTo>
                    <a:pt x="23402" y="27198"/>
                  </a:lnTo>
                  <a:lnTo>
                    <a:pt x="23274" y="27019"/>
                  </a:lnTo>
                  <a:lnTo>
                    <a:pt x="23236" y="26993"/>
                  </a:lnTo>
                  <a:lnTo>
                    <a:pt x="23172" y="26942"/>
                  </a:lnTo>
                  <a:lnTo>
                    <a:pt x="23095" y="26865"/>
                  </a:lnTo>
                  <a:lnTo>
                    <a:pt x="23044" y="26801"/>
                  </a:lnTo>
                  <a:lnTo>
                    <a:pt x="23006" y="26725"/>
                  </a:lnTo>
                  <a:lnTo>
                    <a:pt x="22967" y="26661"/>
                  </a:lnTo>
                  <a:lnTo>
                    <a:pt x="22967" y="26610"/>
                  </a:lnTo>
                  <a:lnTo>
                    <a:pt x="22967" y="26597"/>
                  </a:lnTo>
                  <a:lnTo>
                    <a:pt x="22993" y="26584"/>
                  </a:lnTo>
                  <a:lnTo>
                    <a:pt x="23057" y="26571"/>
                  </a:lnTo>
                  <a:lnTo>
                    <a:pt x="23082" y="26559"/>
                  </a:lnTo>
                  <a:lnTo>
                    <a:pt x="23121" y="26520"/>
                  </a:lnTo>
                  <a:lnTo>
                    <a:pt x="23133" y="26482"/>
                  </a:lnTo>
                  <a:lnTo>
                    <a:pt x="23146" y="26444"/>
                  </a:lnTo>
                  <a:lnTo>
                    <a:pt x="23133" y="26393"/>
                  </a:lnTo>
                  <a:lnTo>
                    <a:pt x="23108" y="26316"/>
                  </a:lnTo>
                  <a:lnTo>
                    <a:pt x="23108" y="26265"/>
                  </a:lnTo>
                  <a:lnTo>
                    <a:pt x="23121" y="26201"/>
                  </a:lnTo>
                  <a:lnTo>
                    <a:pt x="23159" y="26086"/>
                  </a:lnTo>
                  <a:lnTo>
                    <a:pt x="23210" y="25996"/>
                  </a:lnTo>
                  <a:lnTo>
                    <a:pt x="23261" y="25932"/>
                  </a:lnTo>
                  <a:lnTo>
                    <a:pt x="23325" y="25894"/>
                  </a:lnTo>
                  <a:lnTo>
                    <a:pt x="23351" y="25856"/>
                  </a:lnTo>
                  <a:lnTo>
                    <a:pt x="23376" y="25805"/>
                  </a:lnTo>
                  <a:lnTo>
                    <a:pt x="23402" y="25690"/>
                  </a:lnTo>
                  <a:lnTo>
                    <a:pt x="23402" y="25549"/>
                  </a:lnTo>
                  <a:close/>
                  <a:moveTo>
                    <a:pt x="8653" y="24757"/>
                  </a:moveTo>
                  <a:lnTo>
                    <a:pt x="9011" y="24897"/>
                  </a:lnTo>
                  <a:lnTo>
                    <a:pt x="8934" y="25038"/>
                  </a:lnTo>
                  <a:lnTo>
                    <a:pt x="9317" y="25664"/>
                  </a:lnTo>
                  <a:lnTo>
                    <a:pt x="9164" y="25894"/>
                  </a:lnTo>
                  <a:lnTo>
                    <a:pt x="9151" y="26546"/>
                  </a:lnTo>
                  <a:lnTo>
                    <a:pt x="9509" y="26789"/>
                  </a:lnTo>
                  <a:lnTo>
                    <a:pt x="9394" y="27044"/>
                  </a:lnTo>
                  <a:lnTo>
                    <a:pt x="9241" y="27325"/>
                  </a:lnTo>
                  <a:lnTo>
                    <a:pt x="8768" y="27044"/>
                  </a:lnTo>
                  <a:lnTo>
                    <a:pt x="8436" y="26865"/>
                  </a:lnTo>
                  <a:lnTo>
                    <a:pt x="8321" y="26738"/>
                  </a:lnTo>
                  <a:lnTo>
                    <a:pt x="8321" y="26648"/>
                  </a:lnTo>
                  <a:lnTo>
                    <a:pt x="8730" y="26738"/>
                  </a:lnTo>
                  <a:lnTo>
                    <a:pt x="8730" y="26495"/>
                  </a:lnTo>
                  <a:lnTo>
                    <a:pt x="8589" y="26290"/>
                  </a:lnTo>
                  <a:lnTo>
                    <a:pt x="8730" y="26060"/>
                  </a:lnTo>
                  <a:lnTo>
                    <a:pt x="8985" y="26124"/>
                  </a:lnTo>
                  <a:lnTo>
                    <a:pt x="8985" y="26111"/>
                  </a:lnTo>
                  <a:lnTo>
                    <a:pt x="9241" y="25587"/>
                  </a:lnTo>
                  <a:lnTo>
                    <a:pt x="8998" y="25229"/>
                  </a:lnTo>
                  <a:lnTo>
                    <a:pt x="8909" y="25127"/>
                  </a:lnTo>
                  <a:lnTo>
                    <a:pt x="8845" y="25051"/>
                  </a:lnTo>
                  <a:lnTo>
                    <a:pt x="8806" y="25038"/>
                  </a:lnTo>
                  <a:lnTo>
                    <a:pt x="8781" y="25038"/>
                  </a:lnTo>
                  <a:lnTo>
                    <a:pt x="8704" y="25076"/>
                  </a:lnTo>
                  <a:lnTo>
                    <a:pt x="8589" y="25114"/>
                  </a:lnTo>
                  <a:lnTo>
                    <a:pt x="8436" y="25153"/>
                  </a:lnTo>
                  <a:lnTo>
                    <a:pt x="8436" y="24910"/>
                  </a:lnTo>
                  <a:lnTo>
                    <a:pt x="8653" y="24757"/>
                  </a:lnTo>
                  <a:close/>
                  <a:moveTo>
                    <a:pt x="59597" y="27786"/>
                  </a:moveTo>
                  <a:lnTo>
                    <a:pt x="59494" y="28233"/>
                  </a:lnTo>
                  <a:lnTo>
                    <a:pt x="59418" y="28437"/>
                  </a:lnTo>
                  <a:lnTo>
                    <a:pt x="59341" y="28220"/>
                  </a:lnTo>
                  <a:lnTo>
                    <a:pt x="59494" y="27849"/>
                  </a:lnTo>
                  <a:lnTo>
                    <a:pt x="59597" y="27786"/>
                  </a:lnTo>
                  <a:close/>
                  <a:moveTo>
                    <a:pt x="59788" y="27862"/>
                  </a:moveTo>
                  <a:lnTo>
                    <a:pt x="59993" y="28118"/>
                  </a:lnTo>
                  <a:lnTo>
                    <a:pt x="60363" y="28437"/>
                  </a:lnTo>
                  <a:lnTo>
                    <a:pt x="60197" y="28437"/>
                  </a:lnTo>
                  <a:lnTo>
                    <a:pt x="59788" y="28118"/>
                  </a:lnTo>
                  <a:lnTo>
                    <a:pt x="59788" y="27862"/>
                  </a:lnTo>
                  <a:close/>
                  <a:moveTo>
                    <a:pt x="22443" y="27862"/>
                  </a:moveTo>
                  <a:lnTo>
                    <a:pt x="22520" y="28143"/>
                  </a:lnTo>
                  <a:lnTo>
                    <a:pt x="22264" y="28207"/>
                  </a:lnTo>
                  <a:lnTo>
                    <a:pt x="22264" y="28322"/>
                  </a:lnTo>
                  <a:lnTo>
                    <a:pt x="22111" y="28463"/>
                  </a:lnTo>
                  <a:lnTo>
                    <a:pt x="21715" y="28578"/>
                  </a:lnTo>
                  <a:lnTo>
                    <a:pt x="21715" y="28501"/>
                  </a:lnTo>
                  <a:lnTo>
                    <a:pt x="21779" y="28476"/>
                  </a:lnTo>
                  <a:lnTo>
                    <a:pt x="21958" y="28412"/>
                  </a:lnTo>
                  <a:lnTo>
                    <a:pt x="22188" y="28348"/>
                  </a:lnTo>
                  <a:lnTo>
                    <a:pt x="22188" y="28067"/>
                  </a:lnTo>
                  <a:lnTo>
                    <a:pt x="22392" y="28067"/>
                  </a:lnTo>
                  <a:lnTo>
                    <a:pt x="22443" y="27862"/>
                  </a:lnTo>
                  <a:close/>
                  <a:moveTo>
                    <a:pt x="13126" y="27862"/>
                  </a:moveTo>
                  <a:lnTo>
                    <a:pt x="12947" y="28220"/>
                  </a:lnTo>
                  <a:lnTo>
                    <a:pt x="12947" y="28514"/>
                  </a:lnTo>
                  <a:lnTo>
                    <a:pt x="13101" y="28782"/>
                  </a:lnTo>
                  <a:lnTo>
                    <a:pt x="13037" y="28859"/>
                  </a:lnTo>
                  <a:lnTo>
                    <a:pt x="12947" y="28859"/>
                  </a:lnTo>
                  <a:lnTo>
                    <a:pt x="12832" y="28361"/>
                  </a:lnTo>
                  <a:lnTo>
                    <a:pt x="12743" y="28220"/>
                  </a:lnTo>
                  <a:lnTo>
                    <a:pt x="12359" y="28067"/>
                  </a:lnTo>
                  <a:lnTo>
                    <a:pt x="12359" y="28067"/>
                  </a:lnTo>
                  <a:lnTo>
                    <a:pt x="12743" y="28118"/>
                  </a:lnTo>
                  <a:lnTo>
                    <a:pt x="12883" y="27977"/>
                  </a:lnTo>
                  <a:lnTo>
                    <a:pt x="13126" y="27862"/>
                  </a:lnTo>
                  <a:close/>
                  <a:moveTo>
                    <a:pt x="15491" y="29179"/>
                  </a:moveTo>
                  <a:lnTo>
                    <a:pt x="15887" y="29383"/>
                  </a:lnTo>
                  <a:lnTo>
                    <a:pt x="16206" y="29511"/>
                  </a:lnTo>
                  <a:lnTo>
                    <a:pt x="15759" y="29511"/>
                  </a:lnTo>
                  <a:lnTo>
                    <a:pt x="15465" y="29345"/>
                  </a:lnTo>
                  <a:lnTo>
                    <a:pt x="15043" y="29511"/>
                  </a:lnTo>
                  <a:lnTo>
                    <a:pt x="14749" y="29383"/>
                  </a:lnTo>
                  <a:lnTo>
                    <a:pt x="15145" y="29383"/>
                  </a:lnTo>
                  <a:lnTo>
                    <a:pt x="15491" y="29179"/>
                  </a:lnTo>
                  <a:close/>
                  <a:moveTo>
                    <a:pt x="20373" y="29600"/>
                  </a:moveTo>
                  <a:lnTo>
                    <a:pt x="20590" y="29754"/>
                  </a:lnTo>
                  <a:lnTo>
                    <a:pt x="20743" y="29754"/>
                  </a:lnTo>
                  <a:lnTo>
                    <a:pt x="20667" y="29933"/>
                  </a:lnTo>
                  <a:lnTo>
                    <a:pt x="20360" y="29728"/>
                  </a:lnTo>
                  <a:lnTo>
                    <a:pt x="20079" y="29843"/>
                  </a:lnTo>
                  <a:lnTo>
                    <a:pt x="20079" y="29843"/>
                  </a:lnTo>
                  <a:lnTo>
                    <a:pt x="20245" y="29677"/>
                  </a:lnTo>
                  <a:lnTo>
                    <a:pt x="20373" y="29600"/>
                  </a:lnTo>
                  <a:close/>
                  <a:moveTo>
                    <a:pt x="59009" y="29358"/>
                  </a:moveTo>
                  <a:lnTo>
                    <a:pt x="59162" y="29511"/>
                  </a:lnTo>
                  <a:lnTo>
                    <a:pt x="59456" y="29396"/>
                  </a:lnTo>
                  <a:lnTo>
                    <a:pt x="59724" y="29396"/>
                  </a:lnTo>
                  <a:lnTo>
                    <a:pt x="59993" y="29537"/>
                  </a:lnTo>
                  <a:lnTo>
                    <a:pt x="59993" y="29856"/>
                  </a:lnTo>
                  <a:lnTo>
                    <a:pt x="59776" y="29511"/>
                  </a:lnTo>
                  <a:lnTo>
                    <a:pt x="59456" y="29511"/>
                  </a:lnTo>
                  <a:lnTo>
                    <a:pt x="59252" y="29588"/>
                  </a:lnTo>
                  <a:lnTo>
                    <a:pt x="59098" y="29779"/>
                  </a:lnTo>
                  <a:lnTo>
                    <a:pt x="59226" y="29907"/>
                  </a:lnTo>
                  <a:lnTo>
                    <a:pt x="59367" y="30061"/>
                  </a:lnTo>
                  <a:lnTo>
                    <a:pt x="59494" y="30278"/>
                  </a:lnTo>
                  <a:lnTo>
                    <a:pt x="59124" y="30163"/>
                  </a:lnTo>
                  <a:lnTo>
                    <a:pt x="58983" y="29792"/>
                  </a:lnTo>
                  <a:lnTo>
                    <a:pt x="58702" y="29792"/>
                  </a:lnTo>
                  <a:lnTo>
                    <a:pt x="58702" y="29677"/>
                  </a:lnTo>
                  <a:lnTo>
                    <a:pt x="58932" y="29626"/>
                  </a:lnTo>
                  <a:lnTo>
                    <a:pt x="58894" y="29434"/>
                  </a:lnTo>
                  <a:lnTo>
                    <a:pt x="59009" y="29358"/>
                  </a:lnTo>
                  <a:close/>
                  <a:moveTo>
                    <a:pt x="40311" y="30623"/>
                  </a:moveTo>
                  <a:lnTo>
                    <a:pt x="40234" y="30904"/>
                  </a:lnTo>
                  <a:lnTo>
                    <a:pt x="40042" y="30904"/>
                  </a:lnTo>
                  <a:lnTo>
                    <a:pt x="40042" y="31083"/>
                  </a:lnTo>
                  <a:lnTo>
                    <a:pt x="39927" y="31172"/>
                  </a:lnTo>
                  <a:lnTo>
                    <a:pt x="39659" y="31045"/>
                  </a:lnTo>
                  <a:lnTo>
                    <a:pt x="39275" y="31032"/>
                  </a:lnTo>
                  <a:lnTo>
                    <a:pt x="39275" y="30891"/>
                  </a:lnTo>
                  <a:lnTo>
                    <a:pt x="39902" y="30776"/>
                  </a:lnTo>
                  <a:lnTo>
                    <a:pt x="40132" y="30725"/>
                  </a:lnTo>
                  <a:lnTo>
                    <a:pt x="40311" y="30623"/>
                  </a:lnTo>
                  <a:close/>
                  <a:moveTo>
                    <a:pt x="80199" y="31070"/>
                  </a:moveTo>
                  <a:lnTo>
                    <a:pt x="80263" y="31096"/>
                  </a:lnTo>
                  <a:lnTo>
                    <a:pt x="80365" y="31134"/>
                  </a:lnTo>
                  <a:lnTo>
                    <a:pt x="80135" y="31454"/>
                  </a:lnTo>
                  <a:lnTo>
                    <a:pt x="79739" y="31224"/>
                  </a:lnTo>
                  <a:lnTo>
                    <a:pt x="79509" y="31326"/>
                  </a:lnTo>
                  <a:lnTo>
                    <a:pt x="79649" y="31709"/>
                  </a:lnTo>
                  <a:lnTo>
                    <a:pt x="79458" y="31773"/>
                  </a:lnTo>
                  <a:lnTo>
                    <a:pt x="79317" y="31824"/>
                  </a:lnTo>
                  <a:lnTo>
                    <a:pt x="79253" y="31850"/>
                  </a:lnTo>
                  <a:lnTo>
                    <a:pt x="79228" y="31965"/>
                  </a:lnTo>
                  <a:lnTo>
                    <a:pt x="79215" y="32067"/>
                  </a:lnTo>
                  <a:lnTo>
                    <a:pt x="79215" y="32080"/>
                  </a:lnTo>
                  <a:lnTo>
                    <a:pt x="79202" y="32067"/>
                  </a:lnTo>
                  <a:lnTo>
                    <a:pt x="79164" y="32003"/>
                  </a:lnTo>
                  <a:lnTo>
                    <a:pt x="79125" y="31850"/>
                  </a:lnTo>
                  <a:lnTo>
                    <a:pt x="79100" y="31735"/>
                  </a:lnTo>
                  <a:lnTo>
                    <a:pt x="79125" y="31722"/>
                  </a:lnTo>
                  <a:lnTo>
                    <a:pt x="79177" y="31735"/>
                  </a:lnTo>
                  <a:lnTo>
                    <a:pt x="79253" y="31735"/>
                  </a:lnTo>
                  <a:lnTo>
                    <a:pt x="79458" y="31709"/>
                  </a:lnTo>
                  <a:lnTo>
                    <a:pt x="79023" y="31134"/>
                  </a:lnTo>
                  <a:lnTo>
                    <a:pt x="79100" y="31134"/>
                  </a:lnTo>
                  <a:lnTo>
                    <a:pt x="79458" y="31070"/>
                  </a:lnTo>
                  <a:lnTo>
                    <a:pt x="79726" y="31172"/>
                  </a:lnTo>
                  <a:lnTo>
                    <a:pt x="80148" y="31070"/>
                  </a:lnTo>
                  <a:close/>
                  <a:moveTo>
                    <a:pt x="18980" y="30291"/>
                  </a:moveTo>
                  <a:lnTo>
                    <a:pt x="18865" y="30342"/>
                  </a:lnTo>
                  <a:lnTo>
                    <a:pt x="18174" y="30444"/>
                  </a:lnTo>
                  <a:lnTo>
                    <a:pt x="17523" y="30751"/>
                  </a:lnTo>
                  <a:lnTo>
                    <a:pt x="17523" y="31019"/>
                  </a:lnTo>
                  <a:lnTo>
                    <a:pt x="17305" y="31339"/>
                  </a:lnTo>
                  <a:lnTo>
                    <a:pt x="17088" y="31339"/>
                  </a:lnTo>
                  <a:lnTo>
                    <a:pt x="17305" y="31722"/>
                  </a:lnTo>
                  <a:lnTo>
                    <a:pt x="17459" y="31748"/>
                  </a:lnTo>
                  <a:lnTo>
                    <a:pt x="17778" y="31633"/>
                  </a:lnTo>
                  <a:lnTo>
                    <a:pt x="17650" y="31824"/>
                  </a:lnTo>
                  <a:lnTo>
                    <a:pt x="17523" y="32042"/>
                  </a:lnTo>
                  <a:lnTo>
                    <a:pt x="17510" y="32157"/>
                  </a:lnTo>
                  <a:lnTo>
                    <a:pt x="17497" y="32233"/>
                  </a:lnTo>
                  <a:lnTo>
                    <a:pt x="17638" y="32387"/>
                  </a:lnTo>
                  <a:lnTo>
                    <a:pt x="17395" y="32387"/>
                  </a:lnTo>
                  <a:lnTo>
                    <a:pt x="17408" y="31875"/>
                  </a:lnTo>
                  <a:lnTo>
                    <a:pt x="17165" y="31799"/>
                  </a:lnTo>
                  <a:lnTo>
                    <a:pt x="17024" y="31415"/>
                  </a:lnTo>
                  <a:lnTo>
                    <a:pt x="17024" y="31134"/>
                  </a:lnTo>
                  <a:lnTo>
                    <a:pt x="17305" y="31045"/>
                  </a:lnTo>
                  <a:lnTo>
                    <a:pt x="17446" y="30674"/>
                  </a:lnTo>
                  <a:lnTo>
                    <a:pt x="17676" y="30508"/>
                  </a:lnTo>
                  <a:lnTo>
                    <a:pt x="17612" y="30342"/>
                  </a:lnTo>
                  <a:lnTo>
                    <a:pt x="17612" y="30342"/>
                  </a:lnTo>
                  <a:lnTo>
                    <a:pt x="17957" y="30393"/>
                  </a:lnTo>
                  <a:lnTo>
                    <a:pt x="18238" y="30291"/>
                  </a:lnTo>
                  <a:lnTo>
                    <a:pt x="18379" y="30342"/>
                  </a:lnTo>
                  <a:lnTo>
                    <a:pt x="18980" y="30291"/>
                  </a:lnTo>
                  <a:close/>
                  <a:moveTo>
                    <a:pt x="17024" y="32706"/>
                  </a:moveTo>
                  <a:lnTo>
                    <a:pt x="17165" y="32847"/>
                  </a:lnTo>
                  <a:lnTo>
                    <a:pt x="17024" y="33141"/>
                  </a:lnTo>
                  <a:lnTo>
                    <a:pt x="16730" y="33716"/>
                  </a:lnTo>
                  <a:lnTo>
                    <a:pt x="16781" y="33716"/>
                  </a:lnTo>
                  <a:lnTo>
                    <a:pt x="16654" y="33792"/>
                  </a:lnTo>
                  <a:lnTo>
                    <a:pt x="16334" y="33856"/>
                  </a:lnTo>
                  <a:lnTo>
                    <a:pt x="16334" y="33856"/>
                  </a:lnTo>
                  <a:lnTo>
                    <a:pt x="16462" y="33754"/>
                  </a:lnTo>
                  <a:lnTo>
                    <a:pt x="16551" y="33575"/>
                  </a:lnTo>
                  <a:lnTo>
                    <a:pt x="16756" y="33435"/>
                  </a:lnTo>
                  <a:lnTo>
                    <a:pt x="16935" y="33077"/>
                  </a:lnTo>
                  <a:lnTo>
                    <a:pt x="17024" y="32706"/>
                  </a:lnTo>
                  <a:close/>
                  <a:moveTo>
                    <a:pt x="65284" y="29894"/>
                  </a:moveTo>
                  <a:lnTo>
                    <a:pt x="65373" y="30073"/>
                  </a:lnTo>
                  <a:lnTo>
                    <a:pt x="65284" y="30802"/>
                  </a:lnTo>
                  <a:lnTo>
                    <a:pt x="65105" y="31351"/>
                  </a:lnTo>
                  <a:lnTo>
                    <a:pt x="65080" y="31799"/>
                  </a:lnTo>
                  <a:lnTo>
                    <a:pt x="64939" y="31914"/>
                  </a:lnTo>
                  <a:lnTo>
                    <a:pt x="64888" y="32208"/>
                  </a:lnTo>
                  <a:lnTo>
                    <a:pt x="64683" y="32233"/>
                  </a:lnTo>
                  <a:lnTo>
                    <a:pt x="64568" y="32016"/>
                  </a:lnTo>
                  <a:lnTo>
                    <a:pt x="64389" y="32105"/>
                  </a:lnTo>
                  <a:lnTo>
                    <a:pt x="64466" y="32233"/>
                  </a:lnTo>
                  <a:lnTo>
                    <a:pt x="64581" y="32514"/>
                  </a:lnTo>
                  <a:lnTo>
                    <a:pt x="64389" y="32514"/>
                  </a:lnTo>
                  <a:lnTo>
                    <a:pt x="64338" y="32642"/>
                  </a:lnTo>
                  <a:lnTo>
                    <a:pt x="64300" y="32732"/>
                  </a:lnTo>
                  <a:lnTo>
                    <a:pt x="64287" y="32808"/>
                  </a:lnTo>
                  <a:lnTo>
                    <a:pt x="64262" y="32834"/>
                  </a:lnTo>
                  <a:lnTo>
                    <a:pt x="64198" y="32872"/>
                  </a:lnTo>
                  <a:lnTo>
                    <a:pt x="64006" y="33000"/>
                  </a:lnTo>
                  <a:lnTo>
                    <a:pt x="63801" y="33102"/>
                  </a:lnTo>
                  <a:lnTo>
                    <a:pt x="63699" y="33153"/>
                  </a:lnTo>
                  <a:lnTo>
                    <a:pt x="63265" y="33192"/>
                  </a:lnTo>
                  <a:lnTo>
                    <a:pt x="62958" y="33499"/>
                  </a:lnTo>
                  <a:lnTo>
                    <a:pt x="62894" y="33486"/>
                  </a:lnTo>
                  <a:lnTo>
                    <a:pt x="62523" y="33588"/>
                  </a:lnTo>
                  <a:lnTo>
                    <a:pt x="62447" y="33805"/>
                  </a:lnTo>
                  <a:lnTo>
                    <a:pt x="62383" y="33971"/>
                  </a:lnTo>
                  <a:lnTo>
                    <a:pt x="62344" y="34035"/>
                  </a:lnTo>
                  <a:lnTo>
                    <a:pt x="62293" y="34086"/>
                  </a:lnTo>
                  <a:lnTo>
                    <a:pt x="62114" y="34189"/>
                  </a:lnTo>
                  <a:lnTo>
                    <a:pt x="61833" y="34329"/>
                  </a:lnTo>
                  <a:lnTo>
                    <a:pt x="61450" y="34521"/>
                  </a:lnTo>
                  <a:lnTo>
                    <a:pt x="60645" y="34393"/>
                  </a:lnTo>
                  <a:lnTo>
                    <a:pt x="60645" y="34150"/>
                  </a:lnTo>
                  <a:lnTo>
                    <a:pt x="60657" y="34099"/>
                  </a:lnTo>
                  <a:lnTo>
                    <a:pt x="60670" y="34074"/>
                  </a:lnTo>
                  <a:lnTo>
                    <a:pt x="60747" y="34074"/>
                  </a:lnTo>
                  <a:lnTo>
                    <a:pt x="60824" y="34125"/>
                  </a:lnTo>
                  <a:lnTo>
                    <a:pt x="60862" y="34150"/>
                  </a:lnTo>
                  <a:lnTo>
                    <a:pt x="61590" y="34086"/>
                  </a:lnTo>
                  <a:lnTo>
                    <a:pt x="61820" y="33933"/>
                  </a:lnTo>
                  <a:lnTo>
                    <a:pt x="61987" y="33818"/>
                  </a:lnTo>
                  <a:lnTo>
                    <a:pt x="62038" y="33767"/>
                  </a:lnTo>
                  <a:lnTo>
                    <a:pt x="62063" y="33729"/>
                  </a:lnTo>
                  <a:lnTo>
                    <a:pt x="62076" y="33703"/>
                  </a:lnTo>
                  <a:lnTo>
                    <a:pt x="62102" y="33652"/>
                  </a:lnTo>
                  <a:lnTo>
                    <a:pt x="62191" y="33524"/>
                  </a:lnTo>
                  <a:lnTo>
                    <a:pt x="62332" y="33371"/>
                  </a:lnTo>
                  <a:lnTo>
                    <a:pt x="62728" y="33230"/>
                  </a:lnTo>
                  <a:lnTo>
                    <a:pt x="63073" y="32834"/>
                  </a:lnTo>
                  <a:lnTo>
                    <a:pt x="63303" y="32949"/>
                  </a:lnTo>
                  <a:lnTo>
                    <a:pt x="63610" y="32783"/>
                  </a:lnTo>
                  <a:lnTo>
                    <a:pt x="63699" y="32476"/>
                  </a:lnTo>
                  <a:lnTo>
                    <a:pt x="63674" y="32476"/>
                  </a:lnTo>
                  <a:lnTo>
                    <a:pt x="63060" y="32783"/>
                  </a:lnTo>
                  <a:lnTo>
                    <a:pt x="63060" y="32783"/>
                  </a:lnTo>
                  <a:lnTo>
                    <a:pt x="63303" y="32476"/>
                  </a:lnTo>
                  <a:lnTo>
                    <a:pt x="63891" y="32105"/>
                  </a:lnTo>
                  <a:lnTo>
                    <a:pt x="64811" y="30431"/>
                  </a:lnTo>
                  <a:lnTo>
                    <a:pt x="64913" y="30137"/>
                  </a:lnTo>
                  <a:lnTo>
                    <a:pt x="65284" y="29894"/>
                  </a:lnTo>
                  <a:close/>
                  <a:moveTo>
                    <a:pt x="14954" y="34623"/>
                  </a:moveTo>
                  <a:lnTo>
                    <a:pt x="15094" y="34943"/>
                  </a:lnTo>
                  <a:lnTo>
                    <a:pt x="15094" y="35173"/>
                  </a:lnTo>
                  <a:lnTo>
                    <a:pt x="14890" y="35249"/>
                  </a:lnTo>
                  <a:lnTo>
                    <a:pt x="14864" y="35262"/>
                  </a:lnTo>
                  <a:lnTo>
                    <a:pt x="14852" y="35288"/>
                  </a:lnTo>
                  <a:lnTo>
                    <a:pt x="14839" y="35301"/>
                  </a:lnTo>
                  <a:lnTo>
                    <a:pt x="14852" y="35313"/>
                  </a:lnTo>
                  <a:lnTo>
                    <a:pt x="14877" y="35339"/>
                  </a:lnTo>
                  <a:lnTo>
                    <a:pt x="14890" y="35352"/>
                  </a:lnTo>
                  <a:lnTo>
                    <a:pt x="15030" y="35569"/>
                  </a:lnTo>
                  <a:lnTo>
                    <a:pt x="14954" y="35722"/>
                  </a:lnTo>
                  <a:lnTo>
                    <a:pt x="14749" y="35326"/>
                  </a:lnTo>
                  <a:lnTo>
                    <a:pt x="14749" y="35122"/>
                  </a:lnTo>
                  <a:lnTo>
                    <a:pt x="14992" y="35122"/>
                  </a:lnTo>
                  <a:lnTo>
                    <a:pt x="15030" y="35032"/>
                  </a:lnTo>
                  <a:lnTo>
                    <a:pt x="14954" y="34866"/>
                  </a:lnTo>
                  <a:lnTo>
                    <a:pt x="14954" y="34623"/>
                  </a:lnTo>
                  <a:close/>
                  <a:moveTo>
                    <a:pt x="13101" y="37537"/>
                  </a:moveTo>
                  <a:lnTo>
                    <a:pt x="13011" y="37703"/>
                  </a:lnTo>
                  <a:lnTo>
                    <a:pt x="12832" y="37767"/>
                  </a:lnTo>
                  <a:lnTo>
                    <a:pt x="12832" y="38202"/>
                  </a:lnTo>
                  <a:lnTo>
                    <a:pt x="12462" y="38304"/>
                  </a:lnTo>
                  <a:lnTo>
                    <a:pt x="12359" y="38419"/>
                  </a:lnTo>
                  <a:lnTo>
                    <a:pt x="12091" y="38419"/>
                  </a:lnTo>
                  <a:lnTo>
                    <a:pt x="12091" y="38163"/>
                  </a:lnTo>
                  <a:lnTo>
                    <a:pt x="12244" y="38061"/>
                  </a:lnTo>
                  <a:lnTo>
                    <a:pt x="12321" y="38189"/>
                  </a:lnTo>
                  <a:lnTo>
                    <a:pt x="12602" y="38163"/>
                  </a:lnTo>
                  <a:lnTo>
                    <a:pt x="12602" y="37857"/>
                  </a:lnTo>
                  <a:lnTo>
                    <a:pt x="12692" y="37806"/>
                  </a:lnTo>
                  <a:lnTo>
                    <a:pt x="12832" y="37537"/>
                  </a:lnTo>
                  <a:close/>
                  <a:moveTo>
                    <a:pt x="60862" y="1"/>
                  </a:moveTo>
                  <a:lnTo>
                    <a:pt x="60683" y="103"/>
                  </a:lnTo>
                  <a:lnTo>
                    <a:pt x="60453" y="205"/>
                  </a:lnTo>
                  <a:lnTo>
                    <a:pt x="60440" y="333"/>
                  </a:lnTo>
                  <a:lnTo>
                    <a:pt x="60159" y="269"/>
                  </a:lnTo>
                  <a:lnTo>
                    <a:pt x="60006" y="282"/>
                  </a:lnTo>
                  <a:lnTo>
                    <a:pt x="59891" y="295"/>
                  </a:lnTo>
                  <a:lnTo>
                    <a:pt x="59839" y="320"/>
                  </a:lnTo>
                  <a:lnTo>
                    <a:pt x="59635" y="410"/>
                  </a:lnTo>
                  <a:lnTo>
                    <a:pt x="59443" y="499"/>
                  </a:lnTo>
                  <a:lnTo>
                    <a:pt x="58855" y="972"/>
                  </a:lnTo>
                  <a:lnTo>
                    <a:pt x="58574" y="1049"/>
                  </a:lnTo>
                  <a:lnTo>
                    <a:pt x="58255" y="1381"/>
                  </a:lnTo>
                  <a:lnTo>
                    <a:pt x="58114" y="1381"/>
                  </a:lnTo>
                  <a:lnTo>
                    <a:pt x="58012" y="1624"/>
                  </a:lnTo>
                  <a:lnTo>
                    <a:pt x="58293" y="1713"/>
                  </a:lnTo>
                  <a:lnTo>
                    <a:pt x="58255" y="1892"/>
                  </a:lnTo>
                  <a:lnTo>
                    <a:pt x="58165" y="1930"/>
                  </a:lnTo>
                  <a:lnTo>
                    <a:pt x="58114" y="1943"/>
                  </a:lnTo>
                  <a:lnTo>
                    <a:pt x="58101" y="1956"/>
                  </a:lnTo>
                  <a:lnTo>
                    <a:pt x="58088" y="1969"/>
                  </a:lnTo>
                  <a:lnTo>
                    <a:pt x="58152" y="2058"/>
                  </a:lnTo>
                  <a:lnTo>
                    <a:pt x="58204" y="2122"/>
                  </a:lnTo>
                  <a:lnTo>
                    <a:pt x="58446" y="2173"/>
                  </a:lnTo>
                  <a:lnTo>
                    <a:pt x="58306" y="2186"/>
                  </a:lnTo>
                  <a:lnTo>
                    <a:pt x="57782" y="2148"/>
                  </a:lnTo>
                  <a:lnTo>
                    <a:pt x="56964" y="2109"/>
                  </a:lnTo>
                  <a:lnTo>
                    <a:pt x="56734" y="2033"/>
                  </a:lnTo>
                  <a:lnTo>
                    <a:pt x="56606" y="2058"/>
                  </a:lnTo>
                  <a:lnTo>
                    <a:pt x="56580" y="2109"/>
                  </a:lnTo>
                  <a:lnTo>
                    <a:pt x="56568" y="2148"/>
                  </a:lnTo>
                  <a:lnTo>
                    <a:pt x="56568" y="2161"/>
                  </a:lnTo>
                  <a:lnTo>
                    <a:pt x="56580" y="2173"/>
                  </a:lnTo>
                  <a:lnTo>
                    <a:pt x="56810" y="2327"/>
                  </a:lnTo>
                  <a:lnTo>
                    <a:pt x="57002" y="2467"/>
                  </a:lnTo>
                  <a:lnTo>
                    <a:pt x="57398" y="2672"/>
                  </a:lnTo>
                  <a:lnTo>
                    <a:pt x="57296" y="3055"/>
                  </a:lnTo>
                  <a:lnTo>
                    <a:pt x="57117" y="3221"/>
                  </a:lnTo>
                  <a:lnTo>
                    <a:pt x="57207" y="3042"/>
                  </a:lnTo>
                  <a:lnTo>
                    <a:pt x="57156" y="2812"/>
                  </a:lnTo>
                  <a:lnTo>
                    <a:pt x="57053" y="2633"/>
                  </a:lnTo>
                  <a:lnTo>
                    <a:pt x="56568" y="2493"/>
                  </a:lnTo>
                  <a:lnTo>
                    <a:pt x="56325" y="2646"/>
                  </a:lnTo>
                  <a:lnTo>
                    <a:pt x="55941" y="2646"/>
                  </a:lnTo>
                  <a:lnTo>
                    <a:pt x="55647" y="2838"/>
                  </a:lnTo>
                  <a:lnTo>
                    <a:pt x="55405" y="2787"/>
                  </a:lnTo>
                  <a:lnTo>
                    <a:pt x="55149" y="2736"/>
                  </a:lnTo>
                  <a:lnTo>
                    <a:pt x="54932" y="2876"/>
                  </a:lnTo>
                  <a:lnTo>
                    <a:pt x="55008" y="3055"/>
                  </a:lnTo>
                  <a:lnTo>
                    <a:pt x="54663" y="3196"/>
                  </a:lnTo>
                  <a:lnTo>
                    <a:pt x="54663" y="2940"/>
                  </a:lnTo>
                  <a:lnTo>
                    <a:pt x="54331" y="2953"/>
                  </a:lnTo>
                  <a:lnTo>
                    <a:pt x="54139" y="3132"/>
                  </a:lnTo>
                  <a:lnTo>
                    <a:pt x="54139" y="3132"/>
                  </a:lnTo>
                  <a:lnTo>
                    <a:pt x="54267" y="2940"/>
                  </a:lnTo>
                  <a:lnTo>
                    <a:pt x="54689" y="2672"/>
                  </a:lnTo>
                  <a:lnTo>
                    <a:pt x="55098" y="2659"/>
                  </a:lnTo>
                  <a:lnTo>
                    <a:pt x="55111" y="2429"/>
                  </a:lnTo>
                  <a:lnTo>
                    <a:pt x="54829" y="2378"/>
                  </a:lnTo>
                  <a:lnTo>
                    <a:pt x="54523" y="2518"/>
                  </a:lnTo>
                  <a:lnTo>
                    <a:pt x="54280" y="2339"/>
                  </a:lnTo>
                  <a:lnTo>
                    <a:pt x="53884" y="2467"/>
                  </a:lnTo>
                  <a:lnTo>
                    <a:pt x="53756" y="2633"/>
                  </a:lnTo>
                  <a:lnTo>
                    <a:pt x="53781" y="2723"/>
                  </a:lnTo>
                  <a:lnTo>
                    <a:pt x="53475" y="2697"/>
                  </a:lnTo>
                  <a:lnTo>
                    <a:pt x="53372" y="2518"/>
                  </a:lnTo>
                  <a:lnTo>
                    <a:pt x="53270" y="2531"/>
                  </a:lnTo>
                  <a:lnTo>
                    <a:pt x="53206" y="2531"/>
                  </a:lnTo>
                  <a:lnTo>
                    <a:pt x="53168" y="2544"/>
                  </a:lnTo>
                  <a:lnTo>
                    <a:pt x="53142" y="2633"/>
                  </a:lnTo>
                  <a:lnTo>
                    <a:pt x="53104" y="2723"/>
                  </a:lnTo>
                  <a:lnTo>
                    <a:pt x="52759" y="2723"/>
                  </a:lnTo>
                  <a:lnTo>
                    <a:pt x="52618" y="2710"/>
                  </a:lnTo>
                  <a:lnTo>
                    <a:pt x="52478" y="2710"/>
                  </a:lnTo>
                  <a:lnTo>
                    <a:pt x="52465" y="2723"/>
                  </a:lnTo>
                  <a:lnTo>
                    <a:pt x="52452" y="2774"/>
                  </a:lnTo>
                  <a:lnTo>
                    <a:pt x="52414" y="2825"/>
                  </a:lnTo>
                  <a:lnTo>
                    <a:pt x="52363" y="2876"/>
                  </a:lnTo>
                  <a:lnTo>
                    <a:pt x="52248" y="2697"/>
                  </a:lnTo>
                  <a:lnTo>
                    <a:pt x="52030" y="2697"/>
                  </a:lnTo>
                  <a:lnTo>
                    <a:pt x="51979" y="2748"/>
                  </a:lnTo>
                  <a:lnTo>
                    <a:pt x="51954" y="2787"/>
                  </a:lnTo>
                  <a:lnTo>
                    <a:pt x="51941" y="2838"/>
                  </a:lnTo>
                  <a:lnTo>
                    <a:pt x="51928" y="2863"/>
                  </a:lnTo>
                  <a:lnTo>
                    <a:pt x="51915" y="2876"/>
                  </a:lnTo>
                  <a:lnTo>
                    <a:pt x="51890" y="2902"/>
                  </a:lnTo>
                  <a:lnTo>
                    <a:pt x="51839" y="2915"/>
                  </a:lnTo>
                  <a:lnTo>
                    <a:pt x="51839" y="3145"/>
                  </a:lnTo>
                  <a:lnTo>
                    <a:pt x="52005" y="3042"/>
                  </a:lnTo>
                  <a:lnTo>
                    <a:pt x="52414" y="3042"/>
                  </a:lnTo>
                  <a:lnTo>
                    <a:pt x="52452" y="3221"/>
                  </a:lnTo>
                  <a:lnTo>
                    <a:pt x="52452" y="3221"/>
                  </a:lnTo>
                  <a:lnTo>
                    <a:pt x="51928" y="3145"/>
                  </a:lnTo>
                  <a:lnTo>
                    <a:pt x="51749" y="3349"/>
                  </a:lnTo>
                  <a:lnTo>
                    <a:pt x="51238" y="3349"/>
                  </a:lnTo>
                  <a:lnTo>
                    <a:pt x="50906" y="3490"/>
                  </a:lnTo>
                  <a:lnTo>
                    <a:pt x="50395" y="3490"/>
                  </a:lnTo>
                  <a:lnTo>
                    <a:pt x="49883" y="3464"/>
                  </a:lnTo>
                  <a:lnTo>
                    <a:pt x="49628" y="3694"/>
                  </a:lnTo>
                  <a:lnTo>
                    <a:pt x="49372" y="3784"/>
                  </a:lnTo>
                  <a:lnTo>
                    <a:pt x="49001" y="3733"/>
                  </a:lnTo>
                  <a:lnTo>
                    <a:pt x="48682" y="3924"/>
                  </a:lnTo>
                  <a:lnTo>
                    <a:pt x="47864" y="4397"/>
                  </a:lnTo>
                  <a:lnTo>
                    <a:pt x="47429" y="4448"/>
                  </a:lnTo>
                  <a:lnTo>
                    <a:pt x="47429" y="4602"/>
                  </a:lnTo>
                  <a:lnTo>
                    <a:pt x="47148" y="4627"/>
                  </a:lnTo>
                  <a:lnTo>
                    <a:pt x="46624" y="4819"/>
                  </a:lnTo>
                  <a:lnTo>
                    <a:pt x="46880" y="5075"/>
                  </a:lnTo>
                  <a:lnTo>
                    <a:pt x="46880" y="5075"/>
                  </a:lnTo>
                  <a:lnTo>
                    <a:pt x="46548" y="4908"/>
                  </a:lnTo>
                  <a:lnTo>
                    <a:pt x="46241" y="5228"/>
                  </a:lnTo>
                  <a:lnTo>
                    <a:pt x="46394" y="5368"/>
                  </a:lnTo>
                  <a:lnTo>
                    <a:pt x="46509" y="5266"/>
                  </a:lnTo>
                  <a:lnTo>
                    <a:pt x="46803" y="5368"/>
                  </a:lnTo>
                  <a:lnTo>
                    <a:pt x="46279" y="5547"/>
                  </a:lnTo>
                  <a:lnTo>
                    <a:pt x="46254" y="5752"/>
                  </a:lnTo>
                  <a:lnTo>
                    <a:pt x="46726" y="5790"/>
                  </a:lnTo>
                  <a:lnTo>
                    <a:pt x="47072" y="5931"/>
                  </a:lnTo>
                  <a:lnTo>
                    <a:pt x="47570" y="6263"/>
                  </a:lnTo>
                  <a:lnTo>
                    <a:pt x="47417" y="6519"/>
                  </a:lnTo>
                  <a:lnTo>
                    <a:pt x="46931" y="6710"/>
                  </a:lnTo>
                  <a:lnTo>
                    <a:pt x="47110" y="6353"/>
                  </a:lnTo>
                  <a:lnTo>
                    <a:pt x="46969" y="6263"/>
                  </a:lnTo>
                  <a:lnTo>
                    <a:pt x="46049" y="6378"/>
                  </a:lnTo>
                  <a:lnTo>
                    <a:pt x="45768" y="6583"/>
                  </a:lnTo>
                  <a:lnTo>
                    <a:pt x="45742" y="6583"/>
                  </a:lnTo>
                  <a:lnTo>
                    <a:pt x="45691" y="6595"/>
                  </a:lnTo>
                  <a:lnTo>
                    <a:pt x="45525" y="6583"/>
                  </a:lnTo>
                  <a:lnTo>
                    <a:pt x="45372" y="6570"/>
                  </a:lnTo>
                  <a:lnTo>
                    <a:pt x="45295" y="6557"/>
                  </a:lnTo>
                  <a:lnTo>
                    <a:pt x="45218" y="6544"/>
                  </a:lnTo>
                  <a:lnTo>
                    <a:pt x="45065" y="6544"/>
                  </a:lnTo>
                  <a:lnTo>
                    <a:pt x="44861" y="6557"/>
                  </a:lnTo>
                  <a:lnTo>
                    <a:pt x="44464" y="6608"/>
                  </a:lnTo>
                  <a:lnTo>
                    <a:pt x="43685" y="6583"/>
                  </a:lnTo>
                  <a:lnTo>
                    <a:pt x="42087" y="6659"/>
                  </a:lnTo>
                  <a:lnTo>
                    <a:pt x="41985" y="6851"/>
                  </a:lnTo>
                  <a:lnTo>
                    <a:pt x="42100" y="6953"/>
                  </a:lnTo>
                  <a:lnTo>
                    <a:pt x="41819" y="6992"/>
                  </a:lnTo>
                  <a:lnTo>
                    <a:pt x="41819" y="7043"/>
                  </a:lnTo>
                  <a:lnTo>
                    <a:pt x="41819" y="7145"/>
                  </a:lnTo>
                  <a:lnTo>
                    <a:pt x="41844" y="7298"/>
                  </a:lnTo>
                  <a:lnTo>
                    <a:pt x="42228" y="7516"/>
                  </a:lnTo>
                  <a:lnTo>
                    <a:pt x="42394" y="7822"/>
                  </a:lnTo>
                  <a:lnTo>
                    <a:pt x="42189" y="8001"/>
                  </a:lnTo>
                  <a:lnTo>
                    <a:pt x="42253" y="8206"/>
                  </a:lnTo>
                  <a:lnTo>
                    <a:pt x="42304" y="8359"/>
                  </a:lnTo>
                  <a:lnTo>
                    <a:pt x="42343" y="8423"/>
                  </a:lnTo>
                  <a:lnTo>
                    <a:pt x="42368" y="8436"/>
                  </a:lnTo>
                  <a:lnTo>
                    <a:pt x="42407" y="8474"/>
                  </a:lnTo>
                  <a:lnTo>
                    <a:pt x="42471" y="8525"/>
                  </a:lnTo>
                  <a:lnTo>
                    <a:pt x="42688" y="8653"/>
                  </a:lnTo>
                  <a:lnTo>
                    <a:pt x="43352" y="8743"/>
                  </a:lnTo>
                  <a:lnTo>
                    <a:pt x="43404" y="9024"/>
                  </a:lnTo>
                  <a:lnTo>
                    <a:pt x="43851" y="9228"/>
                  </a:lnTo>
                  <a:lnTo>
                    <a:pt x="44234" y="9241"/>
                  </a:lnTo>
                  <a:lnTo>
                    <a:pt x="44630" y="9765"/>
                  </a:lnTo>
                  <a:lnTo>
                    <a:pt x="44388" y="9906"/>
                  </a:lnTo>
                  <a:lnTo>
                    <a:pt x="44094" y="10404"/>
                  </a:lnTo>
                  <a:lnTo>
                    <a:pt x="44630" y="11311"/>
                  </a:lnTo>
                  <a:lnTo>
                    <a:pt x="44324" y="11554"/>
                  </a:lnTo>
                  <a:lnTo>
                    <a:pt x="44081" y="11657"/>
                  </a:lnTo>
                  <a:lnTo>
                    <a:pt x="44170" y="11848"/>
                  </a:lnTo>
                  <a:lnTo>
                    <a:pt x="43825" y="11848"/>
                  </a:lnTo>
                  <a:lnTo>
                    <a:pt x="43787" y="11669"/>
                  </a:lnTo>
                  <a:lnTo>
                    <a:pt x="43864" y="11593"/>
                  </a:lnTo>
                  <a:lnTo>
                    <a:pt x="44324" y="11132"/>
                  </a:lnTo>
                  <a:lnTo>
                    <a:pt x="44081" y="10647"/>
                  </a:lnTo>
                  <a:lnTo>
                    <a:pt x="43659" y="10660"/>
                  </a:lnTo>
                  <a:lnTo>
                    <a:pt x="43442" y="11529"/>
                  </a:lnTo>
                  <a:lnTo>
                    <a:pt x="43634" y="11708"/>
                  </a:lnTo>
                  <a:lnTo>
                    <a:pt x="43391" y="11567"/>
                  </a:lnTo>
                  <a:lnTo>
                    <a:pt x="43519" y="11030"/>
                  </a:lnTo>
                  <a:lnTo>
                    <a:pt x="43429" y="10992"/>
                  </a:lnTo>
                  <a:lnTo>
                    <a:pt x="43467" y="10315"/>
                  </a:lnTo>
                  <a:lnTo>
                    <a:pt x="43493" y="10289"/>
                  </a:lnTo>
                  <a:lnTo>
                    <a:pt x="43544" y="10238"/>
                  </a:lnTo>
                  <a:lnTo>
                    <a:pt x="43621" y="10187"/>
                  </a:lnTo>
                  <a:lnTo>
                    <a:pt x="44017" y="9982"/>
                  </a:lnTo>
                  <a:lnTo>
                    <a:pt x="44170" y="9573"/>
                  </a:lnTo>
                  <a:lnTo>
                    <a:pt x="43915" y="9420"/>
                  </a:lnTo>
                  <a:lnTo>
                    <a:pt x="43659" y="9420"/>
                  </a:lnTo>
                  <a:lnTo>
                    <a:pt x="42982" y="9509"/>
                  </a:lnTo>
                  <a:lnTo>
                    <a:pt x="42841" y="9343"/>
                  </a:lnTo>
                  <a:lnTo>
                    <a:pt x="42087" y="8858"/>
                  </a:lnTo>
                  <a:lnTo>
                    <a:pt x="41780" y="8896"/>
                  </a:lnTo>
                  <a:lnTo>
                    <a:pt x="41320" y="8653"/>
                  </a:lnTo>
                  <a:lnTo>
                    <a:pt x="41129" y="8512"/>
                  </a:lnTo>
                  <a:lnTo>
                    <a:pt x="40566" y="8551"/>
                  </a:lnTo>
                  <a:lnTo>
                    <a:pt x="40323" y="8525"/>
                  </a:lnTo>
                  <a:lnTo>
                    <a:pt x="40387" y="8461"/>
                  </a:lnTo>
                  <a:lnTo>
                    <a:pt x="40413" y="8410"/>
                  </a:lnTo>
                  <a:lnTo>
                    <a:pt x="40426" y="8397"/>
                  </a:lnTo>
                  <a:lnTo>
                    <a:pt x="40413" y="8397"/>
                  </a:lnTo>
                  <a:lnTo>
                    <a:pt x="40119" y="8308"/>
                  </a:lnTo>
                  <a:lnTo>
                    <a:pt x="39940" y="8244"/>
                  </a:lnTo>
                  <a:lnTo>
                    <a:pt x="39850" y="8206"/>
                  </a:lnTo>
                  <a:lnTo>
                    <a:pt x="39812" y="8206"/>
                  </a:lnTo>
                  <a:lnTo>
                    <a:pt x="39748" y="8244"/>
                  </a:lnTo>
                  <a:lnTo>
                    <a:pt x="39659" y="8295"/>
                  </a:lnTo>
                  <a:lnTo>
                    <a:pt x="39148" y="8551"/>
                  </a:lnTo>
                  <a:lnTo>
                    <a:pt x="39148" y="8717"/>
                  </a:lnTo>
                  <a:lnTo>
                    <a:pt x="39595" y="8755"/>
                  </a:lnTo>
                  <a:lnTo>
                    <a:pt x="40221" y="8538"/>
                  </a:lnTo>
                  <a:lnTo>
                    <a:pt x="39557" y="8870"/>
                  </a:lnTo>
                  <a:lnTo>
                    <a:pt x="39735" y="9024"/>
                  </a:lnTo>
                  <a:lnTo>
                    <a:pt x="39978" y="8973"/>
                  </a:lnTo>
                  <a:lnTo>
                    <a:pt x="40196" y="9024"/>
                  </a:lnTo>
                  <a:lnTo>
                    <a:pt x="40029" y="9330"/>
                  </a:lnTo>
                  <a:lnTo>
                    <a:pt x="39557" y="9215"/>
                  </a:lnTo>
                  <a:lnTo>
                    <a:pt x="39301" y="9049"/>
                  </a:lnTo>
                  <a:lnTo>
                    <a:pt x="39224" y="9036"/>
                  </a:lnTo>
                  <a:lnTo>
                    <a:pt x="39096" y="9024"/>
                  </a:lnTo>
                  <a:lnTo>
                    <a:pt x="38930" y="9011"/>
                  </a:lnTo>
                  <a:lnTo>
                    <a:pt x="38572" y="9177"/>
                  </a:lnTo>
                  <a:lnTo>
                    <a:pt x="38598" y="9484"/>
                  </a:lnTo>
                  <a:lnTo>
                    <a:pt x="38687" y="9497"/>
                  </a:lnTo>
                  <a:lnTo>
                    <a:pt x="38815" y="9803"/>
                  </a:lnTo>
                  <a:lnTo>
                    <a:pt x="39148" y="9816"/>
                  </a:lnTo>
                  <a:lnTo>
                    <a:pt x="39365" y="10046"/>
                  </a:lnTo>
                  <a:lnTo>
                    <a:pt x="39787" y="10225"/>
                  </a:lnTo>
                  <a:lnTo>
                    <a:pt x="40208" y="10302"/>
                  </a:lnTo>
                  <a:lnTo>
                    <a:pt x="40477" y="10570"/>
                  </a:lnTo>
                  <a:lnTo>
                    <a:pt x="40132" y="10647"/>
                  </a:lnTo>
                  <a:lnTo>
                    <a:pt x="39927" y="10289"/>
                  </a:lnTo>
                  <a:lnTo>
                    <a:pt x="39275" y="10238"/>
                  </a:lnTo>
                  <a:lnTo>
                    <a:pt x="38560" y="10289"/>
                  </a:lnTo>
                  <a:lnTo>
                    <a:pt x="38521" y="10276"/>
                  </a:lnTo>
                  <a:lnTo>
                    <a:pt x="38457" y="10238"/>
                  </a:lnTo>
                  <a:lnTo>
                    <a:pt x="38406" y="10187"/>
                  </a:lnTo>
                  <a:lnTo>
                    <a:pt x="38368" y="10148"/>
                  </a:lnTo>
                  <a:lnTo>
                    <a:pt x="38304" y="10123"/>
                  </a:lnTo>
                  <a:lnTo>
                    <a:pt x="38176" y="10084"/>
                  </a:lnTo>
                  <a:lnTo>
                    <a:pt x="37985" y="10046"/>
                  </a:lnTo>
                  <a:lnTo>
                    <a:pt x="37959" y="9995"/>
                  </a:lnTo>
                  <a:lnTo>
                    <a:pt x="37933" y="9918"/>
                  </a:lnTo>
                  <a:lnTo>
                    <a:pt x="37959" y="9893"/>
                  </a:lnTo>
                  <a:lnTo>
                    <a:pt x="38023" y="9854"/>
                  </a:lnTo>
                  <a:lnTo>
                    <a:pt x="38100" y="9803"/>
                  </a:lnTo>
                  <a:lnTo>
                    <a:pt x="38074" y="9573"/>
                  </a:lnTo>
                  <a:lnTo>
                    <a:pt x="37985" y="9509"/>
                  </a:lnTo>
                  <a:lnTo>
                    <a:pt x="37921" y="9445"/>
                  </a:lnTo>
                  <a:lnTo>
                    <a:pt x="37908" y="9407"/>
                  </a:lnTo>
                  <a:lnTo>
                    <a:pt x="37895" y="9382"/>
                  </a:lnTo>
                  <a:lnTo>
                    <a:pt x="37908" y="9343"/>
                  </a:lnTo>
                  <a:lnTo>
                    <a:pt x="37933" y="9292"/>
                  </a:lnTo>
                  <a:lnTo>
                    <a:pt x="37972" y="9254"/>
                  </a:lnTo>
                  <a:lnTo>
                    <a:pt x="38202" y="9126"/>
                  </a:lnTo>
                  <a:lnTo>
                    <a:pt x="38176" y="9049"/>
                  </a:lnTo>
                  <a:lnTo>
                    <a:pt x="38151" y="8934"/>
                  </a:lnTo>
                  <a:lnTo>
                    <a:pt x="38163" y="8921"/>
                  </a:lnTo>
                  <a:lnTo>
                    <a:pt x="38176" y="8896"/>
                  </a:lnTo>
                  <a:lnTo>
                    <a:pt x="38240" y="8870"/>
                  </a:lnTo>
                  <a:lnTo>
                    <a:pt x="38317" y="8845"/>
                  </a:lnTo>
                  <a:lnTo>
                    <a:pt x="38330" y="8691"/>
                  </a:lnTo>
                  <a:lnTo>
                    <a:pt x="38266" y="8525"/>
                  </a:lnTo>
                  <a:lnTo>
                    <a:pt x="38304" y="8410"/>
                  </a:lnTo>
                  <a:lnTo>
                    <a:pt x="38163" y="8244"/>
                  </a:lnTo>
                  <a:lnTo>
                    <a:pt x="38074" y="7861"/>
                  </a:lnTo>
                  <a:lnTo>
                    <a:pt x="37742" y="7771"/>
                  </a:lnTo>
                  <a:lnTo>
                    <a:pt x="37601" y="7822"/>
                  </a:lnTo>
                  <a:lnTo>
                    <a:pt x="37486" y="7784"/>
                  </a:lnTo>
                  <a:lnTo>
                    <a:pt x="37678" y="7528"/>
                  </a:lnTo>
                  <a:lnTo>
                    <a:pt x="37473" y="7413"/>
                  </a:lnTo>
                  <a:lnTo>
                    <a:pt x="37294" y="7286"/>
                  </a:lnTo>
                  <a:lnTo>
                    <a:pt x="36949" y="7541"/>
                  </a:lnTo>
                  <a:lnTo>
                    <a:pt x="37077" y="7822"/>
                  </a:lnTo>
                  <a:lnTo>
                    <a:pt x="37550" y="7861"/>
                  </a:lnTo>
                  <a:lnTo>
                    <a:pt x="37461" y="8001"/>
                  </a:lnTo>
                  <a:lnTo>
                    <a:pt x="37665" y="8142"/>
                  </a:lnTo>
                  <a:lnTo>
                    <a:pt x="37780" y="8781"/>
                  </a:lnTo>
                  <a:lnTo>
                    <a:pt x="37256" y="9113"/>
                  </a:lnTo>
                  <a:lnTo>
                    <a:pt x="36898" y="9203"/>
                  </a:lnTo>
                  <a:lnTo>
                    <a:pt x="36464" y="9407"/>
                  </a:lnTo>
                  <a:lnTo>
                    <a:pt x="36438" y="9612"/>
                  </a:lnTo>
                  <a:lnTo>
                    <a:pt x="36170" y="9854"/>
                  </a:lnTo>
                  <a:lnTo>
                    <a:pt x="36067" y="10021"/>
                  </a:lnTo>
                  <a:lnTo>
                    <a:pt x="36553" y="10212"/>
                  </a:lnTo>
                  <a:lnTo>
                    <a:pt x="36489" y="10391"/>
                  </a:lnTo>
                  <a:lnTo>
                    <a:pt x="36668" y="10557"/>
                  </a:lnTo>
                  <a:lnTo>
                    <a:pt x="36796" y="10672"/>
                  </a:lnTo>
                  <a:lnTo>
                    <a:pt x="36847" y="10736"/>
                  </a:lnTo>
                  <a:lnTo>
                    <a:pt x="36924" y="10826"/>
                  </a:lnTo>
                  <a:lnTo>
                    <a:pt x="37090" y="11005"/>
                  </a:lnTo>
                  <a:lnTo>
                    <a:pt x="37320" y="11248"/>
                  </a:lnTo>
                  <a:lnTo>
                    <a:pt x="37103" y="11401"/>
                  </a:lnTo>
                  <a:lnTo>
                    <a:pt x="36681" y="11912"/>
                  </a:lnTo>
                  <a:lnTo>
                    <a:pt x="36591" y="12500"/>
                  </a:lnTo>
                  <a:lnTo>
                    <a:pt x="36924" y="12832"/>
                  </a:lnTo>
                  <a:lnTo>
                    <a:pt x="36668" y="13088"/>
                  </a:lnTo>
                  <a:lnTo>
                    <a:pt x="36770" y="13318"/>
                  </a:lnTo>
                  <a:lnTo>
                    <a:pt x="37179" y="13139"/>
                  </a:lnTo>
                  <a:lnTo>
                    <a:pt x="37409" y="13241"/>
                  </a:lnTo>
                  <a:lnTo>
                    <a:pt x="37857" y="13305"/>
                  </a:lnTo>
                  <a:lnTo>
                    <a:pt x="38215" y="13050"/>
                  </a:lnTo>
                  <a:lnTo>
                    <a:pt x="38739" y="13126"/>
                  </a:lnTo>
                  <a:lnTo>
                    <a:pt x="39544" y="13331"/>
                  </a:lnTo>
                  <a:lnTo>
                    <a:pt x="39914" y="13855"/>
                  </a:lnTo>
                  <a:lnTo>
                    <a:pt x="40132" y="14315"/>
                  </a:lnTo>
                  <a:lnTo>
                    <a:pt x="39863" y="14455"/>
                  </a:lnTo>
                  <a:lnTo>
                    <a:pt x="39646" y="14839"/>
                  </a:lnTo>
                  <a:lnTo>
                    <a:pt x="39902" y="15107"/>
                  </a:lnTo>
                  <a:lnTo>
                    <a:pt x="40132" y="15337"/>
                  </a:lnTo>
                  <a:lnTo>
                    <a:pt x="39557" y="15248"/>
                  </a:lnTo>
                  <a:lnTo>
                    <a:pt x="39390" y="14852"/>
                  </a:lnTo>
                  <a:lnTo>
                    <a:pt x="39531" y="14494"/>
                  </a:lnTo>
                  <a:lnTo>
                    <a:pt x="39595" y="14136"/>
                  </a:lnTo>
                  <a:lnTo>
                    <a:pt x="39429" y="14021"/>
                  </a:lnTo>
                  <a:lnTo>
                    <a:pt x="38981" y="13459"/>
                  </a:lnTo>
                  <a:lnTo>
                    <a:pt x="38457" y="13356"/>
                  </a:lnTo>
                  <a:lnTo>
                    <a:pt x="38010" y="13548"/>
                  </a:lnTo>
                  <a:lnTo>
                    <a:pt x="37371" y="13765"/>
                  </a:lnTo>
                  <a:lnTo>
                    <a:pt x="37294" y="13970"/>
                  </a:lnTo>
                  <a:lnTo>
                    <a:pt x="37230" y="14174"/>
                  </a:lnTo>
                  <a:lnTo>
                    <a:pt x="37269" y="14225"/>
                  </a:lnTo>
                  <a:lnTo>
                    <a:pt x="37371" y="14315"/>
                  </a:lnTo>
                  <a:lnTo>
                    <a:pt x="37512" y="14443"/>
                  </a:lnTo>
                  <a:lnTo>
                    <a:pt x="37639" y="14737"/>
                  </a:lnTo>
                  <a:lnTo>
                    <a:pt x="37563" y="15107"/>
                  </a:lnTo>
                  <a:lnTo>
                    <a:pt x="36962" y="15682"/>
                  </a:lnTo>
                  <a:lnTo>
                    <a:pt x="36885" y="16194"/>
                  </a:lnTo>
                  <a:lnTo>
                    <a:pt x="36361" y="16411"/>
                  </a:lnTo>
                  <a:lnTo>
                    <a:pt x="36029" y="16526"/>
                  </a:lnTo>
                  <a:lnTo>
                    <a:pt x="35799" y="16615"/>
                  </a:lnTo>
                  <a:lnTo>
                    <a:pt x="35697" y="16654"/>
                  </a:lnTo>
                  <a:lnTo>
                    <a:pt x="35531" y="17012"/>
                  </a:lnTo>
                  <a:lnTo>
                    <a:pt x="35377" y="17037"/>
                  </a:lnTo>
                  <a:lnTo>
                    <a:pt x="35186" y="17063"/>
                  </a:lnTo>
                  <a:lnTo>
                    <a:pt x="35173" y="17063"/>
                  </a:lnTo>
                  <a:lnTo>
                    <a:pt x="35160" y="17050"/>
                  </a:lnTo>
                  <a:lnTo>
                    <a:pt x="35160" y="17012"/>
                  </a:lnTo>
                  <a:lnTo>
                    <a:pt x="35173" y="16960"/>
                  </a:lnTo>
                  <a:lnTo>
                    <a:pt x="35045" y="16960"/>
                  </a:lnTo>
                  <a:lnTo>
                    <a:pt x="34687" y="16935"/>
                  </a:lnTo>
                  <a:lnTo>
                    <a:pt x="34444" y="16871"/>
                  </a:lnTo>
                  <a:lnTo>
                    <a:pt x="34035" y="16960"/>
                  </a:lnTo>
                  <a:lnTo>
                    <a:pt x="33869" y="16897"/>
                  </a:lnTo>
                  <a:lnTo>
                    <a:pt x="33741" y="16845"/>
                  </a:lnTo>
                  <a:lnTo>
                    <a:pt x="33639" y="16833"/>
                  </a:lnTo>
                  <a:lnTo>
                    <a:pt x="33550" y="16820"/>
                  </a:lnTo>
                  <a:lnTo>
                    <a:pt x="33447" y="16794"/>
                  </a:lnTo>
                  <a:lnTo>
                    <a:pt x="33307" y="16756"/>
                  </a:lnTo>
                  <a:lnTo>
                    <a:pt x="33013" y="16603"/>
                  </a:lnTo>
                  <a:lnTo>
                    <a:pt x="33128" y="16462"/>
                  </a:lnTo>
                  <a:lnTo>
                    <a:pt x="33371" y="16603"/>
                  </a:lnTo>
                  <a:lnTo>
                    <a:pt x="33614" y="16730"/>
                  </a:lnTo>
                  <a:lnTo>
                    <a:pt x="33831" y="16705"/>
                  </a:lnTo>
                  <a:lnTo>
                    <a:pt x="33805" y="16564"/>
                  </a:lnTo>
                  <a:lnTo>
                    <a:pt x="33575" y="16424"/>
                  </a:lnTo>
                  <a:lnTo>
                    <a:pt x="33447" y="16321"/>
                  </a:lnTo>
                  <a:lnTo>
                    <a:pt x="33729" y="16424"/>
                  </a:lnTo>
                  <a:lnTo>
                    <a:pt x="33984" y="16666"/>
                  </a:lnTo>
                  <a:lnTo>
                    <a:pt x="34189" y="16730"/>
                  </a:lnTo>
                  <a:lnTo>
                    <a:pt x="34559" y="16718"/>
                  </a:lnTo>
                  <a:lnTo>
                    <a:pt x="34610" y="16603"/>
                  </a:lnTo>
                  <a:lnTo>
                    <a:pt x="34955" y="16526"/>
                  </a:lnTo>
                  <a:lnTo>
                    <a:pt x="35032" y="16309"/>
                  </a:lnTo>
                  <a:lnTo>
                    <a:pt x="34892" y="16296"/>
                  </a:lnTo>
                  <a:lnTo>
                    <a:pt x="34892" y="16206"/>
                  </a:lnTo>
                  <a:lnTo>
                    <a:pt x="35007" y="16194"/>
                  </a:lnTo>
                  <a:lnTo>
                    <a:pt x="35096" y="16181"/>
                  </a:lnTo>
                  <a:lnTo>
                    <a:pt x="35134" y="16168"/>
                  </a:lnTo>
                  <a:lnTo>
                    <a:pt x="35186" y="16155"/>
                  </a:lnTo>
                  <a:lnTo>
                    <a:pt x="35288" y="16130"/>
                  </a:lnTo>
                  <a:lnTo>
                    <a:pt x="35428" y="16104"/>
                  </a:lnTo>
                  <a:lnTo>
                    <a:pt x="35505" y="15785"/>
                  </a:lnTo>
                  <a:lnTo>
                    <a:pt x="35658" y="15644"/>
                  </a:lnTo>
                  <a:lnTo>
                    <a:pt x="35825" y="15363"/>
                  </a:lnTo>
                  <a:lnTo>
                    <a:pt x="35991" y="15337"/>
                  </a:lnTo>
                  <a:lnTo>
                    <a:pt x="36336" y="14967"/>
                  </a:lnTo>
                  <a:lnTo>
                    <a:pt x="36361" y="14839"/>
                  </a:lnTo>
                  <a:lnTo>
                    <a:pt x="36234" y="14826"/>
                  </a:lnTo>
                  <a:lnTo>
                    <a:pt x="36144" y="14443"/>
                  </a:lnTo>
                  <a:lnTo>
                    <a:pt x="36246" y="14302"/>
                  </a:lnTo>
                  <a:lnTo>
                    <a:pt x="36528" y="14200"/>
                  </a:lnTo>
                  <a:lnTo>
                    <a:pt x="36643" y="13995"/>
                  </a:lnTo>
                  <a:lnTo>
                    <a:pt x="36451" y="13829"/>
                  </a:lnTo>
                  <a:lnTo>
                    <a:pt x="35901" y="13650"/>
                  </a:lnTo>
                  <a:lnTo>
                    <a:pt x="35876" y="13407"/>
                  </a:lnTo>
                  <a:lnTo>
                    <a:pt x="35850" y="13088"/>
                  </a:lnTo>
                  <a:lnTo>
                    <a:pt x="35850" y="12960"/>
                  </a:lnTo>
                  <a:lnTo>
                    <a:pt x="35697" y="12896"/>
                  </a:lnTo>
                  <a:lnTo>
                    <a:pt x="35697" y="12730"/>
                  </a:lnTo>
                  <a:lnTo>
                    <a:pt x="35863" y="12628"/>
                  </a:lnTo>
                  <a:lnTo>
                    <a:pt x="35799" y="12398"/>
                  </a:lnTo>
                  <a:lnTo>
                    <a:pt x="35799" y="12206"/>
                  </a:lnTo>
                  <a:lnTo>
                    <a:pt x="35914" y="12091"/>
                  </a:lnTo>
                  <a:lnTo>
                    <a:pt x="35825" y="11925"/>
                  </a:lnTo>
                  <a:lnTo>
                    <a:pt x="35837" y="11503"/>
                  </a:lnTo>
                  <a:lnTo>
                    <a:pt x="35850" y="11490"/>
                  </a:lnTo>
                  <a:lnTo>
                    <a:pt x="35888" y="11452"/>
                  </a:lnTo>
                  <a:lnTo>
                    <a:pt x="35940" y="11401"/>
                  </a:lnTo>
                  <a:lnTo>
                    <a:pt x="36016" y="10877"/>
                  </a:lnTo>
                  <a:lnTo>
                    <a:pt x="35991" y="10660"/>
                  </a:lnTo>
                  <a:lnTo>
                    <a:pt x="35837" y="10481"/>
                  </a:lnTo>
                  <a:lnTo>
                    <a:pt x="35761" y="10276"/>
                  </a:lnTo>
                  <a:lnTo>
                    <a:pt x="35339" y="10021"/>
                  </a:lnTo>
                  <a:lnTo>
                    <a:pt x="35083" y="9842"/>
                  </a:lnTo>
                  <a:lnTo>
                    <a:pt x="35301" y="9803"/>
                  </a:lnTo>
                  <a:lnTo>
                    <a:pt x="35454" y="9752"/>
                  </a:lnTo>
                  <a:lnTo>
                    <a:pt x="35480" y="9548"/>
                  </a:lnTo>
                  <a:lnTo>
                    <a:pt x="35850" y="9203"/>
                  </a:lnTo>
                  <a:lnTo>
                    <a:pt x="35888" y="8896"/>
                  </a:lnTo>
                  <a:lnTo>
                    <a:pt x="35991" y="8512"/>
                  </a:lnTo>
                  <a:lnTo>
                    <a:pt x="35952" y="8206"/>
                  </a:lnTo>
                  <a:lnTo>
                    <a:pt x="35799" y="7988"/>
                  </a:lnTo>
                  <a:lnTo>
                    <a:pt x="35658" y="7899"/>
                  </a:lnTo>
                  <a:lnTo>
                    <a:pt x="35275" y="7912"/>
                  </a:lnTo>
                  <a:lnTo>
                    <a:pt x="34968" y="7682"/>
                  </a:lnTo>
                  <a:lnTo>
                    <a:pt x="34674" y="7746"/>
                  </a:lnTo>
                  <a:lnTo>
                    <a:pt x="34495" y="7707"/>
                  </a:lnTo>
                  <a:lnTo>
                    <a:pt x="34086" y="7784"/>
                  </a:lnTo>
                  <a:lnTo>
                    <a:pt x="33869" y="7758"/>
                  </a:lnTo>
                  <a:lnTo>
                    <a:pt x="33844" y="7618"/>
                  </a:lnTo>
                  <a:lnTo>
                    <a:pt x="34125" y="7554"/>
                  </a:lnTo>
                  <a:lnTo>
                    <a:pt x="34355" y="7477"/>
                  </a:lnTo>
                  <a:lnTo>
                    <a:pt x="34610" y="7452"/>
                  </a:lnTo>
                  <a:lnTo>
                    <a:pt x="34764" y="7592"/>
                  </a:lnTo>
                  <a:lnTo>
                    <a:pt x="34764" y="7490"/>
                  </a:lnTo>
                  <a:lnTo>
                    <a:pt x="34892" y="7439"/>
                  </a:lnTo>
                  <a:lnTo>
                    <a:pt x="35019" y="7579"/>
                  </a:lnTo>
                  <a:lnTo>
                    <a:pt x="35173" y="7579"/>
                  </a:lnTo>
                  <a:lnTo>
                    <a:pt x="35186" y="7516"/>
                  </a:lnTo>
                  <a:lnTo>
                    <a:pt x="35224" y="7234"/>
                  </a:lnTo>
                  <a:lnTo>
                    <a:pt x="35058" y="7196"/>
                  </a:lnTo>
                  <a:lnTo>
                    <a:pt x="34649" y="6800"/>
                  </a:lnTo>
                  <a:lnTo>
                    <a:pt x="34253" y="6838"/>
                  </a:lnTo>
                  <a:lnTo>
                    <a:pt x="33831" y="6877"/>
                  </a:lnTo>
                  <a:lnTo>
                    <a:pt x="33690" y="7145"/>
                  </a:lnTo>
                  <a:lnTo>
                    <a:pt x="33792" y="7298"/>
                  </a:lnTo>
                  <a:lnTo>
                    <a:pt x="33690" y="7349"/>
                  </a:lnTo>
                  <a:lnTo>
                    <a:pt x="33639" y="7592"/>
                  </a:lnTo>
                  <a:lnTo>
                    <a:pt x="33754" y="7669"/>
                  </a:lnTo>
                  <a:lnTo>
                    <a:pt x="33537" y="7592"/>
                  </a:lnTo>
                  <a:lnTo>
                    <a:pt x="33307" y="7643"/>
                  </a:lnTo>
                  <a:lnTo>
                    <a:pt x="33307" y="7797"/>
                  </a:lnTo>
                  <a:lnTo>
                    <a:pt x="32949" y="8282"/>
                  </a:lnTo>
                  <a:lnTo>
                    <a:pt x="32617" y="8921"/>
                  </a:lnTo>
                  <a:lnTo>
                    <a:pt x="32438" y="9586"/>
                  </a:lnTo>
                  <a:lnTo>
                    <a:pt x="31939" y="9957"/>
                  </a:lnTo>
                  <a:lnTo>
                    <a:pt x="31185" y="10289"/>
                  </a:lnTo>
                  <a:lnTo>
                    <a:pt x="30802" y="10890"/>
                  </a:lnTo>
                  <a:lnTo>
                    <a:pt x="30866" y="11235"/>
                  </a:lnTo>
                  <a:lnTo>
                    <a:pt x="31134" y="11324"/>
                  </a:lnTo>
                  <a:lnTo>
                    <a:pt x="31275" y="11311"/>
                  </a:lnTo>
                  <a:lnTo>
                    <a:pt x="31070" y="11120"/>
                  </a:lnTo>
                  <a:lnTo>
                    <a:pt x="31134" y="11017"/>
                  </a:lnTo>
                  <a:lnTo>
                    <a:pt x="31275" y="10890"/>
                  </a:lnTo>
                  <a:lnTo>
                    <a:pt x="31569" y="10890"/>
                  </a:lnTo>
                  <a:lnTo>
                    <a:pt x="31658" y="11056"/>
                  </a:lnTo>
                  <a:lnTo>
                    <a:pt x="31581" y="11401"/>
                  </a:lnTo>
                  <a:lnTo>
                    <a:pt x="31390" y="11682"/>
                  </a:lnTo>
                  <a:lnTo>
                    <a:pt x="31517" y="11759"/>
                  </a:lnTo>
                  <a:lnTo>
                    <a:pt x="31428" y="11963"/>
                  </a:lnTo>
                  <a:lnTo>
                    <a:pt x="31121" y="12155"/>
                  </a:lnTo>
                  <a:lnTo>
                    <a:pt x="31185" y="12487"/>
                  </a:lnTo>
                  <a:lnTo>
                    <a:pt x="31275" y="12641"/>
                  </a:lnTo>
                  <a:lnTo>
                    <a:pt x="31505" y="12564"/>
                  </a:lnTo>
                  <a:lnTo>
                    <a:pt x="31441" y="12679"/>
                  </a:lnTo>
                  <a:lnTo>
                    <a:pt x="31517" y="12820"/>
                  </a:lnTo>
                  <a:lnTo>
                    <a:pt x="31633" y="12768"/>
                  </a:lnTo>
                  <a:lnTo>
                    <a:pt x="31786" y="12615"/>
                  </a:lnTo>
                  <a:lnTo>
                    <a:pt x="32246" y="12781"/>
                  </a:lnTo>
                  <a:lnTo>
                    <a:pt x="32323" y="13254"/>
                  </a:lnTo>
                  <a:lnTo>
                    <a:pt x="32489" y="13522"/>
                  </a:lnTo>
                  <a:lnTo>
                    <a:pt x="32732" y="13522"/>
                  </a:lnTo>
                  <a:lnTo>
                    <a:pt x="33026" y="13535"/>
                  </a:lnTo>
                  <a:lnTo>
                    <a:pt x="32987" y="13906"/>
                  </a:lnTo>
                  <a:lnTo>
                    <a:pt x="32668" y="14149"/>
                  </a:lnTo>
                  <a:lnTo>
                    <a:pt x="32566" y="14379"/>
                  </a:lnTo>
                  <a:lnTo>
                    <a:pt x="32335" y="14366"/>
                  </a:lnTo>
                  <a:lnTo>
                    <a:pt x="32259" y="14161"/>
                  </a:lnTo>
                  <a:lnTo>
                    <a:pt x="31990" y="14034"/>
                  </a:lnTo>
                  <a:lnTo>
                    <a:pt x="31607" y="13880"/>
                  </a:lnTo>
                  <a:lnTo>
                    <a:pt x="31492" y="13689"/>
                  </a:lnTo>
                  <a:lnTo>
                    <a:pt x="31402" y="13535"/>
                  </a:lnTo>
                  <a:lnTo>
                    <a:pt x="31057" y="13497"/>
                  </a:lnTo>
                  <a:lnTo>
                    <a:pt x="30802" y="13331"/>
                  </a:lnTo>
                  <a:lnTo>
                    <a:pt x="29920" y="13062"/>
                  </a:lnTo>
                  <a:lnTo>
                    <a:pt x="29779" y="13229"/>
                  </a:lnTo>
                  <a:lnTo>
                    <a:pt x="29728" y="13075"/>
                  </a:lnTo>
                  <a:lnTo>
                    <a:pt x="29473" y="12832"/>
                  </a:lnTo>
                  <a:lnTo>
                    <a:pt x="29243" y="12679"/>
                  </a:lnTo>
                  <a:lnTo>
                    <a:pt x="28693" y="12589"/>
                  </a:lnTo>
                  <a:lnTo>
                    <a:pt x="28361" y="12398"/>
                  </a:lnTo>
                  <a:lnTo>
                    <a:pt x="27811" y="12372"/>
                  </a:lnTo>
                  <a:lnTo>
                    <a:pt x="27402" y="12398"/>
                  </a:lnTo>
                  <a:lnTo>
                    <a:pt x="27159" y="12321"/>
                  </a:lnTo>
                  <a:lnTo>
                    <a:pt x="26456" y="12193"/>
                  </a:lnTo>
                  <a:lnTo>
                    <a:pt x="26431" y="12283"/>
                  </a:lnTo>
                  <a:lnTo>
                    <a:pt x="26367" y="12372"/>
                  </a:lnTo>
                  <a:lnTo>
                    <a:pt x="26252" y="12027"/>
                  </a:lnTo>
                  <a:lnTo>
                    <a:pt x="26099" y="11887"/>
                  </a:lnTo>
                  <a:lnTo>
                    <a:pt x="25728" y="11695"/>
                  </a:lnTo>
                  <a:lnTo>
                    <a:pt x="25332" y="11593"/>
                  </a:lnTo>
                  <a:lnTo>
                    <a:pt x="25268" y="11375"/>
                  </a:lnTo>
                  <a:lnTo>
                    <a:pt x="25050" y="11222"/>
                  </a:lnTo>
                  <a:lnTo>
                    <a:pt x="24808" y="11388"/>
                  </a:lnTo>
                  <a:lnTo>
                    <a:pt x="24590" y="11669"/>
                  </a:lnTo>
                  <a:lnTo>
                    <a:pt x="24910" y="12091"/>
                  </a:lnTo>
                  <a:lnTo>
                    <a:pt x="25204" y="12321"/>
                  </a:lnTo>
                  <a:lnTo>
                    <a:pt x="25306" y="12168"/>
                  </a:lnTo>
                  <a:lnTo>
                    <a:pt x="25485" y="12219"/>
                  </a:lnTo>
                  <a:lnTo>
                    <a:pt x="25549" y="12411"/>
                  </a:lnTo>
                  <a:lnTo>
                    <a:pt x="25856" y="12500"/>
                  </a:lnTo>
                  <a:lnTo>
                    <a:pt x="26329" y="12411"/>
                  </a:lnTo>
                  <a:lnTo>
                    <a:pt x="25945" y="12513"/>
                  </a:lnTo>
                  <a:lnTo>
                    <a:pt x="26150" y="12794"/>
                  </a:lnTo>
                  <a:lnTo>
                    <a:pt x="26380" y="13113"/>
                  </a:lnTo>
                  <a:lnTo>
                    <a:pt x="26648" y="13280"/>
                  </a:lnTo>
                  <a:lnTo>
                    <a:pt x="26469" y="13510"/>
                  </a:lnTo>
                  <a:lnTo>
                    <a:pt x="26277" y="13753"/>
                  </a:lnTo>
                  <a:lnTo>
                    <a:pt x="26099" y="13778"/>
                  </a:lnTo>
                  <a:lnTo>
                    <a:pt x="25932" y="13791"/>
                  </a:lnTo>
                  <a:lnTo>
                    <a:pt x="25766" y="13791"/>
                  </a:lnTo>
                  <a:lnTo>
                    <a:pt x="25728" y="13931"/>
                  </a:lnTo>
                  <a:lnTo>
                    <a:pt x="25830" y="14085"/>
                  </a:lnTo>
                  <a:lnTo>
                    <a:pt x="25536" y="14289"/>
                  </a:lnTo>
                  <a:lnTo>
                    <a:pt x="25178" y="14264"/>
                  </a:lnTo>
                  <a:lnTo>
                    <a:pt x="25166" y="14225"/>
                  </a:lnTo>
                  <a:lnTo>
                    <a:pt x="25153" y="14136"/>
                  </a:lnTo>
                  <a:lnTo>
                    <a:pt x="25153" y="14008"/>
                  </a:lnTo>
                  <a:lnTo>
                    <a:pt x="25166" y="13829"/>
                  </a:lnTo>
                  <a:lnTo>
                    <a:pt x="25447" y="13778"/>
                  </a:lnTo>
                  <a:lnTo>
                    <a:pt x="25536" y="13625"/>
                  </a:lnTo>
                  <a:lnTo>
                    <a:pt x="25421" y="13625"/>
                  </a:lnTo>
                  <a:lnTo>
                    <a:pt x="25204" y="13612"/>
                  </a:lnTo>
                  <a:lnTo>
                    <a:pt x="25153" y="13612"/>
                  </a:lnTo>
                  <a:lnTo>
                    <a:pt x="25127" y="13599"/>
                  </a:lnTo>
                  <a:lnTo>
                    <a:pt x="25127" y="13586"/>
                  </a:lnTo>
                  <a:lnTo>
                    <a:pt x="25127" y="13574"/>
                  </a:lnTo>
                  <a:lnTo>
                    <a:pt x="25153" y="13535"/>
                  </a:lnTo>
                  <a:lnTo>
                    <a:pt x="25166" y="13522"/>
                  </a:lnTo>
                  <a:lnTo>
                    <a:pt x="25012" y="13407"/>
                  </a:lnTo>
                  <a:lnTo>
                    <a:pt x="24782" y="13407"/>
                  </a:lnTo>
                  <a:lnTo>
                    <a:pt x="24258" y="13650"/>
                  </a:lnTo>
                  <a:lnTo>
                    <a:pt x="23939" y="13957"/>
                  </a:lnTo>
                  <a:lnTo>
                    <a:pt x="23466" y="14034"/>
                  </a:lnTo>
                  <a:lnTo>
                    <a:pt x="23402" y="13906"/>
                  </a:lnTo>
                  <a:lnTo>
                    <a:pt x="23121" y="13906"/>
                  </a:lnTo>
                  <a:lnTo>
                    <a:pt x="22929" y="13893"/>
                  </a:lnTo>
                  <a:lnTo>
                    <a:pt x="22827" y="13893"/>
                  </a:lnTo>
                  <a:lnTo>
                    <a:pt x="22814" y="13868"/>
                  </a:lnTo>
                  <a:lnTo>
                    <a:pt x="22788" y="13816"/>
                  </a:lnTo>
                  <a:lnTo>
                    <a:pt x="22776" y="13765"/>
                  </a:lnTo>
                  <a:lnTo>
                    <a:pt x="22699" y="13765"/>
                  </a:lnTo>
                  <a:lnTo>
                    <a:pt x="22635" y="13919"/>
                  </a:lnTo>
                  <a:lnTo>
                    <a:pt x="22367" y="13970"/>
                  </a:lnTo>
                  <a:lnTo>
                    <a:pt x="21906" y="14200"/>
                  </a:lnTo>
                  <a:lnTo>
                    <a:pt x="21753" y="14519"/>
                  </a:lnTo>
                  <a:lnTo>
                    <a:pt x="21306" y="14353"/>
                  </a:lnTo>
                  <a:lnTo>
                    <a:pt x="20795" y="14353"/>
                  </a:lnTo>
                  <a:lnTo>
                    <a:pt x="21127" y="14213"/>
                  </a:lnTo>
                  <a:lnTo>
                    <a:pt x="21127" y="14046"/>
                  </a:lnTo>
                  <a:lnTo>
                    <a:pt x="21037" y="13919"/>
                  </a:lnTo>
                  <a:lnTo>
                    <a:pt x="20795" y="13663"/>
                  </a:lnTo>
                  <a:lnTo>
                    <a:pt x="21523" y="13510"/>
                  </a:lnTo>
                  <a:lnTo>
                    <a:pt x="21600" y="13407"/>
                  </a:lnTo>
                  <a:lnTo>
                    <a:pt x="21600" y="13407"/>
                  </a:lnTo>
                  <a:lnTo>
                    <a:pt x="20922" y="13510"/>
                  </a:lnTo>
                  <a:lnTo>
                    <a:pt x="19989" y="13714"/>
                  </a:lnTo>
                  <a:lnTo>
                    <a:pt x="20143" y="13957"/>
                  </a:lnTo>
                  <a:lnTo>
                    <a:pt x="20143" y="14392"/>
                  </a:lnTo>
                  <a:lnTo>
                    <a:pt x="19798" y="14315"/>
                  </a:lnTo>
                  <a:lnTo>
                    <a:pt x="19516" y="14034"/>
                  </a:lnTo>
                  <a:lnTo>
                    <a:pt x="19005" y="14277"/>
                  </a:lnTo>
                  <a:lnTo>
                    <a:pt x="17804" y="14864"/>
                  </a:lnTo>
                  <a:lnTo>
                    <a:pt x="16385" y="15606"/>
                  </a:lnTo>
                  <a:lnTo>
                    <a:pt x="16270" y="16360"/>
                  </a:lnTo>
                  <a:lnTo>
                    <a:pt x="15350" y="16500"/>
                  </a:lnTo>
                  <a:lnTo>
                    <a:pt x="14570" y="16309"/>
                  </a:lnTo>
                  <a:lnTo>
                    <a:pt x="14558" y="15964"/>
                  </a:lnTo>
                  <a:lnTo>
                    <a:pt x="13931" y="15887"/>
                  </a:lnTo>
                  <a:lnTo>
                    <a:pt x="14136" y="15337"/>
                  </a:lnTo>
                  <a:lnTo>
                    <a:pt x="14660" y="15222"/>
                  </a:lnTo>
                  <a:lnTo>
                    <a:pt x="14685" y="15184"/>
                  </a:lnTo>
                  <a:lnTo>
                    <a:pt x="14711" y="15094"/>
                  </a:lnTo>
                  <a:lnTo>
                    <a:pt x="14711" y="15043"/>
                  </a:lnTo>
                  <a:lnTo>
                    <a:pt x="14711" y="14979"/>
                  </a:lnTo>
                  <a:lnTo>
                    <a:pt x="14698" y="14928"/>
                  </a:lnTo>
                  <a:lnTo>
                    <a:pt x="14660" y="14864"/>
                  </a:lnTo>
                  <a:lnTo>
                    <a:pt x="14328" y="14468"/>
                  </a:lnTo>
                  <a:lnTo>
                    <a:pt x="13548" y="14225"/>
                  </a:lnTo>
                  <a:lnTo>
                    <a:pt x="13241" y="14225"/>
                  </a:lnTo>
                  <a:lnTo>
                    <a:pt x="12871" y="13714"/>
                  </a:lnTo>
                  <a:lnTo>
                    <a:pt x="12410" y="13714"/>
                  </a:lnTo>
                  <a:lnTo>
                    <a:pt x="12206" y="13804"/>
                  </a:lnTo>
                  <a:lnTo>
                    <a:pt x="12730" y="14136"/>
                  </a:lnTo>
                  <a:lnTo>
                    <a:pt x="13279" y="14698"/>
                  </a:lnTo>
                  <a:lnTo>
                    <a:pt x="13228" y="15222"/>
                  </a:lnTo>
                  <a:lnTo>
                    <a:pt x="12934" y="15695"/>
                  </a:lnTo>
                  <a:lnTo>
                    <a:pt x="13228" y="15810"/>
                  </a:lnTo>
                  <a:lnTo>
                    <a:pt x="13356" y="16385"/>
                  </a:lnTo>
                  <a:lnTo>
                    <a:pt x="13126" y="16743"/>
                  </a:lnTo>
                  <a:lnTo>
                    <a:pt x="12768" y="16475"/>
                  </a:lnTo>
                  <a:lnTo>
                    <a:pt x="12410" y="16436"/>
                  </a:lnTo>
                  <a:lnTo>
                    <a:pt x="11925" y="16104"/>
                  </a:lnTo>
                  <a:lnTo>
                    <a:pt x="11567" y="16027"/>
                  </a:lnTo>
                  <a:lnTo>
                    <a:pt x="11043" y="16769"/>
                  </a:lnTo>
                  <a:lnTo>
                    <a:pt x="10506" y="17063"/>
                  </a:lnTo>
                  <a:lnTo>
                    <a:pt x="10187" y="17548"/>
                  </a:lnTo>
                  <a:lnTo>
                    <a:pt x="9790" y="17548"/>
                  </a:lnTo>
                  <a:lnTo>
                    <a:pt x="9599" y="17791"/>
                  </a:lnTo>
                  <a:lnTo>
                    <a:pt x="9803" y="18290"/>
                  </a:lnTo>
                  <a:lnTo>
                    <a:pt x="10314" y="18903"/>
                  </a:lnTo>
                  <a:lnTo>
                    <a:pt x="10110" y="19031"/>
                  </a:lnTo>
                  <a:lnTo>
                    <a:pt x="9675" y="19159"/>
                  </a:lnTo>
                  <a:lnTo>
                    <a:pt x="9177" y="19005"/>
                  </a:lnTo>
                  <a:lnTo>
                    <a:pt x="8793" y="18993"/>
                  </a:lnTo>
                  <a:lnTo>
                    <a:pt x="8436" y="18660"/>
                  </a:lnTo>
                  <a:lnTo>
                    <a:pt x="7950" y="18430"/>
                  </a:lnTo>
                  <a:lnTo>
                    <a:pt x="7771" y="18571"/>
                  </a:lnTo>
                  <a:lnTo>
                    <a:pt x="7618" y="18839"/>
                  </a:lnTo>
                  <a:lnTo>
                    <a:pt x="7515" y="18839"/>
                  </a:lnTo>
                  <a:lnTo>
                    <a:pt x="7336" y="18903"/>
                  </a:lnTo>
                  <a:lnTo>
                    <a:pt x="7720" y="19274"/>
                  </a:lnTo>
                  <a:lnTo>
                    <a:pt x="7963" y="19542"/>
                  </a:lnTo>
                  <a:lnTo>
                    <a:pt x="8346" y="19542"/>
                  </a:lnTo>
                  <a:lnTo>
                    <a:pt x="8576" y="19708"/>
                  </a:lnTo>
                  <a:lnTo>
                    <a:pt x="8576" y="19989"/>
                  </a:lnTo>
                  <a:lnTo>
                    <a:pt x="8563" y="19964"/>
                  </a:lnTo>
                  <a:lnTo>
                    <a:pt x="8103" y="20258"/>
                  </a:lnTo>
                  <a:lnTo>
                    <a:pt x="7745" y="20079"/>
                  </a:lnTo>
                  <a:lnTo>
                    <a:pt x="7515" y="19977"/>
                  </a:lnTo>
                  <a:lnTo>
                    <a:pt x="7273" y="19887"/>
                  </a:lnTo>
                  <a:lnTo>
                    <a:pt x="6979" y="19657"/>
                  </a:lnTo>
                  <a:lnTo>
                    <a:pt x="6979" y="19529"/>
                  </a:lnTo>
                  <a:lnTo>
                    <a:pt x="6135" y="19529"/>
                  </a:lnTo>
                  <a:lnTo>
                    <a:pt x="5982" y="19261"/>
                  </a:lnTo>
                  <a:lnTo>
                    <a:pt x="5879" y="18775"/>
                  </a:lnTo>
                  <a:lnTo>
                    <a:pt x="5483" y="18328"/>
                  </a:lnTo>
                  <a:lnTo>
                    <a:pt x="5726" y="18047"/>
                  </a:lnTo>
                  <a:lnTo>
                    <a:pt x="5764" y="17612"/>
                  </a:lnTo>
                  <a:lnTo>
                    <a:pt x="5266" y="17254"/>
                  </a:lnTo>
                  <a:lnTo>
                    <a:pt x="4576" y="16884"/>
                  </a:lnTo>
                  <a:lnTo>
                    <a:pt x="4269" y="16449"/>
                  </a:lnTo>
                  <a:lnTo>
                    <a:pt x="3643" y="15759"/>
                  </a:lnTo>
                  <a:lnTo>
                    <a:pt x="3809" y="15606"/>
                  </a:lnTo>
                  <a:lnTo>
                    <a:pt x="4282" y="15823"/>
                  </a:lnTo>
                  <a:lnTo>
                    <a:pt x="5560" y="16590"/>
                  </a:lnTo>
                  <a:lnTo>
                    <a:pt x="6340" y="16743"/>
                  </a:lnTo>
                  <a:lnTo>
                    <a:pt x="7515" y="16935"/>
                  </a:lnTo>
                  <a:lnTo>
                    <a:pt x="8231" y="17075"/>
                  </a:lnTo>
                  <a:lnTo>
                    <a:pt x="8883" y="16960"/>
                  </a:lnTo>
                  <a:lnTo>
                    <a:pt x="9650" y="16321"/>
                  </a:lnTo>
                  <a:lnTo>
                    <a:pt x="9752" y="15478"/>
                  </a:lnTo>
                  <a:lnTo>
                    <a:pt x="9241" y="14417"/>
                  </a:lnTo>
                  <a:lnTo>
                    <a:pt x="8436" y="14008"/>
                  </a:lnTo>
                  <a:lnTo>
                    <a:pt x="7733" y="13510"/>
                  </a:lnTo>
                  <a:lnTo>
                    <a:pt x="6889" y="13037"/>
                  </a:lnTo>
                  <a:lnTo>
                    <a:pt x="5879" y="12998"/>
                  </a:lnTo>
                  <a:lnTo>
                    <a:pt x="5509" y="12871"/>
                  </a:lnTo>
                  <a:lnTo>
                    <a:pt x="5240" y="12768"/>
                  </a:lnTo>
                  <a:lnTo>
                    <a:pt x="5151" y="12730"/>
                  </a:lnTo>
                  <a:lnTo>
                    <a:pt x="5113" y="12717"/>
                  </a:lnTo>
                  <a:lnTo>
                    <a:pt x="5036" y="12641"/>
                  </a:lnTo>
                  <a:lnTo>
                    <a:pt x="4883" y="12538"/>
                  </a:lnTo>
                  <a:lnTo>
                    <a:pt x="4653" y="12398"/>
                  </a:lnTo>
                  <a:lnTo>
                    <a:pt x="3732" y="12398"/>
                  </a:lnTo>
                  <a:lnTo>
                    <a:pt x="2199" y="12232"/>
                  </a:lnTo>
                  <a:lnTo>
                    <a:pt x="2199" y="12104"/>
                  </a:lnTo>
                  <a:lnTo>
                    <a:pt x="2646" y="12027"/>
                  </a:lnTo>
                  <a:lnTo>
                    <a:pt x="2378" y="11835"/>
                  </a:lnTo>
                  <a:lnTo>
                    <a:pt x="2020" y="11887"/>
                  </a:lnTo>
                  <a:lnTo>
                    <a:pt x="1687" y="12104"/>
                  </a:lnTo>
                  <a:lnTo>
                    <a:pt x="1547" y="12206"/>
                  </a:lnTo>
                  <a:lnTo>
                    <a:pt x="1100" y="12104"/>
                  </a:lnTo>
                  <a:lnTo>
                    <a:pt x="1048" y="12296"/>
                  </a:lnTo>
                  <a:lnTo>
                    <a:pt x="703" y="12653"/>
                  </a:lnTo>
                  <a:lnTo>
                    <a:pt x="691" y="12909"/>
                  </a:lnTo>
                  <a:lnTo>
                    <a:pt x="13" y="13280"/>
                  </a:lnTo>
                  <a:lnTo>
                    <a:pt x="0" y="13356"/>
                  </a:lnTo>
                  <a:lnTo>
                    <a:pt x="64" y="13420"/>
                  </a:lnTo>
                  <a:lnTo>
                    <a:pt x="39" y="13740"/>
                  </a:lnTo>
                  <a:lnTo>
                    <a:pt x="601" y="14059"/>
                  </a:lnTo>
                  <a:lnTo>
                    <a:pt x="1138" y="14583"/>
                  </a:lnTo>
                  <a:lnTo>
                    <a:pt x="1138" y="14967"/>
                  </a:lnTo>
                  <a:lnTo>
                    <a:pt x="882" y="15465"/>
                  </a:lnTo>
                  <a:lnTo>
                    <a:pt x="1087" y="15759"/>
                  </a:lnTo>
                  <a:lnTo>
                    <a:pt x="1764" y="16424"/>
                  </a:lnTo>
                  <a:lnTo>
                    <a:pt x="1764" y="17024"/>
                  </a:lnTo>
                  <a:lnTo>
                    <a:pt x="2020" y="17318"/>
                  </a:lnTo>
                  <a:lnTo>
                    <a:pt x="2084" y="17740"/>
                  </a:lnTo>
                  <a:lnTo>
                    <a:pt x="2378" y="17855"/>
                  </a:lnTo>
                  <a:lnTo>
                    <a:pt x="2441" y="18111"/>
                  </a:lnTo>
                  <a:lnTo>
                    <a:pt x="2710" y="18481"/>
                  </a:lnTo>
                  <a:lnTo>
                    <a:pt x="2646" y="19018"/>
                  </a:lnTo>
                  <a:lnTo>
                    <a:pt x="3055" y="19402"/>
                  </a:lnTo>
                  <a:lnTo>
                    <a:pt x="3387" y="19402"/>
                  </a:lnTo>
                  <a:lnTo>
                    <a:pt x="3962" y="19989"/>
                  </a:lnTo>
                  <a:lnTo>
                    <a:pt x="3924" y="20335"/>
                  </a:lnTo>
                  <a:lnTo>
                    <a:pt x="3579" y="21063"/>
                  </a:lnTo>
                  <a:lnTo>
                    <a:pt x="2710" y="21983"/>
                  </a:lnTo>
                  <a:lnTo>
                    <a:pt x="2020" y="22814"/>
                  </a:lnTo>
                  <a:lnTo>
                    <a:pt x="1828" y="23364"/>
                  </a:lnTo>
                  <a:lnTo>
                    <a:pt x="1828" y="23504"/>
                  </a:lnTo>
                  <a:lnTo>
                    <a:pt x="1981" y="23389"/>
                  </a:lnTo>
                  <a:lnTo>
                    <a:pt x="2084" y="23466"/>
                  </a:lnTo>
                  <a:lnTo>
                    <a:pt x="2020" y="23657"/>
                  </a:lnTo>
                  <a:lnTo>
                    <a:pt x="2109" y="24041"/>
                  </a:lnTo>
                  <a:lnTo>
                    <a:pt x="3017" y="24386"/>
                  </a:lnTo>
                  <a:lnTo>
                    <a:pt x="3106" y="24680"/>
                  </a:lnTo>
                  <a:lnTo>
                    <a:pt x="3259" y="25038"/>
                  </a:lnTo>
                  <a:lnTo>
                    <a:pt x="2978" y="25012"/>
                  </a:lnTo>
                  <a:lnTo>
                    <a:pt x="1751" y="24820"/>
                  </a:lnTo>
                  <a:lnTo>
                    <a:pt x="1406" y="24923"/>
                  </a:lnTo>
                  <a:lnTo>
                    <a:pt x="1393" y="25127"/>
                  </a:lnTo>
                  <a:lnTo>
                    <a:pt x="1048" y="25127"/>
                  </a:lnTo>
                  <a:lnTo>
                    <a:pt x="831" y="25229"/>
                  </a:lnTo>
                  <a:lnTo>
                    <a:pt x="780" y="25306"/>
                  </a:lnTo>
                  <a:lnTo>
                    <a:pt x="678" y="25562"/>
                  </a:lnTo>
                  <a:lnTo>
                    <a:pt x="972" y="25690"/>
                  </a:lnTo>
                  <a:lnTo>
                    <a:pt x="780" y="25792"/>
                  </a:lnTo>
                  <a:lnTo>
                    <a:pt x="550" y="25792"/>
                  </a:lnTo>
                  <a:lnTo>
                    <a:pt x="486" y="26086"/>
                  </a:lnTo>
                  <a:lnTo>
                    <a:pt x="460" y="26661"/>
                  </a:lnTo>
                  <a:lnTo>
                    <a:pt x="345" y="26661"/>
                  </a:lnTo>
                  <a:lnTo>
                    <a:pt x="358" y="26827"/>
                  </a:lnTo>
                  <a:lnTo>
                    <a:pt x="780" y="26904"/>
                  </a:lnTo>
                  <a:lnTo>
                    <a:pt x="780" y="27223"/>
                  </a:lnTo>
                  <a:lnTo>
                    <a:pt x="576" y="27223"/>
                  </a:lnTo>
                  <a:lnTo>
                    <a:pt x="563" y="27210"/>
                  </a:lnTo>
                  <a:lnTo>
                    <a:pt x="486" y="27556"/>
                  </a:lnTo>
                  <a:lnTo>
                    <a:pt x="729" y="27824"/>
                  </a:lnTo>
                  <a:lnTo>
                    <a:pt x="601" y="28220"/>
                  </a:lnTo>
                  <a:lnTo>
                    <a:pt x="729" y="28667"/>
                  </a:lnTo>
                  <a:lnTo>
                    <a:pt x="831" y="29217"/>
                  </a:lnTo>
                  <a:lnTo>
                    <a:pt x="1355" y="29268"/>
                  </a:lnTo>
                  <a:lnTo>
                    <a:pt x="1355" y="29434"/>
                  </a:lnTo>
                  <a:lnTo>
                    <a:pt x="1560" y="29345"/>
                  </a:lnTo>
                  <a:lnTo>
                    <a:pt x="1828" y="29588"/>
                  </a:lnTo>
                  <a:lnTo>
                    <a:pt x="2007" y="29588"/>
                  </a:lnTo>
                  <a:lnTo>
                    <a:pt x="2326" y="29447"/>
                  </a:lnTo>
                  <a:lnTo>
                    <a:pt x="2838" y="29600"/>
                  </a:lnTo>
                  <a:lnTo>
                    <a:pt x="2838" y="29907"/>
                  </a:lnTo>
                  <a:lnTo>
                    <a:pt x="2953" y="29907"/>
                  </a:lnTo>
                  <a:lnTo>
                    <a:pt x="3093" y="30137"/>
                  </a:lnTo>
                  <a:lnTo>
                    <a:pt x="2991" y="30342"/>
                  </a:lnTo>
                  <a:lnTo>
                    <a:pt x="3208" y="30495"/>
                  </a:lnTo>
                  <a:lnTo>
                    <a:pt x="2991" y="30700"/>
                  </a:lnTo>
                  <a:lnTo>
                    <a:pt x="3042" y="30853"/>
                  </a:lnTo>
                  <a:lnTo>
                    <a:pt x="3311" y="30815"/>
                  </a:lnTo>
                  <a:lnTo>
                    <a:pt x="3311" y="31211"/>
                  </a:lnTo>
                  <a:lnTo>
                    <a:pt x="3617" y="31415"/>
                  </a:lnTo>
                  <a:lnTo>
                    <a:pt x="3886" y="31441"/>
                  </a:lnTo>
                  <a:lnTo>
                    <a:pt x="3745" y="31760"/>
                  </a:lnTo>
                  <a:lnTo>
                    <a:pt x="4077" y="31837"/>
                  </a:lnTo>
                  <a:lnTo>
                    <a:pt x="4474" y="32131"/>
                  </a:lnTo>
                  <a:lnTo>
                    <a:pt x="3937" y="32757"/>
                  </a:lnTo>
                  <a:lnTo>
                    <a:pt x="3541" y="32566"/>
                  </a:lnTo>
                  <a:lnTo>
                    <a:pt x="3362" y="32566"/>
                  </a:lnTo>
                  <a:lnTo>
                    <a:pt x="3426" y="32668"/>
                  </a:lnTo>
                  <a:lnTo>
                    <a:pt x="3438" y="32923"/>
                  </a:lnTo>
                  <a:lnTo>
                    <a:pt x="3528" y="33473"/>
                  </a:lnTo>
                  <a:lnTo>
                    <a:pt x="3681" y="33639"/>
                  </a:lnTo>
                  <a:lnTo>
                    <a:pt x="4001" y="33486"/>
                  </a:lnTo>
                  <a:lnTo>
                    <a:pt x="4371" y="33268"/>
                  </a:lnTo>
                  <a:lnTo>
                    <a:pt x="5125" y="33256"/>
                  </a:lnTo>
                  <a:lnTo>
                    <a:pt x="5483" y="33677"/>
                  </a:lnTo>
                  <a:lnTo>
                    <a:pt x="5828" y="34074"/>
                  </a:lnTo>
                  <a:lnTo>
                    <a:pt x="5522" y="34227"/>
                  </a:lnTo>
                  <a:lnTo>
                    <a:pt x="5662" y="34483"/>
                  </a:lnTo>
                  <a:lnTo>
                    <a:pt x="6007" y="34483"/>
                  </a:lnTo>
                  <a:lnTo>
                    <a:pt x="6391" y="34751"/>
                  </a:lnTo>
                  <a:lnTo>
                    <a:pt x="6672" y="35339"/>
                  </a:lnTo>
                  <a:lnTo>
                    <a:pt x="6991" y="35339"/>
                  </a:lnTo>
                  <a:lnTo>
                    <a:pt x="7400" y="35467"/>
                  </a:lnTo>
                  <a:lnTo>
                    <a:pt x="7822" y="35467"/>
                  </a:lnTo>
                  <a:lnTo>
                    <a:pt x="8321" y="35224"/>
                  </a:lnTo>
                  <a:lnTo>
                    <a:pt x="8474" y="35710"/>
                  </a:lnTo>
                  <a:lnTo>
                    <a:pt x="8793" y="35710"/>
                  </a:lnTo>
                  <a:lnTo>
                    <a:pt x="9356" y="35952"/>
                  </a:lnTo>
                  <a:lnTo>
                    <a:pt x="9816" y="36106"/>
                  </a:lnTo>
                  <a:lnTo>
                    <a:pt x="10148" y="36106"/>
                  </a:lnTo>
                  <a:lnTo>
                    <a:pt x="10148" y="36630"/>
                  </a:lnTo>
                  <a:lnTo>
                    <a:pt x="9995" y="36834"/>
                  </a:lnTo>
                  <a:lnTo>
                    <a:pt x="10225" y="37064"/>
                  </a:lnTo>
                  <a:lnTo>
                    <a:pt x="9905" y="37077"/>
                  </a:lnTo>
                  <a:lnTo>
                    <a:pt x="9918" y="37294"/>
                  </a:lnTo>
                  <a:lnTo>
                    <a:pt x="10161" y="37524"/>
                  </a:lnTo>
                  <a:lnTo>
                    <a:pt x="9957" y="38036"/>
                  </a:lnTo>
                  <a:lnTo>
                    <a:pt x="9471" y="38036"/>
                  </a:lnTo>
                  <a:lnTo>
                    <a:pt x="9100" y="38304"/>
                  </a:lnTo>
                  <a:lnTo>
                    <a:pt x="8832" y="38304"/>
                  </a:lnTo>
                  <a:lnTo>
                    <a:pt x="8730" y="38764"/>
                  </a:lnTo>
                  <a:lnTo>
                    <a:pt x="8742" y="38764"/>
                  </a:lnTo>
                  <a:lnTo>
                    <a:pt x="9113" y="38726"/>
                  </a:lnTo>
                  <a:lnTo>
                    <a:pt x="9126" y="38649"/>
                  </a:lnTo>
                  <a:lnTo>
                    <a:pt x="9317" y="38598"/>
                  </a:lnTo>
                  <a:lnTo>
                    <a:pt x="9445" y="38739"/>
                  </a:lnTo>
                  <a:lnTo>
                    <a:pt x="9317" y="38854"/>
                  </a:lnTo>
                  <a:lnTo>
                    <a:pt x="9266" y="38969"/>
                  </a:lnTo>
                  <a:lnTo>
                    <a:pt x="8896" y="38969"/>
                  </a:lnTo>
                  <a:lnTo>
                    <a:pt x="8845" y="39122"/>
                  </a:lnTo>
                  <a:lnTo>
                    <a:pt x="8359" y="39250"/>
                  </a:lnTo>
                  <a:lnTo>
                    <a:pt x="8231" y="39378"/>
                  </a:lnTo>
                  <a:lnTo>
                    <a:pt x="8436" y="39480"/>
                  </a:lnTo>
                  <a:lnTo>
                    <a:pt x="8538" y="39480"/>
                  </a:lnTo>
                  <a:lnTo>
                    <a:pt x="8806" y="39569"/>
                  </a:lnTo>
                  <a:lnTo>
                    <a:pt x="8972" y="39620"/>
                  </a:lnTo>
                  <a:lnTo>
                    <a:pt x="8857" y="39761"/>
                  </a:lnTo>
                  <a:lnTo>
                    <a:pt x="8653" y="39787"/>
                  </a:lnTo>
                  <a:lnTo>
                    <a:pt x="8500" y="39876"/>
                  </a:lnTo>
                  <a:lnTo>
                    <a:pt x="8410" y="40055"/>
                  </a:lnTo>
                  <a:lnTo>
                    <a:pt x="8269" y="40119"/>
                  </a:lnTo>
                  <a:lnTo>
                    <a:pt x="8269" y="40144"/>
                  </a:lnTo>
                  <a:lnTo>
                    <a:pt x="8282" y="40208"/>
                  </a:lnTo>
                  <a:lnTo>
                    <a:pt x="8295" y="40285"/>
                  </a:lnTo>
                  <a:lnTo>
                    <a:pt x="8321" y="40515"/>
                  </a:lnTo>
                  <a:lnTo>
                    <a:pt x="7963" y="40553"/>
                  </a:lnTo>
                  <a:lnTo>
                    <a:pt x="7745" y="40489"/>
                  </a:lnTo>
                  <a:lnTo>
                    <a:pt x="7643" y="40515"/>
                  </a:lnTo>
                  <a:lnTo>
                    <a:pt x="7618" y="40605"/>
                  </a:lnTo>
                  <a:lnTo>
                    <a:pt x="7515" y="40668"/>
                  </a:lnTo>
                  <a:lnTo>
                    <a:pt x="7656" y="40732"/>
                  </a:lnTo>
                  <a:lnTo>
                    <a:pt x="7771" y="40720"/>
                  </a:lnTo>
                  <a:lnTo>
                    <a:pt x="7976" y="40758"/>
                  </a:lnTo>
                  <a:lnTo>
                    <a:pt x="7950" y="40962"/>
                  </a:lnTo>
                  <a:lnTo>
                    <a:pt x="8027" y="41154"/>
                  </a:lnTo>
                  <a:lnTo>
                    <a:pt x="8333" y="41167"/>
                  </a:lnTo>
                  <a:lnTo>
                    <a:pt x="8525" y="41205"/>
                  </a:lnTo>
                  <a:lnTo>
                    <a:pt x="8615" y="41371"/>
                  </a:lnTo>
                  <a:lnTo>
                    <a:pt x="8781" y="41410"/>
                  </a:lnTo>
                  <a:lnTo>
                    <a:pt x="8819" y="41499"/>
                  </a:lnTo>
                  <a:lnTo>
                    <a:pt x="9087" y="41512"/>
                  </a:lnTo>
                  <a:lnTo>
                    <a:pt x="9343" y="41589"/>
                  </a:lnTo>
                  <a:lnTo>
                    <a:pt x="9509" y="41806"/>
                  </a:lnTo>
                  <a:lnTo>
                    <a:pt x="9842" y="42087"/>
                  </a:lnTo>
                  <a:lnTo>
                    <a:pt x="10148" y="42304"/>
                  </a:lnTo>
                  <a:lnTo>
                    <a:pt x="10238" y="42240"/>
                  </a:lnTo>
                  <a:lnTo>
                    <a:pt x="10340" y="42138"/>
                  </a:lnTo>
                  <a:lnTo>
                    <a:pt x="11081" y="42266"/>
                  </a:lnTo>
                  <a:lnTo>
                    <a:pt x="11682" y="42496"/>
                  </a:lnTo>
                  <a:lnTo>
                    <a:pt x="12589" y="42496"/>
                  </a:lnTo>
                  <a:lnTo>
                    <a:pt x="12973" y="42790"/>
                  </a:lnTo>
                  <a:lnTo>
                    <a:pt x="13203" y="42803"/>
                  </a:lnTo>
                  <a:lnTo>
                    <a:pt x="13292" y="43097"/>
                  </a:lnTo>
                  <a:lnTo>
                    <a:pt x="13318" y="43135"/>
                  </a:lnTo>
                  <a:lnTo>
                    <a:pt x="13522" y="42994"/>
                  </a:lnTo>
                  <a:lnTo>
                    <a:pt x="13765" y="42931"/>
                  </a:lnTo>
                  <a:lnTo>
                    <a:pt x="14328" y="42918"/>
                  </a:lnTo>
                  <a:lnTo>
                    <a:pt x="14455" y="43058"/>
                  </a:lnTo>
                  <a:lnTo>
                    <a:pt x="14749" y="43033"/>
                  </a:lnTo>
                  <a:lnTo>
                    <a:pt x="14762" y="43237"/>
                  </a:lnTo>
                  <a:lnTo>
                    <a:pt x="14685" y="43455"/>
                  </a:lnTo>
                  <a:lnTo>
                    <a:pt x="14864" y="43544"/>
                  </a:lnTo>
                  <a:lnTo>
                    <a:pt x="15312" y="43634"/>
                  </a:lnTo>
                  <a:lnTo>
                    <a:pt x="15554" y="43864"/>
                  </a:lnTo>
                  <a:lnTo>
                    <a:pt x="15810" y="44042"/>
                  </a:lnTo>
                  <a:lnTo>
                    <a:pt x="16078" y="44336"/>
                  </a:lnTo>
                  <a:lnTo>
                    <a:pt x="16424" y="44311"/>
                  </a:lnTo>
                  <a:lnTo>
                    <a:pt x="16500" y="44055"/>
                  </a:lnTo>
                  <a:lnTo>
                    <a:pt x="16858" y="44004"/>
                  </a:lnTo>
                  <a:lnTo>
                    <a:pt x="16960" y="43774"/>
                  </a:lnTo>
                  <a:lnTo>
                    <a:pt x="16948" y="43749"/>
                  </a:lnTo>
                  <a:lnTo>
                    <a:pt x="16602" y="43352"/>
                  </a:lnTo>
                  <a:lnTo>
                    <a:pt x="16193" y="42931"/>
                  </a:lnTo>
                  <a:lnTo>
                    <a:pt x="15989" y="42637"/>
                  </a:lnTo>
                  <a:lnTo>
                    <a:pt x="16091" y="42381"/>
                  </a:lnTo>
                  <a:lnTo>
                    <a:pt x="16193" y="42189"/>
                  </a:lnTo>
                  <a:lnTo>
                    <a:pt x="16385" y="42138"/>
                  </a:lnTo>
                  <a:lnTo>
                    <a:pt x="16385" y="41998"/>
                  </a:lnTo>
                  <a:lnTo>
                    <a:pt x="16245" y="41998"/>
                  </a:lnTo>
                  <a:lnTo>
                    <a:pt x="15951" y="41946"/>
                  </a:lnTo>
                  <a:lnTo>
                    <a:pt x="15925" y="41665"/>
                  </a:lnTo>
                  <a:lnTo>
                    <a:pt x="15759" y="41627"/>
                  </a:lnTo>
                  <a:lnTo>
                    <a:pt x="15682" y="41486"/>
                  </a:lnTo>
                  <a:lnTo>
                    <a:pt x="15491" y="41486"/>
                  </a:lnTo>
                  <a:lnTo>
                    <a:pt x="15350" y="41320"/>
                  </a:lnTo>
                  <a:lnTo>
                    <a:pt x="15401" y="41103"/>
                  </a:lnTo>
                  <a:lnTo>
                    <a:pt x="15606" y="41039"/>
                  </a:lnTo>
                  <a:lnTo>
                    <a:pt x="15836" y="40937"/>
                  </a:lnTo>
                  <a:lnTo>
                    <a:pt x="15861" y="40694"/>
                  </a:lnTo>
                  <a:lnTo>
                    <a:pt x="15989" y="40489"/>
                  </a:lnTo>
                  <a:lnTo>
                    <a:pt x="16078" y="40259"/>
                  </a:lnTo>
                  <a:lnTo>
                    <a:pt x="16193" y="40208"/>
                  </a:lnTo>
                  <a:lnTo>
                    <a:pt x="16334" y="40208"/>
                  </a:lnTo>
                  <a:lnTo>
                    <a:pt x="16385" y="40247"/>
                  </a:lnTo>
                  <a:lnTo>
                    <a:pt x="16411" y="40259"/>
                  </a:lnTo>
                  <a:lnTo>
                    <a:pt x="16424" y="40259"/>
                  </a:lnTo>
                  <a:lnTo>
                    <a:pt x="16436" y="40247"/>
                  </a:lnTo>
                  <a:lnTo>
                    <a:pt x="16449" y="40234"/>
                  </a:lnTo>
                  <a:lnTo>
                    <a:pt x="16475" y="40208"/>
                  </a:lnTo>
                  <a:lnTo>
                    <a:pt x="16526" y="40183"/>
                  </a:lnTo>
                  <a:lnTo>
                    <a:pt x="16577" y="40029"/>
                  </a:lnTo>
                  <a:lnTo>
                    <a:pt x="16654" y="39991"/>
                  </a:lnTo>
                  <a:lnTo>
                    <a:pt x="16871" y="39876"/>
                  </a:lnTo>
                  <a:lnTo>
                    <a:pt x="16922" y="39761"/>
                  </a:lnTo>
                  <a:lnTo>
                    <a:pt x="17203" y="39697"/>
                  </a:lnTo>
                  <a:lnTo>
                    <a:pt x="17357" y="39582"/>
                  </a:lnTo>
                  <a:lnTo>
                    <a:pt x="16807" y="39288"/>
                  </a:lnTo>
                  <a:lnTo>
                    <a:pt x="16807" y="39020"/>
                  </a:lnTo>
                  <a:lnTo>
                    <a:pt x="17101" y="39096"/>
                  </a:lnTo>
                  <a:lnTo>
                    <a:pt x="17114" y="38841"/>
                  </a:lnTo>
                  <a:lnTo>
                    <a:pt x="16833" y="38483"/>
                  </a:lnTo>
                  <a:lnTo>
                    <a:pt x="16462" y="38189"/>
                  </a:lnTo>
                  <a:lnTo>
                    <a:pt x="15925" y="38215"/>
                  </a:lnTo>
                  <a:lnTo>
                    <a:pt x="15695" y="38061"/>
                  </a:lnTo>
                  <a:lnTo>
                    <a:pt x="15721" y="37857"/>
                  </a:lnTo>
                  <a:lnTo>
                    <a:pt x="15618" y="37588"/>
                  </a:lnTo>
                  <a:lnTo>
                    <a:pt x="15222" y="37409"/>
                  </a:lnTo>
                  <a:lnTo>
                    <a:pt x="15222" y="36924"/>
                  </a:lnTo>
                  <a:lnTo>
                    <a:pt x="15465" y="36911"/>
                  </a:lnTo>
                  <a:lnTo>
                    <a:pt x="15593" y="36809"/>
                  </a:lnTo>
                  <a:lnTo>
                    <a:pt x="15439" y="36591"/>
                  </a:lnTo>
                  <a:lnTo>
                    <a:pt x="15439" y="36170"/>
                  </a:lnTo>
                  <a:lnTo>
                    <a:pt x="15580" y="35940"/>
                  </a:lnTo>
                  <a:lnTo>
                    <a:pt x="15733" y="35812"/>
                  </a:lnTo>
                  <a:lnTo>
                    <a:pt x="15733" y="35658"/>
                  </a:lnTo>
                  <a:lnTo>
                    <a:pt x="15887" y="35403"/>
                  </a:lnTo>
                  <a:lnTo>
                    <a:pt x="16245" y="35288"/>
                  </a:lnTo>
                  <a:lnTo>
                    <a:pt x="16513" y="35684"/>
                  </a:lnTo>
                  <a:lnTo>
                    <a:pt x="16756" y="35952"/>
                  </a:lnTo>
                  <a:lnTo>
                    <a:pt x="17050" y="35876"/>
                  </a:lnTo>
                  <a:lnTo>
                    <a:pt x="16794" y="35045"/>
                  </a:lnTo>
                  <a:lnTo>
                    <a:pt x="17050" y="35071"/>
                  </a:lnTo>
                  <a:lnTo>
                    <a:pt x="17293" y="34994"/>
                  </a:lnTo>
                  <a:lnTo>
                    <a:pt x="17293" y="34636"/>
                  </a:lnTo>
                  <a:lnTo>
                    <a:pt x="17817" y="34598"/>
                  </a:lnTo>
                  <a:lnTo>
                    <a:pt x="18456" y="34150"/>
                  </a:lnTo>
                  <a:lnTo>
                    <a:pt x="18456" y="34048"/>
                  </a:lnTo>
                  <a:lnTo>
                    <a:pt x="18609" y="33984"/>
                  </a:lnTo>
                  <a:lnTo>
                    <a:pt x="18596" y="34023"/>
                  </a:lnTo>
                  <a:lnTo>
                    <a:pt x="19325" y="34253"/>
                  </a:lnTo>
                  <a:lnTo>
                    <a:pt x="19785" y="33984"/>
                  </a:lnTo>
                  <a:lnTo>
                    <a:pt x="20002" y="34253"/>
                  </a:lnTo>
                  <a:lnTo>
                    <a:pt x="20820" y="34253"/>
                  </a:lnTo>
                  <a:lnTo>
                    <a:pt x="21140" y="34636"/>
                  </a:lnTo>
                  <a:lnTo>
                    <a:pt x="21408" y="34636"/>
                  </a:lnTo>
                  <a:lnTo>
                    <a:pt x="21510" y="34981"/>
                  </a:lnTo>
                  <a:lnTo>
                    <a:pt x="21612" y="34777"/>
                  </a:lnTo>
                  <a:lnTo>
                    <a:pt x="21970" y="34840"/>
                  </a:lnTo>
                  <a:lnTo>
                    <a:pt x="22507" y="35249"/>
                  </a:lnTo>
                  <a:lnTo>
                    <a:pt x="23108" y="34662"/>
                  </a:lnTo>
                  <a:lnTo>
                    <a:pt x="23772" y="34687"/>
                  </a:lnTo>
                  <a:lnTo>
                    <a:pt x="23772" y="34904"/>
                  </a:lnTo>
                  <a:lnTo>
                    <a:pt x="24105" y="34815"/>
                  </a:lnTo>
                  <a:lnTo>
                    <a:pt x="24105" y="34636"/>
                  </a:lnTo>
                  <a:lnTo>
                    <a:pt x="24757" y="34649"/>
                  </a:lnTo>
                  <a:lnTo>
                    <a:pt x="24884" y="35083"/>
                  </a:lnTo>
                  <a:lnTo>
                    <a:pt x="25498" y="35173"/>
                  </a:lnTo>
                  <a:lnTo>
                    <a:pt x="25613" y="35262"/>
                  </a:lnTo>
                  <a:lnTo>
                    <a:pt x="25741" y="35262"/>
                  </a:lnTo>
                  <a:lnTo>
                    <a:pt x="25856" y="34981"/>
                  </a:lnTo>
                  <a:lnTo>
                    <a:pt x="26086" y="34955"/>
                  </a:lnTo>
                  <a:lnTo>
                    <a:pt x="26086" y="35122"/>
                  </a:lnTo>
                  <a:lnTo>
                    <a:pt x="26942" y="35032"/>
                  </a:lnTo>
                  <a:lnTo>
                    <a:pt x="27070" y="34662"/>
                  </a:lnTo>
                  <a:lnTo>
                    <a:pt x="27172" y="34585"/>
                  </a:lnTo>
                  <a:lnTo>
                    <a:pt x="27134" y="34585"/>
                  </a:lnTo>
                  <a:lnTo>
                    <a:pt x="27070" y="34393"/>
                  </a:lnTo>
                  <a:lnTo>
                    <a:pt x="26776" y="34342"/>
                  </a:lnTo>
                  <a:lnTo>
                    <a:pt x="26546" y="34150"/>
                  </a:lnTo>
                  <a:lnTo>
                    <a:pt x="26252" y="34150"/>
                  </a:lnTo>
                  <a:lnTo>
                    <a:pt x="26214" y="34035"/>
                  </a:lnTo>
                  <a:lnTo>
                    <a:pt x="25868" y="33869"/>
                  </a:lnTo>
                  <a:lnTo>
                    <a:pt x="25881" y="33665"/>
                  </a:lnTo>
                  <a:lnTo>
                    <a:pt x="26469" y="33588"/>
                  </a:lnTo>
                  <a:lnTo>
                    <a:pt x="26661" y="33409"/>
                  </a:lnTo>
                  <a:lnTo>
                    <a:pt x="26635" y="33256"/>
                  </a:lnTo>
                  <a:lnTo>
                    <a:pt x="26456" y="33090"/>
                  </a:lnTo>
                  <a:lnTo>
                    <a:pt x="26559" y="32859"/>
                  </a:lnTo>
                  <a:lnTo>
                    <a:pt x="26801" y="32808"/>
                  </a:lnTo>
                  <a:lnTo>
                    <a:pt x="26891" y="32655"/>
                  </a:lnTo>
                  <a:lnTo>
                    <a:pt x="27492" y="32655"/>
                  </a:lnTo>
                  <a:lnTo>
                    <a:pt x="27492" y="32604"/>
                  </a:lnTo>
                  <a:lnTo>
                    <a:pt x="27249" y="32476"/>
                  </a:lnTo>
                  <a:lnTo>
                    <a:pt x="26853" y="32387"/>
                  </a:lnTo>
                  <a:lnTo>
                    <a:pt x="26993" y="32208"/>
                  </a:lnTo>
                  <a:lnTo>
                    <a:pt x="26623" y="32029"/>
                  </a:lnTo>
                  <a:lnTo>
                    <a:pt x="26623" y="31722"/>
                  </a:lnTo>
                  <a:lnTo>
                    <a:pt x="26878" y="31492"/>
                  </a:lnTo>
                  <a:lnTo>
                    <a:pt x="27683" y="31492"/>
                  </a:lnTo>
                  <a:lnTo>
                    <a:pt x="28182" y="31556"/>
                  </a:lnTo>
                  <a:lnTo>
                    <a:pt x="28936" y="31249"/>
                  </a:lnTo>
                  <a:lnTo>
                    <a:pt x="29473" y="31249"/>
                  </a:lnTo>
                  <a:lnTo>
                    <a:pt x="29933" y="31172"/>
                  </a:lnTo>
                  <a:lnTo>
                    <a:pt x="30137" y="30904"/>
                  </a:lnTo>
                  <a:lnTo>
                    <a:pt x="30878" y="30802"/>
                  </a:lnTo>
                  <a:lnTo>
                    <a:pt x="31709" y="30700"/>
                  </a:lnTo>
                  <a:lnTo>
                    <a:pt x="32438" y="30406"/>
                  </a:lnTo>
                  <a:lnTo>
                    <a:pt x="32489" y="30252"/>
                  </a:lnTo>
                  <a:lnTo>
                    <a:pt x="32744" y="30252"/>
                  </a:lnTo>
                  <a:lnTo>
                    <a:pt x="32974" y="30061"/>
                  </a:lnTo>
                  <a:lnTo>
                    <a:pt x="33550" y="30176"/>
                  </a:lnTo>
                  <a:lnTo>
                    <a:pt x="33946" y="30329"/>
                  </a:lnTo>
                  <a:lnTo>
                    <a:pt x="34061" y="30188"/>
                  </a:lnTo>
                  <a:lnTo>
                    <a:pt x="34342" y="30150"/>
                  </a:lnTo>
                  <a:lnTo>
                    <a:pt x="34636" y="30674"/>
                  </a:lnTo>
                  <a:lnTo>
                    <a:pt x="34777" y="30878"/>
                  </a:lnTo>
                  <a:lnTo>
                    <a:pt x="34700" y="31185"/>
                  </a:lnTo>
                  <a:lnTo>
                    <a:pt x="34585" y="31339"/>
                  </a:lnTo>
                  <a:lnTo>
                    <a:pt x="34738" y="31466"/>
                  </a:lnTo>
                  <a:lnTo>
                    <a:pt x="35019" y="31339"/>
                  </a:lnTo>
                  <a:lnTo>
                    <a:pt x="35364" y="31262"/>
                  </a:lnTo>
                  <a:lnTo>
                    <a:pt x="35364" y="31147"/>
                  </a:lnTo>
                  <a:lnTo>
                    <a:pt x="35531" y="31096"/>
                  </a:lnTo>
                  <a:lnTo>
                    <a:pt x="35531" y="31454"/>
                  </a:lnTo>
                  <a:lnTo>
                    <a:pt x="35799" y="31620"/>
                  </a:lnTo>
                  <a:lnTo>
                    <a:pt x="35965" y="31518"/>
                  </a:lnTo>
                  <a:lnTo>
                    <a:pt x="36272" y="31620"/>
                  </a:lnTo>
                  <a:lnTo>
                    <a:pt x="36668" y="31479"/>
                  </a:lnTo>
                  <a:lnTo>
                    <a:pt x="36668" y="31607"/>
                  </a:lnTo>
                  <a:lnTo>
                    <a:pt x="36476" y="31786"/>
                  </a:lnTo>
                  <a:lnTo>
                    <a:pt x="36425" y="32067"/>
                  </a:lnTo>
                  <a:lnTo>
                    <a:pt x="36540" y="32067"/>
                  </a:lnTo>
                  <a:lnTo>
                    <a:pt x="36732" y="31952"/>
                  </a:lnTo>
                  <a:lnTo>
                    <a:pt x="37218" y="32067"/>
                  </a:lnTo>
                  <a:lnTo>
                    <a:pt x="37282" y="31875"/>
                  </a:lnTo>
                  <a:lnTo>
                    <a:pt x="37921" y="31722"/>
                  </a:lnTo>
                  <a:lnTo>
                    <a:pt x="38023" y="31581"/>
                  </a:lnTo>
                  <a:lnTo>
                    <a:pt x="38662" y="31326"/>
                  </a:lnTo>
                  <a:lnTo>
                    <a:pt x="39045" y="31147"/>
                  </a:lnTo>
                  <a:lnTo>
                    <a:pt x="39199" y="31441"/>
                  </a:lnTo>
                  <a:lnTo>
                    <a:pt x="38981" y="31556"/>
                  </a:lnTo>
                  <a:lnTo>
                    <a:pt x="39033" y="31722"/>
                  </a:lnTo>
                  <a:lnTo>
                    <a:pt x="40042" y="32348"/>
                  </a:lnTo>
                  <a:lnTo>
                    <a:pt x="40208" y="32604"/>
                  </a:lnTo>
                  <a:lnTo>
                    <a:pt x="41716" y="34943"/>
                  </a:lnTo>
                  <a:lnTo>
                    <a:pt x="41959" y="34879"/>
                  </a:lnTo>
                  <a:lnTo>
                    <a:pt x="41959" y="34534"/>
                  </a:lnTo>
                  <a:lnTo>
                    <a:pt x="42343" y="34431"/>
                  </a:lnTo>
                  <a:lnTo>
                    <a:pt x="42701" y="34649"/>
                  </a:lnTo>
                  <a:lnTo>
                    <a:pt x="42764" y="35058"/>
                  </a:lnTo>
                  <a:lnTo>
                    <a:pt x="43199" y="35032"/>
                  </a:lnTo>
                  <a:lnTo>
                    <a:pt x="44311" y="34777"/>
                  </a:lnTo>
                  <a:lnTo>
                    <a:pt x="44873" y="35032"/>
                  </a:lnTo>
                  <a:lnTo>
                    <a:pt x="45180" y="35467"/>
                  </a:lnTo>
                  <a:lnTo>
                    <a:pt x="45180" y="35633"/>
                  </a:lnTo>
                  <a:lnTo>
                    <a:pt x="45678" y="35748"/>
                  </a:lnTo>
                  <a:lnTo>
                    <a:pt x="45742" y="36106"/>
                  </a:lnTo>
                  <a:lnTo>
                    <a:pt x="46036" y="36246"/>
                  </a:lnTo>
                  <a:lnTo>
                    <a:pt x="46292" y="36323"/>
                  </a:lnTo>
                  <a:lnTo>
                    <a:pt x="46854" y="36323"/>
                  </a:lnTo>
                  <a:lnTo>
                    <a:pt x="47046" y="36119"/>
                  </a:lnTo>
                  <a:lnTo>
                    <a:pt x="47417" y="36617"/>
                  </a:lnTo>
                  <a:lnTo>
                    <a:pt x="47519" y="36566"/>
                  </a:lnTo>
                  <a:lnTo>
                    <a:pt x="47800" y="36157"/>
                  </a:lnTo>
                  <a:lnTo>
                    <a:pt x="48350" y="36157"/>
                  </a:lnTo>
                  <a:lnTo>
                    <a:pt x="48823" y="35952"/>
                  </a:lnTo>
                  <a:lnTo>
                    <a:pt x="49001" y="35658"/>
                  </a:lnTo>
                  <a:lnTo>
                    <a:pt x="49998" y="35249"/>
                  </a:lnTo>
                  <a:lnTo>
                    <a:pt x="50497" y="35109"/>
                  </a:lnTo>
                  <a:lnTo>
                    <a:pt x="50714" y="34802"/>
                  </a:lnTo>
                  <a:lnTo>
                    <a:pt x="51097" y="34802"/>
                  </a:lnTo>
                  <a:lnTo>
                    <a:pt x="51174" y="34917"/>
                  </a:lnTo>
                  <a:lnTo>
                    <a:pt x="51430" y="34802"/>
                  </a:lnTo>
                  <a:lnTo>
                    <a:pt x="51634" y="35007"/>
                  </a:lnTo>
                  <a:lnTo>
                    <a:pt x="52580" y="35032"/>
                  </a:lnTo>
                  <a:lnTo>
                    <a:pt x="52810" y="35249"/>
                  </a:lnTo>
                  <a:lnTo>
                    <a:pt x="52810" y="35505"/>
                  </a:lnTo>
                  <a:lnTo>
                    <a:pt x="53002" y="35646"/>
                  </a:lnTo>
                  <a:lnTo>
                    <a:pt x="53296" y="35684"/>
                  </a:lnTo>
                  <a:lnTo>
                    <a:pt x="53960" y="35518"/>
                  </a:lnTo>
                  <a:lnTo>
                    <a:pt x="54446" y="35799"/>
                  </a:lnTo>
                  <a:lnTo>
                    <a:pt x="54791" y="35748"/>
                  </a:lnTo>
                  <a:lnTo>
                    <a:pt x="54944" y="35850"/>
                  </a:lnTo>
                  <a:lnTo>
                    <a:pt x="55341" y="35773"/>
                  </a:lnTo>
                  <a:lnTo>
                    <a:pt x="55673" y="35595"/>
                  </a:lnTo>
                  <a:lnTo>
                    <a:pt x="55839" y="35237"/>
                  </a:lnTo>
                  <a:lnTo>
                    <a:pt x="55545" y="35058"/>
                  </a:lnTo>
                  <a:lnTo>
                    <a:pt x="55468" y="34572"/>
                  </a:lnTo>
                  <a:lnTo>
                    <a:pt x="55877" y="33971"/>
                  </a:lnTo>
                  <a:lnTo>
                    <a:pt x="56107" y="33818"/>
                  </a:lnTo>
                  <a:lnTo>
                    <a:pt x="56107" y="33383"/>
                  </a:lnTo>
                  <a:lnTo>
                    <a:pt x="56925" y="33729"/>
                  </a:lnTo>
                  <a:lnTo>
                    <a:pt x="58012" y="34023"/>
                  </a:lnTo>
                  <a:lnTo>
                    <a:pt x="58434" y="34074"/>
                  </a:lnTo>
                  <a:lnTo>
                    <a:pt x="58958" y="34201"/>
                  </a:lnTo>
                  <a:lnTo>
                    <a:pt x="59060" y="34495"/>
                  </a:lnTo>
                  <a:lnTo>
                    <a:pt x="59060" y="34981"/>
                  </a:lnTo>
                  <a:lnTo>
                    <a:pt x="59354" y="35352"/>
                  </a:lnTo>
                  <a:lnTo>
                    <a:pt x="59597" y="35352"/>
                  </a:lnTo>
                  <a:lnTo>
                    <a:pt x="59954" y="35543"/>
                  </a:lnTo>
                  <a:lnTo>
                    <a:pt x="60594" y="35492"/>
                  </a:lnTo>
                  <a:lnTo>
                    <a:pt x="61233" y="35237"/>
                  </a:lnTo>
                  <a:lnTo>
                    <a:pt x="61833" y="35249"/>
                  </a:lnTo>
                  <a:lnTo>
                    <a:pt x="62063" y="35441"/>
                  </a:lnTo>
                  <a:lnTo>
                    <a:pt x="62549" y="35339"/>
                  </a:lnTo>
                  <a:lnTo>
                    <a:pt x="62932" y="35799"/>
                  </a:lnTo>
                  <a:lnTo>
                    <a:pt x="63571" y="35799"/>
                  </a:lnTo>
                  <a:lnTo>
                    <a:pt x="63763" y="36234"/>
                  </a:lnTo>
                  <a:lnTo>
                    <a:pt x="64147" y="36438"/>
                  </a:lnTo>
                  <a:lnTo>
                    <a:pt x="65118" y="36489"/>
                  </a:lnTo>
                  <a:lnTo>
                    <a:pt x="65629" y="36630"/>
                  </a:lnTo>
                  <a:lnTo>
                    <a:pt x="65974" y="36412"/>
                  </a:lnTo>
                  <a:lnTo>
                    <a:pt x="66882" y="36349"/>
                  </a:lnTo>
                  <a:lnTo>
                    <a:pt x="67086" y="36144"/>
                  </a:lnTo>
                  <a:lnTo>
                    <a:pt x="67674" y="36157"/>
                  </a:lnTo>
                  <a:lnTo>
                    <a:pt x="67763" y="35914"/>
                  </a:lnTo>
                  <a:lnTo>
                    <a:pt x="68645" y="35416"/>
                  </a:lnTo>
                  <a:lnTo>
                    <a:pt x="69361" y="35684"/>
                  </a:lnTo>
                  <a:lnTo>
                    <a:pt x="69566" y="35863"/>
                  </a:lnTo>
                  <a:lnTo>
                    <a:pt x="70090" y="35684"/>
                  </a:lnTo>
                  <a:lnTo>
                    <a:pt x="70537" y="35927"/>
                  </a:lnTo>
                  <a:lnTo>
                    <a:pt x="70690" y="36055"/>
                  </a:lnTo>
                  <a:lnTo>
                    <a:pt x="71342" y="36246"/>
                  </a:lnTo>
                  <a:lnTo>
                    <a:pt x="72019" y="35914"/>
                  </a:lnTo>
                  <a:lnTo>
                    <a:pt x="72454" y="35799"/>
                  </a:lnTo>
                  <a:lnTo>
                    <a:pt x="72428" y="35518"/>
                  </a:lnTo>
                  <a:lnTo>
                    <a:pt x="72249" y="35364"/>
                  </a:lnTo>
                  <a:lnTo>
                    <a:pt x="73131" y="34112"/>
                  </a:lnTo>
                  <a:lnTo>
                    <a:pt x="73617" y="33741"/>
                  </a:lnTo>
                  <a:lnTo>
                    <a:pt x="73643" y="33294"/>
                  </a:lnTo>
                  <a:lnTo>
                    <a:pt x="73310" y="33115"/>
                  </a:lnTo>
                  <a:lnTo>
                    <a:pt x="73029" y="33141"/>
                  </a:lnTo>
                  <a:lnTo>
                    <a:pt x="72914" y="32975"/>
                  </a:lnTo>
                  <a:lnTo>
                    <a:pt x="73681" y="32284"/>
                  </a:lnTo>
                  <a:lnTo>
                    <a:pt x="74409" y="32284"/>
                  </a:lnTo>
                  <a:lnTo>
                    <a:pt x="74972" y="32029"/>
                  </a:lnTo>
                  <a:lnTo>
                    <a:pt x="75751" y="32029"/>
                  </a:lnTo>
                  <a:lnTo>
                    <a:pt x="76774" y="32450"/>
                  </a:lnTo>
                  <a:lnTo>
                    <a:pt x="77208" y="32335"/>
                  </a:lnTo>
                  <a:lnTo>
                    <a:pt x="78065" y="32949"/>
                  </a:lnTo>
                  <a:lnTo>
                    <a:pt x="78333" y="33831"/>
                  </a:lnTo>
                  <a:lnTo>
                    <a:pt x="78665" y="34023"/>
                  </a:lnTo>
                  <a:lnTo>
                    <a:pt x="78716" y="34598"/>
                  </a:lnTo>
                  <a:lnTo>
                    <a:pt x="79036" y="35134"/>
                  </a:lnTo>
                  <a:lnTo>
                    <a:pt x="79036" y="35467"/>
                  </a:lnTo>
                  <a:lnTo>
                    <a:pt x="79189" y="35633"/>
                  </a:lnTo>
                  <a:lnTo>
                    <a:pt x="79189" y="36029"/>
                  </a:lnTo>
                  <a:lnTo>
                    <a:pt x="80046" y="36336"/>
                  </a:lnTo>
                  <a:lnTo>
                    <a:pt x="80301" y="36591"/>
                  </a:lnTo>
                  <a:lnTo>
                    <a:pt x="80838" y="36425"/>
                  </a:lnTo>
                  <a:lnTo>
                    <a:pt x="81209" y="36885"/>
                  </a:lnTo>
                  <a:lnTo>
                    <a:pt x="81477" y="36936"/>
                  </a:lnTo>
                  <a:lnTo>
                    <a:pt x="81656" y="37384"/>
                  </a:lnTo>
                  <a:lnTo>
                    <a:pt x="81630" y="37831"/>
                  </a:lnTo>
                  <a:lnTo>
                    <a:pt x="81784" y="38138"/>
                  </a:lnTo>
                  <a:lnTo>
                    <a:pt x="82857" y="38151"/>
                  </a:lnTo>
                  <a:lnTo>
                    <a:pt x="83496" y="37729"/>
                  </a:lnTo>
                  <a:lnTo>
                    <a:pt x="83739" y="37793"/>
                  </a:lnTo>
                  <a:lnTo>
                    <a:pt x="84493" y="37448"/>
                  </a:lnTo>
                  <a:lnTo>
                    <a:pt x="84775" y="37691"/>
                  </a:lnTo>
                  <a:lnTo>
                    <a:pt x="84775" y="37984"/>
                  </a:lnTo>
                  <a:lnTo>
                    <a:pt x="84966" y="38342"/>
                  </a:lnTo>
                  <a:lnTo>
                    <a:pt x="84417" y="38700"/>
                  </a:lnTo>
                  <a:lnTo>
                    <a:pt x="84429" y="39020"/>
                  </a:lnTo>
                  <a:lnTo>
                    <a:pt x="83778" y="40413"/>
                  </a:lnTo>
                  <a:lnTo>
                    <a:pt x="83573" y="40553"/>
                  </a:lnTo>
                  <a:lnTo>
                    <a:pt x="83637" y="41013"/>
                  </a:lnTo>
                  <a:lnTo>
                    <a:pt x="83394" y="40937"/>
                  </a:lnTo>
                  <a:lnTo>
                    <a:pt x="83292" y="41180"/>
                  </a:lnTo>
                  <a:lnTo>
                    <a:pt x="83062" y="41435"/>
                  </a:lnTo>
                  <a:lnTo>
                    <a:pt x="82883" y="41435"/>
                  </a:lnTo>
                  <a:lnTo>
                    <a:pt x="82755" y="41103"/>
                  </a:lnTo>
                  <a:lnTo>
                    <a:pt x="82806" y="40783"/>
                  </a:lnTo>
                  <a:lnTo>
                    <a:pt x="82666" y="40732"/>
                  </a:lnTo>
                  <a:lnTo>
                    <a:pt x="82039" y="40975"/>
                  </a:lnTo>
                  <a:lnTo>
                    <a:pt x="81912" y="41218"/>
                  </a:lnTo>
                  <a:lnTo>
                    <a:pt x="82142" y="41716"/>
                  </a:lnTo>
                  <a:lnTo>
                    <a:pt x="82065" y="42036"/>
                  </a:lnTo>
                  <a:lnTo>
                    <a:pt x="82065" y="42355"/>
                  </a:lnTo>
                  <a:lnTo>
                    <a:pt x="82218" y="42649"/>
                  </a:lnTo>
                  <a:lnTo>
                    <a:pt x="81733" y="43058"/>
                  </a:lnTo>
                  <a:lnTo>
                    <a:pt x="81797" y="43352"/>
                  </a:lnTo>
                  <a:lnTo>
                    <a:pt x="82372" y="42777"/>
                  </a:lnTo>
                  <a:lnTo>
                    <a:pt x="82666" y="42407"/>
                  </a:lnTo>
                  <a:lnTo>
                    <a:pt x="82794" y="42496"/>
                  </a:lnTo>
                  <a:lnTo>
                    <a:pt x="82781" y="42854"/>
                  </a:lnTo>
                  <a:lnTo>
                    <a:pt x="82781" y="42854"/>
                  </a:lnTo>
                  <a:lnTo>
                    <a:pt x="83356" y="42828"/>
                  </a:lnTo>
                  <a:lnTo>
                    <a:pt x="83599" y="43122"/>
                  </a:lnTo>
                  <a:lnTo>
                    <a:pt x="84123" y="42879"/>
                  </a:lnTo>
                  <a:lnTo>
                    <a:pt x="84851" y="42343"/>
                  </a:lnTo>
                  <a:lnTo>
                    <a:pt x="85273" y="42215"/>
                  </a:lnTo>
                  <a:lnTo>
                    <a:pt x="85695" y="41678"/>
                  </a:lnTo>
                  <a:lnTo>
                    <a:pt x="86232" y="40937"/>
                  </a:lnTo>
                  <a:lnTo>
                    <a:pt x="86858" y="40489"/>
                  </a:lnTo>
                  <a:lnTo>
                    <a:pt x="87446" y="39850"/>
                  </a:lnTo>
                  <a:lnTo>
                    <a:pt x="87497" y="39518"/>
                  </a:lnTo>
                  <a:lnTo>
                    <a:pt x="88110" y="38521"/>
                  </a:lnTo>
                  <a:lnTo>
                    <a:pt x="89018" y="37422"/>
                  </a:lnTo>
                  <a:lnTo>
                    <a:pt x="89324" y="36591"/>
                  </a:lnTo>
                  <a:lnTo>
                    <a:pt x="89427" y="36055"/>
                  </a:lnTo>
                  <a:lnTo>
                    <a:pt x="89248" y="35927"/>
                  </a:lnTo>
                  <a:lnTo>
                    <a:pt x="89478" y="35837"/>
                  </a:lnTo>
                  <a:lnTo>
                    <a:pt x="89478" y="35428"/>
                  </a:lnTo>
                  <a:lnTo>
                    <a:pt x="89299" y="35262"/>
                  </a:lnTo>
                  <a:lnTo>
                    <a:pt x="89401" y="35109"/>
                  </a:lnTo>
                  <a:lnTo>
                    <a:pt x="89401" y="34904"/>
                  </a:lnTo>
                  <a:lnTo>
                    <a:pt x="89554" y="34802"/>
                  </a:lnTo>
                  <a:lnTo>
                    <a:pt x="89708" y="34253"/>
                  </a:lnTo>
                  <a:lnTo>
                    <a:pt x="90053" y="33856"/>
                  </a:lnTo>
                  <a:lnTo>
                    <a:pt x="90053" y="33396"/>
                  </a:lnTo>
                  <a:lnTo>
                    <a:pt x="89785" y="33243"/>
                  </a:lnTo>
                  <a:lnTo>
                    <a:pt x="89938" y="33077"/>
                  </a:lnTo>
                  <a:lnTo>
                    <a:pt x="89925" y="32898"/>
                  </a:lnTo>
                  <a:lnTo>
                    <a:pt x="89759" y="32783"/>
                  </a:lnTo>
                  <a:lnTo>
                    <a:pt x="89976" y="32604"/>
                  </a:lnTo>
                  <a:lnTo>
                    <a:pt x="90053" y="32412"/>
                  </a:lnTo>
                  <a:lnTo>
                    <a:pt x="89248" y="31824"/>
                  </a:lnTo>
                  <a:lnTo>
                    <a:pt x="88890" y="31300"/>
                  </a:lnTo>
                  <a:lnTo>
                    <a:pt x="88468" y="31300"/>
                  </a:lnTo>
                  <a:lnTo>
                    <a:pt x="88379" y="31454"/>
                  </a:lnTo>
                  <a:lnTo>
                    <a:pt x="88021" y="31300"/>
                  </a:lnTo>
                  <a:lnTo>
                    <a:pt x="87919" y="31402"/>
                  </a:lnTo>
                  <a:lnTo>
                    <a:pt x="87855" y="31978"/>
                  </a:lnTo>
                  <a:lnTo>
                    <a:pt x="87599" y="32105"/>
                  </a:lnTo>
                  <a:lnTo>
                    <a:pt x="87791" y="31709"/>
                  </a:lnTo>
                  <a:lnTo>
                    <a:pt x="87727" y="31633"/>
                  </a:lnTo>
                  <a:lnTo>
                    <a:pt x="87292" y="31978"/>
                  </a:lnTo>
                  <a:lnTo>
                    <a:pt x="86819" y="32003"/>
                  </a:lnTo>
                  <a:lnTo>
                    <a:pt x="87101" y="31684"/>
                  </a:lnTo>
                  <a:lnTo>
                    <a:pt x="86973" y="31581"/>
                  </a:lnTo>
                  <a:lnTo>
                    <a:pt x="87062" y="31339"/>
                  </a:lnTo>
                  <a:lnTo>
                    <a:pt x="86768" y="31300"/>
                  </a:lnTo>
                  <a:lnTo>
                    <a:pt x="86449" y="31939"/>
                  </a:lnTo>
                  <a:lnTo>
                    <a:pt x="86436" y="31045"/>
                  </a:lnTo>
                  <a:lnTo>
                    <a:pt x="86129" y="30942"/>
                  </a:lnTo>
                  <a:lnTo>
                    <a:pt x="85554" y="30942"/>
                  </a:lnTo>
                  <a:lnTo>
                    <a:pt x="85426" y="30827"/>
                  </a:lnTo>
                  <a:lnTo>
                    <a:pt x="85120" y="30827"/>
                  </a:lnTo>
                  <a:lnTo>
                    <a:pt x="85196" y="30597"/>
                  </a:lnTo>
                  <a:lnTo>
                    <a:pt x="85810" y="30201"/>
                  </a:lnTo>
                  <a:lnTo>
                    <a:pt x="87318" y="29255"/>
                  </a:lnTo>
                  <a:lnTo>
                    <a:pt x="87369" y="28987"/>
                  </a:lnTo>
                  <a:lnTo>
                    <a:pt x="88506" y="27862"/>
                  </a:lnTo>
                  <a:lnTo>
                    <a:pt x="89030" y="27504"/>
                  </a:lnTo>
                  <a:lnTo>
                    <a:pt x="89503" y="27377"/>
                  </a:lnTo>
                  <a:lnTo>
                    <a:pt x="89516" y="27198"/>
                  </a:lnTo>
                  <a:lnTo>
                    <a:pt x="89657" y="26725"/>
                  </a:lnTo>
                  <a:lnTo>
                    <a:pt x="90053" y="26584"/>
                  </a:lnTo>
                  <a:lnTo>
                    <a:pt x="90487" y="26277"/>
                  </a:lnTo>
                  <a:lnTo>
                    <a:pt x="90654" y="25958"/>
                  </a:lnTo>
                  <a:lnTo>
                    <a:pt x="91190" y="25677"/>
                  </a:lnTo>
                  <a:lnTo>
                    <a:pt x="91932" y="25523"/>
                  </a:lnTo>
                  <a:lnTo>
                    <a:pt x="93056" y="25651"/>
                  </a:lnTo>
                  <a:lnTo>
                    <a:pt x="93338" y="25600"/>
                  </a:lnTo>
                  <a:lnTo>
                    <a:pt x="93606" y="25805"/>
                  </a:lnTo>
                  <a:lnTo>
                    <a:pt x="93977" y="25830"/>
                  </a:lnTo>
                  <a:lnTo>
                    <a:pt x="94117" y="25498"/>
                  </a:lnTo>
                  <a:lnTo>
                    <a:pt x="94462" y="25690"/>
                  </a:lnTo>
                  <a:lnTo>
                    <a:pt x="94935" y="25792"/>
                  </a:lnTo>
                  <a:lnTo>
                    <a:pt x="95344" y="25600"/>
                  </a:lnTo>
                  <a:lnTo>
                    <a:pt x="95561" y="25715"/>
                  </a:lnTo>
                  <a:lnTo>
                    <a:pt x="96021" y="25766"/>
                  </a:lnTo>
                  <a:lnTo>
                    <a:pt x="96021" y="25613"/>
                  </a:lnTo>
                  <a:lnTo>
                    <a:pt x="96200" y="25562"/>
                  </a:lnTo>
                  <a:lnTo>
                    <a:pt x="96200" y="25319"/>
                  </a:lnTo>
                  <a:lnTo>
                    <a:pt x="96699" y="25140"/>
                  </a:lnTo>
                  <a:lnTo>
                    <a:pt x="96814" y="25217"/>
                  </a:lnTo>
                  <a:lnTo>
                    <a:pt x="97274" y="25319"/>
                  </a:lnTo>
                  <a:lnTo>
                    <a:pt x="97453" y="25460"/>
                  </a:lnTo>
                  <a:lnTo>
                    <a:pt x="97645" y="25383"/>
                  </a:lnTo>
                  <a:lnTo>
                    <a:pt x="98028" y="25408"/>
                  </a:lnTo>
                  <a:lnTo>
                    <a:pt x="98220" y="25651"/>
                  </a:lnTo>
                  <a:lnTo>
                    <a:pt x="98450" y="25690"/>
                  </a:lnTo>
                  <a:lnTo>
                    <a:pt x="98501" y="25805"/>
                  </a:lnTo>
                  <a:lnTo>
                    <a:pt x="98181" y="25907"/>
                  </a:lnTo>
                  <a:lnTo>
                    <a:pt x="97645" y="26035"/>
                  </a:lnTo>
                  <a:lnTo>
                    <a:pt x="98028" y="26277"/>
                  </a:lnTo>
                  <a:lnTo>
                    <a:pt x="98616" y="26162"/>
                  </a:lnTo>
                  <a:lnTo>
                    <a:pt x="98846" y="26086"/>
                  </a:lnTo>
                  <a:lnTo>
                    <a:pt x="98846" y="26162"/>
                  </a:lnTo>
                  <a:lnTo>
                    <a:pt x="99114" y="26162"/>
                  </a:lnTo>
                  <a:lnTo>
                    <a:pt x="99600" y="25728"/>
                  </a:lnTo>
                  <a:lnTo>
                    <a:pt x="99702" y="26022"/>
                  </a:lnTo>
                  <a:lnTo>
                    <a:pt x="100060" y="26022"/>
                  </a:lnTo>
                  <a:lnTo>
                    <a:pt x="100405" y="25869"/>
                  </a:lnTo>
                  <a:lnTo>
                    <a:pt x="100878" y="25869"/>
                  </a:lnTo>
                  <a:lnTo>
                    <a:pt x="100789" y="25575"/>
                  </a:lnTo>
                  <a:lnTo>
                    <a:pt x="100405" y="25370"/>
                  </a:lnTo>
                  <a:lnTo>
                    <a:pt x="100162" y="25370"/>
                  </a:lnTo>
                  <a:lnTo>
                    <a:pt x="100162" y="25012"/>
                  </a:lnTo>
                  <a:lnTo>
                    <a:pt x="100341" y="25012"/>
                  </a:lnTo>
                  <a:lnTo>
                    <a:pt x="100341" y="24795"/>
                  </a:lnTo>
                  <a:lnTo>
                    <a:pt x="100955" y="24169"/>
                  </a:lnTo>
                  <a:lnTo>
                    <a:pt x="101504" y="24169"/>
                  </a:lnTo>
                  <a:lnTo>
                    <a:pt x="101671" y="23645"/>
                  </a:lnTo>
                  <a:lnTo>
                    <a:pt x="102195" y="23338"/>
                  </a:lnTo>
                  <a:lnTo>
                    <a:pt x="102195" y="23057"/>
                  </a:lnTo>
                  <a:lnTo>
                    <a:pt x="102706" y="22788"/>
                  </a:lnTo>
                  <a:lnTo>
                    <a:pt x="103741" y="22712"/>
                  </a:lnTo>
                  <a:lnTo>
                    <a:pt x="104048" y="22571"/>
                  </a:lnTo>
                  <a:lnTo>
                    <a:pt x="104431" y="22891"/>
                  </a:lnTo>
                  <a:lnTo>
                    <a:pt x="104585" y="22891"/>
                  </a:lnTo>
                  <a:lnTo>
                    <a:pt x="104827" y="22571"/>
                  </a:lnTo>
                  <a:lnTo>
                    <a:pt x="105045" y="22571"/>
                  </a:lnTo>
                  <a:lnTo>
                    <a:pt x="104942" y="22980"/>
                  </a:lnTo>
                  <a:lnTo>
                    <a:pt x="104674" y="23491"/>
                  </a:lnTo>
                  <a:lnTo>
                    <a:pt x="104674" y="23772"/>
                  </a:lnTo>
                  <a:lnTo>
                    <a:pt x="105057" y="23696"/>
                  </a:lnTo>
                  <a:lnTo>
                    <a:pt x="104853" y="24054"/>
                  </a:lnTo>
                  <a:lnTo>
                    <a:pt x="104981" y="24169"/>
                  </a:lnTo>
                  <a:lnTo>
                    <a:pt x="105287" y="24003"/>
                  </a:lnTo>
                  <a:lnTo>
                    <a:pt x="105479" y="24003"/>
                  </a:lnTo>
                  <a:lnTo>
                    <a:pt x="105479" y="23836"/>
                  </a:lnTo>
                  <a:lnTo>
                    <a:pt x="105748" y="23606"/>
                  </a:lnTo>
                  <a:lnTo>
                    <a:pt x="106425" y="23248"/>
                  </a:lnTo>
                  <a:lnTo>
                    <a:pt x="106706" y="22865"/>
                  </a:lnTo>
                  <a:lnTo>
                    <a:pt x="107115" y="22878"/>
                  </a:lnTo>
                  <a:lnTo>
                    <a:pt x="107115" y="22993"/>
                  </a:lnTo>
                  <a:lnTo>
                    <a:pt x="107205" y="22993"/>
                  </a:lnTo>
                  <a:lnTo>
                    <a:pt x="107371" y="22801"/>
                  </a:lnTo>
                  <a:lnTo>
                    <a:pt x="107205" y="22648"/>
                  </a:lnTo>
                  <a:lnTo>
                    <a:pt x="107332" y="21855"/>
                  </a:lnTo>
                  <a:lnTo>
                    <a:pt x="108368" y="21613"/>
                  </a:lnTo>
                  <a:lnTo>
                    <a:pt x="108547" y="21740"/>
                  </a:lnTo>
                  <a:lnTo>
                    <a:pt x="108610" y="21791"/>
                  </a:lnTo>
                  <a:lnTo>
                    <a:pt x="108674" y="21830"/>
                  </a:lnTo>
                  <a:lnTo>
                    <a:pt x="108738" y="21843"/>
                  </a:lnTo>
                  <a:lnTo>
                    <a:pt x="108828" y="21855"/>
                  </a:lnTo>
                  <a:lnTo>
                    <a:pt x="108802" y="21894"/>
                  </a:lnTo>
                  <a:lnTo>
                    <a:pt x="108751" y="21919"/>
                  </a:lnTo>
                  <a:lnTo>
                    <a:pt x="108700" y="21932"/>
                  </a:lnTo>
                  <a:lnTo>
                    <a:pt x="108649" y="21932"/>
                  </a:lnTo>
                  <a:lnTo>
                    <a:pt x="108547" y="21919"/>
                  </a:lnTo>
                  <a:lnTo>
                    <a:pt x="108457" y="21894"/>
                  </a:lnTo>
                  <a:lnTo>
                    <a:pt x="108342" y="21894"/>
                  </a:lnTo>
                  <a:lnTo>
                    <a:pt x="108291" y="21907"/>
                  </a:lnTo>
                  <a:lnTo>
                    <a:pt x="108253" y="21932"/>
                  </a:lnTo>
                  <a:lnTo>
                    <a:pt x="108176" y="21983"/>
                  </a:lnTo>
                  <a:lnTo>
                    <a:pt x="108099" y="22073"/>
                  </a:lnTo>
                  <a:lnTo>
                    <a:pt x="108023" y="22149"/>
                  </a:lnTo>
                  <a:lnTo>
                    <a:pt x="108010" y="22188"/>
                  </a:lnTo>
                  <a:lnTo>
                    <a:pt x="107997" y="22239"/>
                  </a:lnTo>
                  <a:lnTo>
                    <a:pt x="107997" y="22392"/>
                  </a:lnTo>
                  <a:lnTo>
                    <a:pt x="107971" y="22533"/>
                  </a:lnTo>
                  <a:lnTo>
                    <a:pt x="107933" y="22712"/>
                  </a:lnTo>
                  <a:lnTo>
                    <a:pt x="107895" y="22801"/>
                  </a:lnTo>
                  <a:lnTo>
                    <a:pt x="107844" y="22878"/>
                  </a:lnTo>
                  <a:lnTo>
                    <a:pt x="107780" y="22916"/>
                  </a:lnTo>
                  <a:lnTo>
                    <a:pt x="107703" y="22967"/>
                  </a:lnTo>
                  <a:lnTo>
                    <a:pt x="107665" y="23006"/>
                  </a:lnTo>
                  <a:lnTo>
                    <a:pt x="107639" y="23031"/>
                  </a:lnTo>
                  <a:lnTo>
                    <a:pt x="107639" y="23070"/>
                  </a:lnTo>
                  <a:lnTo>
                    <a:pt x="107652" y="23108"/>
                  </a:lnTo>
                  <a:lnTo>
                    <a:pt x="107677" y="23133"/>
                  </a:lnTo>
                  <a:lnTo>
                    <a:pt x="107703" y="23146"/>
                  </a:lnTo>
                  <a:lnTo>
                    <a:pt x="107780" y="23159"/>
                  </a:lnTo>
                  <a:lnTo>
                    <a:pt x="107856" y="23172"/>
                  </a:lnTo>
                  <a:lnTo>
                    <a:pt x="107869" y="23185"/>
                  </a:lnTo>
                  <a:lnTo>
                    <a:pt x="107895" y="23210"/>
                  </a:lnTo>
                  <a:lnTo>
                    <a:pt x="107895" y="23236"/>
                  </a:lnTo>
                  <a:lnTo>
                    <a:pt x="107882" y="23261"/>
                  </a:lnTo>
                  <a:lnTo>
                    <a:pt x="107856" y="23325"/>
                  </a:lnTo>
                  <a:lnTo>
                    <a:pt x="107805" y="23376"/>
                  </a:lnTo>
                  <a:lnTo>
                    <a:pt x="107729" y="23440"/>
                  </a:lnTo>
                  <a:lnTo>
                    <a:pt x="107601" y="23542"/>
                  </a:lnTo>
                  <a:lnTo>
                    <a:pt x="107550" y="23594"/>
                  </a:lnTo>
                  <a:lnTo>
                    <a:pt x="107537" y="23619"/>
                  </a:lnTo>
                  <a:lnTo>
                    <a:pt x="107537" y="23645"/>
                  </a:lnTo>
                  <a:lnTo>
                    <a:pt x="107550" y="23696"/>
                  </a:lnTo>
                  <a:lnTo>
                    <a:pt x="107562" y="23734"/>
                  </a:lnTo>
                  <a:lnTo>
                    <a:pt x="107614" y="23811"/>
                  </a:lnTo>
                  <a:lnTo>
                    <a:pt x="107626" y="23824"/>
                  </a:lnTo>
                  <a:lnTo>
                    <a:pt x="107614" y="23849"/>
                  </a:lnTo>
                  <a:lnTo>
                    <a:pt x="107575" y="23862"/>
                  </a:lnTo>
                  <a:lnTo>
                    <a:pt x="107486" y="23862"/>
                  </a:lnTo>
                  <a:lnTo>
                    <a:pt x="107256" y="23849"/>
                  </a:lnTo>
                  <a:lnTo>
                    <a:pt x="107141" y="23862"/>
                  </a:lnTo>
                  <a:lnTo>
                    <a:pt x="107038" y="23888"/>
                  </a:lnTo>
                  <a:lnTo>
                    <a:pt x="106936" y="23939"/>
                  </a:lnTo>
                  <a:lnTo>
                    <a:pt x="106821" y="24003"/>
                  </a:lnTo>
                  <a:lnTo>
                    <a:pt x="106617" y="24130"/>
                  </a:lnTo>
                  <a:lnTo>
                    <a:pt x="106399" y="24258"/>
                  </a:lnTo>
                  <a:lnTo>
                    <a:pt x="106284" y="24309"/>
                  </a:lnTo>
                  <a:lnTo>
                    <a:pt x="106169" y="24348"/>
                  </a:lnTo>
                  <a:lnTo>
                    <a:pt x="106169" y="24475"/>
                  </a:lnTo>
                  <a:lnTo>
                    <a:pt x="106169" y="24539"/>
                  </a:lnTo>
                  <a:lnTo>
                    <a:pt x="106157" y="24590"/>
                  </a:lnTo>
                  <a:lnTo>
                    <a:pt x="106118" y="24629"/>
                  </a:lnTo>
                  <a:lnTo>
                    <a:pt x="106067" y="24667"/>
                  </a:lnTo>
                  <a:lnTo>
                    <a:pt x="105978" y="24718"/>
                  </a:lnTo>
                  <a:lnTo>
                    <a:pt x="105837" y="24833"/>
                  </a:lnTo>
                  <a:lnTo>
                    <a:pt x="105722" y="24961"/>
                  </a:lnTo>
                  <a:lnTo>
                    <a:pt x="105594" y="25089"/>
                  </a:lnTo>
                  <a:lnTo>
                    <a:pt x="105466" y="25204"/>
                  </a:lnTo>
                  <a:lnTo>
                    <a:pt x="105415" y="25229"/>
                  </a:lnTo>
                  <a:lnTo>
                    <a:pt x="105364" y="25242"/>
                  </a:lnTo>
                  <a:lnTo>
                    <a:pt x="105236" y="25255"/>
                  </a:lnTo>
                  <a:lnTo>
                    <a:pt x="105172" y="25268"/>
                  </a:lnTo>
                  <a:lnTo>
                    <a:pt x="105121" y="25281"/>
                  </a:lnTo>
                  <a:lnTo>
                    <a:pt x="105070" y="25306"/>
                  </a:lnTo>
                  <a:lnTo>
                    <a:pt x="105032" y="25344"/>
                  </a:lnTo>
                  <a:lnTo>
                    <a:pt x="105006" y="25396"/>
                  </a:lnTo>
                  <a:lnTo>
                    <a:pt x="104994" y="25434"/>
                  </a:lnTo>
                  <a:lnTo>
                    <a:pt x="104981" y="25472"/>
                  </a:lnTo>
                  <a:lnTo>
                    <a:pt x="104942" y="25511"/>
                  </a:lnTo>
                  <a:lnTo>
                    <a:pt x="104904" y="25549"/>
                  </a:lnTo>
                  <a:lnTo>
                    <a:pt x="104840" y="25587"/>
                  </a:lnTo>
                  <a:lnTo>
                    <a:pt x="104776" y="25626"/>
                  </a:lnTo>
                  <a:lnTo>
                    <a:pt x="104725" y="25677"/>
                  </a:lnTo>
                  <a:lnTo>
                    <a:pt x="104674" y="25741"/>
                  </a:lnTo>
                  <a:lnTo>
                    <a:pt x="104597" y="25894"/>
                  </a:lnTo>
                  <a:lnTo>
                    <a:pt x="104482" y="26060"/>
                  </a:lnTo>
                  <a:lnTo>
                    <a:pt x="104431" y="26137"/>
                  </a:lnTo>
                  <a:lnTo>
                    <a:pt x="104367" y="26226"/>
                  </a:lnTo>
                  <a:lnTo>
                    <a:pt x="104137" y="26482"/>
                  </a:lnTo>
                  <a:lnTo>
                    <a:pt x="104086" y="26546"/>
                  </a:lnTo>
                  <a:lnTo>
                    <a:pt x="104022" y="26610"/>
                  </a:lnTo>
                  <a:lnTo>
                    <a:pt x="103946" y="26648"/>
                  </a:lnTo>
                  <a:lnTo>
                    <a:pt x="103869" y="26686"/>
                  </a:lnTo>
                  <a:lnTo>
                    <a:pt x="103728" y="26738"/>
                  </a:lnTo>
                  <a:lnTo>
                    <a:pt x="103652" y="26776"/>
                  </a:lnTo>
                  <a:lnTo>
                    <a:pt x="103600" y="26827"/>
                  </a:lnTo>
                  <a:lnTo>
                    <a:pt x="103549" y="26917"/>
                  </a:lnTo>
                  <a:lnTo>
                    <a:pt x="103485" y="27006"/>
                  </a:lnTo>
                  <a:lnTo>
                    <a:pt x="103434" y="27108"/>
                  </a:lnTo>
                  <a:lnTo>
                    <a:pt x="103396" y="27147"/>
                  </a:lnTo>
                  <a:lnTo>
                    <a:pt x="103358" y="27172"/>
                  </a:lnTo>
                  <a:lnTo>
                    <a:pt x="103332" y="27185"/>
                  </a:lnTo>
                  <a:lnTo>
                    <a:pt x="103281" y="27185"/>
                  </a:lnTo>
                  <a:lnTo>
                    <a:pt x="103191" y="27172"/>
                  </a:lnTo>
                  <a:lnTo>
                    <a:pt x="103089" y="27159"/>
                  </a:lnTo>
                  <a:lnTo>
                    <a:pt x="103000" y="27159"/>
                  </a:lnTo>
                  <a:lnTo>
                    <a:pt x="102897" y="27198"/>
                  </a:lnTo>
                  <a:lnTo>
                    <a:pt x="102846" y="27223"/>
                  </a:lnTo>
                  <a:lnTo>
                    <a:pt x="102808" y="27249"/>
                  </a:lnTo>
                  <a:lnTo>
                    <a:pt x="102782" y="27300"/>
                  </a:lnTo>
                  <a:lnTo>
                    <a:pt x="102770" y="27325"/>
                  </a:lnTo>
                  <a:lnTo>
                    <a:pt x="102757" y="27351"/>
                  </a:lnTo>
                  <a:lnTo>
                    <a:pt x="102706" y="27389"/>
                  </a:lnTo>
                  <a:lnTo>
                    <a:pt x="102642" y="27402"/>
                  </a:lnTo>
                  <a:lnTo>
                    <a:pt x="102578" y="27415"/>
                  </a:lnTo>
                  <a:lnTo>
                    <a:pt x="102207" y="27415"/>
                  </a:lnTo>
                  <a:lnTo>
                    <a:pt x="102310" y="27556"/>
                  </a:lnTo>
                  <a:lnTo>
                    <a:pt x="102335" y="27619"/>
                  </a:lnTo>
                  <a:lnTo>
                    <a:pt x="102361" y="27696"/>
                  </a:lnTo>
                  <a:lnTo>
                    <a:pt x="102373" y="27760"/>
                  </a:lnTo>
                  <a:lnTo>
                    <a:pt x="102361" y="27837"/>
                  </a:lnTo>
                  <a:lnTo>
                    <a:pt x="102335" y="27913"/>
                  </a:lnTo>
                  <a:lnTo>
                    <a:pt x="102297" y="27990"/>
                  </a:lnTo>
                  <a:lnTo>
                    <a:pt x="102182" y="28131"/>
                  </a:lnTo>
                  <a:lnTo>
                    <a:pt x="102080" y="28271"/>
                  </a:lnTo>
                  <a:lnTo>
                    <a:pt x="101837" y="28527"/>
                  </a:lnTo>
                  <a:lnTo>
                    <a:pt x="101658" y="28680"/>
                  </a:lnTo>
                  <a:lnTo>
                    <a:pt x="101479" y="28834"/>
                  </a:lnTo>
                  <a:lnTo>
                    <a:pt x="101402" y="28923"/>
                  </a:lnTo>
                  <a:lnTo>
                    <a:pt x="101325" y="29013"/>
                  </a:lnTo>
                  <a:lnTo>
                    <a:pt x="101262" y="29115"/>
                  </a:lnTo>
                  <a:lnTo>
                    <a:pt x="101223" y="29230"/>
                  </a:lnTo>
                  <a:lnTo>
                    <a:pt x="101185" y="29383"/>
                  </a:lnTo>
                  <a:lnTo>
                    <a:pt x="101159" y="29537"/>
                  </a:lnTo>
                  <a:lnTo>
                    <a:pt x="101147" y="29703"/>
                  </a:lnTo>
                  <a:lnTo>
                    <a:pt x="101134" y="29856"/>
                  </a:lnTo>
                  <a:lnTo>
                    <a:pt x="101134" y="30176"/>
                  </a:lnTo>
                  <a:lnTo>
                    <a:pt x="101147" y="30495"/>
                  </a:lnTo>
                  <a:lnTo>
                    <a:pt x="101159" y="30648"/>
                  </a:lnTo>
                  <a:lnTo>
                    <a:pt x="101185" y="30802"/>
                  </a:lnTo>
                  <a:lnTo>
                    <a:pt x="101249" y="31109"/>
                  </a:lnTo>
                  <a:lnTo>
                    <a:pt x="101338" y="31402"/>
                  </a:lnTo>
                  <a:lnTo>
                    <a:pt x="101428" y="31696"/>
                  </a:lnTo>
                  <a:lnTo>
                    <a:pt x="101504" y="31914"/>
                  </a:lnTo>
                  <a:lnTo>
                    <a:pt x="101530" y="32016"/>
                  </a:lnTo>
                  <a:lnTo>
                    <a:pt x="101530" y="32131"/>
                  </a:lnTo>
                  <a:lnTo>
                    <a:pt x="101530" y="32399"/>
                  </a:lnTo>
                  <a:lnTo>
                    <a:pt x="101543" y="32566"/>
                  </a:lnTo>
                  <a:lnTo>
                    <a:pt x="101556" y="32719"/>
                  </a:lnTo>
                  <a:lnTo>
                    <a:pt x="101594" y="32872"/>
                  </a:lnTo>
                  <a:lnTo>
                    <a:pt x="101645" y="33026"/>
                  </a:lnTo>
                  <a:lnTo>
                    <a:pt x="101696" y="33102"/>
                  </a:lnTo>
                  <a:lnTo>
                    <a:pt x="101760" y="33166"/>
                  </a:lnTo>
                  <a:lnTo>
                    <a:pt x="101837" y="33217"/>
                  </a:lnTo>
                  <a:lnTo>
                    <a:pt x="101901" y="33281"/>
                  </a:lnTo>
                  <a:lnTo>
                    <a:pt x="101939" y="33320"/>
                  </a:lnTo>
                  <a:lnTo>
                    <a:pt x="101965" y="33358"/>
                  </a:lnTo>
                  <a:lnTo>
                    <a:pt x="101990" y="33460"/>
                  </a:lnTo>
                  <a:lnTo>
                    <a:pt x="102003" y="33550"/>
                  </a:lnTo>
                  <a:lnTo>
                    <a:pt x="102003" y="33652"/>
                  </a:lnTo>
                  <a:lnTo>
                    <a:pt x="102016" y="33907"/>
                  </a:lnTo>
                  <a:lnTo>
                    <a:pt x="102016" y="34035"/>
                  </a:lnTo>
                  <a:lnTo>
                    <a:pt x="102003" y="34163"/>
                  </a:lnTo>
                  <a:lnTo>
                    <a:pt x="101990" y="34304"/>
                  </a:lnTo>
                  <a:lnTo>
                    <a:pt x="101977" y="34380"/>
                  </a:lnTo>
                  <a:lnTo>
                    <a:pt x="101990" y="34444"/>
                  </a:lnTo>
                  <a:lnTo>
                    <a:pt x="102016" y="34483"/>
                  </a:lnTo>
                  <a:lnTo>
                    <a:pt x="102054" y="34508"/>
                  </a:lnTo>
                  <a:lnTo>
                    <a:pt x="102105" y="34508"/>
                  </a:lnTo>
                  <a:lnTo>
                    <a:pt x="102169" y="34521"/>
                  </a:lnTo>
                  <a:lnTo>
                    <a:pt x="102169" y="34725"/>
                  </a:lnTo>
                  <a:lnTo>
                    <a:pt x="102182" y="34828"/>
                  </a:lnTo>
                  <a:lnTo>
                    <a:pt x="102195" y="34879"/>
                  </a:lnTo>
                  <a:lnTo>
                    <a:pt x="102220" y="34930"/>
                  </a:lnTo>
                  <a:lnTo>
                    <a:pt x="102258" y="34879"/>
                  </a:lnTo>
                  <a:lnTo>
                    <a:pt x="102322" y="34840"/>
                  </a:lnTo>
                  <a:lnTo>
                    <a:pt x="102373" y="34802"/>
                  </a:lnTo>
                  <a:lnTo>
                    <a:pt x="102425" y="34751"/>
                  </a:lnTo>
                  <a:lnTo>
                    <a:pt x="102463" y="34713"/>
                  </a:lnTo>
                  <a:lnTo>
                    <a:pt x="102501" y="34649"/>
                  </a:lnTo>
                  <a:lnTo>
                    <a:pt x="102552" y="34547"/>
                  </a:lnTo>
                  <a:lnTo>
                    <a:pt x="102629" y="34457"/>
                  </a:lnTo>
                  <a:lnTo>
                    <a:pt x="102706" y="34380"/>
                  </a:lnTo>
                  <a:lnTo>
                    <a:pt x="102795" y="34316"/>
                  </a:lnTo>
                  <a:lnTo>
                    <a:pt x="102897" y="34253"/>
                  </a:lnTo>
                  <a:lnTo>
                    <a:pt x="103089" y="34138"/>
                  </a:lnTo>
                  <a:lnTo>
                    <a:pt x="103179" y="34074"/>
                  </a:lnTo>
                  <a:lnTo>
                    <a:pt x="103255" y="33997"/>
                  </a:lnTo>
                  <a:lnTo>
                    <a:pt x="103319" y="33920"/>
                  </a:lnTo>
                  <a:lnTo>
                    <a:pt x="103370" y="33844"/>
                  </a:lnTo>
                  <a:lnTo>
                    <a:pt x="103409" y="33767"/>
                  </a:lnTo>
                  <a:lnTo>
                    <a:pt x="103485" y="33690"/>
                  </a:lnTo>
                  <a:lnTo>
                    <a:pt x="103549" y="33614"/>
                  </a:lnTo>
                  <a:lnTo>
                    <a:pt x="103600" y="33550"/>
                  </a:lnTo>
                  <a:lnTo>
                    <a:pt x="103613" y="33511"/>
                  </a:lnTo>
                  <a:lnTo>
                    <a:pt x="103613" y="33486"/>
                  </a:lnTo>
                  <a:lnTo>
                    <a:pt x="103600" y="33383"/>
                  </a:lnTo>
                  <a:lnTo>
                    <a:pt x="103562" y="33294"/>
                  </a:lnTo>
                  <a:lnTo>
                    <a:pt x="103549" y="33243"/>
                  </a:lnTo>
                  <a:lnTo>
                    <a:pt x="103562" y="33192"/>
                  </a:lnTo>
                  <a:lnTo>
                    <a:pt x="103588" y="33153"/>
                  </a:lnTo>
                  <a:lnTo>
                    <a:pt x="103639" y="33115"/>
                  </a:lnTo>
                  <a:lnTo>
                    <a:pt x="103690" y="33077"/>
                  </a:lnTo>
                  <a:lnTo>
                    <a:pt x="103728" y="33026"/>
                  </a:lnTo>
                  <a:lnTo>
                    <a:pt x="103869" y="32834"/>
                  </a:lnTo>
                  <a:lnTo>
                    <a:pt x="103971" y="32681"/>
                  </a:lnTo>
                  <a:lnTo>
                    <a:pt x="104022" y="32604"/>
                  </a:lnTo>
                  <a:lnTo>
                    <a:pt x="104073" y="32540"/>
                  </a:lnTo>
                  <a:lnTo>
                    <a:pt x="104137" y="32514"/>
                  </a:lnTo>
                  <a:lnTo>
                    <a:pt x="104201" y="32502"/>
                  </a:lnTo>
                  <a:lnTo>
                    <a:pt x="104278" y="32514"/>
                  </a:lnTo>
                  <a:lnTo>
                    <a:pt x="104342" y="32540"/>
                  </a:lnTo>
                  <a:lnTo>
                    <a:pt x="104418" y="32553"/>
                  </a:lnTo>
                  <a:lnTo>
                    <a:pt x="104482" y="32578"/>
                  </a:lnTo>
                  <a:lnTo>
                    <a:pt x="104559" y="32578"/>
                  </a:lnTo>
                  <a:lnTo>
                    <a:pt x="104623" y="32553"/>
                  </a:lnTo>
                  <a:lnTo>
                    <a:pt x="104648" y="32527"/>
                  </a:lnTo>
                  <a:lnTo>
                    <a:pt x="104661" y="32502"/>
                  </a:lnTo>
                  <a:lnTo>
                    <a:pt x="104661" y="32425"/>
                  </a:lnTo>
                  <a:lnTo>
                    <a:pt x="104623" y="32425"/>
                  </a:lnTo>
                  <a:lnTo>
                    <a:pt x="104623" y="32182"/>
                  </a:lnTo>
                  <a:lnTo>
                    <a:pt x="104636" y="31939"/>
                  </a:lnTo>
                  <a:lnTo>
                    <a:pt x="104700" y="31466"/>
                  </a:lnTo>
                  <a:lnTo>
                    <a:pt x="104712" y="31351"/>
                  </a:lnTo>
                  <a:lnTo>
                    <a:pt x="104725" y="31313"/>
                  </a:lnTo>
                  <a:lnTo>
                    <a:pt x="104776" y="31287"/>
                  </a:lnTo>
                  <a:lnTo>
                    <a:pt x="104827" y="31275"/>
                  </a:lnTo>
                  <a:lnTo>
                    <a:pt x="104891" y="31287"/>
                  </a:lnTo>
                  <a:lnTo>
                    <a:pt x="104942" y="31287"/>
                  </a:lnTo>
                  <a:lnTo>
                    <a:pt x="105006" y="31275"/>
                  </a:lnTo>
                  <a:lnTo>
                    <a:pt x="105045" y="31236"/>
                  </a:lnTo>
                  <a:lnTo>
                    <a:pt x="105083" y="31198"/>
                  </a:lnTo>
                  <a:lnTo>
                    <a:pt x="105147" y="31096"/>
                  </a:lnTo>
                  <a:lnTo>
                    <a:pt x="105211" y="31006"/>
                  </a:lnTo>
                  <a:lnTo>
                    <a:pt x="105249" y="30955"/>
                  </a:lnTo>
                  <a:lnTo>
                    <a:pt x="105287" y="30917"/>
                  </a:lnTo>
                  <a:lnTo>
                    <a:pt x="105339" y="30878"/>
                  </a:lnTo>
                  <a:lnTo>
                    <a:pt x="105377" y="30866"/>
                  </a:lnTo>
                  <a:lnTo>
                    <a:pt x="105403" y="30891"/>
                  </a:lnTo>
                  <a:lnTo>
                    <a:pt x="105428" y="30930"/>
                  </a:lnTo>
                  <a:lnTo>
                    <a:pt x="105466" y="31019"/>
                  </a:lnTo>
                  <a:lnTo>
                    <a:pt x="105492" y="31057"/>
                  </a:lnTo>
                  <a:lnTo>
                    <a:pt x="105543" y="31083"/>
                  </a:lnTo>
                  <a:lnTo>
                    <a:pt x="105633" y="31109"/>
                  </a:lnTo>
                  <a:lnTo>
                    <a:pt x="105735" y="31121"/>
                  </a:lnTo>
                  <a:lnTo>
                    <a:pt x="105837" y="31134"/>
                  </a:lnTo>
                  <a:lnTo>
                    <a:pt x="105927" y="31134"/>
                  </a:lnTo>
                  <a:lnTo>
                    <a:pt x="106029" y="31160"/>
                  </a:lnTo>
                  <a:lnTo>
                    <a:pt x="106080" y="31172"/>
                  </a:lnTo>
                  <a:lnTo>
                    <a:pt x="106131" y="31160"/>
                  </a:lnTo>
                  <a:lnTo>
                    <a:pt x="106157" y="31134"/>
                  </a:lnTo>
                  <a:lnTo>
                    <a:pt x="106195" y="31096"/>
                  </a:lnTo>
                  <a:lnTo>
                    <a:pt x="106246" y="31032"/>
                  </a:lnTo>
                  <a:lnTo>
                    <a:pt x="106310" y="30981"/>
                  </a:lnTo>
                  <a:lnTo>
                    <a:pt x="106374" y="30917"/>
                  </a:lnTo>
                  <a:lnTo>
                    <a:pt x="106425" y="30840"/>
                  </a:lnTo>
                  <a:lnTo>
                    <a:pt x="106438" y="30802"/>
                  </a:lnTo>
                  <a:lnTo>
                    <a:pt x="106438" y="30763"/>
                  </a:lnTo>
                  <a:lnTo>
                    <a:pt x="106412" y="30712"/>
                  </a:lnTo>
                  <a:lnTo>
                    <a:pt x="106361" y="30661"/>
                  </a:lnTo>
                  <a:lnTo>
                    <a:pt x="106310" y="30597"/>
                  </a:lnTo>
                  <a:lnTo>
                    <a:pt x="106272" y="30546"/>
                  </a:lnTo>
                  <a:lnTo>
                    <a:pt x="106144" y="30329"/>
                  </a:lnTo>
                  <a:lnTo>
                    <a:pt x="106093" y="30214"/>
                  </a:lnTo>
                  <a:lnTo>
                    <a:pt x="106080" y="30163"/>
                  </a:lnTo>
                  <a:lnTo>
                    <a:pt x="106067" y="30099"/>
                  </a:lnTo>
                  <a:lnTo>
                    <a:pt x="106054" y="29869"/>
                  </a:lnTo>
                  <a:lnTo>
                    <a:pt x="106067" y="29754"/>
                  </a:lnTo>
                  <a:lnTo>
                    <a:pt x="106080" y="29703"/>
                  </a:lnTo>
                  <a:lnTo>
                    <a:pt x="106093" y="29652"/>
                  </a:lnTo>
                  <a:lnTo>
                    <a:pt x="106131" y="29600"/>
                  </a:lnTo>
                  <a:lnTo>
                    <a:pt x="106195" y="29549"/>
                  </a:lnTo>
                  <a:lnTo>
                    <a:pt x="106323" y="29460"/>
                  </a:lnTo>
                  <a:lnTo>
                    <a:pt x="106438" y="29345"/>
                  </a:lnTo>
                  <a:lnTo>
                    <a:pt x="106553" y="29243"/>
                  </a:lnTo>
                  <a:lnTo>
                    <a:pt x="106617" y="29153"/>
                  </a:lnTo>
                  <a:lnTo>
                    <a:pt x="106693" y="29076"/>
                  </a:lnTo>
                  <a:lnTo>
                    <a:pt x="106783" y="29025"/>
                  </a:lnTo>
                  <a:lnTo>
                    <a:pt x="106821" y="29013"/>
                  </a:lnTo>
                  <a:lnTo>
                    <a:pt x="106885" y="29000"/>
                  </a:lnTo>
                  <a:lnTo>
                    <a:pt x="107026" y="28987"/>
                  </a:lnTo>
                  <a:lnTo>
                    <a:pt x="107102" y="28961"/>
                  </a:lnTo>
                  <a:lnTo>
                    <a:pt x="107166" y="28949"/>
                  </a:lnTo>
                  <a:lnTo>
                    <a:pt x="107281" y="28872"/>
                  </a:lnTo>
                  <a:lnTo>
                    <a:pt x="107320" y="28859"/>
                  </a:lnTo>
                  <a:lnTo>
                    <a:pt x="107332" y="28859"/>
                  </a:lnTo>
                  <a:lnTo>
                    <a:pt x="107345" y="28885"/>
                  </a:lnTo>
                  <a:lnTo>
                    <a:pt x="107332" y="28923"/>
                  </a:lnTo>
                  <a:lnTo>
                    <a:pt x="107307" y="28949"/>
                  </a:lnTo>
                  <a:lnTo>
                    <a:pt x="107268" y="28987"/>
                  </a:lnTo>
                  <a:lnTo>
                    <a:pt x="107166" y="29038"/>
                  </a:lnTo>
                  <a:lnTo>
                    <a:pt x="107064" y="29102"/>
                  </a:lnTo>
                  <a:lnTo>
                    <a:pt x="106987" y="29140"/>
                  </a:lnTo>
                  <a:lnTo>
                    <a:pt x="106923" y="29191"/>
                  </a:lnTo>
                  <a:lnTo>
                    <a:pt x="106885" y="29230"/>
                  </a:lnTo>
                  <a:lnTo>
                    <a:pt x="106872" y="29255"/>
                  </a:lnTo>
                  <a:lnTo>
                    <a:pt x="106872" y="29281"/>
                  </a:lnTo>
                  <a:lnTo>
                    <a:pt x="106885" y="29358"/>
                  </a:lnTo>
                  <a:lnTo>
                    <a:pt x="106911" y="29409"/>
                  </a:lnTo>
                  <a:lnTo>
                    <a:pt x="106949" y="29460"/>
                  </a:lnTo>
                  <a:lnTo>
                    <a:pt x="107000" y="29511"/>
                  </a:lnTo>
                  <a:lnTo>
                    <a:pt x="107038" y="29537"/>
                  </a:lnTo>
                  <a:lnTo>
                    <a:pt x="107128" y="29434"/>
                  </a:lnTo>
                  <a:lnTo>
                    <a:pt x="107179" y="29383"/>
                  </a:lnTo>
                  <a:lnTo>
                    <a:pt x="107230" y="29345"/>
                  </a:lnTo>
                  <a:lnTo>
                    <a:pt x="107332" y="29255"/>
                  </a:lnTo>
                  <a:lnTo>
                    <a:pt x="107447" y="29179"/>
                  </a:lnTo>
                  <a:lnTo>
                    <a:pt x="107486" y="29140"/>
                  </a:lnTo>
                  <a:lnTo>
                    <a:pt x="107511" y="29115"/>
                  </a:lnTo>
                  <a:lnTo>
                    <a:pt x="107499" y="29102"/>
                  </a:lnTo>
                  <a:lnTo>
                    <a:pt x="107499" y="29064"/>
                  </a:lnTo>
                  <a:lnTo>
                    <a:pt x="107460" y="28936"/>
                  </a:lnTo>
                  <a:lnTo>
                    <a:pt x="107447" y="28834"/>
                  </a:lnTo>
                  <a:lnTo>
                    <a:pt x="107460" y="28782"/>
                  </a:lnTo>
                  <a:lnTo>
                    <a:pt x="107473" y="28731"/>
                  </a:lnTo>
                  <a:lnTo>
                    <a:pt x="107499" y="28680"/>
                  </a:lnTo>
                  <a:lnTo>
                    <a:pt x="107537" y="28629"/>
                  </a:lnTo>
                  <a:lnTo>
                    <a:pt x="107511" y="28616"/>
                  </a:lnTo>
                  <a:lnTo>
                    <a:pt x="107486" y="28604"/>
                  </a:lnTo>
                  <a:lnTo>
                    <a:pt x="107409" y="28591"/>
                  </a:lnTo>
                  <a:lnTo>
                    <a:pt x="107243" y="28604"/>
                  </a:lnTo>
                  <a:lnTo>
                    <a:pt x="107077" y="28604"/>
                  </a:lnTo>
                  <a:lnTo>
                    <a:pt x="107013" y="28578"/>
                  </a:lnTo>
                  <a:lnTo>
                    <a:pt x="106987" y="28552"/>
                  </a:lnTo>
                  <a:lnTo>
                    <a:pt x="106975" y="28527"/>
                  </a:lnTo>
                  <a:lnTo>
                    <a:pt x="106962" y="28437"/>
                  </a:lnTo>
                  <a:lnTo>
                    <a:pt x="106949" y="28335"/>
                  </a:lnTo>
                  <a:lnTo>
                    <a:pt x="106975" y="28156"/>
                  </a:lnTo>
                  <a:lnTo>
                    <a:pt x="106975" y="28080"/>
                  </a:lnTo>
                  <a:lnTo>
                    <a:pt x="106987" y="27990"/>
                  </a:lnTo>
                  <a:lnTo>
                    <a:pt x="107013" y="27952"/>
                  </a:lnTo>
                  <a:lnTo>
                    <a:pt x="107038" y="27901"/>
                  </a:lnTo>
                  <a:lnTo>
                    <a:pt x="107064" y="27849"/>
                  </a:lnTo>
                  <a:lnTo>
                    <a:pt x="107077" y="27798"/>
                  </a:lnTo>
                  <a:lnTo>
                    <a:pt x="107141" y="27773"/>
                  </a:lnTo>
                  <a:lnTo>
                    <a:pt x="107179" y="27747"/>
                  </a:lnTo>
                  <a:lnTo>
                    <a:pt x="107230" y="27709"/>
                  </a:lnTo>
                  <a:lnTo>
                    <a:pt x="107268" y="27671"/>
                  </a:lnTo>
                  <a:lnTo>
                    <a:pt x="107307" y="27619"/>
                  </a:lnTo>
                  <a:lnTo>
                    <a:pt x="107320" y="27568"/>
                  </a:lnTo>
                  <a:lnTo>
                    <a:pt x="107332" y="27517"/>
                  </a:lnTo>
                  <a:lnTo>
                    <a:pt x="107332" y="27453"/>
                  </a:lnTo>
                  <a:lnTo>
                    <a:pt x="107268" y="27441"/>
                  </a:lnTo>
                  <a:lnTo>
                    <a:pt x="107230" y="27428"/>
                  </a:lnTo>
                  <a:lnTo>
                    <a:pt x="107217" y="27402"/>
                  </a:lnTo>
                  <a:lnTo>
                    <a:pt x="107217" y="27325"/>
                  </a:lnTo>
                  <a:lnTo>
                    <a:pt x="107102" y="27287"/>
                  </a:lnTo>
                  <a:lnTo>
                    <a:pt x="106987" y="27262"/>
                  </a:lnTo>
                  <a:lnTo>
                    <a:pt x="106872" y="27236"/>
                  </a:lnTo>
                  <a:lnTo>
                    <a:pt x="106770" y="27198"/>
                  </a:lnTo>
                  <a:lnTo>
                    <a:pt x="106706" y="27313"/>
                  </a:lnTo>
                  <a:lnTo>
                    <a:pt x="106668" y="27364"/>
                  </a:lnTo>
                  <a:lnTo>
                    <a:pt x="106617" y="27415"/>
                  </a:lnTo>
                  <a:lnTo>
                    <a:pt x="106578" y="27428"/>
                  </a:lnTo>
                  <a:lnTo>
                    <a:pt x="106540" y="27428"/>
                  </a:lnTo>
                  <a:lnTo>
                    <a:pt x="106502" y="27415"/>
                  </a:lnTo>
                  <a:lnTo>
                    <a:pt x="106463" y="27402"/>
                  </a:lnTo>
                  <a:lnTo>
                    <a:pt x="106412" y="27364"/>
                  </a:lnTo>
                  <a:lnTo>
                    <a:pt x="106387" y="27325"/>
                  </a:lnTo>
                  <a:lnTo>
                    <a:pt x="106374" y="27300"/>
                  </a:lnTo>
                  <a:lnTo>
                    <a:pt x="106374" y="27236"/>
                  </a:lnTo>
                  <a:lnTo>
                    <a:pt x="106374" y="27185"/>
                  </a:lnTo>
                  <a:lnTo>
                    <a:pt x="106387" y="27057"/>
                  </a:lnTo>
                  <a:lnTo>
                    <a:pt x="106374" y="26840"/>
                  </a:lnTo>
                  <a:lnTo>
                    <a:pt x="106387" y="26725"/>
                  </a:lnTo>
                  <a:lnTo>
                    <a:pt x="106399" y="26674"/>
                  </a:lnTo>
                  <a:lnTo>
                    <a:pt x="106425" y="26635"/>
                  </a:lnTo>
                  <a:lnTo>
                    <a:pt x="106476" y="26584"/>
                  </a:lnTo>
                  <a:lnTo>
                    <a:pt x="106540" y="26533"/>
                  </a:lnTo>
                  <a:lnTo>
                    <a:pt x="106655" y="26444"/>
                  </a:lnTo>
                  <a:lnTo>
                    <a:pt x="107038" y="26150"/>
                  </a:lnTo>
                  <a:lnTo>
                    <a:pt x="107192" y="25894"/>
                  </a:lnTo>
                  <a:lnTo>
                    <a:pt x="107371" y="25613"/>
                  </a:lnTo>
                  <a:lnTo>
                    <a:pt x="107281" y="25421"/>
                  </a:lnTo>
                  <a:lnTo>
                    <a:pt x="107499" y="25051"/>
                  </a:lnTo>
                  <a:lnTo>
                    <a:pt x="107652" y="24782"/>
                  </a:lnTo>
                  <a:lnTo>
                    <a:pt x="108061" y="24948"/>
                  </a:lnTo>
                  <a:lnTo>
                    <a:pt x="108163" y="24872"/>
                  </a:lnTo>
                  <a:lnTo>
                    <a:pt x="108355" y="24820"/>
                  </a:lnTo>
                  <a:lnTo>
                    <a:pt x="108432" y="25038"/>
                  </a:lnTo>
                  <a:lnTo>
                    <a:pt x="108623" y="25089"/>
                  </a:lnTo>
                  <a:lnTo>
                    <a:pt x="108802" y="24808"/>
                  </a:lnTo>
                  <a:lnTo>
                    <a:pt x="109288" y="24373"/>
                  </a:lnTo>
                  <a:lnTo>
                    <a:pt x="109595" y="24245"/>
                  </a:lnTo>
                  <a:lnTo>
                    <a:pt x="109556" y="24667"/>
                  </a:lnTo>
                  <a:lnTo>
                    <a:pt x="109492" y="25076"/>
                  </a:lnTo>
                  <a:lnTo>
                    <a:pt x="109812" y="25012"/>
                  </a:lnTo>
                  <a:lnTo>
                    <a:pt x="110182" y="24578"/>
                  </a:lnTo>
                  <a:lnTo>
                    <a:pt x="110591" y="24348"/>
                  </a:lnTo>
                  <a:lnTo>
                    <a:pt x="111409" y="24130"/>
                  </a:lnTo>
                  <a:lnTo>
                    <a:pt x="111921" y="24169"/>
                  </a:lnTo>
                  <a:lnTo>
                    <a:pt x="112215" y="24348"/>
                  </a:lnTo>
                  <a:lnTo>
                    <a:pt x="112739" y="24936"/>
                  </a:lnTo>
                  <a:lnTo>
                    <a:pt x="112866" y="24936"/>
                  </a:lnTo>
                  <a:lnTo>
                    <a:pt x="112994" y="24552"/>
                  </a:lnTo>
                  <a:lnTo>
                    <a:pt x="113211" y="24169"/>
                  </a:lnTo>
                  <a:lnTo>
                    <a:pt x="113595" y="24130"/>
                  </a:lnTo>
                  <a:lnTo>
                    <a:pt x="113838" y="23939"/>
                  </a:lnTo>
                  <a:lnTo>
                    <a:pt x="114196" y="23811"/>
                  </a:lnTo>
                  <a:lnTo>
                    <a:pt x="114426" y="23606"/>
                  </a:lnTo>
                  <a:lnTo>
                    <a:pt x="114707" y="23402"/>
                  </a:lnTo>
                  <a:lnTo>
                    <a:pt x="114835" y="23095"/>
                  </a:lnTo>
                  <a:lnTo>
                    <a:pt x="114988" y="23197"/>
                  </a:lnTo>
                  <a:lnTo>
                    <a:pt x="115167" y="23121"/>
                  </a:lnTo>
                  <a:lnTo>
                    <a:pt x="115308" y="23057"/>
                  </a:lnTo>
                  <a:lnTo>
                    <a:pt x="115359" y="23031"/>
                  </a:lnTo>
                  <a:lnTo>
                    <a:pt x="115384" y="23018"/>
                  </a:lnTo>
                  <a:lnTo>
                    <a:pt x="115410" y="22993"/>
                  </a:lnTo>
                  <a:lnTo>
                    <a:pt x="115474" y="22955"/>
                  </a:lnTo>
                  <a:lnTo>
                    <a:pt x="115653" y="22865"/>
                  </a:lnTo>
                  <a:lnTo>
                    <a:pt x="115908" y="22750"/>
                  </a:lnTo>
                  <a:lnTo>
                    <a:pt x="116292" y="22724"/>
                  </a:lnTo>
                  <a:lnTo>
                    <a:pt x="116790" y="22379"/>
                  </a:lnTo>
                  <a:lnTo>
                    <a:pt x="118094" y="21855"/>
                  </a:lnTo>
                  <a:lnTo>
                    <a:pt x="118234" y="21459"/>
                  </a:lnTo>
                  <a:lnTo>
                    <a:pt x="118426" y="21804"/>
                  </a:lnTo>
                  <a:lnTo>
                    <a:pt x="118694" y="21843"/>
                  </a:lnTo>
                  <a:lnTo>
                    <a:pt x="119563" y="22073"/>
                  </a:lnTo>
                  <a:lnTo>
                    <a:pt x="119781" y="22098"/>
                  </a:lnTo>
                  <a:lnTo>
                    <a:pt x="119781" y="21919"/>
                  </a:lnTo>
                  <a:lnTo>
                    <a:pt x="119985" y="21830"/>
                  </a:lnTo>
                  <a:lnTo>
                    <a:pt x="120330" y="21638"/>
                  </a:lnTo>
                  <a:lnTo>
                    <a:pt x="120369" y="21446"/>
                  </a:lnTo>
                  <a:lnTo>
                    <a:pt x="119960" y="21242"/>
                  </a:lnTo>
                  <a:lnTo>
                    <a:pt x="120113" y="21025"/>
                  </a:lnTo>
                  <a:lnTo>
                    <a:pt x="119627" y="20731"/>
                  </a:lnTo>
                  <a:lnTo>
                    <a:pt x="119500" y="20066"/>
                  </a:lnTo>
                  <a:lnTo>
                    <a:pt x="119244" y="19874"/>
                  </a:lnTo>
                  <a:lnTo>
                    <a:pt x="119308" y="19670"/>
                  </a:lnTo>
                  <a:lnTo>
                    <a:pt x="119180" y="19453"/>
                  </a:lnTo>
                  <a:lnTo>
                    <a:pt x="118758" y="19580"/>
                  </a:lnTo>
                  <a:lnTo>
                    <a:pt x="118452" y="19389"/>
                  </a:lnTo>
                  <a:lnTo>
                    <a:pt x="118541" y="19120"/>
                  </a:lnTo>
                  <a:lnTo>
                    <a:pt x="118375" y="18993"/>
                  </a:lnTo>
                  <a:lnTo>
                    <a:pt x="118055" y="18635"/>
                  </a:lnTo>
                  <a:lnTo>
                    <a:pt x="118337" y="18788"/>
                  </a:lnTo>
                  <a:lnTo>
                    <a:pt x="118669" y="19056"/>
                  </a:lnTo>
                  <a:lnTo>
                    <a:pt x="118976" y="19223"/>
                  </a:lnTo>
                  <a:lnTo>
                    <a:pt x="119423" y="19223"/>
                  </a:lnTo>
                  <a:lnTo>
                    <a:pt x="119947" y="18878"/>
                  </a:lnTo>
                  <a:lnTo>
                    <a:pt x="120637" y="18724"/>
                  </a:lnTo>
                  <a:lnTo>
                    <a:pt x="120918" y="18430"/>
                  </a:lnTo>
                  <a:lnTo>
                    <a:pt x="121135" y="17893"/>
                  </a:lnTo>
                  <a:lnTo>
                    <a:pt x="120816" y="17766"/>
                  </a:lnTo>
                  <a:lnTo>
                    <a:pt x="120611" y="17497"/>
                  </a:lnTo>
                  <a:lnTo>
                    <a:pt x="120624" y="17280"/>
                  </a:lnTo>
                  <a:lnTo>
                    <a:pt x="121033" y="17280"/>
                  </a:lnTo>
                  <a:lnTo>
                    <a:pt x="121187" y="17139"/>
                  </a:lnTo>
                  <a:lnTo>
                    <a:pt x="121263" y="17280"/>
                  </a:lnTo>
                  <a:lnTo>
                    <a:pt x="121621" y="17280"/>
                  </a:lnTo>
                  <a:lnTo>
                    <a:pt x="121353" y="17484"/>
                  </a:lnTo>
                  <a:lnTo>
                    <a:pt x="121391" y="17638"/>
                  </a:lnTo>
                  <a:lnTo>
                    <a:pt x="121647" y="17881"/>
                  </a:lnTo>
                  <a:lnTo>
                    <a:pt x="121749" y="18162"/>
                  </a:lnTo>
                  <a:lnTo>
                    <a:pt x="122286" y="18251"/>
                  </a:lnTo>
                  <a:lnTo>
                    <a:pt x="122644" y="18149"/>
                  </a:lnTo>
                  <a:lnTo>
                    <a:pt x="122925" y="17996"/>
                  </a:lnTo>
                  <a:lnTo>
                    <a:pt x="123270" y="18034"/>
                  </a:lnTo>
                  <a:lnTo>
                    <a:pt x="123602" y="18187"/>
                  </a:lnTo>
                  <a:lnTo>
                    <a:pt x="123666" y="18392"/>
                  </a:lnTo>
                  <a:lnTo>
                    <a:pt x="123781" y="18532"/>
                  </a:lnTo>
                  <a:lnTo>
                    <a:pt x="123781" y="18801"/>
                  </a:lnTo>
                  <a:lnTo>
                    <a:pt x="124024" y="18801"/>
                  </a:lnTo>
                  <a:lnTo>
                    <a:pt x="124062" y="18954"/>
                  </a:lnTo>
                  <a:lnTo>
                    <a:pt x="124267" y="19044"/>
                  </a:lnTo>
                  <a:lnTo>
                    <a:pt x="124497" y="19031"/>
                  </a:lnTo>
                  <a:lnTo>
                    <a:pt x="124727" y="18865"/>
                  </a:lnTo>
                  <a:lnTo>
                    <a:pt x="124663" y="19018"/>
                  </a:lnTo>
                  <a:lnTo>
                    <a:pt x="124676" y="19082"/>
                  </a:lnTo>
                  <a:lnTo>
                    <a:pt x="124931" y="19223"/>
                  </a:lnTo>
                  <a:lnTo>
                    <a:pt x="125123" y="19363"/>
                  </a:lnTo>
                  <a:lnTo>
                    <a:pt x="125340" y="19517"/>
                  </a:lnTo>
                  <a:lnTo>
                    <a:pt x="125532" y="19517"/>
                  </a:lnTo>
                  <a:lnTo>
                    <a:pt x="125609" y="19402"/>
                  </a:lnTo>
                  <a:lnTo>
                    <a:pt x="125698" y="19402"/>
                  </a:lnTo>
                  <a:lnTo>
                    <a:pt x="125749" y="19568"/>
                  </a:lnTo>
                  <a:lnTo>
                    <a:pt x="125967" y="19555"/>
                  </a:lnTo>
                  <a:lnTo>
                    <a:pt x="126018" y="19440"/>
                  </a:lnTo>
                  <a:lnTo>
                    <a:pt x="126184" y="19414"/>
                  </a:lnTo>
                  <a:lnTo>
                    <a:pt x="126286" y="19465"/>
                  </a:lnTo>
                  <a:lnTo>
                    <a:pt x="126554" y="19465"/>
                  </a:lnTo>
                  <a:lnTo>
                    <a:pt x="126682" y="19414"/>
                  </a:lnTo>
                  <a:lnTo>
                    <a:pt x="126670" y="19325"/>
                  </a:lnTo>
                  <a:lnTo>
                    <a:pt x="126567" y="19261"/>
                  </a:lnTo>
                  <a:lnTo>
                    <a:pt x="126491" y="19146"/>
                  </a:lnTo>
                  <a:lnTo>
                    <a:pt x="126337" y="19069"/>
                  </a:lnTo>
                  <a:lnTo>
                    <a:pt x="126337" y="19056"/>
                  </a:lnTo>
                  <a:lnTo>
                    <a:pt x="126567" y="19133"/>
                  </a:lnTo>
                  <a:lnTo>
                    <a:pt x="126631" y="19133"/>
                  </a:lnTo>
                  <a:lnTo>
                    <a:pt x="126682" y="19120"/>
                  </a:lnTo>
                  <a:lnTo>
                    <a:pt x="126721" y="19108"/>
                  </a:lnTo>
                  <a:lnTo>
                    <a:pt x="126759" y="19044"/>
                  </a:lnTo>
                  <a:lnTo>
                    <a:pt x="126785" y="19005"/>
                  </a:lnTo>
                  <a:lnTo>
                    <a:pt x="126580" y="18865"/>
                  </a:lnTo>
                  <a:lnTo>
                    <a:pt x="126376" y="18903"/>
                  </a:lnTo>
                  <a:lnTo>
                    <a:pt x="126337" y="19031"/>
                  </a:lnTo>
                  <a:lnTo>
                    <a:pt x="126261" y="19108"/>
                  </a:lnTo>
                  <a:lnTo>
                    <a:pt x="126171" y="19133"/>
                  </a:lnTo>
                  <a:lnTo>
                    <a:pt x="126171" y="19018"/>
                  </a:lnTo>
                  <a:lnTo>
                    <a:pt x="126082" y="18954"/>
                  </a:lnTo>
                  <a:lnTo>
                    <a:pt x="126005" y="19031"/>
                  </a:lnTo>
                  <a:lnTo>
                    <a:pt x="126082" y="18878"/>
                  </a:lnTo>
                  <a:lnTo>
                    <a:pt x="126235" y="18916"/>
                  </a:lnTo>
                  <a:lnTo>
                    <a:pt x="126452" y="18775"/>
                  </a:lnTo>
                  <a:lnTo>
                    <a:pt x="126695" y="18737"/>
                  </a:lnTo>
                  <a:lnTo>
                    <a:pt x="126797" y="18571"/>
                  </a:lnTo>
                  <a:lnTo>
                    <a:pt x="126657" y="18443"/>
                  </a:lnTo>
                  <a:lnTo>
                    <a:pt x="126836" y="18417"/>
                  </a:lnTo>
                  <a:lnTo>
                    <a:pt x="126746" y="18238"/>
                  </a:lnTo>
                  <a:lnTo>
                    <a:pt x="126350" y="17919"/>
                  </a:lnTo>
                  <a:lnTo>
                    <a:pt x="126452" y="17881"/>
                  </a:lnTo>
                  <a:lnTo>
                    <a:pt x="126631" y="17996"/>
                  </a:lnTo>
                  <a:lnTo>
                    <a:pt x="126900" y="18123"/>
                  </a:lnTo>
                  <a:lnTo>
                    <a:pt x="127321" y="18060"/>
                  </a:lnTo>
                  <a:lnTo>
                    <a:pt x="127603" y="18008"/>
                  </a:lnTo>
                  <a:lnTo>
                    <a:pt x="127398" y="17842"/>
                  </a:lnTo>
                  <a:lnTo>
                    <a:pt x="127309" y="17753"/>
                  </a:lnTo>
                  <a:lnTo>
                    <a:pt x="127449" y="17702"/>
                  </a:lnTo>
                  <a:lnTo>
                    <a:pt x="127858" y="17868"/>
                  </a:lnTo>
                  <a:lnTo>
                    <a:pt x="128050" y="17868"/>
                  </a:lnTo>
                  <a:lnTo>
                    <a:pt x="128037" y="17804"/>
                  </a:lnTo>
                  <a:lnTo>
                    <a:pt x="128063" y="17536"/>
                  </a:lnTo>
                  <a:lnTo>
                    <a:pt x="128101" y="17484"/>
                  </a:lnTo>
                  <a:lnTo>
                    <a:pt x="128178" y="17395"/>
                  </a:lnTo>
                  <a:lnTo>
                    <a:pt x="128229" y="17369"/>
                  </a:lnTo>
                  <a:lnTo>
                    <a:pt x="128318" y="17357"/>
                  </a:lnTo>
                  <a:lnTo>
                    <a:pt x="128420" y="17344"/>
                  </a:lnTo>
                  <a:lnTo>
                    <a:pt x="128727" y="17293"/>
                  </a:lnTo>
                  <a:lnTo>
                    <a:pt x="128778" y="17165"/>
                  </a:lnTo>
                  <a:lnTo>
                    <a:pt x="128357" y="17075"/>
                  </a:lnTo>
                  <a:lnTo>
                    <a:pt x="128037" y="16960"/>
                  </a:lnTo>
                  <a:lnTo>
                    <a:pt x="127539" y="16705"/>
                  </a:lnTo>
                  <a:lnTo>
                    <a:pt x="127257" y="16373"/>
                  </a:lnTo>
                  <a:lnTo>
                    <a:pt x="126912" y="16155"/>
                  </a:lnTo>
                  <a:lnTo>
                    <a:pt x="126171" y="16245"/>
                  </a:lnTo>
                  <a:lnTo>
                    <a:pt x="125852" y="16232"/>
                  </a:lnTo>
                  <a:lnTo>
                    <a:pt x="125928" y="16079"/>
                  </a:lnTo>
                  <a:lnTo>
                    <a:pt x="125647" y="15964"/>
                  </a:lnTo>
                  <a:lnTo>
                    <a:pt x="124842" y="15964"/>
                  </a:lnTo>
                  <a:lnTo>
                    <a:pt x="124970" y="16104"/>
                  </a:lnTo>
                  <a:lnTo>
                    <a:pt x="125200" y="16181"/>
                  </a:lnTo>
                  <a:lnTo>
                    <a:pt x="125200" y="16526"/>
                  </a:lnTo>
                  <a:lnTo>
                    <a:pt x="125021" y="16692"/>
                  </a:lnTo>
                  <a:lnTo>
                    <a:pt x="125136" y="16782"/>
                  </a:lnTo>
                  <a:lnTo>
                    <a:pt x="124957" y="16871"/>
                  </a:lnTo>
                  <a:lnTo>
                    <a:pt x="124867" y="16986"/>
                  </a:lnTo>
                  <a:lnTo>
                    <a:pt x="124791" y="16666"/>
                  </a:lnTo>
                  <a:lnTo>
                    <a:pt x="124535" y="16603"/>
                  </a:lnTo>
                  <a:lnTo>
                    <a:pt x="124407" y="16551"/>
                  </a:lnTo>
                  <a:lnTo>
                    <a:pt x="124650" y="16449"/>
                  </a:lnTo>
                  <a:lnTo>
                    <a:pt x="124701" y="16347"/>
                  </a:lnTo>
                  <a:lnTo>
                    <a:pt x="124573" y="16155"/>
                  </a:lnTo>
                  <a:lnTo>
                    <a:pt x="124535" y="16053"/>
                  </a:lnTo>
                  <a:lnTo>
                    <a:pt x="124510" y="15976"/>
                  </a:lnTo>
                  <a:lnTo>
                    <a:pt x="124497" y="15900"/>
                  </a:lnTo>
                  <a:lnTo>
                    <a:pt x="124510" y="15849"/>
                  </a:lnTo>
                  <a:lnTo>
                    <a:pt x="124535" y="15785"/>
                  </a:lnTo>
                  <a:lnTo>
                    <a:pt x="124573" y="15721"/>
                  </a:lnTo>
                  <a:lnTo>
                    <a:pt x="124573" y="15555"/>
                  </a:lnTo>
                  <a:lnTo>
                    <a:pt x="124152" y="15606"/>
                  </a:lnTo>
                  <a:lnTo>
                    <a:pt x="124280" y="15440"/>
                  </a:lnTo>
                  <a:lnTo>
                    <a:pt x="124126" y="15210"/>
                  </a:lnTo>
                  <a:lnTo>
                    <a:pt x="123947" y="15056"/>
                  </a:lnTo>
                  <a:lnTo>
                    <a:pt x="123679" y="15107"/>
                  </a:lnTo>
                  <a:lnTo>
                    <a:pt x="123679" y="15325"/>
                  </a:lnTo>
                  <a:lnTo>
                    <a:pt x="123564" y="15120"/>
                  </a:lnTo>
                  <a:lnTo>
                    <a:pt x="123679" y="14890"/>
                  </a:lnTo>
                  <a:lnTo>
                    <a:pt x="123551" y="14864"/>
                  </a:lnTo>
                  <a:lnTo>
                    <a:pt x="123244" y="14839"/>
                  </a:lnTo>
                  <a:lnTo>
                    <a:pt x="122963" y="14711"/>
                  </a:lnTo>
                  <a:lnTo>
                    <a:pt x="122797" y="14583"/>
                  </a:lnTo>
                  <a:lnTo>
                    <a:pt x="122503" y="14519"/>
                  </a:lnTo>
                  <a:lnTo>
                    <a:pt x="122350" y="14519"/>
                  </a:lnTo>
                  <a:lnTo>
                    <a:pt x="122350" y="14340"/>
                  </a:lnTo>
                  <a:lnTo>
                    <a:pt x="122196" y="14328"/>
                  </a:lnTo>
                  <a:lnTo>
                    <a:pt x="122120" y="14379"/>
                  </a:lnTo>
                  <a:lnTo>
                    <a:pt x="122043" y="14174"/>
                  </a:lnTo>
                  <a:lnTo>
                    <a:pt x="121851" y="14149"/>
                  </a:lnTo>
                  <a:lnTo>
                    <a:pt x="121596" y="14059"/>
                  </a:lnTo>
                  <a:lnTo>
                    <a:pt x="121327" y="13727"/>
                  </a:lnTo>
                  <a:lnTo>
                    <a:pt x="121059" y="13727"/>
                  </a:lnTo>
                  <a:lnTo>
                    <a:pt x="120969" y="13561"/>
                  </a:lnTo>
                  <a:lnTo>
                    <a:pt x="120637" y="13407"/>
                  </a:lnTo>
                  <a:lnTo>
                    <a:pt x="119576" y="12794"/>
                  </a:lnTo>
                  <a:lnTo>
                    <a:pt x="119027" y="12794"/>
                  </a:lnTo>
                  <a:lnTo>
                    <a:pt x="118861" y="12628"/>
                  </a:lnTo>
                  <a:lnTo>
                    <a:pt x="118362" y="12615"/>
                  </a:lnTo>
                  <a:lnTo>
                    <a:pt x="117723" y="12359"/>
                  </a:lnTo>
                  <a:lnTo>
                    <a:pt x="117084" y="12193"/>
                  </a:lnTo>
                  <a:lnTo>
                    <a:pt x="115614" y="12104"/>
                  </a:lnTo>
                  <a:lnTo>
                    <a:pt x="115525" y="12168"/>
                  </a:lnTo>
                  <a:lnTo>
                    <a:pt x="115231" y="12065"/>
                  </a:lnTo>
                  <a:lnTo>
                    <a:pt x="115231" y="12257"/>
                  </a:lnTo>
                  <a:lnTo>
                    <a:pt x="115052" y="12270"/>
                  </a:lnTo>
                  <a:lnTo>
                    <a:pt x="114835" y="11976"/>
                  </a:lnTo>
                  <a:lnTo>
                    <a:pt x="114349" y="12091"/>
                  </a:lnTo>
                  <a:lnTo>
                    <a:pt x="113902" y="11938"/>
                  </a:lnTo>
                  <a:lnTo>
                    <a:pt x="112994" y="11848"/>
                  </a:lnTo>
                  <a:lnTo>
                    <a:pt x="112994" y="12347"/>
                  </a:lnTo>
                  <a:lnTo>
                    <a:pt x="112662" y="12398"/>
                  </a:lnTo>
                  <a:lnTo>
                    <a:pt x="112739" y="12628"/>
                  </a:lnTo>
                  <a:lnTo>
                    <a:pt x="113109" y="12692"/>
                  </a:lnTo>
                  <a:lnTo>
                    <a:pt x="113339" y="13229"/>
                  </a:lnTo>
                  <a:lnTo>
                    <a:pt x="113007" y="13548"/>
                  </a:lnTo>
                  <a:lnTo>
                    <a:pt x="112687" y="13714"/>
                  </a:lnTo>
                  <a:lnTo>
                    <a:pt x="112278" y="13753"/>
                  </a:lnTo>
                  <a:lnTo>
                    <a:pt x="112227" y="13305"/>
                  </a:lnTo>
                  <a:lnTo>
                    <a:pt x="112112" y="13280"/>
                  </a:lnTo>
                  <a:lnTo>
                    <a:pt x="111895" y="13126"/>
                  </a:lnTo>
                  <a:lnTo>
                    <a:pt x="111269" y="13050"/>
                  </a:lnTo>
                  <a:lnTo>
                    <a:pt x="111179" y="12551"/>
                  </a:lnTo>
                  <a:lnTo>
                    <a:pt x="110949" y="12308"/>
                  </a:lnTo>
                  <a:lnTo>
                    <a:pt x="111000" y="12270"/>
                  </a:lnTo>
                  <a:lnTo>
                    <a:pt x="111844" y="12730"/>
                  </a:lnTo>
                  <a:lnTo>
                    <a:pt x="112087" y="12653"/>
                  </a:lnTo>
                  <a:lnTo>
                    <a:pt x="112074" y="12513"/>
                  </a:lnTo>
                  <a:lnTo>
                    <a:pt x="112163" y="12436"/>
                  </a:lnTo>
                  <a:lnTo>
                    <a:pt x="112074" y="12065"/>
                  </a:lnTo>
                  <a:lnTo>
                    <a:pt x="111090" y="11899"/>
                  </a:lnTo>
                  <a:lnTo>
                    <a:pt x="110885" y="12244"/>
                  </a:lnTo>
                  <a:lnTo>
                    <a:pt x="110515" y="12474"/>
                  </a:lnTo>
                  <a:lnTo>
                    <a:pt x="110067" y="12705"/>
                  </a:lnTo>
                  <a:lnTo>
                    <a:pt x="109582" y="12717"/>
                  </a:lnTo>
                  <a:lnTo>
                    <a:pt x="109428" y="12589"/>
                  </a:lnTo>
                  <a:lnTo>
                    <a:pt x="108904" y="12628"/>
                  </a:lnTo>
                  <a:lnTo>
                    <a:pt x="107997" y="12500"/>
                  </a:lnTo>
                  <a:lnTo>
                    <a:pt x="107856" y="12244"/>
                  </a:lnTo>
                  <a:lnTo>
                    <a:pt x="107729" y="12244"/>
                  </a:lnTo>
                  <a:lnTo>
                    <a:pt x="107626" y="12398"/>
                  </a:lnTo>
                  <a:lnTo>
                    <a:pt x="107179" y="12411"/>
                  </a:lnTo>
                  <a:lnTo>
                    <a:pt x="106872" y="12436"/>
                  </a:lnTo>
                  <a:lnTo>
                    <a:pt x="106463" y="12411"/>
                  </a:lnTo>
                  <a:lnTo>
                    <a:pt x="105927" y="12807"/>
                  </a:lnTo>
                  <a:lnTo>
                    <a:pt x="106054" y="12500"/>
                  </a:lnTo>
                  <a:lnTo>
                    <a:pt x="105863" y="12500"/>
                  </a:lnTo>
                  <a:lnTo>
                    <a:pt x="105633" y="12743"/>
                  </a:lnTo>
                  <a:lnTo>
                    <a:pt x="105505" y="13203"/>
                  </a:lnTo>
                  <a:lnTo>
                    <a:pt x="105505" y="12436"/>
                  </a:lnTo>
                  <a:lnTo>
                    <a:pt x="104661" y="12372"/>
                  </a:lnTo>
                  <a:lnTo>
                    <a:pt x="104636" y="12142"/>
                  </a:lnTo>
                  <a:lnTo>
                    <a:pt x="104648" y="11835"/>
                  </a:lnTo>
                  <a:lnTo>
                    <a:pt x="104968" y="11657"/>
                  </a:lnTo>
                  <a:lnTo>
                    <a:pt x="104878" y="11337"/>
                  </a:lnTo>
                  <a:lnTo>
                    <a:pt x="104188" y="10890"/>
                  </a:lnTo>
                  <a:lnTo>
                    <a:pt x="103204" y="10442"/>
                  </a:lnTo>
                  <a:lnTo>
                    <a:pt x="102258" y="10417"/>
                  </a:lnTo>
                  <a:lnTo>
                    <a:pt x="101083" y="10493"/>
                  </a:lnTo>
                  <a:lnTo>
                    <a:pt x="100124" y="10775"/>
                  </a:lnTo>
                  <a:lnTo>
                    <a:pt x="98578" y="10775"/>
                  </a:lnTo>
                  <a:lnTo>
                    <a:pt x="98373" y="10672"/>
                  </a:lnTo>
                  <a:lnTo>
                    <a:pt x="98501" y="10583"/>
                  </a:lnTo>
                  <a:lnTo>
                    <a:pt x="98399" y="10327"/>
                  </a:lnTo>
                  <a:lnTo>
                    <a:pt x="98003" y="10021"/>
                  </a:lnTo>
                  <a:lnTo>
                    <a:pt x="97427" y="9982"/>
                  </a:lnTo>
                  <a:lnTo>
                    <a:pt x="97389" y="9842"/>
                  </a:lnTo>
                  <a:lnTo>
                    <a:pt x="96903" y="9816"/>
                  </a:lnTo>
                  <a:lnTo>
                    <a:pt x="96776" y="9599"/>
                  </a:lnTo>
                  <a:lnTo>
                    <a:pt x="96341" y="9612"/>
                  </a:lnTo>
                  <a:lnTo>
                    <a:pt x="96252" y="9535"/>
                  </a:lnTo>
                  <a:lnTo>
                    <a:pt x="96367" y="9369"/>
                  </a:lnTo>
                  <a:lnTo>
                    <a:pt x="96456" y="9420"/>
                  </a:lnTo>
                  <a:lnTo>
                    <a:pt x="96686" y="9471"/>
                  </a:lnTo>
                  <a:lnTo>
                    <a:pt x="96852" y="9330"/>
                  </a:lnTo>
                  <a:lnTo>
                    <a:pt x="96903" y="9126"/>
                  </a:lnTo>
                  <a:lnTo>
                    <a:pt x="96699" y="9024"/>
                  </a:lnTo>
                  <a:lnTo>
                    <a:pt x="96354" y="8755"/>
                  </a:lnTo>
                  <a:lnTo>
                    <a:pt x="95702" y="8602"/>
                  </a:lnTo>
                  <a:lnTo>
                    <a:pt x="94449" y="8666"/>
                  </a:lnTo>
                  <a:lnTo>
                    <a:pt x="94373" y="8794"/>
                  </a:lnTo>
                  <a:lnTo>
                    <a:pt x="93977" y="9228"/>
                  </a:lnTo>
                  <a:lnTo>
                    <a:pt x="93159" y="9573"/>
                  </a:lnTo>
                  <a:lnTo>
                    <a:pt x="92890" y="9509"/>
                  </a:lnTo>
                  <a:lnTo>
                    <a:pt x="92967" y="9279"/>
                  </a:lnTo>
                  <a:lnTo>
                    <a:pt x="93491" y="9203"/>
                  </a:lnTo>
                  <a:lnTo>
                    <a:pt x="93555" y="9126"/>
                  </a:lnTo>
                  <a:lnTo>
                    <a:pt x="93465" y="9036"/>
                  </a:lnTo>
                  <a:lnTo>
                    <a:pt x="93491" y="8845"/>
                  </a:lnTo>
                  <a:lnTo>
                    <a:pt x="93900" y="8858"/>
                  </a:lnTo>
                  <a:lnTo>
                    <a:pt x="93887" y="8985"/>
                  </a:lnTo>
                  <a:lnTo>
                    <a:pt x="93708" y="9075"/>
                  </a:lnTo>
                  <a:lnTo>
                    <a:pt x="93695" y="9100"/>
                  </a:lnTo>
                  <a:lnTo>
                    <a:pt x="93683" y="9139"/>
                  </a:lnTo>
                  <a:lnTo>
                    <a:pt x="93683" y="9190"/>
                  </a:lnTo>
                  <a:lnTo>
                    <a:pt x="93925" y="9164"/>
                  </a:lnTo>
                  <a:lnTo>
                    <a:pt x="94207" y="8934"/>
                  </a:lnTo>
                  <a:lnTo>
                    <a:pt x="94207" y="8794"/>
                  </a:lnTo>
                  <a:lnTo>
                    <a:pt x="93810" y="8755"/>
                  </a:lnTo>
                  <a:lnTo>
                    <a:pt x="92992" y="8679"/>
                  </a:lnTo>
                  <a:lnTo>
                    <a:pt x="92762" y="8781"/>
                  </a:lnTo>
                  <a:lnTo>
                    <a:pt x="92405" y="8883"/>
                  </a:lnTo>
                  <a:lnTo>
                    <a:pt x="92366" y="8832"/>
                  </a:lnTo>
                  <a:lnTo>
                    <a:pt x="92353" y="8794"/>
                  </a:lnTo>
                  <a:lnTo>
                    <a:pt x="92353" y="8768"/>
                  </a:lnTo>
                  <a:lnTo>
                    <a:pt x="92392" y="8755"/>
                  </a:lnTo>
                  <a:lnTo>
                    <a:pt x="92443" y="8743"/>
                  </a:lnTo>
                  <a:lnTo>
                    <a:pt x="92520" y="8730"/>
                  </a:lnTo>
                  <a:lnTo>
                    <a:pt x="92609" y="8589"/>
                  </a:lnTo>
                  <a:lnTo>
                    <a:pt x="92916" y="8525"/>
                  </a:lnTo>
                  <a:lnTo>
                    <a:pt x="93516" y="8602"/>
                  </a:lnTo>
                  <a:lnTo>
                    <a:pt x="93810" y="8615"/>
                  </a:lnTo>
                  <a:lnTo>
                    <a:pt x="94245" y="8730"/>
                  </a:lnTo>
                  <a:lnTo>
                    <a:pt x="94334" y="8679"/>
                  </a:lnTo>
                  <a:lnTo>
                    <a:pt x="94232" y="8615"/>
                  </a:lnTo>
                  <a:lnTo>
                    <a:pt x="94117" y="8538"/>
                  </a:lnTo>
                  <a:lnTo>
                    <a:pt x="94040" y="8487"/>
                  </a:lnTo>
                  <a:lnTo>
                    <a:pt x="93887" y="8410"/>
                  </a:lnTo>
                  <a:lnTo>
                    <a:pt x="93670" y="8308"/>
                  </a:lnTo>
                  <a:lnTo>
                    <a:pt x="92852" y="8244"/>
                  </a:lnTo>
                  <a:lnTo>
                    <a:pt x="92277" y="8104"/>
                  </a:lnTo>
                  <a:lnTo>
                    <a:pt x="91395" y="8040"/>
                  </a:lnTo>
                  <a:lnTo>
                    <a:pt x="90500" y="8052"/>
                  </a:lnTo>
                  <a:lnTo>
                    <a:pt x="90245" y="7963"/>
                  </a:lnTo>
                  <a:lnTo>
                    <a:pt x="89618" y="7771"/>
                  </a:lnTo>
                  <a:lnTo>
                    <a:pt x="89376" y="7797"/>
                  </a:lnTo>
                  <a:lnTo>
                    <a:pt x="89439" y="7963"/>
                  </a:lnTo>
                  <a:lnTo>
                    <a:pt x="89785" y="8078"/>
                  </a:lnTo>
                  <a:lnTo>
                    <a:pt x="89721" y="8308"/>
                  </a:lnTo>
                  <a:lnTo>
                    <a:pt x="89376" y="8423"/>
                  </a:lnTo>
                  <a:lnTo>
                    <a:pt x="88506" y="8397"/>
                  </a:lnTo>
                  <a:lnTo>
                    <a:pt x="88264" y="8666"/>
                  </a:lnTo>
                  <a:lnTo>
                    <a:pt x="88251" y="8870"/>
                  </a:lnTo>
                  <a:lnTo>
                    <a:pt x="88468" y="8921"/>
                  </a:lnTo>
                  <a:lnTo>
                    <a:pt x="88558" y="8781"/>
                  </a:lnTo>
                  <a:lnTo>
                    <a:pt x="88852" y="8781"/>
                  </a:lnTo>
                  <a:lnTo>
                    <a:pt x="88967" y="8934"/>
                  </a:lnTo>
                  <a:lnTo>
                    <a:pt x="88724" y="8973"/>
                  </a:lnTo>
                  <a:lnTo>
                    <a:pt x="88673" y="9126"/>
                  </a:lnTo>
                  <a:lnTo>
                    <a:pt x="88519" y="9228"/>
                  </a:lnTo>
                  <a:lnTo>
                    <a:pt x="88711" y="9279"/>
                  </a:lnTo>
                  <a:lnTo>
                    <a:pt x="88685" y="9586"/>
                  </a:lnTo>
                  <a:lnTo>
                    <a:pt x="88967" y="9765"/>
                  </a:lnTo>
                  <a:lnTo>
                    <a:pt x="88788" y="9918"/>
                  </a:lnTo>
                  <a:lnTo>
                    <a:pt x="88506" y="9918"/>
                  </a:lnTo>
                  <a:lnTo>
                    <a:pt x="88366" y="10033"/>
                  </a:lnTo>
                  <a:lnTo>
                    <a:pt x="88251" y="9969"/>
                  </a:lnTo>
                  <a:lnTo>
                    <a:pt x="87982" y="9803"/>
                  </a:lnTo>
                  <a:lnTo>
                    <a:pt x="87829" y="9727"/>
                  </a:lnTo>
                  <a:lnTo>
                    <a:pt x="87458" y="9612"/>
                  </a:lnTo>
                  <a:lnTo>
                    <a:pt x="87267" y="9995"/>
                  </a:lnTo>
                  <a:lnTo>
                    <a:pt x="87343" y="10136"/>
                  </a:lnTo>
                  <a:lnTo>
                    <a:pt x="87382" y="10430"/>
                  </a:lnTo>
                  <a:lnTo>
                    <a:pt x="87037" y="10442"/>
                  </a:lnTo>
                  <a:lnTo>
                    <a:pt x="86896" y="10225"/>
                  </a:lnTo>
                  <a:lnTo>
                    <a:pt x="86717" y="10059"/>
                  </a:lnTo>
                  <a:lnTo>
                    <a:pt x="86717" y="9867"/>
                  </a:lnTo>
                  <a:lnTo>
                    <a:pt x="86883" y="9906"/>
                  </a:lnTo>
                  <a:lnTo>
                    <a:pt x="87049" y="9931"/>
                  </a:lnTo>
                  <a:lnTo>
                    <a:pt x="87177" y="9918"/>
                  </a:lnTo>
                  <a:lnTo>
                    <a:pt x="87305" y="9918"/>
                  </a:lnTo>
                  <a:lnTo>
                    <a:pt x="87292" y="9701"/>
                  </a:lnTo>
                  <a:lnTo>
                    <a:pt x="87241" y="9676"/>
                  </a:lnTo>
                  <a:lnTo>
                    <a:pt x="87177" y="9663"/>
                  </a:lnTo>
                  <a:lnTo>
                    <a:pt x="86704" y="9637"/>
                  </a:lnTo>
                  <a:lnTo>
                    <a:pt x="86653" y="9778"/>
                  </a:lnTo>
                  <a:lnTo>
                    <a:pt x="86704" y="9944"/>
                  </a:lnTo>
                  <a:lnTo>
                    <a:pt x="86640" y="10046"/>
                  </a:lnTo>
                  <a:lnTo>
                    <a:pt x="86474" y="9944"/>
                  </a:lnTo>
                  <a:lnTo>
                    <a:pt x="86142" y="9778"/>
                  </a:lnTo>
                  <a:lnTo>
                    <a:pt x="85886" y="9612"/>
                  </a:lnTo>
                  <a:lnTo>
                    <a:pt x="85375" y="9663"/>
                  </a:lnTo>
                  <a:lnTo>
                    <a:pt x="84966" y="9918"/>
                  </a:lnTo>
                  <a:lnTo>
                    <a:pt x="84493" y="10008"/>
                  </a:lnTo>
                  <a:lnTo>
                    <a:pt x="83905" y="9969"/>
                  </a:lnTo>
                  <a:lnTo>
                    <a:pt x="83458" y="9663"/>
                  </a:lnTo>
                  <a:lnTo>
                    <a:pt x="83241" y="9445"/>
                  </a:lnTo>
                  <a:lnTo>
                    <a:pt x="83241" y="9254"/>
                  </a:lnTo>
                  <a:lnTo>
                    <a:pt x="83139" y="9203"/>
                  </a:lnTo>
                  <a:lnTo>
                    <a:pt x="82742" y="9676"/>
                  </a:lnTo>
                  <a:lnTo>
                    <a:pt x="82640" y="10059"/>
                  </a:lnTo>
                  <a:lnTo>
                    <a:pt x="82167" y="10800"/>
                  </a:lnTo>
                  <a:lnTo>
                    <a:pt x="81950" y="10902"/>
                  </a:lnTo>
                  <a:lnTo>
                    <a:pt x="81758" y="10864"/>
                  </a:lnTo>
                  <a:lnTo>
                    <a:pt x="81515" y="10698"/>
                  </a:lnTo>
                  <a:lnTo>
                    <a:pt x="81426" y="10545"/>
                  </a:lnTo>
                  <a:lnTo>
                    <a:pt x="81094" y="10468"/>
                  </a:lnTo>
                  <a:lnTo>
                    <a:pt x="80813" y="10238"/>
                  </a:lnTo>
                  <a:lnTo>
                    <a:pt x="80506" y="9944"/>
                  </a:lnTo>
                  <a:lnTo>
                    <a:pt x="80161" y="9867"/>
                  </a:lnTo>
                  <a:lnTo>
                    <a:pt x="80493" y="9906"/>
                  </a:lnTo>
                  <a:lnTo>
                    <a:pt x="80455" y="9752"/>
                  </a:lnTo>
                  <a:lnTo>
                    <a:pt x="80365" y="9612"/>
                  </a:lnTo>
                  <a:lnTo>
                    <a:pt x="80212" y="9688"/>
                  </a:lnTo>
                  <a:lnTo>
                    <a:pt x="80110" y="9816"/>
                  </a:lnTo>
                  <a:lnTo>
                    <a:pt x="80135" y="9701"/>
                  </a:lnTo>
                  <a:lnTo>
                    <a:pt x="80225" y="9624"/>
                  </a:lnTo>
                  <a:lnTo>
                    <a:pt x="80327" y="9548"/>
                  </a:lnTo>
                  <a:lnTo>
                    <a:pt x="80519" y="9497"/>
                  </a:lnTo>
                  <a:lnTo>
                    <a:pt x="80544" y="9484"/>
                  </a:lnTo>
                  <a:lnTo>
                    <a:pt x="80531" y="9458"/>
                  </a:lnTo>
                  <a:lnTo>
                    <a:pt x="80519" y="9420"/>
                  </a:lnTo>
                  <a:lnTo>
                    <a:pt x="80455" y="9164"/>
                  </a:lnTo>
                  <a:lnTo>
                    <a:pt x="80327" y="9215"/>
                  </a:lnTo>
                  <a:lnTo>
                    <a:pt x="80301" y="9420"/>
                  </a:lnTo>
                  <a:lnTo>
                    <a:pt x="80122" y="9420"/>
                  </a:lnTo>
                  <a:lnTo>
                    <a:pt x="80110" y="9318"/>
                  </a:lnTo>
                  <a:lnTo>
                    <a:pt x="79713" y="9011"/>
                  </a:lnTo>
                  <a:lnTo>
                    <a:pt x="79279" y="8589"/>
                  </a:lnTo>
                  <a:lnTo>
                    <a:pt x="79381" y="8564"/>
                  </a:lnTo>
                  <a:lnTo>
                    <a:pt x="79841" y="8704"/>
                  </a:lnTo>
                  <a:lnTo>
                    <a:pt x="80033" y="8934"/>
                  </a:lnTo>
                  <a:lnTo>
                    <a:pt x="80263" y="9075"/>
                  </a:lnTo>
                  <a:lnTo>
                    <a:pt x="80352" y="8973"/>
                  </a:lnTo>
                  <a:lnTo>
                    <a:pt x="80634" y="8960"/>
                  </a:lnTo>
                  <a:lnTo>
                    <a:pt x="80634" y="8512"/>
                  </a:lnTo>
                  <a:lnTo>
                    <a:pt x="80442" y="8487"/>
                  </a:lnTo>
                  <a:lnTo>
                    <a:pt x="79854" y="8385"/>
                  </a:lnTo>
                  <a:lnTo>
                    <a:pt x="79982" y="8295"/>
                  </a:lnTo>
                  <a:lnTo>
                    <a:pt x="80327" y="8180"/>
                  </a:lnTo>
                  <a:lnTo>
                    <a:pt x="80634" y="8027"/>
                  </a:lnTo>
                  <a:lnTo>
                    <a:pt x="80582" y="7758"/>
                  </a:lnTo>
                  <a:lnTo>
                    <a:pt x="80122" y="7695"/>
                  </a:lnTo>
                  <a:lnTo>
                    <a:pt x="80519" y="7707"/>
                  </a:lnTo>
                  <a:lnTo>
                    <a:pt x="80634" y="7592"/>
                  </a:lnTo>
                  <a:lnTo>
                    <a:pt x="80557" y="7516"/>
                  </a:lnTo>
                  <a:lnTo>
                    <a:pt x="80148" y="7298"/>
                  </a:lnTo>
                  <a:lnTo>
                    <a:pt x="79841" y="7273"/>
                  </a:lnTo>
                  <a:lnTo>
                    <a:pt x="79726" y="7119"/>
                  </a:lnTo>
                  <a:lnTo>
                    <a:pt x="79547" y="7119"/>
                  </a:lnTo>
                  <a:lnTo>
                    <a:pt x="79471" y="6889"/>
                  </a:lnTo>
                  <a:lnTo>
                    <a:pt x="79292" y="6825"/>
                  </a:lnTo>
                  <a:lnTo>
                    <a:pt x="79049" y="6838"/>
                  </a:lnTo>
                  <a:lnTo>
                    <a:pt x="78627" y="6838"/>
                  </a:lnTo>
                  <a:lnTo>
                    <a:pt x="78627" y="7004"/>
                  </a:lnTo>
                  <a:lnTo>
                    <a:pt x="78461" y="7030"/>
                  </a:lnTo>
                  <a:lnTo>
                    <a:pt x="78333" y="7158"/>
                  </a:lnTo>
                  <a:lnTo>
                    <a:pt x="78231" y="7081"/>
                  </a:lnTo>
                  <a:lnTo>
                    <a:pt x="78231" y="6877"/>
                  </a:lnTo>
                  <a:lnTo>
                    <a:pt x="78039" y="6825"/>
                  </a:lnTo>
                  <a:lnTo>
                    <a:pt x="77937" y="6928"/>
                  </a:lnTo>
                  <a:lnTo>
                    <a:pt x="77630" y="6966"/>
                  </a:lnTo>
                  <a:lnTo>
                    <a:pt x="77630" y="6864"/>
                  </a:lnTo>
                  <a:lnTo>
                    <a:pt x="77451" y="6825"/>
                  </a:lnTo>
                  <a:lnTo>
                    <a:pt x="77298" y="6672"/>
                  </a:lnTo>
                  <a:lnTo>
                    <a:pt x="77068" y="6672"/>
                  </a:lnTo>
                  <a:lnTo>
                    <a:pt x="77068" y="6544"/>
                  </a:lnTo>
                  <a:lnTo>
                    <a:pt x="76710" y="6493"/>
                  </a:lnTo>
                  <a:lnTo>
                    <a:pt x="76672" y="6416"/>
                  </a:lnTo>
                  <a:lnTo>
                    <a:pt x="76761" y="6416"/>
                  </a:lnTo>
                  <a:lnTo>
                    <a:pt x="76825" y="6404"/>
                  </a:lnTo>
                  <a:lnTo>
                    <a:pt x="76851" y="6391"/>
                  </a:lnTo>
                  <a:lnTo>
                    <a:pt x="76863" y="6378"/>
                  </a:lnTo>
                  <a:lnTo>
                    <a:pt x="76927" y="6225"/>
                  </a:lnTo>
                  <a:lnTo>
                    <a:pt x="76659" y="6225"/>
                  </a:lnTo>
                  <a:lnTo>
                    <a:pt x="76608" y="6429"/>
                  </a:lnTo>
                  <a:lnTo>
                    <a:pt x="76595" y="6493"/>
                  </a:lnTo>
                  <a:lnTo>
                    <a:pt x="76416" y="6544"/>
                  </a:lnTo>
                  <a:lnTo>
                    <a:pt x="76378" y="6493"/>
                  </a:lnTo>
                  <a:lnTo>
                    <a:pt x="76339" y="6455"/>
                  </a:lnTo>
                  <a:lnTo>
                    <a:pt x="76301" y="6442"/>
                  </a:lnTo>
                  <a:lnTo>
                    <a:pt x="76301" y="6455"/>
                  </a:lnTo>
                  <a:lnTo>
                    <a:pt x="76288" y="6493"/>
                  </a:lnTo>
                  <a:lnTo>
                    <a:pt x="76275" y="6608"/>
                  </a:lnTo>
                  <a:lnTo>
                    <a:pt x="76263" y="6774"/>
                  </a:lnTo>
                  <a:lnTo>
                    <a:pt x="76096" y="6825"/>
                  </a:lnTo>
                  <a:lnTo>
                    <a:pt x="76096" y="6544"/>
                  </a:lnTo>
                  <a:lnTo>
                    <a:pt x="75943" y="6455"/>
                  </a:lnTo>
                  <a:lnTo>
                    <a:pt x="75854" y="6583"/>
                  </a:lnTo>
                  <a:lnTo>
                    <a:pt x="75687" y="6787"/>
                  </a:lnTo>
                  <a:lnTo>
                    <a:pt x="75764" y="6915"/>
                  </a:lnTo>
                  <a:lnTo>
                    <a:pt x="75777" y="7158"/>
                  </a:lnTo>
                  <a:lnTo>
                    <a:pt x="75943" y="7209"/>
                  </a:lnTo>
                  <a:lnTo>
                    <a:pt x="75943" y="7439"/>
                  </a:lnTo>
                  <a:lnTo>
                    <a:pt x="75815" y="7477"/>
                  </a:lnTo>
                  <a:lnTo>
                    <a:pt x="75815" y="7682"/>
                  </a:lnTo>
                  <a:lnTo>
                    <a:pt x="75662" y="7758"/>
                  </a:lnTo>
                  <a:lnTo>
                    <a:pt x="75509" y="7707"/>
                  </a:lnTo>
                  <a:lnTo>
                    <a:pt x="75291" y="7592"/>
                  </a:lnTo>
                  <a:lnTo>
                    <a:pt x="75151" y="7695"/>
                  </a:lnTo>
                  <a:lnTo>
                    <a:pt x="75023" y="7822"/>
                  </a:lnTo>
                  <a:lnTo>
                    <a:pt x="74652" y="7746"/>
                  </a:lnTo>
                  <a:lnTo>
                    <a:pt x="74409" y="7669"/>
                  </a:lnTo>
                  <a:lnTo>
                    <a:pt x="73783" y="7669"/>
                  </a:lnTo>
                  <a:lnTo>
                    <a:pt x="73272" y="7631"/>
                  </a:lnTo>
                  <a:lnTo>
                    <a:pt x="73400" y="7528"/>
                  </a:lnTo>
                  <a:lnTo>
                    <a:pt x="73310" y="7375"/>
                  </a:lnTo>
                  <a:lnTo>
                    <a:pt x="72927" y="7362"/>
                  </a:lnTo>
                  <a:lnTo>
                    <a:pt x="72901" y="7554"/>
                  </a:lnTo>
                  <a:lnTo>
                    <a:pt x="73208" y="7631"/>
                  </a:lnTo>
                  <a:lnTo>
                    <a:pt x="73208" y="7631"/>
                  </a:lnTo>
                  <a:lnTo>
                    <a:pt x="73055" y="7618"/>
                  </a:lnTo>
                  <a:lnTo>
                    <a:pt x="72684" y="7592"/>
                  </a:lnTo>
                  <a:lnTo>
                    <a:pt x="72364" y="7503"/>
                  </a:lnTo>
                  <a:lnTo>
                    <a:pt x="72160" y="7362"/>
                  </a:lnTo>
                  <a:lnTo>
                    <a:pt x="71789" y="7183"/>
                  </a:lnTo>
                  <a:lnTo>
                    <a:pt x="71968" y="6979"/>
                  </a:lnTo>
                  <a:lnTo>
                    <a:pt x="72288" y="6979"/>
                  </a:lnTo>
                  <a:lnTo>
                    <a:pt x="72288" y="6749"/>
                  </a:lnTo>
                  <a:lnTo>
                    <a:pt x="71968" y="6749"/>
                  </a:lnTo>
                  <a:lnTo>
                    <a:pt x="71086" y="6825"/>
                  </a:lnTo>
                  <a:lnTo>
                    <a:pt x="70460" y="6672"/>
                  </a:lnTo>
                  <a:lnTo>
                    <a:pt x="69246" y="6621"/>
                  </a:lnTo>
                  <a:lnTo>
                    <a:pt x="69157" y="6710"/>
                  </a:lnTo>
                  <a:lnTo>
                    <a:pt x="68978" y="6787"/>
                  </a:lnTo>
                  <a:lnTo>
                    <a:pt x="68377" y="6710"/>
                  </a:lnTo>
                  <a:lnTo>
                    <a:pt x="68019" y="6928"/>
                  </a:lnTo>
                  <a:lnTo>
                    <a:pt x="68198" y="7158"/>
                  </a:lnTo>
                  <a:lnTo>
                    <a:pt x="68198" y="7247"/>
                  </a:lnTo>
                  <a:lnTo>
                    <a:pt x="67866" y="7043"/>
                  </a:lnTo>
                  <a:lnTo>
                    <a:pt x="67789" y="6787"/>
                  </a:lnTo>
                  <a:lnTo>
                    <a:pt x="68070" y="6544"/>
                  </a:lnTo>
                  <a:lnTo>
                    <a:pt x="67751" y="6225"/>
                  </a:lnTo>
                  <a:lnTo>
                    <a:pt x="67636" y="6263"/>
                  </a:lnTo>
                  <a:lnTo>
                    <a:pt x="67636" y="6595"/>
                  </a:lnTo>
                  <a:lnTo>
                    <a:pt x="66869" y="6557"/>
                  </a:lnTo>
                  <a:lnTo>
                    <a:pt x="66268" y="6378"/>
                  </a:lnTo>
                  <a:lnTo>
                    <a:pt x="66268" y="6276"/>
                  </a:lnTo>
                  <a:lnTo>
                    <a:pt x="66396" y="6123"/>
                  </a:lnTo>
                  <a:lnTo>
                    <a:pt x="66243" y="6123"/>
                  </a:lnTo>
                  <a:lnTo>
                    <a:pt x="66013" y="6301"/>
                  </a:lnTo>
                  <a:lnTo>
                    <a:pt x="65834" y="6123"/>
                  </a:lnTo>
                  <a:lnTo>
                    <a:pt x="65220" y="6123"/>
                  </a:lnTo>
                  <a:lnTo>
                    <a:pt x="65067" y="6314"/>
                  </a:lnTo>
                  <a:lnTo>
                    <a:pt x="64901" y="6314"/>
                  </a:lnTo>
                  <a:lnTo>
                    <a:pt x="64875" y="6506"/>
                  </a:lnTo>
                  <a:lnTo>
                    <a:pt x="65834" y="6506"/>
                  </a:lnTo>
                  <a:lnTo>
                    <a:pt x="65834" y="6621"/>
                  </a:lnTo>
                  <a:lnTo>
                    <a:pt x="65488" y="6736"/>
                  </a:lnTo>
                  <a:lnTo>
                    <a:pt x="64939" y="6928"/>
                  </a:lnTo>
                  <a:lnTo>
                    <a:pt x="64556" y="6928"/>
                  </a:lnTo>
                  <a:lnTo>
                    <a:pt x="64556" y="7094"/>
                  </a:lnTo>
                  <a:lnTo>
                    <a:pt x="64249" y="7094"/>
                  </a:lnTo>
                  <a:lnTo>
                    <a:pt x="63648" y="7362"/>
                  </a:lnTo>
                  <a:lnTo>
                    <a:pt x="62332" y="7362"/>
                  </a:lnTo>
                  <a:lnTo>
                    <a:pt x="62281" y="7707"/>
                  </a:lnTo>
                  <a:lnTo>
                    <a:pt x="62076" y="7746"/>
                  </a:lnTo>
                  <a:lnTo>
                    <a:pt x="61935" y="7605"/>
                  </a:lnTo>
                  <a:lnTo>
                    <a:pt x="62089" y="7452"/>
                  </a:lnTo>
                  <a:lnTo>
                    <a:pt x="62268" y="7260"/>
                  </a:lnTo>
                  <a:lnTo>
                    <a:pt x="62511" y="7158"/>
                  </a:lnTo>
                  <a:lnTo>
                    <a:pt x="62728" y="7081"/>
                  </a:lnTo>
                  <a:lnTo>
                    <a:pt x="62907" y="7081"/>
                  </a:lnTo>
                  <a:lnTo>
                    <a:pt x="63188" y="6723"/>
                  </a:lnTo>
                  <a:lnTo>
                    <a:pt x="63686" y="6659"/>
                  </a:lnTo>
                  <a:lnTo>
                    <a:pt x="64377" y="6250"/>
                  </a:lnTo>
                  <a:lnTo>
                    <a:pt x="64913" y="5867"/>
                  </a:lnTo>
                  <a:lnTo>
                    <a:pt x="65258" y="5867"/>
                  </a:lnTo>
                  <a:lnTo>
                    <a:pt x="65310" y="5765"/>
                  </a:lnTo>
                  <a:lnTo>
                    <a:pt x="65361" y="5688"/>
                  </a:lnTo>
                  <a:lnTo>
                    <a:pt x="65373" y="5637"/>
                  </a:lnTo>
                  <a:lnTo>
                    <a:pt x="65425" y="5599"/>
                  </a:lnTo>
                  <a:lnTo>
                    <a:pt x="65540" y="5509"/>
                  </a:lnTo>
                  <a:lnTo>
                    <a:pt x="65923" y="5292"/>
                  </a:lnTo>
                  <a:lnTo>
                    <a:pt x="66460" y="4972"/>
                  </a:lnTo>
                  <a:lnTo>
                    <a:pt x="66767" y="4972"/>
                  </a:lnTo>
                  <a:lnTo>
                    <a:pt x="67112" y="4704"/>
                  </a:lnTo>
                  <a:lnTo>
                    <a:pt x="67278" y="4602"/>
                  </a:lnTo>
                  <a:lnTo>
                    <a:pt x="67406" y="4525"/>
                  </a:lnTo>
                  <a:lnTo>
                    <a:pt x="67469" y="4487"/>
                  </a:lnTo>
                  <a:lnTo>
                    <a:pt x="67687" y="4461"/>
                  </a:lnTo>
                  <a:lnTo>
                    <a:pt x="67827" y="4423"/>
                  </a:lnTo>
                  <a:lnTo>
                    <a:pt x="67866" y="4410"/>
                  </a:lnTo>
                  <a:lnTo>
                    <a:pt x="67891" y="4384"/>
                  </a:lnTo>
                  <a:lnTo>
                    <a:pt x="68339" y="3860"/>
                  </a:lnTo>
                  <a:lnTo>
                    <a:pt x="68339" y="3733"/>
                  </a:lnTo>
                  <a:lnTo>
                    <a:pt x="68006" y="3681"/>
                  </a:lnTo>
                  <a:lnTo>
                    <a:pt x="67968" y="3566"/>
                  </a:lnTo>
                  <a:lnTo>
                    <a:pt x="67559" y="3681"/>
                  </a:lnTo>
                  <a:lnTo>
                    <a:pt x="67572" y="3413"/>
                  </a:lnTo>
                  <a:lnTo>
                    <a:pt x="67418" y="3349"/>
                  </a:lnTo>
                  <a:lnTo>
                    <a:pt x="67316" y="3285"/>
                  </a:lnTo>
                  <a:lnTo>
                    <a:pt x="67291" y="3260"/>
                  </a:lnTo>
                  <a:lnTo>
                    <a:pt x="67291" y="3247"/>
                  </a:lnTo>
                  <a:lnTo>
                    <a:pt x="67329" y="3234"/>
                  </a:lnTo>
                  <a:lnTo>
                    <a:pt x="67406" y="3247"/>
                  </a:lnTo>
                  <a:lnTo>
                    <a:pt x="67495" y="3247"/>
                  </a:lnTo>
                  <a:lnTo>
                    <a:pt x="67636" y="3362"/>
                  </a:lnTo>
                  <a:lnTo>
                    <a:pt x="67674" y="3592"/>
                  </a:lnTo>
                  <a:lnTo>
                    <a:pt x="68019" y="3451"/>
                  </a:lnTo>
                  <a:lnTo>
                    <a:pt x="68224" y="3618"/>
                  </a:lnTo>
                  <a:lnTo>
                    <a:pt x="68390" y="3400"/>
                  </a:lnTo>
                  <a:lnTo>
                    <a:pt x="68505" y="3119"/>
                  </a:lnTo>
                  <a:lnTo>
                    <a:pt x="68160" y="2838"/>
                  </a:lnTo>
                  <a:lnTo>
                    <a:pt x="68019" y="2506"/>
                  </a:lnTo>
                  <a:lnTo>
                    <a:pt x="67776" y="2467"/>
                  </a:lnTo>
                  <a:lnTo>
                    <a:pt x="67572" y="2774"/>
                  </a:lnTo>
                  <a:lnTo>
                    <a:pt x="67342" y="2927"/>
                  </a:lnTo>
                  <a:lnTo>
                    <a:pt x="67444" y="2531"/>
                  </a:lnTo>
                  <a:lnTo>
                    <a:pt x="67329" y="2276"/>
                  </a:lnTo>
                  <a:lnTo>
                    <a:pt x="67482" y="2084"/>
                  </a:lnTo>
                  <a:lnTo>
                    <a:pt x="67163" y="1803"/>
                  </a:lnTo>
                  <a:lnTo>
                    <a:pt x="66920" y="1803"/>
                  </a:lnTo>
                  <a:lnTo>
                    <a:pt x="67150" y="2109"/>
                  </a:lnTo>
                  <a:lnTo>
                    <a:pt x="67252" y="2224"/>
                  </a:lnTo>
                  <a:lnTo>
                    <a:pt x="67201" y="2288"/>
                  </a:lnTo>
                  <a:lnTo>
                    <a:pt x="66882" y="2097"/>
                  </a:lnTo>
                  <a:lnTo>
                    <a:pt x="66613" y="1803"/>
                  </a:lnTo>
                  <a:lnTo>
                    <a:pt x="66255" y="1803"/>
                  </a:lnTo>
                  <a:lnTo>
                    <a:pt x="66025" y="1688"/>
                  </a:lnTo>
                  <a:lnTo>
                    <a:pt x="65591" y="1688"/>
                  </a:lnTo>
                  <a:lnTo>
                    <a:pt x="65195" y="1790"/>
                  </a:lnTo>
                  <a:lnTo>
                    <a:pt x="64849" y="1713"/>
                  </a:lnTo>
                  <a:lnTo>
                    <a:pt x="63789" y="1713"/>
                  </a:lnTo>
                  <a:lnTo>
                    <a:pt x="63584" y="1803"/>
                  </a:lnTo>
                  <a:lnTo>
                    <a:pt x="63610" y="2109"/>
                  </a:lnTo>
                  <a:lnTo>
                    <a:pt x="63239" y="2109"/>
                  </a:lnTo>
                  <a:lnTo>
                    <a:pt x="63073" y="2135"/>
                  </a:lnTo>
                  <a:lnTo>
                    <a:pt x="62958" y="2161"/>
                  </a:lnTo>
                  <a:lnTo>
                    <a:pt x="62920" y="2173"/>
                  </a:lnTo>
                  <a:lnTo>
                    <a:pt x="62907" y="2173"/>
                  </a:lnTo>
                  <a:lnTo>
                    <a:pt x="62894" y="2199"/>
                  </a:lnTo>
                  <a:lnTo>
                    <a:pt x="62843" y="2212"/>
                  </a:lnTo>
                  <a:lnTo>
                    <a:pt x="62792" y="2224"/>
                  </a:lnTo>
                  <a:lnTo>
                    <a:pt x="62523" y="2058"/>
                  </a:lnTo>
                  <a:lnTo>
                    <a:pt x="62983" y="1688"/>
                  </a:lnTo>
                  <a:lnTo>
                    <a:pt x="63239" y="1534"/>
                  </a:lnTo>
                  <a:lnTo>
                    <a:pt x="63290" y="1355"/>
                  </a:lnTo>
                  <a:lnTo>
                    <a:pt x="63111" y="1240"/>
                  </a:lnTo>
                  <a:lnTo>
                    <a:pt x="62971" y="1202"/>
                  </a:lnTo>
                  <a:lnTo>
                    <a:pt x="62856" y="1189"/>
                  </a:lnTo>
                  <a:lnTo>
                    <a:pt x="62741" y="1189"/>
                  </a:lnTo>
                  <a:lnTo>
                    <a:pt x="62613" y="1151"/>
                  </a:lnTo>
                  <a:lnTo>
                    <a:pt x="62447" y="1100"/>
                  </a:lnTo>
                  <a:lnTo>
                    <a:pt x="62396" y="1074"/>
                  </a:lnTo>
                  <a:lnTo>
                    <a:pt x="62306" y="1049"/>
                  </a:lnTo>
                  <a:lnTo>
                    <a:pt x="62255" y="1036"/>
                  </a:lnTo>
                  <a:lnTo>
                    <a:pt x="62204" y="1049"/>
                  </a:lnTo>
                  <a:lnTo>
                    <a:pt x="62166" y="1061"/>
                  </a:lnTo>
                  <a:lnTo>
                    <a:pt x="62153" y="1100"/>
                  </a:lnTo>
                  <a:lnTo>
                    <a:pt x="62114" y="1176"/>
                  </a:lnTo>
                  <a:lnTo>
                    <a:pt x="62076" y="1253"/>
                  </a:lnTo>
                  <a:lnTo>
                    <a:pt x="62050" y="1291"/>
                  </a:lnTo>
                  <a:lnTo>
                    <a:pt x="62038" y="1304"/>
                  </a:lnTo>
                  <a:lnTo>
                    <a:pt x="61897" y="1215"/>
                  </a:lnTo>
                  <a:lnTo>
                    <a:pt x="61769" y="1151"/>
                  </a:lnTo>
                  <a:lnTo>
                    <a:pt x="61488" y="1100"/>
                  </a:lnTo>
                  <a:lnTo>
                    <a:pt x="61488" y="1010"/>
                  </a:lnTo>
                  <a:lnTo>
                    <a:pt x="61820" y="857"/>
                  </a:lnTo>
                  <a:lnTo>
                    <a:pt x="62076" y="716"/>
                  </a:lnTo>
                  <a:lnTo>
                    <a:pt x="62306" y="755"/>
                  </a:lnTo>
                  <a:lnTo>
                    <a:pt x="62459" y="716"/>
                  </a:lnTo>
                  <a:lnTo>
                    <a:pt x="62587" y="678"/>
                  </a:lnTo>
                  <a:lnTo>
                    <a:pt x="62805" y="729"/>
                  </a:lnTo>
                  <a:lnTo>
                    <a:pt x="62881" y="678"/>
                  </a:lnTo>
                  <a:lnTo>
                    <a:pt x="63175" y="767"/>
                  </a:lnTo>
                  <a:lnTo>
                    <a:pt x="63175" y="934"/>
                  </a:lnTo>
                  <a:lnTo>
                    <a:pt x="63546" y="985"/>
                  </a:lnTo>
                  <a:lnTo>
                    <a:pt x="63571" y="767"/>
                  </a:lnTo>
                  <a:lnTo>
                    <a:pt x="63214" y="767"/>
                  </a:lnTo>
                  <a:lnTo>
                    <a:pt x="63137" y="729"/>
                  </a:lnTo>
                  <a:lnTo>
                    <a:pt x="62894" y="640"/>
                  </a:lnTo>
                  <a:lnTo>
                    <a:pt x="62805" y="512"/>
                  </a:lnTo>
                  <a:lnTo>
                    <a:pt x="62626" y="550"/>
                  </a:lnTo>
                  <a:lnTo>
                    <a:pt x="62587" y="627"/>
                  </a:lnTo>
                  <a:lnTo>
                    <a:pt x="62421" y="678"/>
                  </a:lnTo>
                  <a:lnTo>
                    <a:pt x="62166" y="371"/>
                  </a:lnTo>
                  <a:lnTo>
                    <a:pt x="61680" y="371"/>
                  </a:lnTo>
                  <a:lnTo>
                    <a:pt x="61373" y="269"/>
                  </a:lnTo>
                  <a:lnTo>
                    <a:pt x="61233" y="103"/>
                  </a:lnTo>
                  <a:lnTo>
                    <a:pt x="6086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292;p78">
              <a:extLst>
                <a:ext uri="{FF2B5EF4-FFF2-40B4-BE49-F238E27FC236}">
                  <a16:creationId xmlns:a16="http://schemas.microsoft.com/office/drawing/2014/main" id="{AA1145FD-94EC-3F23-2A6B-4FBF84E8DCFB}"/>
                </a:ext>
              </a:extLst>
            </p:cNvPr>
            <p:cNvSpPr/>
            <p:nvPr/>
          </p:nvSpPr>
          <p:spPr>
            <a:xfrm>
              <a:off x="848075" y="1533875"/>
              <a:ext cx="1678450" cy="963050"/>
            </a:xfrm>
            <a:custGeom>
              <a:avLst/>
              <a:gdLst/>
              <a:ahLst/>
              <a:cxnLst/>
              <a:rect l="l" t="t" r="r" b="b"/>
              <a:pathLst>
                <a:path w="67138" h="38522" extrusionOk="0">
                  <a:moveTo>
                    <a:pt x="16283" y="11031"/>
                  </a:moveTo>
                  <a:lnTo>
                    <a:pt x="16922" y="11082"/>
                  </a:lnTo>
                  <a:lnTo>
                    <a:pt x="16705" y="11120"/>
                  </a:lnTo>
                  <a:lnTo>
                    <a:pt x="15951" y="11695"/>
                  </a:lnTo>
                  <a:lnTo>
                    <a:pt x="16053" y="11849"/>
                  </a:lnTo>
                  <a:lnTo>
                    <a:pt x="17293" y="11849"/>
                  </a:lnTo>
                  <a:lnTo>
                    <a:pt x="17829" y="11657"/>
                  </a:lnTo>
                  <a:lnTo>
                    <a:pt x="18034" y="11478"/>
                  </a:lnTo>
                  <a:lnTo>
                    <a:pt x="17842" y="11772"/>
                  </a:lnTo>
                  <a:lnTo>
                    <a:pt x="18187" y="11785"/>
                  </a:lnTo>
                  <a:lnTo>
                    <a:pt x="18187" y="11810"/>
                  </a:lnTo>
                  <a:lnTo>
                    <a:pt x="18174" y="11874"/>
                  </a:lnTo>
                  <a:lnTo>
                    <a:pt x="18149" y="11912"/>
                  </a:lnTo>
                  <a:lnTo>
                    <a:pt x="18110" y="11964"/>
                  </a:lnTo>
                  <a:lnTo>
                    <a:pt x="18059" y="12015"/>
                  </a:lnTo>
                  <a:lnTo>
                    <a:pt x="17983" y="12079"/>
                  </a:lnTo>
                  <a:lnTo>
                    <a:pt x="17906" y="12155"/>
                  </a:lnTo>
                  <a:lnTo>
                    <a:pt x="17817" y="12258"/>
                  </a:lnTo>
                  <a:lnTo>
                    <a:pt x="17638" y="12475"/>
                  </a:lnTo>
                  <a:lnTo>
                    <a:pt x="17459" y="12743"/>
                  </a:lnTo>
                  <a:lnTo>
                    <a:pt x="17075" y="12513"/>
                  </a:lnTo>
                  <a:lnTo>
                    <a:pt x="16385" y="12577"/>
                  </a:lnTo>
                  <a:lnTo>
                    <a:pt x="16372" y="12858"/>
                  </a:lnTo>
                  <a:lnTo>
                    <a:pt x="16590" y="13012"/>
                  </a:lnTo>
                  <a:lnTo>
                    <a:pt x="16513" y="13114"/>
                  </a:lnTo>
                  <a:lnTo>
                    <a:pt x="15989" y="13472"/>
                  </a:lnTo>
                  <a:lnTo>
                    <a:pt x="15490" y="13804"/>
                  </a:lnTo>
                  <a:lnTo>
                    <a:pt x="15439" y="13753"/>
                  </a:lnTo>
                  <a:lnTo>
                    <a:pt x="15401" y="13715"/>
                  </a:lnTo>
                  <a:lnTo>
                    <a:pt x="15388" y="13663"/>
                  </a:lnTo>
                  <a:lnTo>
                    <a:pt x="15388" y="13651"/>
                  </a:lnTo>
                  <a:lnTo>
                    <a:pt x="15414" y="13625"/>
                  </a:lnTo>
                  <a:lnTo>
                    <a:pt x="15490" y="13574"/>
                  </a:lnTo>
                  <a:lnTo>
                    <a:pt x="15631" y="13484"/>
                  </a:lnTo>
                  <a:lnTo>
                    <a:pt x="15708" y="13408"/>
                  </a:lnTo>
                  <a:lnTo>
                    <a:pt x="15810" y="13267"/>
                  </a:lnTo>
                  <a:lnTo>
                    <a:pt x="15912" y="13114"/>
                  </a:lnTo>
                  <a:lnTo>
                    <a:pt x="15951" y="13037"/>
                  </a:lnTo>
                  <a:lnTo>
                    <a:pt x="15925" y="12884"/>
                  </a:lnTo>
                  <a:lnTo>
                    <a:pt x="15899" y="12769"/>
                  </a:lnTo>
                  <a:lnTo>
                    <a:pt x="15618" y="12794"/>
                  </a:lnTo>
                  <a:lnTo>
                    <a:pt x="15145" y="13178"/>
                  </a:lnTo>
                  <a:lnTo>
                    <a:pt x="15069" y="13459"/>
                  </a:lnTo>
                  <a:lnTo>
                    <a:pt x="14826" y="13625"/>
                  </a:lnTo>
                  <a:lnTo>
                    <a:pt x="14660" y="13612"/>
                  </a:lnTo>
                  <a:lnTo>
                    <a:pt x="14468" y="13600"/>
                  </a:lnTo>
                  <a:lnTo>
                    <a:pt x="14212" y="13472"/>
                  </a:lnTo>
                  <a:lnTo>
                    <a:pt x="13995" y="13344"/>
                  </a:lnTo>
                  <a:lnTo>
                    <a:pt x="14097" y="13242"/>
                  </a:lnTo>
                  <a:lnTo>
                    <a:pt x="14085" y="13203"/>
                  </a:lnTo>
                  <a:lnTo>
                    <a:pt x="14072" y="13165"/>
                  </a:lnTo>
                  <a:lnTo>
                    <a:pt x="14072" y="13101"/>
                  </a:lnTo>
                  <a:lnTo>
                    <a:pt x="14085" y="13050"/>
                  </a:lnTo>
                  <a:lnTo>
                    <a:pt x="14110" y="12986"/>
                  </a:lnTo>
                  <a:lnTo>
                    <a:pt x="14161" y="12922"/>
                  </a:lnTo>
                  <a:lnTo>
                    <a:pt x="14225" y="12871"/>
                  </a:lnTo>
                  <a:lnTo>
                    <a:pt x="14379" y="12782"/>
                  </a:lnTo>
                  <a:lnTo>
                    <a:pt x="14494" y="12705"/>
                  </a:lnTo>
                  <a:lnTo>
                    <a:pt x="14583" y="12641"/>
                  </a:lnTo>
                  <a:lnTo>
                    <a:pt x="14391" y="12462"/>
                  </a:lnTo>
                  <a:lnTo>
                    <a:pt x="14800" y="12411"/>
                  </a:lnTo>
                  <a:lnTo>
                    <a:pt x="15145" y="12462"/>
                  </a:lnTo>
                  <a:lnTo>
                    <a:pt x="15260" y="12385"/>
                  </a:lnTo>
                  <a:lnTo>
                    <a:pt x="15350" y="12321"/>
                  </a:lnTo>
                  <a:lnTo>
                    <a:pt x="15414" y="12296"/>
                  </a:lnTo>
                  <a:lnTo>
                    <a:pt x="15414" y="12283"/>
                  </a:lnTo>
                  <a:lnTo>
                    <a:pt x="15388" y="12258"/>
                  </a:lnTo>
                  <a:lnTo>
                    <a:pt x="15286" y="12206"/>
                  </a:lnTo>
                  <a:lnTo>
                    <a:pt x="15133" y="12117"/>
                  </a:lnTo>
                  <a:lnTo>
                    <a:pt x="14966" y="12040"/>
                  </a:lnTo>
                  <a:lnTo>
                    <a:pt x="14826" y="11976"/>
                  </a:lnTo>
                  <a:lnTo>
                    <a:pt x="14762" y="11964"/>
                  </a:lnTo>
                  <a:lnTo>
                    <a:pt x="14724" y="11964"/>
                  </a:lnTo>
                  <a:lnTo>
                    <a:pt x="14212" y="12015"/>
                  </a:lnTo>
                  <a:lnTo>
                    <a:pt x="14110" y="12027"/>
                  </a:lnTo>
                  <a:lnTo>
                    <a:pt x="14033" y="12066"/>
                  </a:lnTo>
                  <a:lnTo>
                    <a:pt x="13995" y="12091"/>
                  </a:lnTo>
                  <a:lnTo>
                    <a:pt x="13880" y="12219"/>
                  </a:lnTo>
                  <a:lnTo>
                    <a:pt x="13739" y="12143"/>
                  </a:lnTo>
                  <a:lnTo>
                    <a:pt x="13624" y="12079"/>
                  </a:lnTo>
                  <a:lnTo>
                    <a:pt x="13573" y="12066"/>
                  </a:lnTo>
                  <a:lnTo>
                    <a:pt x="13535" y="12066"/>
                  </a:lnTo>
                  <a:lnTo>
                    <a:pt x="13446" y="12079"/>
                  </a:lnTo>
                  <a:lnTo>
                    <a:pt x="13305" y="12091"/>
                  </a:lnTo>
                  <a:lnTo>
                    <a:pt x="13126" y="12104"/>
                  </a:lnTo>
                  <a:lnTo>
                    <a:pt x="13049" y="12079"/>
                  </a:lnTo>
                  <a:lnTo>
                    <a:pt x="12985" y="12066"/>
                  </a:lnTo>
                  <a:lnTo>
                    <a:pt x="12947" y="12066"/>
                  </a:lnTo>
                  <a:lnTo>
                    <a:pt x="12781" y="12091"/>
                  </a:lnTo>
                  <a:lnTo>
                    <a:pt x="12653" y="12104"/>
                  </a:lnTo>
                  <a:lnTo>
                    <a:pt x="12653" y="12296"/>
                  </a:lnTo>
                  <a:lnTo>
                    <a:pt x="12398" y="12232"/>
                  </a:lnTo>
                  <a:lnTo>
                    <a:pt x="12334" y="12117"/>
                  </a:lnTo>
                  <a:lnTo>
                    <a:pt x="12295" y="12040"/>
                  </a:lnTo>
                  <a:lnTo>
                    <a:pt x="12295" y="12015"/>
                  </a:lnTo>
                  <a:lnTo>
                    <a:pt x="12321" y="12002"/>
                  </a:lnTo>
                  <a:lnTo>
                    <a:pt x="12717" y="11989"/>
                  </a:lnTo>
                  <a:lnTo>
                    <a:pt x="12960" y="11989"/>
                  </a:lnTo>
                  <a:lnTo>
                    <a:pt x="13088" y="12002"/>
                  </a:lnTo>
                  <a:lnTo>
                    <a:pt x="13139" y="11976"/>
                  </a:lnTo>
                  <a:lnTo>
                    <a:pt x="13254" y="11938"/>
                  </a:lnTo>
                  <a:lnTo>
                    <a:pt x="13599" y="11785"/>
                  </a:lnTo>
                  <a:lnTo>
                    <a:pt x="14072" y="11555"/>
                  </a:lnTo>
                  <a:lnTo>
                    <a:pt x="14788" y="11516"/>
                  </a:lnTo>
                  <a:lnTo>
                    <a:pt x="15171" y="11491"/>
                  </a:lnTo>
                  <a:lnTo>
                    <a:pt x="16040" y="11120"/>
                  </a:lnTo>
                  <a:lnTo>
                    <a:pt x="16283" y="11031"/>
                  </a:lnTo>
                  <a:close/>
                  <a:moveTo>
                    <a:pt x="17650" y="13254"/>
                  </a:moveTo>
                  <a:lnTo>
                    <a:pt x="17650" y="13344"/>
                  </a:lnTo>
                  <a:lnTo>
                    <a:pt x="17548" y="13663"/>
                  </a:lnTo>
                  <a:lnTo>
                    <a:pt x="17804" y="14072"/>
                  </a:lnTo>
                  <a:lnTo>
                    <a:pt x="17804" y="14072"/>
                  </a:lnTo>
                  <a:lnTo>
                    <a:pt x="17535" y="13804"/>
                  </a:lnTo>
                  <a:lnTo>
                    <a:pt x="17267" y="13574"/>
                  </a:lnTo>
                  <a:lnTo>
                    <a:pt x="17344" y="13344"/>
                  </a:lnTo>
                  <a:lnTo>
                    <a:pt x="17267" y="13254"/>
                  </a:lnTo>
                  <a:close/>
                  <a:moveTo>
                    <a:pt x="18583" y="14072"/>
                  </a:moveTo>
                  <a:lnTo>
                    <a:pt x="18622" y="14200"/>
                  </a:lnTo>
                  <a:lnTo>
                    <a:pt x="18634" y="14315"/>
                  </a:lnTo>
                  <a:lnTo>
                    <a:pt x="18634" y="14354"/>
                  </a:lnTo>
                  <a:lnTo>
                    <a:pt x="18622" y="14392"/>
                  </a:lnTo>
                  <a:lnTo>
                    <a:pt x="18583" y="14430"/>
                  </a:lnTo>
                  <a:lnTo>
                    <a:pt x="18545" y="14443"/>
                  </a:lnTo>
                  <a:lnTo>
                    <a:pt x="18494" y="14430"/>
                  </a:lnTo>
                  <a:lnTo>
                    <a:pt x="18404" y="14699"/>
                  </a:lnTo>
                  <a:lnTo>
                    <a:pt x="18686" y="14826"/>
                  </a:lnTo>
                  <a:lnTo>
                    <a:pt x="18686" y="15018"/>
                  </a:lnTo>
                  <a:lnTo>
                    <a:pt x="18404" y="15069"/>
                  </a:lnTo>
                  <a:lnTo>
                    <a:pt x="18315" y="14929"/>
                  </a:lnTo>
                  <a:lnTo>
                    <a:pt x="18315" y="14609"/>
                  </a:lnTo>
                  <a:lnTo>
                    <a:pt x="18507" y="14328"/>
                  </a:lnTo>
                  <a:lnTo>
                    <a:pt x="18583" y="14072"/>
                  </a:lnTo>
                  <a:close/>
                  <a:moveTo>
                    <a:pt x="17868" y="15389"/>
                  </a:moveTo>
                  <a:lnTo>
                    <a:pt x="17893" y="15568"/>
                  </a:lnTo>
                  <a:lnTo>
                    <a:pt x="18187" y="15657"/>
                  </a:lnTo>
                  <a:lnTo>
                    <a:pt x="18213" y="15670"/>
                  </a:lnTo>
                  <a:lnTo>
                    <a:pt x="18226" y="15696"/>
                  </a:lnTo>
                  <a:lnTo>
                    <a:pt x="18251" y="15747"/>
                  </a:lnTo>
                  <a:lnTo>
                    <a:pt x="18251" y="15823"/>
                  </a:lnTo>
                  <a:lnTo>
                    <a:pt x="18123" y="15926"/>
                  </a:lnTo>
                  <a:lnTo>
                    <a:pt x="17804" y="15734"/>
                  </a:lnTo>
                  <a:lnTo>
                    <a:pt x="17535" y="15734"/>
                  </a:lnTo>
                  <a:lnTo>
                    <a:pt x="17535" y="15529"/>
                  </a:lnTo>
                  <a:lnTo>
                    <a:pt x="17868" y="15389"/>
                  </a:lnTo>
                  <a:close/>
                  <a:moveTo>
                    <a:pt x="23977" y="16156"/>
                  </a:moveTo>
                  <a:lnTo>
                    <a:pt x="24590" y="16232"/>
                  </a:lnTo>
                  <a:lnTo>
                    <a:pt x="24756" y="16296"/>
                  </a:lnTo>
                  <a:lnTo>
                    <a:pt x="24667" y="16424"/>
                  </a:lnTo>
                  <a:lnTo>
                    <a:pt x="24373" y="16296"/>
                  </a:lnTo>
                  <a:lnTo>
                    <a:pt x="23823" y="16347"/>
                  </a:lnTo>
                  <a:lnTo>
                    <a:pt x="23440" y="16386"/>
                  </a:lnTo>
                  <a:lnTo>
                    <a:pt x="23312" y="16411"/>
                  </a:lnTo>
                  <a:lnTo>
                    <a:pt x="23261" y="16424"/>
                  </a:lnTo>
                  <a:lnTo>
                    <a:pt x="23197" y="16488"/>
                  </a:lnTo>
                  <a:lnTo>
                    <a:pt x="23082" y="16590"/>
                  </a:lnTo>
                  <a:lnTo>
                    <a:pt x="22942" y="16705"/>
                  </a:lnTo>
                  <a:lnTo>
                    <a:pt x="23044" y="16680"/>
                  </a:lnTo>
                  <a:lnTo>
                    <a:pt x="23351" y="16616"/>
                  </a:lnTo>
                  <a:lnTo>
                    <a:pt x="24041" y="16513"/>
                  </a:lnTo>
                  <a:lnTo>
                    <a:pt x="24232" y="16526"/>
                  </a:lnTo>
                  <a:lnTo>
                    <a:pt x="23823" y="16795"/>
                  </a:lnTo>
                  <a:lnTo>
                    <a:pt x="23172" y="16922"/>
                  </a:lnTo>
                  <a:lnTo>
                    <a:pt x="22430" y="17740"/>
                  </a:lnTo>
                  <a:lnTo>
                    <a:pt x="22098" y="17855"/>
                  </a:lnTo>
                  <a:lnTo>
                    <a:pt x="21689" y="17881"/>
                  </a:lnTo>
                  <a:lnTo>
                    <a:pt x="21280" y="18047"/>
                  </a:lnTo>
                  <a:lnTo>
                    <a:pt x="21280" y="18418"/>
                  </a:lnTo>
                  <a:lnTo>
                    <a:pt x="21191" y="18418"/>
                  </a:lnTo>
                  <a:lnTo>
                    <a:pt x="20935" y="18456"/>
                  </a:lnTo>
                  <a:lnTo>
                    <a:pt x="20756" y="18507"/>
                  </a:lnTo>
                  <a:lnTo>
                    <a:pt x="20692" y="18533"/>
                  </a:lnTo>
                  <a:lnTo>
                    <a:pt x="20654" y="18558"/>
                  </a:lnTo>
                  <a:lnTo>
                    <a:pt x="20615" y="18571"/>
                  </a:lnTo>
                  <a:lnTo>
                    <a:pt x="20564" y="18584"/>
                  </a:lnTo>
                  <a:lnTo>
                    <a:pt x="20437" y="18584"/>
                  </a:lnTo>
                  <a:lnTo>
                    <a:pt x="20309" y="18558"/>
                  </a:lnTo>
                  <a:lnTo>
                    <a:pt x="20219" y="18546"/>
                  </a:lnTo>
                  <a:lnTo>
                    <a:pt x="20130" y="18533"/>
                  </a:lnTo>
                  <a:lnTo>
                    <a:pt x="20015" y="18546"/>
                  </a:lnTo>
                  <a:lnTo>
                    <a:pt x="19913" y="18558"/>
                  </a:lnTo>
                  <a:lnTo>
                    <a:pt x="19874" y="18546"/>
                  </a:lnTo>
                  <a:lnTo>
                    <a:pt x="19849" y="18546"/>
                  </a:lnTo>
                  <a:lnTo>
                    <a:pt x="19810" y="18533"/>
                  </a:lnTo>
                  <a:lnTo>
                    <a:pt x="19516" y="18533"/>
                  </a:lnTo>
                  <a:lnTo>
                    <a:pt x="19222" y="18546"/>
                  </a:lnTo>
                  <a:lnTo>
                    <a:pt x="18967" y="18405"/>
                  </a:lnTo>
                  <a:lnTo>
                    <a:pt x="18596" y="18328"/>
                  </a:lnTo>
                  <a:lnTo>
                    <a:pt x="19031" y="18328"/>
                  </a:lnTo>
                  <a:lnTo>
                    <a:pt x="19031" y="18124"/>
                  </a:lnTo>
                  <a:lnTo>
                    <a:pt x="19504" y="18213"/>
                  </a:lnTo>
                  <a:lnTo>
                    <a:pt x="19900" y="17561"/>
                  </a:lnTo>
                  <a:lnTo>
                    <a:pt x="20181" y="17574"/>
                  </a:lnTo>
                  <a:lnTo>
                    <a:pt x="20449" y="17574"/>
                  </a:lnTo>
                  <a:lnTo>
                    <a:pt x="20475" y="17561"/>
                  </a:lnTo>
                  <a:lnTo>
                    <a:pt x="20475" y="17510"/>
                  </a:lnTo>
                  <a:lnTo>
                    <a:pt x="20475" y="17421"/>
                  </a:lnTo>
                  <a:lnTo>
                    <a:pt x="20475" y="17306"/>
                  </a:lnTo>
                  <a:lnTo>
                    <a:pt x="19989" y="17025"/>
                  </a:lnTo>
                  <a:lnTo>
                    <a:pt x="19989" y="16731"/>
                  </a:lnTo>
                  <a:lnTo>
                    <a:pt x="19504" y="16424"/>
                  </a:lnTo>
                  <a:lnTo>
                    <a:pt x="20015" y="16552"/>
                  </a:lnTo>
                  <a:lnTo>
                    <a:pt x="20219" y="16820"/>
                  </a:lnTo>
                  <a:lnTo>
                    <a:pt x="20782" y="16833"/>
                  </a:lnTo>
                  <a:lnTo>
                    <a:pt x="21382" y="17370"/>
                  </a:lnTo>
                  <a:lnTo>
                    <a:pt x="22072" y="17370"/>
                  </a:lnTo>
                  <a:lnTo>
                    <a:pt x="22571" y="17050"/>
                  </a:lnTo>
                  <a:lnTo>
                    <a:pt x="22635" y="17114"/>
                  </a:lnTo>
                  <a:lnTo>
                    <a:pt x="22034" y="17600"/>
                  </a:lnTo>
                  <a:lnTo>
                    <a:pt x="22277" y="17625"/>
                  </a:lnTo>
                  <a:lnTo>
                    <a:pt x="22775" y="17255"/>
                  </a:lnTo>
                  <a:lnTo>
                    <a:pt x="22929" y="16986"/>
                  </a:lnTo>
                  <a:lnTo>
                    <a:pt x="22686" y="16974"/>
                  </a:lnTo>
                  <a:lnTo>
                    <a:pt x="22775" y="16705"/>
                  </a:lnTo>
                  <a:lnTo>
                    <a:pt x="23274" y="16232"/>
                  </a:lnTo>
                  <a:lnTo>
                    <a:pt x="23977" y="16156"/>
                  </a:lnTo>
                  <a:close/>
                  <a:moveTo>
                    <a:pt x="24948" y="20220"/>
                  </a:moveTo>
                  <a:lnTo>
                    <a:pt x="25434" y="20348"/>
                  </a:lnTo>
                  <a:lnTo>
                    <a:pt x="26456" y="20348"/>
                  </a:lnTo>
                  <a:lnTo>
                    <a:pt x="26316" y="20501"/>
                  </a:lnTo>
                  <a:lnTo>
                    <a:pt x="25153" y="20667"/>
                  </a:lnTo>
                  <a:lnTo>
                    <a:pt x="24526" y="20667"/>
                  </a:lnTo>
                  <a:lnTo>
                    <a:pt x="23875" y="21281"/>
                  </a:lnTo>
                  <a:lnTo>
                    <a:pt x="23223" y="21268"/>
                  </a:lnTo>
                  <a:lnTo>
                    <a:pt x="22724" y="21281"/>
                  </a:lnTo>
                  <a:lnTo>
                    <a:pt x="22660" y="21613"/>
                  </a:lnTo>
                  <a:lnTo>
                    <a:pt x="22520" y="21613"/>
                  </a:lnTo>
                  <a:lnTo>
                    <a:pt x="22328" y="21178"/>
                  </a:lnTo>
                  <a:lnTo>
                    <a:pt x="22571" y="20987"/>
                  </a:lnTo>
                  <a:lnTo>
                    <a:pt x="22993" y="21242"/>
                  </a:lnTo>
                  <a:lnTo>
                    <a:pt x="23184" y="21178"/>
                  </a:lnTo>
                  <a:lnTo>
                    <a:pt x="23248" y="21051"/>
                  </a:lnTo>
                  <a:lnTo>
                    <a:pt x="23517" y="21051"/>
                  </a:lnTo>
                  <a:lnTo>
                    <a:pt x="23875" y="20731"/>
                  </a:lnTo>
                  <a:lnTo>
                    <a:pt x="24526" y="20220"/>
                  </a:lnTo>
                  <a:close/>
                  <a:moveTo>
                    <a:pt x="29575" y="21396"/>
                  </a:moveTo>
                  <a:lnTo>
                    <a:pt x="29792" y="21613"/>
                  </a:lnTo>
                  <a:lnTo>
                    <a:pt x="29613" y="21741"/>
                  </a:lnTo>
                  <a:lnTo>
                    <a:pt x="29472" y="21830"/>
                  </a:lnTo>
                  <a:lnTo>
                    <a:pt x="29421" y="21869"/>
                  </a:lnTo>
                  <a:lnTo>
                    <a:pt x="29370" y="21881"/>
                  </a:lnTo>
                  <a:lnTo>
                    <a:pt x="29345" y="21894"/>
                  </a:lnTo>
                  <a:lnTo>
                    <a:pt x="29332" y="21920"/>
                  </a:lnTo>
                  <a:lnTo>
                    <a:pt x="29332" y="21958"/>
                  </a:lnTo>
                  <a:lnTo>
                    <a:pt x="29332" y="22009"/>
                  </a:lnTo>
                  <a:lnTo>
                    <a:pt x="29357" y="22086"/>
                  </a:lnTo>
                  <a:lnTo>
                    <a:pt x="29370" y="22111"/>
                  </a:lnTo>
                  <a:lnTo>
                    <a:pt x="29166" y="22175"/>
                  </a:lnTo>
                  <a:lnTo>
                    <a:pt x="29242" y="21613"/>
                  </a:lnTo>
                  <a:lnTo>
                    <a:pt x="29575" y="21396"/>
                  </a:lnTo>
                  <a:close/>
                  <a:moveTo>
                    <a:pt x="30418" y="22009"/>
                  </a:moveTo>
                  <a:lnTo>
                    <a:pt x="30802" y="22175"/>
                  </a:lnTo>
                  <a:lnTo>
                    <a:pt x="30469" y="22508"/>
                  </a:lnTo>
                  <a:lnTo>
                    <a:pt x="30418" y="23083"/>
                  </a:lnTo>
                  <a:lnTo>
                    <a:pt x="30099" y="23389"/>
                  </a:lnTo>
                  <a:lnTo>
                    <a:pt x="29894" y="23581"/>
                  </a:lnTo>
                  <a:lnTo>
                    <a:pt x="29818" y="23645"/>
                  </a:lnTo>
                  <a:lnTo>
                    <a:pt x="29792" y="23658"/>
                  </a:lnTo>
                  <a:lnTo>
                    <a:pt x="29779" y="23645"/>
                  </a:lnTo>
                  <a:lnTo>
                    <a:pt x="29741" y="23658"/>
                  </a:lnTo>
                  <a:lnTo>
                    <a:pt x="29690" y="23658"/>
                  </a:lnTo>
                  <a:lnTo>
                    <a:pt x="30150" y="23070"/>
                  </a:lnTo>
                  <a:lnTo>
                    <a:pt x="29881" y="22776"/>
                  </a:lnTo>
                  <a:lnTo>
                    <a:pt x="29881" y="22559"/>
                  </a:lnTo>
                  <a:lnTo>
                    <a:pt x="30418" y="22009"/>
                  </a:lnTo>
                  <a:close/>
                  <a:moveTo>
                    <a:pt x="31939" y="26112"/>
                  </a:moveTo>
                  <a:lnTo>
                    <a:pt x="32591" y="26444"/>
                  </a:lnTo>
                  <a:lnTo>
                    <a:pt x="32323" y="26444"/>
                  </a:lnTo>
                  <a:lnTo>
                    <a:pt x="31747" y="26636"/>
                  </a:lnTo>
                  <a:lnTo>
                    <a:pt x="31747" y="26278"/>
                  </a:lnTo>
                  <a:lnTo>
                    <a:pt x="31939" y="26112"/>
                  </a:lnTo>
                  <a:close/>
                  <a:moveTo>
                    <a:pt x="31799" y="26738"/>
                  </a:moveTo>
                  <a:lnTo>
                    <a:pt x="32003" y="26853"/>
                  </a:lnTo>
                  <a:lnTo>
                    <a:pt x="32016" y="27070"/>
                  </a:lnTo>
                  <a:lnTo>
                    <a:pt x="32412" y="27313"/>
                  </a:lnTo>
                  <a:lnTo>
                    <a:pt x="32080" y="27351"/>
                  </a:lnTo>
                  <a:lnTo>
                    <a:pt x="31453" y="26981"/>
                  </a:lnTo>
                  <a:lnTo>
                    <a:pt x="31799" y="26738"/>
                  </a:lnTo>
                  <a:close/>
                  <a:moveTo>
                    <a:pt x="33677" y="26444"/>
                  </a:moveTo>
                  <a:lnTo>
                    <a:pt x="33895" y="27070"/>
                  </a:lnTo>
                  <a:lnTo>
                    <a:pt x="34419" y="27939"/>
                  </a:lnTo>
                  <a:lnTo>
                    <a:pt x="34572" y="28463"/>
                  </a:lnTo>
                  <a:lnTo>
                    <a:pt x="34738" y="28847"/>
                  </a:lnTo>
                  <a:lnTo>
                    <a:pt x="34904" y="29281"/>
                  </a:lnTo>
                  <a:lnTo>
                    <a:pt x="34904" y="29409"/>
                  </a:lnTo>
                  <a:lnTo>
                    <a:pt x="34866" y="29639"/>
                  </a:lnTo>
                  <a:lnTo>
                    <a:pt x="34802" y="30010"/>
                  </a:lnTo>
                  <a:lnTo>
                    <a:pt x="34764" y="30074"/>
                  </a:lnTo>
                  <a:lnTo>
                    <a:pt x="34713" y="30163"/>
                  </a:lnTo>
                  <a:lnTo>
                    <a:pt x="34623" y="30278"/>
                  </a:lnTo>
                  <a:lnTo>
                    <a:pt x="34393" y="29639"/>
                  </a:lnTo>
                  <a:lnTo>
                    <a:pt x="34623" y="29230"/>
                  </a:lnTo>
                  <a:lnTo>
                    <a:pt x="34534" y="28770"/>
                  </a:lnTo>
                  <a:lnTo>
                    <a:pt x="34380" y="28885"/>
                  </a:lnTo>
                  <a:lnTo>
                    <a:pt x="34252" y="28975"/>
                  </a:lnTo>
                  <a:lnTo>
                    <a:pt x="34163" y="29013"/>
                  </a:lnTo>
                  <a:lnTo>
                    <a:pt x="34150" y="29013"/>
                  </a:lnTo>
                  <a:lnTo>
                    <a:pt x="34137" y="28987"/>
                  </a:lnTo>
                  <a:lnTo>
                    <a:pt x="34099" y="28923"/>
                  </a:lnTo>
                  <a:lnTo>
                    <a:pt x="34022" y="28706"/>
                  </a:lnTo>
                  <a:lnTo>
                    <a:pt x="33933" y="28399"/>
                  </a:lnTo>
                  <a:lnTo>
                    <a:pt x="33792" y="28591"/>
                  </a:lnTo>
                  <a:lnTo>
                    <a:pt x="33562" y="28463"/>
                  </a:lnTo>
                  <a:lnTo>
                    <a:pt x="32936" y="27581"/>
                  </a:lnTo>
                  <a:lnTo>
                    <a:pt x="33115" y="27313"/>
                  </a:lnTo>
                  <a:lnTo>
                    <a:pt x="32783" y="27224"/>
                  </a:lnTo>
                  <a:lnTo>
                    <a:pt x="32923" y="26597"/>
                  </a:lnTo>
                  <a:lnTo>
                    <a:pt x="33447" y="26597"/>
                  </a:lnTo>
                  <a:lnTo>
                    <a:pt x="33447" y="26444"/>
                  </a:lnTo>
                  <a:close/>
                  <a:moveTo>
                    <a:pt x="31811" y="27351"/>
                  </a:moveTo>
                  <a:lnTo>
                    <a:pt x="32412" y="27594"/>
                  </a:lnTo>
                  <a:lnTo>
                    <a:pt x="32246" y="28361"/>
                  </a:lnTo>
                  <a:lnTo>
                    <a:pt x="32284" y="28770"/>
                  </a:lnTo>
                  <a:lnTo>
                    <a:pt x="32783" y="28770"/>
                  </a:lnTo>
                  <a:lnTo>
                    <a:pt x="33128" y="29090"/>
                  </a:lnTo>
                  <a:lnTo>
                    <a:pt x="33281" y="29639"/>
                  </a:lnTo>
                  <a:lnTo>
                    <a:pt x="33665" y="30214"/>
                  </a:lnTo>
                  <a:lnTo>
                    <a:pt x="33128" y="30355"/>
                  </a:lnTo>
                  <a:lnTo>
                    <a:pt x="33128" y="29895"/>
                  </a:lnTo>
                  <a:lnTo>
                    <a:pt x="33000" y="29831"/>
                  </a:lnTo>
                  <a:lnTo>
                    <a:pt x="33000" y="29332"/>
                  </a:lnTo>
                  <a:lnTo>
                    <a:pt x="32591" y="29026"/>
                  </a:lnTo>
                  <a:lnTo>
                    <a:pt x="32118" y="28949"/>
                  </a:lnTo>
                  <a:lnTo>
                    <a:pt x="32016" y="28361"/>
                  </a:lnTo>
                  <a:lnTo>
                    <a:pt x="32118" y="27722"/>
                  </a:lnTo>
                  <a:lnTo>
                    <a:pt x="31696" y="27569"/>
                  </a:lnTo>
                  <a:lnTo>
                    <a:pt x="31453" y="27722"/>
                  </a:lnTo>
                  <a:lnTo>
                    <a:pt x="31453" y="27351"/>
                  </a:lnTo>
                  <a:close/>
                  <a:moveTo>
                    <a:pt x="40988" y="30278"/>
                  </a:moveTo>
                  <a:lnTo>
                    <a:pt x="41282" y="30355"/>
                  </a:lnTo>
                  <a:lnTo>
                    <a:pt x="41474" y="30802"/>
                  </a:lnTo>
                  <a:lnTo>
                    <a:pt x="41269" y="31173"/>
                  </a:lnTo>
                  <a:lnTo>
                    <a:pt x="40988" y="31173"/>
                  </a:lnTo>
                  <a:lnTo>
                    <a:pt x="40783" y="30623"/>
                  </a:lnTo>
                  <a:lnTo>
                    <a:pt x="40988" y="30278"/>
                  </a:lnTo>
                  <a:close/>
                  <a:moveTo>
                    <a:pt x="34061" y="1"/>
                  </a:moveTo>
                  <a:lnTo>
                    <a:pt x="33920" y="154"/>
                  </a:lnTo>
                  <a:lnTo>
                    <a:pt x="33652" y="154"/>
                  </a:lnTo>
                  <a:lnTo>
                    <a:pt x="33741" y="436"/>
                  </a:lnTo>
                  <a:lnTo>
                    <a:pt x="33920" y="768"/>
                  </a:lnTo>
                  <a:lnTo>
                    <a:pt x="33575" y="1036"/>
                  </a:lnTo>
                  <a:lnTo>
                    <a:pt x="33933" y="1151"/>
                  </a:lnTo>
                  <a:lnTo>
                    <a:pt x="33831" y="1880"/>
                  </a:lnTo>
                  <a:lnTo>
                    <a:pt x="33933" y="2314"/>
                  </a:lnTo>
                  <a:lnTo>
                    <a:pt x="34329" y="3030"/>
                  </a:lnTo>
                  <a:lnTo>
                    <a:pt x="34278" y="3247"/>
                  </a:lnTo>
                  <a:lnTo>
                    <a:pt x="34086" y="3375"/>
                  </a:lnTo>
                  <a:lnTo>
                    <a:pt x="33843" y="3528"/>
                  </a:lnTo>
                  <a:lnTo>
                    <a:pt x="34163" y="3643"/>
                  </a:lnTo>
                  <a:lnTo>
                    <a:pt x="34150" y="3925"/>
                  </a:lnTo>
                  <a:lnTo>
                    <a:pt x="33805" y="3976"/>
                  </a:lnTo>
                  <a:lnTo>
                    <a:pt x="33831" y="4295"/>
                  </a:lnTo>
                  <a:lnTo>
                    <a:pt x="34048" y="4423"/>
                  </a:lnTo>
                  <a:lnTo>
                    <a:pt x="33946" y="5215"/>
                  </a:lnTo>
                  <a:lnTo>
                    <a:pt x="33780" y="5318"/>
                  </a:lnTo>
                  <a:lnTo>
                    <a:pt x="33831" y="5586"/>
                  </a:lnTo>
                  <a:lnTo>
                    <a:pt x="34099" y="5803"/>
                  </a:lnTo>
                  <a:lnTo>
                    <a:pt x="34380" y="5982"/>
                  </a:lnTo>
                  <a:lnTo>
                    <a:pt x="34419" y="6302"/>
                  </a:lnTo>
                  <a:lnTo>
                    <a:pt x="34649" y="6366"/>
                  </a:lnTo>
                  <a:lnTo>
                    <a:pt x="34968" y="6123"/>
                  </a:lnTo>
                  <a:lnTo>
                    <a:pt x="35134" y="6123"/>
                  </a:lnTo>
                  <a:lnTo>
                    <a:pt x="35262" y="7222"/>
                  </a:lnTo>
                  <a:lnTo>
                    <a:pt x="35505" y="7324"/>
                  </a:lnTo>
                  <a:lnTo>
                    <a:pt x="35505" y="7899"/>
                  </a:lnTo>
                  <a:lnTo>
                    <a:pt x="35211" y="8193"/>
                  </a:lnTo>
                  <a:lnTo>
                    <a:pt x="34943" y="8513"/>
                  </a:lnTo>
                  <a:lnTo>
                    <a:pt x="34764" y="9420"/>
                  </a:lnTo>
                  <a:lnTo>
                    <a:pt x="34265" y="9203"/>
                  </a:lnTo>
                  <a:lnTo>
                    <a:pt x="34252" y="8922"/>
                  </a:lnTo>
                  <a:lnTo>
                    <a:pt x="34431" y="8590"/>
                  </a:lnTo>
                  <a:lnTo>
                    <a:pt x="34380" y="8104"/>
                  </a:lnTo>
                  <a:lnTo>
                    <a:pt x="33780" y="8104"/>
                  </a:lnTo>
                  <a:lnTo>
                    <a:pt x="33396" y="7887"/>
                  </a:lnTo>
                  <a:lnTo>
                    <a:pt x="33677" y="7682"/>
                  </a:lnTo>
                  <a:lnTo>
                    <a:pt x="34751" y="7478"/>
                  </a:lnTo>
                  <a:lnTo>
                    <a:pt x="34943" y="7209"/>
                  </a:lnTo>
                  <a:lnTo>
                    <a:pt x="34521" y="7018"/>
                  </a:lnTo>
                  <a:lnTo>
                    <a:pt x="33958" y="6289"/>
                  </a:lnTo>
                  <a:lnTo>
                    <a:pt x="33332" y="5957"/>
                  </a:lnTo>
                  <a:lnTo>
                    <a:pt x="32872" y="6174"/>
                  </a:lnTo>
                  <a:lnTo>
                    <a:pt x="32821" y="6724"/>
                  </a:lnTo>
                  <a:lnTo>
                    <a:pt x="32680" y="6711"/>
                  </a:lnTo>
                  <a:lnTo>
                    <a:pt x="32489" y="6672"/>
                  </a:lnTo>
                  <a:lnTo>
                    <a:pt x="32463" y="6672"/>
                  </a:lnTo>
                  <a:lnTo>
                    <a:pt x="32450" y="6685"/>
                  </a:lnTo>
                  <a:lnTo>
                    <a:pt x="32412" y="6736"/>
                  </a:lnTo>
                  <a:lnTo>
                    <a:pt x="32323" y="6877"/>
                  </a:lnTo>
                  <a:lnTo>
                    <a:pt x="32220" y="7094"/>
                  </a:lnTo>
                  <a:lnTo>
                    <a:pt x="32693" y="7209"/>
                  </a:lnTo>
                  <a:lnTo>
                    <a:pt x="33486" y="7695"/>
                  </a:lnTo>
                  <a:lnTo>
                    <a:pt x="33192" y="7784"/>
                  </a:lnTo>
                  <a:lnTo>
                    <a:pt x="32795" y="8142"/>
                  </a:lnTo>
                  <a:lnTo>
                    <a:pt x="33026" y="8513"/>
                  </a:lnTo>
                  <a:lnTo>
                    <a:pt x="33754" y="8449"/>
                  </a:lnTo>
                  <a:lnTo>
                    <a:pt x="33754" y="8960"/>
                  </a:lnTo>
                  <a:lnTo>
                    <a:pt x="33409" y="9062"/>
                  </a:lnTo>
                  <a:lnTo>
                    <a:pt x="32962" y="8743"/>
                  </a:lnTo>
                  <a:lnTo>
                    <a:pt x="32502" y="8960"/>
                  </a:lnTo>
                  <a:lnTo>
                    <a:pt x="32386" y="8820"/>
                  </a:lnTo>
                  <a:lnTo>
                    <a:pt x="32080" y="8717"/>
                  </a:lnTo>
                  <a:lnTo>
                    <a:pt x="31811" y="8602"/>
                  </a:lnTo>
                  <a:lnTo>
                    <a:pt x="31569" y="8768"/>
                  </a:lnTo>
                  <a:lnTo>
                    <a:pt x="31390" y="8973"/>
                  </a:lnTo>
                  <a:lnTo>
                    <a:pt x="30687" y="8960"/>
                  </a:lnTo>
                  <a:lnTo>
                    <a:pt x="30572" y="8730"/>
                  </a:lnTo>
                  <a:lnTo>
                    <a:pt x="30175" y="8615"/>
                  </a:lnTo>
                  <a:lnTo>
                    <a:pt x="29396" y="8513"/>
                  </a:lnTo>
                  <a:lnTo>
                    <a:pt x="29396" y="8283"/>
                  </a:lnTo>
                  <a:lnTo>
                    <a:pt x="29102" y="8117"/>
                  </a:lnTo>
                  <a:lnTo>
                    <a:pt x="28603" y="8002"/>
                  </a:lnTo>
                  <a:lnTo>
                    <a:pt x="28322" y="8257"/>
                  </a:lnTo>
                  <a:lnTo>
                    <a:pt x="27287" y="8462"/>
                  </a:lnTo>
                  <a:lnTo>
                    <a:pt x="27300" y="9280"/>
                  </a:lnTo>
                  <a:lnTo>
                    <a:pt x="26840" y="9292"/>
                  </a:lnTo>
                  <a:lnTo>
                    <a:pt x="26648" y="8730"/>
                  </a:lnTo>
                  <a:lnTo>
                    <a:pt x="26047" y="8270"/>
                  </a:lnTo>
                  <a:lnTo>
                    <a:pt x="25804" y="8487"/>
                  </a:lnTo>
                  <a:lnTo>
                    <a:pt x="23555" y="9407"/>
                  </a:lnTo>
                  <a:lnTo>
                    <a:pt x="21382" y="9471"/>
                  </a:lnTo>
                  <a:lnTo>
                    <a:pt x="20360" y="9126"/>
                  </a:lnTo>
                  <a:lnTo>
                    <a:pt x="21152" y="8896"/>
                  </a:lnTo>
                  <a:lnTo>
                    <a:pt x="20641" y="8232"/>
                  </a:lnTo>
                  <a:lnTo>
                    <a:pt x="18941" y="8232"/>
                  </a:lnTo>
                  <a:lnTo>
                    <a:pt x="16832" y="7746"/>
                  </a:lnTo>
                  <a:lnTo>
                    <a:pt x="16487" y="7746"/>
                  </a:lnTo>
                  <a:lnTo>
                    <a:pt x="15286" y="7273"/>
                  </a:lnTo>
                  <a:lnTo>
                    <a:pt x="14379" y="7273"/>
                  </a:lnTo>
                  <a:lnTo>
                    <a:pt x="13867" y="7529"/>
                  </a:lnTo>
                  <a:lnTo>
                    <a:pt x="13292" y="7529"/>
                  </a:lnTo>
                  <a:lnTo>
                    <a:pt x="12896" y="6557"/>
                  </a:lnTo>
                  <a:lnTo>
                    <a:pt x="12040" y="6839"/>
                  </a:lnTo>
                  <a:lnTo>
                    <a:pt x="11925" y="7529"/>
                  </a:lnTo>
                  <a:lnTo>
                    <a:pt x="11413" y="7273"/>
                  </a:lnTo>
                  <a:lnTo>
                    <a:pt x="11068" y="6954"/>
                  </a:lnTo>
                  <a:lnTo>
                    <a:pt x="10941" y="6468"/>
                  </a:lnTo>
                  <a:lnTo>
                    <a:pt x="10685" y="6136"/>
                  </a:lnTo>
                  <a:lnTo>
                    <a:pt x="10059" y="5816"/>
                  </a:lnTo>
                  <a:lnTo>
                    <a:pt x="9918" y="5816"/>
                  </a:lnTo>
                  <a:lnTo>
                    <a:pt x="9956" y="6263"/>
                  </a:lnTo>
                  <a:lnTo>
                    <a:pt x="10161" y="6468"/>
                  </a:lnTo>
                  <a:lnTo>
                    <a:pt x="10084" y="6711"/>
                  </a:lnTo>
                  <a:lnTo>
                    <a:pt x="9560" y="7005"/>
                  </a:lnTo>
                  <a:lnTo>
                    <a:pt x="9266" y="7184"/>
                  </a:lnTo>
                  <a:lnTo>
                    <a:pt x="9279" y="6928"/>
                  </a:lnTo>
                  <a:lnTo>
                    <a:pt x="8883" y="7018"/>
                  </a:lnTo>
                  <a:lnTo>
                    <a:pt x="8512" y="7222"/>
                  </a:lnTo>
                  <a:lnTo>
                    <a:pt x="8180" y="7529"/>
                  </a:lnTo>
                  <a:lnTo>
                    <a:pt x="7451" y="7529"/>
                  </a:lnTo>
                  <a:lnTo>
                    <a:pt x="7681" y="7426"/>
                  </a:lnTo>
                  <a:lnTo>
                    <a:pt x="8039" y="7350"/>
                  </a:lnTo>
                  <a:lnTo>
                    <a:pt x="8499" y="6928"/>
                  </a:lnTo>
                  <a:lnTo>
                    <a:pt x="8947" y="6749"/>
                  </a:lnTo>
                  <a:lnTo>
                    <a:pt x="9036" y="6519"/>
                  </a:lnTo>
                  <a:lnTo>
                    <a:pt x="8870" y="6442"/>
                  </a:lnTo>
                  <a:lnTo>
                    <a:pt x="8499" y="6698"/>
                  </a:lnTo>
                  <a:lnTo>
                    <a:pt x="7963" y="6545"/>
                  </a:lnTo>
                  <a:lnTo>
                    <a:pt x="7643" y="6877"/>
                  </a:lnTo>
                  <a:lnTo>
                    <a:pt x="7196" y="7120"/>
                  </a:lnTo>
                  <a:lnTo>
                    <a:pt x="6940" y="7196"/>
                  </a:lnTo>
                  <a:lnTo>
                    <a:pt x="6761" y="7120"/>
                  </a:lnTo>
                  <a:lnTo>
                    <a:pt x="6633" y="7248"/>
                  </a:lnTo>
                  <a:lnTo>
                    <a:pt x="6429" y="7363"/>
                  </a:lnTo>
                  <a:lnTo>
                    <a:pt x="6327" y="7426"/>
                  </a:lnTo>
                  <a:lnTo>
                    <a:pt x="6263" y="7478"/>
                  </a:lnTo>
                  <a:lnTo>
                    <a:pt x="6237" y="7503"/>
                  </a:lnTo>
                  <a:lnTo>
                    <a:pt x="6224" y="7529"/>
                  </a:lnTo>
                  <a:lnTo>
                    <a:pt x="6199" y="7567"/>
                  </a:lnTo>
                  <a:lnTo>
                    <a:pt x="6148" y="7605"/>
                  </a:lnTo>
                  <a:lnTo>
                    <a:pt x="6084" y="7644"/>
                  </a:lnTo>
                  <a:lnTo>
                    <a:pt x="5675" y="7733"/>
                  </a:lnTo>
                  <a:lnTo>
                    <a:pt x="5662" y="7720"/>
                  </a:lnTo>
                  <a:lnTo>
                    <a:pt x="5662" y="7695"/>
                  </a:lnTo>
                  <a:lnTo>
                    <a:pt x="5662" y="7593"/>
                  </a:lnTo>
                  <a:lnTo>
                    <a:pt x="5675" y="7452"/>
                  </a:lnTo>
                  <a:lnTo>
                    <a:pt x="5317" y="7324"/>
                  </a:lnTo>
                  <a:lnTo>
                    <a:pt x="5202" y="7260"/>
                  </a:lnTo>
                  <a:lnTo>
                    <a:pt x="4959" y="7324"/>
                  </a:lnTo>
                  <a:lnTo>
                    <a:pt x="4895" y="7529"/>
                  </a:lnTo>
                  <a:lnTo>
                    <a:pt x="4269" y="7439"/>
                  </a:lnTo>
                  <a:lnTo>
                    <a:pt x="4141" y="7695"/>
                  </a:lnTo>
                  <a:lnTo>
                    <a:pt x="3886" y="7861"/>
                  </a:lnTo>
                  <a:lnTo>
                    <a:pt x="3924" y="7912"/>
                  </a:lnTo>
                  <a:lnTo>
                    <a:pt x="3962" y="7963"/>
                  </a:lnTo>
                  <a:lnTo>
                    <a:pt x="3988" y="8014"/>
                  </a:lnTo>
                  <a:lnTo>
                    <a:pt x="4013" y="8219"/>
                  </a:lnTo>
                  <a:lnTo>
                    <a:pt x="3400" y="8347"/>
                  </a:lnTo>
                  <a:lnTo>
                    <a:pt x="1726" y="7720"/>
                  </a:lnTo>
                  <a:lnTo>
                    <a:pt x="1611" y="7350"/>
                  </a:lnTo>
                  <a:lnTo>
                    <a:pt x="1342" y="7248"/>
                  </a:lnTo>
                  <a:lnTo>
                    <a:pt x="1266" y="7401"/>
                  </a:lnTo>
                  <a:lnTo>
                    <a:pt x="997" y="7235"/>
                  </a:lnTo>
                  <a:lnTo>
                    <a:pt x="0" y="7286"/>
                  </a:lnTo>
                  <a:lnTo>
                    <a:pt x="0" y="19236"/>
                  </a:lnTo>
                  <a:lnTo>
                    <a:pt x="678" y="19236"/>
                  </a:lnTo>
                  <a:lnTo>
                    <a:pt x="1342" y="19044"/>
                  </a:lnTo>
                  <a:lnTo>
                    <a:pt x="1598" y="19300"/>
                  </a:lnTo>
                  <a:lnTo>
                    <a:pt x="1444" y="19453"/>
                  </a:lnTo>
                  <a:lnTo>
                    <a:pt x="2275" y="20105"/>
                  </a:lnTo>
                  <a:lnTo>
                    <a:pt x="2608" y="20539"/>
                  </a:lnTo>
                  <a:lnTo>
                    <a:pt x="2710" y="20846"/>
                  </a:lnTo>
                  <a:lnTo>
                    <a:pt x="3170" y="20590"/>
                  </a:lnTo>
                  <a:lnTo>
                    <a:pt x="3515" y="20616"/>
                  </a:lnTo>
                  <a:lnTo>
                    <a:pt x="3515" y="20233"/>
                  </a:lnTo>
                  <a:lnTo>
                    <a:pt x="4358" y="19798"/>
                  </a:lnTo>
                  <a:lnTo>
                    <a:pt x="4882" y="20309"/>
                  </a:lnTo>
                  <a:lnTo>
                    <a:pt x="4793" y="20552"/>
                  </a:lnTo>
                  <a:lnTo>
                    <a:pt x="5815" y="20999"/>
                  </a:lnTo>
                  <a:lnTo>
                    <a:pt x="7298" y="23453"/>
                  </a:lnTo>
                  <a:lnTo>
                    <a:pt x="8653" y="24092"/>
                  </a:lnTo>
                  <a:lnTo>
                    <a:pt x="8538" y="24604"/>
                  </a:lnTo>
                  <a:lnTo>
                    <a:pt x="8832" y="24872"/>
                  </a:lnTo>
                  <a:lnTo>
                    <a:pt x="8231" y="25549"/>
                  </a:lnTo>
                  <a:lnTo>
                    <a:pt x="8193" y="25562"/>
                  </a:lnTo>
                  <a:lnTo>
                    <a:pt x="8154" y="25690"/>
                  </a:lnTo>
                  <a:lnTo>
                    <a:pt x="8129" y="25792"/>
                  </a:lnTo>
                  <a:lnTo>
                    <a:pt x="8423" y="26355"/>
                  </a:lnTo>
                  <a:lnTo>
                    <a:pt x="8257" y="26214"/>
                  </a:lnTo>
                  <a:lnTo>
                    <a:pt x="8154" y="26214"/>
                  </a:lnTo>
                  <a:lnTo>
                    <a:pt x="8052" y="25894"/>
                  </a:lnTo>
                  <a:lnTo>
                    <a:pt x="8065" y="25690"/>
                  </a:lnTo>
                  <a:lnTo>
                    <a:pt x="8065" y="25690"/>
                  </a:lnTo>
                  <a:lnTo>
                    <a:pt x="7771" y="25741"/>
                  </a:lnTo>
                  <a:lnTo>
                    <a:pt x="7758" y="25971"/>
                  </a:lnTo>
                  <a:lnTo>
                    <a:pt x="8039" y="26009"/>
                  </a:lnTo>
                  <a:lnTo>
                    <a:pt x="8154" y="26303"/>
                  </a:lnTo>
                  <a:lnTo>
                    <a:pt x="7963" y="26597"/>
                  </a:lnTo>
                  <a:lnTo>
                    <a:pt x="8116" y="26751"/>
                  </a:lnTo>
                  <a:lnTo>
                    <a:pt x="8448" y="26470"/>
                  </a:lnTo>
                  <a:lnTo>
                    <a:pt x="8193" y="26789"/>
                  </a:lnTo>
                  <a:lnTo>
                    <a:pt x="8193" y="27096"/>
                  </a:lnTo>
                  <a:lnTo>
                    <a:pt x="8921" y="27454"/>
                  </a:lnTo>
                  <a:lnTo>
                    <a:pt x="8921" y="27454"/>
                  </a:lnTo>
                  <a:lnTo>
                    <a:pt x="8857" y="27211"/>
                  </a:lnTo>
                  <a:lnTo>
                    <a:pt x="9036" y="27185"/>
                  </a:lnTo>
                  <a:lnTo>
                    <a:pt x="9279" y="26789"/>
                  </a:lnTo>
                  <a:lnTo>
                    <a:pt x="9087" y="27262"/>
                  </a:lnTo>
                  <a:lnTo>
                    <a:pt x="9075" y="27569"/>
                  </a:lnTo>
                  <a:lnTo>
                    <a:pt x="9266" y="27901"/>
                  </a:lnTo>
                  <a:lnTo>
                    <a:pt x="9522" y="28182"/>
                  </a:lnTo>
                  <a:lnTo>
                    <a:pt x="9650" y="28105"/>
                  </a:lnTo>
                  <a:lnTo>
                    <a:pt x="9650" y="28259"/>
                  </a:lnTo>
                  <a:lnTo>
                    <a:pt x="9816" y="28272"/>
                  </a:lnTo>
                  <a:lnTo>
                    <a:pt x="10033" y="28604"/>
                  </a:lnTo>
                  <a:lnTo>
                    <a:pt x="10033" y="28808"/>
                  </a:lnTo>
                  <a:lnTo>
                    <a:pt x="10212" y="28808"/>
                  </a:lnTo>
                  <a:lnTo>
                    <a:pt x="10020" y="28936"/>
                  </a:lnTo>
                  <a:lnTo>
                    <a:pt x="10097" y="29166"/>
                  </a:lnTo>
                  <a:lnTo>
                    <a:pt x="10212" y="29179"/>
                  </a:lnTo>
                  <a:lnTo>
                    <a:pt x="10250" y="28885"/>
                  </a:lnTo>
                  <a:lnTo>
                    <a:pt x="10301" y="29345"/>
                  </a:lnTo>
                  <a:lnTo>
                    <a:pt x="10519" y="29486"/>
                  </a:lnTo>
                  <a:lnTo>
                    <a:pt x="10583" y="29601"/>
                  </a:lnTo>
                  <a:lnTo>
                    <a:pt x="10851" y="29716"/>
                  </a:lnTo>
                  <a:lnTo>
                    <a:pt x="11273" y="29741"/>
                  </a:lnTo>
                  <a:lnTo>
                    <a:pt x="11260" y="29997"/>
                  </a:lnTo>
                  <a:lnTo>
                    <a:pt x="10813" y="29856"/>
                  </a:lnTo>
                  <a:lnTo>
                    <a:pt x="10429" y="29601"/>
                  </a:lnTo>
                  <a:lnTo>
                    <a:pt x="9982" y="29831"/>
                  </a:lnTo>
                  <a:lnTo>
                    <a:pt x="9867" y="30086"/>
                  </a:lnTo>
                  <a:lnTo>
                    <a:pt x="11413" y="31262"/>
                  </a:lnTo>
                  <a:lnTo>
                    <a:pt x="12027" y="31710"/>
                  </a:lnTo>
                  <a:lnTo>
                    <a:pt x="12513" y="31710"/>
                  </a:lnTo>
                  <a:lnTo>
                    <a:pt x="12589" y="31927"/>
                  </a:lnTo>
                  <a:lnTo>
                    <a:pt x="12768" y="32080"/>
                  </a:lnTo>
                  <a:lnTo>
                    <a:pt x="12896" y="32182"/>
                  </a:lnTo>
                  <a:lnTo>
                    <a:pt x="12973" y="32234"/>
                  </a:lnTo>
                  <a:lnTo>
                    <a:pt x="13254" y="32297"/>
                  </a:lnTo>
                  <a:lnTo>
                    <a:pt x="13522" y="32374"/>
                  </a:lnTo>
                  <a:lnTo>
                    <a:pt x="13727" y="32272"/>
                  </a:lnTo>
                  <a:lnTo>
                    <a:pt x="13867" y="32195"/>
                  </a:lnTo>
                  <a:lnTo>
                    <a:pt x="13918" y="32157"/>
                  </a:lnTo>
                  <a:lnTo>
                    <a:pt x="13931" y="32144"/>
                  </a:lnTo>
                  <a:lnTo>
                    <a:pt x="13855" y="32029"/>
                  </a:lnTo>
                  <a:lnTo>
                    <a:pt x="13688" y="31825"/>
                  </a:lnTo>
                  <a:lnTo>
                    <a:pt x="13446" y="31531"/>
                  </a:lnTo>
                  <a:lnTo>
                    <a:pt x="12794" y="31109"/>
                  </a:lnTo>
                  <a:lnTo>
                    <a:pt x="12602" y="30623"/>
                  </a:lnTo>
                  <a:lnTo>
                    <a:pt x="12602" y="30623"/>
                  </a:lnTo>
                  <a:lnTo>
                    <a:pt x="13139" y="31007"/>
                  </a:lnTo>
                  <a:lnTo>
                    <a:pt x="13957" y="31428"/>
                  </a:lnTo>
                  <a:lnTo>
                    <a:pt x="14136" y="31658"/>
                  </a:lnTo>
                  <a:lnTo>
                    <a:pt x="36323" y="31658"/>
                  </a:lnTo>
                  <a:lnTo>
                    <a:pt x="36591" y="31991"/>
                  </a:lnTo>
                  <a:lnTo>
                    <a:pt x="37000" y="31991"/>
                  </a:lnTo>
                  <a:lnTo>
                    <a:pt x="37358" y="32080"/>
                  </a:lnTo>
                  <a:lnTo>
                    <a:pt x="37550" y="31965"/>
                  </a:lnTo>
                  <a:lnTo>
                    <a:pt x="37831" y="32080"/>
                  </a:lnTo>
                  <a:lnTo>
                    <a:pt x="38036" y="32080"/>
                  </a:lnTo>
                  <a:lnTo>
                    <a:pt x="38240" y="32349"/>
                  </a:lnTo>
                  <a:lnTo>
                    <a:pt x="38598" y="32349"/>
                  </a:lnTo>
                  <a:lnTo>
                    <a:pt x="38738" y="32643"/>
                  </a:lnTo>
                  <a:lnTo>
                    <a:pt x="39518" y="32476"/>
                  </a:lnTo>
                  <a:lnTo>
                    <a:pt x="39838" y="32553"/>
                  </a:lnTo>
                  <a:lnTo>
                    <a:pt x="40068" y="32655"/>
                  </a:lnTo>
                  <a:lnTo>
                    <a:pt x="40323" y="32655"/>
                  </a:lnTo>
                  <a:lnTo>
                    <a:pt x="40336" y="32630"/>
                  </a:lnTo>
                  <a:lnTo>
                    <a:pt x="40387" y="32617"/>
                  </a:lnTo>
                  <a:lnTo>
                    <a:pt x="40451" y="32604"/>
                  </a:lnTo>
                  <a:lnTo>
                    <a:pt x="40528" y="32604"/>
                  </a:lnTo>
                  <a:lnTo>
                    <a:pt x="40643" y="32579"/>
                  </a:lnTo>
                  <a:lnTo>
                    <a:pt x="40464" y="32157"/>
                  </a:lnTo>
                  <a:lnTo>
                    <a:pt x="40937" y="32157"/>
                  </a:lnTo>
                  <a:lnTo>
                    <a:pt x="40975" y="32080"/>
                  </a:lnTo>
                  <a:lnTo>
                    <a:pt x="41243" y="32080"/>
                  </a:lnTo>
                  <a:lnTo>
                    <a:pt x="41346" y="31850"/>
                  </a:lnTo>
                  <a:lnTo>
                    <a:pt x="41359" y="31837"/>
                  </a:lnTo>
                  <a:lnTo>
                    <a:pt x="41359" y="31658"/>
                  </a:lnTo>
                  <a:lnTo>
                    <a:pt x="41946" y="31658"/>
                  </a:lnTo>
                  <a:lnTo>
                    <a:pt x="41972" y="31684"/>
                  </a:lnTo>
                  <a:lnTo>
                    <a:pt x="42407" y="31710"/>
                  </a:lnTo>
                  <a:lnTo>
                    <a:pt x="42522" y="31773"/>
                  </a:lnTo>
                  <a:lnTo>
                    <a:pt x="42892" y="31863"/>
                  </a:lnTo>
                  <a:lnTo>
                    <a:pt x="42892" y="31876"/>
                  </a:lnTo>
                  <a:lnTo>
                    <a:pt x="43020" y="31876"/>
                  </a:lnTo>
                  <a:lnTo>
                    <a:pt x="43340" y="32630"/>
                  </a:lnTo>
                  <a:lnTo>
                    <a:pt x="43966" y="32591"/>
                  </a:lnTo>
                  <a:lnTo>
                    <a:pt x="44030" y="32758"/>
                  </a:lnTo>
                  <a:lnTo>
                    <a:pt x="44094" y="32745"/>
                  </a:lnTo>
                  <a:lnTo>
                    <a:pt x="44094" y="32949"/>
                  </a:lnTo>
                  <a:lnTo>
                    <a:pt x="44336" y="33307"/>
                  </a:lnTo>
                  <a:lnTo>
                    <a:pt x="44336" y="33908"/>
                  </a:lnTo>
                  <a:lnTo>
                    <a:pt x="45180" y="34253"/>
                  </a:lnTo>
                  <a:lnTo>
                    <a:pt x="44720" y="34189"/>
                  </a:lnTo>
                  <a:lnTo>
                    <a:pt x="44656" y="34189"/>
                  </a:lnTo>
                  <a:lnTo>
                    <a:pt x="44796" y="34355"/>
                  </a:lnTo>
                  <a:lnTo>
                    <a:pt x="44899" y="34483"/>
                  </a:lnTo>
                  <a:lnTo>
                    <a:pt x="45090" y="34483"/>
                  </a:lnTo>
                  <a:lnTo>
                    <a:pt x="45103" y="34406"/>
                  </a:lnTo>
                  <a:lnTo>
                    <a:pt x="45282" y="34406"/>
                  </a:lnTo>
                  <a:lnTo>
                    <a:pt x="45947" y="34355"/>
                  </a:lnTo>
                  <a:lnTo>
                    <a:pt x="46675" y="34572"/>
                  </a:lnTo>
                  <a:lnTo>
                    <a:pt x="46969" y="34713"/>
                  </a:lnTo>
                  <a:lnTo>
                    <a:pt x="47046" y="34713"/>
                  </a:lnTo>
                  <a:lnTo>
                    <a:pt x="47302" y="34662"/>
                  </a:lnTo>
                  <a:lnTo>
                    <a:pt x="47455" y="34866"/>
                  </a:lnTo>
                  <a:lnTo>
                    <a:pt x="47468" y="34866"/>
                  </a:lnTo>
                  <a:lnTo>
                    <a:pt x="47608" y="35033"/>
                  </a:lnTo>
                  <a:lnTo>
                    <a:pt x="48017" y="35429"/>
                  </a:lnTo>
                  <a:lnTo>
                    <a:pt x="47979" y="35493"/>
                  </a:lnTo>
                  <a:lnTo>
                    <a:pt x="48043" y="35646"/>
                  </a:lnTo>
                  <a:lnTo>
                    <a:pt x="48196" y="35723"/>
                  </a:lnTo>
                  <a:lnTo>
                    <a:pt x="48056" y="35978"/>
                  </a:lnTo>
                  <a:lnTo>
                    <a:pt x="48004" y="36144"/>
                  </a:lnTo>
                  <a:lnTo>
                    <a:pt x="47570" y="36144"/>
                  </a:lnTo>
                  <a:lnTo>
                    <a:pt x="47506" y="36106"/>
                  </a:lnTo>
                  <a:lnTo>
                    <a:pt x="47353" y="36093"/>
                  </a:lnTo>
                  <a:lnTo>
                    <a:pt x="47250" y="35914"/>
                  </a:lnTo>
                  <a:lnTo>
                    <a:pt x="47186" y="35863"/>
                  </a:lnTo>
                  <a:lnTo>
                    <a:pt x="46893" y="35493"/>
                  </a:lnTo>
                  <a:lnTo>
                    <a:pt x="46778" y="35608"/>
                  </a:lnTo>
                  <a:lnTo>
                    <a:pt x="46880" y="35825"/>
                  </a:lnTo>
                  <a:lnTo>
                    <a:pt x="47008" y="36068"/>
                  </a:lnTo>
                  <a:lnTo>
                    <a:pt x="47020" y="36093"/>
                  </a:lnTo>
                  <a:lnTo>
                    <a:pt x="46841" y="36413"/>
                  </a:lnTo>
                  <a:lnTo>
                    <a:pt x="46726" y="37077"/>
                  </a:lnTo>
                  <a:lnTo>
                    <a:pt x="46701" y="37359"/>
                  </a:lnTo>
                  <a:lnTo>
                    <a:pt x="46075" y="37653"/>
                  </a:lnTo>
                  <a:lnTo>
                    <a:pt x="46023" y="37806"/>
                  </a:lnTo>
                  <a:lnTo>
                    <a:pt x="46049" y="38062"/>
                  </a:lnTo>
                  <a:lnTo>
                    <a:pt x="45921" y="38164"/>
                  </a:lnTo>
                  <a:lnTo>
                    <a:pt x="45896" y="38189"/>
                  </a:lnTo>
                  <a:lnTo>
                    <a:pt x="45717" y="38317"/>
                  </a:lnTo>
                  <a:lnTo>
                    <a:pt x="45729" y="38522"/>
                  </a:lnTo>
                  <a:lnTo>
                    <a:pt x="46138" y="38253"/>
                  </a:lnTo>
                  <a:lnTo>
                    <a:pt x="46650" y="37780"/>
                  </a:lnTo>
                  <a:lnTo>
                    <a:pt x="47250" y="37806"/>
                  </a:lnTo>
                  <a:lnTo>
                    <a:pt x="47800" y="37576"/>
                  </a:lnTo>
                  <a:lnTo>
                    <a:pt x="48797" y="37576"/>
                  </a:lnTo>
                  <a:lnTo>
                    <a:pt x="48362" y="37359"/>
                  </a:lnTo>
                  <a:lnTo>
                    <a:pt x="48222" y="37320"/>
                  </a:lnTo>
                  <a:lnTo>
                    <a:pt x="48234" y="37295"/>
                  </a:lnTo>
                  <a:lnTo>
                    <a:pt x="48043" y="37192"/>
                  </a:lnTo>
                  <a:lnTo>
                    <a:pt x="48222" y="36783"/>
                  </a:lnTo>
                  <a:lnTo>
                    <a:pt x="48912" y="36694"/>
                  </a:lnTo>
                  <a:lnTo>
                    <a:pt x="49436" y="36464"/>
                  </a:lnTo>
                  <a:lnTo>
                    <a:pt x="50088" y="36579"/>
                  </a:lnTo>
                  <a:lnTo>
                    <a:pt x="50688" y="36272"/>
                  </a:lnTo>
                  <a:lnTo>
                    <a:pt x="50727" y="36528"/>
                  </a:lnTo>
                  <a:lnTo>
                    <a:pt x="50982" y="36528"/>
                  </a:lnTo>
                  <a:lnTo>
                    <a:pt x="52120" y="35761"/>
                  </a:lnTo>
                  <a:lnTo>
                    <a:pt x="54638" y="35761"/>
                  </a:lnTo>
                  <a:lnTo>
                    <a:pt x="54880" y="35263"/>
                  </a:lnTo>
                  <a:lnTo>
                    <a:pt x="55174" y="35301"/>
                  </a:lnTo>
                  <a:lnTo>
                    <a:pt x="55494" y="34918"/>
                  </a:lnTo>
                  <a:lnTo>
                    <a:pt x="55673" y="34662"/>
                  </a:lnTo>
                  <a:lnTo>
                    <a:pt x="55673" y="34253"/>
                  </a:lnTo>
                  <a:lnTo>
                    <a:pt x="55813" y="33933"/>
                  </a:lnTo>
                  <a:lnTo>
                    <a:pt x="56465" y="33269"/>
                  </a:lnTo>
                  <a:lnTo>
                    <a:pt x="56772" y="33269"/>
                  </a:lnTo>
                  <a:lnTo>
                    <a:pt x="56772" y="33639"/>
                  </a:lnTo>
                  <a:lnTo>
                    <a:pt x="57334" y="33345"/>
                  </a:lnTo>
                  <a:lnTo>
                    <a:pt x="57667" y="33614"/>
                  </a:lnTo>
                  <a:lnTo>
                    <a:pt x="57667" y="34151"/>
                  </a:lnTo>
                  <a:lnTo>
                    <a:pt x="57526" y="34547"/>
                  </a:lnTo>
                  <a:lnTo>
                    <a:pt x="57539" y="34662"/>
                  </a:lnTo>
                  <a:lnTo>
                    <a:pt x="57552" y="34764"/>
                  </a:lnTo>
                  <a:lnTo>
                    <a:pt x="57654" y="35096"/>
                  </a:lnTo>
                  <a:lnTo>
                    <a:pt x="57973" y="35096"/>
                  </a:lnTo>
                  <a:lnTo>
                    <a:pt x="57973" y="35352"/>
                  </a:lnTo>
                  <a:lnTo>
                    <a:pt x="58382" y="35646"/>
                  </a:lnTo>
                  <a:lnTo>
                    <a:pt x="58587" y="35454"/>
                  </a:lnTo>
                  <a:lnTo>
                    <a:pt x="58779" y="35454"/>
                  </a:lnTo>
                  <a:lnTo>
                    <a:pt x="59149" y="35339"/>
                  </a:lnTo>
                  <a:lnTo>
                    <a:pt x="59545" y="34918"/>
                  </a:lnTo>
                  <a:lnTo>
                    <a:pt x="59967" y="34483"/>
                  </a:lnTo>
                  <a:lnTo>
                    <a:pt x="60108" y="34534"/>
                  </a:lnTo>
                  <a:lnTo>
                    <a:pt x="59890" y="34981"/>
                  </a:lnTo>
                  <a:lnTo>
                    <a:pt x="60990" y="35071"/>
                  </a:lnTo>
                  <a:lnTo>
                    <a:pt x="60491" y="35326"/>
                  </a:lnTo>
                  <a:lnTo>
                    <a:pt x="59929" y="35480"/>
                  </a:lnTo>
                  <a:lnTo>
                    <a:pt x="59507" y="35838"/>
                  </a:lnTo>
                  <a:lnTo>
                    <a:pt x="58791" y="36515"/>
                  </a:lnTo>
                  <a:lnTo>
                    <a:pt x="58830" y="37065"/>
                  </a:lnTo>
                  <a:lnTo>
                    <a:pt x="59162" y="37525"/>
                  </a:lnTo>
                  <a:lnTo>
                    <a:pt x="59763" y="37538"/>
                  </a:lnTo>
                  <a:lnTo>
                    <a:pt x="60274" y="36771"/>
                  </a:lnTo>
                  <a:lnTo>
                    <a:pt x="60619" y="36081"/>
                  </a:lnTo>
                  <a:lnTo>
                    <a:pt x="61271" y="36183"/>
                  </a:lnTo>
                  <a:lnTo>
                    <a:pt x="61578" y="35876"/>
                  </a:lnTo>
                  <a:lnTo>
                    <a:pt x="63137" y="34930"/>
                  </a:lnTo>
                  <a:lnTo>
                    <a:pt x="62881" y="34777"/>
                  </a:lnTo>
                  <a:lnTo>
                    <a:pt x="62677" y="34534"/>
                  </a:lnTo>
                  <a:lnTo>
                    <a:pt x="62983" y="34381"/>
                  </a:lnTo>
                  <a:lnTo>
                    <a:pt x="62958" y="34112"/>
                  </a:lnTo>
                  <a:lnTo>
                    <a:pt x="63060" y="33831"/>
                  </a:lnTo>
                  <a:lnTo>
                    <a:pt x="63443" y="33601"/>
                  </a:lnTo>
                  <a:lnTo>
                    <a:pt x="63443" y="33601"/>
                  </a:lnTo>
                  <a:lnTo>
                    <a:pt x="63316" y="34125"/>
                  </a:lnTo>
                  <a:lnTo>
                    <a:pt x="63328" y="34151"/>
                  </a:lnTo>
                  <a:lnTo>
                    <a:pt x="63341" y="34176"/>
                  </a:lnTo>
                  <a:lnTo>
                    <a:pt x="63431" y="34266"/>
                  </a:lnTo>
                  <a:lnTo>
                    <a:pt x="63546" y="34368"/>
                  </a:lnTo>
                  <a:lnTo>
                    <a:pt x="64121" y="33946"/>
                  </a:lnTo>
                  <a:lnTo>
                    <a:pt x="63993" y="33614"/>
                  </a:lnTo>
                  <a:lnTo>
                    <a:pt x="63559" y="33486"/>
                  </a:lnTo>
                  <a:lnTo>
                    <a:pt x="63584" y="33103"/>
                  </a:lnTo>
                  <a:lnTo>
                    <a:pt x="63252" y="32604"/>
                  </a:lnTo>
                  <a:lnTo>
                    <a:pt x="62856" y="33576"/>
                  </a:lnTo>
                  <a:lnTo>
                    <a:pt x="62689" y="34100"/>
                  </a:lnTo>
                  <a:lnTo>
                    <a:pt x="62715" y="34266"/>
                  </a:lnTo>
                  <a:lnTo>
                    <a:pt x="62715" y="34381"/>
                  </a:lnTo>
                  <a:lnTo>
                    <a:pt x="62715" y="34419"/>
                  </a:lnTo>
                  <a:lnTo>
                    <a:pt x="62702" y="34432"/>
                  </a:lnTo>
                  <a:lnTo>
                    <a:pt x="62434" y="34381"/>
                  </a:lnTo>
                  <a:lnTo>
                    <a:pt x="62217" y="34355"/>
                  </a:lnTo>
                  <a:lnTo>
                    <a:pt x="61846" y="34509"/>
                  </a:lnTo>
                  <a:lnTo>
                    <a:pt x="61450" y="34572"/>
                  </a:lnTo>
                  <a:lnTo>
                    <a:pt x="60645" y="34521"/>
                  </a:lnTo>
                  <a:lnTo>
                    <a:pt x="60299" y="34240"/>
                  </a:lnTo>
                  <a:lnTo>
                    <a:pt x="60568" y="34010"/>
                  </a:lnTo>
                  <a:lnTo>
                    <a:pt x="60926" y="33997"/>
                  </a:lnTo>
                  <a:lnTo>
                    <a:pt x="61578" y="34240"/>
                  </a:lnTo>
                  <a:lnTo>
                    <a:pt x="61603" y="34240"/>
                  </a:lnTo>
                  <a:lnTo>
                    <a:pt x="61616" y="34215"/>
                  </a:lnTo>
                  <a:lnTo>
                    <a:pt x="61629" y="34151"/>
                  </a:lnTo>
                  <a:lnTo>
                    <a:pt x="61654" y="34048"/>
                  </a:lnTo>
                  <a:lnTo>
                    <a:pt x="61769" y="33703"/>
                  </a:lnTo>
                  <a:lnTo>
                    <a:pt x="62153" y="33627"/>
                  </a:lnTo>
                  <a:lnTo>
                    <a:pt x="61974" y="33435"/>
                  </a:lnTo>
                  <a:lnTo>
                    <a:pt x="61181" y="33588"/>
                  </a:lnTo>
                  <a:lnTo>
                    <a:pt x="60453" y="33448"/>
                  </a:lnTo>
                  <a:lnTo>
                    <a:pt x="60184" y="33192"/>
                  </a:lnTo>
                  <a:lnTo>
                    <a:pt x="60005" y="33601"/>
                  </a:lnTo>
                  <a:lnTo>
                    <a:pt x="60363" y="34087"/>
                  </a:lnTo>
                  <a:lnTo>
                    <a:pt x="59903" y="34253"/>
                  </a:lnTo>
                  <a:lnTo>
                    <a:pt x="59354" y="33448"/>
                  </a:lnTo>
                  <a:lnTo>
                    <a:pt x="59852" y="33243"/>
                  </a:lnTo>
                  <a:lnTo>
                    <a:pt x="59916" y="32962"/>
                  </a:lnTo>
                  <a:lnTo>
                    <a:pt x="59456" y="32962"/>
                  </a:lnTo>
                  <a:lnTo>
                    <a:pt x="59060" y="32706"/>
                  </a:lnTo>
                  <a:lnTo>
                    <a:pt x="59405" y="32604"/>
                  </a:lnTo>
                  <a:lnTo>
                    <a:pt x="59673" y="32834"/>
                  </a:lnTo>
                  <a:lnTo>
                    <a:pt x="60031" y="32451"/>
                  </a:lnTo>
                  <a:lnTo>
                    <a:pt x="60440" y="32374"/>
                  </a:lnTo>
                  <a:lnTo>
                    <a:pt x="60619" y="31863"/>
                  </a:lnTo>
                  <a:lnTo>
                    <a:pt x="60236" y="31467"/>
                  </a:lnTo>
                  <a:lnTo>
                    <a:pt x="58561" y="31467"/>
                  </a:lnTo>
                  <a:lnTo>
                    <a:pt x="58267" y="31748"/>
                  </a:lnTo>
                  <a:lnTo>
                    <a:pt x="57270" y="31901"/>
                  </a:lnTo>
                  <a:lnTo>
                    <a:pt x="57079" y="32297"/>
                  </a:lnTo>
                  <a:lnTo>
                    <a:pt x="56798" y="32323"/>
                  </a:lnTo>
                  <a:lnTo>
                    <a:pt x="55622" y="33461"/>
                  </a:lnTo>
                  <a:lnTo>
                    <a:pt x="56874" y="31748"/>
                  </a:lnTo>
                  <a:lnTo>
                    <a:pt x="57309" y="31671"/>
                  </a:lnTo>
                  <a:lnTo>
                    <a:pt x="57488" y="31377"/>
                  </a:lnTo>
                  <a:lnTo>
                    <a:pt x="57999" y="31377"/>
                  </a:lnTo>
                  <a:lnTo>
                    <a:pt x="58344" y="30662"/>
                  </a:lnTo>
                  <a:lnTo>
                    <a:pt x="59494" y="30253"/>
                  </a:lnTo>
                  <a:lnTo>
                    <a:pt x="61718" y="30342"/>
                  </a:lnTo>
                  <a:lnTo>
                    <a:pt x="63699" y="30419"/>
                  </a:lnTo>
                  <a:lnTo>
                    <a:pt x="64849" y="29677"/>
                  </a:lnTo>
                  <a:lnTo>
                    <a:pt x="65514" y="29115"/>
                  </a:lnTo>
                  <a:lnTo>
                    <a:pt x="66945" y="28808"/>
                  </a:lnTo>
                  <a:lnTo>
                    <a:pt x="67137" y="28220"/>
                  </a:lnTo>
                  <a:lnTo>
                    <a:pt x="67137" y="27262"/>
                  </a:lnTo>
                  <a:lnTo>
                    <a:pt x="66869" y="26891"/>
                  </a:lnTo>
                  <a:lnTo>
                    <a:pt x="66179" y="26508"/>
                  </a:lnTo>
                  <a:lnTo>
                    <a:pt x="65808" y="26124"/>
                  </a:lnTo>
                  <a:lnTo>
                    <a:pt x="65233" y="26278"/>
                  </a:lnTo>
                  <a:lnTo>
                    <a:pt x="64325" y="26751"/>
                  </a:lnTo>
                  <a:lnTo>
                    <a:pt x="63891" y="26891"/>
                  </a:lnTo>
                  <a:lnTo>
                    <a:pt x="63891" y="26891"/>
                  </a:lnTo>
                  <a:lnTo>
                    <a:pt x="63904" y="26648"/>
                  </a:lnTo>
                  <a:lnTo>
                    <a:pt x="64530" y="26508"/>
                  </a:lnTo>
                  <a:lnTo>
                    <a:pt x="65424" y="25971"/>
                  </a:lnTo>
                  <a:lnTo>
                    <a:pt x="65974" y="25690"/>
                  </a:lnTo>
                  <a:lnTo>
                    <a:pt x="65540" y="25575"/>
                  </a:lnTo>
                  <a:lnTo>
                    <a:pt x="65297" y="25460"/>
                  </a:lnTo>
                  <a:lnTo>
                    <a:pt x="64964" y="25409"/>
                  </a:lnTo>
                  <a:lnTo>
                    <a:pt x="64926" y="25370"/>
                  </a:lnTo>
                  <a:lnTo>
                    <a:pt x="64824" y="25294"/>
                  </a:lnTo>
                  <a:lnTo>
                    <a:pt x="64709" y="25166"/>
                  </a:lnTo>
                  <a:lnTo>
                    <a:pt x="64658" y="25089"/>
                  </a:lnTo>
                  <a:lnTo>
                    <a:pt x="64632" y="25025"/>
                  </a:lnTo>
                  <a:lnTo>
                    <a:pt x="64594" y="24974"/>
                  </a:lnTo>
                  <a:lnTo>
                    <a:pt x="64568" y="24961"/>
                  </a:lnTo>
                  <a:lnTo>
                    <a:pt x="64543" y="24974"/>
                  </a:lnTo>
                  <a:lnTo>
                    <a:pt x="64517" y="25000"/>
                  </a:lnTo>
                  <a:lnTo>
                    <a:pt x="64491" y="25076"/>
                  </a:lnTo>
                  <a:lnTo>
                    <a:pt x="64479" y="25128"/>
                  </a:lnTo>
                  <a:lnTo>
                    <a:pt x="64249" y="25383"/>
                  </a:lnTo>
                  <a:lnTo>
                    <a:pt x="64121" y="25307"/>
                  </a:lnTo>
                  <a:lnTo>
                    <a:pt x="64031" y="25230"/>
                  </a:lnTo>
                  <a:lnTo>
                    <a:pt x="63993" y="25204"/>
                  </a:lnTo>
                  <a:lnTo>
                    <a:pt x="63980" y="25179"/>
                  </a:lnTo>
                  <a:lnTo>
                    <a:pt x="63967" y="25128"/>
                  </a:lnTo>
                  <a:lnTo>
                    <a:pt x="63967" y="25076"/>
                  </a:lnTo>
                  <a:lnTo>
                    <a:pt x="63980" y="25025"/>
                  </a:lnTo>
                  <a:lnTo>
                    <a:pt x="63303" y="25230"/>
                  </a:lnTo>
                  <a:lnTo>
                    <a:pt x="63303" y="25230"/>
                  </a:lnTo>
                  <a:lnTo>
                    <a:pt x="63495" y="25064"/>
                  </a:lnTo>
                  <a:lnTo>
                    <a:pt x="63622" y="24936"/>
                  </a:lnTo>
                  <a:lnTo>
                    <a:pt x="63699" y="24859"/>
                  </a:lnTo>
                  <a:lnTo>
                    <a:pt x="63725" y="24795"/>
                  </a:lnTo>
                  <a:lnTo>
                    <a:pt x="63725" y="24706"/>
                  </a:lnTo>
                  <a:lnTo>
                    <a:pt x="63725" y="24629"/>
                  </a:lnTo>
                  <a:lnTo>
                    <a:pt x="63712" y="24604"/>
                  </a:lnTo>
                  <a:lnTo>
                    <a:pt x="63699" y="24591"/>
                  </a:lnTo>
                  <a:lnTo>
                    <a:pt x="63686" y="24565"/>
                  </a:lnTo>
                  <a:lnTo>
                    <a:pt x="63661" y="24552"/>
                  </a:lnTo>
                  <a:lnTo>
                    <a:pt x="63635" y="24489"/>
                  </a:lnTo>
                  <a:lnTo>
                    <a:pt x="63622" y="24425"/>
                  </a:lnTo>
                  <a:lnTo>
                    <a:pt x="63150" y="24348"/>
                  </a:lnTo>
                  <a:lnTo>
                    <a:pt x="63047" y="24016"/>
                  </a:lnTo>
                  <a:lnTo>
                    <a:pt x="62932" y="24003"/>
                  </a:lnTo>
                  <a:lnTo>
                    <a:pt x="62728" y="24195"/>
                  </a:lnTo>
                  <a:lnTo>
                    <a:pt x="62638" y="23926"/>
                  </a:lnTo>
                  <a:lnTo>
                    <a:pt x="62728" y="23734"/>
                  </a:lnTo>
                  <a:lnTo>
                    <a:pt x="62574" y="23696"/>
                  </a:lnTo>
                  <a:lnTo>
                    <a:pt x="62728" y="23453"/>
                  </a:lnTo>
                  <a:lnTo>
                    <a:pt x="62664" y="23274"/>
                  </a:lnTo>
                  <a:lnTo>
                    <a:pt x="62626" y="23134"/>
                  </a:lnTo>
                  <a:lnTo>
                    <a:pt x="62587" y="23032"/>
                  </a:lnTo>
                  <a:lnTo>
                    <a:pt x="62574" y="22955"/>
                  </a:lnTo>
                  <a:lnTo>
                    <a:pt x="62587" y="22929"/>
                  </a:lnTo>
                  <a:lnTo>
                    <a:pt x="62626" y="22891"/>
                  </a:lnTo>
                  <a:lnTo>
                    <a:pt x="62664" y="22865"/>
                  </a:lnTo>
                  <a:lnTo>
                    <a:pt x="62664" y="22763"/>
                  </a:lnTo>
                  <a:lnTo>
                    <a:pt x="62434" y="22610"/>
                  </a:lnTo>
                  <a:lnTo>
                    <a:pt x="62574" y="22469"/>
                  </a:lnTo>
                  <a:lnTo>
                    <a:pt x="62664" y="22239"/>
                  </a:lnTo>
                  <a:lnTo>
                    <a:pt x="62447" y="22124"/>
                  </a:lnTo>
                  <a:lnTo>
                    <a:pt x="62306" y="22022"/>
                  </a:lnTo>
                  <a:lnTo>
                    <a:pt x="62255" y="21984"/>
                  </a:lnTo>
                  <a:lnTo>
                    <a:pt x="62229" y="21945"/>
                  </a:lnTo>
                  <a:lnTo>
                    <a:pt x="62229" y="21754"/>
                  </a:lnTo>
                  <a:lnTo>
                    <a:pt x="61897" y="21587"/>
                  </a:lnTo>
                  <a:lnTo>
                    <a:pt x="61897" y="21306"/>
                  </a:lnTo>
                  <a:lnTo>
                    <a:pt x="61641" y="21153"/>
                  </a:lnTo>
                  <a:lnTo>
                    <a:pt x="61641" y="20846"/>
                  </a:lnTo>
                  <a:lnTo>
                    <a:pt x="61373" y="20718"/>
                  </a:lnTo>
                  <a:lnTo>
                    <a:pt x="61373" y="20412"/>
                  </a:lnTo>
                  <a:lnTo>
                    <a:pt x="61117" y="20207"/>
                  </a:lnTo>
                  <a:lnTo>
                    <a:pt x="60823" y="19709"/>
                  </a:lnTo>
                  <a:lnTo>
                    <a:pt x="60440" y="19236"/>
                  </a:lnTo>
                  <a:lnTo>
                    <a:pt x="60184" y="18725"/>
                  </a:lnTo>
                  <a:lnTo>
                    <a:pt x="60031" y="18725"/>
                  </a:lnTo>
                  <a:lnTo>
                    <a:pt x="59878" y="18967"/>
                  </a:lnTo>
                  <a:lnTo>
                    <a:pt x="59750" y="19415"/>
                  </a:lnTo>
                  <a:lnTo>
                    <a:pt x="59584" y="19875"/>
                  </a:lnTo>
                  <a:lnTo>
                    <a:pt x="59290" y="19913"/>
                  </a:lnTo>
                  <a:lnTo>
                    <a:pt x="59290" y="20245"/>
                  </a:lnTo>
                  <a:lnTo>
                    <a:pt x="59188" y="20654"/>
                  </a:lnTo>
                  <a:lnTo>
                    <a:pt x="58906" y="21012"/>
                  </a:lnTo>
                  <a:lnTo>
                    <a:pt x="58689" y="20948"/>
                  </a:lnTo>
                  <a:lnTo>
                    <a:pt x="58548" y="21319"/>
                  </a:lnTo>
                  <a:lnTo>
                    <a:pt x="58012" y="21447"/>
                  </a:lnTo>
                  <a:lnTo>
                    <a:pt x="57526" y="21447"/>
                  </a:lnTo>
                  <a:lnTo>
                    <a:pt x="57411" y="21191"/>
                  </a:lnTo>
                  <a:lnTo>
                    <a:pt x="57104" y="20948"/>
                  </a:lnTo>
                  <a:lnTo>
                    <a:pt x="56759" y="20884"/>
                  </a:lnTo>
                  <a:lnTo>
                    <a:pt x="56452" y="20884"/>
                  </a:lnTo>
                  <a:lnTo>
                    <a:pt x="56644" y="20680"/>
                  </a:lnTo>
                  <a:lnTo>
                    <a:pt x="56529" y="20373"/>
                  </a:lnTo>
                  <a:lnTo>
                    <a:pt x="56210" y="20207"/>
                  </a:lnTo>
                  <a:lnTo>
                    <a:pt x="56529" y="19875"/>
                  </a:lnTo>
                  <a:lnTo>
                    <a:pt x="56210" y="19645"/>
                  </a:lnTo>
                  <a:lnTo>
                    <a:pt x="56095" y="19095"/>
                  </a:lnTo>
                  <a:lnTo>
                    <a:pt x="56120" y="19057"/>
                  </a:lnTo>
                  <a:lnTo>
                    <a:pt x="56197" y="18942"/>
                  </a:lnTo>
                  <a:lnTo>
                    <a:pt x="56286" y="18814"/>
                  </a:lnTo>
                  <a:lnTo>
                    <a:pt x="56350" y="18776"/>
                  </a:lnTo>
                  <a:lnTo>
                    <a:pt x="56401" y="18737"/>
                  </a:lnTo>
                  <a:lnTo>
                    <a:pt x="56452" y="18712"/>
                  </a:lnTo>
                  <a:lnTo>
                    <a:pt x="56491" y="18686"/>
                  </a:lnTo>
                  <a:lnTo>
                    <a:pt x="56504" y="18648"/>
                  </a:lnTo>
                  <a:lnTo>
                    <a:pt x="56529" y="18609"/>
                  </a:lnTo>
                  <a:lnTo>
                    <a:pt x="56529" y="18558"/>
                  </a:lnTo>
                  <a:lnTo>
                    <a:pt x="56529" y="18533"/>
                  </a:lnTo>
                  <a:lnTo>
                    <a:pt x="56312" y="18264"/>
                  </a:lnTo>
                  <a:lnTo>
                    <a:pt x="55865" y="18507"/>
                  </a:lnTo>
                  <a:lnTo>
                    <a:pt x="55852" y="18316"/>
                  </a:lnTo>
                  <a:lnTo>
                    <a:pt x="55149" y="18316"/>
                  </a:lnTo>
                  <a:lnTo>
                    <a:pt x="54561" y="18022"/>
                  </a:lnTo>
                  <a:lnTo>
                    <a:pt x="54638" y="17715"/>
                  </a:lnTo>
                  <a:lnTo>
                    <a:pt x="54804" y="17561"/>
                  </a:lnTo>
                  <a:lnTo>
                    <a:pt x="54139" y="17370"/>
                  </a:lnTo>
                  <a:lnTo>
                    <a:pt x="53538" y="16731"/>
                  </a:lnTo>
                  <a:lnTo>
                    <a:pt x="52810" y="16616"/>
                  </a:lnTo>
                  <a:lnTo>
                    <a:pt x="51788" y="17025"/>
                  </a:lnTo>
                  <a:lnTo>
                    <a:pt x="50778" y="16859"/>
                  </a:lnTo>
                  <a:lnTo>
                    <a:pt x="49998" y="16692"/>
                  </a:lnTo>
                  <a:lnTo>
                    <a:pt x="49538" y="17063"/>
                  </a:lnTo>
                  <a:lnTo>
                    <a:pt x="49679" y="17677"/>
                  </a:lnTo>
                  <a:lnTo>
                    <a:pt x="49845" y="18060"/>
                  </a:lnTo>
                  <a:lnTo>
                    <a:pt x="49679" y="18469"/>
                  </a:lnTo>
                  <a:lnTo>
                    <a:pt x="49487" y="18763"/>
                  </a:lnTo>
                  <a:lnTo>
                    <a:pt x="49027" y="18814"/>
                  </a:lnTo>
                  <a:lnTo>
                    <a:pt x="48950" y="18929"/>
                  </a:lnTo>
                  <a:lnTo>
                    <a:pt x="49845" y="18852"/>
                  </a:lnTo>
                  <a:lnTo>
                    <a:pt x="49845" y="19415"/>
                  </a:lnTo>
                  <a:lnTo>
                    <a:pt x="50088" y="19517"/>
                  </a:lnTo>
                  <a:lnTo>
                    <a:pt x="49960" y="19875"/>
                  </a:lnTo>
                  <a:lnTo>
                    <a:pt x="49883" y="20616"/>
                  </a:lnTo>
                  <a:lnTo>
                    <a:pt x="50778" y="20974"/>
                  </a:lnTo>
                  <a:lnTo>
                    <a:pt x="51161" y="22214"/>
                  </a:lnTo>
                  <a:lnTo>
                    <a:pt x="51085" y="23453"/>
                  </a:lnTo>
                  <a:lnTo>
                    <a:pt x="50624" y="24092"/>
                  </a:lnTo>
                  <a:lnTo>
                    <a:pt x="49640" y="24450"/>
                  </a:lnTo>
                  <a:lnTo>
                    <a:pt x="49308" y="24872"/>
                  </a:lnTo>
                  <a:lnTo>
                    <a:pt x="49551" y="25281"/>
                  </a:lnTo>
                  <a:lnTo>
                    <a:pt x="50305" y="25537"/>
                  </a:lnTo>
                  <a:lnTo>
                    <a:pt x="50343" y="25894"/>
                  </a:lnTo>
                  <a:lnTo>
                    <a:pt x="50356" y="26150"/>
                  </a:lnTo>
                  <a:lnTo>
                    <a:pt x="50791" y="26572"/>
                  </a:lnTo>
                  <a:lnTo>
                    <a:pt x="51276" y="26981"/>
                  </a:lnTo>
                  <a:lnTo>
                    <a:pt x="51506" y="27633"/>
                  </a:lnTo>
                  <a:lnTo>
                    <a:pt x="51749" y="27799"/>
                  </a:lnTo>
                  <a:lnTo>
                    <a:pt x="51685" y="28016"/>
                  </a:lnTo>
                  <a:lnTo>
                    <a:pt x="51481" y="28476"/>
                  </a:lnTo>
                  <a:lnTo>
                    <a:pt x="51851" y="28975"/>
                  </a:lnTo>
                  <a:lnTo>
                    <a:pt x="51851" y="28975"/>
                  </a:lnTo>
                  <a:lnTo>
                    <a:pt x="51379" y="28936"/>
                  </a:lnTo>
                  <a:lnTo>
                    <a:pt x="51021" y="28783"/>
                  </a:lnTo>
                  <a:lnTo>
                    <a:pt x="51212" y="29307"/>
                  </a:lnTo>
                  <a:lnTo>
                    <a:pt x="50842" y="29320"/>
                  </a:lnTo>
                  <a:lnTo>
                    <a:pt x="50049" y="29141"/>
                  </a:lnTo>
                  <a:lnTo>
                    <a:pt x="50049" y="28757"/>
                  </a:lnTo>
                  <a:lnTo>
                    <a:pt x="49730" y="28719"/>
                  </a:lnTo>
                  <a:lnTo>
                    <a:pt x="49487" y="28693"/>
                  </a:lnTo>
                  <a:lnTo>
                    <a:pt x="49308" y="28693"/>
                  </a:lnTo>
                  <a:lnTo>
                    <a:pt x="49257" y="28668"/>
                  </a:lnTo>
                  <a:lnTo>
                    <a:pt x="49116" y="28591"/>
                  </a:lnTo>
                  <a:lnTo>
                    <a:pt x="48950" y="28476"/>
                  </a:lnTo>
                  <a:lnTo>
                    <a:pt x="48324" y="27939"/>
                  </a:lnTo>
                  <a:lnTo>
                    <a:pt x="48413" y="27684"/>
                  </a:lnTo>
                  <a:lnTo>
                    <a:pt x="48925" y="27824"/>
                  </a:lnTo>
                  <a:lnTo>
                    <a:pt x="49474" y="27773"/>
                  </a:lnTo>
                  <a:lnTo>
                    <a:pt x="49231" y="27377"/>
                  </a:lnTo>
                  <a:lnTo>
                    <a:pt x="48656" y="27147"/>
                  </a:lnTo>
                  <a:lnTo>
                    <a:pt x="48286" y="27236"/>
                  </a:lnTo>
                  <a:lnTo>
                    <a:pt x="48286" y="27799"/>
                  </a:lnTo>
                  <a:lnTo>
                    <a:pt x="47710" y="27313"/>
                  </a:lnTo>
                  <a:lnTo>
                    <a:pt x="47710" y="26367"/>
                  </a:lnTo>
                  <a:lnTo>
                    <a:pt x="47353" y="26163"/>
                  </a:lnTo>
                  <a:lnTo>
                    <a:pt x="47353" y="25779"/>
                  </a:lnTo>
                  <a:lnTo>
                    <a:pt x="47212" y="25562"/>
                  </a:lnTo>
                  <a:lnTo>
                    <a:pt x="47020" y="25013"/>
                  </a:lnTo>
                  <a:lnTo>
                    <a:pt x="46893" y="24808"/>
                  </a:lnTo>
                  <a:lnTo>
                    <a:pt x="46547" y="24667"/>
                  </a:lnTo>
                  <a:lnTo>
                    <a:pt x="46266" y="24910"/>
                  </a:lnTo>
                  <a:lnTo>
                    <a:pt x="45921" y="23952"/>
                  </a:lnTo>
                  <a:lnTo>
                    <a:pt x="45768" y="24143"/>
                  </a:lnTo>
                  <a:lnTo>
                    <a:pt x="45282" y="24156"/>
                  </a:lnTo>
                  <a:lnTo>
                    <a:pt x="44630" y="23824"/>
                  </a:lnTo>
                  <a:lnTo>
                    <a:pt x="44375" y="23671"/>
                  </a:lnTo>
                  <a:lnTo>
                    <a:pt x="43237" y="23658"/>
                  </a:lnTo>
                  <a:lnTo>
                    <a:pt x="42202" y="22546"/>
                  </a:lnTo>
                  <a:lnTo>
                    <a:pt x="41333" y="22674"/>
                  </a:lnTo>
                  <a:lnTo>
                    <a:pt x="40898" y="22661"/>
                  </a:lnTo>
                  <a:lnTo>
                    <a:pt x="40668" y="22252"/>
                  </a:lnTo>
                  <a:lnTo>
                    <a:pt x="39876" y="22290"/>
                  </a:lnTo>
                  <a:lnTo>
                    <a:pt x="39224" y="22802"/>
                  </a:lnTo>
                  <a:lnTo>
                    <a:pt x="39032" y="22699"/>
                  </a:lnTo>
                  <a:lnTo>
                    <a:pt x="38662" y="21920"/>
                  </a:lnTo>
                  <a:lnTo>
                    <a:pt x="38202" y="20948"/>
                  </a:lnTo>
                  <a:lnTo>
                    <a:pt x="37831" y="20539"/>
                  </a:lnTo>
                  <a:lnTo>
                    <a:pt x="36885" y="20603"/>
                  </a:lnTo>
                  <a:lnTo>
                    <a:pt x="36783" y="19709"/>
                  </a:lnTo>
                  <a:lnTo>
                    <a:pt x="36617" y="19657"/>
                  </a:lnTo>
                  <a:lnTo>
                    <a:pt x="36476" y="18571"/>
                  </a:lnTo>
                  <a:lnTo>
                    <a:pt x="37166" y="17165"/>
                  </a:lnTo>
                  <a:lnTo>
                    <a:pt x="37294" y="16232"/>
                  </a:lnTo>
                  <a:lnTo>
                    <a:pt x="37435" y="15811"/>
                  </a:lnTo>
                  <a:lnTo>
                    <a:pt x="37933" y="15478"/>
                  </a:lnTo>
                  <a:lnTo>
                    <a:pt x="38112" y="15287"/>
                  </a:lnTo>
                  <a:lnTo>
                    <a:pt x="37984" y="15159"/>
                  </a:lnTo>
                  <a:lnTo>
                    <a:pt x="38099" y="14852"/>
                  </a:lnTo>
                  <a:lnTo>
                    <a:pt x="38636" y="14724"/>
                  </a:lnTo>
                  <a:lnTo>
                    <a:pt x="38751" y="14507"/>
                  </a:lnTo>
                  <a:lnTo>
                    <a:pt x="38700" y="14136"/>
                  </a:lnTo>
                  <a:lnTo>
                    <a:pt x="38087" y="13996"/>
                  </a:lnTo>
                  <a:lnTo>
                    <a:pt x="37256" y="13727"/>
                  </a:lnTo>
                  <a:lnTo>
                    <a:pt x="37997" y="13740"/>
                  </a:lnTo>
                  <a:lnTo>
                    <a:pt x="38393" y="13855"/>
                  </a:lnTo>
                  <a:lnTo>
                    <a:pt x="38841" y="13919"/>
                  </a:lnTo>
                  <a:lnTo>
                    <a:pt x="38981" y="13715"/>
                  </a:lnTo>
                  <a:lnTo>
                    <a:pt x="39084" y="13369"/>
                  </a:lnTo>
                  <a:lnTo>
                    <a:pt x="39352" y="13127"/>
                  </a:lnTo>
                  <a:lnTo>
                    <a:pt x="39838" y="13088"/>
                  </a:lnTo>
                  <a:lnTo>
                    <a:pt x="40042" y="12973"/>
                  </a:lnTo>
                  <a:lnTo>
                    <a:pt x="40285" y="12641"/>
                  </a:lnTo>
                  <a:lnTo>
                    <a:pt x="40438" y="12641"/>
                  </a:lnTo>
                  <a:lnTo>
                    <a:pt x="40604" y="12168"/>
                  </a:lnTo>
                  <a:lnTo>
                    <a:pt x="40579" y="11350"/>
                  </a:lnTo>
                  <a:lnTo>
                    <a:pt x="40387" y="11388"/>
                  </a:lnTo>
                  <a:lnTo>
                    <a:pt x="40144" y="11427"/>
                  </a:lnTo>
                  <a:lnTo>
                    <a:pt x="39889" y="11401"/>
                  </a:lnTo>
                  <a:lnTo>
                    <a:pt x="39684" y="11376"/>
                  </a:lnTo>
                  <a:lnTo>
                    <a:pt x="39020" y="11235"/>
                  </a:lnTo>
                  <a:lnTo>
                    <a:pt x="38521" y="10903"/>
                  </a:lnTo>
                  <a:lnTo>
                    <a:pt x="38713" y="10686"/>
                  </a:lnTo>
                  <a:lnTo>
                    <a:pt x="39071" y="10711"/>
                  </a:lnTo>
                  <a:lnTo>
                    <a:pt x="39429" y="10864"/>
                  </a:lnTo>
                  <a:lnTo>
                    <a:pt x="40170" y="11184"/>
                  </a:lnTo>
                  <a:lnTo>
                    <a:pt x="40426" y="11210"/>
                  </a:lnTo>
                  <a:lnTo>
                    <a:pt x="40604" y="10864"/>
                  </a:lnTo>
                  <a:lnTo>
                    <a:pt x="40732" y="10417"/>
                  </a:lnTo>
                  <a:lnTo>
                    <a:pt x="40873" y="9893"/>
                  </a:lnTo>
                  <a:lnTo>
                    <a:pt x="40323" y="9868"/>
                  </a:lnTo>
                  <a:lnTo>
                    <a:pt x="40515" y="9753"/>
                  </a:lnTo>
                  <a:lnTo>
                    <a:pt x="40758" y="9599"/>
                  </a:lnTo>
                  <a:lnTo>
                    <a:pt x="41154" y="9497"/>
                  </a:lnTo>
                  <a:lnTo>
                    <a:pt x="41397" y="9650"/>
                  </a:lnTo>
                  <a:lnTo>
                    <a:pt x="41780" y="9510"/>
                  </a:lnTo>
                  <a:lnTo>
                    <a:pt x="42253" y="9267"/>
                  </a:lnTo>
                  <a:lnTo>
                    <a:pt x="42394" y="8986"/>
                  </a:lnTo>
                  <a:lnTo>
                    <a:pt x="42892" y="8666"/>
                  </a:lnTo>
                  <a:lnTo>
                    <a:pt x="43148" y="8398"/>
                  </a:lnTo>
                  <a:lnTo>
                    <a:pt x="43148" y="7465"/>
                  </a:lnTo>
                  <a:lnTo>
                    <a:pt x="42752" y="7196"/>
                  </a:lnTo>
                  <a:lnTo>
                    <a:pt x="42176" y="6864"/>
                  </a:lnTo>
                  <a:lnTo>
                    <a:pt x="42125" y="6698"/>
                  </a:lnTo>
                  <a:lnTo>
                    <a:pt x="42138" y="6417"/>
                  </a:lnTo>
                  <a:lnTo>
                    <a:pt x="42381" y="6315"/>
                  </a:lnTo>
                  <a:lnTo>
                    <a:pt x="42534" y="6021"/>
                  </a:lnTo>
                  <a:lnTo>
                    <a:pt x="42394" y="5803"/>
                  </a:lnTo>
                  <a:lnTo>
                    <a:pt x="42279" y="5650"/>
                  </a:lnTo>
                  <a:lnTo>
                    <a:pt x="41946" y="5433"/>
                  </a:lnTo>
                  <a:lnTo>
                    <a:pt x="41589" y="5369"/>
                  </a:lnTo>
                  <a:lnTo>
                    <a:pt x="41359" y="5203"/>
                  </a:lnTo>
                  <a:lnTo>
                    <a:pt x="40221" y="5049"/>
                  </a:lnTo>
                  <a:lnTo>
                    <a:pt x="39812" y="5177"/>
                  </a:lnTo>
                  <a:lnTo>
                    <a:pt x="39774" y="5497"/>
                  </a:lnTo>
                  <a:lnTo>
                    <a:pt x="39965" y="5612"/>
                  </a:lnTo>
                  <a:lnTo>
                    <a:pt x="40093" y="5727"/>
                  </a:lnTo>
                  <a:lnTo>
                    <a:pt x="40247" y="5880"/>
                  </a:lnTo>
                  <a:lnTo>
                    <a:pt x="40285" y="5957"/>
                  </a:lnTo>
                  <a:lnTo>
                    <a:pt x="40323" y="6085"/>
                  </a:lnTo>
                  <a:lnTo>
                    <a:pt x="40362" y="6251"/>
                  </a:lnTo>
                  <a:lnTo>
                    <a:pt x="40362" y="6532"/>
                  </a:lnTo>
                  <a:lnTo>
                    <a:pt x="40144" y="6685"/>
                  </a:lnTo>
                  <a:lnTo>
                    <a:pt x="40144" y="7286"/>
                  </a:lnTo>
                  <a:lnTo>
                    <a:pt x="39838" y="7350"/>
                  </a:lnTo>
                  <a:lnTo>
                    <a:pt x="39902" y="7772"/>
                  </a:lnTo>
                  <a:lnTo>
                    <a:pt x="40144" y="7644"/>
                  </a:lnTo>
                  <a:lnTo>
                    <a:pt x="40157" y="8538"/>
                  </a:lnTo>
                  <a:lnTo>
                    <a:pt x="40004" y="8781"/>
                  </a:lnTo>
                  <a:lnTo>
                    <a:pt x="39723" y="8832"/>
                  </a:lnTo>
                  <a:lnTo>
                    <a:pt x="39723" y="8692"/>
                  </a:lnTo>
                  <a:lnTo>
                    <a:pt x="39071" y="8219"/>
                  </a:lnTo>
                  <a:lnTo>
                    <a:pt x="38981" y="7938"/>
                  </a:lnTo>
                  <a:lnTo>
                    <a:pt x="38790" y="7695"/>
                  </a:lnTo>
                  <a:lnTo>
                    <a:pt x="39071" y="7375"/>
                  </a:lnTo>
                  <a:lnTo>
                    <a:pt x="39071" y="6992"/>
                  </a:lnTo>
                  <a:lnTo>
                    <a:pt x="38790" y="6966"/>
                  </a:lnTo>
                  <a:lnTo>
                    <a:pt x="38777" y="6660"/>
                  </a:lnTo>
                  <a:lnTo>
                    <a:pt x="38483" y="6417"/>
                  </a:lnTo>
                  <a:lnTo>
                    <a:pt x="38266" y="6187"/>
                  </a:lnTo>
                  <a:lnTo>
                    <a:pt x="38087" y="6238"/>
                  </a:lnTo>
                  <a:lnTo>
                    <a:pt x="37908" y="6404"/>
                  </a:lnTo>
                  <a:lnTo>
                    <a:pt x="37703" y="6532"/>
                  </a:lnTo>
                  <a:lnTo>
                    <a:pt x="37921" y="7401"/>
                  </a:lnTo>
                  <a:lnTo>
                    <a:pt x="37690" y="7644"/>
                  </a:lnTo>
                  <a:lnTo>
                    <a:pt x="37473" y="7516"/>
                  </a:lnTo>
                  <a:lnTo>
                    <a:pt x="37460" y="6979"/>
                  </a:lnTo>
                  <a:lnTo>
                    <a:pt x="37179" y="6954"/>
                  </a:lnTo>
                  <a:lnTo>
                    <a:pt x="37179" y="6698"/>
                  </a:lnTo>
                  <a:lnTo>
                    <a:pt x="36975" y="6481"/>
                  </a:lnTo>
                  <a:lnTo>
                    <a:pt x="37179" y="6353"/>
                  </a:lnTo>
                  <a:lnTo>
                    <a:pt x="37179" y="6136"/>
                  </a:lnTo>
                  <a:lnTo>
                    <a:pt x="36975" y="6110"/>
                  </a:lnTo>
                  <a:lnTo>
                    <a:pt x="36579" y="6148"/>
                  </a:lnTo>
                  <a:lnTo>
                    <a:pt x="36144" y="6059"/>
                  </a:lnTo>
                  <a:lnTo>
                    <a:pt x="36080" y="5765"/>
                  </a:lnTo>
                  <a:lnTo>
                    <a:pt x="36080" y="5522"/>
                  </a:lnTo>
                  <a:lnTo>
                    <a:pt x="36348" y="5445"/>
                  </a:lnTo>
                  <a:lnTo>
                    <a:pt x="36451" y="5215"/>
                  </a:lnTo>
                  <a:lnTo>
                    <a:pt x="36182" y="4985"/>
                  </a:lnTo>
                  <a:lnTo>
                    <a:pt x="35812" y="4640"/>
                  </a:lnTo>
                  <a:lnTo>
                    <a:pt x="35543" y="4397"/>
                  </a:lnTo>
                  <a:lnTo>
                    <a:pt x="35518" y="3771"/>
                  </a:lnTo>
                  <a:lnTo>
                    <a:pt x="35326" y="3720"/>
                  </a:lnTo>
                  <a:lnTo>
                    <a:pt x="35275" y="3516"/>
                  </a:lnTo>
                  <a:lnTo>
                    <a:pt x="34776" y="3260"/>
                  </a:lnTo>
                  <a:lnTo>
                    <a:pt x="34444" y="3273"/>
                  </a:lnTo>
                  <a:lnTo>
                    <a:pt x="34419" y="3030"/>
                  </a:lnTo>
                  <a:lnTo>
                    <a:pt x="34483" y="2877"/>
                  </a:lnTo>
                  <a:lnTo>
                    <a:pt x="34853" y="2762"/>
                  </a:lnTo>
                  <a:lnTo>
                    <a:pt x="34853" y="2506"/>
                  </a:lnTo>
                  <a:lnTo>
                    <a:pt x="34815" y="2225"/>
                  </a:lnTo>
                  <a:lnTo>
                    <a:pt x="34508" y="2174"/>
                  </a:lnTo>
                  <a:lnTo>
                    <a:pt x="34419" y="1956"/>
                  </a:lnTo>
                  <a:lnTo>
                    <a:pt x="35415" y="1880"/>
                  </a:lnTo>
                  <a:lnTo>
                    <a:pt x="35543" y="1777"/>
                  </a:lnTo>
                  <a:lnTo>
                    <a:pt x="35582" y="1586"/>
                  </a:lnTo>
                  <a:lnTo>
                    <a:pt x="35709" y="1547"/>
                  </a:lnTo>
                  <a:lnTo>
                    <a:pt x="35671" y="1075"/>
                  </a:lnTo>
                  <a:lnTo>
                    <a:pt x="35671" y="832"/>
                  </a:lnTo>
                  <a:lnTo>
                    <a:pt x="35799" y="768"/>
                  </a:lnTo>
                  <a:lnTo>
                    <a:pt x="35799" y="589"/>
                  </a:lnTo>
                  <a:lnTo>
                    <a:pt x="36157" y="461"/>
                  </a:lnTo>
                  <a:lnTo>
                    <a:pt x="36157" y="244"/>
                  </a:lnTo>
                  <a:lnTo>
                    <a:pt x="35671" y="180"/>
                  </a:lnTo>
                  <a:lnTo>
                    <a:pt x="35326" y="180"/>
                  </a:lnTo>
                  <a:lnTo>
                    <a:pt x="35070" y="269"/>
                  </a:lnTo>
                  <a:lnTo>
                    <a:pt x="3499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293;p78">
              <a:extLst>
                <a:ext uri="{FF2B5EF4-FFF2-40B4-BE49-F238E27FC236}">
                  <a16:creationId xmlns:a16="http://schemas.microsoft.com/office/drawing/2014/main" id="{BB657A5E-E07D-6E91-55FC-765C6291679D}"/>
                </a:ext>
              </a:extLst>
            </p:cNvPr>
            <p:cNvSpPr/>
            <p:nvPr/>
          </p:nvSpPr>
          <p:spPr>
            <a:xfrm>
              <a:off x="1970850" y="2398800"/>
              <a:ext cx="42850" cy="11225"/>
            </a:xfrm>
            <a:custGeom>
              <a:avLst/>
              <a:gdLst/>
              <a:ahLst/>
              <a:cxnLst/>
              <a:rect l="l" t="t" r="r" b="b"/>
              <a:pathLst>
                <a:path w="1714" h="449" extrusionOk="0">
                  <a:moveTo>
                    <a:pt x="1" y="1"/>
                  </a:moveTo>
                  <a:lnTo>
                    <a:pt x="77" y="116"/>
                  </a:lnTo>
                  <a:lnTo>
                    <a:pt x="410" y="78"/>
                  </a:lnTo>
                  <a:lnTo>
                    <a:pt x="729" y="154"/>
                  </a:lnTo>
                  <a:lnTo>
                    <a:pt x="1342" y="436"/>
                  </a:lnTo>
                  <a:lnTo>
                    <a:pt x="1675" y="448"/>
                  </a:lnTo>
                  <a:lnTo>
                    <a:pt x="1713" y="180"/>
                  </a:lnTo>
                  <a:lnTo>
                    <a:pt x="1611" y="142"/>
                  </a:lnTo>
                  <a:lnTo>
                    <a:pt x="88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294;p78">
              <a:extLst>
                <a:ext uri="{FF2B5EF4-FFF2-40B4-BE49-F238E27FC236}">
                  <a16:creationId xmlns:a16="http://schemas.microsoft.com/office/drawing/2014/main" id="{2A0067EC-AC71-914A-B2B2-CFA3AC19EB15}"/>
                </a:ext>
              </a:extLst>
            </p:cNvPr>
            <p:cNvSpPr/>
            <p:nvPr/>
          </p:nvSpPr>
          <p:spPr>
            <a:xfrm>
              <a:off x="2359075" y="2299775"/>
              <a:ext cx="64225" cy="25900"/>
            </a:xfrm>
            <a:custGeom>
              <a:avLst/>
              <a:gdLst/>
              <a:ahLst/>
              <a:cxnLst/>
              <a:rect l="l" t="t" r="r" b="b"/>
              <a:pathLst>
                <a:path w="2569" h="1036" extrusionOk="0">
                  <a:moveTo>
                    <a:pt x="601" y="0"/>
                  </a:moveTo>
                  <a:lnTo>
                    <a:pt x="64" y="89"/>
                  </a:lnTo>
                  <a:lnTo>
                    <a:pt x="0" y="256"/>
                  </a:lnTo>
                  <a:lnTo>
                    <a:pt x="1802" y="1035"/>
                  </a:lnTo>
                  <a:lnTo>
                    <a:pt x="2173" y="920"/>
                  </a:lnTo>
                  <a:lnTo>
                    <a:pt x="2569" y="690"/>
                  </a:lnTo>
                  <a:lnTo>
                    <a:pt x="1189" y="89"/>
                  </a:lnTo>
                  <a:lnTo>
                    <a:pt x="60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295;p78">
              <a:extLst>
                <a:ext uri="{FF2B5EF4-FFF2-40B4-BE49-F238E27FC236}">
                  <a16:creationId xmlns:a16="http://schemas.microsoft.com/office/drawing/2014/main" id="{C7218724-D3CC-F00C-51C6-932EF0354F77}"/>
                </a:ext>
              </a:extLst>
            </p:cNvPr>
            <p:cNvSpPr/>
            <p:nvPr/>
          </p:nvSpPr>
          <p:spPr>
            <a:xfrm>
              <a:off x="307125" y="1656250"/>
              <a:ext cx="757925" cy="527550"/>
            </a:xfrm>
            <a:custGeom>
              <a:avLst/>
              <a:gdLst/>
              <a:ahLst/>
              <a:cxnLst/>
              <a:rect l="l" t="t" r="r" b="b"/>
              <a:pathLst>
                <a:path w="30317" h="21102" extrusionOk="0">
                  <a:moveTo>
                    <a:pt x="9177" y="1"/>
                  </a:moveTo>
                  <a:lnTo>
                    <a:pt x="8806" y="333"/>
                  </a:lnTo>
                  <a:lnTo>
                    <a:pt x="8193" y="589"/>
                  </a:lnTo>
                  <a:lnTo>
                    <a:pt x="7631" y="755"/>
                  </a:lnTo>
                  <a:lnTo>
                    <a:pt x="6762" y="755"/>
                  </a:lnTo>
                  <a:lnTo>
                    <a:pt x="6404" y="1279"/>
                  </a:lnTo>
                  <a:lnTo>
                    <a:pt x="5714" y="1471"/>
                  </a:lnTo>
                  <a:lnTo>
                    <a:pt x="5228" y="1599"/>
                  </a:lnTo>
                  <a:lnTo>
                    <a:pt x="5228" y="1458"/>
                  </a:lnTo>
                  <a:lnTo>
                    <a:pt x="5011" y="1509"/>
                  </a:lnTo>
                  <a:lnTo>
                    <a:pt x="4499" y="1905"/>
                  </a:lnTo>
                  <a:lnTo>
                    <a:pt x="4333" y="2110"/>
                  </a:lnTo>
                  <a:lnTo>
                    <a:pt x="4103" y="2186"/>
                  </a:lnTo>
                  <a:lnTo>
                    <a:pt x="4103" y="2416"/>
                  </a:lnTo>
                  <a:lnTo>
                    <a:pt x="3988" y="2749"/>
                  </a:lnTo>
                  <a:lnTo>
                    <a:pt x="3784" y="2979"/>
                  </a:lnTo>
                  <a:lnTo>
                    <a:pt x="3336" y="3158"/>
                  </a:lnTo>
                  <a:lnTo>
                    <a:pt x="2710" y="3273"/>
                  </a:lnTo>
                  <a:lnTo>
                    <a:pt x="1624" y="3273"/>
                  </a:lnTo>
                  <a:lnTo>
                    <a:pt x="1406" y="3695"/>
                  </a:lnTo>
                  <a:lnTo>
                    <a:pt x="1215" y="3950"/>
                  </a:lnTo>
                  <a:lnTo>
                    <a:pt x="1010" y="4116"/>
                  </a:lnTo>
                  <a:lnTo>
                    <a:pt x="1138" y="4167"/>
                  </a:lnTo>
                  <a:lnTo>
                    <a:pt x="1304" y="4206"/>
                  </a:lnTo>
                  <a:lnTo>
                    <a:pt x="1496" y="4180"/>
                  </a:lnTo>
                  <a:lnTo>
                    <a:pt x="1624" y="4180"/>
                  </a:lnTo>
                  <a:lnTo>
                    <a:pt x="1675" y="4193"/>
                  </a:lnTo>
                  <a:lnTo>
                    <a:pt x="1726" y="4206"/>
                  </a:lnTo>
                  <a:lnTo>
                    <a:pt x="1918" y="4308"/>
                  </a:lnTo>
                  <a:lnTo>
                    <a:pt x="2276" y="4487"/>
                  </a:lnTo>
                  <a:lnTo>
                    <a:pt x="2761" y="4717"/>
                  </a:lnTo>
                  <a:lnTo>
                    <a:pt x="3362" y="5420"/>
                  </a:lnTo>
                  <a:lnTo>
                    <a:pt x="3605" y="5854"/>
                  </a:lnTo>
                  <a:lnTo>
                    <a:pt x="4103" y="5995"/>
                  </a:lnTo>
                  <a:lnTo>
                    <a:pt x="4512" y="5995"/>
                  </a:lnTo>
                  <a:lnTo>
                    <a:pt x="4499" y="6238"/>
                  </a:lnTo>
                  <a:lnTo>
                    <a:pt x="4653" y="6404"/>
                  </a:lnTo>
                  <a:lnTo>
                    <a:pt x="4972" y="6353"/>
                  </a:lnTo>
                  <a:lnTo>
                    <a:pt x="4921" y="6148"/>
                  </a:lnTo>
                  <a:lnTo>
                    <a:pt x="4857" y="6008"/>
                  </a:lnTo>
                  <a:lnTo>
                    <a:pt x="4602" y="5969"/>
                  </a:lnTo>
                  <a:lnTo>
                    <a:pt x="5138" y="5957"/>
                  </a:lnTo>
                  <a:lnTo>
                    <a:pt x="5113" y="6251"/>
                  </a:lnTo>
                  <a:lnTo>
                    <a:pt x="5126" y="6455"/>
                  </a:lnTo>
                  <a:lnTo>
                    <a:pt x="5445" y="6519"/>
                  </a:lnTo>
                  <a:lnTo>
                    <a:pt x="5637" y="6417"/>
                  </a:lnTo>
                  <a:lnTo>
                    <a:pt x="5880" y="6404"/>
                  </a:lnTo>
                  <a:lnTo>
                    <a:pt x="6174" y="6557"/>
                  </a:lnTo>
                  <a:lnTo>
                    <a:pt x="6340" y="6724"/>
                  </a:lnTo>
                  <a:lnTo>
                    <a:pt x="6123" y="6851"/>
                  </a:lnTo>
                  <a:lnTo>
                    <a:pt x="5726" y="6685"/>
                  </a:lnTo>
                  <a:lnTo>
                    <a:pt x="5586" y="6557"/>
                  </a:lnTo>
                  <a:lnTo>
                    <a:pt x="5343" y="6660"/>
                  </a:lnTo>
                  <a:lnTo>
                    <a:pt x="5036" y="6660"/>
                  </a:lnTo>
                  <a:lnTo>
                    <a:pt x="5075" y="6787"/>
                  </a:lnTo>
                  <a:lnTo>
                    <a:pt x="5535" y="6826"/>
                  </a:lnTo>
                  <a:lnTo>
                    <a:pt x="5688" y="6966"/>
                  </a:lnTo>
                  <a:lnTo>
                    <a:pt x="5688" y="6966"/>
                  </a:lnTo>
                  <a:lnTo>
                    <a:pt x="5381" y="6941"/>
                  </a:lnTo>
                  <a:lnTo>
                    <a:pt x="5202" y="7069"/>
                  </a:lnTo>
                  <a:lnTo>
                    <a:pt x="5113" y="7248"/>
                  </a:lnTo>
                  <a:lnTo>
                    <a:pt x="3745" y="7184"/>
                  </a:lnTo>
                  <a:lnTo>
                    <a:pt x="3669" y="7120"/>
                  </a:lnTo>
                  <a:lnTo>
                    <a:pt x="3490" y="7081"/>
                  </a:lnTo>
                  <a:lnTo>
                    <a:pt x="3630" y="6902"/>
                  </a:lnTo>
                  <a:lnTo>
                    <a:pt x="3758" y="6634"/>
                  </a:lnTo>
                  <a:lnTo>
                    <a:pt x="3592" y="6455"/>
                  </a:lnTo>
                  <a:lnTo>
                    <a:pt x="3234" y="6468"/>
                  </a:lnTo>
                  <a:lnTo>
                    <a:pt x="2812" y="6557"/>
                  </a:lnTo>
                  <a:lnTo>
                    <a:pt x="2787" y="6736"/>
                  </a:lnTo>
                  <a:lnTo>
                    <a:pt x="2122" y="6800"/>
                  </a:lnTo>
                  <a:lnTo>
                    <a:pt x="1918" y="6966"/>
                  </a:lnTo>
                  <a:lnTo>
                    <a:pt x="1956" y="7043"/>
                  </a:lnTo>
                  <a:lnTo>
                    <a:pt x="2058" y="7158"/>
                  </a:lnTo>
                  <a:lnTo>
                    <a:pt x="1879" y="7158"/>
                  </a:lnTo>
                  <a:lnTo>
                    <a:pt x="1739" y="6979"/>
                  </a:lnTo>
                  <a:lnTo>
                    <a:pt x="1419" y="7120"/>
                  </a:lnTo>
                  <a:lnTo>
                    <a:pt x="1202" y="7273"/>
                  </a:lnTo>
                  <a:lnTo>
                    <a:pt x="1100" y="7414"/>
                  </a:lnTo>
                  <a:lnTo>
                    <a:pt x="780" y="7541"/>
                  </a:lnTo>
                  <a:lnTo>
                    <a:pt x="525" y="7631"/>
                  </a:lnTo>
                  <a:lnTo>
                    <a:pt x="346" y="7708"/>
                  </a:lnTo>
                  <a:lnTo>
                    <a:pt x="1" y="7720"/>
                  </a:lnTo>
                  <a:lnTo>
                    <a:pt x="141" y="7899"/>
                  </a:lnTo>
                  <a:lnTo>
                    <a:pt x="755" y="7989"/>
                  </a:lnTo>
                  <a:lnTo>
                    <a:pt x="1138" y="8193"/>
                  </a:lnTo>
                  <a:lnTo>
                    <a:pt x="1445" y="8244"/>
                  </a:lnTo>
                  <a:lnTo>
                    <a:pt x="1624" y="8257"/>
                  </a:lnTo>
                  <a:lnTo>
                    <a:pt x="1419" y="8436"/>
                  </a:lnTo>
                  <a:lnTo>
                    <a:pt x="1087" y="8500"/>
                  </a:lnTo>
                  <a:lnTo>
                    <a:pt x="1176" y="8653"/>
                  </a:lnTo>
                  <a:lnTo>
                    <a:pt x="1573" y="8679"/>
                  </a:lnTo>
                  <a:lnTo>
                    <a:pt x="1534" y="8781"/>
                  </a:lnTo>
                  <a:lnTo>
                    <a:pt x="1509" y="8858"/>
                  </a:lnTo>
                  <a:lnTo>
                    <a:pt x="1509" y="8922"/>
                  </a:lnTo>
                  <a:lnTo>
                    <a:pt x="1547" y="8973"/>
                  </a:lnTo>
                  <a:lnTo>
                    <a:pt x="1637" y="9037"/>
                  </a:lnTo>
                  <a:lnTo>
                    <a:pt x="1752" y="9139"/>
                  </a:lnTo>
                  <a:lnTo>
                    <a:pt x="2109" y="9203"/>
                  </a:lnTo>
                  <a:lnTo>
                    <a:pt x="2314" y="9241"/>
                  </a:lnTo>
                  <a:lnTo>
                    <a:pt x="2391" y="9305"/>
                  </a:lnTo>
                  <a:lnTo>
                    <a:pt x="2774" y="9280"/>
                  </a:lnTo>
                  <a:lnTo>
                    <a:pt x="2889" y="9139"/>
                  </a:lnTo>
                  <a:lnTo>
                    <a:pt x="3707" y="9139"/>
                  </a:lnTo>
                  <a:lnTo>
                    <a:pt x="3899" y="9216"/>
                  </a:lnTo>
                  <a:lnTo>
                    <a:pt x="4065" y="9267"/>
                  </a:lnTo>
                  <a:lnTo>
                    <a:pt x="3988" y="9088"/>
                  </a:lnTo>
                  <a:lnTo>
                    <a:pt x="4078" y="9050"/>
                  </a:lnTo>
                  <a:lnTo>
                    <a:pt x="4308" y="9229"/>
                  </a:lnTo>
                  <a:lnTo>
                    <a:pt x="4423" y="9459"/>
                  </a:lnTo>
                  <a:lnTo>
                    <a:pt x="4499" y="9331"/>
                  </a:lnTo>
                  <a:lnTo>
                    <a:pt x="4487" y="9229"/>
                  </a:lnTo>
                  <a:lnTo>
                    <a:pt x="4883" y="9050"/>
                  </a:lnTo>
                  <a:lnTo>
                    <a:pt x="5164" y="8820"/>
                  </a:lnTo>
                  <a:lnTo>
                    <a:pt x="5292" y="8871"/>
                  </a:lnTo>
                  <a:lnTo>
                    <a:pt x="5458" y="8858"/>
                  </a:lnTo>
                  <a:lnTo>
                    <a:pt x="5522" y="8666"/>
                  </a:lnTo>
                  <a:lnTo>
                    <a:pt x="5752" y="8845"/>
                  </a:lnTo>
                  <a:lnTo>
                    <a:pt x="5982" y="8973"/>
                  </a:lnTo>
                  <a:lnTo>
                    <a:pt x="5803" y="9190"/>
                  </a:lnTo>
                  <a:lnTo>
                    <a:pt x="5369" y="9241"/>
                  </a:lnTo>
                  <a:lnTo>
                    <a:pt x="5394" y="9382"/>
                  </a:lnTo>
                  <a:lnTo>
                    <a:pt x="5777" y="9433"/>
                  </a:lnTo>
                  <a:lnTo>
                    <a:pt x="5880" y="9599"/>
                  </a:lnTo>
                  <a:lnTo>
                    <a:pt x="5880" y="9765"/>
                  </a:lnTo>
                  <a:lnTo>
                    <a:pt x="5854" y="9880"/>
                  </a:lnTo>
                  <a:lnTo>
                    <a:pt x="5829" y="9957"/>
                  </a:lnTo>
                  <a:lnTo>
                    <a:pt x="5944" y="10098"/>
                  </a:lnTo>
                  <a:lnTo>
                    <a:pt x="5918" y="10264"/>
                  </a:lnTo>
                  <a:lnTo>
                    <a:pt x="5675" y="10430"/>
                  </a:lnTo>
                  <a:lnTo>
                    <a:pt x="5394" y="10583"/>
                  </a:lnTo>
                  <a:lnTo>
                    <a:pt x="5113" y="10532"/>
                  </a:lnTo>
                  <a:lnTo>
                    <a:pt x="4883" y="10340"/>
                  </a:lnTo>
                  <a:lnTo>
                    <a:pt x="4704" y="10264"/>
                  </a:lnTo>
                  <a:lnTo>
                    <a:pt x="4474" y="10328"/>
                  </a:lnTo>
                  <a:lnTo>
                    <a:pt x="4448" y="10443"/>
                  </a:lnTo>
                  <a:lnTo>
                    <a:pt x="4717" y="10494"/>
                  </a:lnTo>
                  <a:lnTo>
                    <a:pt x="4755" y="10583"/>
                  </a:lnTo>
                  <a:lnTo>
                    <a:pt x="4487" y="10801"/>
                  </a:lnTo>
                  <a:lnTo>
                    <a:pt x="4269" y="10979"/>
                  </a:lnTo>
                  <a:lnTo>
                    <a:pt x="4205" y="11069"/>
                  </a:lnTo>
                  <a:lnTo>
                    <a:pt x="3886" y="11056"/>
                  </a:lnTo>
                  <a:lnTo>
                    <a:pt x="3809" y="10852"/>
                  </a:lnTo>
                  <a:lnTo>
                    <a:pt x="3784" y="10762"/>
                  </a:lnTo>
                  <a:lnTo>
                    <a:pt x="3758" y="10698"/>
                  </a:lnTo>
                  <a:lnTo>
                    <a:pt x="3745" y="10685"/>
                  </a:lnTo>
                  <a:lnTo>
                    <a:pt x="3733" y="10673"/>
                  </a:lnTo>
                  <a:lnTo>
                    <a:pt x="3554" y="10711"/>
                  </a:lnTo>
                  <a:lnTo>
                    <a:pt x="3387" y="10737"/>
                  </a:lnTo>
                  <a:lnTo>
                    <a:pt x="3004" y="10801"/>
                  </a:lnTo>
                  <a:lnTo>
                    <a:pt x="2979" y="11043"/>
                  </a:lnTo>
                  <a:lnTo>
                    <a:pt x="2672" y="11069"/>
                  </a:lnTo>
                  <a:lnTo>
                    <a:pt x="2761" y="11644"/>
                  </a:lnTo>
                  <a:lnTo>
                    <a:pt x="2480" y="11746"/>
                  </a:lnTo>
                  <a:lnTo>
                    <a:pt x="2263" y="11938"/>
                  </a:lnTo>
                  <a:lnTo>
                    <a:pt x="2288" y="12040"/>
                  </a:lnTo>
                  <a:lnTo>
                    <a:pt x="2046" y="12181"/>
                  </a:lnTo>
                  <a:lnTo>
                    <a:pt x="2084" y="12398"/>
                  </a:lnTo>
                  <a:lnTo>
                    <a:pt x="2135" y="12539"/>
                  </a:lnTo>
                  <a:lnTo>
                    <a:pt x="1803" y="12564"/>
                  </a:lnTo>
                  <a:lnTo>
                    <a:pt x="1726" y="12756"/>
                  </a:lnTo>
                  <a:lnTo>
                    <a:pt x="1611" y="12884"/>
                  </a:lnTo>
                  <a:lnTo>
                    <a:pt x="1611" y="12973"/>
                  </a:lnTo>
                  <a:lnTo>
                    <a:pt x="1931" y="12973"/>
                  </a:lnTo>
                  <a:lnTo>
                    <a:pt x="1982" y="13178"/>
                  </a:lnTo>
                  <a:lnTo>
                    <a:pt x="2058" y="13254"/>
                  </a:lnTo>
                  <a:lnTo>
                    <a:pt x="2122" y="13433"/>
                  </a:lnTo>
                  <a:lnTo>
                    <a:pt x="2301" y="13357"/>
                  </a:lnTo>
                  <a:lnTo>
                    <a:pt x="2429" y="13318"/>
                  </a:lnTo>
                  <a:lnTo>
                    <a:pt x="2506" y="13612"/>
                  </a:lnTo>
                  <a:lnTo>
                    <a:pt x="2646" y="13625"/>
                  </a:lnTo>
                  <a:lnTo>
                    <a:pt x="2863" y="13676"/>
                  </a:lnTo>
                  <a:lnTo>
                    <a:pt x="2633" y="13702"/>
                  </a:lnTo>
                  <a:lnTo>
                    <a:pt x="2608" y="13842"/>
                  </a:lnTo>
                  <a:lnTo>
                    <a:pt x="2570" y="13906"/>
                  </a:lnTo>
                  <a:lnTo>
                    <a:pt x="2416" y="13970"/>
                  </a:lnTo>
                  <a:lnTo>
                    <a:pt x="2429" y="14047"/>
                  </a:lnTo>
                  <a:lnTo>
                    <a:pt x="2429" y="14098"/>
                  </a:lnTo>
                  <a:lnTo>
                    <a:pt x="2442" y="14111"/>
                  </a:lnTo>
                  <a:lnTo>
                    <a:pt x="2455" y="14123"/>
                  </a:lnTo>
                  <a:lnTo>
                    <a:pt x="2710" y="14098"/>
                  </a:lnTo>
                  <a:lnTo>
                    <a:pt x="2774" y="14315"/>
                  </a:lnTo>
                  <a:lnTo>
                    <a:pt x="3030" y="14443"/>
                  </a:lnTo>
                  <a:lnTo>
                    <a:pt x="3247" y="14737"/>
                  </a:lnTo>
                  <a:lnTo>
                    <a:pt x="3298" y="14941"/>
                  </a:lnTo>
                  <a:lnTo>
                    <a:pt x="3988" y="14941"/>
                  </a:lnTo>
                  <a:lnTo>
                    <a:pt x="4448" y="14775"/>
                  </a:lnTo>
                  <a:lnTo>
                    <a:pt x="4614" y="14750"/>
                  </a:lnTo>
                  <a:lnTo>
                    <a:pt x="4627" y="14379"/>
                  </a:lnTo>
                  <a:lnTo>
                    <a:pt x="4806" y="14008"/>
                  </a:lnTo>
                  <a:lnTo>
                    <a:pt x="4806" y="14008"/>
                  </a:lnTo>
                  <a:lnTo>
                    <a:pt x="4729" y="14417"/>
                  </a:lnTo>
                  <a:lnTo>
                    <a:pt x="4742" y="14724"/>
                  </a:lnTo>
                  <a:lnTo>
                    <a:pt x="5023" y="14890"/>
                  </a:lnTo>
                  <a:lnTo>
                    <a:pt x="5075" y="15261"/>
                  </a:lnTo>
                  <a:lnTo>
                    <a:pt x="4870" y="15568"/>
                  </a:lnTo>
                  <a:lnTo>
                    <a:pt x="4908" y="15772"/>
                  </a:lnTo>
                  <a:lnTo>
                    <a:pt x="5100" y="15887"/>
                  </a:lnTo>
                  <a:lnTo>
                    <a:pt x="5049" y="16168"/>
                  </a:lnTo>
                  <a:lnTo>
                    <a:pt x="4883" y="16309"/>
                  </a:lnTo>
                  <a:lnTo>
                    <a:pt x="5381" y="16360"/>
                  </a:lnTo>
                  <a:lnTo>
                    <a:pt x="5688" y="16194"/>
                  </a:lnTo>
                  <a:lnTo>
                    <a:pt x="5956" y="16130"/>
                  </a:lnTo>
                  <a:lnTo>
                    <a:pt x="5867" y="16219"/>
                  </a:lnTo>
                  <a:lnTo>
                    <a:pt x="5701" y="16411"/>
                  </a:lnTo>
                  <a:lnTo>
                    <a:pt x="5867" y="16450"/>
                  </a:lnTo>
                  <a:lnTo>
                    <a:pt x="6020" y="16360"/>
                  </a:lnTo>
                  <a:lnTo>
                    <a:pt x="5918" y="16219"/>
                  </a:lnTo>
                  <a:lnTo>
                    <a:pt x="6059" y="15977"/>
                  </a:lnTo>
                  <a:lnTo>
                    <a:pt x="6212" y="15913"/>
                  </a:lnTo>
                  <a:lnTo>
                    <a:pt x="6353" y="15989"/>
                  </a:lnTo>
                  <a:lnTo>
                    <a:pt x="6519" y="16092"/>
                  </a:lnTo>
                  <a:lnTo>
                    <a:pt x="6608" y="16207"/>
                  </a:lnTo>
                  <a:lnTo>
                    <a:pt x="6774" y="16066"/>
                  </a:lnTo>
                  <a:lnTo>
                    <a:pt x="6992" y="16104"/>
                  </a:lnTo>
                  <a:lnTo>
                    <a:pt x="7324" y="16552"/>
                  </a:lnTo>
                  <a:lnTo>
                    <a:pt x="7541" y="16552"/>
                  </a:lnTo>
                  <a:lnTo>
                    <a:pt x="7490" y="16322"/>
                  </a:lnTo>
                  <a:lnTo>
                    <a:pt x="7503" y="16207"/>
                  </a:lnTo>
                  <a:lnTo>
                    <a:pt x="7516" y="16130"/>
                  </a:lnTo>
                  <a:lnTo>
                    <a:pt x="7528" y="16092"/>
                  </a:lnTo>
                  <a:lnTo>
                    <a:pt x="7695" y="16041"/>
                  </a:lnTo>
                  <a:lnTo>
                    <a:pt x="7797" y="16232"/>
                  </a:lnTo>
                  <a:lnTo>
                    <a:pt x="7835" y="16373"/>
                  </a:lnTo>
                  <a:lnTo>
                    <a:pt x="8155" y="16386"/>
                  </a:lnTo>
                  <a:lnTo>
                    <a:pt x="8436" y="16258"/>
                  </a:lnTo>
                  <a:lnTo>
                    <a:pt x="8870" y="16028"/>
                  </a:lnTo>
                  <a:lnTo>
                    <a:pt x="8960" y="15977"/>
                  </a:lnTo>
                  <a:lnTo>
                    <a:pt x="8628" y="16386"/>
                  </a:lnTo>
                  <a:lnTo>
                    <a:pt x="8449" y="16654"/>
                  </a:lnTo>
                  <a:lnTo>
                    <a:pt x="8538" y="16743"/>
                  </a:lnTo>
                  <a:lnTo>
                    <a:pt x="8410" y="16884"/>
                  </a:lnTo>
                  <a:lnTo>
                    <a:pt x="8436" y="17140"/>
                  </a:lnTo>
                  <a:lnTo>
                    <a:pt x="8423" y="17395"/>
                  </a:lnTo>
                  <a:lnTo>
                    <a:pt x="8282" y="17561"/>
                  </a:lnTo>
                  <a:lnTo>
                    <a:pt x="7720" y="17996"/>
                  </a:lnTo>
                  <a:lnTo>
                    <a:pt x="7643" y="18175"/>
                  </a:lnTo>
                  <a:lnTo>
                    <a:pt x="7618" y="18367"/>
                  </a:lnTo>
                  <a:lnTo>
                    <a:pt x="7490" y="18341"/>
                  </a:lnTo>
                  <a:lnTo>
                    <a:pt x="7094" y="18482"/>
                  </a:lnTo>
                  <a:lnTo>
                    <a:pt x="6992" y="18635"/>
                  </a:lnTo>
                  <a:lnTo>
                    <a:pt x="6608" y="18686"/>
                  </a:lnTo>
                  <a:lnTo>
                    <a:pt x="6289" y="19018"/>
                  </a:lnTo>
                  <a:lnTo>
                    <a:pt x="6174" y="19261"/>
                  </a:lnTo>
                  <a:lnTo>
                    <a:pt x="6289" y="19453"/>
                  </a:lnTo>
                  <a:lnTo>
                    <a:pt x="6161" y="19479"/>
                  </a:lnTo>
                  <a:lnTo>
                    <a:pt x="6148" y="19466"/>
                  </a:lnTo>
                  <a:lnTo>
                    <a:pt x="6123" y="19453"/>
                  </a:lnTo>
                  <a:lnTo>
                    <a:pt x="6110" y="19453"/>
                  </a:lnTo>
                  <a:lnTo>
                    <a:pt x="5969" y="19517"/>
                  </a:lnTo>
                  <a:lnTo>
                    <a:pt x="5854" y="19248"/>
                  </a:lnTo>
                  <a:lnTo>
                    <a:pt x="5177" y="19364"/>
                  </a:lnTo>
                  <a:lnTo>
                    <a:pt x="4806" y="19696"/>
                  </a:lnTo>
                  <a:lnTo>
                    <a:pt x="4576" y="19849"/>
                  </a:lnTo>
                  <a:lnTo>
                    <a:pt x="4499" y="20003"/>
                  </a:lnTo>
                  <a:lnTo>
                    <a:pt x="4154" y="20412"/>
                  </a:lnTo>
                  <a:lnTo>
                    <a:pt x="3860" y="20412"/>
                  </a:lnTo>
                  <a:lnTo>
                    <a:pt x="3400" y="20373"/>
                  </a:lnTo>
                  <a:lnTo>
                    <a:pt x="3298" y="20412"/>
                  </a:lnTo>
                  <a:lnTo>
                    <a:pt x="3234" y="20450"/>
                  </a:lnTo>
                  <a:lnTo>
                    <a:pt x="3196" y="20475"/>
                  </a:lnTo>
                  <a:lnTo>
                    <a:pt x="3157" y="20514"/>
                  </a:lnTo>
                  <a:lnTo>
                    <a:pt x="3068" y="20578"/>
                  </a:lnTo>
                  <a:lnTo>
                    <a:pt x="2915" y="20680"/>
                  </a:lnTo>
                  <a:lnTo>
                    <a:pt x="2863" y="20782"/>
                  </a:lnTo>
                  <a:lnTo>
                    <a:pt x="2825" y="20884"/>
                  </a:lnTo>
                  <a:lnTo>
                    <a:pt x="2723" y="20910"/>
                  </a:lnTo>
                  <a:lnTo>
                    <a:pt x="2748" y="20961"/>
                  </a:lnTo>
                  <a:lnTo>
                    <a:pt x="2761" y="20999"/>
                  </a:lnTo>
                  <a:lnTo>
                    <a:pt x="2774" y="21025"/>
                  </a:lnTo>
                  <a:lnTo>
                    <a:pt x="2838" y="21051"/>
                  </a:lnTo>
                  <a:lnTo>
                    <a:pt x="2953" y="21076"/>
                  </a:lnTo>
                  <a:lnTo>
                    <a:pt x="3055" y="21102"/>
                  </a:lnTo>
                  <a:lnTo>
                    <a:pt x="3119" y="21102"/>
                  </a:lnTo>
                  <a:lnTo>
                    <a:pt x="3477" y="20795"/>
                  </a:lnTo>
                  <a:lnTo>
                    <a:pt x="3694" y="20833"/>
                  </a:lnTo>
                  <a:lnTo>
                    <a:pt x="3848" y="20846"/>
                  </a:lnTo>
                  <a:lnTo>
                    <a:pt x="3937" y="20846"/>
                  </a:lnTo>
                  <a:lnTo>
                    <a:pt x="3975" y="20795"/>
                  </a:lnTo>
                  <a:lnTo>
                    <a:pt x="4039" y="20680"/>
                  </a:lnTo>
                  <a:lnTo>
                    <a:pt x="4129" y="20527"/>
                  </a:lnTo>
                  <a:lnTo>
                    <a:pt x="4436" y="20373"/>
                  </a:lnTo>
                  <a:lnTo>
                    <a:pt x="4563" y="20360"/>
                  </a:lnTo>
                  <a:lnTo>
                    <a:pt x="4678" y="20348"/>
                  </a:lnTo>
                  <a:lnTo>
                    <a:pt x="4781" y="20335"/>
                  </a:lnTo>
                  <a:lnTo>
                    <a:pt x="4870" y="20335"/>
                  </a:lnTo>
                  <a:lnTo>
                    <a:pt x="4972" y="20309"/>
                  </a:lnTo>
                  <a:lnTo>
                    <a:pt x="5100" y="20271"/>
                  </a:lnTo>
                  <a:lnTo>
                    <a:pt x="5330" y="19888"/>
                  </a:lnTo>
                  <a:lnTo>
                    <a:pt x="5496" y="19657"/>
                  </a:lnTo>
                  <a:lnTo>
                    <a:pt x="5752" y="19760"/>
                  </a:lnTo>
                  <a:lnTo>
                    <a:pt x="5905" y="20130"/>
                  </a:lnTo>
                  <a:lnTo>
                    <a:pt x="5829" y="20245"/>
                  </a:lnTo>
                  <a:lnTo>
                    <a:pt x="6148" y="20348"/>
                  </a:lnTo>
                  <a:lnTo>
                    <a:pt x="6225" y="20271"/>
                  </a:lnTo>
                  <a:lnTo>
                    <a:pt x="6276" y="20220"/>
                  </a:lnTo>
                  <a:lnTo>
                    <a:pt x="6301" y="20181"/>
                  </a:lnTo>
                  <a:lnTo>
                    <a:pt x="6276" y="20143"/>
                  </a:lnTo>
                  <a:lnTo>
                    <a:pt x="6225" y="20092"/>
                  </a:lnTo>
                  <a:lnTo>
                    <a:pt x="6148" y="20028"/>
                  </a:lnTo>
                  <a:lnTo>
                    <a:pt x="5995" y="20028"/>
                  </a:lnTo>
                  <a:lnTo>
                    <a:pt x="6186" y="19926"/>
                  </a:lnTo>
                  <a:lnTo>
                    <a:pt x="6340" y="19747"/>
                  </a:lnTo>
                  <a:lnTo>
                    <a:pt x="6608" y="19542"/>
                  </a:lnTo>
                  <a:lnTo>
                    <a:pt x="6953" y="19517"/>
                  </a:lnTo>
                  <a:lnTo>
                    <a:pt x="7196" y="19376"/>
                  </a:lnTo>
                  <a:lnTo>
                    <a:pt x="7682" y="19351"/>
                  </a:lnTo>
                  <a:lnTo>
                    <a:pt x="7886" y="19159"/>
                  </a:lnTo>
                  <a:lnTo>
                    <a:pt x="7810" y="19006"/>
                  </a:lnTo>
                  <a:lnTo>
                    <a:pt x="8180" y="18801"/>
                  </a:lnTo>
                  <a:lnTo>
                    <a:pt x="8487" y="18558"/>
                  </a:lnTo>
                  <a:lnTo>
                    <a:pt x="8819" y="18482"/>
                  </a:lnTo>
                  <a:lnTo>
                    <a:pt x="8998" y="18354"/>
                  </a:lnTo>
                  <a:lnTo>
                    <a:pt x="9177" y="18111"/>
                  </a:lnTo>
                  <a:lnTo>
                    <a:pt x="9407" y="18034"/>
                  </a:lnTo>
                  <a:lnTo>
                    <a:pt x="9497" y="17804"/>
                  </a:lnTo>
                  <a:lnTo>
                    <a:pt x="10059" y="17561"/>
                  </a:lnTo>
                  <a:lnTo>
                    <a:pt x="10340" y="17280"/>
                  </a:lnTo>
                  <a:lnTo>
                    <a:pt x="10711" y="16999"/>
                  </a:lnTo>
                  <a:lnTo>
                    <a:pt x="11350" y="16922"/>
                  </a:lnTo>
                  <a:lnTo>
                    <a:pt x="11299" y="16590"/>
                  </a:lnTo>
                  <a:lnTo>
                    <a:pt x="11861" y="16181"/>
                  </a:lnTo>
                  <a:lnTo>
                    <a:pt x="11618" y="15862"/>
                  </a:lnTo>
                  <a:lnTo>
                    <a:pt x="11427" y="15772"/>
                  </a:lnTo>
                  <a:lnTo>
                    <a:pt x="11708" y="15350"/>
                  </a:lnTo>
                  <a:lnTo>
                    <a:pt x="11810" y="15478"/>
                  </a:lnTo>
                  <a:lnTo>
                    <a:pt x="12181" y="14941"/>
                  </a:lnTo>
                  <a:lnTo>
                    <a:pt x="12462" y="14724"/>
                  </a:lnTo>
                  <a:lnTo>
                    <a:pt x="12487" y="14520"/>
                  </a:lnTo>
                  <a:lnTo>
                    <a:pt x="12602" y="14417"/>
                  </a:lnTo>
                  <a:lnTo>
                    <a:pt x="13037" y="13817"/>
                  </a:lnTo>
                  <a:lnTo>
                    <a:pt x="13586" y="13433"/>
                  </a:lnTo>
                  <a:lnTo>
                    <a:pt x="14225" y="13344"/>
                  </a:lnTo>
                  <a:lnTo>
                    <a:pt x="13842" y="13599"/>
                  </a:lnTo>
                  <a:lnTo>
                    <a:pt x="13356" y="13996"/>
                  </a:lnTo>
                  <a:lnTo>
                    <a:pt x="13446" y="14123"/>
                  </a:lnTo>
                  <a:lnTo>
                    <a:pt x="13293" y="14571"/>
                  </a:lnTo>
                  <a:lnTo>
                    <a:pt x="13050" y="14839"/>
                  </a:lnTo>
                  <a:lnTo>
                    <a:pt x="13101" y="15248"/>
                  </a:lnTo>
                  <a:lnTo>
                    <a:pt x="13203" y="15248"/>
                  </a:lnTo>
                  <a:lnTo>
                    <a:pt x="12960" y="15453"/>
                  </a:lnTo>
                  <a:lnTo>
                    <a:pt x="12896" y="15721"/>
                  </a:lnTo>
                  <a:lnTo>
                    <a:pt x="13382" y="15683"/>
                  </a:lnTo>
                  <a:lnTo>
                    <a:pt x="14008" y="15478"/>
                  </a:lnTo>
                  <a:lnTo>
                    <a:pt x="14110" y="15350"/>
                  </a:lnTo>
                  <a:lnTo>
                    <a:pt x="14123" y="15478"/>
                  </a:lnTo>
                  <a:lnTo>
                    <a:pt x="14379" y="15312"/>
                  </a:lnTo>
                  <a:lnTo>
                    <a:pt x="14698" y="14839"/>
                  </a:lnTo>
                  <a:lnTo>
                    <a:pt x="15120" y="14801"/>
                  </a:lnTo>
                  <a:lnTo>
                    <a:pt x="15286" y="14865"/>
                  </a:lnTo>
                  <a:lnTo>
                    <a:pt x="15772" y="14686"/>
                  </a:lnTo>
                  <a:lnTo>
                    <a:pt x="15900" y="14750"/>
                  </a:lnTo>
                  <a:lnTo>
                    <a:pt x="16079" y="14865"/>
                  </a:lnTo>
                  <a:lnTo>
                    <a:pt x="16155" y="15018"/>
                  </a:lnTo>
                  <a:lnTo>
                    <a:pt x="16322" y="15044"/>
                  </a:lnTo>
                  <a:lnTo>
                    <a:pt x="16846" y="14520"/>
                  </a:lnTo>
                  <a:lnTo>
                    <a:pt x="16846" y="14443"/>
                  </a:lnTo>
                  <a:lnTo>
                    <a:pt x="16833" y="14392"/>
                  </a:lnTo>
                  <a:lnTo>
                    <a:pt x="16820" y="14379"/>
                  </a:lnTo>
                  <a:lnTo>
                    <a:pt x="16807" y="14379"/>
                  </a:lnTo>
                  <a:lnTo>
                    <a:pt x="16731" y="14417"/>
                  </a:lnTo>
                  <a:lnTo>
                    <a:pt x="16564" y="14520"/>
                  </a:lnTo>
                  <a:lnTo>
                    <a:pt x="16347" y="14673"/>
                  </a:lnTo>
                  <a:lnTo>
                    <a:pt x="16232" y="14724"/>
                  </a:lnTo>
                  <a:lnTo>
                    <a:pt x="15823" y="14456"/>
                  </a:lnTo>
                  <a:lnTo>
                    <a:pt x="16181" y="14520"/>
                  </a:lnTo>
                  <a:lnTo>
                    <a:pt x="16296" y="14341"/>
                  </a:lnTo>
                  <a:lnTo>
                    <a:pt x="16015" y="14277"/>
                  </a:lnTo>
                  <a:lnTo>
                    <a:pt x="16104" y="14072"/>
                  </a:lnTo>
                  <a:lnTo>
                    <a:pt x="15708" y="14111"/>
                  </a:lnTo>
                  <a:lnTo>
                    <a:pt x="15874" y="13996"/>
                  </a:lnTo>
                  <a:lnTo>
                    <a:pt x="15644" y="13881"/>
                  </a:lnTo>
                  <a:lnTo>
                    <a:pt x="15810" y="13766"/>
                  </a:lnTo>
                  <a:lnTo>
                    <a:pt x="15989" y="13842"/>
                  </a:lnTo>
                  <a:lnTo>
                    <a:pt x="16181" y="13714"/>
                  </a:lnTo>
                  <a:lnTo>
                    <a:pt x="16642" y="13677"/>
                  </a:lnTo>
                  <a:lnTo>
                    <a:pt x="16642" y="13677"/>
                  </a:lnTo>
                  <a:lnTo>
                    <a:pt x="16654" y="13702"/>
                  </a:lnTo>
                  <a:lnTo>
                    <a:pt x="16679" y="13714"/>
                  </a:lnTo>
                  <a:lnTo>
                    <a:pt x="16756" y="13714"/>
                  </a:lnTo>
                  <a:lnTo>
                    <a:pt x="17216" y="13689"/>
                  </a:lnTo>
                  <a:lnTo>
                    <a:pt x="17178" y="13817"/>
                  </a:lnTo>
                  <a:lnTo>
                    <a:pt x="17561" y="13957"/>
                  </a:lnTo>
                  <a:lnTo>
                    <a:pt x="17536" y="14072"/>
                  </a:lnTo>
                  <a:lnTo>
                    <a:pt x="17152" y="14213"/>
                  </a:lnTo>
                  <a:lnTo>
                    <a:pt x="17255" y="14443"/>
                  </a:lnTo>
                  <a:lnTo>
                    <a:pt x="17651" y="14315"/>
                  </a:lnTo>
                  <a:lnTo>
                    <a:pt x="17842" y="14175"/>
                  </a:lnTo>
                  <a:lnTo>
                    <a:pt x="18098" y="14341"/>
                  </a:lnTo>
                  <a:lnTo>
                    <a:pt x="18136" y="14379"/>
                  </a:lnTo>
                  <a:lnTo>
                    <a:pt x="18175" y="14405"/>
                  </a:lnTo>
                  <a:lnTo>
                    <a:pt x="18200" y="14417"/>
                  </a:lnTo>
                  <a:lnTo>
                    <a:pt x="18251" y="14379"/>
                  </a:lnTo>
                  <a:lnTo>
                    <a:pt x="18341" y="14290"/>
                  </a:lnTo>
                  <a:lnTo>
                    <a:pt x="18469" y="14175"/>
                  </a:lnTo>
                  <a:lnTo>
                    <a:pt x="18469" y="14469"/>
                  </a:lnTo>
                  <a:lnTo>
                    <a:pt x="18967" y="14609"/>
                  </a:lnTo>
                  <a:lnTo>
                    <a:pt x="19159" y="14775"/>
                  </a:lnTo>
                  <a:lnTo>
                    <a:pt x="19389" y="14750"/>
                  </a:lnTo>
                  <a:lnTo>
                    <a:pt x="20501" y="14673"/>
                  </a:lnTo>
                  <a:lnTo>
                    <a:pt x="21012" y="14750"/>
                  </a:lnTo>
                  <a:lnTo>
                    <a:pt x="21357" y="14737"/>
                  </a:lnTo>
                  <a:lnTo>
                    <a:pt x="21344" y="14993"/>
                  </a:lnTo>
                  <a:lnTo>
                    <a:pt x="21804" y="15056"/>
                  </a:lnTo>
                  <a:lnTo>
                    <a:pt x="22009" y="15146"/>
                  </a:lnTo>
                  <a:lnTo>
                    <a:pt x="22533" y="14941"/>
                  </a:lnTo>
                  <a:lnTo>
                    <a:pt x="22392" y="15184"/>
                  </a:lnTo>
                  <a:lnTo>
                    <a:pt x="23645" y="15938"/>
                  </a:lnTo>
                  <a:lnTo>
                    <a:pt x="24348" y="16475"/>
                  </a:lnTo>
                  <a:lnTo>
                    <a:pt x="24795" y="16846"/>
                  </a:lnTo>
                  <a:lnTo>
                    <a:pt x="25038" y="16718"/>
                  </a:lnTo>
                  <a:lnTo>
                    <a:pt x="25063" y="16782"/>
                  </a:lnTo>
                  <a:lnTo>
                    <a:pt x="25089" y="16833"/>
                  </a:lnTo>
                  <a:lnTo>
                    <a:pt x="25089" y="16859"/>
                  </a:lnTo>
                  <a:lnTo>
                    <a:pt x="24974" y="16999"/>
                  </a:lnTo>
                  <a:lnTo>
                    <a:pt x="25102" y="17191"/>
                  </a:lnTo>
                  <a:lnTo>
                    <a:pt x="25792" y="17868"/>
                  </a:lnTo>
                  <a:lnTo>
                    <a:pt x="25639" y="18200"/>
                  </a:lnTo>
                  <a:lnTo>
                    <a:pt x="25830" y="18264"/>
                  </a:lnTo>
                  <a:lnTo>
                    <a:pt x="25894" y="18047"/>
                  </a:lnTo>
                  <a:lnTo>
                    <a:pt x="26163" y="18124"/>
                  </a:lnTo>
                  <a:lnTo>
                    <a:pt x="26137" y="18558"/>
                  </a:lnTo>
                  <a:lnTo>
                    <a:pt x="26763" y="19082"/>
                  </a:lnTo>
                  <a:lnTo>
                    <a:pt x="26469" y="17676"/>
                  </a:lnTo>
                  <a:lnTo>
                    <a:pt x="26175" y="16922"/>
                  </a:lnTo>
                  <a:lnTo>
                    <a:pt x="26354" y="17101"/>
                  </a:lnTo>
                  <a:lnTo>
                    <a:pt x="26214" y="16194"/>
                  </a:lnTo>
                  <a:lnTo>
                    <a:pt x="26290" y="16194"/>
                  </a:lnTo>
                  <a:lnTo>
                    <a:pt x="26418" y="16807"/>
                  </a:lnTo>
                  <a:lnTo>
                    <a:pt x="26469" y="17344"/>
                  </a:lnTo>
                  <a:lnTo>
                    <a:pt x="26648" y="18111"/>
                  </a:lnTo>
                  <a:lnTo>
                    <a:pt x="27147" y="17817"/>
                  </a:lnTo>
                  <a:lnTo>
                    <a:pt x="27185" y="17127"/>
                  </a:lnTo>
                  <a:lnTo>
                    <a:pt x="27287" y="17344"/>
                  </a:lnTo>
                  <a:lnTo>
                    <a:pt x="27415" y="17881"/>
                  </a:lnTo>
                  <a:lnTo>
                    <a:pt x="27926" y="18085"/>
                  </a:lnTo>
                  <a:lnTo>
                    <a:pt x="27492" y="18034"/>
                  </a:lnTo>
                  <a:lnTo>
                    <a:pt x="27121" y="18098"/>
                  </a:lnTo>
                  <a:lnTo>
                    <a:pt x="26827" y="18277"/>
                  </a:lnTo>
                  <a:lnTo>
                    <a:pt x="26789" y="18456"/>
                  </a:lnTo>
                  <a:lnTo>
                    <a:pt x="26866" y="18648"/>
                  </a:lnTo>
                  <a:lnTo>
                    <a:pt x="27275" y="18558"/>
                  </a:lnTo>
                  <a:lnTo>
                    <a:pt x="27415" y="18814"/>
                  </a:lnTo>
                  <a:lnTo>
                    <a:pt x="28003" y="18776"/>
                  </a:lnTo>
                  <a:lnTo>
                    <a:pt x="27952" y="18558"/>
                  </a:lnTo>
                  <a:lnTo>
                    <a:pt x="27901" y="18405"/>
                  </a:lnTo>
                  <a:lnTo>
                    <a:pt x="28041" y="18597"/>
                  </a:lnTo>
                  <a:lnTo>
                    <a:pt x="28041" y="18903"/>
                  </a:lnTo>
                  <a:lnTo>
                    <a:pt x="27888" y="18967"/>
                  </a:lnTo>
                  <a:lnTo>
                    <a:pt x="27428" y="18967"/>
                  </a:lnTo>
                  <a:lnTo>
                    <a:pt x="27351" y="19491"/>
                  </a:lnTo>
                  <a:lnTo>
                    <a:pt x="27709" y="19747"/>
                  </a:lnTo>
                  <a:lnTo>
                    <a:pt x="27799" y="20130"/>
                  </a:lnTo>
                  <a:lnTo>
                    <a:pt x="27530" y="19900"/>
                  </a:lnTo>
                  <a:lnTo>
                    <a:pt x="27351" y="19900"/>
                  </a:lnTo>
                  <a:lnTo>
                    <a:pt x="27466" y="20233"/>
                  </a:lnTo>
                  <a:lnTo>
                    <a:pt x="28105" y="20731"/>
                  </a:lnTo>
                  <a:lnTo>
                    <a:pt x="28259" y="20642"/>
                  </a:lnTo>
                  <a:lnTo>
                    <a:pt x="28118" y="20360"/>
                  </a:lnTo>
                  <a:lnTo>
                    <a:pt x="28527" y="20642"/>
                  </a:lnTo>
                  <a:lnTo>
                    <a:pt x="28757" y="20412"/>
                  </a:lnTo>
                  <a:lnTo>
                    <a:pt x="28565" y="20003"/>
                  </a:lnTo>
                  <a:lnTo>
                    <a:pt x="28220" y="19517"/>
                  </a:lnTo>
                  <a:lnTo>
                    <a:pt x="27837" y="19070"/>
                  </a:lnTo>
                  <a:lnTo>
                    <a:pt x="28156" y="19044"/>
                  </a:lnTo>
                  <a:lnTo>
                    <a:pt x="28233" y="19261"/>
                  </a:lnTo>
                  <a:lnTo>
                    <a:pt x="28374" y="19364"/>
                  </a:lnTo>
                  <a:lnTo>
                    <a:pt x="28642" y="19236"/>
                  </a:lnTo>
                  <a:lnTo>
                    <a:pt x="28501" y="19530"/>
                  </a:lnTo>
                  <a:lnTo>
                    <a:pt x="28680" y="19785"/>
                  </a:lnTo>
                  <a:lnTo>
                    <a:pt x="28821" y="19517"/>
                  </a:lnTo>
                  <a:lnTo>
                    <a:pt x="28821" y="19517"/>
                  </a:lnTo>
                  <a:lnTo>
                    <a:pt x="28795" y="20003"/>
                  </a:lnTo>
                  <a:lnTo>
                    <a:pt x="28987" y="20335"/>
                  </a:lnTo>
                  <a:lnTo>
                    <a:pt x="29217" y="19977"/>
                  </a:lnTo>
                  <a:lnTo>
                    <a:pt x="29217" y="19977"/>
                  </a:lnTo>
                  <a:lnTo>
                    <a:pt x="29115" y="20488"/>
                  </a:lnTo>
                  <a:lnTo>
                    <a:pt x="29268" y="20501"/>
                  </a:lnTo>
                  <a:lnTo>
                    <a:pt x="29473" y="19696"/>
                  </a:lnTo>
                  <a:lnTo>
                    <a:pt x="29422" y="20488"/>
                  </a:lnTo>
                  <a:lnTo>
                    <a:pt x="29511" y="20590"/>
                  </a:lnTo>
                  <a:lnTo>
                    <a:pt x="29818" y="20552"/>
                  </a:lnTo>
                  <a:lnTo>
                    <a:pt x="30316" y="19990"/>
                  </a:lnTo>
                  <a:lnTo>
                    <a:pt x="30048" y="19760"/>
                  </a:lnTo>
                  <a:lnTo>
                    <a:pt x="30150" y="19261"/>
                  </a:lnTo>
                  <a:lnTo>
                    <a:pt x="28847" y="18648"/>
                  </a:lnTo>
                  <a:lnTo>
                    <a:pt x="28847" y="18635"/>
                  </a:lnTo>
                  <a:lnTo>
                    <a:pt x="27364" y="16194"/>
                  </a:lnTo>
                  <a:lnTo>
                    <a:pt x="26290" y="15721"/>
                  </a:lnTo>
                  <a:lnTo>
                    <a:pt x="26393" y="15440"/>
                  </a:lnTo>
                  <a:lnTo>
                    <a:pt x="25971" y="15044"/>
                  </a:lnTo>
                  <a:lnTo>
                    <a:pt x="25268" y="15402"/>
                  </a:lnTo>
                  <a:lnTo>
                    <a:pt x="25268" y="15849"/>
                  </a:lnTo>
                  <a:lnTo>
                    <a:pt x="24833" y="15811"/>
                  </a:lnTo>
                  <a:lnTo>
                    <a:pt x="24284" y="16117"/>
                  </a:lnTo>
                  <a:lnTo>
                    <a:pt x="24143" y="15695"/>
                  </a:lnTo>
                  <a:lnTo>
                    <a:pt x="23837" y="15299"/>
                  </a:lnTo>
                  <a:lnTo>
                    <a:pt x="22916" y="14571"/>
                  </a:lnTo>
                  <a:lnTo>
                    <a:pt x="23070" y="14405"/>
                  </a:lnTo>
                  <a:lnTo>
                    <a:pt x="22942" y="14277"/>
                  </a:lnTo>
                  <a:lnTo>
                    <a:pt x="22328" y="14456"/>
                  </a:lnTo>
                  <a:lnTo>
                    <a:pt x="21523" y="14456"/>
                  </a:lnTo>
                  <a:lnTo>
                    <a:pt x="21523" y="2404"/>
                  </a:lnTo>
                  <a:lnTo>
                    <a:pt x="21178" y="2416"/>
                  </a:lnTo>
                  <a:lnTo>
                    <a:pt x="21076" y="2225"/>
                  </a:lnTo>
                  <a:lnTo>
                    <a:pt x="20693" y="2186"/>
                  </a:lnTo>
                  <a:lnTo>
                    <a:pt x="20220" y="1739"/>
                  </a:lnTo>
                  <a:lnTo>
                    <a:pt x="18724" y="1714"/>
                  </a:lnTo>
                  <a:lnTo>
                    <a:pt x="18558" y="1880"/>
                  </a:lnTo>
                  <a:lnTo>
                    <a:pt x="17791" y="1624"/>
                  </a:lnTo>
                  <a:lnTo>
                    <a:pt x="16961" y="1624"/>
                  </a:lnTo>
                  <a:lnTo>
                    <a:pt x="16424" y="1611"/>
                  </a:lnTo>
                  <a:lnTo>
                    <a:pt x="15900" y="1381"/>
                  </a:lnTo>
                  <a:lnTo>
                    <a:pt x="15465" y="1100"/>
                  </a:lnTo>
                  <a:lnTo>
                    <a:pt x="14903" y="1062"/>
                  </a:lnTo>
                  <a:lnTo>
                    <a:pt x="14507" y="1062"/>
                  </a:lnTo>
                  <a:lnTo>
                    <a:pt x="14392" y="1241"/>
                  </a:lnTo>
                  <a:lnTo>
                    <a:pt x="14021" y="1138"/>
                  </a:lnTo>
                  <a:lnTo>
                    <a:pt x="13561" y="1279"/>
                  </a:lnTo>
                  <a:lnTo>
                    <a:pt x="13280" y="1381"/>
                  </a:lnTo>
                  <a:lnTo>
                    <a:pt x="13075" y="1202"/>
                  </a:lnTo>
                  <a:lnTo>
                    <a:pt x="12820" y="1074"/>
                  </a:lnTo>
                  <a:lnTo>
                    <a:pt x="12692" y="1023"/>
                  </a:lnTo>
                  <a:lnTo>
                    <a:pt x="12858" y="768"/>
                  </a:lnTo>
                  <a:lnTo>
                    <a:pt x="12526" y="640"/>
                  </a:lnTo>
                  <a:lnTo>
                    <a:pt x="11797" y="614"/>
                  </a:lnTo>
                  <a:lnTo>
                    <a:pt x="11107" y="614"/>
                  </a:lnTo>
                  <a:lnTo>
                    <a:pt x="11005" y="729"/>
                  </a:lnTo>
                  <a:lnTo>
                    <a:pt x="10634" y="563"/>
                  </a:lnTo>
                  <a:lnTo>
                    <a:pt x="10634" y="257"/>
                  </a:lnTo>
                  <a:lnTo>
                    <a:pt x="10289" y="320"/>
                  </a:lnTo>
                  <a:lnTo>
                    <a:pt x="9982" y="576"/>
                  </a:lnTo>
                  <a:lnTo>
                    <a:pt x="9803" y="602"/>
                  </a:lnTo>
                  <a:lnTo>
                    <a:pt x="9957" y="257"/>
                  </a:lnTo>
                  <a:lnTo>
                    <a:pt x="9944" y="103"/>
                  </a:lnTo>
                  <a:lnTo>
                    <a:pt x="9407" y="65"/>
                  </a:lnTo>
                  <a:lnTo>
                    <a:pt x="9177"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296;p78">
              <a:extLst>
                <a:ext uri="{FF2B5EF4-FFF2-40B4-BE49-F238E27FC236}">
                  <a16:creationId xmlns:a16="http://schemas.microsoft.com/office/drawing/2014/main" id="{83F05843-24EB-3445-4B98-C5150963C2AE}"/>
                </a:ext>
              </a:extLst>
            </p:cNvPr>
            <p:cNvSpPr/>
            <p:nvPr/>
          </p:nvSpPr>
          <p:spPr>
            <a:xfrm>
              <a:off x="575200" y="2066825"/>
              <a:ext cx="56575" cy="60750"/>
            </a:xfrm>
            <a:custGeom>
              <a:avLst/>
              <a:gdLst/>
              <a:ahLst/>
              <a:cxnLst/>
              <a:rect l="l" t="t" r="r" b="b"/>
              <a:pathLst>
                <a:path w="2263" h="2430" extrusionOk="0">
                  <a:moveTo>
                    <a:pt x="1764" y="1"/>
                  </a:moveTo>
                  <a:lnTo>
                    <a:pt x="1317" y="231"/>
                  </a:lnTo>
                  <a:lnTo>
                    <a:pt x="1049" y="602"/>
                  </a:lnTo>
                  <a:lnTo>
                    <a:pt x="908" y="755"/>
                  </a:lnTo>
                  <a:lnTo>
                    <a:pt x="1406" y="755"/>
                  </a:lnTo>
                  <a:lnTo>
                    <a:pt x="819" y="806"/>
                  </a:lnTo>
                  <a:lnTo>
                    <a:pt x="640" y="908"/>
                  </a:lnTo>
                  <a:lnTo>
                    <a:pt x="640" y="1266"/>
                  </a:lnTo>
                  <a:lnTo>
                    <a:pt x="525" y="1087"/>
                  </a:lnTo>
                  <a:lnTo>
                    <a:pt x="256" y="1151"/>
                  </a:lnTo>
                  <a:lnTo>
                    <a:pt x="1" y="1305"/>
                  </a:lnTo>
                  <a:lnTo>
                    <a:pt x="65" y="1752"/>
                  </a:lnTo>
                  <a:lnTo>
                    <a:pt x="320" y="1944"/>
                  </a:lnTo>
                  <a:lnTo>
                    <a:pt x="486" y="2186"/>
                  </a:lnTo>
                  <a:lnTo>
                    <a:pt x="103" y="2314"/>
                  </a:lnTo>
                  <a:lnTo>
                    <a:pt x="320" y="2429"/>
                  </a:lnTo>
                  <a:lnTo>
                    <a:pt x="704" y="2365"/>
                  </a:lnTo>
                  <a:lnTo>
                    <a:pt x="499" y="2263"/>
                  </a:lnTo>
                  <a:lnTo>
                    <a:pt x="665" y="2084"/>
                  </a:lnTo>
                  <a:lnTo>
                    <a:pt x="934" y="1854"/>
                  </a:lnTo>
                  <a:lnTo>
                    <a:pt x="959" y="1662"/>
                  </a:lnTo>
                  <a:lnTo>
                    <a:pt x="1202" y="1714"/>
                  </a:lnTo>
                  <a:lnTo>
                    <a:pt x="1598" y="1611"/>
                  </a:lnTo>
                  <a:lnTo>
                    <a:pt x="1637" y="1292"/>
                  </a:lnTo>
                  <a:lnTo>
                    <a:pt x="1969" y="1292"/>
                  </a:lnTo>
                  <a:lnTo>
                    <a:pt x="1969" y="1011"/>
                  </a:lnTo>
                  <a:lnTo>
                    <a:pt x="1509" y="781"/>
                  </a:lnTo>
                  <a:lnTo>
                    <a:pt x="1675" y="691"/>
                  </a:lnTo>
                  <a:lnTo>
                    <a:pt x="2263" y="384"/>
                  </a:lnTo>
                  <a:lnTo>
                    <a:pt x="2186" y="244"/>
                  </a:lnTo>
                  <a:lnTo>
                    <a:pt x="1752" y="244"/>
                  </a:lnTo>
                  <a:lnTo>
                    <a:pt x="17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297;p78">
              <a:extLst>
                <a:ext uri="{FF2B5EF4-FFF2-40B4-BE49-F238E27FC236}">
                  <a16:creationId xmlns:a16="http://schemas.microsoft.com/office/drawing/2014/main" id="{09F7DA33-8F28-F7FC-8DBE-E7C22F49CF53}"/>
                </a:ext>
              </a:extLst>
            </p:cNvPr>
            <p:cNvSpPr/>
            <p:nvPr/>
          </p:nvSpPr>
          <p:spPr>
            <a:xfrm>
              <a:off x="2011100" y="2412225"/>
              <a:ext cx="9300" cy="12175"/>
            </a:xfrm>
            <a:custGeom>
              <a:avLst/>
              <a:gdLst/>
              <a:ahLst/>
              <a:cxnLst/>
              <a:rect l="l" t="t" r="r" b="b"/>
              <a:pathLst>
                <a:path w="372" h="487" extrusionOk="0">
                  <a:moveTo>
                    <a:pt x="180" y="1"/>
                  </a:moveTo>
                  <a:lnTo>
                    <a:pt x="1" y="65"/>
                  </a:lnTo>
                  <a:lnTo>
                    <a:pt x="78" y="320"/>
                  </a:lnTo>
                  <a:lnTo>
                    <a:pt x="129" y="486"/>
                  </a:lnTo>
                  <a:lnTo>
                    <a:pt x="129" y="423"/>
                  </a:lnTo>
                  <a:lnTo>
                    <a:pt x="167" y="410"/>
                  </a:lnTo>
                  <a:lnTo>
                    <a:pt x="333" y="231"/>
                  </a:lnTo>
                  <a:lnTo>
                    <a:pt x="372" y="192"/>
                  </a:lnTo>
                  <a:lnTo>
                    <a:pt x="180"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298;p78">
              <a:extLst>
                <a:ext uri="{FF2B5EF4-FFF2-40B4-BE49-F238E27FC236}">
                  <a16:creationId xmlns:a16="http://schemas.microsoft.com/office/drawing/2014/main" id="{8D200EA0-1223-3430-59B5-FF24520CEA90}"/>
                </a:ext>
              </a:extLst>
            </p:cNvPr>
            <p:cNvSpPr/>
            <p:nvPr/>
          </p:nvSpPr>
          <p:spPr>
            <a:xfrm>
              <a:off x="1509475" y="2965625"/>
              <a:ext cx="2900" cy="4500"/>
            </a:xfrm>
            <a:custGeom>
              <a:avLst/>
              <a:gdLst/>
              <a:ahLst/>
              <a:cxnLst/>
              <a:rect l="l" t="t" r="r" b="b"/>
              <a:pathLst>
                <a:path w="116" h="180" extrusionOk="0">
                  <a:moveTo>
                    <a:pt x="39" y="1"/>
                  </a:moveTo>
                  <a:lnTo>
                    <a:pt x="0" y="26"/>
                  </a:lnTo>
                  <a:lnTo>
                    <a:pt x="26" y="141"/>
                  </a:lnTo>
                  <a:lnTo>
                    <a:pt x="102" y="180"/>
                  </a:lnTo>
                  <a:lnTo>
                    <a:pt x="115" y="154"/>
                  </a:lnTo>
                  <a:lnTo>
                    <a:pt x="102" y="26"/>
                  </a:lnTo>
                  <a:lnTo>
                    <a:pt x="3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1" name="Google Shape;1299;p78">
              <a:extLst>
                <a:ext uri="{FF2B5EF4-FFF2-40B4-BE49-F238E27FC236}">
                  <a16:creationId xmlns:a16="http://schemas.microsoft.com/office/drawing/2014/main" id="{A0595C48-C8B6-7028-D533-98ABAF470A24}"/>
                </a:ext>
              </a:extLst>
            </p:cNvPr>
            <p:cNvSpPr/>
            <p:nvPr/>
          </p:nvSpPr>
          <p:spPr>
            <a:xfrm>
              <a:off x="1439825" y="2899800"/>
              <a:ext cx="2250" cy="3225"/>
            </a:xfrm>
            <a:custGeom>
              <a:avLst/>
              <a:gdLst/>
              <a:ahLst/>
              <a:cxnLst/>
              <a:rect l="l" t="t" r="r" b="b"/>
              <a:pathLst>
                <a:path w="90" h="129" extrusionOk="0">
                  <a:moveTo>
                    <a:pt x="0" y="1"/>
                  </a:moveTo>
                  <a:lnTo>
                    <a:pt x="38" y="129"/>
                  </a:lnTo>
                  <a:lnTo>
                    <a:pt x="90" y="65"/>
                  </a:lnTo>
                  <a:lnTo>
                    <a:pt x="2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2" name="Google Shape;1300;p78">
              <a:extLst>
                <a:ext uri="{FF2B5EF4-FFF2-40B4-BE49-F238E27FC236}">
                  <a16:creationId xmlns:a16="http://schemas.microsoft.com/office/drawing/2014/main" id="{7DBB7798-0123-7F64-3177-92CF6D12CFE3}"/>
                </a:ext>
              </a:extLst>
            </p:cNvPr>
            <p:cNvSpPr/>
            <p:nvPr/>
          </p:nvSpPr>
          <p:spPr>
            <a:xfrm>
              <a:off x="1448450" y="2904925"/>
              <a:ext cx="2900" cy="4825"/>
            </a:xfrm>
            <a:custGeom>
              <a:avLst/>
              <a:gdLst/>
              <a:ahLst/>
              <a:cxnLst/>
              <a:rect l="l" t="t" r="r" b="b"/>
              <a:pathLst>
                <a:path w="116" h="193" extrusionOk="0">
                  <a:moveTo>
                    <a:pt x="0" y="0"/>
                  </a:moveTo>
                  <a:lnTo>
                    <a:pt x="38" y="154"/>
                  </a:lnTo>
                  <a:lnTo>
                    <a:pt x="90" y="192"/>
                  </a:lnTo>
                  <a:lnTo>
                    <a:pt x="115" y="179"/>
                  </a:lnTo>
                  <a:lnTo>
                    <a:pt x="2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3" name="Google Shape;1301;p78">
              <a:extLst>
                <a:ext uri="{FF2B5EF4-FFF2-40B4-BE49-F238E27FC236}">
                  <a16:creationId xmlns:a16="http://schemas.microsoft.com/office/drawing/2014/main" id="{E9E19ECC-E0B2-27DE-1ED6-B7A8D2C3B806}"/>
                </a:ext>
              </a:extLst>
            </p:cNvPr>
            <p:cNvSpPr/>
            <p:nvPr/>
          </p:nvSpPr>
          <p:spPr>
            <a:xfrm>
              <a:off x="1330550" y="2715450"/>
              <a:ext cx="571950" cy="395275"/>
            </a:xfrm>
            <a:custGeom>
              <a:avLst/>
              <a:gdLst/>
              <a:ahLst/>
              <a:cxnLst/>
              <a:rect l="l" t="t" r="r" b="b"/>
              <a:pathLst>
                <a:path w="22878" h="15811" extrusionOk="0">
                  <a:moveTo>
                    <a:pt x="13" y="1"/>
                  </a:moveTo>
                  <a:lnTo>
                    <a:pt x="0" y="39"/>
                  </a:lnTo>
                  <a:lnTo>
                    <a:pt x="26" y="116"/>
                  </a:lnTo>
                  <a:lnTo>
                    <a:pt x="51" y="205"/>
                  </a:lnTo>
                  <a:lnTo>
                    <a:pt x="141" y="282"/>
                  </a:lnTo>
                  <a:lnTo>
                    <a:pt x="153" y="486"/>
                  </a:lnTo>
                  <a:lnTo>
                    <a:pt x="230" y="512"/>
                  </a:lnTo>
                  <a:lnTo>
                    <a:pt x="230" y="563"/>
                  </a:lnTo>
                  <a:lnTo>
                    <a:pt x="332" y="627"/>
                  </a:lnTo>
                  <a:lnTo>
                    <a:pt x="345" y="703"/>
                  </a:lnTo>
                  <a:lnTo>
                    <a:pt x="268" y="755"/>
                  </a:lnTo>
                  <a:lnTo>
                    <a:pt x="256" y="908"/>
                  </a:lnTo>
                  <a:lnTo>
                    <a:pt x="371" y="997"/>
                  </a:lnTo>
                  <a:lnTo>
                    <a:pt x="371" y="1049"/>
                  </a:lnTo>
                  <a:lnTo>
                    <a:pt x="473" y="1253"/>
                  </a:lnTo>
                  <a:lnTo>
                    <a:pt x="447" y="1432"/>
                  </a:lnTo>
                  <a:lnTo>
                    <a:pt x="486" y="1432"/>
                  </a:lnTo>
                  <a:lnTo>
                    <a:pt x="524" y="1509"/>
                  </a:lnTo>
                  <a:lnTo>
                    <a:pt x="614" y="1573"/>
                  </a:lnTo>
                  <a:lnTo>
                    <a:pt x="626" y="1790"/>
                  </a:lnTo>
                  <a:lnTo>
                    <a:pt x="601" y="1867"/>
                  </a:lnTo>
                  <a:lnTo>
                    <a:pt x="601" y="1943"/>
                  </a:lnTo>
                  <a:lnTo>
                    <a:pt x="626" y="1943"/>
                  </a:lnTo>
                  <a:lnTo>
                    <a:pt x="614" y="1892"/>
                  </a:lnTo>
                  <a:lnTo>
                    <a:pt x="652" y="1867"/>
                  </a:lnTo>
                  <a:lnTo>
                    <a:pt x="690" y="1892"/>
                  </a:lnTo>
                  <a:lnTo>
                    <a:pt x="665" y="1930"/>
                  </a:lnTo>
                  <a:lnTo>
                    <a:pt x="741" y="1969"/>
                  </a:lnTo>
                  <a:lnTo>
                    <a:pt x="767" y="2263"/>
                  </a:lnTo>
                  <a:lnTo>
                    <a:pt x="716" y="2275"/>
                  </a:lnTo>
                  <a:lnTo>
                    <a:pt x="703" y="2327"/>
                  </a:lnTo>
                  <a:lnTo>
                    <a:pt x="780" y="2339"/>
                  </a:lnTo>
                  <a:lnTo>
                    <a:pt x="767" y="2506"/>
                  </a:lnTo>
                  <a:lnTo>
                    <a:pt x="882" y="2582"/>
                  </a:lnTo>
                  <a:lnTo>
                    <a:pt x="882" y="2633"/>
                  </a:lnTo>
                  <a:lnTo>
                    <a:pt x="933" y="2646"/>
                  </a:lnTo>
                  <a:lnTo>
                    <a:pt x="1112" y="2799"/>
                  </a:lnTo>
                  <a:lnTo>
                    <a:pt x="1150" y="2851"/>
                  </a:lnTo>
                  <a:lnTo>
                    <a:pt x="1278" y="2876"/>
                  </a:lnTo>
                  <a:lnTo>
                    <a:pt x="1444" y="3068"/>
                  </a:lnTo>
                  <a:lnTo>
                    <a:pt x="1444" y="3132"/>
                  </a:lnTo>
                  <a:lnTo>
                    <a:pt x="1508" y="3157"/>
                  </a:lnTo>
                  <a:lnTo>
                    <a:pt x="1521" y="3208"/>
                  </a:lnTo>
                  <a:lnTo>
                    <a:pt x="1559" y="3311"/>
                  </a:lnTo>
                  <a:lnTo>
                    <a:pt x="1623" y="3311"/>
                  </a:lnTo>
                  <a:lnTo>
                    <a:pt x="1662" y="3413"/>
                  </a:lnTo>
                  <a:lnTo>
                    <a:pt x="1738" y="3515"/>
                  </a:lnTo>
                  <a:lnTo>
                    <a:pt x="1751" y="3554"/>
                  </a:lnTo>
                  <a:lnTo>
                    <a:pt x="1828" y="3566"/>
                  </a:lnTo>
                  <a:lnTo>
                    <a:pt x="1840" y="3643"/>
                  </a:lnTo>
                  <a:lnTo>
                    <a:pt x="1879" y="3681"/>
                  </a:lnTo>
                  <a:lnTo>
                    <a:pt x="1892" y="3745"/>
                  </a:lnTo>
                  <a:lnTo>
                    <a:pt x="1777" y="3911"/>
                  </a:lnTo>
                  <a:lnTo>
                    <a:pt x="1789" y="3950"/>
                  </a:lnTo>
                  <a:lnTo>
                    <a:pt x="1815" y="4001"/>
                  </a:lnTo>
                  <a:lnTo>
                    <a:pt x="1777" y="4116"/>
                  </a:lnTo>
                  <a:lnTo>
                    <a:pt x="1674" y="4193"/>
                  </a:lnTo>
                  <a:lnTo>
                    <a:pt x="1662" y="4218"/>
                  </a:lnTo>
                  <a:lnTo>
                    <a:pt x="1649" y="4256"/>
                  </a:lnTo>
                  <a:lnTo>
                    <a:pt x="1674" y="4282"/>
                  </a:lnTo>
                  <a:lnTo>
                    <a:pt x="1636" y="4308"/>
                  </a:lnTo>
                  <a:lnTo>
                    <a:pt x="1636" y="4359"/>
                  </a:lnTo>
                  <a:lnTo>
                    <a:pt x="1623" y="4269"/>
                  </a:lnTo>
                  <a:lnTo>
                    <a:pt x="1610" y="4244"/>
                  </a:lnTo>
                  <a:lnTo>
                    <a:pt x="1508" y="4333"/>
                  </a:lnTo>
                  <a:lnTo>
                    <a:pt x="1393" y="4320"/>
                  </a:lnTo>
                  <a:lnTo>
                    <a:pt x="1329" y="4269"/>
                  </a:lnTo>
                  <a:lnTo>
                    <a:pt x="1291" y="4269"/>
                  </a:lnTo>
                  <a:lnTo>
                    <a:pt x="1214" y="4244"/>
                  </a:lnTo>
                  <a:lnTo>
                    <a:pt x="1125" y="4244"/>
                  </a:lnTo>
                  <a:lnTo>
                    <a:pt x="1099" y="4218"/>
                  </a:lnTo>
                  <a:lnTo>
                    <a:pt x="1074" y="4218"/>
                  </a:lnTo>
                  <a:lnTo>
                    <a:pt x="1099" y="4320"/>
                  </a:lnTo>
                  <a:lnTo>
                    <a:pt x="1138" y="4333"/>
                  </a:lnTo>
                  <a:lnTo>
                    <a:pt x="1176" y="4397"/>
                  </a:lnTo>
                  <a:lnTo>
                    <a:pt x="1201" y="4371"/>
                  </a:lnTo>
                  <a:lnTo>
                    <a:pt x="1227" y="4397"/>
                  </a:lnTo>
                  <a:lnTo>
                    <a:pt x="1214" y="4423"/>
                  </a:lnTo>
                  <a:lnTo>
                    <a:pt x="1265" y="4448"/>
                  </a:lnTo>
                  <a:lnTo>
                    <a:pt x="1304" y="4538"/>
                  </a:lnTo>
                  <a:lnTo>
                    <a:pt x="1368" y="4550"/>
                  </a:lnTo>
                  <a:lnTo>
                    <a:pt x="1470" y="4653"/>
                  </a:lnTo>
                  <a:lnTo>
                    <a:pt x="1470" y="4793"/>
                  </a:lnTo>
                  <a:lnTo>
                    <a:pt x="1495" y="4806"/>
                  </a:lnTo>
                  <a:lnTo>
                    <a:pt x="1508" y="4844"/>
                  </a:lnTo>
                  <a:lnTo>
                    <a:pt x="1610" y="4883"/>
                  </a:lnTo>
                  <a:lnTo>
                    <a:pt x="1662" y="4870"/>
                  </a:lnTo>
                  <a:lnTo>
                    <a:pt x="1764" y="4959"/>
                  </a:lnTo>
                  <a:lnTo>
                    <a:pt x="1764" y="4998"/>
                  </a:lnTo>
                  <a:lnTo>
                    <a:pt x="1815" y="5062"/>
                  </a:lnTo>
                  <a:lnTo>
                    <a:pt x="1879" y="5049"/>
                  </a:lnTo>
                  <a:lnTo>
                    <a:pt x="1981" y="5126"/>
                  </a:lnTo>
                  <a:lnTo>
                    <a:pt x="1994" y="5189"/>
                  </a:lnTo>
                  <a:lnTo>
                    <a:pt x="2096" y="5279"/>
                  </a:lnTo>
                  <a:lnTo>
                    <a:pt x="2134" y="5279"/>
                  </a:lnTo>
                  <a:lnTo>
                    <a:pt x="2237" y="5202"/>
                  </a:lnTo>
                  <a:lnTo>
                    <a:pt x="2339" y="5304"/>
                  </a:lnTo>
                  <a:lnTo>
                    <a:pt x="2339" y="5279"/>
                  </a:lnTo>
                  <a:lnTo>
                    <a:pt x="2428" y="5202"/>
                  </a:lnTo>
                  <a:lnTo>
                    <a:pt x="2428" y="5126"/>
                  </a:lnTo>
                  <a:lnTo>
                    <a:pt x="2441" y="5126"/>
                  </a:lnTo>
                  <a:lnTo>
                    <a:pt x="2441" y="5215"/>
                  </a:lnTo>
                  <a:lnTo>
                    <a:pt x="2377" y="5292"/>
                  </a:lnTo>
                  <a:lnTo>
                    <a:pt x="2365" y="5330"/>
                  </a:lnTo>
                  <a:lnTo>
                    <a:pt x="2543" y="5496"/>
                  </a:lnTo>
                  <a:lnTo>
                    <a:pt x="2595" y="5522"/>
                  </a:lnTo>
                  <a:lnTo>
                    <a:pt x="2761" y="5701"/>
                  </a:lnTo>
                  <a:lnTo>
                    <a:pt x="2850" y="5701"/>
                  </a:lnTo>
                  <a:lnTo>
                    <a:pt x="2876" y="5752"/>
                  </a:lnTo>
                  <a:lnTo>
                    <a:pt x="2901" y="5765"/>
                  </a:lnTo>
                  <a:lnTo>
                    <a:pt x="2927" y="5752"/>
                  </a:lnTo>
                  <a:lnTo>
                    <a:pt x="2978" y="5790"/>
                  </a:lnTo>
                  <a:lnTo>
                    <a:pt x="2978" y="5931"/>
                  </a:lnTo>
                  <a:lnTo>
                    <a:pt x="2991" y="5944"/>
                  </a:lnTo>
                  <a:lnTo>
                    <a:pt x="3055" y="5995"/>
                  </a:lnTo>
                  <a:lnTo>
                    <a:pt x="3144" y="6212"/>
                  </a:lnTo>
                  <a:lnTo>
                    <a:pt x="3144" y="6327"/>
                  </a:lnTo>
                  <a:lnTo>
                    <a:pt x="3119" y="6442"/>
                  </a:lnTo>
                  <a:lnTo>
                    <a:pt x="3106" y="6608"/>
                  </a:lnTo>
                  <a:lnTo>
                    <a:pt x="3119" y="6608"/>
                  </a:lnTo>
                  <a:lnTo>
                    <a:pt x="3131" y="6493"/>
                  </a:lnTo>
                  <a:lnTo>
                    <a:pt x="3157" y="6429"/>
                  </a:lnTo>
                  <a:lnTo>
                    <a:pt x="3144" y="6506"/>
                  </a:lnTo>
                  <a:lnTo>
                    <a:pt x="3131" y="6685"/>
                  </a:lnTo>
                  <a:lnTo>
                    <a:pt x="3093" y="6723"/>
                  </a:lnTo>
                  <a:lnTo>
                    <a:pt x="3080" y="6838"/>
                  </a:lnTo>
                  <a:lnTo>
                    <a:pt x="3055" y="6838"/>
                  </a:lnTo>
                  <a:lnTo>
                    <a:pt x="3080" y="6736"/>
                  </a:lnTo>
                  <a:lnTo>
                    <a:pt x="3093" y="6698"/>
                  </a:lnTo>
                  <a:lnTo>
                    <a:pt x="3080" y="6672"/>
                  </a:lnTo>
                  <a:lnTo>
                    <a:pt x="3029" y="6825"/>
                  </a:lnTo>
                  <a:lnTo>
                    <a:pt x="3016" y="6889"/>
                  </a:lnTo>
                  <a:lnTo>
                    <a:pt x="2952" y="7004"/>
                  </a:lnTo>
                  <a:lnTo>
                    <a:pt x="2940" y="7055"/>
                  </a:lnTo>
                  <a:lnTo>
                    <a:pt x="3004" y="7055"/>
                  </a:lnTo>
                  <a:lnTo>
                    <a:pt x="3042" y="7107"/>
                  </a:lnTo>
                  <a:lnTo>
                    <a:pt x="3016" y="7158"/>
                  </a:lnTo>
                  <a:lnTo>
                    <a:pt x="3016" y="7196"/>
                  </a:lnTo>
                  <a:lnTo>
                    <a:pt x="3042" y="7209"/>
                  </a:lnTo>
                  <a:lnTo>
                    <a:pt x="3080" y="7247"/>
                  </a:lnTo>
                  <a:lnTo>
                    <a:pt x="3067" y="7311"/>
                  </a:lnTo>
                  <a:lnTo>
                    <a:pt x="3106" y="7311"/>
                  </a:lnTo>
                  <a:lnTo>
                    <a:pt x="3106" y="7260"/>
                  </a:lnTo>
                  <a:lnTo>
                    <a:pt x="3042" y="7170"/>
                  </a:lnTo>
                  <a:lnTo>
                    <a:pt x="3055" y="7119"/>
                  </a:lnTo>
                  <a:lnTo>
                    <a:pt x="3016" y="7043"/>
                  </a:lnTo>
                  <a:lnTo>
                    <a:pt x="3029" y="6979"/>
                  </a:lnTo>
                  <a:lnTo>
                    <a:pt x="3055" y="6992"/>
                  </a:lnTo>
                  <a:lnTo>
                    <a:pt x="3080" y="6902"/>
                  </a:lnTo>
                  <a:lnTo>
                    <a:pt x="3093" y="6966"/>
                  </a:lnTo>
                  <a:lnTo>
                    <a:pt x="3080" y="7004"/>
                  </a:lnTo>
                  <a:lnTo>
                    <a:pt x="3080" y="7043"/>
                  </a:lnTo>
                  <a:lnTo>
                    <a:pt x="3093" y="7081"/>
                  </a:lnTo>
                  <a:lnTo>
                    <a:pt x="3093" y="7119"/>
                  </a:lnTo>
                  <a:lnTo>
                    <a:pt x="3119" y="7094"/>
                  </a:lnTo>
                  <a:lnTo>
                    <a:pt x="3157" y="7094"/>
                  </a:lnTo>
                  <a:lnTo>
                    <a:pt x="3182" y="7068"/>
                  </a:lnTo>
                  <a:lnTo>
                    <a:pt x="3208" y="7132"/>
                  </a:lnTo>
                  <a:lnTo>
                    <a:pt x="3272" y="7209"/>
                  </a:lnTo>
                  <a:lnTo>
                    <a:pt x="3285" y="7298"/>
                  </a:lnTo>
                  <a:lnTo>
                    <a:pt x="3272" y="7311"/>
                  </a:lnTo>
                  <a:lnTo>
                    <a:pt x="3170" y="7298"/>
                  </a:lnTo>
                  <a:lnTo>
                    <a:pt x="3119" y="7311"/>
                  </a:lnTo>
                  <a:lnTo>
                    <a:pt x="3259" y="7400"/>
                  </a:lnTo>
                  <a:lnTo>
                    <a:pt x="3361" y="7503"/>
                  </a:lnTo>
                  <a:lnTo>
                    <a:pt x="3349" y="7439"/>
                  </a:lnTo>
                  <a:lnTo>
                    <a:pt x="3272" y="7349"/>
                  </a:lnTo>
                  <a:lnTo>
                    <a:pt x="3310" y="7311"/>
                  </a:lnTo>
                  <a:lnTo>
                    <a:pt x="3349" y="7311"/>
                  </a:lnTo>
                  <a:lnTo>
                    <a:pt x="3400" y="7273"/>
                  </a:lnTo>
                  <a:lnTo>
                    <a:pt x="3451" y="7413"/>
                  </a:lnTo>
                  <a:lnTo>
                    <a:pt x="3515" y="7464"/>
                  </a:lnTo>
                  <a:lnTo>
                    <a:pt x="3579" y="7528"/>
                  </a:lnTo>
                  <a:lnTo>
                    <a:pt x="3681" y="7618"/>
                  </a:lnTo>
                  <a:lnTo>
                    <a:pt x="3924" y="7822"/>
                  </a:lnTo>
                  <a:lnTo>
                    <a:pt x="3937" y="7873"/>
                  </a:lnTo>
                  <a:lnTo>
                    <a:pt x="4013" y="7912"/>
                  </a:lnTo>
                  <a:lnTo>
                    <a:pt x="4167" y="8142"/>
                  </a:lnTo>
                  <a:lnTo>
                    <a:pt x="4307" y="8180"/>
                  </a:lnTo>
                  <a:lnTo>
                    <a:pt x="4397" y="8295"/>
                  </a:lnTo>
                  <a:lnTo>
                    <a:pt x="4422" y="8385"/>
                  </a:lnTo>
                  <a:lnTo>
                    <a:pt x="4499" y="8551"/>
                  </a:lnTo>
                  <a:lnTo>
                    <a:pt x="4524" y="8781"/>
                  </a:lnTo>
                  <a:lnTo>
                    <a:pt x="4601" y="8857"/>
                  </a:lnTo>
                  <a:lnTo>
                    <a:pt x="4678" y="8857"/>
                  </a:lnTo>
                  <a:lnTo>
                    <a:pt x="4831" y="8768"/>
                  </a:lnTo>
                  <a:lnTo>
                    <a:pt x="4844" y="8742"/>
                  </a:lnTo>
                  <a:lnTo>
                    <a:pt x="4895" y="8679"/>
                  </a:lnTo>
                  <a:lnTo>
                    <a:pt x="4946" y="8679"/>
                  </a:lnTo>
                  <a:lnTo>
                    <a:pt x="5048" y="8602"/>
                  </a:lnTo>
                  <a:lnTo>
                    <a:pt x="5048" y="8461"/>
                  </a:lnTo>
                  <a:lnTo>
                    <a:pt x="5074" y="8448"/>
                  </a:lnTo>
                  <a:lnTo>
                    <a:pt x="5087" y="8372"/>
                  </a:lnTo>
                  <a:lnTo>
                    <a:pt x="5048" y="8333"/>
                  </a:lnTo>
                  <a:lnTo>
                    <a:pt x="5023" y="8270"/>
                  </a:lnTo>
                  <a:lnTo>
                    <a:pt x="4870" y="8206"/>
                  </a:lnTo>
                  <a:lnTo>
                    <a:pt x="4844" y="8142"/>
                  </a:lnTo>
                  <a:lnTo>
                    <a:pt x="4882" y="8065"/>
                  </a:lnTo>
                  <a:lnTo>
                    <a:pt x="4806" y="8001"/>
                  </a:lnTo>
                  <a:lnTo>
                    <a:pt x="4780" y="7963"/>
                  </a:lnTo>
                  <a:lnTo>
                    <a:pt x="4818" y="7899"/>
                  </a:lnTo>
                  <a:lnTo>
                    <a:pt x="4780" y="7848"/>
                  </a:lnTo>
                  <a:lnTo>
                    <a:pt x="4716" y="7861"/>
                  </a:lnTo>
                  <a:lnTo>
                    <a:pt x="4678" y="7835"/>
                  </a:lnTo>
                  <a:lnTo>
                    <a:pt x="4665" y="7733"/>
                  </a:lnTo>
                  <a:lnTo>
                    <a:pt x="4652" y="7733"/>
                  </a:lnTo>
                  <a:lnTo>
                    <a:pt x="4576" y="7669"/>
                  </a:lnTo>
                  <a:lnTo>
                    <a:pt x="4524" y="7592"/>
                  </a:lnTo>
                  <a:lnTo>
                    <a:pt x="4512" y="7579"/>
                  </a:lnTo>
                  <a:lnTo>
                    <a:pt x="4473" y="7554"/>
                  </a:lnTo>
                  <a:lnTo>
                    <a:pt x="4448" y="7579"/>
                  </a:lnTo>
                  <a:lnTo>
                    <a:pt x="4422" y="7605"/>
                  </a:lnTo>
                  <a:lnTo>
                    <a:pt x="4461" y="7643"/>
                  </a:lnTo>
                  <a:lnTo>
                    <a:pt x="4435" y="7707"/>
                  </a:lnTo>
                  <a:lnTo>
                    <a:pt x="4320" y="7682"/>
                  </a:lnTo>
                  <a:lnTo>
                    <a:pt x="4218" y="7618"/>
                  </a:lnTo>
                  <a:lnTo>
                    <a:pt x="4141" y="7528"/>
                  </a:lnTo>
                  <a:lnTo>
                    <a:pt x="4141" y="7413"/>
                  </a:lnTo>
                  <a:lnTo>
                    <a:pt x="4141" y="7388"/>
                  </a:lnTo>
                  <a:lnTo>
                    <a:pt x="4115" y="7273"/>
                  </a:lnTo>
                  <a:lnTo>
                    <a:pt x="4192" y="7196"/>
                  </a:lnTo>
                  <a:lnTo>
                    <a:pt x="4179" y="7068"/>
                  </a:lnTo>
                  <a:lnTo>
                    <a:pt x="4128" y="6953"/>
                  </a:lnTo>
                  <a:lnTo>
                    <a:pt x="4026" y="6864"/>
                  </a:lnTo>
                  <a:lnTo>
                    <a:pt x="4039" y="6800"/>
                  </a:lnTo>
                  <a:lnTo>
                    <a:pt x="4000" y="6761"/>
                  </a:lnTo>
                  <a:lnTo>
                    <a:pt x="3975" y="6634"/>
                  </a:lnTo>
                  <a:lnTo>
                    <a:pt x="3937" y="6570"/>
                  </a:lnTo>
                  <a:lnTo>
                    <a:pt x="3962" y="6544"/>
                  </a:lnTo>
                  <a:lnTo>
                    <a:pt x="3962" y="6506"/>
                  </a:lnTo>
                  <a:lnTo>
                    <a:pt x="3885" y="6493"/>
                  </a:lnTo>
                  <a:lnTo>
                    <a:pt x="3821" y="6442"/>
                  </a:lnTo>
                  <a:lnTo>
                    <a:pt x="3809" y="6340"/>
                  </a:lnTo>
                  <a:lnTo>
                    <a:pt x="3770" y="6289"/>
                  </a:lnTo>
                  <a:lnTo>
                    <a:pt x="3770" y="6225"/>
                  </a:lnTo>
                  <a:lnTo>
                    <a:pt x="3745" y="6225"/>
                  </a:lnTo>
                  <a:lnTo>
                    <a:pt x="3732" y="6097"/>
                  </a:lnTo>
                  <a:lnTo>
                    <a:pt x="3758" y="6007"/>
                  </a:lnTo>
                  <a:lnTo>
                    <a:pt x="3770" y="5982"/>
                  </a:lnTo>
                  <a:lnTo>
                    <a:pt x="3745" y="5956"/>
                  </a:lnTo>
                  <a:lnTo>
                    <a:pt x="3706" y="5816"/>
                  </a:lnTo>
                  <a:lnTo>
                    <a:pt x="3719" y="5816"/>
                  </a:lnTo>
                  <a:lnTo>
                    <a:pt x="3719" y="5777"/>
                  </a:lnTo>
                  <a:lnTo>
                    <a:pt x="3655" y="5675"/>
                  </a:lnTo>
                  <a:lnTo>
                    <a:pt x="3706" y="5637"/>
                  </a:lnTo>
                  <a:lnTo>
                    <a:pt x="3681" y="5598"/>
                  </a:lnTo>
                  <a:lnTo>
                    <a:pt x="3617" y="5560"/>
                  </a:lnTo>
                  <a:lnTo>
                    <a:pt x="3617" y="5407"/>
                  </a:lnTo>
                  <a:lnTo>
                    <a:pt x="3591" y="5407"/>
                  </a:lnTo>
                  <a:lnTo>
                    <a:pt x="3528" y="5343"/>
                  </a:lnTo>
                  <a:lnTo>
                    <a:pt x="3425" y="5253"/>
                  </a:lnTo>
                  <a:lnTo>
                    <a:pt x="3387" y="5266"/>
                  </a:lnTo>
                  <a:lnTo>
                    <a:pt x="3425" y="5420"/>
                  </a:lnTo>
                  <a:lnTo>
                    <a:pt x="3515" y="5522"/>
                  </a:lnTo>
                  <a:lnTo>
                    <a:pt x="3476" y="5573"/>
                  </a:lnTo>
                  <a:lnTo>
                    <a:pt x="3400" y="5432"/>
                  </a:lnTo>
                  <a:lnTo>
                    <a:pt x="3361" y="5432"/>
                  </a:lnTo>
                  <a:lnTo>
                    <a:pt x="3349" y="5394"/>
                  </a:lnTo>
                  <a:lnTo>
                    <a:pt x="3374" y="5356"/>
                  </a:lnTo>
                  <a:lnTo>
                    <a:pt x="3349" y="5253"/>
                  </a:lnTo>
                  <a:lnTo>
                    <a:pt x="3297" y="5164"/>
                  </a:lnTo>
                  <a:lnTo>
                    <a:pt x="3297" y="5126"/>
                  </a:lnTo>
                  <a:lnTo>
                    <a:pt x="3361" y="5113"/>
                  </a:lnTo>
                  <a:lnTo>
                    <a:pt x="3361" y="5087"/>
                  </a:lnTo>
                  <a:lnTo>
                    <a:pt x="3157" y="4972"/>
                  </a:lnTo>
                  <a:lnTo>
                    <a:pt x="3157" y="4959"/>
                  </a:lnTo>
                  <a:lnTo>
                    <a:pt x="3182" y="4959"/>
                  </a:lnTo>
                  <a:lnTo>
                    <a:pt x="3144" y="4883"/>
                  </a:lnTo>
                  <a:lnTo>
                    <a:pt x="3106" y="4832"/>
                  </a:lnTo>
                  <a:lnTo>
                    <a:pt x="3106" y="4678"/>
                  </a:lnTo>
                  <a:lnTo>
                    <a:pt x="3055" y="4653"/>
                  </a:lnTo>
                  <a:lnTo>
                    <a:pt x="2978" y="4589"/>
                  </a:lnTo>
                  <a:lnTo>
                    <a:pt x="2927" y="4576"/>
                  </a:lnTo>
                  <a:lnTo>
                    <a:pt x="2901" y="4525"/>
                  </a:lnTo>
                  <a:lnTo>
                    <a:pt x="2850" y="4499"/>
                  </a:lnTo>
                  <a:lnTo>
                    <a:pt x="2850" y="4435"/>
                  </a:lnTo>
                  <a:lnTo>
                    <a:pt x="2812" y="4384"/>
                  </a:lnTo>
                  <a:lnTo>
                    <a:pt x="2837" y="4244"/>
                  </a:lnTo>
                  <a:lnTo>
                    <a:pt x="2812" y="4205"/>
                  </a:lnTo>
                  <a:lnTo>
                    <a:pt x="2812" y="4078"/>
                  </a:lnTo>
                  <a:lnTo>
                    <a:pt x="2773" y="4039"/>
                  </a:lnTo>
                  <a:lnTo>
                    <a:pt x="2748" y="4001"/>
                  </a:lnTo>
                  <a:lnTo>
                    <a:pt x="2773" y="3886"/>
                  </a:lnTo>
                  <a:lnTo>
                    <a:pt x="2735" y="3847"/>
                  </a:lnTo>
                  <a:lnTo>
                    <a:pt x="2646" y="3847"/>
                  </a:lnTo>
                  <a:lnTo>
                    <a:pt x="2607" y="3809"/>
                  </a:lnTo>
                  <a:lnTo>
                    <a:pt x="2569" y="3541"/>
                  </a:lnTo>
                  <a:lnTo>
                    <a:pt x="2556" y="3490"/>
                  </a:lnTo>
                  <a:lnTo>
                    <a:pt x="2467" y="3528"/>
                  </a:lnTo>
                  <a:lnTo>
                    <a:pt x="2441" y="3528"/>
                  </a:lnTo>
                  <a:lnTo>
                    <a:pt x="2454" y="3426"/>
                  </a:lnTo>
                  <a:lnTo>
                    <a:pt x="2390" y="3375"/>
                  </a:lnTo>
                  <a:lnTo>
                    <a:pt x="2365" y="3387"/>
                  </a:lnTo>
                  <a:lnTo>
                    <a:pt x="2365" y="3426"/>
                  </a:lnTo>
                  <a:lnTo>
                    <a:pt x="2339" y="3439"/>
                  </a:lnTo>
                  <a:lnTo>
                    <a:pt x="2301" y="3323"/>
                  </a:lnTo>
                  <a:lnTo>
                    <a:pt x="2313" y="3298"/>
                  </a:lnTo>
                  <a:lnTo>
                    <a:pt x="2326" y="3247"/>
                  </a:lnTo>
                  <a:lnTo>
                    <a:pt x="2237" y="3145"/>
                  </a:lnTo>
                  <a:lnTo>
                    <a:pt x="2249" y="3106"/>
                  </a:lnTo>
                  <a:lnTo>
                    <a:pt x="2198" y="3004"/>
                  </a:lnTo>
                  <a:lnTo>
                    <a:pt x="1981" y="2787"/>
                  </a:lnTo>
                  <a:lnTo>
                    <a:pt x="1840" y="2608"/>
                  </a:lnTo>
                  <a:lnTo>
                    <a:pt x="1828" y="2621"/>
                  </a:lnTo>
                  <a:lnTo>
                    <a:pt x="1751" y="2569"/>
                  </a:lnTo>
                  <a:lnTo>
                    <a:pt x="1751" y="2480"/>
                  </a:lnTo>
                  <a:lnTo>
                    <a:pt x="1713" y="2467"/>
                  </a:lnTo>
                  <a:lnTo>
                    <a:pt x="1700" y="2416"/>
                  </a:lnTo>
                  <a:lnTo>
                    <a:pt x="1649" y="2391"/>
                  </a:lnTo>
                  <a:lnTo>
                    <a:pt x="1610" y="2275"/>
                  </a:lnTo>
                  <a:lnTo>
                    <a:pt x="1585" y="2199"/>
                  </a:lnTo>
                  <a:lnTo>
                    <a:pt x="1598" y="2148"/>
                  </a:lnTo>
                  <a:lnTo>
                    <a:pt x="1636" y="1905"/>
                  </a:lnTo>
                  <a:lnTo>
                    <a:pt x="1598" y="1854"/>
                  </a:lnTo>
                  <a:lnTo>
                    <a:pt x="1610" y="1560"/>
                  </a:lnTo>
                  <a:lnTo>
                    <a:pt x="1534" y="1509"/>
                  </a:lnTo>
                  <a:lnTo>
                    <a:pt x="1534" y="1483"/>
                  </a:lnTo>
                  <a:lnTo>
                    <a:pt x="1547" y="1458"/>
                  </a:lnTo>
                  <a:lnTo>
                    <a:pt x="1508" y="1406"/>
                  </a:lnTo>
                  <a:lnTo>
                    <a:pt x="1547" y="1023"/>
                  </a:lnTo>
                  <a:lnTo>
                    <a:pt x="1623" y="959"/>
                  </a:lnTo>
                  <a:lnTo>
                    <a:pt x="1585" y="895"/>
                  </a:lnTo>
                  <a:lnTo>
                    <a:pt x="1585" y="818"/>
                  </a:lnTo>
                  <a:lnTo>
                    <a:pt x="1534" y="767"/>
                  </a:lnTo>
                  <a:lnTo>
                    <a:pt x="1534" y="729"/>
                  </a:lnTo>
                  <a:lnTo>
                    <a:pt x="1547" y="729"/>
                  </a:lnTo>
                  <a:lnTo>
                    <a:pt x="1687" y="857"/>
                  </a:lnTo>
                  <a:lnTo>
                    <a:pt x="1777" y="882"/>
                  </a:lnTo>
                  <a:lnTo>
                    <a:pt x="2045" y="1112"/>
                  </a:lnTo>
                  <a:lnTo>
                    <a:pt x="2147" y="1125"/>
                  </a:lnTo>
                  <a:lnTo>
                    <a:pt x="2211" y="1061"/>
                  </a:lnTo>
                  <a:lnTo>
                    <a:pt x="2211" y="1023"/>
                  </a:lnTo>
                  <a:lnTo>
                    <a:pt x="2237" y="1049"/>
                  </a:lnTo>
                  <a:lnTo>
                    <a:pt x="2275" y="1049"/>
                  </a:lnTo>
                  <a:lnTo>
                    <a:pt x="2428" y="1151"/>
                  </a:lnTo>
                  <a:lnTo>
                    <a:pt x="2416" y="1304"/>
                  </a:lnTo>
                  <a:lnTo>
                    <a:pt x="2710" y="1406"/>
                  </a:lnTo>
                  <a:lnTo>
                    <a:pt x="2773" y="1445"/>
                  </a:lnTo>
                  <a:lnTo>
                    <a:pt x="2799" y="1445"/>
                  </a:lnTo>
                  <a:lnTo>
                    <a:pt x="2812" y="1419"/>
                  </a:lnTo>
                  <a:lnTo>
                    <a:pt x="2837" y="1470"/>
                  </a:lnTo>
                  <a:lnTo>
                    <a:pt x="2825" y="1585"/>
                  </a:lnTo>
                  <a:lnTo>
                    <a:pt x="2799" y="1598"/>
                  </a:lnTo>
                  <a:lnTo>
                    <a:pt x="2799" y="1649"/>
                  </a:lnTo>
                  <a:lnTo>
                    <a:pt x="2761" y="1777"/>
                  </a:lnTo>
                  <a:lnTo>
                    <a:pt x="2773" y="1879"/>
                  </a:lnTo>
                  <a:lnTo>
                    <a:pt x="2914" y="2135"/>
                  </a:lnTo>
                  <a:lnTo>
                    <a:pt x="2927" y="2263"/>
                  </a:lnTo>
                  <a:lnTo>
                    <a:pt x="2965" y="2301"/>
                  </a:lnTo>
                  <a:lnTo>
                    <a:pt x="2978" y="2454"/>
                  </a:lnTo>
                  <a:lnTo>
                    <a:pt x="2978" y="2493"/>
                  </a:lnTo>
                  <a:lnTo>
                    <a:pt x="2952" y="2582"/>
                  </a:lnTo>
                  <a:lnTo>
                    <a:pt x="3016" y="2595"/>
                  </a:lnTo>
                  <a:lnTo>
                    <a:pt x="3080" y="2761"/>
                  </a:lnTo>
                  <a:lnTo>
                    <a:pt x="3182" y="2927"/>
                  </a:lnTo>
                  <a:lnTo>
                    <a:pt x="3182" y="2953"/>
                  </a:lnTo>
                  <a:lnTo>
                    <a:pt x="3221" y="2978"/>
                  </a:lnTo>
                  <a:lnTo>
                    <a:pt x="3144" y="3081"/>
                  </a:lnTo>
                  <a:lnTo>
                    <a:pt x="3182" y="3119"/>
                  </a:lnTo>
                  <a:lnTo>
                    <a:pt x="3234" y="3119"/>
                  </a:lnTo>
                  <a:lnTo>
                    <a:pt x="3259" y="3106"/>
                  </a:lnTo>
                  <a:lnTo>
                    <a:pt x="3336" y="3157"/>
                  </a:lnTo>
                  <a:lnTo>
                    <a:pt x="3310" y="3234"/>
                  </a:lnTo>
                  <a:lnTo>
                    <a:pt x="3336" y="3362"/>
                  </a:lnTo>
                  <a:lnTo>
                    <a:pt x="3336" y="3426"/>
                  </a:lnTo>
                  <a:lnTo>
                    <a:pt x="3323" y="3451"/>
                  </a:lnTo>
                  <a:lnTo>
                    <a:pt x="3349" y="3451"/>
                  </a:lnTo>
                  <a:lnTo>
                    <a:pt x="3413" y="3490"/>
                  </a:lnTo>
                  <a:lnTo>
                    <a:pt x="3438" y="3528"/>
                  </a:lnTo>
                  <a:lnTo>
                    <a:pt x="3515" y="3617"/>
                  </a:lnTo>
                  <a:lnTo>
                    <a:pt x="3464" y="3643"/>
                  </a:lnTo>
                  <a:lnTo>
                    <a:pt x="3566" y="3771"/>
                  </a:lnTo>
                  <a:lnTo>
                    <a:pt x="3643" y="3911"/>
                  </a:lnTo>
                  <a:lnTo>
                    <a:pt x="3809" y="4001"/>
                  </a:lnTo>
                  <a:lnTo>
                    <a:pt x="3796" y="4014"/>
                  </a:lnTo>
                  <a:lnTo>
                    <a:pt x="3847" y="4090"/>
                  </a:lnTo>
                  <a:lnTo>
                    <a:pt x="3847" y="4141"/>
                  </a:lnTo>
                  <a:lnTo>
                    <a:pt x="3898" y="4167"/>
                  </a:lnTo>
                  <a:lnTo>
                    <a:pt x="3962" y="4308"/>
                  </a:lnTo>
                  <a:lnTo>
                    <a:pt x="4064" y="4410"/>
                  </a:lnTo>
                  <a:lnTo>
                    <a:pt x="4128" y="4384"/>
                  </a:lnTo>
                  <a:lnTo>
                    <a:pt x="4154" y="4410"/>
                  </a:lnTo>
                  <a:lnTo>
                    <a:pt x="4141" y="4435"/>
                  </a:lnTo>
                  <a:lnTo>
                    <a:pt x="4218" y="4487"/>
                  </a:lnTo>
                  <a:lnTo>
                    <a:pt x="4205" y="4423"/>
                  </a:lnTo>
                  <a:lnTo>
                    <a:pt x="4243" y="4410"/>
                  </a:lnTo>
                  <a:lnTo>
                    <a:pt x="4243" y="4435"/>
                  </a:lnTo>
                  <a:lnTo>
                    <a:pt x="4397" y="4487"/>
                  </a:lnTo>
                  <a:lnTo>
                    <a:pt x="4435" y="4474"/>
                  </a:lnTo>
                  <a:lnTo>
                    <a:pt x="4473" y="4512"/>
                  </a:lnTo>
                  <a:lnTo>
                    <a:pt x="4422" y="4525"/>
                  </a:lnTo>
                  <a:lnTo>
                    <a:pt x="4409" y="4589"/>
                  </a:lnTo>
                  <a:lnTo>
                    <a:pt x="4448" y="4602"/>
                  </a:lnTo>
                  <a:lnTo>
                    <a:pt x="4409" y="4627"/>
                  </a:lnTo>
                  <a:lnTo>
                    <a:pt x="4397" y="4653"/>
                  </a:lnTo>
                  <a:lnTo>
                    <a:pt x="4371" y="4665"/>
                  </a:lnTo>
                  <a:lnTo>
                    <a:pt x="4409" y="4780"/>
                  </a:lnTo>
                  <a:lnTo>
                    <a:pt x="4409" y="4819"/>
                  </a:lnTo>
                  <a:lnTo>
                    <a:pt x="4435" y="4870"/>
                  </a:lnTo>
                  <a:lnTo>
                    <a:pt x="4435" y="4908"/>
                  </a:lnTo>
                  <a:lnTo>
                    <a:pt x="4461" y="4908"/>
                  </a:lnTo>
                  <a:lnTo>
                    <a:pt x="4486" y="4972"/>
                  </a:lnTo>
                  <a:lnTo>
                    <a:pt x="4461" y="4972"/>
                  </a:lnTo>
                  <a:lnTo>
                    <a:pt x="4461" y="4985"/>
                  </a:lnTo>
                  <a:lnTo>
                    <a:pt x="4524" y="5023"/>
                  </a:lnTo>
                  <a:lnTo>
                    <a:pt x="4588" y="5113"/>
                  </a:lnTo>
                  <a:lnTo>
                    <a:pt x="4614" y="5113"/>
                  </a:lnTo>
                  <a:lnTo>
                    <a:pt x="4754" y="5177"/>
                  </a:lnTo>
                  <a:lnTo>
                    <a:pt x="4818" y="5202"/>
                  </a:lnTo>
                  <a:lnTo>
                    <a:pt x="4818" y="5189"/>
                  </a:lnTo>
                  <a:lnTo>
                    <a:pt x="4882" y="5228"/>
                  </a:lnTo>
                  <a:lnTo>
                    <a:pt x="4870" y="5279"/>
                  </a:lnTo>
                  <a:lnTo>
                    <a:pt x="4857" y="5292"/>
                  </a:lnTo>
                  <a:lnTo>
                    <a:pt x="4882" y="5317"/>
                  </a:lnTo>
                  <a:lnTo>
                    <a:pt x="4946" y="5496"/>
                  </a:lnTo>
                  <a:lnTo>
                    <a:pt x="5036" y="5573"/>
                  </a:lnTo>
                  <a:lnTo>
                    <a:pt x="5087" y="5547"/>
                  </a:lnTo>
                  <a:lnTo>
                    <a:pt x="5176" y="5560"/>
                  </a:lnTo>
                  <a:lnTo>
                    <a:pt x="5176" y="5560"/>
                  </a:lnTo>
                  <a:lnTo>
                    <a:pt x="5163" y="5547"/>
                  </a:lnTo>
                  <a:lnTo>
                    <a:pt x="5189" y="5522"/>
                  </a:lnTo>
                  <a:lnTo>
                    <a:pt x="5215" y="5547"/>
                  </a:lnTo>
                  <a:lnTo>
                    <a:pt x="5202" y="5573"/>
                  </a:lnTo>
                  <a:lnTo>
                    <a:pt x="5240" y="5573"/>
                  </a:lnTo>
                  <a:lnTo>
                    <a:pt x="5368" y="5752"/>
                  </a:lnTo>
                  <a:lnTo>
                    <a:pt x="5355" y="5880"/>
                  </a:lnTo>
                  <a:lnTo>
                    <a:pt x="5406" y="5867"/>
                  </a:lnTo>
                  <a:lnTo>
                    <a:pt x="5394" y="5880"/>
                  </a:lnTo>
                  <a:lnTo>
                    <a:pt x="5368" y="5905"/>
                  </a:lnTo>
                  <a:lnTo>
                    <a:pt x="5330" y="6046"/>
                  </a:lnTo>
                  <a:lnTo>
                    <a:pt x="5317" y="6007"/>
                  </a:lnTo>
                  <a:lnTo>
                    <a:pt x="5330" y="5944"/>
                  </a:lnTo>
                  <a:lnTo>
                    <a:pt x="5291" y="6007"/>
                  </a:lnTo>
                  <a:lnTo>
                    <a:pt x="5202" y="6174"/>
                  </a:lnTo>
                  <a:lnTo>
                    <a:pt x="5176" y="6237"/>
                  </a:lnTo>
                  <a:lnTo>
                    <a:pt x="5202" y="6301"/>
                  </a:lnTo>
                  <a:lnTo>
                    <a:pt x="5176" y="6352"/>
                  </a:lnTo>
                  <a:lnTo>
                    <a:pt x="5202" y="6365"/>
                  </a:lnTo>
                  <a:lnTo>
                    <a:pt x="5215" y="6442"/>
                  </a:lnTo>
                  <a:lnTo>
                    <a:pt x="5202" y="6468"/>
                  </a:lnTo>
                  <a:lnTo>
                    <a:pt x="5304" y="6480"/>
                  </a:lnTo>
                  <a:lnTo>
                    <a:pt x="5368" y="6557"/>
                  </a:lnTo>
                  <a:lnTo>
                    <a:pt x="5406" y="6544"/>
                  </a:lnTo>
                  <a:lnTo>
                    <a:pt x="5483" y="6531"/>
                  </a:lnTo>
                  <a:lnTo>
                    <a:pt x="5509" y="6493"/>
                  </a:lnTo>
                  <a:lnTo>
                    <a:pt x="5547" y="6480"/>
                  </a:lnTo>
                  <a:lnTo>
                    <a:pt x="5624" y="6404"/>
                  </a:lnTo>
                  <a:lnTo>
                    <a:pt x="5624" y="6404"/>
                  </a:lnTo>
                  <a:lnTo>
                    <a:pt x="5572" y="6506"/>
                  </a:lnTo>
                  <a:lnTo>
                    <a:pt x="5509" y="6583"/>
                  </a:lnTo>
                  <a:lnTo>
                    <a:pt x="5496" y="6557"/>
                  </a:lnTo>
                  <a:lnTo>
                    <a:pt x="5419" y="6570"/>
                  </a:lnTo>
                  <a:lnTo>
                    <a:pt x="5445" y="6621"/>
                  </a:lnTo>
                  <a:lnTo>
                    <a:pt x="5483" y="6646"/>
                  </a:lnTo>
                  <a:lnTo>
                    <a:pt x="5483" y="6621"/>
                  </a:lnTo>
                  <a:lnTo>
                    <a:pt x="5534" y="6634"/>
                  </a:lnTo>
                  <a:lnTo>
                    <a:pt x="5572" y="6646"/>
                  </a:lnTo>
                  <a:lnTo>
                    <a:pt x="5585" y="6608"/>
                  </a:lnTo>
                  <a:lnTo>
                    <a:pt x="5611" y="6570"/>
                  </a:lnTo>
                  <a:lnTo>
                    <a:pt x="5675" y="6608"/>
                  </a:lnTo>
                  <a:lnTo>
                    <a:pt x="5687" y="6685"/>
                  </a:lnTo>
                  <a:lnTo>
                    <a:pt x="5726" y="6723"/>
                  </a:lnTo>
                  <a:lnTo>
                    <a:pt x="5751" y="6749"/>
                  </a:lnTo>
                  <a:lnTo>
                    <a:pt x="5700" y="6761"/>
                  </a:lnTo>
                  <a:lnTo>
                    <a:pt x="5751" y="6774"/>
                  </a:lnTo>
                  <a:lnTo>
                    <a:pt x="5828" y="6800"/>
                  </a:lnTo>
                  <a:lnTo>
                    <a:pt x="5943" y="6889"/>
                  </a:lnTo>
                  <a:lnTo>
                    <a:pt x="5943" y="6953"/>
                  </a:lnTo>
                  <a:lnTo>
                    <a:pt x="5956" y="6979"/>
                  </a:lnTo>
                  <a:lnTo>
                    <a:pt x="5981" y="6928"/>
                  </a:lnTo>
                  <a:lnTo>
                    <a:pt x="6020" y="6953"/>
                  </a:lnTo>
                  <a:lnTo>
                    <a:pt x="6084" y="6953"/>
                  </a:lnTo>
                  <a:lnTo>
                    <a:pt x="6122" y="7004"/>
                  </a:lnTo>
                  <a:lnTo>
                    <a:pt x="6148" y="7004"/>
                  </a:lnTo>
                  <a:lnTo>
                    <a:pt x="6237" y="7055"/>
                  </a:lnTo>
                  <a:lnTo>
                    <a:pt x="6224" y="7081"/>
                  </a:lnTo>
                  <a:lnTo>
                    <a:pt x="6173" y="7081"/>
                  </a:lnTo>
                  <a:lnTo>
                    <a:pt x="6173" y="7043"/>
                  </a:lnTo>
                  <a:lnTo>
                    <a:pt x="6122" y="7043"/>
                  </a:lnTo>
                  <a:lnTo>
                    <a:pt x="6135" y="7081"/>
                  </a:lnTo>
                  <a:lnTo>
                    <a:pt x="6109" y="7107"/>
                  </a:lnTo>
                  <a:lnTo>
                    <a:pt x="6033" y="7004"/>
                  </a:lnTo>
                  <a:lnTo>
                    <a:pt x="6007" y="7004"/>
                  </a:lnTo>
                  <a:lnTo>
                    <a:pt x="6084" y="7081"/>
                  </a:lnTo>
                  <a:lnTo>
                    <a:pt x="6096" y="7170"/>
                  </a:lnTo>
                  <a:lnTo>
                    <a:pt x="6135" y="7247"/>
                  </a:lnTo>
                  <a:lnTo>
                    <a:pt x="6186" y="7260"/>
                  </a:lnTo>
                  <a:lnTo>
                    <a:pt x="6211" y="7183"/>
                  </a:lnTo>
                  <a:lnTo>
                    <a:pt x="6211" y="7119"/>
                  </a:lnTo>
                  <a:lnTo>
                    <a:pt x="6250" y="7132"/>
                  </a:lnTo>
                  <a:lnTo>
                    <a:pt x="6224" y="7183"/>
                  </a:lnTo>
                  <a:lnTo>
                    <a:pt x="6224" y="7247"/>
                  </a:lnTo>
                  <a:lnTo>
                    <a:pt x="6186" y="7298"/>
                  </a:lnTo>
                  <a:lnTo>
                    <a:pt x="6211" y="7337"/>
                  </a:lnTo>
                  <a:lnTo>
                    <a:pt x="6224" y="7400"/>
                  </a:lnTo>
                  <a:lnTo>
                    <a:pt x="6352" y="7516"/>
                  </a:lnTo>
                  <a:lnTo>
                    <a:pt x="6365" y="7516"/>
                  </a:lnTo>
                  <a:lnTo>
                    <a:pt x="6275" y="7426"/>
                  </a:lnTo>
                  <a:lnTo>
                    <a:pt x="6288" y="7413"/>
                  </a:lnTo>
                  <a:lnTo>
                    <a:pt x="6416" y="7516"/>
                  </a:lnTo>
                  <a:lnTo>
                    <a:pt x="6429" y="7541"/>
                  </a:lnTo>
                  <a:lnTo>
                    <a:pt x="6467" y="7554"/>
                  </a:lnTo>
                  <a:lnTo>
                    <a:pt x="6518" y="7592"/>
                  </a:lnTo>
                  <a:lnTo>
                    <a:pt x="6557" y="7567"/>
                  </a:lnTo>
                  <a:lnTo>
                    <a:pt x="6557" y="7528"/>
                  </a:lnTo>
                  <a:lnTo>
                    <a:pt x="6582" y="7528"/>
                  </a:lnTo>
                  <a:lnTo>
                    <a:pt x="6608" y="7656"/>
                  </a:lnTo>
                  <a:lnTo>
                    <a:pt x="6582" y="7669"/>
                  </a:lnTo>
                  <a:lnTo>
                    <a:pt x="6390" y="7528"/>
                  </a:lnTo>
                  <a:lnTo>
                    <a:pt x="6390" y="7554"/>
                  </a:lnTo>
                  <a:lnTo>
                    <a:pt x="6582" y="7694"/>
                  </a:lnTo>
                  <a:lnTo>
                    <a:pt x="6684" y="7809"/>
                  </a:lnTo>
                  <a:lnTo>
                    <a:pt x="7029" y="8129"/>
                  </a:lnTo>
                  <a:lnTo>
                    <a:pt x="7132" y="8346"/>
                  </a:lnTo>
                  <a:lnTo>
                    <a:pt x="7183" y="8385"/>
                  </a:lnTo>
                  <a:lnTo>
                    <a:pt x="7234" y="8461"/>
                  </a:lnTo>
                  <a:lnTo>
                    <a:pt x="7285" y="8512"/>
                  </a:lnTo>
                  <a:lnTo>
                    <a:pt x="7336" y="8576"/>
                  </a:lnTo>
                  <a:lnTo>
                    <a:pt x="7375" y="8691"/>
                  </a:lnTo>
                  <a:lnTo>
                    <a:pt x="7477" y="8819"/>
                  </a:lnTo>
                  <a:lnTo>
                    <a:pt x="7541" y="8857"/>
                  </a:lnTo>
                  <a:lnTo>
                    <a:pt x="7668" y="9049"/>
                  </a:lnTo>
                  <a:lnTo>
                    <a:pt x="7707" y="9062"/>
                  </a:lnTo>
                  <a:lnTo>
                    <a:pt x="7860" y="9215"/>
                  </a:lnTo>
                  <a:lnTo>
                    <a:pt x="7911" y="9343"/>
                  </a:lnTo>
                  <a:lnTo>
                    <a:pt x="7924" y="9369"/>
                  </a:lnTo>
                  <a:lnTo>
                    <a:pt x="7962" y="9381"/>
                  </a:lnTo>
                  <a:lnTo>
                    <a:pt x="7924" y="9407"/>
                  </a:lnTo>
                  <a:lnTo>
                    <a:pt x="7962" y="9471"/>
                  </a:lnTo>
                  <a:lnTo>
                    <a:pt x="7962" y="9688"/>
                  </a:lnTo>
                  <a:lnTo>
                    <a:pt x="7962" y="9816"/>
                  </a:lnTo>
                  <a:lnTo>
                    <a:pt x="8103" y="10046"/>
                  </a:lnTo>
                  <a:lnTo>
                    <a:pt x="8116" y="10123"/>
                  </a:lnTo>
                  <a:lnTo>
                    <a:pt x="8244" y="10212"/>
                  </a:lnTo>
                  <a:lnTo>
                    <a:pt x="8295" y="10212"/>
                  </a:lnTo>
                  <a:lnTo>
                    <a:pt x="8308" y="10289"/>
                  </a:lnTo>
                  <a:lnTo>
                    <a:pt x="8269" y="10314"/>
                  </a:lnTo>
                  <a:lnTo>
                    <a:pt x="8269" y="10391"/>
                  </a:lnTo>
                  <a:lnTo>
                    <a:pt x="8269" y="10545"/>
                  </a:lnTo>
                  <a:lnTo>
                    <a:pt x="8256" y="10608"/>
                  </a:lnTo>
                  <a:lnTo>
                    <a:pt x="8218" y="10634"/>
                  </a:lnTo>
                  <a:lnTo>
                    <a:pt x="8192" y="10647"/>
                  </a:lnTo>
                  <a:lnTo>
                    <a:pt x="8167" y="10685"/>
                  </a:lnTo>
                  <a:lnTo>
                    <a:pt x="8090" y="10775"/>
                  </a:lnTo>
                  <a:lnTo>
                    <a:pt x="8065" y="10826"/>
                  </a:lnTo>
                  <a:lnTo>
                    <a:pt x="8039" y="10826"/>
                  </a:lnTo>
                  <a:lnTo>
                    <a:pt x="8001" y="10851"/>
                  </a:lnTo>
                  <a:lnTo>
                    <a:pt x="8039" y="10851"/>
                  </a:lnTo>
                  <a:lnTo>
                    <a:pt x="8103" y="10877"/>
                  </a:lnTo>
                  <a:lnTo>
                    <a:pt x="8116" y="10864"/>
                  </a:lnTo>
                  <a:lnTo>
                    <a:pt x="8180" y="10851"/>
                  </a:lnTo>
                  <a:lnTo>
                    <a:pt x="8231" y="10941"/>
                  </a:lnTo>
                  <a:lnTo>
                    <a:pt x="8244" y="11030"/>
                  </a:lnTo>
                  <a:lnTo>
                    <a:pt x="8180" y="11094"/>
                  </a:lnTo>
                  <a:lnTo>
                    <a:pt x="7988" y="11107"/>
                  </a:lnTo>
                  <a:lnTo>
                    <a:pt x="7899" y="11145"/>
                  </a:lnTo>
                  <a:lnTo>
                    <a:pt x="7873" y="11184"/>
                  </a:lnTo>
                  <a:lnTo>
                    <a:pt x="7988" y="11350"/>
                  </a:lnTo>
                  <a:lnTo>
                    <a:pt x="7988" y="11477"/>
                  </a:lnTo>
                  <a:lnTo>
                    <a:pt x="8039" y="11567"/>
                  </a:lnTo>
                  <a:lnTo>
                    <a:pt x="8141" y="11708"/>
                  </a:lnTo>
                  <a:lnTo>
                    <a:pt x="8231" y="11874"/>
                  </a:lnTo>
                  <a:lnTo>
                    <a:pt x="8308" y="11912"/>
                  </a:lnTo>
                  <a:lnTo>
                    <a:pt x="8359" y="11989"/>
                  </a:lnTo>
                  <a:lnTo>
                    <a:pt x="8359" y="12027"/>
                  </a:lnTo>
                  <a:lnTo>
                    <a:pt x="8384" y="12053"/>
                  </a:lnTo>
                  <a:lnTo>
                    <a:pt x="8371" y="12078"/>
                  </a:lnTo>
                  <a:lnTo>
                    <a:pt x="8461" y="12155"/>
                  </a:lnTo>
                  <a:lnTo>
                    <a:pt x="8512" y="12168"/>
                  </a:lnTo>
                  <a:lnTo>
                    <a:pt x="8538" y="12155"/>
                  </a:lnTo>
                  <a:lnTo>
                    <a:pt x="8576" y="12180"/>
                  </a:lnTo>
                  <a:lnTo>
                    <a:pt x="8550" y="12206"/>
                  </a:lnTo>
                  <a:lnTo>
                    <a:pt x="8550" y="12232"/>
                  </a:lnTo>
                  <a:lnTo>
                    <a:pt x="8640" y="12219"/>
                  </a:lnTo>
                  <a:lnTo>
                    <a:pt x="8640" y="12244"/>
                  </a:lnTo>
                  <a:lnTo>
                    <a:pt x="8755" y="12308"/>
                  </a:lnTo>
                  <a:lnTo>
                    <a:pt x="8857" y="12334"/>
                  </a:lnTo>
                  <a:lnTo>
                    <a:pt x="8934" y="12334"/>
                  </a:lnTo>
                  <a:lnTo>
                    <a:pt x="8959" y="12372"/>
                  </a:lnTo>
                  <a:lnTo>
                    <a:pt x="8947" y="12423"/>
                  </a:lnTo>
                  <a:lnTo>
                    <a:pt x="9189" y="12513"/>
                  </a:lnTo>
                  <a:lnTo>
                    <a:pt x="9445" y="12730"/>
                  </a:lnTo>
                  <a:lnTo>
                    <a:pt x="9471" y="12807"/>
                  </a:lnTo>
                  <a:lnTo>
                    <a:pt x="9662" y="13024"/>
                  </a:lnTo>
                  <a:lnTo>
                    <a:pt x="10084" y="13190"/>
                  </a:lnTo>
                  <a:lnTo>
                    <a:pt x="10161" y="13216"/>
                  </a:lnTo>
                  <a:lnTo>
                    <a:pt x="10237" y="13267"/>
                  </a:lnTo>
                  <a:lnTo>
                    <a:pt x="10327" y="13280"/>
                  </a:lnTo>
                  <a:lnTo>
                    <a:pt x="10595" y="13356"/>
                  </a:lnTo>
                  <a:lnTo>
                    <a:pt x="10659" y="13395"/>
                  </a:lnTo>
                  <a:lnTo>
                    <a:pt x="10736" y="13331"/>
                  </a:lnTo>
                  <a:lnTo>
                    <a:pt x="10813" y="13331"/>
                  </a:lnTo>
                  <a:lnTo>
                    <a:pt x="10991" y="13446"/>
                  </a:lnTo>
                  <a:lnTo>
                    <a:pt x="11017" y="13484"/>
                  </a:lnTo>
                  <a:lnTo>
                    <a:pt x="11119" y="13612"/>
                  </a:lnTo>
                  <a:lnTo>
                    <a:pt x="11132" y="13637"/>
                  </a:lnTo>
                  <a:lnTo>
                    <a:pt x="11132" y="13663"/>
                  </a:lnTo>
                  <a:lnTo>
                    <a:pt x="11183" y="13650"/>
                  </a:lnTo>
                  <a:lnTo>
                    <a:pt x="11247" y="13663"/>
                  </a:lnTo>
                  <a:lnTo>
                    <a:pt x="11273" y="13740"/>
                  </a:lnTo>
                  <a:lnTo>
                    <a:pt x="11579" y="13919"/>
                  </a:lnTo>
                  <a:lnTo>
                    <a:pt x="11592" y="13957"/>
                  </a:lnTo>
                  <a:lnTo>
                    <a:pt x="12270" y="14225"/>
                  </a:lnTo>
                  <a:lnTo>
                    <a:pt x="12461" y="14264"/>
                  </a:lnTo>
                  <a:lnTo>
                    <a:pt x="12525" y="14328"/>
                  </a:lnTo>
                  <a:lnTo>
                    <a:pt x="12538" y="14302"/>
                  </a:lnTo>
                  <a:lnTo>
                    <a:pt x="12551" y="14302"/>
                  </a:lnTo>
                  <a:lnTo>
                    <a:pt x="12563" y="14366"/>
                  </a:lnTo>
                  <a:lnTo>
                    <a:pt x="12589" y="14366"/>
                  </a:lnTo>
                  <a:lnTo>
                    <a:pt x="12742" y="14443"/>
                  </a:lnTo>
                  <a:lnTo>
                    <a:pt x="12972" y="14455"/>
                  </a:lnTo>
                  <a:lnTo>
                    <a:pt x="13087" y="14494"/>
                  </a:lnTo>
                  <a:lnTo>
                    <a:pt x="13279" y="14545"/>
                  </a:lnTo>
                  <a:lnTo>
                    <a:pt x="13381" y="14583"/>
                  </a:lnTo>
                  <a:lnTo>
                    <a:pt x="13381" y="14558"/>
                  </a:lnTo>
                  <a:lnTo>
                    <a:pt x="13458" y="14545"/>
                  </a:lnTo>
                  <a:lnTo>
                    <a:pt x="13637" y="14762"/>
                  </a:lnTo>
                  <a:lnTo>
                    <a:pt x="13701" y="14800"/>
                  </a:lnTo>
                  <a:lnTo>
                    <a:pt x="13829" y="14813"/>
                  </a:lnTo>
                  <a:lnTo>
                    <a:pt x="13944" y="14826"/>
                  </a:lnTo>
                  <a:lnTo>
                    <a:pt x="13969" y="14864"/>
                  </a:lnTo>
                  <a:lnTo>
                    <a:pt x="14046" y="14890"/>
                  </a:lnTo>
                  <a:lnTo>
                    <a:pt x="14187" y="14979"/>
                  </a:lnTo>
                  <a:lnTo>
                    <a:pt x="14302" y="15056"/>
                  </a:lnTo>
                  <a:lnTo>
                    <a:pt x="14378" y="15056"/>
                  </a:lnTo>
                  <a:lnTo>
                    <a:pt x="14391" y="15043"/>
                  </a:lnTo>
                  <a:lnTo>
                    <a:pt x="14404" y="15030"/>
                  </a:lnTo>
                  <a:lnTo>
                    <a:pt x="14417" y="15056"/>
                  </a:lnTo>
                  <a:lnTo>
                    <a:pt x="14519" y="15056"/>
                  </a:lnTo>
                  <a:lnTo>
                    <a:pt x="14800" y="15069"/>
                  </a:lnTo>
                  <a:lnTo>
                    <a:pt x="14902" y="15146"/>
                  </a:lnTo>
                  <a:lnTo>
                    <a:pt x="15056" y="15235"/>
                  </a:lnTo>
                  <a:lnTo>
                    <a:pt x="15171" y="15248"/>
                  </a:lnTo>
                  <a:lnTo>
                    <a:pt x="15362" y="15286"/>
                  </a:lnTo>
                  <a:lnTo>
                    <a:pt x="15388" y="15261"/>
                  </a:lnTo>
                  <a:lnTo>
                    <a:pt x="15605" y="15248"/>
                  </a:lnTo>
                  <a:lnTo>
                    <a:pt x="15823" y="15120"/>
                  </a:lnTo>
                  <a:lnTo>
                    <a:pt x="15938" y="15082"/>
                  </a:lnTo>
                  <a:lnTo>
                    <a:pt x="16001" y="15030"/>
                  </a:lnTo>
                  <a:lnTo>
                    <a:pt x="16270" y="14941"/>
                  </a:lnTo>
                  <a:lnTo>
                    <a:pt x="16270" y="14890"/>
                  </a:lnTo>
                  <a:lnTo>
                    <a:pt x="16398" y="14839"/>
                  </a:lnTo>
                  <a:lnTo>
                    <a:pt x="16423" y="14788"/>
                  </a:lnTo>
                  <a:lnTo>
                    <a:pt x="16551" y="14762"/>
                  </a:lnTo>
                  <a:lnTo>
                    <a:pt x="16615" y="14737"/>
                  </a:lnTo>
                  <a:lnTo>
                    <a:pt x="16756" y="14762"/>
                  </a:lnTo>
                  <a:lnTo>
                    <a:pt x="16768" y="14737"/>
                  </a:lnTo>
                  <a:lnTo>
                    <a:pt x="16679" y="14724"/>
                  </a:lnTo>
                  <a:lnTo>
                    <a:pt x="16730" y="14685"/>
                  </a:lnTo>
                  <a:lnTo>
                    <a:pt x="16756" y="14660"/>
                  </a:lnTo>
                  <a:lnTo>
                    <a:pt x="16845" y="14609"/>
                  </a:lnTo>
                  <a:lnTo>
                    <a:pt x="16896" y="14647"/>
                  </a:lnTo>
                  <a:lnTo>
                    <a:pt x="16845" y="14698"/>
                  </a:lnTo>
                  <a:lnTo>
                    <a:pt x="16781" y="14737"/>
                  </a:lnTo>
                  <a:lnTo>
                    <a:pt x="16794" y="14762"/>
                  </a:lnTo>
                  <a:lnTo>
                    <a:pt x="16998" y="14749"/>
                  </a:lnTo>
                  <a:lnTo>
                    <a:pt x="17101" y="14775"/>
                  </a:lnTo>
                  <a:lnTo>
                    <a:pt x="17267" y="14826"/>
                  </a:lnTo>
                  <a:lnTo>
                    <a:pt x="17407" y="14890"/>
                  </a:lnTo>
                  <a:lnTo>
                    <a:pt x="17420" y="14877"/>
                  </a:lnTo>
                  <a:lnTo>
                    <a:pt x="17369" y="14852"/>
                  </a:lnTo>
                  <a:lnTo>
                    <a:pt x="17331" y="14813"/>
                  </a:lnTo>
                  <a:lnTo>
                    <a:pt x="17254" y="14800"/>
                  </a:lnTo>
                  <a:lnTo>
                    <a:pt x="17177" y="14749"/>
                  </a:lnTo>
                  <a:lnTo>
                    <a:pt x="17088" y="14749"/>
                  </a:lnTo>
                  <a:lnTo>
                    <a:pt x="17011" y="14724"/>
                  </a:lnTo>
                  <a:lnTo>
                    <a:pt x="17037" y="14660"/>
                  </a:lnTo>
                  <a:lnTo>
                    <a:pt x="17088" y="14647"/>
                  </a:lnTo>
                  <a:lnTo>
                    <a:pt x="17126" y="14711"/>
                  </a:lnTo>
                  <a:lnTo>
                    <a:pt x="17203" y="14724"/>
                  </a:lnTo>
                  <a:lnTo>
                    <a:pt x="17280" y="14698"/>
                  </a:lnTo>
                  <a:lnTo>
                    <a:pt x="17305" y="14762"/>
                  </a:lnTo>
                  <a:lnTo>
                    <a:pt x="17356" y="14800"/>
                  </a:lnTo>
                  <a:lnTo>
                    <a:pt x="17471" y="14826"/>
                  </a:lnTo>
                  <a:lnTo>
                    <a:pt x="17510" y="14890"/>
                  </a:lnTo>
                  <a:lnTo>
                    <a:pt x="17446" y="14877"/>
                  </a:lnTo>
                  <a:lnTo>
                    <a:pt x="17458" y="14903"/>
                  </a:lnTo>
                  <a:lnTo>
                    <a:pt x="17752" y="15069"/>
                  </a:lnTo>
                  <a:lnTo>
                    <a:pt x="18034" y="15286"/>
                  </a:lnTo>
                  <a:lnTo>
                    <a:pt x="18059" y="15286"/>
                  </a:lnTo>
                  <a:lnTo>
                    <a:pt x="18340" y="15529"/>
                  </a:lnTo>
                  <a:lnTo>
                    <a:pt x="18379" y="15542"/>
                  </a:lnTo>
                  <a:lnTo>
                    <a:pt x="18430" y="15542"/>
                  </a:lnTo>
                  <a:lnTo>
                    <a:pt x="18443" y="15593"/>
                  </a:lnTo>
                  <a:lnTo>
                    <a:pt x="18417" y="15567"/>
                  </a:lnTo>
                  <a:lnTo>
                    <a:pt x="18391" y="15567"/>
                  </a:lnTo>
                  <a:lnTo>
                    <a:pt x="18634" y="15810"/>
                  </a:lnTo>
                  <a:lnTo>
                    <a:pt x="19030" y="15171"/>
                  </a:lnTo>
                  <a:lnTo>
                    <a:pt x="19989" y="14647"/>
                  </a:lnTo>
                  <a:lnTo>
                    <a:pt x="20309" y="14391"/>
                  </a:lnTo>
                  <a:lnTo>
                    <a:pt x="19976" y="14072"/>
                  </a:lnTo>
                  <a:lnTo>
                    <a:pt x="19785" y="13663"/>
                  </a:lnTo>
                  <a:lnTo>
                    <a:pt x="20040" y="13433"/>
                  </a:lnTo>
                  <a:lnTo>
                    <a:pt x="19925" y="13190"/>
                  </a:lnTo>
                  <a:lnTo>
                    <a:pt x="20168" y="12986"/>
                  </a:lnTo>
                  <a:lnTo>
                    <a:pt x="21446" y="13203"/>
                  </a:lnTo>
                  <a:lnTo>
                    <a:pt x="21689" y="13203"/>
                  </a:lnTo>
                  <a:lnTo>
                    <a:pt x="21970" y="12526"/>
                  </a:lnTo>
                  <a:lnTo>
                    <a:pt x="22187" y="12538"/>
                  </a:lnTo>
                  <a:lnTo>
                    <a:pt x="22187" y="12449"/>
                  </a:lnTo>
                  <a:lnTo>
                    <a:pt x="22226" y="12500"/>
                  </a:lnTo>
                  <a:lnTo>
                    <a:pt x="22226" y="12538"/>
                  </a:lnTo>
                  <a:lnTo>
                    <a:pt x="22264" y="12538"/>
                  </a:lnTo>
                  <a:lnTo>
                    <a:pt x="22264" y="12513"/>
                  </a:lnTo>
                  <a:lnTo>
                    <a:pt x="22315" y="12436"/>
                  </a:lnTo>
                  <a:lnTo>
                    <a:pt x="22341" y="12193"/>
                  </a:lnTo>
                  <a:lnTo>
                    <a:pt x="22379" y="12129"/>
                  </a:lnTo>
                  <a:lnTo>
                    <a:pt x="22405" y="11861"/>
                  </a:lnTo>
                  <a:lnTo>
                    <a:pt x="22430" y="11797"/>
                  </a:lnTo>
                  <a:lnTo>
                    <a:pt x="22430" y="11682"/>
                  </a:lnTo>
                  <a:lnTo>
                    <a:pt x="22468" y="11618"/>
                  </a:lnTo>
                  <a:lnTo>
                    <a:pt x="22468" y="11618"/>
                  </a:lnTo>
                  <a:lnTo>
                    <a:pt x="22392" y="11631"/>
                  </a:lnTo>
                  <a:lnTo>
                    <a:pt x="22341" y="11733"/>
                  </a:lnTo>
                  <a:lnTo>
                    <a:pt x="22315" y="11682"/>
                  </a:lnTo>
                  <a:lnTo>
                    <a:pt x="22328" y="11580"/>
                  </a:lnTo>
                  <a:lnTo>
                    <a:pt x="22392" y="11541"/>
                  </a:lnTo>
                  <a:lnTo>
                    <a:pt x="22405" y="11567"/>
                  </a:lnTo>
                  <a:lnTo>
                    <a:pt x="22468" y="11503"/>
                  </a:lnTo>
                  <a:lnTo>
                    <a:pt x="22507" y="11401"/>
                  </a:lnTo>
                  <a:lnTo>
                    <a:pt x="22456" y="11401"/>
                  </a:lnTo>
                  <a:lnTo>
                    <a:pt x="22417" y="11388"/>
                  </a:lnTo>
                  <a:lnTo>
                    <a:pt x="22430" y="11414"/>
                  </a:lnTo>
                  <a:lnTo>
                    <a:pt x="22430" y="11439"/>
                  </a:lnTo>
                  <a:lnTo>
                    <a:pt x="22366" y="11426"/>
                  </a:lnTo>
                  <a:lnTo>
                    <a:pt x="22277" y="11452"/>
                  </a:lnTo>
                  <a:lnTo>
                    <a:pt x="22226" y="11388"/>
                  </a:lnTo>
                  <a:lnTo>
                    <a:pt x="22238" y="11337"/>
                  </a:lnTo>
                  <a:lnTo>
                    <a:pt x="22277" y="11337"/>
                  </a:lnTo>
                  <a:lnTo>
                    <a:pt x="22290" y="11375"/>
                  </a:lnTo>
                  <a:lnTo>
                    <a:pt x="22341" y="11222"/>
                  </a:lnTo>
                  <a:lnTo>
                    <a:pt x="22379" y="11209"/>
                  </a:lnTo>
                  <a:lnTo>
                    <a:pt x="22443" y="11171"/>
                  </a:lnTo>
                  <a:lnTo>
                    <a:pt x="22456" y="11120"/>
                  </a:lnTo>
                  <a:lnTo>
                    <a:pt x="22417" y="11081"/>
                  </a:lnTo>
                  <a:lnTo>
                    <a:pt x="22417" y="10928"/>
                  </a:lnTo>
                  <a:lnTo>
                    <a:pt x="22417" y="10838"/>
                  </a:lnTo>
                  <a:lnTo>
                    <a:pt x="22456" y="10826"/>
                  </a:lnTo>
                  <a:lnTo>
                    <a:pt x="22468" y="10775"/>
                  </a:lnTo>
                  <a:lnTo>
                    <a:pt x="22558" y="10583"/>
                  </a:lnTo>
                  <a:lnTo>
                    <a:pt x="22635" y="10519"/>
                  </a:lnTo>
                  <a:lnTo>
                    <a:pt x="22814" y="10289"/>
                  </a:lnTo>
                  <a:lnTo>
                    <a:pt x="22839" y="10110"/>
                  </a:lnTo>
                  <a:lnTo>
                    <a:pt x="22865" y="10097"/>
                  </a:lnTo>
                  <a:lnTo>
                    <a:pt x="22877" y="9982"/>
                  </a:lnTo>
                  <a:lnTo>
                    <a:pt x="22814" y="9982"/>
                  </a:lnTo>
                  <a:lnTo>
                    <a:pt x="22788" y="9867"/>
                  </a:lnTo>
                  <a:lnTo>
                    <a:pt x="22814" y="9854"/>
                  </a:lnTo>
                  <a:lnTo>
                    <a:pt x="22801" y="9752"/>
                  </a:lnTo>
                  <a:lnTo>
                    <a:pt x="22750" y="9739"/>
                  </a:lnTo>
                  <a:lnTo>
                    <a:pt x="22711" y="9739"/>
                  </a:lnTo>
                  <a:lnTo>
                    <a:pt x="22660" y="9637"/>
                  </a:lnTo>
                  <a:lnTo>
                    <a:pt x="22558" y="9599"/>
                  </a:lnTo>
                  <a:lnTo>
                    <a:pt x="22443" y="9663"/>
                  </a:lnTo>
                  <a:lnTo>
                    <a:pt x="22366" y="9663"/>
                  </a:lnTo>
                  <a:lnTo>
                    <a:pt x="22315" y="9714"/>
                  </a:lnTo>
                  <a:lnTo>
                    <a:pt x="22353" y="9727"/>
                  </a:lnTo>
                  <a:lnTo>
                    <a:pt x="22366" y="9701"/>
                  </a:lnTo>
                  <a:lnTo>
                    <a:pt x="22443" y="9701"/>
                  </a:lnTo>
                  <a:lnTo>
                    <a:pt x="22494" y="9663"/>
                  </a:lnTo>
                  <a:lnTo>
                    <a:pt x="22545" y="9663"/>
                  </a:lnTo>
                  <a:lnTo>
                    <a:pt x="22545" y="9714"/>
                  </a:lnTo>
                  <a:lnTo>
                    <a:pt x="22481" y="9765"/>
                  </a:lnTo>
                  <a:lnTo>
                    <a:pt x="22290" y="9752"/>
                  </a:lnTo>
                  <a:lnTo>
                    <a:pt x="22251" y="9752"/>
                  </a:lnTo>
                  <a:lnTo>
                    <a:pt x="22264" y="9727"/>
                  </a:lnTo>
                  <a:lnTo>
                    <a:pt x="22238" y="9727"/>
                  </a:lnTo>
                  <a:lnTo>
                    <a:pt x="22175" y="9739"/>
                  </a:lnTo>
                  <a:lnTo>
                    <a:pt x="22175" y="9727"/>
                  </a:lnTo>
                  <a:lnTo>
                    <a:pt x="22085" y="9714"/>
                  </a:lnTo>
                  <a:lnTo>
                    <a:pt x="22098" y="9727"/>
                  </a:lnTo>
                  <a:lnTo>
                    <a:pt x="21996" y="9714"/>
                  </a:lnTo>
                  <a:lnTo>
                    <a:pt x="21893" y="9688"/>
                  </a:lnTo>
                  <a:lnTo>
                    <a:pt x="21740" y="9688"/>
                  </a:lnTo>
                  <a:lnTo>
                    <a:pt x="21663" y="9739"/>
                  </a:lnTo>
                  <a:lnTo>
                    <a:pt x="21510" y="9739"/>
                  </a:lnTo>
                  <a:lnTo>
                    <a:pt x="21472" y="9778"/>
                  </a:lnTo>
                  <a:lnTo>
                    <a:pt x="21357" y="9816"/>
                  </a:lnTo>
                  <a:lnTo>
                    <a:pt x="21293" y="9893"/>
                  </a:lnTo>
                  <a:lnTo>
                    <a:pt x="21037" y="9969"/>
                  </a:lnTo>
                  <a:lnTo>
                    <a:pt x="20999" y="9982"/>
                  </a:lnTo>
                  <a:lnTo>
                    <a:pt x="20871" y="10021"/>
                  </a:lnTo>
                  <a:lnTo>
                    <a:pt x="20781" y="10021"/>
                  </a:lnTo>
                  <a:lnTo>
                    <a:pt x="20679" y="10072"/>
                  </a:lnTo>
                  <a:lnTo>
                    <a:pt x="20424" y="10110"/>
                  </a:lnTo>
                  <a:lnTo>
                    <a:pt x="20296" y="10199"/>
                  </a:lnTo>
                  <a:lnTo>
                    <a:pt x="20078" y="10314"/>
                  </a:lnTo>
                  <a:lnTo>
                    <a:pt x="20040" y="10506"/>
                  </a:lnTo>
                  <a:lnTo>
                    <a:pt x="20002" y="10570"/>
                  </a:lnTo>
                  <a:lnTo>
                    <a:pt x="19989" y="10826"/>
                  </a:lnTo>
                  <a:lnTo>
                    <a:pt x="20015" y="10902"/>
                  </a:lnTo>
                  <a:lnTo>
                    <a:pt x="19989" y="10992"/>
                  </a:lnTo>
                  <a:lnTo>
                    <a:pt x="19976" y="11171"/>
                  </a:lnTo>
                  <a:lnTo>
                    <a:pt x="20027" y="11273"/>
                  </a:lnTo>
                  <a:lnTo>
                    <a:pt x="20002" y="11350"/>
                  </a:lnTo>
                  <a:lnTo>
                    <a:pt x="19887" y="11452"/>
                  </a:lnTo>
                  <a:lnTo>
                    <a:pt x="19848" y="11541"/>
                  </a:lnTo>
                  <a:lnTo>
                    <a:pt x="19874" y="11605"/>
                  </a:lnTo>
                  <a:lnTo>
                    <a:pt x="19823" y="11874"/>
                  </a:lnTo>
                  <a:lnTo>
                    <a:pt x="19772" y="11925"/>
                  </a:lnTo>
                  <a:lnTo>
                    <a:pt x="19657" y="12053"/>
                  </a:lnTo>
                  <a:lnTo>
                    <a:pt x="19593" y="12065"/>
                  </a:lnTo>
                  <a:lnTo>
                    <a:pt x="19516" y="12142"/>
                  </a:lnTo>
                  <a:lnTo>
                    <a:pt x="19324" y="12257"/>
                  </a:lnTo>
                  <a:lnTo>
                    <a:pt x="19261" y="12347"/>
                  </a:lnTo>
                  <a:lnTo>
                    <a:pt x="19299" y="12347"/>
                  </a:lnTo>
                  <a:lnTo>
                    <a:pt x="19337" y="12321"/>
                  </a:lnTo>
                  <a:lnTo>
                    <a:pt x="19388" y="12372"/>
                  </a:lnTo>
                  <a:lnTo>
                    <a:pt x="19427" y="12359"/>
                  </a:lnTo>
                  <a:lnTo>
                    <a:pt x="19465" y="12423"/>
                  </a:lnTo>
                  <a:lnTo>
                    <a:pt x="19439" y="12500"/>
                  </a:lnTo>
                  <a:lnTo>
                    <a:pt x="19414" y="12564"/>
                  </a:lnTo>
                  <a:lnTo>
                    <a:pt x="19324" y="12564"/>
                  </a:lnTo>
                  <a:lnTo>
                    <a:pt x="19261" y="12628"/>
                  </a:lnTo>
                  <a:lnTo>
                    <a:pt x="19248" y="12666"/>
                  </a:lnTo>
                  <a:lnTo>
                    <a:pt x="19069" y="12641"/>
                  </a:lnTo>
                  <a:lnTo>
                    <a:pt x="19043" y="12692"/>
                  </a:lnTo>
                  <a:lnTo>
                    <a:pt x="19005" y="12679"/>
                  </a:lnTo>
                  <a:lnTo>
                    <a:pt x="19018" y="12641"/>
                  </a:lnTo>
                  <a:lnTo>
                    <a:pt x="18967" y="12628"/>
                  </a:lnTo>
                  <a:lnTo>
                    <a:pt x="18967" y="12564"/>
                  </a:lnTo>
                  <a:lnTo>
                    <a:pt x="18992" y="12538"/>
                  </a:lnTo>
                  <a:lnTo>
                    <a:pt x="18967" y="12487"/>
                  </a:lnTo>
                  <a:lnTo>
                    <a:pt x="18992" y="12474"/>
                  </a:lnTo>
                  <a:lnTo>
                    <a:pt x="19018" y="12487"/>
                  </a:lnTo>
                  <a:lnTo>
                    <a:pt x="19248" y="12359"/>
                  </a:lnTo>
                  <a:lnTo>
                    <a:pt x="19248" y="12347"/>
                  </a:lnTo>
                  <a:lnTo>
                    <a:pt x="19018" y="12474"/>
                  </a:lnTo>
                  <a:lnTo>
                    <a:pt x="19005" y="12462"/>
                  </a:lnTo>
                  <a:lnTo>
                    <a:pt x="18954" y="12462"/>
                  </a:lnTo>
                  <a:lnTo>
                    <a:pt x="18890" y="12436"/>
                  </a:lnTo>
                  <a:lnTo>
                    <a:pt x="18711" y="12487"/>
                  </a:lnTo>
                  <a:lnTo>
                    <a:pt x="18570" y="12487"/>
                  </a:lnTo>
                  <a:lnTo>
                    <a:pt x="18391" y="12564"/>
                  </a:lnTo>
                  <a:lnTo>
                    <a:pt x="18328" y="12564"/>
                  </a:lnTo>
                  <a:lnTo>
                    <a:pt x="18353" y="12628"/>
                  </a:lnTo>
                  <a:lnTo>
                    <a:pt x="18328" y="12653"/>
                  </a:lnTo>
                  <a:lnTo>
                    <a:pt x="18302" y="12602"/>
                  </a:lnTo>
                  <a:lnTo>
                    <a:pt x="18149" y="12730"/>
                  </a:lnTo>
                  <a:lnTo>
                    <a:pt x="17982" y="12756"/>
                  </a:lnTo>
                  <a:lnTo>
                    <a:pt x="17765" y="12768"/>
                  </a:lnTo>
                  <a:lnTo>
                    <a:pt x="17650" y="12768"/>
                  </a:lnTo>
                  <a:lnTo>
                    <a:pt x="17241" y="12960"/>
                  </a:lnTo>
                  <a:lnTo>
                    <a:pt x="17049" y="13050"/>
                  </a:lnTo>
                  <a:lnTo>
                    <a:pt x="16998" y="13037"/>
                  </a:lnTo>
                  <a:lnTo>
                    <a:pt x="16947" y="13062"/>
                  </a:lnTo>
                  <a:lnTo>
                    <a:pt x="16845" y="13037"/>
                  </a:lnTo>
                  <a:lnTo>
                    <a:pt x="16807" y="12973"/>
                  </a:lnTo>
                  <a:lnTo>
                    <a:pt x="16692" y="12858"/>
                  </a:lnTo>
                  <a:lnTo>
                    <a:pt x="16666" y="12807"/>
                  </a:lnTo>
                  <a:lnTo>
                    <a:pt x="16653" y="12743"/>
                  </a:lnTo>
                  <a:lnTo>
                    <a:pt x="16436" y="12717"/>
                  </a:lnTo>
                  <a:lnTo>
                    <a:pt x="16410" y="12666"/>
                  </a:lnTo>
                  <a:lnTo>
                    <a:pt x="16321" y="12615"/>
                  </a:lnTo>
                  <a:lnTo>
                    <a:pt x="16001" y="12602"/>
                  </a:lnTo>
                  <a:lnTo>
                    <a:pt x="15925" y="12577"/>
                  </a:lnTo>
                  <a:lnTo>
                    <a:pt x="15810" y="12526"/>
                  </a:lnTo>
                  <a:lnTo>
                    <a:pt x="15720" y="12487"/>
                  </a:lnTo>
                  <a:lnTo>
                    <a:pt x="15656" y="12347"/>
                  </a:lnTo>
                  <a:lnTo>
                    <a:pt x="15656" y="12334"/>
                  </a:lnTo>
                  <a:lnTo>
                    <a:pt x="15605" y="12334"/>
                  </a:lnTo>
                  <a:lnTo>
                    <a:pt x="15554" y="12283"/>
                  </a:lnTo>
                  <a:lnTo>
                    <a:pt x="15554" y="12232"/>
                  </a:lnTo>
                  <a:lnTo>
                    <a:pt x="15541" y="12193"/>
                  </a:lnTo>
                  <a:lnTo>
                    <a:pt x="15490" y="12168"/>
                  </a:lnTo>
                  <a:lnTo>
                    <a:pt x="15388" y="12053"/>
                  </a:lnTo>
                  <a:lnTo>
                    <a:pt x="15375" y="12001"/>
                  </a:lnTo>
                  <a:lnTo>
                    <a:pt x="15388" y="11963"/>
                  </a:lnTo>
                  <a:lnTo>
                    <a:pt x="15362" y="11938"/>
                  </a:lnTo>
                  <a:lnTo>
                    <a:pt x="15311" y="11835"/>
                  </a:lnTo>
                  <a:lnTo>
                    <a:pt x="15260" y="11631"/>
                  </a:lnTo>
                  <a:lnTo>
                    <a:pt x="15184" y="11567"/>
                  </a:lnTo>
                  <a:lnTo>
                    <a:pt x="15171" y="11529"/>
                  </a:lnTo>
                  <a:lnTo>
                    <a:pt x="15017" y="11337"/>
                  </a:lnTo>
                  <a:lnTo>
                    <a:pt x="14838" y="11145"/>
                  </a:lnTo>
                  <a:lnTo>
                    <a:pt x="14787" y="11107"/>
                  </a:lnTo>
                  <a:lnTo>
                    <a:pt x="14775" y="11069"/>
                  </a:lnTo>
                  <a:lnTo>
                    <a:pt x="14672" y="10953"/>
                  </a:lnTo>
                  <a:lnTo>
                    <a:pt x="14634" y="10902"/>
                  </a:lnTo>
                  <a:lnTo>
                    <a:pt x="14659" y="10877"/>
                  </a:lnTo>
                  <a:lnTo>
                    <a:pt x="14557" y="10698"/>
                  </a:lnTo>
                  <a:lnTo>
                    <a:pt x="14455" y="10481"/>
                  </a:lnTo>
                  <a:lnTo>
                    <a:pt x="14455" y="10417"/>
                  </a:lnTo>
                  <a:lnTo>
                    <a:pt x="14506" y="10289"/>
                  </a:lnTo>
                  <a:lnTo>
                    <a:pt x="14519" y="10199"/>
                  </a:lnTo>
                  <a:lnTo>
                    <a:pt x="14481" y="10136"/>
                  </a:lnTo>
                  <a:lnTo>
                    <a:pt x="14366" y="10059"/>
                  </a:lnTo>
                  <a:lnTo>
                    <a:pt x="14263" y="9905"/>
                  </a:lnTo>
                  <a:lnTo>
                    <a:pt x="14251" y="9905"/>
                  </a:lnTo>
                  <a:lnTo>
                    <a:pt x="14263" y="9944"/>
                  </a:lnTo>
                  <a:lnTo>
                    <a:pt x="14263" y="9982"/>
                  </a:lnTo>
                  <a:lnTo>
                    <a:pt x="14404" y="10136"/>
                  </a:lnTo>
                  <a:lnTo>
                    <a:pt x="14481" y="10199"/>
                  </a:lnTo>
                  <a:lnTo>
                    <a:pt x="14468" y="10251"/>
                  </a:lnTo>
                  <a:lnTo>
                    <a:pt x="14404" y="10276"/>
                  </a:lnTo>
                  <a:lnTo>
                    <a:pt x="14442" y="10366"/>
                  </a:lnTo>
                  <a:lnTo>
                    <a:pt x="14404" y="10366"/>
                  </a:lnTo>
                  <a:lnTo>
                    <a:pt x="14391" y="10276"/>
                  </a:lnTo>
                  <a:lnTo>
                    <a:pt x="14340" y="10263"/>
                  </a:lnTo>
                  <a:lnTo>
                    <a:pt x="14314" y="10238"/>
                  </a:lnTo>
                  <a:lnTo>
                    <a:pt x="14238" y="10084"/>
                  </a:lnTo>
                  <a:lnTo>
                    <a:pt x="14212" y="9880"/>
                  </a:lnTo>
                  <a:lnTo>
                    <a:pt x="14161" y="9778"/>
                  </a:lnTo>
                  <a:lnTo>
                    <a:pt x="14161" y="9778"/>
                  </a:lnTo>
                  <a:lnTo>
                    <a:pt x="14212" y="9854"/>
                  </a:lnTo>
                  <a:lnTo>
                    <a:pt x="14238" y="9880"/>
                  </a:lnTo>
                  <a:lnTo>
                    <a:pt x="14199" y="9803"/>
                  </a:lnTo>
                  <a:lnTo>
                    <a:pt x="14161" y="9739"/>
                  </a:lnTo>
                  <a:lnTo>
                    <a:pt x="14148" y="9650"/>
                  </a:lnTo>
                  <a:lnTo>
                    <a:pt x="14135" y="9586"/>
                  </a:lnTo>
                  <a:lnTo>
                    <a:pt x="14097" y="9394"/>
                  </a:lnTo>
                  <a:lnTo>
                    <a:pt x="14097" y="9266"/>
                  </a:lnTo>
                  <a:lnTo>
                    <a:pt x="14110" y="9190"/>
                  </a:lnTo>
                  <a:lnTo>
                    <a:pt x="14135" y="9164"/>
                  </a:lnTo>
                  <a:lnTo>
                    <a:pt x="14123" y="9151"/>
                  </a:lnTo>
                  <a:lnTo>
                    <a:pt x="14084" y="9177"/>
                  </a:lnTo>
                  <a:lnTo>
                    <a:pt x="14084" y="9177"/>
                  </a:lnTo>
                  <a:lnTo>
                    <a:pt x="14097" y="9139"/>
                  </a:lnTo>
                  <a:lnTo>
                    <a:pt x="14123" y="9113"/>
                  </a:lnTo>
                  <a:lnTo>
                    <a:pt x="14135" y="9088"/>
                  </a:lnTo>
                  <a:lnTo>
                    <a:pt x="14123" y="9049"/>
                  </a:lnTo>
                  <a:lnTo>
                    <a:pt x="14135" y="9024"/>
                  </a:lnTo>
                  <a:lnTo>
                    <a:pt x="14148" y="9049"/>
                  </a:lnTo>
                  <a:lnTo>
                    <a:pt x="14148" y="8934"/>
                  </a:lnTo>
                  <a:lnTo>
                    <a:pt x="14123" y="8755"/>
                  </a:lnTo>
                  <a:lnTo>
                    <a:pt x="14148" y="8257"/>
                  </a:lnTo>
                  <a:lnTo>
                    <a:pt x="14174" y="7784"/>
                  </a:lnTo>
                  <a:lnTo>
                    <a:pt x="14238" y="7400"/>
                  </a:lnTo>
                  <a:lnTo>
                    <a:pt x="14340" y="7030"/>
                  </a:lnTo>
                  <a:lnTo>
                    <a:pt x="14468" y="6774"/>
                  </a:lnTo>
                  <a:lnTo>
                    <a:pt x="14532" y="6595"/>
                  </a:lnTo>
                  <a:lnTo>
                    <a:pt x="14544" y="6429"/>
                  </a:lnTo>
                  <a:lnTo>
                    <a:pt x="14544" y="6352"/>
                  </a:lnTo>
                  <a:lnTo>
                    <a:pt x="14481" y="6352"/>
                  </a:lnTo>
                  <a:lnTo>
                    <a:pt x="14468" y="6340"/>
                  </a:lnTo>
                  <a:lnTo>
                    <a:pt x="14417" y="6378"/>
                  </a:lnTo>
                  <a:lnTo>
                    <a:pt x="14378" y="6378"/>
                  </a:lnTo>
                  <a:lnTo>
                    <a:pt x="14378" y="6442"/>
                  </a:lnTo>
                  <a:lnTo>
                    <a:pt x="14353" y="6468"/>
                  </a:lnTo>
                  <a:lnTo>
                    <a:pt x="14276" y="6416"/>
                  </a:lnTo>
                  <a:lnTo>
                    <a:pt x="14199" y="6352"/>
                  </a:lnTo>
                  <a:lnTo>
                    <a:pt x="14161" y="6301"/>
                  </a:lnTo>
                  <a:lnTo>
                    <a:pt x="14059" y="6289"/>
                  </a:lnTo>
                  <a:lnTo>
                    <a:pt x="13880" y="6276"/>
                  </a:lnTo>
                  <a:lnTo>
                    <a:pt x="13854" y="6289"/>
                  </a:lnTo>
                  <a:lnTo>
                    <a:pt x="13803" y="6289"/>
                  </a:lnTo>
                  <a:lnTo>
                    <a:pt x="13675" y="6237"/>
                  </a:lnTo>
                  <a:lnTo>
                    <a:pt x="13637" y="6199"/>
                  </a:lnTo>
                  <a:lnTo>
                    <a:pt x="13611" y="6199"/>
                  </a:lnTo>
                  <a:lnTo>
                    <a:pt x="13560" y="6135"/>
                  </a:lnTo>
                  <a:lnTo>
                    <a:pt x="13420" y="6110"/>
                  </a:lnTo>
                  <a:lnTo>
                    <a:pt x="13394" y="6135"/>
                  </a:lnTo>
                  <a:lnTo>
                    <a:pt x="13369" y="6097"/>
                  </a:lnTo>
                  <a:lnTo>
                    <a:pt x="13343" y="6084"/>
                  </a:lnTo>
                  <a:lnTo>
                    <a:pt x="13292" y="6020"/>
                  </a:lnTo>
                  <a:lnTo>
                    <a:pt x="13215" y="6020"/>
                  </a:lnTo>
                  <a:lnTo>
                    <a:pt x="13177" y="6007"/>
                  </a:lnTo>
                  <a:lnTo>
                    <a:pt x="13139" y="6007"/>
                  </a:lnTo>
                  <a:lnTo>
                    <a:pt x="13126" y="5982"/>
                  </a:lnTo>
                  <a:lnTo>
                    <a:pt x="13075" y="6007"/>
                  </a:lnTo>
                  <a:lnTo>
                    <a:pt x="13036" y="5969"/>
                  </a:lnTo>
                  <a:lnTo>
                    <a:pt x="13062" y="5944"/>
                  </a:lnTo>
                  <a:lnTo>
                    <a:pt x="13062" y="5905"/>
                  </a:lnTo>
                  <a:lnTo>
                    <a:pt x="13024" y="5880"/>
                  </a:lnTo>
                  <a:lnTo>
                    <a:pt x="12998" y="5854"/>
                  </a:lnTo>
                  <a:lnTo>
                    <a:pt x="12960" y="5854"/>
                  </a:lnTo>
                  <a:lnTo>
                    <a:pt x="12909" y="5790"/>
                  </a:lnTo>
                  <a:lnTo>
                    <a:pt x="12934" y="5790"/>
                  </a:lnTo>
                  <a:lnTo>
                    <a:pt x="12960" y="5777"/>
                  </a:lnTo>
                  <a:lnTo>
                    <a:pt x="12921" y="5637"/>
                  </a:lnTo>
                  <a:lnTo>
                    <a:pt x="12896" y="5624"/>
                  </a:lnTo>
                  <a:lnTo>
                    <a:pt x="12857" y="5688"/>
                  </a:lnTo>
                  <a:lnTo>
                    <a:pt x="12845" y="5675"/>
                  </a:lnTo>
                  <a:lnTo>
                    <a:pt x="12870" y="5598"/>
                  </a:lnTo>
                  <a:lnTo>
                    <a:pt x="12870" y="5535"/>
                  </a:lnTo>
                  <a:lnTo>
                    <a:pt x="12806" y="5471"/>
                  </a:lnTo>
                  <a:lnTo>
                    <a:pt x="12781" y="5445"/>
                  </a:lnTo>
                  <a:lnTo>
                    <a:pt x="12806" y="5407"/>
                  </a:lnTo>
                  <a:lnTo>
                    <a:pt x="12806" y="5304"/>
                  </a:lnTo>
                  <a:lnTo>
                    <a:pt x="12755" y="5253"/>
                  </a:lnTo>
                  <a:lnTo>
                    <a:pt x="12742" y="5202"/>
                  </a:lnTo>
                  <a:lnTo>
                    <a:pt x="12717" y="5189"/>
                  </a:lnTo>
                  <a:lnTo>
                    <a:pt x="12742" y="5164"/>
                  </a:lnTo>
                  <a:lnTo>
                    <a:pt x="12742" y="5087"/>
                  </a:lnTo>
                  <a:lnTo>
                    <a:pt x="12717" y="4947"/>
                  </a:lnTo>
                  <a:lnTo>
                    <a:pt x="12678" y="4947"/>
                  </a:lnTo>
                  <a:lnTo>
                    <a:pt x="12653" y="4921"/>
                  </a:lnTo>
                  <a:lnTo>
                    <a:pt x="12615" y="4921"/>
                  </a:lnTo>
                  <a:lnTo>
                    <a:pt x="12615" y="4908"/>
                  </a:lnTo>
                  <a:lnTo>
                    <a:pt x="12576" y="4908"/>
                  </a:lnTo>
                  <a:lnTo>
                    <a:pt x="12500" y="4819"/>
                  </a:lnTo>
                  <a:lnTo>
                    <a:pt x="12474" y="4806"/>
                  </a:lnTo>
                  <a:lnTo>
                    <a:pt x="12436" y="4691"/>
                  </a:lnTo>
                  <a:lnTo>
                    <a:pt x="12410" y="4653"/>
                  </a:lnTo>
                  <a:lnTo>
                    <a:pt x="12410" y="4627"/>
                  </a:lnTo>
                  <a:lnTo>
                    <a:pt x="12372" y="4627"/>
                  </a:lnTo>
                  <a:lnTo>
                    <a:pt x="12308" y="4474"/>
                  </a:lnTo>
                  <a:lnTo>
                    <a:pt x="12231" y="4461"/>
                  </a:lnTo>
                  <a:lnTo>
                    <a:pt x="12193" y="4410"/>
                  </a:lnTo>
                  <a:lnTo>
                    <a:pt x="12142" y="4384"/>
                  </a:lnTo>
                  <a:lnTo>
                    <a:pt x="12142" y="4320"/>
                  </a:lnTo>
                  <a:lnTo>
                    <a:pt x="12103" y="4269"/>
                  </a:lnTo>
                  <a:lnTo>
                    <a:pt x="12103" y="4218"/>
                  </a:lnTo>
                  <a:lnTo>
                    <a:pt x="12091" y="4193"/>
                  </a:lnTo>
                  <a:lnTo>
                    <a:pt x="12103" y="4167"/>
                  </a:lnTo>
                  <a:lnTo>
                    <a:pt x="12065" y="4154"/>
                  </a:lnTo>
                  <a:lnTo>
                    <a:pt x="12065" y="4116"/>
                  </a:lnTo>
                  <a:lnTo>
                    <a:pt x="12027" y="4052"/>
                  </a:lnTo>
                  <a:lnTo>
                    <a:pt x="11988" y="4001"/>
                  </a:lnTo>
                  <a:lnTo>
                    <a:pt x="11963" y="3988"/>
                  </a:lnTo>
                  <a:lnTo>
                    <a:pt x="11988" y="3975"/>
                  </a:lnTo>
                  <a:lnTo>
                    <a:pt x="11886" y="3809"/>
                  </a:lnTo>
                  <a:lnTo>
                    <a:pt x="11848" y="3643"/>
                  </a:lnTo>
                  <a:lnTo>
                    <a:pt x="11784" y="3592"/>
                  </a:lnTo>
                  <a:lnTo>
                    <a:pt x="11771" y="3515"/>
                  </a:lnTo>
                  <a:lnTo>
                    <a:pt x="11733" y="3515"/>
                  </a:lnTo>
                  <a:lnTo>
                    <a:pt x="11592" y="3413"/>
                  </a:lnTo>
                  <a:lnTo>
                    <a:pt x="11579" y="3349"/>
                  </a:lnTo>
                  <a:lnTo>
                    <a:pt x="11541" y="3362"/>
                  </a:lnTo>
                  <a:lnTo>
                    <a:pt x="11452" y="3336"/>
                  </a:lnTo>
                  <a:lnTo>
                    <a:pt x="11452" y="3323"/>
                  </a:lnTo>
                  <a:lnTo>
                    <a:pt x="11490" y="3298"/>
                  </a:lnTo>
                  <a:lnTo>
                    <a:pt x="11452" y="3298"/>
                  </a:lnTo>
                  <a:lnTo>
                    <a:pt x="11413" y="3323"/>
                  </a:lnTo>
                  <a:lnTo>
                    <a:pt x="11388" y="3311"/>
                  </a:lnTo>
                  <a:lnTo>
                    <a:pt x="11426" y="3260"/>
                  </a:lnTo>
                  <a:lnTo>
                    <a:pt x="11426" y="3234"/>
                  </a:lnTo>
                  <a:lnTo>
                    <a:pt x="11388" y="3260"/>
                  </a:lnTo>
                  <a:lnTo>
                    <a:pt x="11362" y="3221"/>
                  </a:lnTo>
                  <a:lnTo>
                    <a:pt x="11400" y="3208"/>
                  </a:lnTo>
                  <a:lnTo>
                    <a:pt x="11400" y="3170"/>
                  </a:lnTo>
                  <a:lnTo>
                    <a:pt x="11337" y="3170"/>
                  </a:lnTo>
                  <a:lnTo>
                    <a:pt x="11337" y="3145"/>
                  </a:lnTo>
                  <a:lnTo>
                    <a:pt x="11311" y="3093"/>
                  </a:lnTo>
                  <a:lnTo>
                    <a:pt x="11298" y="3081"/>
                  </a:lnTo>
                  <a:lnTo>
                    <a:pt x="11260" y="3055"/>
                  </a:lnTo>
                  <a:lnTo>
                    <a:pt x="11221" y="3068"/>
                  </a:lnTo>
                  <a:lnTo>
                    <a:pt x="11209" y="3030"/>
                  </a:lnTo>
                  <a:lnTo>
                    <a:pt x="11196" y="3030"/>
                  </a:lnTo>
                  <a:lnTo>
                    <a:pt x="11196" y="3055"/>
                  </a:lnTo>
                  <a:lnTo>
                    <a:pt x="11158" y="3068"/>
                  </a:lnTo>
                  <a:lnTo>
                    <a:pt x="11030" y="3055"/>
                  </a:lnTo>
                  <a:lnTo>
                    <a:pt x="11017" y="3030"/>
                  </a:lnTo>
                  <a:lnTo>
                    <a:pt x="10928" y="3055"/>
                  </a:lnTo>
                  <a:lnTo>
                    <a:pt x="10902" y="3030"/>
                  </a:lnTo>
                  <a:lnTo>
                    <a:pt x="10838" y="3042"/>
                  </a:lnTo>
                  <a:lnTo>
                    <a:pt x="10787" y="3042"/>
                  </a:lnTo>
                  <a:lnTo>
                    <a:pt x="10723" y="2991"/>
                  </a:lnTo>
                  <a:lnTo>
                    <a:pt x="10646" y="2966"/>
                  </a:lnTo>
                  <a:lnTo>
                    <a:pt x="10621" y="2978"/>
                  </a:lnTo>
                  <a:lnTo>
                    <a:pt x="10582" y="3081"/>
                  </a:lnTo>
                  <a:lnTo>
                    <a:pt x="10506" y="3055"/>
                  </a:lnTo>
                  <a:lnTo>
                    <a:pt x="10416" y="3093"/>
                  </a:lnTo>
                  <a:lnTo>
                    <a:pt x="10378" y="3081"/>
                  </a:lnTo>
                  <a:lnTo>
                    <a:pt x="10365" y="3093"/>
                  </a:lnTo>
                  <a:lnTo>
                    <a:pt x="10352" y="3157"/>
                  </a:lnTo>
                  <a:lnTo>
                    <a:pt x="10263" y="3349"/>
                  </a:lnTo>
                  <a:lnTo>
                    <a:pt x="10263" y="3400"/>
                  </a:lnTo>
                  <a:lnTo>
                    <a:pt x="10225" y="3426"/>
                  </a:lnTo>
                  <a:lnTo>
                    <a:pt x="10212" y="3502"/>
                  </a:lnTo>
                  <a:lnTo>
                    <a:pt x="10237" y="3554"/>
                  </a:lnTo>
                  <a:lnTo>
                    <a:pt x="10148" y="3566"/>
                  </a:lnTo>
                  <a:lnTo>
                    <a:pt x="10110" y="3643"/>
                  </a:lnTo>
                  <a:lnTo>
                    <a:pt x="10058" y="3681"/>
                  </a:lnTo>
                  <a:lnTo>
                    <a:pt x="10020" y="3732"/>
                  </a:lnTo>
                  <a:lnTo>
                    <a:pt x="9931" y="3732"/>
                  </a:lnTo>
                  <a:lnTo>
                    <a:pt x="9880" y="3707"/>
                  </a:lnTo>
                  <a:lnTo>
                    <a:pt x="9880" y="3720"/>
                  </a:lnTo>
                  <a:lnTo>
                    <a:pt x="9790" y="3669"/>
                  </a:lnTo>
                  <a:lnTo>
                    <a:pt x="9739" y="3592"/>
                  </a:lnTo>
                  <a:lnTo>
                    <a:pt x="9688" y="3592"/>
                  </a:lnTo>
                  <a:lnTo>
                    <a:pt x="9598" y="3566"/>
                  </a:lnTo>
                  <a:lnTo>
                    <a:pt x="9547" y="3464"/>
                  </a:lnTo>
                  <a:lnTo>
                    <a:pt x="9432" y="3464"/>
                  </a:lnTo>
                  <a:lnTo>
                    <a:pt x="9279" y="3375"/>
                  </a:lnTo>
                  <a:lnTo>
                    <a:pt x="9253" y="3298"/>
                  </a:lnTo>
                  <a:lnTo>
                    <a:pt x="9189" y="3260"/>
                  </a:lnTo>
                  <a:lnTo>
                    <a:pt x="9164" y="3260"/>
                  </a:lnTo>
                  <a:lnTo>
                    <a:pt x="8998" y="3132"/>
                  </a:lnTo>
                  <a:lnTo>
                    <a:pt x="8985" y="3030"/>
                  </a:lnTo>
                  <a:lnTo>
                    <a:pt x="8908" y="2902"/>
                  </a:lnTo>
                  <a:lnTo>
                    <a:pt x="8883" y="2799"/>
                  </a:lnTo>
                  <a:lnTo>
                    <a:pt x="8895" y="2774"/>
                  </a:lnTo>
                  <a:lnTo>
                    <a:pt x="8895" y="2646"/>
                  </a:lnTo>
                  <a:lnTo>
                    <a:pt x="8844" y="2582"/>
                  </a:lnTo>
                  <a:lnTo>
                    <a:pt x="8819" y="2506"/>
                  </a:lnTo>
                  <a:lnTo>
                    <a:pt x="8780" y="2506"/>
                  </a:lnTo>
                  <a:lnTo>
                    <a:pt x="8742" y="2327"/>
                  </a:lnTo>
                  <a:lnTo>
                    <a:pt x="8691" y="2301"/>
                  </a:lnTo>
                  <a:lnTo>
                    <a:pt x="8665" y="2237"/>
                  </a:lnTo>
                  <a:lnTo>
                    <a:pt x="8653" y="2237"/>
                  </a:lnTo>
                  <a:lnTo>
                    <a:pt x="8550" y="2135"/>
                  </a:lnTo>
                  <a:lnTo>
                    <a:pt x="8512" y="2135"/>
                  </a:lnTo>
                  <a:lnTo>
                    <a:pt x="8499" y="2109"/>
                  </a:lnTo>
                  <a:lnTo>
                    <a:pt x="8397" y="2071"/>
                  </a:lnTo>
                  <a:lnTo>
                    <a:pt x="8397" y="2033"/>
                  </a:lnTo>
                  <a:lnTo>
                    <a:pt x="8295" y="1943"/>
                  </a:lnTo>
                  <a:lnTo>
                    <a:pt x="8269" y="1879"/>
                  </a:lnTo>
                  <a:lnTo>
                    <a:pt x="8180" y="1803"/>
                  </a:lnTo>
                  <a:lnTo>
                    <a:pt x="8116" y="1777"/>
                  </a:lnTo>
                  <a:lnTo>
                    <a:pt x="8014" y="1662"/>
                  </a:lnTo>
                  <a:lnTo>
                    <a:pt x="8014" y="1624"/>
                  </a:lnTo>
                  <a:lnTo>
                    <a:pt x="7988" y="1585"/>
                  </a:lnTo>
                  <a:lnTo>
                    <a:pt x="7924" y="1585"/>
                  </a:lnTo>
                  <a:lnTo>
                    <a:pt x="7835" y="1509"/>
                  </a:lnTo>
                  <a:lnTo>
                    <a:pt x="7809" y="1458"/>
                  </a:lnTo>
                  <a:lnTo>
                    <a:pt x="7771" y="1432"/>
                  </a:lnTo>
                  <a:lnTo>
                    <a:pt x="7732" y="1304"/>
                  </a:lnTo>
                  <a:lnTo>
                    <a:pt x="7656" y="1266"/>
                  </a:lnTo>
                  <a:lnTo>
                    <a:pt x="7643" y="1279"/>
                  </a:lnTo>
                  <a:lnTo>
                    <a:pt x="7617" y="1279"/>
                  </a:lnTo>
                  <a:lnTo>
                    <a:pt x="7605" y="1227"/>
                  </a:lnTo>
                  <a:lnTo>
                    <a:pt x="6378" y="1176"/>
                  </a:lnTo>
                  <a:lnTo>
                    <a:pt x="6378" y="1573"/>
                  </a:lnTo>
                  <a:lnTo>
                    <a:pt x="4294" y="1458"/>
                  </a:lnTo>
                  <a:lnTo>
                    <a:pt x="1674" y="205"/>
                  </a:lnTo>
                  <a:lnTo>
                    <a:pt x="1687" y="141"/>
                  </a:lnTo>
                  <a:lnTo>
                    <a:pt x="1700" y="90"/>
                  </a:lnTo>
                  <a:lnTo>
                    <a:pt x="1764" y="52"/>
                  </a:lnTo>
                  <a:lnTo>
                    <a:pt x="1764" y="13"/>
                  </a:lnTo>
                  <a:lnTo>
                    <a:pt x="1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4" name="Google Shape;1302;p78">
              <a:extLst>
                <a:ext uri="{FF2B5EF4-FFF2-40B4-BE49-F238E27FC236}">
                  <a16:creationId xmlns:a16="http://schemas.microsoft.com/office/drawing/2014/main" id="{3647A9F8-C4E5-5256-B6F8-2821847DC992}"/>
                </a:ext>
              </a:extLst>
            </p:cNvPr>
            <p:cNvSpPr/>
            <p:nvPr/>
          </p:nvSpPr>
          <p:spPr>
            <a:xfrm>
              <a:off x="1426075" y="2865950"/>
              <a:ext cx="3225" cy="5775"/>
            </a:xfrm>
            <a:custGeom>
              <a:avLst/>
              <a:gdLst/>
              <a:ahLst/>
              <a:cxnLst/>
              <a:rect l="l" t="t" r="r" b="b"/>
              <a:pathLst>
                <a:path w="129" h="231" extrusionOk="0">
                  <a:moveTo>
                    <a:pt x="90" y="0"/>
                  </a:moveTo>
                  <a:lnTo>
                    <a:pt x="26" y="26"/>
                  </a:lnTo>
                  <a:lnTo>
                    <a:pt x="0" y="230"/>
                  </a:lnTo>
                  <a:lnTo>
                    <a:pt x="26" y="205"/>
                  </a:lnTo>
                  <a:lnTo>
                    <a:pt x="64" y="64"/>
                  </a:lnTo>
                  <a:lnTo>
                    <a:pt x="128" y="90"/>
                  </a:lnTo>
                  <a:lnTo>
                    <a:pt x="12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5" name="Google Shape;1303;p78">
              <a:extLst>
                <a:ext uri="{FF2B5EF4-FFF2-40B4-BE49-F238E27FC236}">
                  <a16:creationId xmlns:a16="http://schemas.microsoft.com/office/drawing/2014/main" id="{E0851DBC-EEF6-84C0-E39B-8C12DB6C91BF}"/>
                </a:ext>
              </a:extLst>
            </p:cNvPr>
            <p:cNvSpPr/>
            <p:nvPr/>
          </p:nvSpPr>
          <p:spPr>
            <a:xfrm>
              <a:off x="1434700" y="2887675"/>
              <a:ext cx="3550" cy="5125"/>
            </a:xfrm>
            <a:custGeom>
              <a:avLst/>
              <a:gdLst/>
              <a:ahLst/>
              <a:cxnLst/>
              <a:rect l="l" t="t" r="r" b="b"/>
              <a:pathLst>
                <a:path w="142" h="205" extrusionOk="0">
                  <a:moveTo>
                    <a:pt x="1" y="0"/>
                  </a:moveTo>
                  <a:lnTo>
                    <a:pt x="13" y="64"/>
                  </a:lnTo>
                  <a:lnTo>
                    <a:pt x="39" y="154"/>
                  </a:lnTo>
                  <a:lnTo>
                    <a:pt x="90" y="154"/>
                  </a:lnTo>
                  <a:lnTo>
                    <a:pt x="103" y="205"/>
                  </a:lnTo>
                  <a:lnTo>
                    <a:pt x="141" y="179"/>
                  </a:lnTo>
                  <a:lnTo>
                    <a:pt x="103" y="51"/>
                  </a:lnTo>
                  <a:lnTo>
                    <a:pt x="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6" name="Google Shape;1304;p78">
              <a:extLst>
                <a:ext uri="{FF2B5EF4-FFF2-40B4-BE49-F238E27FC236}">
                  <a16:creationId xmlns:a16="http://schemas.microsoft.com/office/drawing/2014/main" id="{B351202D-FE8A-BEF0-2C82-97A24D0A3677}"/>
                </a:ext>
              </a:extLst>
            </p:cNvPr>
            <p:cNvSpPr/>
            <p:nvPr/>
          </p:nvSpPr>
          <p:spPr>
            <a:xfrm>
              <a:off x="1516500" y="2974250"/>
              <a:ext cx="1625" cy="1950"/>
            </a:xfrm>
            <a:custGeom>
              <a:avLst/>
              <a:gdLst/>
              <a:ahLst/>
              <a:cxnLst/>
              <a:rect l="l" t="t" r="r" b="b"/>
              <a:pathLst>
                <a:path w="65" h="78" extrusionOk="0">
                  <a:moveTo>
                    <a:pt x="26" y="1"/>
                  </a:moveTo>
                  <a:lnTo>
                    <a:pt x="0" y="26"/>
                  </a:lnTo>
                  <a:lnTo>
                    <a:pt x="64" y="77"/>
                  </a:lnTo>
                  <a:lnTo>
                    <a:pt x="6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7" name="Google Shape;1305;p78">
              <a:extLst>
                <a:ext uri="{FF2B5EF4-FFF2-40B4-BE49-F238E27FC236}">
                  <a16:creationId xmlns:a16="http://schemas.microsoft.com/office/drawing/2014/main" id="{4554D4CC-1AA0-D685-461E-3D2D095BBEE2}"/>
                </a:ext>
              </a:extLst>
            </p:cNvPr>
            <p:cNvSpPr/>
            <p:nvPr/>
          </p:nvSpPr>
          <p:spPr>
            <a:xfrm>
              <a:off x="1167275" y="2328200"/>
              <a:ext cx="1136525" cy="549900"/>
            </a:xfrm>
            <a:custGeom>
              <a:avLst/>
              <a:gdLst/>
              <a:ahLst/>
              <a:cxnLst/>
              <a:rect l="l" t="t" r="r" b="b"/>
              <a:pathLst>
                <a:path w="45461" h="21996" extrusionOk="0">
                  <a:moveTo>
                    <a:pt x="9253" y="6966"/>
                  </a:moveTo>
                  <a:lnTo>
                    <a:pt x="9432" y="7119"/>
                  </a:lnTo>
                  <a:lnTo>
                    <a:pt x="9662" y="7119"/>
                  </a:lnTo>
                  <a:lnTo>
                    <a:pt x="9828" y="7247"/>
                  </a:lnTo>
                  <a:lnTo>
                    <a:pt x="9701" y="7375"/>
                  </a:lnTo>
                  <a:lnTo>
                    <a:pt x="9765" y="7439"/>
                  </a:lnTo>
                  <a:lnTo>
                    <a:pt x="9803" y="7503"/>
                  </a:lnTo>
                  <a:lnTo>
                    <a:pt x="9828" y="7541"/>
                  </a:lnTo>
                  <a:lnTo>
                    <a:pt x="9803" y="7579"/>
                  </a:lnTo>
                  <a:lnTo>
                    <a:pt x="9777" y="7618"/>
                  </a:lnTo>
                  <a:lnTo>
                    <a:pt x="9713" y="7669"/>
                  </a:lnTo>
                  <a:lnTo>
                    <a:pt x="9637" y="7771"/>
                  </a:lnTo>
                  <a:lnTo>
                    <a:pt x="9547" y="7912"/>
                  </a:lnTo>
                  <a:lnTo>
                    <a:pt x="9522" y="7937"/>
                  </a:lnTo>
                  <a:lnTo>
                    <a:pt x="9471" y="7950"/>
                  </a:lnTo>
                  <a:lnTo>
                    <a:pt x="9381" y="7976"/>
                  </a:lnTo>
                  <a:lnTo>
                    <a:pt x="9381" y="7630"/>
                  </a:lnTo>
                  <a:lnTo>
                    <a:pt x="9036" y="7170"/>
                  </a:lnTo>
                  <a:lnTo>
                    <a:pt x="9074" y="6966"/>
                  </a:lnTo>
                  <a:close/>
                  <a:moveTo>
                    <a:pt x="1432" y="0"/>
                  </a:moveTo>
                  <a:lnTo>
                    <a:pt x="1802" y="665"/>
                  </a:lnTo>
                  <a:lnTo>
                    <a:pt x="1649" y="895"/>
                  </a:lnTo>
                  <a:lnTo>
                    <a:pt x="1202" y="691"/>
                  </a:lnTo>
                  <a:lnTo>
                    <a:pt x="844" y="703"/>
                  </a:lnTo>
                  <a:lnTo>
                    <a:pt x="563" y="652"/>
                  </a:lnTo>
                  <a:lnTo>
                    <a:pt x="409" y="563"/>
                  </a:lnTo>
                  <a:lnTo>
                    <a:pt x="77" y="524"/>
                  </a:lnTo>
                  <a:lnTo>
                    <a:pt x="0" y="972"/>
                  </a:lnTo>
                  <a:lnTo>
                    <a:pt x="307" y="1279"/>
                  </a:lnTo>
                  <a:lnTo>
                    <a:pt x="639" y="2927"/>
                  </a:lnTo>
                  <a:lnTo>
                    <a:pt x="473" y="4768"/>
                  </a:lnTo>
                  <a:lnTo>
                    <a:pt x="115" y="5969"/>
                  </a:lnTo>
                  <a:lnTo>
                    <a:pt x="281" y="6225"/>
                  </a:lnTo>
                  <a:lnTo>
                    <a:pt x="205" y="6634"/>
                  </a:lnTo>
                  <a:lnTo>
                    <a:pt x="447" y="7043"/>
                  </a:lnTo>
                  <a:lnTo>
                    <a:pt x="435" y="7784"/>
                  </a:lnTo>
                  <a:lnTo>
                    <a:pt x="230" y="8154"/>
                  </a:lnTo>
                  <a:lnTo>
                    <a:pt x="281" y="8563"/>
                  </a:lnTo>
                  <a:lnTo>
                    <a:pt x="639" y="8742"/>
                  </a:lnTo>
                  <a:lnTo>
                    <a:pt x="703" y="9266"/>
                  </a:lnTo>
                  <a:lnTo>
                    <a:pt x="831" y="9752"/>
                  </a:lnTo>
                  <a:lnTo>
                    <a:pt x="1291" y="10072"/>
                  </a:lnTo>
                  <a:lnTo>
                    <a:pt x="1380" y="10506"/>
                  </a:lnTo>
                  <a:lnTo>
                    <a:pt x="1764" y="10468"/>
                  </a:lnTo>
                  <a:lnTo>
                    <a:pt x="1866" y="10570"/>
                  </a:lnTo>
                  <a:lnTo>
                    <a:pt x="1841" y="10340"/>
                  </a:lnTo>
                  <a:lnTo>
                    <a:pt x="1917" y="10481"/>
                  </a:lnTo>
                  <a:lnTo>
                    <a:pt x="2416" y="10787"/>
                  </a:lnTo>
                  <a:lnTo>
                    <a:pt x="2173" y="10787"/>
                  </a:lnTo>
                  <a:lnTo>
                    <a:pt x="2096" y="10864"/>
                  </a:lnTo>
                  <a:lnTo>
                    <a:pt x="2135" y="10941"/>
                  </a:lnTo>
                  <a:lnTo>
                    <a:pt x="1892" y="10749"/>
                  </a:lnTo>
                  <a:lnTo>
                    <a:pt x="1777" y="10749"/>
                  </a:lnTo>
                  <a:lnTo>
                    <a:pt x="1726" y="10813"/>
                  </a:lnTo>
                  <a:lnTo>
                    <a:pt x="1841" y="11235"/>
                  </a:lnTo>
                  <a:lnTo>
                    <a:pt x="2020" y="11541"/>
                  </a:lnTo>
                  <a:lnTo>
                    <a:pt x="2275" y="11439"/>
                  </a:lnTo>
                  <a:lnTo>
                    <a:pt x="2288" y="11618"/>
                  </a:lnTo>
                  <a:lnTo>
                    <a:pt x="2109" y="11720"/>
                  </a:lnTo>
                  <a:lnTo>
                    <a:pt x="2147" y="11938"/>
                  </a:lnTo>
                  <a:lnTo>
                    <a:pt x="2595" y="12295"/>
                  </a:lnTo>
                  <a:lnTo>
                    <a:pt x="3131" y="12973"/>
                  </a:lnTo>
                  <a:lnTo>
                    <a:pt x="3208" y="13676"/>
                  </a:lnTo>
                  <a:lnTo>
                    <a:pt x="3707" y="13676"/>
                  </a:lnTo>
                  <a:lnTo>
                    <a:pt x="4205" y="13816"/>
                  </a:lnTo>
                  <a:lnTo>
                    <a:pt x="4422" y="13957"/>
                  </a:lnTo>
                  <a:lnTo>
                    <a:pt x="4780" y="14034"/>
                  </a:lnTo>
                  <a:lnTo>
                    <a:pt x="5138" y="14276"/>
                  </a:lnTo>
                  <a:lnTo>
                    <a:pt x="5521" y="14455"/>
                  </a:lnTo>
                  <a:lnTo>
                    <a:pt x="6058" y="14762"/>
                  </a:lnTo>
                  <a:lnTo>
                    <a:pt x="6557" y="15350"/>
                  </a:lnTo>
                  <a:lnTo>
                    <a:pt x="6557" y="15401"/>
                  </a:lnTo>
                  <a:lnTo>
                    <a:pt x="8333" y="15401"/>
                  </a:lnTo>
                  <a:lnTo>
                    <a:pt x="8371" y="15478"/>
                  </a:lnTo>
                  <a:lnTo>
                    <a:pt x="8308" y="15567"/>
                  </a:lnTo>
                  <a:lnTo>
                    <a:pt x="8295" y="15644"/>
                  </a:lnTo>
                  <a:lnTo>
                    <a:pt x="10877" y="16871"/>
                  </a:lnTo>
                  <a:lnTo>
                    <a:pt x="12870" y="16986"/>
                  </a:lnTo>
                  <a:lnTo>
                    <a:pt x="12883" y="16577"/>
                  </a:lnTo>
                  <a:lnTo>
                    <a:pt x="14174" y="16628"/>
                  </a:lnTo>
                  <a:lnTo>
                    <a:pt x="14315" y="16730"/>
                  </a:lnTo>
                  <a:lnTo>
                    <a:pt x="14353" y="16832"/>
                  </a:lnTo>
                  <a:lnTo>
                    <a:pt x="14391" y="16871"/>
                  </a:lnTo>
                  <a:lnTo>
                    <a:pt x="14404" y="16935"/>
                  </a:lnTo>
                  <a:lnTo>
                    <a:pt x="14506" y="17011"/>
                  </a:lnTo>
                  <a:lnTo>
                    <a:pt x="14570" y="17011"/>
                  </a:lnTo>
                  <a:lnTo>
                    <a:pt x="14596" y="17088"/>
                  </a:lnTo>
                  <a:lnTo>
                    <a:pt x="14685" y="17203"/>
                  </a:lnTo>
                  <a:lnTo>
                    <a:pt x="14749" y="17216"/>
                  </a:lnTo>
                  <a:lnTo>
                    <a:pt x="14851" y="17305"/>
                  </a:lnTo>
                  <a:lnTo>
                    <a:pt x="14877" y="17369"/>
                  </a:lnTo>
                  <a:lnTo>
                    <a:pt x="14979" y="17459"/>
                  </a:lnTo>
                  <a:lnTo>
                    <a:pt x="14992" y="17510"/>
                  </a:lnTo>
                  <a:lnTo>
                    <a:pt x="15132" y="17548"/>
                  </a:lnTo>
                  <a:lnTo>
                    <a:pt x="15209" y="17638"/>
                  </a:lnTo>
                  <a:lnTo>
                    <a:pt x="15247" y="17638"/>
                  </a:lnTo>
                  <a:lnTo>
                    <a:pt x="15286" y="17727"/>
                  </a:lnTo>
                  <a:lnTo>
                    <a:pt x="15337" y="17727"/>
                  </a:lnTo>
                  <a:lnTo>
                    <a:pt x="15375" y="17919"/>
                  </a:lnTo>
                  <a:lnTo>
                    <a:pt x="15414" y="17932"/>
                  </a:lnTo>
                  <a:lnTo>
                    <a:pt x="15478" y="18072"/>
                  </a:lnTo>
                  <a:lnTo>
                    <a:pt x="15478" y="18226"/>
                  </a:lnTo>
                  <a:lnTo>
                    <a:pt x="15465" y="18289"/>
                  </a:lnTo>
                  <a:lnTo>
                    <a:pt x="15554" y="18443"/>
                  </a:lnTo>
                  <a:lnTo>
                    <a:pt x="15580" y="18571"/>
                  </a:lnTo>
                  <a:lnTo>
                    <a:pt x="15797" y="18698"/>
                  </a:lnTo>
                  <a:lnTo>
                    <a:pt x="15835" y="18724"/>
                  </a:lnTo>
                  <a:lnTo>
                    <a:pt x="15848" y="18813"/>
                  </a:lnTo>
                  <a:lnTo>
                    <a:pt x="15989" y="18890"/>
                  </a:lnTo>
                  <a:lnTo>
                    <a:pt x="16117" y="18890"/>
                  </a:lnTo>
                  <a:lnTo>
                    <a:pt x="16168" y="18992"/>
                  </a:lnTo>
                  <a:lnTo>
                    <a:pt x="16257" y="18992"/>
                  </a:lnTo>
                  <a:lnTo>
                    <a:pt x="16321" y="18967"/>
                  </a:lnTo>
                  <a:lnTo>
                    <a:pt x="16359" y="19082"/>
                  </a:lnTo>
                  <a:lnTo>
                    <a:pt x="16436" y="19107"/>
                  </a:lnTo>
                  <a:lnTo>
                    <a:pt x="16513" y="19146"/>
                  </a:lnTo>
                  <a:lnTo>
                    <a:pt x="16551" y="19133"/>
                  </a:lnTo>
                  <a:lnTo>
                    <a:pt x="16679" y="19005"/>
                  </a:lnTo>
                  <a:lnTo>
                    <a:pt x="16717" y="18980"/>
                  </a:lnTo>
                  <a:lnTo>
                    <a:pt x="16704" y="18929"/>
                  </a:lnTo>
                  <a:lnTo>
                    <a:pt x="16743" y="18877"/>
                  </a:lnTo>
                  <a:lnTo>
                    <a:pt x="16781" y="18813"/>
                  </a:lnTo>
                  <a:lnTo>
                    <a:pt x="16781" y="18750"/>
                  </a:lnTo>
                  <a:lnTo>
                    <a:pt x="16858" y="18596"/>
                  </a:lnTo>
                  <a:lnTo>
                    <a:pt x="16871" y="18520"/>
                  </a:lnTo>
                  <a:lnTo>
                    <a:pt x="17075" y="18430"/>
                  </a:lnTo>
                  <a:lnTo>
                    <a:pt x="17101" y="18456"/>
                  </a:lnTo>
                  <a:lnTo>
                    <a:pt x="17177" y="18366"/>
                  </a:lnTo>
                  <a:lnTo>
                    <a:pt x="17331" y="18405"/>
                  </a:lnTo>
                  <a:lnTo>
                    <a:pt x="17484" y="18456"/>
                  </a:lnTo>
                  <a:lnTo>
                    <a:pt x="17586" y="18430"/>
                  </a:lnTo>
                  <a:lnTo>
                    <a:pt x="17625" y="18468"/>
                  </a:lnTo>
                  <a:lnTo>
                    <a:pt x="17701" y="18456"/>
                  </a:lnTo>
                  <a:lnTo>
                    <a:pt x="17765" y="18417"/>
                  </a:lnTo>
                  <a:lnTo>
                    <a:pt x="17791" y="18443"/>
                  </a:lnTo>
                  <a:lnTo>
                    <a:pt x="17906" y="18520"/>
                  </a:lnTo>
                  <a:lnTo>
                    <a:pt x="17931" y="18571"/>
                  </a:lnTo>
                  <a:lnTo>
                    <a:pt x="18008" y="18596"/>
                  </a:lnTo>
                  <a:lnTo>
                    <a:pt x="17995" y="18647"/>
                  </a:lnTo>
                  <a:lnTo>
                    <a:pt x="18021" y="18660"/>
                  </a:lnTo>
                  <a:lnTo>
                    <a:pt x="18008" y="18686"/>
                  </a:lnTo>
                  <a:lnTo>
                    <a:pt x="18046" y="18698"/>
                  </a:lnTo>
                  <a:lnTo>
                    <a:pt x="18072" y="18762"/>
                  </a:lnTo>
                  <a:lnTo>
                    <a:pt x="18161" y="18750"/>
                  </a:lnTo>
                  <a:lnTo>
                    <a:pt x="18174" y="18801"/>
                  </a:lnTo>
                  <a:lnTo>
                    <a:pt x="18277" y="18903"/>
                  </a:lnTo>
                  <a:lnTo>
                    <a:pt x="18353" y="18929"/>
                  </a:lnTo>
                  <a:lnTo>
                    <a:pt x="18379" y="18992"/>
                  </a:lnTo>
                  <a:lnTo>
                    <a:pt x="18404" y="19044"/>
                  </a:lnTo>
                  <a:lnTo>
                    <a:pt x="18468" y="19184"/>
                  </a:lnTo>
                  <a:lnTo>
                    <a:pt x="18468" y="19235"/>
                  </a:lnTo>
                  <a:lnTo>
                    <a:pt x="18570" y="19389"/>
                  </a:lnTo>
                  <a:lnTo>
                    <a:pt x="18660" y="19580"/>
                  </a:lnTo>
                  <a:lnTo>
                    <a:pt x="18698" y="19606"/>
                  </a:lnTo>
                  <a:lnTo>
                    <a:pt x="18685" y="19644"/>
                  </a:lnTo>
                  <a:lnTo>
                    <a:pt x="18698" y="19721"/>
                  </a:lnTo>
                  <a:lnTo>
                    <a:pt x="18737" y="19746"/>
                  </a:lnTo>
                  <a:lnTo>
                    <a:pt x="18737" y="19810"/>
                  </a:lnTo>
                  <a:lnTo>
                    <a:pt x="18826" y="19874"/>
                  </a:lnTo>
                  <a:lnTo>
                    <a:pt x="18890" y="19900"/>
                  </a:lnTo>
                  <a:lnTo>
                    <a:pt x="18941" y="20040"/>
                  </a:lnTo>
                  <a:lnTo>
                    <a:pt x="19005" y="20053"/>
                  </a:lnTo>
                  <a:lnTo>
                    <a:pt x="19018" y="20104"/>
                  </a:lnTo>
                  <a:lnTo>
                    <a:pt x="19056" y="20232"/>
                  </a:lnTo>
                  <a:lnTo>
                    <a:pt x="19158" y="20309"/>
                  </a:lnTo>
                  <a:lnTo>
                    <a:pt x="19299" y="20360"/>
                  </a:lnTo>
                  <a:lnTo>
                    <a:pt x="19350" y="20526"/>
                  </a:lnTo>
                  <a:lnTo>
                    <a:pt x="19337" y="20679"/>
                  </a:lnTo>
                  <a:lnTo>
                    <a:pt x="19401" y="20756"/>
                  </a:lnTo>
                  <a:lnTo>
                    <a:pt x="19388" y="20910"/>
                  </a:lnTo>
                  <a:lnTo>
                    <a:pt x="19478" y="20973"/>
                  </a:lnTo>
                  <a:lnTo>
                    <a:pt x="19465" y="21037"/>
                  </a:lnTo>
                  <a:lnTo>
                    <a:pt x="19542" y="21088"/>
                  </a:lnTo>
                  <a:lnTo>
                    <a:pt x="19555" y="21216"/>
                  </a:lnTo>
                  <a:lnTo>
                    <a:pt x="19567" y="21255"/>
                  </a:lnTo>
                  <a:lnTo>
                    <a:pt x="19631" y="21306"/>
                  </a:lnTo>
                  <a:lnTo>
                    <a:pt x="19657" y="21382"/>
                  </a:lnTo>
                  <a:lnTo>
                    <a:pt x="19708" y="21408"/>
                  </a:lnTo>
                  <a:lnTo>
                    <a:pt x="19861" y="21421"/>
                  </a:lnTo>
                  <a:lnTo>
                    <a:pt x="19951" y="21536"/>
                  </a:lnTo>
                  <a:lnTo>
                    <a:pt x="19989" y="21510"/>
                  </a:lnTo>
                  <a:lnTo>
                    <a:pt x="20142" y="21561"/>
                  </a:lnTo>
                  <a:lnTo>
                    <a:pt x="20219" y="21625"/>
                  </a:lnTo>
                  <a:lnTo>
                    <a:pt x="20258" y="21625"/>
                  </a:lnTo>
                  <a:lnTo>
                    <a:pt x="20270" y="21676"/>
                  </a:lnTo>
                  <a:lnTo>
                    <a:pt x="20360" y="21702"/>
                  </a:lnTo>
                  <a:lnTo>
                    <a:pt x="20436" y="21676"/>
                  </a:lnTo>
                  <a:lnTo>
                    <a:pt x="20718" y="21702"/>
                  </a:lnTo>
                  <a:lnTo>
                    <a:pt x="20871" y="21842"/>
                  </a:lnTo>
                  <a:lnTo>
                    <a:pt x="20897" y="21804"/>
                  </a:lnTo>
                  <a:lnTo>
                    <a:pt x="20884" y="21753"/>
                  </a:lnTo>
                  <a:lnTo>
                    <a:pt x="20948" y="21779"/>
                  </a:lnTo>
                  <a:lnTo>
                    <a:pt x="20999" y="21740"/>
                  </a:lnTo>
                  <a:lnTo>
                    <a:pt x="21088" y="21753"/>
                  </a:lnTo>
                  <a:lnTo>
                    <a:pt x="21127" y="21382"/>
                  </a:lnTo>
                  <a:lnTo>
                    <a:pt x="20999" y="21012"/>
                  </a:lnTo>
                  <a:lnTo>
                    <a:pt x="21050" y="20743"/>
                  </a:lnTo>
                  <a:lnTo>
                    <a:pt x="21165" y="20347"/>
                  </a:lnTo>
                  <a:lnTo>
                    <a:pt x="21318" y="20155"/>
                  </a:lnTo>
                  <a:lnTo>
                    <a:pt x="21267" y="20028"/>
                  </a:lnTo>
                  <a:lnTo>
                    <a:pt x="21382" y="19925"/>
                  </a:lnTo>
                  <a:lnTo>
                    <a:pt x="21382" y="19785"/>
                  </a:lnTo>
                  <a:lnTo>
                    <a:pt x="21497" y="19708"/>
                  </a:lnTo>
                  <a:lnTo>
                    <a:pt x="21497" y="19606"/>
                  </a:lnTo>
                  <a:lnTo>
                    <a:pt x="21702" y="19504"/>
                  </a:lnTo>
                  <a:lnTo>
                    <a:pt x="22417" y="18941"/>
                  </a:lnTo>
                  <a:lnTo>
                    <a:pt x="22788" y="18839"/>
                  </a:lnTo>
                  <a:lnTo>
                    <a:pt x="22903" y="18635"/>
                  </a:lnTo>
                  <a:lnTo>
                    <a:pt x="22967" y="18353"/>
                  </a:lnTo>
                  <a:lnTo>
                    <a:pt x="22852" y="18187"/>
                  </a:lnTo>
                  <a:lnTo>
                    <a:pt x="23044" y="18264"/>
                  </a:lnTo>
                  <a:lnTo>
                    <a:pt x="23159" y="18213"/>
                  </a:lnTo>
                  <a:lnTo>
                    <a:pt x="23453" y="18098"/>
                  </a:lnTo>
                  <a:lnTo>
                    <a:pt x="23811" y="18034"/>
                  </a:lnTo>
                  <a:lnTo>
                    <a:pt x="24015" y="17842"/>
                  </a:lnTo>
                  <a:lnTo>
                    <a:pt x="24015" y="17842"/>
                  </a:lnTo>
                  <a:lnTo>
                    <a:pt x="23989" y="17983"/>
                  </a:lnTo>
                  <a:lnTo>
                    <a:pt x="24322" y="17983"/>
                  </a:lnTo>
                  <a:lnTo>
                    <a:pt x="24411" y="17868"/>
                  </a:lnTo>
                  <a:lnTo>
                    <a:pt x="24999" y="18059"/>
                  </a:lnTo>
                  <a:lnTo>
                    <a:pt x="25204" y="18008"/>
                  </a:lnTo>
                  <a:lnTo>
                    <a:pt x="25357" y="17983"/>
                  </a:lnTo>
                  <a:lnTo>
                    <a:pt x="25446" y="18059"/>
                  </a:lnTo>
                  <a:lnTo>
                    <a:pt x="25855" y="18047"/>
                  </a:lnTo>
                  <a:lnTo>
                    <a:pt x="25932" y="17983"/>
                  </a:lnTo>
                  <a:lnTo>
                    <a:pt x="26213" y="18123"/>
                  </a:lnTo>
                  <a:lnTo>
                    <a:pt x="26456" y="18353"/>
                  </a:lnTo>
                  <a:lnTo>
                    <a:pt x="26852" y="18226"/>
                  </a:lnTo>
                  <a:lnTo>
                    <a:pt x="27108" y="18302"/>
                  </a:lnTo>
                  <a:lnTo>
                    <a:pt x="27261" y="18353"/>
                  </a:lnTo>
                  <a:lnTo>
                    <a:pt x="27351" y="18136"/>
                  </a:lnTo>
                  <a:lnTo>
                    <a:pt x="27594" y="17983"/>
                  </a:lnTo>
                  <a:lnTo>
                    <a:pt x="27594" y="18136"/>
                  </a:lnTo>
                  <a:lnTo>
                    <a:pt x="27964" y="18392"/>
                  </a:lnTo>
                  <a:lnTo>
                    <a:pt x="28220" y="18264"/>
                  </a:lnTo>
                  <a:lnTo>
                    <a:pt x="28118" y="18162"/>
                  </a:lnTo>
                  <a:lnTo>
                    <a:pt x="27619" y="17855"/>
                  </a:lnTo>
                  <a:lnTo>
                    <a:pt x="27900" y="17817"/>
                  </a:lnTo>
                  <a:lnTo>
                    <a:pt x="27811" y="17612"/>
                  </a:lnTo>
                  <a:lnTo>
                    <a:pt x="27542" y="17535"/>
                  </a:lnTo>
                  <a:lnTo>
                    <a:pt x="27555" y="17433"/>
                  </a:lnTo>
                  <a:lnTo>
                    <a:pt x="27900" y="17382"/>
                  </a:lnTo>
                  <a:lnTo>
                    <a:pt x="28066" y="17216"/>
                  </a:lnTo>
                  <a:lnTo>
                    <a:pt x="28437" y="17254"/>
                  </a:lnTo>
                  <a:lnTo>
                    <a:pt x="28603" y="17331"/>
                  </a:lnTo>
                  <a:lnTo>
                    <a:pt x="28948" y="17165"/>
                  </a:lnTo>
                  <a:lnTo>
                    <a:pt x="29025" y="17152"/>
                  </a:lnTo>
                  <a:lnTo>
                    <a:pt x="29115" y="17216"/>
                  </a:lnTo>
                  <a:lnTo>
                    <a:pt x="30380" y="17216"/>
                  </a:lnTo>
                  <a:lnTo>
                    <a:pt x="30955" y="17535"/>
                  </a:lnTo>
                  <a:lnTo>
                    <a:pt x="31134" y="17868"/>
                  </a:lnTo>
                  <a:lnTo>
                    <a:pt x="31504" y="17842"/>
                  </a:lnTo>
                  <a:lnTo>
                    <a:pt x="32003" y="17446"/>
                  </a:lnTo>
                  <a:lnTo>
                    <a:pt x="32501" y="17689"/>
                  </a:lnTo>
                  <a:lnTo>
                    <a:pt x="32616" y="17944"/>
                  </a:lnTo>
                  <a:lnTo>
                    <a:pt x="32706" y="18136"/>
                  </a:lnTo>
                  <a:lnTo>
                    <a:pt x="33140" y="18353"/>
                  </a:lnTo>
                  <a:lnTo>
                    <a:pt x="33179" y="18609"/>
                  </a:lnTo>
                  <a:lnTo>
                    <a:pt x="33204" y="18916"/>
                  </a:lnTo>
                  <a:lnTo>
                    <a:pt x="33102" y="18980"/>
                  </a:lnTo>
                  <a:lnTo>
                    <a:pt x="33038" y="19350"/>
                  </a:lnTo>
                  <a:lnTo>
                    <a:pt x="33102" y="19580"/>
                  </a:lnTo>
                  <a:lnTo>
                    <a:pt x="33255" y="19465"/>
                  </a:lnTo>
                  <a:lnTo>
                    <a:pt x="33140" y="19606"/>
                  </a:lnTo>
                  <a:lnTo>
                    <a:pt x="33268" y="19925"/>
                  </a:lnTo>
                  <a:lnTo>
                    <a:pt x="33511" y="20181"/>
                  </a:lnTo>
                  <a:lnTo>
                    <a:pt x="33703" y="20245"/>
                  </a:lnTo>
                  <a:lnTo>
                    <a:pt x="33703" y="20577"/>
                  </a:lnTo>
                  <a:lnTo>
                    <a:pt x="33818" y="20679"/>
                  </a:lnTo>
                  <a:lnTo>
                    <a:pt x="33920" y="20961"/>
                  </a:lnTo>
                  <a:lnTo>
                    <a:pt x="34176" y="21165"/>
                  </a:lnTo>
                  <a:lnTo>
                    <a:pt x="34393" y="21344"/>
                  </a:lnTo>
                  <a:lnTo>
                    <a:pt x="34444" y="21727"/>
                  </a:lnTo>
                  <a:lnTo>
                    <a:pt x="34406" y="21945"/>
                  </a:lnTo>
                  <a:lnTo>
                    <a:pt x="34521" y="21996"/>
                  </a:lnTo>
                  <a:lnTo>
                    <a:pt x="34712" y="21894"/>
                  </a:lnTo>
                  <a:lnTo>
                    <a:pt x="34853" y="21817"/>
                  </a:lnTo>
                  <a:lnTo>
                    <a:pt x="34917" y="21766"/>
                  </a:lnTo>
                  <a:lnTo>
                    <a:pt x="35032" y="21165"/>
                  </a:lnTo>
                  <a:lnTo>
                    <a:pt x="35275" y="20922"/>
                  </a:lnTo>
                  <a:lnTo>
                    <a:pt x="35288" y="20130"/>
                  </a:lnTo>
                  <a:lnTo>
                    <a:pt x="34955" y="19312"/>
                  </a:lnTo>
                  <a:lnTo>
                    <a:pt x="34700" y="18545"/>
                  </a:lnTo>
                  <a:lnTo>
                    <a:pt x="34470" y="18111"/>
                  </a:lnTo>
                  <a:lnTo>
                    <a:pt x="34316" y="17804"/>
                  </a:lnTo>
                  <a:lnTo>
                    <a:pt x="34252" y="17650"/>
                  </a:lnTo>
                  <a:lnTo>
                    <a:pt x="34176" y="17280"/>
                  </a:lnTo>
                  <a:lnTo>
                    <a:pt x="34112" y="16948"/>
                  </a:lnTo>
                  <a:lnTo>
                    <a:pt x="34201" y="16283"/>
                  </a:lnTo>
                  <a:lnTo>
                    <a:pt x="34661" y="15695"/>
                  </a:lnTo>
                  <a:lnTo>
                    <a:pt x="34687" y="15631"/>
                  </a:lnTo>
                  <a:lnTo>
                    <a:pt x="34853" y="15491"/>
                  </a:lnTo>
                  <a:lnTo>
                    <a:pt x="35185" y="15350"/>
                  </a:lnTo>
                  <a:lnTo>
                    <a:pt x="35466" y="15094"/>
                  </a:lnTo>
                  <a:lnTo>
                    <a:pt x="35658" y="15018"/>
                  </a:lnTo>
                  <a:lnTo>
                    <a:pt x="35888" y="14762"/>
                  </a:lnTo>
                  <a:lnTo>
                    <a:pt x="36093" y="14404"/>
                  </a:lnTo>
                  <a:lnTo>
                    <a:pt x="36297" y="14123"/>
                  </a:lnTo>
                  <a:lnTo>
                    <a:pt x="36425" y="14200"/>
                  </a:lnTo>
                  <a:lnTo>
                    <a:pt x="36808" y="14136"/>
                  </a:lnTo>
                  <a:lnTo>
                    <a:pt x="36962" y="14046"/>
                  </a:lnTo>
                  <a:lnTo>
                    <a:pt x="36987" y="13804"/>
                  </a:lnTo>
                  <a:lnTo>
                    <a:pt x="37537" y="13471"/>
                  </a:lnTo>
                  <a:lnTo>
                    <a:pt x="37882" y="13446"/>
                  </a:lnTo>
                  <a:lnTo>
                    <a:pt x="38150" y="13318"/>
                  </a:lnTo>
                  <a:lnTo>
                    <a:pt x="38087" y="13203"/>
                  </a:lnTo>
                  <a:lnTo>
                    <a:pt x="37959" y="13088"/>
                  </a:lnTo>
                  <a:lnTo>
                    <a:pt x="38023" y="12896"/>
                  </a:lnTo>
                  <a:lnTo>
                    <a:pt x="37997" y="12730"/>
                  </a:lnTo>
                  <a:lnTo>
                    <a:pt x="38393" y="12679"/>
                  </a:lnTo>
                  <a:lnTo>
                    <a:pt x="38662" y="12474"/>
                  </a:lnTo>
                  <a:lnTo>
                    <a:pt x="38572" y="12372"/>
                  </a:lnTo>
                  <a:lnTo>
                    <a:pt x="38214" y="12385"/>
                  </a:lnTo>
                  <a:lnTo>
                    <a:pt x="38508" y="12231"/>
                  </a:lnTo>
                  <a:lnTo>
                    <a:pt x="38623" y="11899"/>
                  </a:lnTo>
                  <a:lnTo>
                    <a:pt x="38649" y="11477"/>
                  </a:lnTo>
                  <a:lnTo>
                    <a:pt x="38355" y="11171"/>
                  </a:lnTo>
                  <a:lnTo>
                    <a:pt x="38380" y="10557"/>
                  </a:lnTo>
                  <a:lnTo>
                    <a:pt x="38214" y="10276"/>
                  </a:lnTo>
                  <a:lnTo>
                    <a:pt x="38074" y="9752"/>
                  </a:lnTo>
                  <a:lnTo>
                    <a:pt x="38214" y="9599"/>
                  </a:lnTo>
                  <a:lnTo>
                    <a:pt x="38278" y="10110"/>
                  </a:lnTo>
                  <a:lnTo>
                    <a:pt x="38432" y="10327"/>
                  </a:lnTo>
                  <a:lnTo>
                    <a:pt x="38636" y="10557"/>
                  </a:lnTo>
                  <a:lnTo>
                    <a:pt x="38623" y="11017"/>
                  </a:lnTo>
                  <a:lnTo>
                    <a:pt x="39032" y="10314"/>
                  </a:lnTo>
                  <a:lnTo>
                    <a:pt x="39173" y="9829"/>
                  </a:lnTo>
                  <a:lnTo>
                    <a:pt x="38917" y="9484"/>
                  </a:lnTo>
                  <a:lnTo>
                    <a:pt x="38917" y="9343"/>
                  </a:lnTo>
                  <a:lnTo>
                    <a:pt x="39186" y="9266"/>
                  </a:lnTo>
                  <a:lnTo>
                    <a:pt x="39326" y="9560"/>
                  </a:lnTo>
                  <a:lnTo>
                    <a:pt x="39531" y="9266"/>
                  </a:lnTo>
                  <a:lnTo>
                    <a:pt x="39582" y="9126"/>
                  </a:lnTo>
                  <a:lnTo>
                    <a:pt x="39889" y="8960"/>
                  </a:lnTo>
                  <a:lnTo>
                    <a:pt x="40004" y="8615"/>
                  </a:lnTo>
                  <a:lnTo>
                    <a:pt x="40068" y="8282"/>
                  </a:lnTo>
                  <a:lnTo>
                    <a:pt x="39927" y="8167"/>
                  </a:lnTo>
                  <a:lnTo>
                    <a:pt x="40029" y="7784"/>
                  </a:lnTo>
                  <a:lnTo>
                    <a:pt x="40016" y="8154"/>
                  </a:lnTo>
                  <a:lnTo>
                    <a:pt x="40068" y="8078"/>
                  </a:lnTo>
                  <a:lnTo>
                    <a:pt x="40106" y="8154"/>
                  </a:lnTo>
                  <a:lnTo>
                    <a:pt x="40310" y="7937"/>
                  </a:lnTo>
                  <a:lnTo>
                    <a:pt x="40310" y="7937"/>
                  </a:lnTo>
                  <a:lnTo>
                    <a:pt x="40285" y="8154"/>
                  </a:lnTo>
                  <a:lnTo>
                    <a:pt x="40285" y="8154"/>
                  </a:lnTo>
                  <a:lnTo>
                    <a:pt x="40425" y="8001"/>
                  </a:lnTo>
                  <a:lnTo>
                    <a:pt x="40732" y="7963"/>
                  </a:lnTo>
                  <a:lnTo>
                    <a:pt x="41064" y="7886"/>
                  </a:lnTo>
                  <a:lnTo>
                    <a:pt x="41614" y="7886"/>
                  </a:lnTo>
                  <a:lnTo>
                    <a:pt x="41806" y="7694"/>
                  </a:lnTo>
                  <a:lnTo>
                    <a:pt x="41576" y="7694"/>
                  </a:lnTo>
                  <a:lnTo>
                    <a:pt x="41435" y="7541"/>
                  </a:lnTo>
                  <a:lnTo>
                    <a:pt x="40975" y="7694"/>
                  </a:lnTo>
                  <a:lnTo>
                    <a:pt x="40579" y="7694"/>
                  </a:lnTo>
                  <a:lnTo>
                    <a:pt x="40630" y="7464"/>
                  </a:lnTo>
                  <a:lnTo>
                    <a:pt x="41537" y="7222"/>
                  </a:lnTo>
                  <a:lnTo>
                    <a:pt x="41729" y="7388"/>
                  </a:lnTo>
                  <a:lnTo>
                    <a:pt x="41921" y="7515"/>
                  </a:lnTo>
                  <a:lnTo>
                    <a:pt x="42164" y="7298"/>
                  </a:lnTo>
                  <a:lnTo>
                    <a:pt x="42458" y="7119"/>
                  </a:lnTo>
                  <a:lnTo>
                    <a:pt x="42624" y="7043"/>
                  </a:lnTo>
                  <a:lnTo>
                    <a:pt x="42649" y="7375"/>
                  </a:lnTo>
                  <a:lnTo>
                    <a:pt x="42943" y="7119"/>
                  </a:lnTo>
                  <a:lnTo>
                    <a:pt x="43122" y="6889"/>
                  </a:lnTo>
                  <a:lnTo>
                    <a:pt x="42854" y="6774"/>
                  </a:lnTo>
                  <a:lnTo>
                    <a:pt x="43122" y="6634"/>
                  </a:lnTo>
                  <a:lnTo>
                    <a:pt x="42879" y="6225"/>
                  </a:lnTo>
                  <a:lnTo>
                    <a:pt x="42892" y="5854"/>
                  </a:lnTo>
                  <a:lnTo>
                    <a:pt x="43314" y="5317"/>
                  </a:lnTo>
                  <a:lnTo>
                    <a:pt x="43646" y="5113"/>
                  </a:lnTo>
                  <a:lnTo>
                    <a:pt x="43978" y="5074"/>
                  </a:lnTo>
                  <a:lnTo>
                    <a:pt x="43978" y="4768"/>
                  </a:lnTo>
                  <a:lnTo>
                    <a:pt x="44311" y="4614"/>
                  </a:lnTo>
                  <a:lnTo>
                    <a:pt x="44848" y="4525"/>
                  </a:lnTo>
                  <a:lnTo>
                    <a:pt x="45078" y="4308"/>
                  </a:lnTo>
                  <a:lnTo>
                    <a:pt x="45129" y="4052"/>
                  </a:lnTo>
                  <a:lnTo>
                    <a:pt x="45346" y="3899"/>
                  </a:lnTo>
                  <a:lnTo>
                    <a:pt x="45461" y="3899"/>
                  </a:lnTo>
                  <a:lnTo>
                    <a:pt x="45090" y="3643"/>
                  </a:lnTo>
                  <a:lnTo>
                    <a:pt x="45090" y="3438"/>
                  </a:lnTo>
                  <a:lnTo>
                    <a:pt x="44809" y="3438"/>
                  </a:lnTo>
                  <a:lnTo>
                    <a:pt x="44796" y="3387"/>
                  </a:lnTo>
                  <a:lnTo>
                    <a:pt x="44681" y="3017"/>
                  </a:lnTo>
                  <a:lnTo>
                    <a:pt x="44656" y="2876"/>
                  </a:lnTo>
                  <a:lnTo>
                    <a:pt x="44643" y="2774"/>
                  </a:lnTo>
                  <a:lnTo>
                    <a:pt x="44630" y="2761"/>
                  </a:lnTo>
                  <a:lnTo>
                    <a:pt x="44784" y="2352"/>
                  </a:lnTo>
                  <a:lnTo>
                    <a:pt x="44784" y="1892"/>
                  </a:lnTo>
                  <a:lnTo>
                    <a:pt x="44554" y="1700"/>
                  </a:lnTo>
                  <a:lnTo>
                    <a:pt x="43902" y="2058"/>
                  </a:lnTo>
                  <a:lnTo>
                    <a:pt x="43902" y="1611"/>
                  </a:lnTo>
                  <a:lnTo>
                    <a:pt x="43748" y="1611"/>
                  </a:lnTo>
                  <a:lnTo>
                    <a:pt x="43148" y="2224"/>
                  </a:lnTo>
                  <a:lnTo>
                    <a:pt x="43020" y="2505"/>
                  </a:lnTo>
                  <a:lnTo>
                    <a:pt x="43020" y="2927"/>
                  </a:lnTo>
                  <a:lnTo>
                    <a:pt x="42815" y="3221"/>
                  </a:lnTo>
                  <a:lnTo>
                    <a:pt x="42458" y="3656"/>
                  </a:lnTo>
                  <a:lnTo>
                    <a:pt x="42176" y="3617"/>
                  </a:lnTo>
                  <a:lnTo>
                    <a:pt x="41934" y="4103"/>
                  </a:lnTo>
                  <a:lnTo>
                    <a:pt x="39390" y="4103"/>
                  </a:lnTo>
                  <a:lnTo>
                    <a:pt x="38253" y="4870"/>
                  </a:lnTo>
                  <a:lnTo>
                    <a:pt x="37972" y="4870"/>
                  </a:lnTo>
                  <a:lnTo>
                    <a:pt x="38023" y="5177"/>
                  </a:lnTo>
                  <a:lnTo>
                    <a:pt x="37831" y="5266"/>
                  </a:lnTo>
                  <a:lnTo>
                    <a:pt x="37332" y="5343"/>
                  </a:lnTo>
                  <a:lnTo>
                    <a:pt x="36885" y="5432"/>
                  </a:lnTo>
                  <a:lnTo>
                    <a:pt x="36668" y="5343"/>
                  </a:lnTo>
                  <a:lnTo>
                    <a:pt x="35901" y="5356"/>
                  </a:lnTo>
                  <a:lnTo>
                    <a:pt x="35760" y="5432"/>
                  </a:lnTo>
                  <a:lnTo>
                    <a:pt x="36144" y="5573"/>
                  </a:lnTo>
                  <a:lnTo>
                    <a:pt x="36144" y="5598"/>
                  </a:lnTo>
                  <a:lnTo>
                    <a:pt x="36144" y="5982"/>
                  </a:lnTo>
                  <a:lnTo>
                    <a:pt x="36093" y="5982"/>
                  </a:lnTo>
                  <a:lnTo>
                    <a:pt x="36093" y="6033"/>
                  </a:lnTo>
                  <a:lnTo>
                    <a:pt x="35658" y="5995"/>
                  </a:lnTo>
                  <a:lnTo>
                    <a:pt x="35594" y="6097"/>
                  </a:lnTo>
                  <a:lnTo>
                    <a:pt x="35543" y="6173"/>
                  </a:lnTo>
                  <a:lnTo>
                    <a:pt x="35492" y="6212"/>
                  </a:lnTo>
                  <a:lnTo>
                    <a:pt x="34418" y="6698"/>
                  </a:lnTo>
                  <a:lnTo>
                    <a:pt x="33562" y="7030"/>
                  </a:lnTo>
                  <a:lnTo>
                    <a:pt x="32846" y="7119"/>
                  </a:lnTo>
                  <a:lnTo>
                    <a:pt x="32501" y="6813"/>
                  </a:lnTo>
                  <a:lnTo>
                    <a:pt x="32412" y="6595"/>
                  </a:lnTo>
                  <a:lnTo>
                    <a:pt x="32527" y="6404"/>
                  </a:lnTo>
                  <a:lnTo>
                    <a:pt x="32616" y="6263"/>
                  </a:lnTo>
                  <a:lnTo>
                    <a:pt x="32655" y="6225"/>
                  </a:lnTo>
                  <a:lnTo>
                    <a:pt x="32680" y="6199"/>
                  </a:lnTo>
                  <a:lnTo>
                    <a:pt x="32731" y="6173"/>
                  </a:lnTo>
                  <a:lnTo>
                    <a:pt x="32795" y="6122"/>
                  </a:lnTo>
                  <a:lnTo>
                    <a:pt x="32885" y="6033"/>
                  </a:lnTo>
                  <a:lnTo>
                    <a:pt x="32885" y="5803"/>
                  </a:lnTo>
                  <a:lnTo>
                    <a:pt x="33128" y="6058"/>
                  </a:lnTo>
                  <a:lnTo>
                    <a:pt x="33153" y="6084"/>
                  </a:lnTo>
                  <a:lnTo>
                    <a:pt x="33140" y="6020"/>
                  </a:lnTo>
                  <a:lnTo>
                    <a:pt x="33217" y="5790"/>
                  </a:lnTo>
                  <a:lnTo>
                    <a:pt x="33831" y="5509"/>
                  </a:lnTo>
                  <a:lnTo>
                    <a:pt x="33843" y="5292"/>
                  </a:lnTo>
                  <a:lnTo>
                    <a:pt x="33958" y="4601"/>
                  </a:lnTo>
                  <a:lnTo>
                    <a:pt x="34125" y="4308"/>
                  </a:lnTo>
                  <a:lnTo>
                    <a:pt x="33907" y="3873"/>
                  </a:lnTo>
                  <a:lnTo>
                    <a:pt x="33894" y="3873"/>
                  </a:lnTo>
                  <a:lnTo>
                    <a:pt x="33984" y="4180"/>
                  </a:lnTo>
                  <a:lnTo>
                    <a:pt x="33728" y="4448"/>
                  </a:lnTo>
                  <a:lnTo>
                    <a:pt x="33562" y="5330"/>
                  </a:lnTo>
                  <a:lnTo>
                    <a:pt x="33128" y="5586"/>
                  </a:lnTo>
                  <a:lnTo>
                    <a:pt x="32846" y="4678"/>
                  </a:lnTo>
                  <a:lnTo>
                    <a:pt x="32565" y="4704"/>
                  </a:lnTo>
                  <a:lnTo>
                    <a:pt x="32028" y="5125"/>
                  </a:lnTo>
                  <a:lnTo>
                    <a:pt x="31901" y="4998"/>
                  </a:lnTo>
                  <a:lnTo>
                    <a:pt x="32310" y="4499"/>
                  </a:lnTo>
                  <a:lnTo>
                    <a:pt x="32412" y="4244"/>
                  </a:lnTo>
                  <a:lnTo>
                    <a:pt x="32220" y="3349"/>
                  </a:lnTo>
                  <a:lnTo>
                    <a:pt x="31939" y="3375"/>
                  </a:lnTo>
                  <a:lnTo>
                    <a:pt x="31683" y="3145"/>
                  </a:lnTo>
                  <a:lnTo>
                    <a:pt x="31172" y="3093"/>
                  </a:lnTo>
                  <a:lnTo>
                    <a:pt x="30814" y="3541"/>
                  </a:lnTo>
                  <a:lnTo>
                    <a:pt x="30814" y="3669"/>
                  </a:lnTo>
                  <a:lnTo>
                    <a:pt x="30814" y="3758"/>
                  </a:lnTo>
                  <a:lnTo>
                    <a:pt x="30802" y="3822"/>
                  </a:lnTo>
                  <a:lnTo>
                    <a:pt x="30763" y="3860"/>
                  </a:lnTo>
                  <a:lnTo>
                    <a:pt x="30712" y="3899"/>
                  </a:lnTo>
                  <a:lnTo>
                    <a:pt x="30648" y="3937"/>
                  </a:lnTo>
                  <a:lnTo>
                    <a:pt x="30533" y="3681"/>
                  </a:lnTo>
                  <a:lnTo>
                    <a:pt x="30329" y="3822"/>
                  </a:lnTo>
                  <a:lnTo>
                    <a:pt x="30035" y="4423"/>
                  </a:lnTo>
                  <a:lnTo>
                    <a:pt x="29958" y="4780"/>
                  </a:lnTo>
                  <a:lnTo>
                    <a:pt x="29894" y="5100"/>
                  </a:lnTo>
                  <a:lnTo>
                    <a:pt x="30060" y="5458"/>
                  </a:lnTo>
                  <a:lnTo>
                    <a:pt x="30073" y="6340"/>
                  </a:lnTo>
                  <a:lnTo>
                    <a:pt x="29715" y="6672"/>
                  </a:lnTo>
                  <a:lnTo>
                    <a:pt x="29639" y="6710"/>
                  </a:lnTo>
                  <a:lnTo>
                    <a:pt x="29511" y="6774"/>
                  </a:lnTo>
                  <a:lnTo>
                    <a:pt x="29434" y="6813"/>
                  </a:lnTo>
                  <a:lnTo>
                    <a:pt x="29370" y="6825"/>
                  </a:lnTo>
                  <a:lnTo>
                    <a:pt x="29319" y="6825"/>
                  </a:lnTo>
                  <a:lnTo>
                    <a:pt x="29268" y="6813"/>
                  </a:lnTo>
                  <a:lnTo>
                    <a:pt x="29204" y="6736"/>
                  </a:lnTo>
                  <a:lnTo>
                    <a:pt x="29140" y="6634"/>
                  </a:lnTo>
                  <a:lnTo>
                    <a:pt x="29063" y="6519"/>
                  </a:lnTo>
                  <a:lnTo>
                    <a:pt x="28897" y="6097"/>
                  </a:lnTo>
                  <a:lnTo>
                    <a:pt x="29089" y="5880"/>
                  </a:lnTo>
                  <a:lnTo>
                    <a:pt x="28897" y="5803"/>
                  </a:lnTo>
                  <a:lnTo>
                    <a:pt x="28897" y="5228"/>
                  </a:lnTo>
                  <a:lnTo>
                    <a:pt x="29012" y="4563"/>
                  </a:lnTo>
                  <a:lnTo>
                    <a:pt x="29306" y="3988"/>
                  </a:lnTo>
                  <a:lnTo>
                    <a:pt x="29498" y="3720"/>
                  </a:lnTo>
                  <a:lnTo>
                    <a:pt x="29396" y="3592"/>
                  </a:lnTo>
                  <a:lnTo>
                    <a:pt x="29191" y="3784"/>
                  </a:lnTo>
                  <a:lnTo>
                    <a:pt x="29051" y="3911"/>
                  </a:lnTo>
                  <a:lnTo>
                    <a:pt x="28961" y="3988"/>
                  </a:lnTo>
                  <a:lnTo>
                    <a:pt x="28897" y="3988"/>
                  </a:lnTo>
                  <a:lnTo>
                    <a:pt x="29498" y="3132"/>
                  </a:lnTo>
                  <a:lnTo>
                    <a:pt x="29639" y="3132"/>
                  </a:lnTo>
                  <a:lnTo>
                    <a:pt x="29856" y="2940"/>
                  </a:lnTo>
                  <a:lnTo>
                    <a:pt x="30009" y="3183"/>
                  </a:lnTo>
                  <a:lnTo>
                    <a:pt x="30009" y="3081"/>
                  </a:lnTo>
                  <a:lnTo>
                    <a:pt x="30175" y="3004"/>
                  </a:lnTo>
                  <a:lnTo>
                    <a:pt x="30584" y="2902"/>
                  </a:lnTo>
                  <a:lnTo>
                    <a:pt x="30776" y="2799"/>
                  </a:lnTo>
                  <a:lnTo>
                    <a:pt x="31006" y="2748"/>
                  </a:lnTo>
                  <a:lnTo>
                    <a:pt x="31172" y="2902"/>
                  </a:lnTo>
                  <a:lnTo>
                    <a:pt x="31338" y="2902"/>
                  </a:lnTo>
                  <a:lnTo>
                    <a:pt x="31568" y="2697"/>
                  </a:lnTo>
                  <a:lnTo>
                    <a:pt x="31671" y="2799"/>
                  </a:lnTo>
                  <a:lnTo>
                    <a:pt x="31888" y="2799"/>
                  </a:lnTo>
                  <a:lnTo>
                    <a:pt x="31875" y="2697"/>
                  </a:lnTo>
                  <a:lnTo>
                    <a:pt x="31888" y="2582"/>
                  </a:lnTo>
                  <a:lnTo>
                    <a:pt x="31773" y="2442"/>
                  </a:lnTo>
                  <a:lnTo>
                    <a:pt x="31747" y="2416"/>
                  </a:lnTo>
                  <a:lnTo>
                    <a:pt x="31747" y="2403"/>
                  </a:lnTo>
                  <a:lnTo>
                    <a:pt x="31747" y="2365"/>
                  </a:lnTo>
                  <a:lnTo>
                    <a:pt x="31517" y="2365"/>
                  </a:lnTo>
                  <a:lnTo>
                    <a:pt x="31134" y="2301"/>
                  </a:lnTo>
                  <a:lnTo>
                    <a:pt x="30980" y="2020"/>
                  </a:lnTo>
                  <a:lnTo>
                    <a:pt x="30405" y="2071"/>
                  </a:lnTo>
                  <a:lnTo>
                    <a:pt x="29984" y="2327"/>
                  </a:lnTo>
                  <a:lnTo>
                    <a:pt x="29766" y="2403"/>
                  </a:lnTo>
                  <a:lnTo>
                    <a:pt x="29089" y="2212"/>
                  </a:lnTo>
                  <a:lnTo>
                    <a:pt x="28757" y="1892"/>
                  </a:lnTo>
                  <a:lnTo>
                    <a:pt x="28463" y="1918"/>
                  </a:lnTo>
                  <a:lnTo>
                    <a:pt x="28654" y="1649"/>
                  </a:lnTo>
                  <a:lnTo>
                    <a:pt x="28936" y="1457"/>
                  </a:lnTo>
                  <a:lnTo>
                    <a:pt x="28795" y="1342"/>
                  </a:lnTo>
                  <a:lnTo>
                    <a:pt x="28514" y="1342"/>
                  </a:lnTo>
                  <a:lnTo>
                    <a:pt x="28207" y="1585"/>
                  </a:lnTo>
                  <a:lnTo>
                    <a:pt x="27875" y="1828"/>
                  </a:lnTo>
                  <a:lnTo>
                    <a:pt x="26776" y="2263"/>
                  </a:lnTo>
                  <a:lnTo>
                    <a:pt x="26507" y="2122"/>
                  </a:lnTo>
                  <a:lnTo>
                    <a:pt x="26507" y="1918"/>
                  </a:lnTo>
                  <a:lnTo>
                    <a:pt x="26111" y="2020"/>
                  </a:lnTo>
                  <a:lnTo>
                    <a:pt x="25779" y="2020"/>
                  </a:lnTo>
                  <a:lnTo>
                    <a:pt x="25715" y="1918"/>
                  </a:lnTo>
                  <a:lnTo>
                    <a:pt x="26712" y="1202"/>
                  </a:lnTo>
                  <a:lnTo>
                    <a:pt x="27440" y="1036"/>
                  </a:lnTo>
                  <a:lnTo>
                    <a:pt x="27479" y="985"/>
                  </a:lnTo>
                  <a:lnTo>
                    <a:pt x="27287" y="985"/>
                  </a:lnTo>
                  <a:lnTo>
                    <a:pt x="27031" y="895"/>
                  </a:lnTo>
                  <a:lnTo>
                    <a:pt x="26737" y="818"/>
                  </a:lnTo>
                  <a:lnTo>
                    <a:pt x="25907" y="997"/>
                  </a:lnTo>
                  <a:lnTo>
                    <a:pt x="25753" y="691"/>
                  </a:lnTo>
                  <a:lnTo>
                    <a:pt x="25421" y="691"/>
                  </a:lnTo>
                  <a:lnTo>
                    <a:pt x="25216" y="422"/>
                  </a:lnTo>
                  <a:lnTo>
                    <a:pt x="25037" y="422"/>
                  </a:lnTo>
                  <a:lnTo>
                    <a:pt x="24795" y="320"/>
                  </a:lnTo>
                  <a:lnTo>
                    <a:pt x="24603" y="422"/>
                  </a:lnTo>
                  <a:lnTo>
                    <a:pt x="24207" y="320"/>
                  </a:lnTo>
                  <a:lnTo>
                    <a:pt x="23772" y="320"/>
                  </a:lnTo>
                  <a:lnTo>
                    <a:pt x="2350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8" name="Google Shape;1306;p78">
              <a:extLst>
                <a:ext uri="{FF2B5EF4-FFF2-40B4-BE49-F238E27FC236}">
                  <a16:creationId xmlns:a16="http://schemas.microsoft.com/office/drawing/2014/main" id="{FF7DEA36-4E00-9980-EB03-499022475BD9}"/>
                </a:ext>
              </a:extLst>
            </p:cNvPr>
            <p:cNvSpPr/>
            <p:nvPr/>
          </p:nvSpPr>
          <p:spPr>
            <a:xfrm>
              <a:off x="1864125" y="2340650"/>
              <a:ext cx="6100" cy="5475"/>
            </a:xfrm>
            <a:custGeom>
              <a:avLst/>
              <a:gdLst/>
              <a:ahLst/>
              <a:cxnLst/>
              <a:rect l="l" t="t" r="r" b="b"/>
              <a:pathLst>
                <a:path w="244" h="219" extrusionOk="0">
                  <a:moveTo>
                    <a:pt x="1" y="1"/>
                  </a:moveTo>
                  <a:lnTo>
                    <a:pt x="90" y="218"/>
                  </a:lnTo>
                  <a:lnTo>
                    <a:pt x="167" y="116"/>
                  </a:lnTo>
                  <a:lnTo>
                    <a:pt x="24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9" name="Google Shape;1307;p78">
              <a:extLst>
                <a:ext uri="{FF2B5EF4-FFF2-40B4-BE49-F238E27FC236}">
                  <a16:creationId xmlns:a16="http://schemas.microsoft.com/office/drawing/2014/main" id="{40E147ED-5221-49F2-2FE9-C2CFC52E7879}"/>
                </a:ext>
              </a:extLst>
            </p:cNvPr>
            <p:cNvSpPr/>
            <p:nvPr/>
          </p:nvSpPr>
          <p:spPr>
            <a:xfrm>
              <a:off x="1298600" y="2784775"/>
              <a:ext cx="2575" cy="6750"/>
            </a:xfrm>
            <a:custGeom>
              <a:avLst/>
              <a:gdLst/>
              <a:ahLst/>
              <a:cxnLst/>
              <a:rect l="l" t="t" r="r" b="b"/>
              <a:pathLst>
                <a:path w="103" h="270" extrusionOk="0">
                  <a:moveTo>
                    <a:pt x="38" y="1"/>
                  </a:moveTo>
                  <a:lnTo>
                    <a:pt x="0" y="90"/>
                  </a:lnTo>
                  <a:lnTo>
                    <a:pt x="38" y="142"/>
                  </a:lnTo>
                  <a:lnTo>
                    <a:pt x="51" y="269"/>
                  </a:lnTo>
                  <a:lnTo>
                    <a:pt x="89" y="269"/>
                  </a:lnTo>
                  <a:lnTo>
                    <a:pt x="102" y="116"/>
                  </a:lnTo>
                  <a:lnTo>
                    <a:pt x="77" y="52"/>
                  </a:lnTo>
                  <a:lnTo>
                    <a:pt x="102"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0" name="Google Shape;1308;p78">
              <a:extLst>
                <a:ext uri="{FF2B5EF4-FFF2-40B4-BE49-F238E27FC236}">
                  <a16:creationId xmlns:a16="http://schemas.microsoft.com/office/drawing/2014/main" id="{135A6A8C-B639-CA1B-BA0B-D9894E296690}"/>
                </a:ext>
              </a:extLst>
            </p:cNvPr>
            <p:cNvSpPr/>
            <p:nvPr/>
          </p:nvSpPr>
          <p:spPr>
            <a:xfrm>
              <a:off x="1353550" y="2809075"/>
              <a:ext cx="3525" cy="7675"/>
            </a:xfrm>
            <a:custGeom>
              <a:avLst/>
              <a:gdLst/>
              <a:ahLst/>
              <a:cxnLst/>
              <a:rect l="l" t="t" r="r" b="b"/>
              <a:pathLst>
                <a:path w="141" h="307" extrusionOk="0">
                  <a:moveTo>
                    <a:pt x="103" y="0"/>
                  </a:moveTo>
                  <a:lnTo>
                    <a:pt x="51" y="26"/>
                  </a:lnTo>
                  <a:lnTo>
                    <a:pt x="51" y="128"/>
                  </a:lnTo>
                  <a:lnTo>
                    <a:pt x="0" y="218"/>
                  </a:lnTo>
                  <a:lnTo>
                    <a:pt x="77" y="307"/>
                  </a:lnTo>
                  <a:lnTo>
                    <a:pt x="141" y="192"/>
                  </a:lnTo>
                  <a:lnTo>
                    <a:pt x="10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1" name="Google Shape;1309;p78">
              <a:extLst>
                <a:ext uri="{FF2B5EF4-FFF2-40B4-BE49-F238E27FC236}">
                  <a16:creationId xmlns:a16="http://schemas.microsoft.com/office/drawing/2014/main" id="{FEFCFD51-2BC5-ED5B-2E47-525C12D67AA1}"/>
                </a:ext>
              </a:extLst>
            </p:cNvPr>
            <p:cNvSpPr/>
            <p:nvPr/>
          </p:nvSpPr>
          <p:spPr>
            <a:xfrm>
              <a:off x="1512350" y="2970100"/>
              <a:ext cx="3525" cy="1950"/>
            </a:xfrm>
            <a:custGeom>
              <a:avLst/>
              <a:gdLst/>
              <a:ahLst/>
              <a:cxnLst/>
              <a:rect l="l" t="t" r="r" b="b"/>
              <a:pathLst>
                <a:path w="141" h="78" extrusionOk="0">
                  <a:moveTo>
                    <a:pt x="26" y="1"/>
                  </a:moveTo>
                  <a:lnTo>
                    <a:pt x="0" y="39"/>
                  </a:lnTo>
                  <a:lnTo>
                    <a:pt x="13" y="77"/>
                  </a:lnTo>
                  <a:lnTo>
                    <a:pt x="90" y="77"/>
                  </a:lnTo>
                  <a:lnTo>
                    <a:pt x="141" y="26"/>
                  </a:lnTo>
                  <a:lnTo>
                    <a:pt x="128" y="13"/>
                  </a:lnTo>
                  <a:lnTo>
                    <a:pt x="2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2" name="Google Shape;1310;p78">
              <a:extLst>
                <a:ext uri="{FF2B5EF4-FFF2-40B4-BE49-F238E27FC236}">
                  <a16:creationId xmlns:a16="http://schemas.microsoft.com/office/drawing/2014/main" id="{FA7D71FC-5ABE-C16C-671D-56294CB5D1A9}"/>
                </a:ext>
              </a:extLst>
            </p:cNvPr>
            <p:cNvSpPr/>
            <p:nvPr/>
          </p:nvSpPr>
          <p:spPr>
            <a:xfrm>
              <a:off x="1364725" y="1551775"/>
              <a:ext cx="272250" cy="170650"/>
            </a:xfrm>
            <a:custGeom>
              <a:avLst/>
              <a:gdLst/>
              <a:ahLst/>
              <a:cxnLst/>
              <a:rect l="l" t="t" r="r" b="b"/>
              <a:pathLst>
                <a:path w="10890" h="6826" extrusionOk="0">
                  <a:moveTo>
                    <a:pt x="8346" y="1"/>
                  </a:moveTo>
                  <a:lnTo>
                    <a:pt x="7375" y="13"/>
                  </a:lnTo>
                  <a:lnTo>
                    <a:pt x="7426" y="486"/>
                  </a:lnTo>
                  <a:lnTo>
                    <a:pt x="7771" y="895"/>
                  </a:lnTo>
                  <a:lnTo>
                    <a:pt x="7375" y="1010"/>
                  </a:lnTo>
                  <a:lnTo>
                    <a:pt x="6762" y="870"/>
                  </a:lnTo>
                  <a:lnTo>
                    <a:pt x="6442" y="1113"/>
                  </a:lnTo>
                  <a:lnTo>
                    <a:pt x="6787" y="2212"/>
                  </a:lnTo>
                  <a:lnTo>
                    <a:pt x="7017" y="2595"/>
                  </a:lnTo>
                  <a:lnTo>
                    <a:pt x="6327" y="2800"/>
                  </a:lnTo>
                  <a:lnTo>
                    <a:pt x="6238" y="1956"/>
                  </a:lnTo>
                  <a:lnTo>
                    <a:pt x="5790" y="1087"/>
                  </a:lnTo>
                  <a:lnTo>
                    <a:pt x="5432" y="1087"/>
                  </a:lnTo>
                  <a:lnTo>
                    <a:pt x="5432" y="1343"/>
                  </a:lnTo>
                  <a:lnTo>
                    <a:pt x="5190" y="1841"/>
                  </a:lnTo>
                  <a:lnTo>
                    <a:pt x="4640" y="1841"/>
                  </a:lnTo>
                  <a:lnTo>
                    <a:pt x="4602" y="1816"/>
                  </a:lnTo>
                  <a:lnTo>
                    <a:pt x="4563" y="1777"/>
                  </a:lnTo>
                  <a:lnTo>
                    <a:pt x="4538" y="1726"/>
                  </a:lnTo>
                  <a:lnTo>
                    <a:pt x="4512" y="1637"/>
                  </a:lnTo>
                  <a:lnTo>
                    <a:pt x="4499" y="1598"/>
                  </a:lnTo>
                  <a:lnTo>
                    <a:pt x="4691" y="1445"/>
                  </a:lnTo>
                  <a:lnTo>
                    <a:pt x="4729" y="1074"/>
                  </a:lnTo>
                  <a:lnTo>
                    <a:pt x="3899" y="895"/>
                  </a:lnTo>
                  <a:lnTo>
                    <a:pt x="3490" y="972"/>
                  </a:lnTo>
                  <a:lnTo>
                    <a:pt x="2927" y="1343"/>
                  </a:lnTo>
                  <a:lnTo>
                    <a:pt x="2557" y="1010"/>
                  </a:lnTo>
                  <a:lnTo>
                    <a:pt x="3272" y="589"/>
                  </a:lnTo>
                  <a:lnTo>
                    <a:pt x="3209" y="333"/>
                  </a:lnTo>
                  <a:lnTo>
                    <a:pt x="1930" y="576"/>
                  </a:lnTo>
                  <a:lnTo>
                    <a:pt x="716" y="921"/>
                  </a:lnTo>
                  <a:lnTo>
                    <a:pt x="716" y="1483"/>
                  </a:lnTo>
                  <a:lnTo>
                    <a:pt x="1" y="1688"/>
                  </a:lnTo>
                  <a:lnTo>
                    <a:pt x="13" y="2212"/>
                  </a:lnTo>
                  <a:lnTo>
                    <a:pt x="1023" y="2582"/>
                  </a:lnTo>
                  <a:lnTo>
                    <a:pt x="1509" y="2378"/>
                  </a:lnTo>
                  <a:lnTo>
                    <a:pt x="1355" y="2787"/>
                  </a:lnTo>
                  <a:lnTo>
                    <a:pt x="154" y="2991"/>
                  </a:lnTo>
                  <a:lnTo>
                    <a:pt x="13" y="3477"/>
                  </a:lnTo>
                  <a:lnTo>
                    <a:pt x="691" y="3873"/>
                  </a:lnTo>
                  <a:lnTo>
                    <a:pt x="2787" y="3758"/>
                  </a:lnTo>
                  <a:lnTo>
                    <a:pt x="3848" y="4499"/>
                  </a:lnTo>
                  <a:lnTo>
                    <a:pt x="3004" y="4640"/>
                  </a:lnTo>
                  <a:lnTo>
                    <a:pt x="2506" y="4461"/>
                  </a:lnTo>
                  <a:lnTo>
                    <a:pt x="2135" y="4333"/>
                  </a:lnTo>
                  <a:lnTo>
                    <a:pt x="2007" y="4295"/>
                  </a:lnTo>
                  <a:lnTo>
                    <a:pt x="1930" y="4282"/>
                  </a:lnTo>
                  <a:lnTo>
                    <a:pt x="946" y="4384"/>
                  </a:lnTo>
                  <a:lnTo>
                    <a:pt x="26" y="4474"/>
                  </a:lnTo>
                  <a:lnTo>
                    <a:pt x="192" y="5177"/>
                  </a:lnTo>
                  <a:lnTo>
                    <a:pt x="1202" y="5624"/>
                  </a:lnTo>
                  <a:lnTo>
                    <a:pt x="2109" y="5714"/>
                  </a:lnTo>
                  <a:lnTo>
                    <a:pt x="1943" y="6302"/>
                  </a:lnTo>
                  <a:lnTo>
                    <a:pt x="2186" y="6698"/>
                  </a:lnTo>
                  <a:lnTo>
                    <a:pt x="4308" y="6685"/>
                  </a:lnTo>
                  <a:lnTo>
                    <a:pt x="4793" y="6826"/>
                  </a:lnTo>
                  <a:lnTo>
                    <a:pt x="5777" y="6544"/>
                  </a:lnTo>
                  <a:lnTo>
                    <a:pt x="6928" y="5778"/>
                  </a:lnTo>
                  <a:lnTo>
                    <a:pt x="7362" y="6314"/>
                  </a:lnTo>
                  <a:lnTo>
                    <a:pt x="8564" y="6583"/>
                  </a:lnTo>
                  <a:lnTo>
                    <a:pt x="9049" y="6800"/>
                  </a:lnTo>
                  <a:lnTo>
                    <a:pt x="10302" y="6365"/>
                  </a:lnTo>
                  <a:lnTo>
                    <a:pt x="9970" y="5790"/>
                  </a:lnTo>
                  <a:lnTo>
                    <a:pt x="9394" y="6097"/>
                  </a:lnTo>
                  <a:lnTo>
                    <a:pt x="9369" y="5560"/>
                  </a:lnTo>
                  <a:lnTo>
                    <a:pt x="10289" y="5484"/>
                  </a:lnTo>
                  <a:lnTo>
                    <a:pt x="10890" y="5445"/>
                  </a:lnTo>
                  <a:lnTo>
                    <a:pt x="10890" y="4998"/>
                  </a:lnTo>
                  <a:lnTo>
                    <a:pt x="9957" y="4602"/>
                  </a:lnTo>
                  <a:lnTo>
                    <a:pt x="8922" y="4295"/>
                  </a:lnTo>
                  <a:lnTo>
                    <a:pt x="8372" y="3656"/>
                  </a:lnTo>
                  <a:lnTo>
                    <a:pt x="8410" y="2825"/>
                  </a:lnTo>
                  <a:lnTo>
                    <a:pt x="8129" y="1777"/>
                  </a:lnTo>
                  <a:lnTo>
                    <a:pt x="7733" y="1074"/>
                  </a:lnTo>
                  <a:lnTo>
                    <a:pt x="8346" y="1087"/>
                  </a:lnTo>
                  <a:lnTo>
                    <a:pt x="8461" y="307"/>
                  </a:lnTo>
                  <a:lnTo>
                    <a:pt x="834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3" name="Google Shape;1311;p78">
              <a:extLst>
                <a:ext uri="{FF2B5EF4-FFF2-40B4-BE49-F238E27FC236}">
                  <a16:creationId xmlns:a16="http://schemas.microsoft.com/office/drawing/2014/main" id="{F2586643-24BA-2B4F-5E82-6626BC7BD63F}"/>
                </a:ext>
              </a:extLst>
            </p:cNvPr>
            <p:cNvSpPr/>
            <p:nvPr/>
          </p:nvSpPr>
          <p:spPr>
            <a:xfrm>
              <a:off x="1529600" y="1386275"/>
              <a:ext cx="31025" cy="16950"/>
            </a:xfrm>
            <a:custGeom>
              <a:avLst/>
              <a:gdLst/>
              <a:ahLst/>
              <a:cxnLst/>
              <a:rect l="l" t="t" r="r" b="b"/>
              <a:pathLst>
                <a:path w="1241" h="678" extrusionOk="0">
                  <a:moveTo>
                    <a:pt x="831" y="0"/>
                  </a:moveTo>
                  <a:lnTo>
                    <a:pt x="0" y="333"/>
                  </a:lnTo>
                  <a:lnTo>
                    <a:pt x="115" y="614"/>
                  </a:lnTo>
                  <a:lnTo>
                    <a:pt x="1240" y="678"/>
                  </a:lnTo>
                  <a:lnTo>
                    <a:pt x="124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4" name="Google Shape;1312;p78">
              <a:extLst>
                <a:ext uri="{FF2B5EF4-FFF2-40B4-BE49-F238E27FC236}">
                  <a16:creationId xmlns:a16="http://schemas.microsoft.com/office/drawing/2014/main" id="{A97F5B76-3573-6934-9D33-B3FD120DFE8A}"/>
                </a:ext>
              </a:extLst>
            </p:cNvPr>
            <p:cNvSpPr/>
            <p:nvPr/>
          </p:nvSpPr>
          <p:spPr>
            <a:xfrm>
              <a:off x="1511700" y="1405750"/>
              <a:ext cx="41875" cy="26875"/>
            </a:xfrm>
            <a:custGeom>
              <a:avLst/>
              <a:gdLst/>
              <a:ahLst/>
              <a:cxnLst/>
              <a:rect l="l" t="t" r="r" b="b"/>
              <a:pathLst>
                <a:path w="1675" h="1075" extrusionOk="0">
                  <a:moveTo>
                    <a:pt x="231" y="1"/>
                  </a:moveTo>
                  <a:lnTo>
                    <a:pt x="1" y="129"/>
                  </a:lnTo>
                  <a:lnTo>
                    <a:pt x="1" y="538"/>
                  </a:lnTo>
                  <a:lnTo>
                    <a:pt x="461" y="423"/>
                  </a:lnTo>
                  <a:lnTo>
                    <a:pt x="614" y="1075"/>
                  </a:lnTo>
                  <a:lnTo>
                    <a:pt x="1240" y="1011"/>
                  </a:lnTo>
                  <a:lnTo>
                    <a:pt x="1419" y="947"/>
                  </a:lnTo>
                  <a:lnTo>
                    <a:pt x="1547" y="883"/>
                  </a:lnTo>
                  <a:lnTo>
                    <a:pt x="1598" y="857"/>
                  </a:lnTo>
                  <a:lnTo>
                    <a:pt x="1611" y="844"/>
                  </a:lnTo>
                  <a:lnTo>
                    <a:pt x="1586" y="768"/>
                  </a:lnTo>
                  <a:lnTo>
                    <a:pt x="1522" y="614"/>
                  </a:lnTo>
                  <a:lnTo>
                    <a:pt x="1432" y="410"/>
                  </a:lnTo>
                  <a:lnTo>
                    <a:pt x="1675" y="231"/>
                  </a:lnTo>
                  <a:lnTo>
                    <a:pt x="1228" y="154"/>
                  </a:lnTo>
                  <a:lnTo>
                    <a:pt x="793" y="282"/>
                  </a:lnTo>
                  <a:lnTo>
                    <a:pt x="576" y="423"/>
                  </a:lnTo>
                  <a:lnTo>
                    <a:pt x="23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313;p78">
              <a:extLst>
                <a:ext uri="{FF2B5EF4-FFF2-40B4-BE49-F238E27FC236}">
                  <a16:creationId xmlns:a16="http://schemas.microsoft.com/office/drawing/2014/main" id="{D6121C7A-0EF4-E7C0-C8C0-8ACEAB9502AD}"/>
                </a:ext>
              </a:extLst>
            </p:cNvPr>
            <p:cNvSpPr/>
            <p:nvPr/>
          </p:nvSpPr>
          <p:spPr>
            <a:xfrm>
              <a:off x="1572725" y="1425900"/>
              <a:ext cx="98775" cy="75750"/>
            </a:xfrm>
            <a:custGeom>
              <a:avLst/>
              <a:gdLst/>
              <a:ahLst/>
              <a:cxnLst/>
              <a:rect l="l" t="t" r="r" b="b"/>
              <a:pathLst>
                <a:path w="3951" h="3030" extrusionOk="0">
                  <a:moveTo>
                    <a:pt x="39" y="0"/>
                  </a:moveTo>
                  <a:lnTo>
                    <a:pt x="1" y="294"/>
                  </a:lnTo>
                  <a:lnTo>
                    <a:pt x="154" y="396"/>
                  </a:lnTo>
                  <a:lnTo>
                    <a:pt x="256" y="473"/>
                  </a:lnTo>
                  <a:lnTo>
                    <a:pt x="308" y="511"/>
                  </a:lnTo>
                  <a:lnTo>
                    <a:pt x="295" y="562"/>
                  </a:lnTo>
                  <a:lnTo>
                    <a:pt x="231" y="626"/>
                  </a:lnTo>
                  <a:lnTo>
                    <a:pt x="154" y="729"/>
                  </a:lnTo>
                  <a:lnTo>
                    <a:pt x="461" y="1163"/>
                  </a:lnTo>
                  <a:lnTo>
                    <a:pt x="1573" y="767"/>
                  </a:lnTo>
                  <a:lnTo>
                    <a:pt x="2174" y="639"/>
                  </a:lnTo>
                  <a:lnTo>
                    <a:pt x="2378" y="908"/>
                  </a:lnTo>
                  <a:lnTo>
                    <a:pt x="2250" y="1329"/>
                  </a:lnTo>
                  <a:lnTo>
                    <a:pt x="1790" y="1457"/>
                  </a:lnTo>
                  <a:lnTo>
                    <a:pt x="1611" y="1329"/>
                  </a:lnTo>
                  <a:lnTo>
                    <a:pt x="1228" y="1572"/>
                  </a:lnTo>
                  <a:lnTo>
                    <a:pt x="1292" y="1751"/>
                  </a:lnTo>
                  <a:lnTo>
                    <a:pt x="1343" y="1866"/>
                  </a:lnTo>
                  <a:lnTo>
                    <a:pt x="1356" y="1892"/>
                  </a:lnTo>
                  <a:lnTo>
                    <a:pt x="1368" y="1904"/>
                  </a:lnTo>
                  <a:lnTo>
                    <a:pt x="1381" y="1892"/>
                  </a:lnTo>
                  <a:lnTo>
                    <a:pt x="1522" y="1777"/>
                  </a:lnTo>
                  <a:lnTo>
                    <a:pt x="1598" y="1713"/>
                  </a:lnTo>
                  <a:lnTo>
                    <a:pt x="1650" y="1662"/>
                  </a:lnTo>
                  <a:lnTo>
                    <a:pt x="1675" y="1662"/>
                  </a:lnTo>
                  <a:lnTo>
                    <a:pt x="1726" y="1674"/>
                  </a:lnTo>
                  <a:lnTo>
                    <a:pt x="1880" y="1751"/>
                  </a:lnTo>
                  <a:lnTo>
                    <a:pt x="2084" y="1866"/>
                  </a:lnTo>
                  <a:lnTo>
                    <a:pt x="2289" y="2250"/>
                  </a:lnTo>
                  <a:lnTo>
                    <a:pt x="2020" y="2582"/>
                  </a:lnTo>
                  <a:lnTo>
                    <a:pt x="2225" y="2850"/>
                  </a:lnTo>
                  <a:lnTo>
                    <a:pt x="3349" y="3029"/>
                  </a:lnTo>
                  <a:lnTo>
                    <a:pt x="3567" y="2889"/>
                  </a:lnTo>
                  <a:lnTo>
                    <a:pt x="3554" y="2556"/>
                  </a:lnTo>
                  <a:lnTo>
                    <a:pt x="3541" y="2326"/>
                  </a:lnTo>
                  <a:lnTo>
                    <a:pt x="3720" y="2211"/>
                  </a:lnTo>
                  <a:lnTo>
                    <a:pt x="3950" y="1956"/>
                  </a:lnTo>
                  <a:lnTo>
                    <a:pt x="3720" y="1777"/>
                  </a:lnTo>
                  <a:lnTo>
                    <a:pt x="3669" y="1099"/>
                  </a:lnTo>
                  <a:lnTo>
                    <a:pt x="3567" y="614"/>
                  </a:lnTo>
                  <a:lnTo>
                    <a:pt x="3324" y="422"/>
                  </a:lnTo>
                  <a:lnTo>
                    <a:pt x="2276" y="320"/>
                  </a:lnTo>
                  <a:lnTo>
                    <a:pt x="2199" y="550"/>
                  </a:lnTo>
                  <a:lnTo>
                    <a:pt x="998" y="780"/>
                  </a:lnTo>
                  <a:lnTo>
                    <a:pt x="678" y="831"/>
                  </a:lnTo>
                  <a:lnTo>
                    <a:pt x="589" y="358"/>
                  </a:lnTo>
                  <a:lnTo>
                    <a:pt x="44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6" name="Google Shape;1314;p78">
              <a:extLst>
                <a:ext uri="{FF2B5EF4-FFF2-40B4-BE49-F238E27FC236}">
                  <a16:creationId xmlns:a16="http://schemas.microsoft.com/office/drawing/2014/main" id="{C9879638-AC65-BD2D-B681-B541C7AFFA7B}"/>
                </a:ext>
              </a:extLst>
            </p:cNvPr>
            <p:cNvSpPr/>
            <p:nvPr/>
          </p:nvSpPr>
          <p:spPr>
            <a:xfrm>
              <a:off x="1578800" y="1322375"/>
              <a:ext cx="67775" cy="66800"/>
            </a:xfrm>
            <a:custGeom>
              <a:avLst/>
              <a:gdLst/>
              <a:ahLst/>
              <a:cxnLst/>
              <a:rect l="l" t="t" r="r" b="b"/>
              <a:pathLst>
                <a:path w="2711" h="2672" extrusionOk="0">
                  <a:moveTo>
                    <a:pt x="180" y="0"/>
                  </a:moveTo>
                  <a:lnTo>
                    <a:pt x="1" y="550"/>
                  </a:lnTo>
                  <a:lnTo>
                    <a:pt x="640" y="831"/>
                  </a:lnTo>
                  <a:lnTo>
                    <a:pt x="704" y="1202"/>
                  </a:lnTo>
                  <a:lnTo>
                    <a:pt x="39" y="1508"/>
                  </a:lnTo>
                  <a:lnTo>
                    <a:pt x="141" y="1815"/>
                  </a:lnTo>
                  <a:lnTo>
                    <a:pt x="985" y="1713"/>
                  </a:lnTo>
                  <a:lnTo>
                    <a:pt x="1828" y="2058"/>
                  </a:lnTo>
                  <a:lnTo>
                    <a:pt x="1803" y="2301"/>
                  </a:lnTo>
                  <a:lnTo>
                    <a:pt x="1534" y="2492"/>
                  </a:lnTo>
                  <a:lnTo>
                    <a:pt x="1982" y="2531"/>
                  </a:lnTo>
                  <a:lnTo>
                    <a:pt x="2186" y="2671"/>
                  </a:lnTo>
                  <a:lnTo>
                    <a:pt x="2633" y="2595"/>
                  </a:lnTo>
                  <a:lnTo>
                    <a:pt x="2710" y="1751"/>
                  </a:lnTo>
                  <a:lnTo>
                    <a:pt x="1841" y="997"/>
                  </a:lnTo>
                  <a:lnTo>
                    <a:pt x="998" y="333"/>
                  </a:lnTo>
                  <a:lnTo>
                    <a:pt x="1010" y="115"/>
                  </a:lnTo>
                  <a:lnTo>
                    <a:pt x="18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7" name="Google Shape;1315;p78">
              <a:extLst>
                <a:ext uri="{FF2B5EF4-FFF2-40B4-BE49-F238E27FC236}">
                  <a16:creationId xmlns:a16="http://schemas.microsoft.com/office/drawing/2014/main" id="{2683FCD2-2653-ADCE-50AC-3EF9CB8A3B61}"/>
                </a:ext>
              </a:extLst>
            </p:cNvPr>
            <p:cNvSpPr/>
            <p:nvPr/>
          </p:nvSpPr>
          <p:spPr>
            <a:xfrm>
              <a:off x="1656125" y="1348250"/>
              <a:ext cx="39000" cy="40925"/>
            </a:xfrm>
            <a:custGeom>
              <a:avLst/>
              <a:gdLst/>
              <a:ahLst/>
              <a:cxnLst/>
              <a:rect l="l" t="t" r="r" b="b"/>
              <a:pathLst>
                <a:path w="1560" h="1637" extrusionOk="0">
                  <a:moveTo>
                    <a:pt x="167" y="0"/>
                  </a:moveTo>
                  <a:lnTo>
                    <a:pt x="1" y="103"/>
                  </a:lnTo>
                  <a:lnTo>
                    <a:pt x="52" y="806"/>
                  </a:lnTo>
                  <a:lnTo>
                    <a:pt x="448" y="1023"/>
                  </a:lnTo>
                  <a:lnTo>
                    <a:pt x="422" y="1291"/>
                  </a:lnTo>
                  <a:lnTo>
                    <a:pt x="154" y="1342"/>
                  </a:lnTo>
                  <a:lnTo>
                    <a:pt x="307" y="1636"/>
                  </a:lnTo>
                  <a:lnTo>
                    <a:pt x="1560" y="1355"/>
                  </a:lnTo>
                  <a:lnTo>
                    <a:pt x="1496" y="742"/>
                  </a:lnTo>
                  <a:lnTo>
                    <a:pt x="167"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8" name="Google Shape;1316;p78">
              <a:extLst>
                <a:ext uri="{FF2B5EF4-FFF2-40B4-BE49-F238E27FC236}">
                  <a16:creationId xmlns:a16="http://schemas.microsoft.com/office/drawing/2014/main" id="{E37F9E29-6BA4-B9E4-47D1-F40E759C1CFA}"/>
                </a:ext>
              </a:extLst>
            </p:cNvPr>
            <p:cNvSpPr/>
            <p:nvPr/>
          </p:nvSpPr>
          <p:spPr>
            <a:xfrm>
              <a:off x="1675300" y="1274750"/>
              <a:ext cx="126225" cy="110275"/>
            </a:xfrm>
            <a:custGeom>
              <a:avLst/>
              <a:gdLst/>
              <a:ahLst/>
              <a:cxnLst/>
              <a:rect l="l" t="t" r="r" b="b"/>
              <a:pathLst>
                <a:path w="5049" h="4411" extrusionOk="0">
                  <a:moveTo>
                    <a:pt x="1675" y="1"/>
                  </a:moveTo>
                  <a:lnTo>
                    <a:pt x="895" y="218"/>
                  </a:lnTo>
                  <a:lnTo>
                    <a:pt x="461" y="666"/>
                  </a:lnTo>
                  <a:lnTo>
                    <a:pt x="806" y="1036"/>
                  </a:lnTo>
                  <a:lnTo>
                    <a:pt x="806" y="1036"/>
                  </a:lnTo>
                  <a:lnTo>
                    <a:pt x="307" y="1023"/>
                  </a:lnTo>
                  <a:lnTo>
                    <a:pt x="52" y="1317"/>
                  </a:lnTo>
                  <a:lnTo>
                    <a:pt x="754" y="1739"/>
                  </a:lnTo>
                  <a:lnTo>
                    <a:pt x="0" y="1982"/>
                  </a:lnTo>
                  <a:lnTo>
                    <a:pt x="358" y="2608"/>
                  </a:lnTo>
                  <a:lnTo>
                    <a:pt x="793" y="2774"/>
                  </a:lnTo>
                  <a:lnTo>
                    <a:pt x="1419" y="2685"/>
                  </a:lnTo>
                  <a:lnTo>
                    <a:pt x="1815" y="3107"/>
                  </a:lnTo>
                  <a:lnTo>
                    <a:pt x="1163" y="3017"/>
                  </a:lnTo>
                  <a:lnTo>
                    <a:pt x="1125" y="3413"/>
                  </a:lnTo>
                  <a:lnTo>
                    <a:pt x="2007" y="4308"/>
                  </a:lnTo>
                  <a:lnTo>
                    <a:pt x="2544" y="4282"/>
                  </a:lnTo>
                  <a:lnTo>
                    <a:pt x="3093" y="4231"/>
                  </a:lnTo>
                  <a:lnTo>
                    <a:pt x="3464" y="4410"/>
                  </a:lnTo>
                  <a:lnTo>
                    <a:pt x="3758" y="3848"/>
                  </a:lnTo>
                  <a:lnTo>
                    <a:pt x="4333" y="3528"/>
                  </a:lnTo>
                  <a:lnTo>
                    <a:pt x="4908" y="3298"/>
                  </a:lnTo>
                  <a:lnTo>
                    <a:pt x="5049" y="3068"/>
                  </a:lnTo>
                  <a:lnTo>
                    <a:pt x="4512" y="2889"/>
                  </a:lnTo>
                  <a:lnTo>
                    <a:pt x="4154" y="2531"/>
                  </a:lnTo>
                  <a:lnTo>
                    <a:pt x="3605" y="1611"/>
                  </a:lnTo>
                  <a:lnTo>
                    <a:pt x="2799" y="1228"/>
                  </a:lnTo>
                  <a:lnTo>
                    <a:pt x="2237" y="819"/>
                  </a:lnTo>
                  <a:lnTo>
                    <a:pt x="2531" y="359"/>
                  </a:lnTo>
                  <a:lnTo>
                    <a:pt x="1726" y="26"/>
                  </a:lnTo>
                  <a:lnTo>
                    <a:pt x="167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317;p78">
              <a:extLst>
                <a:ext uri="{FF2B5EF4-FFF2-40B4-BE49-F238E27FC236}">
                  <a16:creationId xmlns:a16="http://schemas.microsoft.com/office/drawing/2014/main" id="{93C1CD89-7D83-95FD-9B85-5BE118DFF914}"/>
                </a:ext>
              </a:extLst>
            </p:cNvPr>
            <p:cNvSpPr/>
            <p:nvPr/>
          </p:nvSpPr>
          <p:spPr>
            <a:xfrm>
              <a:off x="1416500" y="1463925"/>
              <a:ext cx="159775" cy="77650"/>
            </a:xfrm>
            <a:custGeom>
              <a:avLst/>
              <a:gdLst/>
              <a:ahLst/>
              <a:cxnLst/>
              <a:rect l="l" t="t" r="r" b="b"/>
              <a:pathLst>
                <a:path w="6391" h="3106" extrusionOk="0">
                  <a:moveTo>
                    <a:pt x="4972" y="0"/>
                  </a:moveTo>
                  <a:lnTo>
                    <a:pt x="4397" y="13"/>
                  </a:lnTo>
                  <a:lnTo>
                    <a:pt x="4026" y="716"/>
                  </a:lnTo>
                  <a:lnTo>
                    <a:pt x="4320" y="895"/>
                  </a:lnTo>
                  <a:lnTo>
                    <a:pt x="4141" y="1201"/>
                  </a:lnTo>
                  <a:lnTo>
                    <a:pt x="4639" y="1342"/>
                  </a:lnTo>
                  <a:lnTo>
                    <a:pt x="4793" y="1904"/>
                  </a:lnTo>
                  <a:lnTo>
                    <a:pt x="4512" y="1866"/>
                  </a:lnTo>
                  <a:lnTo>
                    <a:pt x="4294" y="1840"/>
                  </a:lnTo>
                  <a:lnTo>
                    <a:pt x="4128" y="1828"/>
                  </a:lnTo>
                  <a:lnTo>
                    <a:pt x="4090" y="1815"/>
                  </a:lnTo>
                  <a:lnTo>
                    <a:pt x="4039" y="1802"/>
                  </a:lnTo>
                  <a:lnTo>
                    <a:pt x="3898" y="1725"/>
                  </a:lnTo>
                  <a:lnTo>
                    <a:pt x="3553" y="1521"/>
                  </a:lnTo>
                  <a:lnTo>
                    <a:pt x="3093" y="1214"/>
                  </a:lnTo>
                  <a:lnTo>
                    <a:pt x="2991" y="729"/>
                  </a:lnTo>
                  <a:lnTo>
                    <a:pt x="2237" y="217"/>
                  </a:lnTo>
                  <a:lnTo>
                    <a:pt x="1623" y="230"/>
                  </a:lnTo>
                  <a:lnTo>
                    <a:pt x="1240" y="703"/>
                  </a:lnTo>
                  <a:lnTo>
                    <a:pt x="920" y="844"/>
                  </a:lnTo>
                  <a:lnTo>
                    <a:pt x="358" y="1431"/>
                  </a:lnTo>
                  <a:lnTo>
                    <a:pt x="0" y="1444"/>
                  </a:lnTo>
                  <a:lnTo>
                    <a:pt x="0" y="1738"/>
                  </a:lnTo>
                  <a:lnTo>
                    <a:pt x="537" y="1738"/>
                  </a:lnTo>
                  <a:lnTo>
                    <a:pt x="1253" y="2045"/>
                  </a:lnTo>
                  <a:lnTo>
                    <a:pt x="1636" y="1764"/>
                  </a:lnTo>
                  <a:lnTo>
                    <a:pt x="2109" y="2032"/>
                  </a:lnTo>
                  <a:lnTo>
                    <a:pt x="2237" y="2275"/>
                  </a:lnTo>
                  <a:lnTo>
                    <a:pt x="3259" y="2173"/>
                  </a:lnTo>
                  <a:lnTo>
                    <a:pt x="3016" y="2403"/>
                  </a:lnTo>
                  <a:lnTo>
                    <a:pt x="1636" y="2364"/>
                  </a:lnTo>
                  <a:lnTo>
                    <a:pt x="1495" y="2710"/>
                  </a:lnTo>
                  <a:lnTo>
                    <a:pt x="2224" y="3106"/>
                  </a:lnTo>
                  <a:lnTo>
                    <a:pt x="2850" y="3106"/>
                  </a:lnTo>
                  <a:lnTo>
                    <a:pt x="3259" y="2825"/>
                  </a:lnTo>
                  <a:lnTo>
                    <a:pt x="3719" y="2671"/>
                  </a:lnTo>
                  <a:lnTo>
                    <a:pt x="4039" y="2582"/>
                  </a:lnTo>
                  <a:lnTo>
                    <a:pt x="4141" y="2556"/>
                  </a:lnTo>
                  <a:lnTo>
                    <a:pt x="4179" y="2543"/>
                  </a:lnTo>
                  <a:lnTo>
                    <a:pt x="4205" y="2569"/>
                  </a:lnTo>
                  <a:lnTo>
                    <a:pt x="4269" y="2594"/>
                  </a:lnTo>
                  <a:lnTo>
                    <a:pt x="4473" y="2671"/>
                  </a:lnTo>
                  <a:lnTo>
                    <a:pt x="4780" y="2773"/>
                  </a:lnTo>
                  <a:lnTo>
                    <a:pt x="5713" y="2684"/>
                  </a:lnTo>
                  <a:lnTo>
                    <a:pt x="6390" y="1955"/>
                  </a:lnTo>
                  <a:lnTo>
                    <a:pt x="5841" y="1099"/>
                  </a:lnTo>
                  <a:lnTo>
                    <a:pt x="5534" y="1368"/>
                  </a:lnTo>
                  <a:lnTo>
                    <a:pt x="5240" y="1342"/>
                  </a:lnTo>
                  <a:lnTo>
                    <a:pt x="4946" y="780"/>
                  </a:lnTo>
                  <a:lnTo>
                    <a:pt x="5253" y="435"/>
                  </a:lnTo>
                  <a:lnTo>
                    <a:pt x="497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0" name="Google Shape;1318;p78">
              <a:extLst>
                <a:ext uri="{FF2B5EF4-FFF2-40B4-BE49-F238E27FC236}">
                  <a16:creationId xmlns:a16="http://schemas.microsoft.com/office/drawing/2014/main" id="{99AEAC3C-020D-84CA-6262-533C0306C24F}"/>
                </a:ext>
              </a:extLst>
            </p:cNvPr>
            <p:cNvSpPr/>
            <p:nvPr/>
          </p:nvSpPr>
          <p:spPr>
            <a:xfrm>
              <a:off x="1225750" y="1506400"/>
              <a:ext cx="172225" cy="107700"/>
            </a:xfrm>
            <a:custGeom>
              <a:avLst/>
              <a:gdLst/>
              <a:ahLst/>
              <a:cxnLst/>
              <a:rect l="l" t="t" r="r" b="b"/>
              <a:pathLst>
                <a:path w="6889" h="4308" extrusionOk="0">
                  <a:moveTo>
                    <a:pt x="3170" y="1"/>
                  </a:moveTo>
                  <a:lnTo>
                    <a:pt x="2173" y="90"/>
                  </a:lnTo>
                  <a:lnTo>
                    <a:pt x="1546" y="1445"/>
                  </a:lnTo>
                  <a:lnTo>
                    <a:pt x="0" y="2531"/>
                  </a:lnTo>
                  <a:lnTo>
                    <a:pt x="0" y="2953"/>
                  </a:lnTo>
                  <a:lnTo>
                    <a:pt x="729" y="3682"/>
                  </a:lnTo>
                  <a:lnTo>
                    <a:pt x="703" y="4308"/>
                  </a:lnTo>
                  <a:lnTo>
                    <a:pt x="1764" y="3835"/>
                  </a:lnTo>
                  <a:lnTo>
                    <a:pt x="2441" y="4027"/>
                  </a:lnTo>
                  <a:lnTo>
                    <a:pt x="3106" y="3222"/>
                  </a:lnTo>
                  <a:lnTo>
                    <a:pt x="4333" y="3107"/>
                  </a:lnTo>
                  <a:lnTo>
                    <a:pt x="4333" y="2646"/>
                  </a:lnTo>
                  <a:lnTo>
                    <a:pt x="5854" y="2250"/>
                  </a:lnTo>
                  <a:lnTo>
                    <a:pt x="6889" y="1892"/>
                  </a:lnTo>
                  <a:lnTo>
                    <a:pt x="6889" y="1241"/>
                  </a:lnTo>
                  <a:lnTo>
                    <a:pt x="6032" y="627"/>
                  </a:lnTo>
                  <a:lnTo>
                    <a:pt x="5342" y="1049"/>
                  </a:lnTo>
                  <a:lnTo>
                    <a:pt x="4320" y="78"/>
                  </a:lnTo>
                  <a:lnTo>
                    <a:pt x="342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1" name="Google Shape;1319;p78">
              <a:extLst>
                <a:ext uri="{FF2B5EF4-FFF2-40B4-BE49-F238E27FC236}">
                  <a16:creationId xmlns:a16="http://schemas.microsoft.com/office/drawing/2014/main" id="{3A96394C-1679-D4C2-0310-9339BF952411}"/>
                </a:ext>
              </a:extLst>
            </p:cNvPr>
            <p:cNvSpPr/>
            <p:nvPr/>
          </p:nvSpPr>
          <p:spPr>
            <a:xfrm>
              <a:off x="1364725" y="1434200"/>
              <a:ext cx="105475" cy="65850"/>
            </a:xfrm>
            <a:custGeom>
              <a:avLst/>
              <a:gdLst/>
              <a:ahLst/>
              <a:cxnLst/>
              <a:rect l="l" t="t" r="r" b="b"/>
              <a:pathLst>
                <a:path w="4219" h="2634" extrusionOk="0">
                  <a:moveTo>
                    <a:pt x="3950" y="0"/>
                  </a:moveTo>
                  <a:lnTo>
                    <a:pt x="3298" y="307"/>
                  </a:lnTo>
                  <a:lnTo>
                    <a:pt x="3221" y="141"/>
                  </a:lnTo>
                  <a:lnTo>
                    <a:pt x="2352" y="141"/>
                  </a:lnTo>
                  <a:lnTo>
                    <a:pt x="1279" y="870"/>
                  </a:lnTo>
                  <a:lnTo>
                    <a:pt x="1" y="1048"/>
                  </a:lnTo>
                  <a:lnTo>
                    <a:pt x="320" y="1547"/>
                  </a:lnTo>
                  <a:lnTo>
                    <a:pt x="1010" y="1547"/>
                  </a:lnTo>
                  <a:lnTo>
                    <a:pt x="1279" y="1956"/>
                  </a:lnTo>
                  <a:lnTo>
                    <a:pt x="2058" y="1585"/>
                  </a:lnTo>
                  <a:lnTo>
                    <a:pt x="2276" y="1061"/>
                  </a:lnTo>
                  <a:lnTo>
                    <a:pt x="2659" y="895"/>
                  </a:lnTo>
                  <a:lnTo>
                    <a:pt x="2659" y="895"/>
                  </a:lnTo>
                  <a:lnTo>
                    <a:pt x="2608" y="1534"/>
                  </a:lnTo>
                  <a:lnTo>
                    <a:pt x="2442" y="1918"/>
                  </a:lnTo>
                  <a:lnTo>
                    <a:pt x="1918" y="1994"/>
                  </a:lnTo>
                  <a:lnTo>
                    <a:pt x="1279" y="2429"/>
                  </a:lnTo>
                  <a:lnTo>
                    <a:pt x="1547" y="2633"/>
                  </a:lnTo>
                  <a:lnTo>
                    <a:pt x="2506" y="2007"/>
                  </a:lnTo>
                  <a:lnTo>
                    <a:pt x="2787" y="1675"/>
                  </a:lnTo>
                  <a:lnTo>
                    <a:pt x="3055" y="1419"/>
                  </a:lnTo>
                  <a:lnTo>
                    <a:pt x="3822" y="972"/>
                  </a:lnTo>
                  <a:lnTo>
                    <a:pt x="3694" y="652"/>
                  </a:lnTo>
                  <a:lnTo>
                    <a:pt x="4218" y="128"/>
                  </a:lnTo>
                  <a:lnTo>
                    <a:pt x="3950"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320;p78">
              <a:extLst>
                <a:ext uri="{FF2B5EF4-FFF2-40B4-BE49-F238E27FC236}">
                  <a16:creationId xmlns:a16="http://schemas.microsoft.com/office/drawing/2014/main" id="{55332230-BDE0-BCCD-B9A2-FA9D19B9D9F4}"/>
                </a:ext>
              </a:extLst>
            </p:cNvPr>
            <p:cNvSpPr/>
            <p:nvPr/>
          </p:nvSpPr>
          <p:spPr>
            <a:xfrm>
              <a:off x="1522250" y="1715700"/>
              <a:ext cx="46675" cy="23975"/>
            </a:xfrm>
            <a:custGeom>
              <a:avLst/>
              <a:gdLst/>
              <a:ahLst/>
              <a:cxnLst/>
              <a:rect l="l" t="t" r="r" b="b"/>
              <a:pathLst>
                <a:path w="1867" h="959" extrusionOk="0">
                  <a:moveTo>
                    <a:pt x="1611" y="0"/>
                  </a:moveTo>
                  <a:lnTo>
                    <a:pt x="985" y="77"/>
                  </a:lnTo>
                  <a:lnTo>
                    <a:pt x="0" y="575"/>
                  </a:lnTo>
                  <a:lnTo>
                    <a:pt x="0" y="831"/>
                  </a:lnTo>
                  <a:lnTo>
                    <a:pt x="154" y="959"/>
                  </a:lnTo>
                  <a:lnTo>
                    <a:pt x="346" y="869"/>
                  </a:lnTo>
                  <a:lnTo>
                    <a:pt x="499" y="805"/>
                  </a:lnTo>
                  <a:lnTo>
                    <a:pt x="588" y="754"/>
                  </a:lnTo>
                  <a:lnTo>
                    <a:pt x="640" y="741"/>
                  </a:lnTo>
                  <a:lnTo>
                    <a:pt x="729" y="716"/>
                  </a:lnTo>
                  <a:lnTo>
                    <a:pt x="1010" y="677"/>
                  </a:lnTo>
                  <a:lnTo>
                    <a:pt x="1381" y="626"/>
                  </a:lnTo>
                  <a:lnTo>
                    <a:pt x="1866" y="243"/>
                  </a:lnTo>
                  <a:lnTo>
                    <a:pt x="161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3" name="Google Shape;1321;p78">
              <a:extLst>
                <a:ext uri="{FF2B5EF4-FFF2-40B4-BE49-F238E27FC236}">
                  <a16:creationId xmlns:a16="http://schemas.microsoft.com/office/drawing/2014/main" id="{22C39F49-8EF5-5549-AE9F-FEE38362CF09}"/>
                </a:ext>
              </a:extLst>
            </p:cNvPr>
            <p:cNvSpPr/>
            <p:nvPr/>
          </p:nvSpPr>
          <p:spPr>
            <a:xfrm>
              <a:off x="5822625" y="1536750"/>
              <a:ext cx="38375" cy="18250"/>
            </a:xfrm>
            <a:custGeom>
              <a:avLst/>
              <a:gdLst/>
              <a:ahLst/>
              <a:cxnLst/>
              <a:rect l="l" t="t" r="r" b="b"/>
              <a:pathLst>
                <a:path w="1535" h="730" extrusionOk="0">
                  <a:moveTo>
                    <a:pt x="537" y="1"/>
                  </a:moveTo>
                  <a:lnTo>
                    <a:pt x="256" y="218"/>
                  </a:lnTo>
                  <a:lnTo>
                    <a:pt x="0" y="308"/>
                  </a:lnTo>
                  <a:lnTo>
                    <a:pt x="0" y="563"/>
                  </a:lnTo>
                  <a:lnTo>
                    <a:pt x="384" y="538"/>
                  </a:lnTo>
                  <a:lnTo>
                    <a:pt x="499" y="576"/>
                  </a:lnTo>
                  <a:lnTo>
                    <a:pt x="563" y="602"/>
                  </a:lnTo>
                  <a:lnTo>
                    <a:pt x="601" y="627"/>
                  </a:lnTo>
                  <a:lnTo>
                    <a:pt x="614" y="653"/>
                  </a:lnTo>
                  <a:lnTo>
                    <a:pt x="652" y="691"/>
                  </a:lnTo>
                  <a:lnTo>
                    <a:pt x="691" y="729"/>
                  </a:lnTo>
                  <a:lnTo>
                    <a:pt x="742" y="729"/>
                  </a:lnTo>
                  <a:lnTo>
                    <a:pt x="844" y="704"/>
                  </a:lnTo>
                  <a:lnTo>
                    <a:pt x="1023" y="666"/>
                  </a:lnTo>
                  <a:lnTo>
                    <a:pt x="1253" y="627"/>
                  </a:lnTo>
                  <a:lnTo>
                    <a:pt x="1534" y="154"/>
                  </a:lnTo>
                  <a:lnTo>
                    <a:pt x="1419" y="39"/>
                  </a:lnTo>
                  <a:lnTo>
                    <a:pt x="946"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4" name="Google Shape;1322;p78">
              <a:extLst>
                <a:ext uri="{FF2B5EF4-FFF2-40B4-BE49-F238E27FC236}">
                  <a16:creationId xmlns:a16="http://schemas.microsoft.com/office/drawing/2014/main" id="{02412511-5B27-9A80-7537-B1BF8EF58230}"/>
                </a:ext>
              </a:extLst>
            </p:cNvPr>
            <p:cNvSpPr/>
            <p:nvPr/>
          </p:nvSpPr>
          <p:spPr>
            <a:xfrm>
              <a:off x="6316600" y="2163325"/>
              <a:ext cx="12475" cy="8325"/>
            </a:xfrm>
            <a:custGeom>
              <a:avLst/>
              <a:gdLst/>
              <a:ahLst/>
              <a:cxnLst/>
              <a:rect l="l" t="t" r="r" b="b"/>
              <a:pathLst>
                <a:path w="499" h="333" extrusionOk="0">
                  <a:moveTo>
                    <a:pt x="499" y="1"/>
                  </a:moveTo>
                  <a:lnTo>
                    <a:pt x="0" y="256"/>
                  </a:lnTo>
                  <a:lnTo>
                    <a:pt x="294" y="333"/>
                  </a:lnTo>
                  <a:lnTo>
                    <a:pt x="460" y="205"/>
                  </a:lnTo>
                  <a:lnTo>
                    <a:pt x="49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323;p78">
              <a:extLst>
                <a:ext uri="{FF2B5EF4-FFF2-40B4-BE49-F238E27FC236}">
                  <a16:creationId xmlns:a16="http://schemas.microsoft.com/office/drawing/2014/main" id="{1B2D4406-3F23-7303-AF77-57C9D4CD01A5}"/>
                </a:ext>
              </a:extLst>
            </p:cNvPr>
            <p:cNvSpPr/>
            <p:nvPr/>
          </p:nvSpPr>
          <p:spPr>
            <a:xfrm>
              <a:off x="296575" y="2193375"/>
              <a:ext cx="53725" cy="30050"/>
            </a:xfrm>
            <a:custGeom>
              <a:avLst/>
              <a:gdLst/>
              <a:ahLst/>
              <a:cxnLst/>
              <a:rect l="l" t="t" r="r" b="b"/>
              <a:pathLst>
                <a:path w="2149" h="1202" extrusionOk="0">
                  <a:moveTo>
                    <a:pt x="1522" y="0"/>
                  </a:moveTo>
                  <a:lnTo>
                    <a:pt x="1317" y="307"/>
                  </a:lnTo>
                  <a:lnTo>
                    <a:pt x="1420" y="307"/>
                  </a:lnTo>
                  <a:lnTo>
                    <a:pt x="985" y="703"/>
                  </a:lnTo>
                  <a:lnTo>
                    <a:pt x="704" y="550"/>
                  </a:lnTo>
                  <a:lnTo>
                    <a:pt x="397" y="550"/>
                  </a:lnTo>
                  <a:lnTo>
                    <a:pt x="1" y="1201"/>
                  </a:lnTo>
                  <a:lnTo>
                    <a:pt x="205" y="1201"/>
                  </a:lnTo>
                  <a:lnTo>
                    <a:pt x="755" y="767"/>
                  </a:lnTo>
                  <a:lnTo>
                    <a:pt x="1062" y="933"/>
                  </a:lnTo>
                  <a:lnTo>
                    <a:pt x="1765" y="550"/>
                  </a:lnTo>
                  <a:lnTo>
                    <a:pt x="2148" y="307"/>
                  </a:lnTo>
                  <a:lnTo>
                    <a:pt x="1828" y="115"/>
                  </a:lnTo>
                  <a:lnTo>
                    <a:pt x="152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6" name="Google Shape;1324;p78">
              <a:extLst>
                <a:ext uri="{FF2B5EF4-FFF2-40B4-BE49-F238E27FC236}">
                  <a16:creationId xmlns:a16="http://schemas.microsoft.com/office/drawing/2014/main" id="{FFC2342A-6143-EAF5-F944-1EBD2708BE71}"/>
                </a:ext>
              </a:extLst>
            </p:cNvPr>
            <p:cNvSpPr/>
            <p:nvPr/>
          </p:nvSpPr>
          <p:spPr>
            <a:xfrm>
              <a:off x="240025" y="1913150"/>
              <a:ext cx="58500" cy="26550"/>
            </a:xfrm>
            <a:custGeom>
              <a:avLst/>
              <a:gdLst/>
              <a:ahLst/>
              <a:cxnLst/>
              <a:rect l="l" t="t" r="r" b="b"/>
              <a:pathLst>
                <a:path w="2340" h="1062" extrusionOk="0">
                  <a:moveTo>
                    <a:pt x="1" y="1"/>
                  </a:moveTo>
                  <a:lnTo>
                    <a:pt x="128" y="473"/>
                  </a:lnTo>
                  <a:lnTo>
                    <a:pt x="589" y="473"/>
                  </a:lnTo>
                  <a:lnTo>
                    <a:pt x="1240" y="665"/>
                  </a:lnTo>
                  <a:lnTo>
                    <a:pt x="1598" y="908"/>
                  </a:lnTo>
                  <a:lnTo>
                    <a:pt x="1598" y="1061"/>
                  </a:lnTo>
                  <a:lnTo>
                    <a:pt x="1828" y="691"/>
                  </a:lnTo>
                  <a:lnTo>
                    <a:pt x="2109" y="703"/>
                  </a:lnTo>
                  <a:lnTo>
                    <a:pt x="2148" y="703"/>
                  </a:lnTo>
                  <a:lnTo>
                    <a:pt x="2173" y="678"/>
                  </a:lnTo>
                  <a:lnTo>
                    <a:pt x="2250" y="614"/>
                  </a:lnTo>
                  <a:lnTo>
                    <a:pt x="2340" y="537"/>
                  </a:lnTo>
                  <a:lnTo>
                    <a:pt x="1879" y="358"/>
                  </a:lnTo>
                  <a:lnTo>
                    <a:pt x="1164" y="1"/>
                  </a:lnTo>
                  <a:lnTo>
                    <a:pt x="665" y="128"/>
                  </a:lnTo>
                  <a:lnTo>
                    <a:pt x="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7" name="Google Shape;1325;p78">
              <a:extLst>
                <a:ext uri="{FF2B5EF4-FFF2-40B4-BE49-F238E27FC236}">
                  <a16:creationId xmlns:a16="http://schemas.microsoft.com/office/drawing/2014/main" id="{8A161CA3-556A-1B8D-31DF-BA158B016FEA}"/>
                </a:ext>
              </a:extLst>
            </p:cNvPr>
            <p:cNvSpPr/>
            <p:nvPr/>
          </p:nvSpPr>
          <p:spPr>
            <a:xfrm>
              <a:off x="350275" y="2188250"/>
              <a:ext cx="12475" cy="5150"/>
            </a:xfrm>
            <a:custGeom>
              <a:avLst/>
              <a:gdLst/>
              <a:ahLst/>
              <a:cxnLst/>
              <a:rect l="l" t="t" r="r" b="b"/>
              <a:pathLst>
                <a:path w="499" h="206" extrusionOk="0">
                  <a:moveTo>
                    <a:pt x="166" y="1"/>
                  </a:moveTo>
                  <a:lnTo>
                    <a:pt x="0" y="205"/>
                  </a:lnTo>
                  <a:lnTo>
                    <a:pt x="345" y="205"/>
                  </a:lnTo>
                  <a:lnTo>
                    <a:pt x="49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8" name="Google Shape;1326;p78">
              <a:extLst>
                <a:ext uri="{FF2B5EF4-FFF2-40B4-BE49-F238E27FC236}">
                  <a16:creationId xmlns:a16="http://schemas.microsoft.com/office/drawing/2014/main" id="{F8D44B85-65BA-FA07-AFE6-5F22D121BEBC}"/>
                </a:ext>
              </a:extLst>
            </p:cNvPr>
            <p:cNvSpPr/>
            <p:nvPr/>
          </p:nvSpPr>
          <p:spPr>
            <a:xfrm>
              <a:off x="1727050" y="1164200"/>
              <a:ext cx="423075" cy="282800"/>
            </a:xfrm>
            <a:custGeom>
              <a:avLst/>
              <a:gdLst/>
              <a:ahLst/>
              <a:cxnLst/>
              <a:rect l="l" t="t" r="r" b="b"/>
              <a:pathLst>
                <a:path w="16923" h="11312" extrusionOk="0">
                  <a:moveTo>
                    <a:pt x="15644" y="1"/>
                  </a:moveTo>
                  <a:lnTo>
                    <a:pt x="12283" y="1100"/>
                  </a:lnTo>
                  <a:lnTo>
                    <a:pt x="12436" y="525"/>
                  </a:lnTo>
                  <a:lnTo>
                    <a:pt x="11337" y="269"/>
                  </a:lnTo>
                  <a:lnTo>
                    <a:pt x="9331" y="256"/>
                  </a:lnTo>
                  <a:lnTo>
                    <a:pt x="8411" y="1292"/>
                  </a:lnTo>
                  <a:lnTo>
                    <a:pt x="7746" y="934"/>
                  </a:lnTo>
                  <a:lnTo>
                    <a:pt x="7094" y="972"/>
                  </a:lnTo>
                  <a:lnTo>
                    <a:pt x="7132" y="1113"/>
                  </a:lnTo>
                  <a:lnTo>
                    <a:pt x="7209" y="1432"/>
                  </a:lnTo>
                  <a:lnTo>
                    <a:pt x="7235" y="1598"/>
                  </a:lnTo>
                  <a:lnTo>
                    <a:pt x="7248" y="1726"/>
                  </a:lnTo>
                  <a:lnTo>
                    <a:pt x="7235" y="1765"/>
                  </a:lnTo>
                  <a:lnTo>
                    <a:pt x="7222" y="1790"/>
                  </a:lnTo>
                  <a:lnTo>
                    <a:pt x="7196" y="1790"/>
                  </a:lnTo>
                  <a:lnTo>
                    <a:pt x="7171" y="1777"/>
                  </a:lnTo>
                  <a:lnTo>
                    <a:pt x="6966" y="1637"/>
                  </a:lnTo>
                  <a:lnTo>
                    <a:pt x="6736" y="1509"/>
                  </a:lnTo>
                  <a:lnTo>
                    <a:pt x="6468" y="1356"/>
                  </a:lnTo>
                  <a:lnTo>
                    <a:pt x="5445" y="1356"/>
                  </a:lnTo>
                  <a:lnTo>
                    <a:pt x="5203" y="2161"/>
                  </a:lnTo>
                  <a:lnTo>
                    <a:pt x="4768" y="2276"/>
                  </a:lnTo>
                  <a:lnTo>
                    <a:pt x="4346" y="3094"/>
                  </a:lnTo>
                  <a:lnTo>
                    <a:pt x="3017" y="2928"/>
                  </a:lnTo>
                  <a:lnTo>
                    <a:pt x="2314" y="3426"/>
                  </a:lnTo>
                  <a:lnTo>
                    <a:pt x="167" y="3528"/>
                  </a:lnTo>
                  <a:lnTo>
                    <a:pt x="1" y="4014"/>
                  </a:lnTo>
                  <a:lnTo>
                    <a:pt x="1138" y="4295"/>
                  </a:lnTo>
                  <a:lnTo>
                    <a:pt x="947" y="4755"/>
                  </a:lnTo>
                  <a:lnTo>
                    <a:pt x="1509" y="4934"/>
                  </a:lnTo>
                  <a:lnTo>
                    <a:pt x="1841" y="5496"/>
                  </a:lnTo>
                  <a:lnTo>
                    <a:pt x="2595" y="4960"/>
                  </a:lnTo>
                  <a:lnTo>
                    <a:pt x="2685" y="5790"/>
                  </a:lnTo>
                  <a:lnTo>
                    <a:pt x="3541" y="5944"/>
                  </a:lnTo>
                  <a:lnTo>
                    <a:pt x="3822" y="5266"/>
                  </a:lnTo>
                  <a:lnTo>
                    <a:pt x="3899" y="5330"/>
                  </a:lnTo>
                  <a:lnTo>
                    <a:pt x="4065" y="5471"/>
                  </a:lnTo>
                  <a:lnTo>
                    <a:pt x="4167" y="5548"/>
                  </a:lnTo>
                  <a:lnTo>
                    <a:pt x="4270" y="5612"/>
                  </a:lnTo>
                  <a:lnTo>
                    <a:pt x="4359" y="5650"/>
                  </a:lnTo>
                  <a:lnTo>
                    <a:pt x="4410" y="5663"/>
                  </a:lnTo>
                  <a:lnTo>
                    <a:pt x="4525" y="5663"/>
                  </a:lnTo>
                  <a:lnTo>
                    <a:pt x="4640" y="5675"/>
                  </a:lnTo>
                  <a:lnTo>
                    <a:pt x="4921" y="5714"/>
                  </a:lnTo>
                  <a:lnTo>
                    <a:pt x="5279" y="5790"/>
                  </a:lnTo>
                  <a:lnTo>
                    <a:pt x="6161" y="4806"/>
                  </a:lnTo>
                  <a:lnTo>
                    <a:pt x="7120" y="4794"/>
                  </a:lnTo>
                  <a:lnTo>
                    <a:pt x="7120" y="4794"/>
                  </a:lnTo>
                  <a:lnTo>
                    <a:pt x="6647" y="5854"/>
                  </a:lnTo>
                  <a:lnTo>
                    <a:pt x="5778" y="6110"/>
                  </a:lnTo>
                  <a:lnTo>
                    <a:pt x="4385" y="6429"/>
                  </a:lnTo>
                  <a:lnTo>
                    <a:pt x="5228" y="6890"/>
                  </a:lnTo>
                  <a:lnTo>
                    <a:pt x="5854" y="7439"/>
                  </a:lnTo>
                  <a:lnTo>
                    <a:pt x="5100" y="7631"/>
                  </a:lnTo>
                  <a:lnTo>
                    <a:pt x="3733" y="6340"/>
                  </a:lnTo>
                  <a:lnTo>
                    <a:pt x="2915" y="6187"/>
                  </a:lnTo>
                  <a:lnTo>
                    <a:pt x="2646" y="6698"/>
                  </a:lnTo>
                  <a:lnTo>
                    <a:pt x="3349" y="7465"/>
                  </a:lnTo>
                  <a:lnTo>
                    <a:pt x="4180" y="7848"/>
                  </a:lnTo>
                  <a:lnTo>
                    <a:pt x="4870" y="7950"/>
                  </a:lnTo>
                  <a:lnTo>
                    <a:pt x="4819" y="8615"/>
                  </a:lnTo>
                  <a:lnTo>
                    <a:pt x="4487" y="8487"/>
                  </a:lnTo>
                  <a:lnTo>
                    <a:pt x="3643" y="8295"/>
                  </a:lnTo>
                  <a:lnTo>
                    <a:pt x="2519" y="8474"/>
                  </a:lnTo>
                  <a:lnTo>
                    <a:pt x="2071" y="8947"/>
                  </a:lnTo>
                  <a:lnTo>
                    <a:pt x="2646" y="9075"/>
                  </a:lnTo>
                  <a:lnTo>
                    <a:pt x="2800" y="8973"/>
                  </a:lnTo>
                  <a:lnTo>
                    <a:pt x="2902" y="8896"/>
                  </a:lnTo>
                  <a:lnTo>
                    <a:pt x="2966" y="8845"/>
                  </a:lnTo>
                  <a:lnTo>
                    <a:pt x="3004" y="8832"/>
                  </a:lnTo>
                  <a:lnTo>
                    <a:pt x="3081" y="8819"/>
                  </a:lnTo>
                  <a:lnTo>
                    <a:pt x="3298" y="8819"/>
                  </a:lnTo>
                  <a:lnTo>
                    <a:pt x="3605" y="8845"/>
                  </a:lnTo>
                  <a:lnTo>
                    <a:pt x="3694" y="9113"/>
                  </a:lnTo>
                  <a:lnTo>
                    <a:pt x="3247" y="9446"/>
                  </a:lnTo>
                  <a:lnTo>
                    <a:pt x="3503" y="9855"/>
                  </a:lnTo>
                  <a:lnTo>
                    <a:pt x="3976" y="9714"/>
                  </a:lnTo>
                  <a:lnTo>
                    <a:pt x="4321" y="9599"/>
                  </a:lnTo>
                  <a:lnTo>
                    <a:pt x="4461" y="9548"/>
                  </a:lnTo>
                  <a:lnTo>
                    <a:pt x="4538" y="9510"/>
                  </a:lnTo>
                  <a:lnTo>
                    <a:pt x="4551" y="9497"/>
                  </a:lnTo>
                  <a:lnTo>
                    <a:pt x="4551" y="9497"/>
                  </a:lnTo>
                  <a:lnTo>
                    <a:pt x="4512" y="9561"/>
                  </a:lnTo>
                  <a:lnTo>
                    <a:pt x="4359" y="9752"/>
                  </a:lnTo>
                  <a:lnTo>
                    <a:pt x="4091" y="10085"/>
                  </a:lnTo>
                  <a:lnTo>
                    <a:pt x="3324" y="10110"/>
                  </a:lnTo>
                  <a:lnTo>
                    <a:pt x="2634" y="9714"/>
                  </a:lnTo>
                  <a:lnTo>
                    <a:pt x="1777" y="9318"/>
                  </a:lnTo>
                  <a:lnTo>
                    <a:pt x="1880" y="10059"/>
                  </a:lnTo>
                  <a:lnTo>
                    <a:pt x="704" y="10315"/>
                  </a:lnTo>
                  <a:lnTo>
                    <a:pt x="1023" y="10494"/>
                  </a:lnTo>
                  <a:lnTo>
                    <a:pt x="3081" y="11005"/>
                  </a:lnTo>
                  <a:lnTo>
                    <a:pt x="3682" y="10941"/>
                  </a:lnTo>
                  <a:lnTo>
                    <a:pt x="4193" y="11171"/>
                  </a:lnTo>
                  <a:lnTo>
                    <a:pt x="4474" y="11146"/>
                  </a:lnTo>
                  <a:lnTo>
                    <a:pt x="4679" y="11120"/>
                  </a:lnTo>
                  <a:lnTo>
                    <a:pt x="4768" y="11094"/>
                  </a:lnTo>
                  <a:lnTo>
                    <a:pt x="4832" y="11056"/>
                  </a:lnTo>
                  <a:lnTo>
                    <a:pt x="4896" y="11030"/>
                  </a:lnTo>
                  <a:lnTo>
                    <a:pt x="4973" y="11018"/>
                  </a:lnTo>
                  <a:lnTo>
                    <a:pt x="5062" y="11030"/>
                  </a:lnTo>
                  <a:lnTo>
                    <a:pt x="5151" y="11030"/>
                  </a:lnTo>
                  <a:lnTo>
                    <a:pt x="5305" y="11069"/>
                  </a:lnTo>
                  <a:lnTo>
                    <a:pt x="5369" y="11082"/>
                  </a:lnTo>
                  <a:lnTo>
                    <a:pt x="5867" y="11312"/>
                  </a:lnTo>
                  <a:lnTo>
                    <a:pt x="6762" y="11248"/>
                  </a:lnTo>
                  <a:lnTo>
                    <a:pt x="7158" y="10864"/>
                  </a:lnTo>
                  <a:lnTo>
                    <a:pt x="7081" y="10634"/>
                  </a:lnTo>
                  <a:lnTo>
                    <a:pt x="6596" y="10570"/>
                  </a:lnTo>
                  <a:lnTo>
                    <a:pt x="6225" y="10545"/>
                  </a:lnTo>
                  <a:lnTo>
                    <a:pt x="6072" y="10532"/>
                  </a:lnTo>
                  <a:lnTo>
                    <a:pt x="5969" y="10545"/>
                  </a:lnTo>
                  <a:lnTo>
                    <a:pt x="5880" y="10558"/>
                  </a:lnTo>
                  <a:lnTo>
                    <a:pt x="5765" y="10545"/>
                  </a:lnTo>
                  <a:lnTo>
                    <a:pt x="5637" y="10506"/>
                  </a:lnTo>
                  <a:lnTo>
                    <a:pt x="5509" y="10468"/>
                  </a:lnTo>
                  <a:lnTo>
                    <a:pt x="5305" y="10404"/>
                  </a:lnTo>
                  <a:lnTo>
                    <a:pt x="5203" y="10366"/>
                  </a:lnTo>
                  <a:lnTo>
                    <a:pt x="5445" y="10097"/>
                  </a:lnTo>
                  <a:lnTo>
                    <a:pt x="5471" y="10085"/>
                  </a:lnTo>
                  <a:lnTo>
                    <a:pt x="5535" y="10097"/>
                  </a:lnTo>
                  <a:lnTo>
                    <a:pt x="5752" y="10123"/>
                  </a:lnTo>
                  <a:lnTo>
                    <a:pt x="6391" y="10213"/>
                  </a:lnTo>
                  <a:lnTo>
                    <a:pt x="7299" y="10379"/>
                  </a:lnTo>
                  <a:lnTo>
                    <a:pt x="7401" y="10187"/>
                  </a:lnTo>
                  <a:lnTo>
                    <a:pt x="7478" y="10046"/>
                  </a:lnTo>
                  <a:lnTo>
                    <a:pt x="7516" y="9957"/>
                  </a:lnTo>
                  <a:lnTo>
                    <a:pt x="7516" y="9855"/>
                  </a:lnTo>
                  <a:lnTo>
                    <a:pt x="7490" y="9727"/>
                  </a:lnTo>
                  <a:lnTo>
                    <a:pt x="7452" y="9548"/>
                  </a:lnTo>
                  <a:lnTo>
                    <a:pt x="8577" y="9510"/>
                  </a:lnTo>
                  <a:lnTo>
                    <a:pt x="8794" y="9305"/>
                  </a:lnTo>
                  <a:lnTo>
                    <a:pt x="8692" y="9062"/>
                  </a:lnTo>
                  <a:lnTo>
                    <a:pt x="9407" y="8717"/>
                  </a:lnTo>
                  <a:lnTo>
                    <a:pt x="9280" y="8436"/>
                  </a:lnTo>
                  <a:lnTo>
                    <a:pt x="7439" y="8436"/>
                  </a:lnTo>
                  <a:lnTo>
                    <a:pt x="7490" y="8347"/>
                  </a:lnTo>
                  <a:lnTo>
                    <a:pt x="7554" y="8283"/>
                  </a:lnTo>
                  <a:lnTo>
                    <a:pt x="7618" y="8219"/>
                  </a:lnTo>
                  <a:lnTo>
                    <a:pt x="7682" y="8206"/>
                  </a:lnTo>
                  <a:lnTo>
                    <a:pt x="7759" y="8180"/>
                  </a:lnTo>
                  <a:lnTo>
                    <a:pt x="7963" y="8155"/>
                  </a:lnTo>
                  <a:lnTo>
                    <a:pt x="8232" y="8117"/>
                  </a:lnTo>
                  <a:lnTo>
                    <a:pt x="8487" y="7912"/>
                  </a:lnTo>
                  <a:lnTo>
                    <a:pt x="8206" y="7580"/>
                  </a:lnTo>
                  <a:lnTo>
                    <a:pt x="9305" y="7426"/>
                  </a:lnTo>
                  <a:lnTo>
                    <a:pt x="9113" y="7056"/>
                  </a:lnTo>
                  <a:lnTo>
                    <a:pt x="9113" y="7056"/>
                  </a:lnTo>
                  <a:lnTo>
                    <a:pt x="11005" y="7196"/>
                  </a:lnTo>
                  <a:lnTo>
                    <a:pt x="11337" y="6890"/>
                  </a:lnTo>
                  <a:lnTo>
                    <a:pt x="10647" y="6506"/>
                  </a:lnTo>
                  <a:lnTo>
                    <a:pt x="11964" y="6289"/>
                  </a:lnTo>
                  <a:lnTo>
                    <a:pt x="14047" y="4308"/>
                  </a:lnTo>
                  <a:lnTo>
                    <a:pt x="14162" y="3669"/>
                  </a:lnTo>
                  <a:lnTo>
                    <a:pt x="12590" y="4091"/>
                  </a:lnTo>
                  <a:lnTo>
                    <a:pt x="13229" y="3119"/>
                  </a:lnTo>
                  <a:lnTo>
                    <a:pt x="15465" y="2557"/>
                  </a:lnTo>
                  <a:lnTo>
                    <a:pt x="16922" y="1560"/>
                  </a:lnTo>
                  <a:lnTo>
                    <a:pt x="1564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9" name="Google Shape;1327;p78">
              <a:extLst>
                <a:ext uri="{FF2B5EF4-FFF2-40B4-BE49-F238E27FC236}">
                  <a16:creationId xmlns:a16="http://schemas.microsoft.com/office/drawing/2014/main" id="{47EB8AC1-4186-97DF-A995-1E8B89F9C69F}"/>
                </a:ext>
              </a:extLst>
            </p:cNvPr>
            <p:cNvSpPr/>
            <p:nvPr/>
          </p:nvSpPr>
          <p:spPr>
            <a:xfrm>
              <a:off x="326625" y="2015400"/>
              <a:ext cx="36125" cy="20475"/>
            </a:xfrm>
            <a:custGeom>
              <a:avLst/>
              <a:gdLst/>
              <a:ahLst/>
              <a:cxnLst/>
              <a:rect l="l" t="t" r="r" b="b"/>
              <a:pathLst>
                <a:path w="1445" h="819" extrusionOk="0">
                  <a:moveTo>
                    <a:pt x="703" y="0"/>
                  </a:moveTo>
                  <a:lnTo>
                    <a:pt x="486" y="192"/>
                  </a:lnTo>
                  <a:lnTo>
                    <a:pt x="115" y="192"/>
                  </a:lnTo>
                  <a:lnTo>
                    <a:pt x="0" y="371"/>
                  </a:lnTo>
                  <a:lnTo>
                    <a:pt x="818" y="818"/>
                  </a:lnTo>
                  <a:lnTo>
                    <a:pt x="1189" y="550"/>
                  </a:lnTo>
                  <a:lnTo>
                    <a:pt x="1444" y="409"/>
                  </a:lnTo>
                  <a:lnTo>
                    <a:pt x="118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0" name="Google Shape;1328;p78">
              <a:extLst>
                <a:ext uri="{FF2B5EF4-FFF2-40B4-BE49-F238E27FC236}">
                  <a16:creationId xmlns:a16="http://schemas.microsoft.com/office/drawing/2014/main" id="{A93E1DE6-982C-2E78-4481-BC79C29F0865}"/>
                </a:ext>
              </a:extLst>
            </p:cNvPr>
            <p:cNvSpPr/>
            <p:nvPr/>
          </p:nvSpPr>
          <p:spPr>
            <a:xfrm>
              <a:off x="4192450" y="3458000"/>
              <a:ext cx="32625" cy="42525"/>
            </a:xfrm>
            <a:custGeom>
              <a:avLst/>
              <a:gdLst/>
              <a:ahLst/>
              <a:cxnLst/>
              <a:rect l="l" t="t" r="r" b="b"/>
              <a:pathLst>
                <a:path w="1305" h="1701" extrusionOk="0">
                  <a:moveTo>
                    <a:pt x="665" y="1"/>
                  </a:moveTo>
                  <a:lnTo>
                    <a:pt x="614" y="410"/>
                  </a:lnTo>
                  <a:lnTo>
                    <a:pt x="601" y="448"/>
                  </a:lnTo>
                  <a:lnTo>
                    <a:pt x="563" y="461"/>
                  </a:lnTo>
                  <a:lnTo>
                    <a:pt x="371" y="461"/>
                  </a:lnTo>
                  <a:lnTo>
                    <a:pt x="346" y="448"/>
                  </a:lnTo>
                  <a:lnTo>
                    <a:pt x="0" y="333"/>
                  </a:lnTo>
                  <a:lnTo>
                    <a:pt x="128" y="627"/>
                  </a:lnTo>
                  <a:lnTo>
                    <a:pt x="141" y="652"/>
                  </a:lnTo>
                  <a:lnTo>
                    <a:pt x="154" y="1151"/>
                  </a:lnTo>
                  <a:lnTo>
                    <a:pt x="167" y="1189"/>
                  </a:lnTo>
                  <a:lnTo>
                    <a:pt x="192" y="1202"/>
                  </a:lnTo>
                  <a:lnTo>
                    <a:pt x="218" y="1394"/>
                  </a:lnTo>
                  <a:lnTo>
                    <a:pt x="282" y="1700"/>
                  </a:lnTo>
                  <a:lnTo>
                    <a:pt x="524" y="1624"/>
                  </a:lnTo>
                  <a:lnTo>
                    <a:pt x="946" y="1291"/>
                  </a:lnTo>
                  <a:lnTo>
                    <a:pt x="946" y="1100"/>
                  </a:lnTo>
                  <a:lnTo>
                    <a:pt x="959" y="1074"/>
                  </a:lnTo>
                  <a:lnTo>
                    <a:pt x="1304" y="550"/>
                  </a:lnTo>
                  <a:lnTo>
                    <a:pt x="1151" y="371"/>
                  </a:lnTo>
                  <a:lnTo>
                    <a:pt x="1138" y="346"/>
                  </a:lnTo>
                  <a:lnTo>
                    <a:pt x="1151" y="13"/>
                  </a:lnTo>
                  <a:lnTo>
                    <a:pt x="66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1" name="Google Shape;1329;p78">
              <a:extLst>
                <a:ext uri="{FF2B5EF4-FFF2-40B4-BE49-F238E27FC236}">
                  <a16:creationId xmlns:a16="http://schemas.microsoft.com/office/drawing/2014/main" id="{A7FE71E4-183C-9BB7-B0D1-DB4F55F4E352}"/>
                </a:ext>
              </a:extLst>
            </p:cNvPr>
            <p:cNvSpPr/>
            <p:nvPr/>
          </p:nvSpPr>
          <p:spPr>
            <a:xfrm>
              <a:off x="4188300" y="3430200"/>
              <a:ext cx="38675" cy="36450"/>
            </a:xfrm>
            <a:custGeom>
              <a:avLst/>
              <a:gdLst/>
              <a:ahLst/>
              <a:cxnLst/>
              <a:rect l="l" t="t" r="r" b="b"/>
              <a:pathLst>
                <a:path w="1547" h="1458" extrusionOk="0">
                  <a:moveTo>
                    <a:pt x="1278" y="1"/>
                  </a:moveTo>
                  <a:lnTo>
                    <a:pt x="1048" y="192"/>
                  </a:lnTo>
                  <a:lnTo>
                    <a:pt x="1010" y="205"/>
                  </a:lnTo>
                  <a:lnTo>
                    <a:pt x="652" y="192"/>
                  </a:lnTo>
                  <a:lnTo>
                    <a:pt x="652" y="218"/>
                  </a:lnTo>
                  <a:lnTo>
                    <a:pt x="627" y="244"/>
                  </a:lnTo>
                  <a:lnTo>
                    <a:pt x="473" y="359"/>
                  </a:lnTo>
                  <a:lnTo>
                    <a:pt x="0" y="1100"/>
                  </a:lnTo>
                  <a:lnTo>
                    <a:pt x="103" y="1317"/>
                  </a:lnTo>
                  <a:lnTo>
                    <a:pt x="537" y="1458"/>
                  </a:lnTo>
                  <a:lnTo>
                    <a:pt x="678" y="1458"/>
                  </a:lnTo>
                  <a:lnTo>
                    <a:pt x="729" y="1061"/>
                  </a:lnTo>
                  <a:lnTo>
                    <a:pt x="742" y="1023"/>
                  </a:lnTo>
                  <a:lnTo>
                    <a:pt x="780" y="1010"/>
                  </a:lnTo>
                  <a:lnTo>
                    <a:pt x="1534" y="1023"/>
                  </a:lnTo>
                  <a:lnTo>
                    <a:pt x="1547" y="499"/>
                  </a:lnTo>
                  <a:lnTo>
                    <a:pt x="127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2" name="Google Shape;1330;p78">
              <a:extLst>
                <a:ext uri="{FF2B5EF4-FFF2-40B4-BE49-F238E27FC236}">
                  <a16:creationId xmlns:a16="http://schemas.microsoft.com/office/drawing/2014/main" id="{BBDD6883-5B6C-5FA1-FFA1-55A81F063EF1}"/>
                </a:ext>
              </a:extLst>
            </p:cNvPr>
            <p:cNvSpPr/>
            <p:nvPr/>
          </p:nvSpPr>
          <p:spPr>
            <a:xfrm>
              <a:off x="4437525" y="3143275"/>
              <a:ext cx="206750" cy="298450"/>
            </a:xfrm>
            <a:custGeom>
              <a:avLst/>
              <a:gdLst/>
              <a:ahLst/>
              <a:cxnLst/>
              <a:rect l="l" t="t" r="r" b="b"/>
              <a:pathLst>
                <a:path w="8270" h="11938" extrusionOk="0">
                  <a:moveTo>
                    <a:pt x="7771" y="1"/>
                  </a:moveTo>
                  <a:lnTo>
                    <a:pt x="7592" y="256"/>
                  </a:lnTo>
                  <a:lnTo>
                    <a:pt x="7362" y="410"/>
                  </a:lnTo>
                  <a:lnTo>
                    <a:pt x="7196" y="499"/>
                  </a:lnTo>
                  <a:lnTo>
                    <a:pt x="7017" y="499"/>
                  </a:lnTo>
                  <a:lnTo>
                    <a:pt x="6838" y="512"/>
                  </a:lnTo>
                  <a:lnTo>
                    <a:pt x="6800" y="653"/>
                  </a:lnTo>
                  <a:lnTo>
                    <a:pt x="6506" y="793"/>
                  </a:lnTo>
                  <a:lnTo>
                    <a:pt x="6263" y="742"/>
                  </a:lnTo>
                  <a:lnTo>
                    <a:pt x="5956" y="755"/>
                  </a:lnTo>
                  <a:lnTo>
                    <a:pt x="5752" y="857"/>
                  </a:lnTo>
                  <a:lnTo>
                    <a:pt x="5266" y="883"/>
                  </a:lnTo>
                  <a:lnTo>
                    <a:pt x="5176" y="844"/>
                  </a:lnTo>
                  <a:lnTo>
                    <a:pt x="4946" y="844"/>
                  </a:lnTo>
                  <a:lnTo>
                    <a:pt x="4601" y="1189"/>
                  </a:lnTo>
                  <a:lnTo>
                    <a:pt x="4422" y="1189"/>
                  </a:lnTo>
                  <a:lnTo>
                    <a:pt x="4192" y="1228"/>
                  </a:lnTo>
                  <a:lnTo>
                    <a:pt x="3860" y="1164"/>
                  </a:lnTo>
                  <a:lnTo>
                    <a:pt x="3221" y="1509"/>
                  </a:lnTo>
                  <a:lnTo>
                    <a:pt x="2620" y="1509"/>
                  </a:lnTo>
                  <a:lnTo>
                    <a:pt x="2211" y="1113"/>
                  </a:lnTo>
                  <a:lnTo>
                    <a:pt x="1815" y="742"/>
                  </a:lnTo>
                  <a:lnTo>
                    <a:pt x="1457" y="1189"/>
                  </a:lnTo>
                  <a:lnTo>
                    <a:pt x="1355" y="1470"/>
                  </a:lnTo>
                  <a:lnTo>
                    <a:pt x="1393" y="1649"/>
                  </a:lnTo>
                  <a:lnTo>
                    <a:pt x="1828" y="2186"/>
                  </a:lnTo>
                  <a:lnTo>
                    <a:pt x="1841" y="2225"/>
                  </a:lnTo>
                  <a:lnTo>
                    <a:pt x="1841" y="2493"/>
                  </a:lnTo>
                  <a:lnTo>
                    <a:pt x="4972" y="3592"/>
                  </a:lnTo>
                  <a:lnTo>
                    <a:pt x="5713" y="3592"/>
                  </a:lnTo>
                  <a:lnTo>
                    <a:pt x="5739" y="3605"/>
                  </a:lnTo>
                  <a:lnTo>
                    <a:pt x="5752" y="3630"/>
                  </a:lnTo>
                  <a:lnTo>
                    <a:pt x="5764" y="3656"/>
                  </a:lnTo>
                  <a:lnTo>
                    <a:pt x="5752" y="3682"/>
                  </a:lnTo>
                  <a:lnTo>
                    <a:pt x="3234" y="6442"/>
                  </a:lnTo>
                  <a:lnTo>
                    <a:pt x="3208" y="6455"/>
                  </a:lnTo>
                  <a:lnTo>
                    <a:pt x="3183" y="6455"/>
                  </a:lnTo>
                  <a:lnTo>
                    <a:pt x="2237" y="6442"/>
                  </a:lnTo>
                  <a:lnTo>
                    <a:pt x="1623" y="6966"/>
                  </a:lnTo>
                  <a:lnTo>
                    <a:pt x="1598" y="6979"/>
                  </a:lnTo>
                  <a:lnTo>
                    <a:pt x="1074" y="7030"/>
                  </a:lnTo>
                  <a:lnTo>
                    <a:pt x="39" y="8219"/>
                  </a:lnTo>
                  <a:lnTo>
                    <a:pt x="0" y="11312"/>
                  </a:lnTo>
                  <a:lnTo>
                    <a:pt x="499" y="11938"/>
                  </a:lnTo>
                  <a:lnTo>
                    <a:pt x="499" y="11925"/>
                  </a:lnTo>
                  <a:lnTo>
                    <a:pt x="2262" y="10008"/>
                  </a:lnTo>
                  <a:lnTo>
                    <a:pt x="2582" y="9663"/>
                  </a:lnTo>
                  <a:lnTo>
                    <a:pt x="2723" y="9612"/>
                  </a:lnTo>
                  <a:lnTo>
                    <a:pt x="2850" y="9407"/>
                  </a:lnTo>
                  <a:lnTo>
                    <a:pt x="2991" y="9228"/>
                  </a:lnTo>
                  <a:lnTo>
                    <a:pt x="3310" y="9101"/>
                  </a:lnTo>
                  <a:lnTo>
                    <a:pt x="3425" y="8985"/>
                  </a:lnTo>
                  <a:lnTo>
                    <a:pt x="3579" y="8947"/>
                  </a:lnTo>
                  <a:lnTo>
                    <a:pt x="3771" y="8870"/>
                  </a:lnTo>
                  <a:lnTo>
                    <a:pt x="3886" y="8640"/>
                  </a:lnTo>
                  <a:lnTo>
                    <a:pt x="4141" y="8513"/>
                  </a:lnTo>
                  <a:lnTo>
                    <a:pt x="4371" y="8244"/>
                  </a:lnTo>
                  <a:lnTo>
                    <a:pt x="4576" y="7950"/>
                  </a:lnTo>
                  <a:lnTo>
                    <a:pt x="4588" y="7733"/>
                  </a:lnTo>
                  <a:lnTo>
                    <a:pt x="5291" y="7273"/>
                  </a:lnTo>
                  <a:lnTo>
                    <a:pt x="5470" y="7120"/>
                  </a:lnTo>
                  <a:lnTo>
                    <a:pt x="5509" y="6941"/>
                  </a:lnTo>
                  <a:lnTo>
                    <a:pt x="5777" y="6723"/>
                  </a:lnTo>
                  <a:lnTo>
                    <a:pt x="5879" y="6647"/>
                  </a:lnTo>
                  <a:lnTo>
                    <a:pt x="5930" y="6148"/>
                  </a:lnTo>
                  <a:lnTo>
                    <a:pt x="6173" y="5982"/>
                  </a:lnTo>
                  <a:lnTo>
                    <a:pt x="6339" y="5778"/>
                  </a:lnTo>
                  <a:lnTo>
                    <a:pt x="6480" y="5484"/>
                  </a:lnTo>
                  <a:lnTo>
                    <a:pt x="6685" y="5317"/>
                  </a:lnTo>
                  <a:lnTo>
                    <a:pt x="6659" y="4704"/>
                  </a:lnTo>
                  <a:lnTo>
                    <a:pt x="6825" y="4423"/>
                  </a:lnTo>
                  <a:lnTo>
                    <a:pt x="6953" y="4103"/>
                  </a:lnTo>
                  <a:lnTo>
                    <a:pt x="7183" y="3758"/>
                  </a:lnTo>
                  <a:lnTo>
                    <a:pt x="7196" y="3554"/>
                  </a:lnTo>
                  <a:lnTo>
                    <a:pt x="7490" y="3183"/>
                  </a:lnTo>
                  <a:lnTo>
                    <a:pt x="7502" y="3055"/>
                  </a:lnTo>
                  <a:lnTo>
                    <a:pt x="7566" y="2940"/>
                  </a:lnTo>
                  <a:lnTo>
                    <a:pt x="7707" y="2723"/>
                  </a:lnTo>
                  <a:lnTo>
                    <a:pt x="7720" y="2531"/>
                  </a:lnTo>
                  <a:lnTo>
                    <a:pt x="7796" y="2455"/>
                  </a:lnTo>
                  <a:lnTo>
                    <a:pt x="7822" y="2340"/>
                  </a:lnTo>
                  <a:lnTo>
                    <a:pt x="7911" y="2173"/>
                  </a:lnTo>
                  <a:lnTo>
                    <a:pt x="7899" y="1905"/>
                  </a:lnTo>
                  <a:lnTo>
                    <a:pt x="7899" y="1649"/>
                  </a:lnTo>
                  <a:lnTo>
                    <a:pt x="8026" y="1483"/>
                  </a:lnTo>
                  <a:lnTo>
                    <a:pt x="8257" y="1470"/>
                  </a:lnTo>
                  <a:lnTo>
                    <a:pt x="8269" y="1355"/>
                  </a:lnTo>
                  <a:lnTo>
                    <a:pt x="8065" y="1317"/>
                  </a:lnTo>
                  <a:lnTo>
                    <a:pt x="8065" y="1228"/>
                  </a:lnTo>
                  <a:lnTo>
                    <a:pt x="8154" y="1113"/>
                  </a:lnTo>
                  <a:lnTo>
                    <a:pt x="8205" y="768"/>
                  </a:lnTo>
                  <a:lnTo>
                    <a:pt x="8129" y="691"/>
                  </a:lnTo>
                  <a:lnTo>
                    <a:pt x="8052" y="550"/>
                  </a:lnTo>
                  <a:lnTo>
                    <a:pt x="8065" y="103"/>
                  </a:lnTo>
                  <a:lnTo>
                    <a:pt x="7899" y="103"/>
                  </a:lnTo>
                  <a:lnTo>
                    <a:pt x="7899" y="14"/>
                  </a:lnTo>
                  <a:lnTo>
                    <a:pt x="777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331;p78">
              <a:extLst>
                <a:ext uri="{FF2B5EF4-FFF2-40B4-BE49-F238E27FC236}">
                  <a16:creationId xmlns:a16="http://schemas.microsoft.com/office/drawing/2014/main" id="{FF05F77C-1845-58AB-45C6-E4254A645932}"/>
                </a:ext>
              </a:extLst>
            </p:cNvPr>
            <p:cNvSpPr/>
            <p:nvPr/>
          </p:nvSpPr>
          <p:spPr>
            <a:xfrm>
              <a:off x="4096925" y="3147750"/>
              <a:ext cx="233250" cy="183100"/>
            </a:xfrm>
            <a:custGeom>
              <a:avLst/>
              <a:gdLst/>
              <a:ahLst/>
              <a:cxnLst/>
              <a:rect l="l" t="t" r="r" b="b"/>
              <a:pathLst>
                <a:path w="9330" h="7324" extrusionOk="0">
                  <a:moveTo>
                    <a:pt x="7081" y="1"/>
                  </a:moveTo>
                  <a:lnTo>
                    <a:pt x="6889" y="39"/>
                  </a:lnTo>
                  <a:lnTo>
                    <a:pt x="6787" y="205"/>
                  </a:lnTo>
                  <a:lnTo>
                    <a:pt x="6774" y="218"/>
                  </a:lnTo>
                  <a:lnTo>
                    <a:pt x="6748" y="218"/>
                  </a:lnTo>
                  <a:lnTo>
                    <a:pt x="6493" y="205"/>
                  </a:lnTo>
                  <a:lnTo>
                    <a:pt x="6620" y="384"/>
                  </a:lnTo>
                  <a:lnTo>
                    <a:pt x="6633" y="422"/>
                  </a:lnTo>
                  <a:lnTo>
                    <a:pt x="6620" y="921"/>
                  </a:lnTo>
                  <a:lnTo>
                    <a:pt x="6620" y="946"/>
                  </a:lnTo>
                  <a:lnTo>
                    <a:pt x="6608" y="959"/>
                  </a:lnTo>
                  <a:lnTo>
                    <a:pt x="6186" y="1291"/>
                  </a:lnTo>
                  <a:lnTo>
                    <a:pt x="5841" y="1918"/>
                  </a:lnTo>
                  <a:lnTo>
                    <a:pt x="5815" y="1943"/>
                  </a:lnTo>
                  <a:lnTo>
                    <a:pt x="5790" y="1956"/>
                  </a:lnTo>
                  <a:lnTo>
                    <a:pt x="5253" y="1931"/>
                  </a:lnTo>
                  <a:lnTo>
                    <a:pt x="5240" y="1918"/>
                  </a:lnTo>
                  <a:lnTo>
                    <a:pt x="4576" y="1675"/>
                  </a:lnTo>
                  <a:lnTo>
                    <a:pt x="4269" y="1790"/>
                  </a:lnTo>
                  <a:lnTo>
                    <a:pt x="4269" y="1982"/>
                  </a:lnTo>
                  <a:lnTo>
                    <a:pt x="4256" y="2020"/>
                  </a:lnTo>
                  <a:lnTo>
                    <a:pt x="4218" y="2033"/>
                  </a:lnTo>
                  <a:lnTo>
                    <a:pt x="3809" y="2122"/>
                  </a:lnTo>
                  <a:lnTo>
                    <a:pt x="3681" y="2365"/>
                  </a:lnTo>
                  <a:lnTo>
                    <a:pt x="3668" y="2378"/>
                  </a:lnTo>
                  <a:lnTo>
                    <a:pt x="3630" y="2391"/>
                  </a:lnTo>
                  <a:lnTo>
                    <a:pt x="3119" y="2365"/>
                  </a:lnTo>
                  <a:lnTo>
                    <a:pt x="3093" y="2352"/>
                  </a:lnTo>
                  <a:lnTo>
                    <a:pt x="3067" y="2327"/>
                  </a:lnTo>
                  <a:lnTo>
                    <a:pt x="2991" y="2084"/>
                  </a:lnTo>
                  <a:lnTo>
                    <a:pt x="2646" y="2007"/>
                  </a:lnTo>
                  <a:lnTo>
                    <a:pt x="2492" y="2109"/>
                  </a:lnTo>
                  <a:lnTo>
                    <a:pt x="2467" y="2122"/>
                  </a:lnTo>
                  <a:lnTo>
                    <a:pt x="1393" y="2122"/>
                  </a:lnTo>
                  <a:lnTo>
                    <a:pt x="1368" y="2109"/>
                  </a:lnTo>
                  <a:lnTo>
                    <a:pt x="1010" y="1585"/>
                  </a:lnTo>
                  <a:lnTo>
                    <a:pt x="780" y="1585"/>
                  </a:lnTo>
                  <a:lnTo>
                    <a:pt x="703" y="1815"/>
                  </a:lnTo>
                  <a:lnTo>
                    <a:pt x="473" y="2506"/>
                  </a:lnTo>
                  <a:lnTo>
                    <a:pt x="460" y="2531"/>
                  </a:lnTo>
                  <a:lnTo>
                    <a:pt x="115" y="2889"/>
                  </a:lnTo>
                  <a:lnTo>
                    <a:pt x="26" y="3119"/>
                  </a:lnTo>
                  <a:lnTo>
                    <a:pt x="13" y="3132"/>
                  </a:lnTo>
                  <a:lnTo>
                    <a:pt x="0" y="3426"/>
                  </a:lnTo>
                  <a:lnTo>
                    <a:pt x="192" y="3605"/>
                  </a:lnTo>
                  <a:lnTo>
                    <a:pt x="626" y="3605"/>
                  </a:lnTo>
                  <a:lnTo>
                    <a:pt x="652" y="3618"/>
                  </a:lnTo>
                  <a:lnTo>
                    <a:pt x="665" y="3630"/>
                  </a:lnTo>
                  <a:lnTo>
                    <a:pt x="1112" y="4205"/>
                  </a:lnTo>
                  <a:lnTo>
                    <a:pt x="1585" y="4538"/>
                  </a:lnTo>
                  <a:lnTo>
                    <a:pt x="1598" y="4563"/>
                  </a:lnTo>
                  <a:lnTo>
                    <a:pt x="1610" y="4589"/>
                  </a:lnTo>
                  <a:lnTo>
                    <a:pt x="1598" y="4908"/>
                  </a:lnTo>
                  <a:lnTo>
                    <a:pt x="1853" y="5151"/>
                  </a:lnTo>
                  <a:lnTo>
                    <a:pt x="2147" y="5151"/>
                  </a:lnTo>
                  <a:lnTo>
                    <a:pt x="2173" y="5164"/>
                  </a:lnTo>
                  <a:lnTo>
                    <a:pt x="2186" y="5190"/>
                  </a:lnTo>
                  <a:lnTo>
                    <a:pt x="2186" y="5202"/>
                  </a:lnTo>
                  <a:lnTo>
                    <a:pt x="2186" y="5381"/>
                  </a:lnTo>
                  <a:lnTo>
                    <a:pt x="2582" y="5701"/>
                  </a:lnTo>
                  <a:lnTo>
                    <a:pt x="2595" y="5726"/>
                  </a:lnTo>
                  <a:lnTo>
                    <a:pt x="2595" y="5752"/>
                  </a:lnTo>
                  <a:lnTo>
                    <a:pt x="2531" y="6110"/>
                  </a:lnTo>
                  <a:lnTo>
                    <a:pt x="3336" y="6583"/>
                  </a:lnTo>
                  <a:lnTo>
                    <a:pt x="3630" y="6480"/>
                  </a:lnTo>
                  <a:lnTo>
                    <a:pt x="3655" y="6480"/>
                  </a:lnTo>
                  <a:lnTo>
                    <a:pt x="4064" y="6519"/>
                  </a:lnTo>
                  <a:lnTo>
                    <a:pt x="4179" y="6353"/>
                  </a:lnTo>
                  <a:lnTo>
                    <a:pt x="4205" y="6327"/>
                  </a:lnTo>
                  <a:lnTo>
                    <a:pt x="4256" y="6327"/>
                  </a:lnTo>
                  <a:lnTo>
                    <a:pt x="4435" y="6429"/>
                  </a:lnTo>
                  <a:lnTo>
                    <a:pt x="4448" y="6442"/>
                  </a:lnTo>
                  <a:lnTo>
                    <a:pt x="4460" y="6468"/>
                  </a:lnTo>
                  <a:lnTo>
                    <a:pt x="4550" y="6787"/>
                  </a:lnTo>
                  <a:lnTo>
                    <a:pt x="4895" y="7056"/>
                  </a:lnTo>
                  <a:lnTo>
                    <a:pt x="4908" y="7068"/>
                  </a:lnTo>
                  <a:lnTo>
                    <a:pt x="5010" y="7247"/>
                  </a:lnTo>
                  <a:lnTo>
                    <a:pt x="5547" y="7158"/>
                  </a:lnTo>
                  <a:lnTo>
                    <a:pt x="5560" y="7158"/>
                  </a:lnTo>
                  <a:lnTo>
                    <a:pt x="6122" y="7183"/>
                  </a:lnTo>
                  <a:lnTo>
                    <a:pt x="6160" y="7196"/>
                  </a:lnTo>
                  <a:lnTo>
                    <a:pt x="6301" y="7324"/>
                  </a:lnTo>
                  <a:lnTo>
                    <a:pt x="6557" y="7183"/>
                  </a:lnTo>
                  <a:lnTo>
                    <a:pt x="6582" y="7171"/>
                  </a:lnTo>
                  <a:lnTo>
                    <a:pt x="7029" y="7171"/>
                  </a:lnTo>
                  <a:lnTo>
                    <a:pt x="7694" y="6877"/>
                  </a:lnTo>
                  <a:lnTo>
                    <a:pt x="8499" y="6174"/>
                  </a:lnTo>
                  <a:lnTo>
                    <a:pt x="8512" y="6161"/>
                  </a:lnTo>
                  <a:lnTo>
                    <a:pt x="8895" y="5969"/>
                  </a:lnTo>
                  <a:lnTo>
                    <a:pt x="8921" y="5956"/>
                  </a:lnTo>
                  <a:lnTo>
                    <a:pt x="8947" y="5956"/>
                  </a:lnTo>
                  <a:lnTo>
                    <a:pt x="9317" y="6071"/>
                  </a:lnTo>
                  <a:lnTo>
                    <a:pt x="9330" y="5841"/>
                  </a:lnTo>
                  <a:lnTo>
                    <a:pt x="8806" y="5739"/>
                  </a:lnTo>
                  <a:lnTo>
                    <a:pt x="8780" y="5726"/>
                  </a:lnTo>
                  <a:lnTo>
                    <a:pt x="8768" y="5701"/>
                  </a:lnTo>
                  <a:lnTo>
                    <a:pt x="8563" y="4960"/>
                  </a:lnTo>
                  <a:lnTo>
                    <a:pt x="8563" y="4947"/>
                  </a:lnTo>
                  <a:lnTo>
                    <a:pt x="8563" y="4704"/>
                  </a:lnTo>
                  <a:lnTo>
                    <a:pt x="7668" y="3988"/>
                  </a:lnTo>
                  <a:lnTo>
                    <a:pt x="7196" y="3822"/>
                  </a:lnTo>
                  <a:lnTo>
                    <a:pt x="7170" y="3809"/>
                  </a:lnTo>
                  <a:lnTo>
                    <a:pt x="7042" y="3630"/>
                  </a:lnTo>
                  <a:lnTo>
                    <a:pt x="7029" y="3592"/>
                  </a:lnTo>
                  <a:lnTo>
                    <a:pt x="7042" y="3566"/>
                  </a:lnTo>
                  <a:lnTo>
                    <a:pt x="7311" y="3157"/>
                  </a:lnTo>
                  <a:lnTo>
                    <a:pt x="7349" y="3145"/>
                  </a:lnTo>
                  <a:lnTo>
                    <a:pt x="7579" y="3068"/>
                  </a:lnTo>
                  <a:lnTo>
                    <a:pt x="7617" y="3068"/>
                  </a:lnTo>
                  <a:lnTo>
                    <a:pt x="7771" y="3145"/>
                  </a:lnTo>
                  <a:lnTo>
                    <a:pt x="7988" y="3042"/>
                  </a:lnTo>
                  <a:lnTo>
                    <a:pt x="8001" y="2212"/>
                  </a:lnTo>
                  <a:lnTo>
                    <a:pt x="7975" y="2186"/>
                  </a:lnTo>
                  <a:lnTo>
                    <a:pt x="7579" y="1496"/>
                  </a:lnTo>
                  <a:lnTo>
                    <a:pt x="7234" y="1228"/>
                  </a:lnTo>
                  <a:lnTo>
                    <a:pt x="7221" y="1202"/>
                  </a:lnTo>
                  <a:lnTo>
                    <a:pt x="7208" y="1189"/>
                  </a:lnTo>
                  <a:lnTo>
                    <a:pt x="708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332;p78">
              <a:extLst>
                <a:ext uri="{FF2B5EF4-FFF2-40B4-BE49-F238E27FC236}">
                  <a16:creationId xmlns:a16="http://schemas.microsoft.com/office/drawing/2014/main" id="{0CEC7142-7FE6-9BA7-5BEC-EDE26FF4E62A}"/>
                </a:ext>
              </a:extLst>
            </p:cNvPr>
            <p:cNvSpPr/>
            <p:nvPr/>
          </p:nvSpPr>
          <p:spPr>
            <a:xfrm>
              <a:off x="4212250" y="3388675"/>
              <a:ext cx="1625" cy="4175"/>
            </a:xfrm>
            <a:custGeom>
              <a:avLst/>
              <a:gdLst/>
              <a:ahLst/>
              <a:cxnLst/>
              <a:rect l="l" t="t" r="r" b="b"/>
              <a:pathLst>
                <a:path w="65" h="167" extrusionOk="0">
                  <a:moveTo>
                    <a:pt x="65" y="0"/>
                  </a:moveTo>
                  <a:lnTo>
                    <a:pt x="1" y="64"/>
                  </a:lnTo>
                  <a:lnTo>
                    <a:pt x="14" y="166"/>
                  </a:lnTo>
                  <a:lnTo>
                    <a:pt x="6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5" name="Google Shape;1333;p78">
              <a:extLst>
                <a:ext uri="{FF2B5EF4-FFF2-40B4-BE49-F238E27FC236}">
                  <a16:creationId xmlns:a16="http://schemas.microsoft.com/office/drawing/2014/main" id="{C39679CB-6CC2-E0F8-90C2-A47ECFEFAD99}"/>
                </a:ext>
              </a:extLst>
            </p:cNvPr>
            <p:cNvSpPr/>
            <p:nvPr/>
          </p:nvSpPr>
          <p:spPr>
            <a:xfrm>
              <a:off x="4236850" y="3362475"/>
              <a:ext cx="675" cy="1300"/>
            </a:xfrm>
            <a:custGeom>
              <a:avLst/>
              <a:gdLst/>
              <a:ahLst/>
              <a:cxnLst/>
              <a:rect l="l" t="t" r="r" b="b"/>
              <a:pathLst>
                <a:path w="27" h="52" extrusionOk="0">
                  <a:moveTo>
                    <a:pt x="1" y="0"/>
                  </a:moveTo>
                  <a:lnTo>
                    <a:pt x="1" y="51"/>
                  </a:lnTo>
                  <a:lnTo>
                    <a:pt x="27" y="26"/>
                  </a:lnTo>
                  <a:lnTo>
                    <a:pt x="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334;p78">
              <a:extLst>
                <a:ext uri="{FF2B5EF4-FFF2-40B4-BE49-F238E27FC236}">
                  <a16:creationId xmlns:a16="http://schemas.microsoft.com/office/drawing/2014/main" id="{97FEFC32-8DB0-6793-216A-B67980967642}"/>
                </a:ext>
              </a:extLst>
            </p:cNvPr>
            <p:cNvSpPr/>
            <p:nvPr/>
          </p:nvSpPr>
          <p:spPr>
            <a:xfrm>
              <a:off x="4198850" y="3429575"/>
              <a:ext cx="221125" cy="228475"/>
            </a:xfrm>
            <a:custGeom>
              <a:avLst/>
              <a:gdLst/>
              <a:ahLst/>
              <a:cxnLst/>
              <a:rect l="l" t="t" r="r" b="b"/>
              <a:pathLst>
                <a:path w="8845" h="9139" extrusionOk="0">
                  <a:moveTo>
                    <a:pt x="971" y="0"/>
                  </a:moveTo>
                  <a:lnTo>
                    <a:pt x="1227" y="486"/>
                  </a:lnTo>
                  <a:lnTo>
                    <a:pt x="1227" y="511"/>
                  </a:lnTo>
                  <a:lnTo>
                    <a:pt x="1227" y="1099"/>
                  </a:lnTo>
                  <a:lnTo>
                    <a:pt x="1214" y="1125"/>
                  </a:lnTo>
                  <a:lnTo>
                    <a:pt x="1201" y="1138"/>
                  </a:lnTo>
                  <a:lnTo>
                    <a:pt x="1189" y="1150"/>
                  </a:lnTo>
                  <a:lnTo>
                    <a:pt x="997" y="1150"/>
                  </a:lnTo>
                  <a:lnTo>
                    <a:pt x="997" y="1457"/>
                  </a:lnTo>
                  <a:lnTo>
                    <a:pt x="1150" y="1649"/>
                  </a:lnTo>
                  <a:lnTo>
                    <a:pt x="1163" y="1687"/>
                  </a:lnTo>
                  <a:lnTo>
                    <a:pt x="1163" y="1713"/>
                  </a:lnTo>
                  <a:lnTo>
                    <a:pt x="805" y="2262"/>
                  </a:lnTo>
                  <a:lnTo>
                    <a:pt x="805" y="2454"/>
                  </a:lnTo>
                  <a:lnTo>
                    <a:pt x="792" y="2480"/>
                  </a:lnTo>
                  <a:lnTo>
                    <a:pt x="780" y="2505"/>
                  </a:lnTo>
                  <a:lnTo>
                    <a:pt x="320" y="2850"/>
                  </a:lnTo>
                  <a:lnTo>
                    <a:pt x="307" y="2863"/>
                  </a:lnTo>
                  <a:lnTo>
                    <a:pt x="26" y="2952"/>
                  </a:lnTo>
                  <a:lnTo>
                    <a:pt x="0" y="3055"/>
                  </a:lnTo>
                  <a:lnTo>
                    <a:pt x="115" y="3400"/>
                  </a:lnTo>
                  <a:lnTo>
                    <a:pt x="230" y="4371"/>
                  </a:lnTo>
                  <a:lnTo>
                    <a:pt x="754" y="4806"/>
                  </a:lnTo>
                  <a:lnTo>
                    <a:pt x="1240" y="6173"/>
                  </a:lnTo>
                  <a:lnTo>
                    <a:pt x="1214" y="6211"/>
                  </a:lnTo>
                  <a:lnTo>
                    <a:pt x="1227" y="6250"/>
                  </a:lnTo>
                  <a:lnTo>
                    <a:pt x="1892" y="6633"/>
                  </a:lnTo>
                  <a:lnTo>
                    <a:pt x="2889" y="7132"/>
                  </a:lnTo>
                  <a:lnTo>
                    <a:pt x="3451" y="7298"/>
                  </a:lnTo>
                  <a:lnTo>
                    <a:pt x="3476" y="7311"/>
                  </a:lnTo>
                  <a:lnTo>
                    <a:pt x="3617" y="7477"/>
                  </a:lnTo>
                  <a:lnTo>
                    <a:pt x="3604" y="7106"/>
                  </a:lnTo>
                  <a:lnTo>
                    <a:pt x="3604" y="7106"/>
                  </a:lnTo>
                  <a:lnTo>
                    <a:pt x="4064" y="7592"/>
                  </a:lnTo>
                  <a:lnTo>
                    <a:pt x="4064" y="8499"/>
                  </a:lnTo>
                  <a:lnTo>
                    <a:pt x="4345" y="8806"/>
                  </a:lnTo>
                  <a:lnTo>
                    <a:pt x="4282" y="8972"/>
                  </a:lnTo>
                  <a:lnTo>
                    <a:pt x="4639" y="9010"/>
                  </a:lnTo>
                  <a:lnTo>
                    <a:pt x="4806" y="8806"/>
                  </a:lnTo>
                  <a:lnTo>
                    <a:pt x="4818" y="8780"/>
                  </a:lnTo>
                  <a:lnTo>
                    <a:pt x="4844" y="8780"/>
                  </a:lnTo>
                  <a:lnTo>
                    <a:pt x="5010" y="8768"/>
                  </a:lnTo>
                  <a:lnTo>
                    <a:pt x="5036" y="8768"/>
                  </a:lnTo>
                  <a:lnTo>
                    <a:pt x="5048" y="8780"/>
                  </a:lnTo>
                  <a:lnTo>
                    <a:pt x="5445" y="9138"/>
                  </a:lnTo>
                  <a:lnTo>
                    <a:pt x="5764" y="9010"/>
                  </a:lnTo>
                  <a:lnTo>
                    <a:pt x="5802" y="9010"/>
                  </a:lnTo>
                  <a:lnTo>
                    <a:pt x="5994" y="9062"/>
                  </a:lnTo>
                  <a:lnTo>
                    <a:pt x="6403" y="9062"/>
                  </a:lnTo>
                  <a:lnTo>
                    <a:pt x="6735" y="8729"/>
                  </a:lnTo>
                  <a:lnTo>
                    <a:pt x="6774" y="8716"/>
                  </a:lnTo>
                  <a:lnTo>
                    <a:pt x="6812" y="8716"/>
                  </a:lnTo>
                  <a:lnTo>
                    <a:pt x="7068" y="8883"/>
                  </a:lnTo>
                  <a:lnTo>
                    <a:pt x="7208" y="8793"/>
                  </a:lnTo>
                  <a:lnTo>
                    <a:pt x="7221" y="8793"/>
                  </a:lnTo>
                  <a:lnTo>
                    <a:pt x="8001" y="8589"/>
                  </a:lnTo>
                  <a:lnTo>
                    <a:pt x="8014" y="8576"/>
                  </a:lnTo>
                  <a:lnTo>
                    <a:pt x="8154" y="8589"/>
                  </a:lnTo>
                  <a:lnTo>
                    <a:pt x="8844" y="7950"/>
                  </a:lnTo>
                  <a:lnTo>
                    <a:pt x="8844" y="7937"/>
                  </a:lnTo>
                  <a:lnTo>
                    <a:pt x="8486" y="7860"/>
                  </a:lnTo>
                  <a:lnTo>
                    <a:pt x="8141" y="7681"/>
                  </a:lnTo>
                  <a:lnTo>
                    <a:pt x="8167" y="7349"/>
                  </a:lnTo>
                  <a:lnTo>
                    <a:pt x="8065" y="7272"/>
                  </a:lnTo>
                  <a:lnTo>
                    <a:pt x="8167" y="7132"/>
                  </a:lnTo>
                  <a:lnTo>
                    <a:pt x="8116" y="6697"/>
                  </a:lnTo>
                  <a:lnTo>
                    <a:pt x="7924" y="6314"/>
                  </a:lnTo>
                  <a:lnTo>
                    <a:pt x="8077" y="6135"/>
                  </a:lnTo>
                  <a:lnTo>
                    <a:pt x="8052" y="5764"/>
                  </a:lnTo>
                  <a:lnTo>
                    <a:pt x="7899" y="5764"/>
                  </a:lnTo>
                  <a:lnTo>
                    <a:pt x="7924" y="5445"/>
                  </a:lnTo>
                  <a:lnTo>
                    <a:pt x="8180" y="5291"/>
                  </a:lnTo>
                  <a:lnTo>
                    <a:pt x="8192" y="5138"/>
                  </a:lnTo>
                  <a:lnTo>
                    <a:pt x="7962" y="5036"/>
                  </a:lnTo>
                  <a:lnTo>
                    <a:pt x="7783" y="4818"/>
                  </a:lnTo>
                  <a:lnTo>
                    <a:pt x="7553" y="4665"/>
                  </a:lnTo>
                  <a:lnTo>
                    <a:pt x="7541" y="4294"/>
                  </a:lnTo>
                  <a:lnTo>
                    <a:pt x="7668" y="4039"/>
                  </a:lnTo>
                  <a:lnTo>
                    <a:pt x="7694" y="3796"/>
                  </a:lnTo>
                  <a:lnTo>
                    <a:pt x="7835" y="3579"/>
                  </a:lnTo>
                  <a:lnTo>
                    <a:pt x="7899" y="3387"/>
                  </a:lnTo>
                  <a:lnTo>
                    <a:pt x="7988" y="3298"/>
                  </a:lnTo>
                  <a:lnTo>
                    <a:pt x="8026" y="3119"/>
                  </a:lnTo>
                  <a:lnTo>
                    <a:pt x="8052" y="3106"/>
                  </a:lnTo>
                  <a:lnTo>
                    <a:pt x="6953" y="2582"/>
                  </a:lnTo>
                  <a:lnTo>
                    <a:pt x="6927" y="2556"/>
                  </a:lnTo>
                  <a:lnTo>
                    <a:pt x="6582" y="1866"/>
                  </a:lnTo>
                  <a:lnTo>
                    <a:pt x="3937" y="38"/>
                  </a:lnTo>
                  <a:lnTo>
                    <a:pt x="3655" y="38"/>
                  </a:lnTo>
                  <a:lnTo>
                    <a:pt x="3655" y="141"/>
                  </a:lnTo>
                  <a:lnTo>
                    <a:pt x="3528" y="205"/>
                  </a:lnTo>
                  <a:lnTo>
                    <a:pt x="3451" y="486"/>
                  </a:lnTo>
                  <a:lnTo>
                    <a:pt x="3336" y="1074"/>
                  </a:lnTo>
                  <a:lnTo>
                    <a:pt x="3438" y="1329"/>
                  </a:lnTo>
                  <a:lnTo>
                    <a:pt x="3157" y="1419"/>
                  </a:lnTo>
                  <a:lnTo>
                    <a:pt x="2684" y="1521"/>
                  </a:lnTo>
                  <a:lnTo>
                    <a:pt x="2441" y="1444"/>
                  </a:lnTo>
                  <a:lnTo>
                    <a:pt x="2122" y="1457"/>
                  </a:lnTo>
                  <a:lnTo>
                    <a:pt x="1828" y="1700"/>
                  </a:lnTo>
                  <a:lnTo>
                    <a:pt x="1764" y="1380"/>
                  </a:lnTo>
                  <a:lnTo>
                    <a:pt x="1713" y="1138"/>
                  </a:lnTo>
                  <a:lnTo>
                    <a:pt x="1687" y="1010"/>
                  </a:lnTo>
                  <a:lnTo>
                    <a:pt x="1687" y="984"/>
                  </a:lnTo>
                  <a:lnTo>
                    <a:pt x="1700" y="946"/>
                  </a:lnTo>
                  <a:lnTo>
                    <a:pt x="1777" y="831"/>
                  </a:lnTo>
                  <a:lnTo>
                    <a:pt x="1892" y="677"/>
                  </a:lnTo>
                  <a:lnTo>
                    <a:pt x="1892" y="371"/>
                  </a:lnTo>
                  <a:lnTo>
                    <a:pt x="1828" y="13"/>
                  </a:lnTo>
                  <a:lnTo>
                    <a:pt x="97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7" name="Google Shape;1335;p78">
              <a:extLst>
                <a:ext uri="{FF2B5EF4-FFF2-40B4-BE49-F238E27FC236}">
                  <a16:creationId xmlns:a16="http://schemas.microsoft.com/office/drawing/2014/main" id="{5EC82AEB-CEC0-5AC1-0C8B-F89D9C164D62}"/>
                </a:ext>
              </a:extLst>
            </p:cNvPr>
            <p:cNvSpPr/>
            <p:nvPr/>
          </p:nvSpPr>
          <p:spPr>
            <a:xfrm>
              <a:off x="4262425" y="3611375"/>
              <a:ext cx="54025" cy="162025"/>
            </a:xfrm>
            <a:custGeom>
              <a:avLst/>
              <a:gdLst/>
              <a:ahLst/>
              <a:cxnLst/>
              <a:rect l="l" t="t" r="r" b="b"/>
              <a:pathLst>
                <a:path w="2161" h="6481" extrusionOk="0">
                  <a:moveTo>
                    <a:pt x="422" y="0"/>
                  </a:moveTo>
                  <a:lnTo>
                    <a:pt x="422" y="64"/>
                  </a:lnTo>
                  <a:lnTo>
                    <a:pt x="639" y="307"/>
                  </a:lnTo>
                  <a:lnTo>
                    <a:pt x="742" y="422"/>
                  </a:lnTo>
                  <a:lnTo>
                    <a:pt x="780" y="499"/>
                  </a:lnTo>
                  <a:lnTo>
                    <a:pt x="793" y="601"/>
                  </a:lnTo>
                  <a:lnTo>
                    <a:pt x="793" y="754"/>
                  </a:lnTo>
                  <a:lnTo>
                    <a:pt x="780" y="1048"/>
                  </a:lnTo>
                  <a:lnTo>
                    <a:pt x="767" y="1061"/>
                  </a:lnTo>
                  <a:lnTo>
                    <a:pt x="754" y="1087"/>
                  </a:lnTo>
                  <a:lnTo>
                    <a:pt x="550" y="1278"/>
                  </a:lnTo>
                  <a:lnTo>
                    <a:pt x="435" y="2275"/>
                  </a:lnTo>
                  <a:lnTo>
                    <a:pt x="601" y="2429"/>
                  </a:lnTo>
                  <a:lnTo>
                    <a:pt x="614" y="2441"/>
                  </a:lnTo>
                  <a:lnTo>
                    <a:pt x="614" y="2467"/>
                  </a:lnTo>
                  <a:lnTo>
                    <a:pt x="614" y="2492"/>
                  </a:lnTo>
                  <a:lnTo>
                    <a:pt x="601" y="2505"/>
                  </a:lnTo>
                  <a:lnTo>
                    <a:pt x="230" y="2799"/>
                  </a:lnTo>
                  <a:lnTo>
                    <a:pt x="0" y="3247"/>
                  </a:lnTo>
                  <a:lnTo>
                    <a:pt x="167" y="3719"/>
                  </a:lnTo>
                  <a:lnTo>
                    <a:pt x="320" y="3822"/>
                  </a:lnTo>
                  <a:lnTo>
                    <a:pt x="333" y="3834"/>
                  </a:lnTo>
                  <a:lnTo>
                    <a:pt x="576" y="4180"/>
                  </a:lnTo>
                  <a:lnTo>
                    <a:pt x="1023" y="4090"/>
                  </a:lnTo>
                  <a:lnTo>
                    <a:pt x="1074" y="4103"/>
                  </a:lnTo>
                  <a:lnTo>
                    <a:pt x="1087" y="4116"/>
                  </a:lnTo>
                  <a:lnTo>
                    <a:pt x="1087" y="4128"/>
                  </a:lnTo>
                  <a:lnTo>
                    <a:pt x="1253" y="4729"/>
                  </a:lnTo>
                  <a:lnTo>
                    <a:pt x="1253" y="4767"/>
                  </a:lnTo>
                  <a:lnTo>
                    <a:pt x="1240" y="4793"/>
                  </a:lnTo>
                  <a:lnTo>
                    <a:pt x="1087" y="4908"/>
                  </a:lnTo>
                  <a:lnTo>
                    <a:pt x="1074" y="5534"/>
                  </a:lnTo>
                  <a:lnTo>
                    <a:pt x="1598" y="6416"/>
                  </a:lnTo>
                  <a:lnTo>
                    <a:pt x="1662" y="6480"/>
                  </a:lnTo>
                  <a:lnTo>
                    <a:pt x="1675" y="5688"/>
                  </a:lnTo>
                  <a:lnTo>
                    <a:pt x="1687" y="5649"/>
                  </a:lnTo>
                  <a:lnTo>
                    <a:pt x="1713" y="5637"/>
                  </a:lnTo>
                  <a:lnTo>
                    <a:pt x="2033" y="5560"/>
                  </a:lnTo>
                  <a:lnTo>
                    <a:pt x="2160" y="4512"/>
                  </a:lnTo>
                  <a:lnTo>
                    <a:pt x="2045" y="4358"/>
                  </a:lnTo>
                  <a:lnTo>
                    <a:pt x="2033" y="4346"/>
                  </a:lnTo>
                  <a:lnTo>
                    <a:pt x="1700" y="3579"/>
                  </a:lnTo>
                  <a:lnTo>
                    <a:pt x="1394" y="3451"/>
                  </a:lnTo>
                  <a:lnTo>
                    <a:pt x="1381" y="3387"/>
                  </a:lnTo>
                  <a:lnTo>
                    <a:pt x="1330" y="3374"/>
                  </a:lnTo>
                  <a:lnTo>
                    <a:pt x="1304" y="3349"/>
                  </a:lnTo>
                  <a:lnTo>
                    <a:pt x="1291" y="3323"/>
                  </a:lnTo>
                  <a:lnTo>
                    <a:pt x="1291" y="3004"/>
                  </a:lnTo>
                  <a:lnTo>
                    <a:pt x="1151" y="2339"/>
                  </a:lnTo>
                  <a:lnTo>
                    <a:pt x="1151" y="1802"/>
                  </a:lnTo>
                  <a:lnTo>
                    <a:pt x="1253" y="1700"/>
                  </a:lnTo>
                  <a:lnTo>
                    <a:pt x="1317" y="1623"/>
                  </a:lnTo>
                  <a:lnTo>
                    <a:pt x="1342" y="1572"/>
                  </a:lnTo>
                  <a:lnTo>
                    <a:pt x="1355" y="1534"/>
                  </a:lnTo>
                  <a:lnTo>
                    <a:pt x="1355" y="1521"/>
                  </a:lnTo>
                  <a:lnTo>
                    <a:pt x="1304" y="1317"/>
                  </a:lnTo>
                  <a:lnTo>
                    <a:pt x="1202" y="997"/>
                  </a:lnTo>
                  <a:lnTo>
                    <a:pt x="1074" y="575"/>
                  </a:lnTo>
                  <a:lnTo>
                    <a:pt x="1074" y="384"/>
                  </a:lnTo>
                  <a:lnTo>
                    <a:pt x="857" y="128"/>
                  </a:lnTo>
                  <a:lnTo>
                    <a:pt x="422"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8" name="Google Shape;1336;p78">
              <a:extLst>
                <a:ext uri="{FF2B5EF4-FFF2-40B4-BE49-F238E27FC236}">
                  <a16:creationId xmlns:a16="http://schemas.microsoft.com/office/drawing/2014/main" id="{F08F2359-9E4A-9B28-6ADD-7C2575A23A31}"/>
                </a:ext>
              </a:extLst>
            </p:cNvPr>
            <p:cNvSpPr/>
            <p:nvPr/>
          </p:nvSpPr>
          <p:spPr>
            <a:xfrm>
              <a:off x="3996575" y="3781025"/>
              <a:ext cx="179600" cy="187275"/>
            </a:xfrm>
            <a:custGeom>
              <a:avLst/>
              <a:gdLst/>
              <a:ahLst/>
              <a:cxnLst/>
              <a:rect l="l" t="t" r="r" b="b"/>
              <a:pathLst>
                <a:path w="7184" h="7491" extrusionOk="0">
                  <a:moveTo>
                    <a:pt x="4308" y="1"/>
                  </a:moveTo>
                  <a:lnTo>
                    <a:pt x="4155" y="129"/>
                  </a:lnTo>
                  <a:lnTo>
                    <a:pt x="4116" y="141"/>
                  </a:lnTo>
                  <a:lnTo>
                    <a:pt x="3784" y="141"/>
                  </a:lnTo>
                  <a:lnTo>
                    <a:pt x="3592" y="282"/>
                  </a:lnTo>
                  <a:lnTo>
                    <a:pt x="3567" y="295"/>
                  </a:lnTo>
                  <a:lnTo>
                    <a:pt x="3260" y="359"/>
                  </a:lnTo>
                  <a:lnTo>
                    <a:pt x="3132" y="589"/>
                  </a:lnTo>
                  <a:lnTo>
                    <a:pt x="3119" y="601"/>
                  </a:lnTo>
                  <a:lnTo>
                    <a:pt x="3081" y="614"/>
                  </a:lnTo>
                  <a:lnTo>
                    <a:pt x="2979" y="614"/>
                  </a:lnTo>
                  <a:lnTo>
                    <a:pt x="2940" y="601"/>
                  </a:lnTo>
                  <a:lnTo>
                    <a:pt x="2928" y="576"/>
                  </a:lnTo>
                  <a:lnTo>
                    <a:pt x="2800" y="218"/>
                  </a:lnTo>
                  <a:lnTo>
                    <a:pt x="1701" y="486"/>
                  </a:lnTo>
                  <a:lnTo>
                    <a:pt x="959" y="538"/>
                  </a:lnTo>
                  <a:lnTo>
                    <a:pt x="921" y="3503"/>
                  </a:lnTo>
                  <a:lnTo>
                    <a:pt x="921" y="3528"/>
                  </a:lnTo>
                  <a:lnTo>
                    <a:pt x="908" y="3541"/>
                  </a:lnTo>
                  <a:lnTo>
                    <a:pt x="896" y="3554"/>
                  </a:lnTo>
                  <a:lnTo>
                    <a:pt x="870" y="3567"/>
                  </a:lnTo>
                  <a:lnTo>
                    <a:pt x="90" y="3554"/>
                  </a:lnTo>
                  <a:lnTo>
                    <a:pt x="1" y="5752"/>
                  </a:lnTo>
                  <a:lnTo>
                    <a:pt x="410" y="6276"/>
                  </a:lnTo>
                  <a:lnTo>
                    <a:pt x="423" y="6302"/>
                  </a:lnTo>
                  <a:lnTo>
                    <a:pt x="461" y="6723"/>
                  </a:lnTo>
                  <a:lnTo>
                    <a:pt x="499" y="6953"/>
                  </a:lnTo>
                  <a:lnTo>
                    <a:pt x="499" y="6992"/>
                  </a:lnTo>
                  <a:lnTo>
                    <a:pt x="423" y="7145"/>
                  </a:lnTo>
                  <a:lnTo>
                    <a:pt x="589" y="7490"/>
                  </a:lnTo>
                  <a:lnTo>
                    <a:pt x="1215" y="7490"/>
                  </a:lnTo>
                  <a:lnTo>
                    <a:pt x="1215" y="7452"/>
                  </a:lnTo>
                  <a:lnTo>
                    <a:pt x="1215" y="7426"/>
                  </a:lnTo>
                  <a:lnTo>
                    <a:pt x="1241" y="7401"/>
                  </a:lnTo>
                  <a:lnTo>
                    <a:pt x="1381" y="7286"/>
                  </a:lnTo>
                  <a:lnTo>
                    <a:pt x="1407" y="7132"/>
                  </a:lnTo>
                  <a:lnTo>
                    <a:pt x="1420" y="7107"/>
                  </a:lnTo>
                  <a:lnTo>
                    <a:pt x="1432" y="7094"/>
                  </a:lnTo>
                  <a:lnTo>
                    <a:pt x="1573" y="7005"/>
                  </a:lnTo>
                  <a:lnTo>
                    <a:pt x="1573" y="6992"/>
                  </a:lnTo>
                  <a:lnTo>
                    <a:pt x="1829" y="6877"/>
                  </a:lnTo>
                  <a:lnTo>
                    <a:pt x="2186" y="6404"/>
                  </a:lnTo>
                  <a:lnTo>
                    <a:pt x="2212" y="6391"/>
                  </a:lnTo>
                  <a:lnTo>
                    <a:pt x="2238" y="6391"/>
                  </a:lnTo>
                  <a:lnTo>
                    <a:pt x="3247" y="6532"/>
                  </a:lnTo>
                  <a:lnTo>
                    <a:pt x="3912" y="6544"/>
                  </a:lnTo>
                  <a:lnTo>
                    <a:pt x="4270" y="6378"/>
                  </a:lnTo>
                  <a:lnTo>
                    <a:pt x="4449" y="5918"/>
                  </a:lnTo>
                  <a:lnTo>
                    <a:pt x="4461" y="5893"/>
                  </a:lnTo>
                  <a:lnTo>
                    <a:pt x="4500" y="5880"/>
                  </a:lnTo>
                  <a:lnTo>
                    <a:pt x="4615" y="5880"/>
                  </a:lnTo>
                  <a:lnTo>
                    <a:pt x="5318" y="5254"/>
                  </a:lnTo>
                  <a:lnTo>
                    <a:pt x="5318" y="4857"/>
                  </a:lnTo>
                  <a:lnTo>
                    <a:pt x="5318" y="4832"/>
                  </a:lnTo>
                  <a:lnTo>
                    <a:pt x="5330" y="4819"/>
                  </a:lnTo>
                  <a:lnTo>
                    <a:pt x="5356" y="4806"/>
                  </a:lnTo>
                  <a:lnTo>
                    <a:pt x="5369" y="4793"/>
                  </a:lnTo>
                  <a:lnTo>
                    <a:pt x="5561" y="4806"/>
                  </a:lnTo>
                  <a:lnTo>
                    <a:pt x="6059" y="4397"/>
                  </a:lnTo>
                  <a:lnTo>
                    <a:pt x="6187" y="4027"/>
                  </a:lnTo>
                  <a:lnTo>
                    <a:pt x="6212" y="3988"/>
                  </a:lnTo>
                  <a:lnTo>
                    <a:pt x="6711" y="3988"/>
                  </a:lnTo>
                  <a:lnTo>
                    <a:pt x="7184" y="3771"/>
                  </a:lnTo>
                  <a:lnTo>
                    <a:pt x="6851" y="3413"/>
                  </a:lnTo>
                  <a:lnTo>
                    <a:pt x="6404" y="3400"/>
                  </a:lnTo>
                  <a:lnTo>
                    <a:pt x="6378" y="3400"/>
                  </a:lnTo>
                  <a:lnTo>
                    <a:pt x="6353" y="3388"/>
                  </a:lnTo>
                  <a:lnTo>
                    <a:pt x="6148" y="3132"/>
                  </a:lnTo>
                  <a:lnTo>
                    <a:pt x="6136" y="3094"/>
                  </a:lnTo>
                  <a:lnTo>
                    <a:pt x="6148" y="2416"/>
                  </a:lnTo>
                  <a:lnTo>
                    <a:pt x="5701" y="2135"/>
                  </a:lnTo>
                  <a:lnTo>
                    <a:pt x="5292" y="1828"/>
                  </a:lnTo>
                  <a:lnTo>
                    <a:pt x="5267" y="1803"/>
                  </a:lnTo>
                  <a:lnTo>
                    <a:pt x="5267" y="1777"/>
                  </a:lnTo>
                  <a:lnTo>
                    <a:pt x="5267" y="1624"/>
                  </a:lnTo>
                  <a:lnTo>
                    <a:pt x="4385" y="192"/>
                  </a:lnTo>
                  <a:lnTo>
                    <a:pt x="4385" y="180"/>
                  </a:lnTo>
                  <a:lnTo>
                    <a:pt x="4346" y="39"/>
                  </a:lnTo>
                  <a:lnTo>
                    <a:pt x="430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9" name="Google Shape;1337;p78">
              <a:extLst>
                <a:ext uri="{FF2B5EF4-FFF2-40B4-BE49-F238E27FC236}">
                  <a16:creationId xmlns:a16="http://schemas.microsoft.com/office/drawing/2014/main" id="{94254A8A-3F04-9901-8FB8-43AE931F79B6}"/>
                </a:ext>
              </a:extLst>
            </p:cNvPr>
            <p:cNvSpPr/>
            <p:nvPr/>
          </p:nvSpPr>
          <p:spPr>
            <a:xfrm>
              <a:off x="4275850" y="3094725"/>
              <a:ext cx="301325" cy="238375"/>
            </a:xfrm>
            <a:custGeom>
              <a:avLst/>
              <a:gdLst/>
              <a:ahLst/>
              <a:cxnLst/>
              <a:rect l="l" t="t" r="r" b="b"/>
              <a:pathLst>
                <a:path w="12053" h="9535" extrusionOk="0">
                  <a:moveTo>
                    <a:pt x="3732" y="0"/>
                  </a:moveTo>
                  <a:lnTo>
                    <a:pt x="3528" y="371"/>
                  </a:lnTo>
                  <a:lnTo>
                    <a:pt x="3502" y="396"/>
                  </a:lnTo>
                  <a:lnTo>
                    <a:pt x="3464" y="396"/>
                  </a:lnTo>
                  <a:lnTo>
                    <a:pt x="3055" y="307"/>
                  </a:lnTo>
                  <a:lnTo>
                    <a:pt x="2582" y="460"/>
                  </a:lnTo>
                  <a:lnTo>
                    <a:pt x="2582" y="946"/>
                  </a:lnTo>
                  <a:lnTo>
                    <a:pt x="2569" y="971"/>
                  </a:lnTo>
                  <a:lnTo>
                    <a:pt x="2275" y="1662"/>
                  </a:lnTo>
                  <a:lnTo>
                    <a:pt x="2250" y="1687"/>
                  </a:lnTo>
                  <a:lnTo>
                    <a:pt x="1968" y="1828"/>
                  </a:lnTo>
                  <a:lnTo>
                    <a:pt x="1828" y="2211"/>
                  </a:lnTo>
                  <a:lnTo>
                    <a:pt x="1815" y="2237"/>
                  </a:lnTo>
                  <a:lnTo>
                    <a:pt x="1547" y="2480"/>
                  </a:lnTo>
                  <a:lnTo>
                    <a:pt x="1534" y="3361"/>
                  </a:lnTo>
                  <a:lnTo>
                    <a:pt x="1534" y="3387"/>
                  </a:lnTo>
                  <a:lnTo>
                    <a:pt x="1508" y="3412"/>
                  </a:lnTo>
                  <a:lnTo>
                    <a:pt x="1112" y="3579"/>
                  </a:lnTo>
                  <a:lnTo>
                    <a:pt x="1112" y="4013"/>
                  </a:lnTo>
                  <a:lnTo>
                    <a:pt x="1099" y="4052"/>
                  </a:lnTo>
                  <a:lnTo>
                    <a:pt x="959" y="4243"/>
                  </a:lnTo>
                  <a:lnTo>
                    <a:pt x="946" y="5202"/>
                  </a:lnTo>
                  <a:lnTo>
                    <a:pt x="933" y="5227"/>
                  </a:lnTo>
                  <a:lnTo>
                    <a:pt x="908" y="5253"/>
                  </a:lnTo>
                  <a:lnTo>
                    <a:pt x="639" y="5368"/>
                  </a:lnTo>
                  <a:lnTo>
                    <a:pt x="601" y="5368"/>
                  </a:lnTo>
                  <a:lnTo>
                    <a:pt x="435" y="5304"/>
                  </a:lnTo>
                  <a:lnTo>
                    <a:pt x="243" y="5355"/>
                  </a:lnTo>
                  <a:lnTo>
                    <a:pt x="0" y="5713"/>
                  </a:lnTo>
                  <a:lnTo>
                    <a:pt x="90" y="5854"/>
                  </a:lnTo>
                  <a:lnTo>
                    <a:pt x="550" y="6007"/>
                  </a:lnTo>
                  <a:lnTo>
                    <a:pt x="575" y="6020"/>
                  </a:lnTo>
                  <a:lnTo>
                    <a:pt x="1508" y="6761"/>
                  </a:lnTo>
                  <a:lnTo>
                    <a:pt x="1521" y="6774"/>
                  </a:lnTo>
                  <a:lnTo>
                    <a:pt x="1521" y="6799"/>
                  </a:lnTo>
                  <a:lnTo>
                    <a:pt x="1521" y="7055"/>
                  </a:lnTo>
                  <a:lnTo>
                    <a:pt x="1713" y="7758"/>
                  </a:lnTo>
                  <a:lnTo>
                    <a:pt x="2237" y="7873"/>
                  </a:lnTo>
                  <a:lnTo>
                    <a:pt x="2262" y="7886"/>
                  </a:lnTo>
                  <a:lnTo>
                    <a:pt x="2275" y="7924"/>
                  </a:lnTo>
                  <a:lnTo>
                    <a:pt x="2275" y="8231"/>
                  </a:lnTo>
                  <a:lnTo>
                    <a:pt x="2799" y="8359"/>
                  </a:lnTo>
                  <a:lnTo>
                    <a:pt x="2825" y="8359"/>
                  </a:lnTo>
                  <a:lnTo>
                    <a:pt x="3310" y="8627"/>
                  </a:lnTo>
                  <a:lnTo>
                    <a:pt x="3323" y="8640"/>
                  </a:lnTo>
                  <a:lnTo>
                    <a:pt x="3796" y="9100"/>
                  </a:lnTo>
                  <a:lnTo>
                    <a:pt x="3809" y="9113"/>
                  </a:lnTo>
                  <a:lnTo>
                    <a:pt x="4090" y="9522"/>
                  </a:lnTo>
                  <a:lnTo>
                    <a:pt x="5240" y="9534"/>
                  </a:lnTo>
                  <a:lnTo>
                    <a:pt x="5432" y="9036"/>
                  </a:lnTo>
                  <a:lnTo>
                    <a:pt x="5458" y="9010"/>
                  </a:lnTo>
                  <a:lnTo>
                    <a:pt x="5483" y="8998"/>
                  </a:lnTo>
                  <a:lnTo>
                    <a:pt x="6135" y="8908"/>
                  </a:lnTo>
                  <a:lnTo>
                    <a:pt x="6301" y="8806"/>
                  </a:lnTo>
                  <a:lnTo>
                    <a:pt x="6339" y="8793"/>
                  </a:lnTo>
                  <a:lnTo>
                    <a:pt x="6365" y="8806"/>
                  </a:lnTo>
                  <a:lnTo>
                    <a:pt x="6723" y="9023"/>
                  </a:lnTo>
                  <a:lnTo>
                    <a:pt x="7093" y="9023"/>
                  </a:lnTo>
                  <a:lnTo>
                    <a:pt x="7247" y="8831"/>
                  </a:lnTo>
                  <a:lnTo>
                    <a:pt x="7272" y="8819"/>
                  </a:lnTo>
                  <a:lnTo>
                    <a:pt x="7298" y="8806"/>
                  </a:lnTo>
                  <a:lnTo>
                    <a:pt x="7528" y="8870"/>
                  </a:lnTo>
                  <a:lnTo>
                    <a:pt x="8039" y="8806"/>
                  </a:lnTo>
                  <a:lnTo>
                    <a:pt x="8653" y="8295"/>
                  </a:lnTo>
                  <a:lnTo>
                    <a:pt x="8691" y="8282"/>
                  </a:lnTo>
                  <a:lnTo>
                    <a:pt x="9624" y="8295"/>
                  </a:lnTo>
                  <a:lnTo>
                    <a:pt x="12052" y="5649"/>
                  </a:lnTo>
                  <a:lnTo>
                    <a:pt x="11426" y="5636"/>
                  </a:lnTo>
                  <a:lnTo>
                    <a:pt x="11413" y="5636"/>
                  </a:lnTo>
                  <a:lnTo>
                    <a:pt x="8231" y="4524"/>
                  </a:lnTo>
                  <a:lnTo>
                    <a:pt x="8205" y="4512"/>
                  </a:lnTo>
                  <a:lnTo>
                    <a:pt x="8193" y="4473"/>
                  </a:lnTo>
                  <a:lnTo>
                    <a:pt x="8205" y="4179"/>
                  </a:lnTo>
                  <a:lnTo>
                    <a:pt x="7771" y="3655"/>
                  </a:lnTo>
                  <a:lnTo>
                    <a:pt x="7758" y="3630"/>
                  </a:lnTo>
                  <a:lnTo>
                    <a:pt x="7707" y="3412"/>
                  </a:lnTo>
                  <a:lnTo>
                    <a:pt x="7707" y="3387"/>
                  </a:lnTo>
                  <a:lnTo>
                    <a:pt x="7809" y="3144"/>
                  </a:lnTo>
                  <a:lnTo>
                    <a:pt x="7426" y="3055"/>
                  </a:lnTo>
                  <a:lnTo>
                    <a:pt x="7324" y="3208"/>
                  </a:lnTo>
                  <a:lnTo>
                    <a:pt x="7311" y="3234"/>
                  </a:lnTo>
                  <a:lnTo>
                    <a:pt x="7157" y="3323"/>
                  </a:lnTo>
                  <a:lnTo>
                    <a:pt x="7132" y="3336"/>
                  </a:lnTo>
                  <a:lnTo>
                    <a:pt x="7106" y="3323"/>
                  </a:lnTo>
                  <a:lnTo>
                    <a:pt x="7081" y="3310"/>
                  </a:lnTo>
                  <a:lnTo>
                    <a:pt x="7081" y="3285"/>
                  </a:lnTo>
                  <a:lnTo>
                    <a:pt x="6953" y="2646"/>
                  </a:lnTo>
                  <a:lnTo>
                    <a:pt x="6953" y="2620"/>
                  </a:lnTo>
                  <a:lnTo>
                    <a:pt x="7349" y="1879"/>
                  </a:lnTo>
                  <a:lnTo>
                    <a:pt x="7157" y="1598"/>
                  </a:lnTo>
                  <a:lnTo>
                    <a:pt x="6301" y="1201"/>
                  </a:lnTo>
                  <a:lnTo>
                    <a:pt x="6301" y="1189"/>
                  </a:lnTo>
                  <a:lnTo>
                    <a:pt x="4550" y="77"/>
                  </a:lnTo>
                  <a:lnTo>
                    <a:pt x="4052" y="77"/>
                  </a:lnTo>
                  <a:lnTo>
                    <a:pt x="4026" y="64"/>
                  </a:lnTo>
                  <a:lnTo>
                    <a:pt x="4013" y="51"/>
                  </a:lnTo>
                  <a:lnTo>
                    <a:pt x="4001" y="38"/>
                  </a:lnTo>
                  <a:lnTo>
                    <a:pt x="4001" y="13"/>
                  </a:lnTo>
                  <a:lnTo>
                    <a:pt x="400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0" name="Google Shape;1338;p78">
              <a:extLst>
                <a:ext uri="{FF2B5EF4-FFF2-40B4-BE49-F238E27FC236}">
                  <a16:creationId xmlns:a16="http://schemas.microsoft.com/office/drawing/2014/main" id="{DAEFE8F0-6A3D-5229-C688-381B7ACFF179}"/>
                </a:ext>
              </a:extLst>
            </p:cNvPr>
            <p:cNvSpPr/>
            <p:nvPr/>
          </p:nvSpPr>
          <p:spPr>
            <a:xfrm>
              <a:off x="4042275" y="3581025"/>
              <a:ext cx="237100" cy="300350"/>
            </a:xfrm>
            <a:custGeom>
              <a:avLst/>
              <a:gdLst/>
              <a:ahLst/>
              <a:cxnLst/>
              <a:rect l="l" t="t" r="r" b="b"/>
              <a:pathLst>
                <a:path w="9484" h="12014" extrusionOk="0">
                  <a:moveTo>
                    <a:pt x="6659" y="2147"/>
                  </a:moveTo>
                  <a:lnTo>
                    <a:pt x="6608" y="2454"/>
                  </a:lnTo>
                  <a:lnTo>
                    <a:pt x="6378" y="2582"/>
                  </a:lnTo>
                  <a:lnTo>
                    <a:pt x="6263" y="2416"/>
                  </a:lnTo>
                  <a:lnTo>
                    <a:pt x="6493" y="2147"/>
                  </a:lnTo>
                  <a:close/>
                  <a:moveTo>
                    <a:pt x="6710" y="0"/>
                  </a:moveTo>
                  <a:lnTo>
                    <a:pt x="6570" y="77"/>
                  </a:lnTo>
                  <a:lnTo>
                    <a:pt x="6544" y="90"/>
                  </a:lnTo>
                  <a:lnTo>
                    <a:pt x="5918" y="77"/>
                  </a:lnTo>
                  <a:lnTo>
                    <a:pt x="5854" y="192"/>
                  </a:lnTo>
                  <a:lnTo>
                    <a:pt x="5956" y="243"/>
                  </a:lnTo>
                  <a:lnTo>
                    <a:pt x="6007" y="256"/>
                  </a:lnTo>
                  <a:lnTo>
                    <a:pt x="5995" y="371"/>
                  </a:lnTo>
                  <a:lnTo>
                    <a:pt x="5995" y="460"/>
                  </a:lnTo>
                  <a:lnTo>
                    <a:pt x="6007" y="537"/>
                  </a:lnTo>
                  <a:lnTo>
                    <a:pt x="5995" y="588"/>
                  </a:lnTo>
                  <a:lnTo>
                    <a:pt x="5982" y="626"/>
                  </a:lnTo>
                  <a:lnTo>
                    <a:pt x="5931" y="677"/>
                  </a:lnTo>
                  <a:lnTo>
                    <a:pt x="5892" y="729"/>
                  </a:lnTo>
                  <a:lnTo>
                    <a:pt x="5777" y="818"/>
                  </a:lnTo>
                  <a:lnTo>
                    <a:pt x="5701" y="895"/>
                  </a:lnTo>
                  <a:lnTo>
                    <a:pt x="5611" y="984"/>
                  </a:lnTo>
                  <a:lnTo>
                    <a:pt x="5509" y="1112"/>
                  </a:lnTo>
                  <a:lnTo>
                    <a:pt x="5624" y="1291"/>
                  </a:lnTo>
                  <a:lnTo>
                    <a:pt x="5624" y="1329"/>
                  </a:lnTo>
                  <a:lnTo>
                    <a:pt x="5522" y="1994"/>
                  </a:lnTo>
                  <a:lnTo>
                    <a:pt x="5522" y="2007"/>
                  </a:lnTo>
                  <a:lnTo>
                    <a:pt x="5253" y="2595"/>
                  </a:lnTo>
                  <a:lnTo>
                    <a:pt x="5164" y="2722"/>
                  </a:lnTo>
                  <a:lnTo>
                    <a:pt x="5407" y="3131"/>
                  </a:lnTo>
                  <a:lnTo>
                    <a:pt x="5637" y="3157"/>
                  </a:lnTo>
                  <a:lnTo>
                    <a:pt x="5662" y="3170"/>
                  </a:lnTo>
                  <a:lnTo>
                    <a:pt x="5688" y="3182"/>
                  </a:lnTo>
                  <a:lnTo>
                    <a:pt x="5803" y="3413"/>
                  </a:lnTo>
                  <a:lnTo>
                    <a:pt x="6110" y="3476"/>
                  </a:lnTo>
                  <a:lnTo>
                    <a:pt x="6263" y="3349"/>
                  </a:lnTo>
                  <a:lnTo>
                    <a:pt x="6301" y="3336"/>
                  </a:lnTo>
                  <a:lnTo>
                    <a:pt x="6327" y="3336"/>
                  </a:lnTo>
                  <a:lnTo>
                    <a:pt x="6353" y="3361"/>
                  </a:lnTo>
                  <a:lnTo>
                    <a:pt x="6365" y="3387"/>
                  </a:lnTo>
                  <a:lnTo>
                    <a:pt x="6353" y="4141"/>
                  </a:lnTo>
                  <a:lnTo>
                    <a:pt x="6340" y="4167"/>
                  </a:lnTo>
                  <a:lnTo>
                    <a:pt x="6250" y="4320"/>
                  </a:lnTo>
                  <a:lnTo>
                    <a:pt x="6238" y="4333"/>
                  </a:lnTo>
                  <a:lnTo>
                    <a:pt x="6225" y="4346"/>
                  </a:lnTo>
                  <a:lnTo>
                    <a:pt x="6199" y="4346"/>
                  </a:lnTo>
                  <a:lnTo>
                    <a:pt x="6174" y="4333"/>
                  </a:lnTo>
                  <a:lnTo>
                    <a:pt x="6020" y="4230"/>
                  </a:lnTo>
                  <a:lnTo>
                    <a:pt x="5956" y="4269"/>
                  </a:lnTo>
                  <a:lnTo>
                    <a:pt x="5944" y="4282"/>
                  </a:lnTo>
                  <a:lnTo>
                    <a:pt x="5816" y="4333"/>
                  </a:lnTo>
                  <a:lnTo>
                    <a:pt x="5790" y="4346"/>
                  </a:lnTo>
                  <a:lnTo>
                    <a:pt x="5765" y="4333"/>
                  </a:lnTo>
                  <a:lnTo>
                    <a:pt x="5752" y="4320"/>
                  </a:lnTo>
                  <a:lnTo>
                    <a:pt x="5177" y="3591"/>
                  </a:lnTo>
                  <a:lnTo>
                    <a:pt x="4857" y="3476"/>
                  </a:lnTo>
                  <a:lnTo>
                    <a:pt x="4512" y="3387"/>
                  </a:lnTo>
                  <a:lnTo>
                    <a:pt x="4499" y="3387"/>
                  </a:lnTo>
                  <a:lnTo>
                    <a:pt x="4487" y="3361"/>
                  </a:lnTo>
                  <a:lnTo>
                    <a:pt x="4180" y="2799"/>
                  </a:lnTo>
                  <a:lnTo>
                    <a:pt x="4116" y="2748"/>
                  </a:lnTo>
                  <a:lnTo>
                    <a:pt x="4026" y="2978"/>
                  </a:lnTo>
                  <a:lnTo>
                    <a:pt x="4001" y="3004"/>
                  </a:lnTo>
                  <a:lnTo>
                    <a:pt x="3975" y="3016"/>
                  </a:lnTo>
                  <a:lnTo>
                    <a:pt x="3643" y="3016"/>
                  </a:lnTo>
                  <a:lnTo>
                    <a:pt x="2953" y="2914"/>
                  </a:lnTo>
                  <a:lnTo>
                    <a:pt x="2927" y="2914"/>
                  </a:lnTo>
                  <a:lnTo>
                    <a:pt x="2915" y="2889"/>
                  </a:lnTo>
                  <a:lnTo>
                    <a:pt x="2672" y="2543"/>
                  </a:lnTo>
                  <a:lnTo>
                    <a:pt x="2544" y="2467"/>
                  </a:lnTo>
                  <a:lnTo>
                    <a:pt x="2058" y="2543"/>
                  </a:lnTo>
                  <a:lnTo>
                    <a:pt x="2020" y="2543"/>
                  </a:lnTo>
                  <a:lnTo>
                    <a:pt x="1994" y="2505"/>
                  </a:lnTo>
                  <a:lnTo>
                    <a:pt x="1892" y="2147"/>
                  </a:lnTo>
                  <a:lnTo>
                    <a:pt x="1777" y="2198"/>
                  </a:lnTo>
                  <a:lnTo>
                    <a:pt x="1751" y="2211"/>
                  </a:lnTo>
                  <a:lnTo>
                    <a:pt x="1739" y="2211"/>
                  </a:lnTo>
                  <a:lnTo>
                    <a:pt x="1713" y="3809"/>
                  </a:lnTo>
                  <a:lnTo>
                    <a:pt x="1713" y="3834"/>
                  </a:lnTo>
                  <a:lnTo>
                    <a:pt x="1700" y="3847"/>
                  </a:lnTo>
                  <a:lnTo>
                    <a:pt x="1688" y="3860"/>
                  </a:lnTo>
                  <a:lnTo>
                    <a:pt x="1662" y="3873"/>
                  </a:lnTo>
                  <a:lnTo>
                    <a:pt x="154" y="3847"/>
                  </a:lnTo>
                  <a:lnTo>
                    <a:pt x="1" y="6723"/>
                  </a:lnTo>
                  <a:lnTo>
                    <a:pt x="179" y="6940"/>
                  </a:lnTo>
                  <a:lnTo>
                    <a:pt x="192" y="6978"/>
                  </a:lnTo>
                  <a:lnTo>
                    <a:pt x="192" y="7170"/>
                  </a:lnTo>
                  <a:lnTo>
                    <a:pt x="857" y="7720"/>
                  </a:lnTo>
                  <a:lnTo>
                    <a:pt x="2199" y="7592"/>
                  </a:lnTo>
                  <a:lnTo>
                    <a:pt x="2224" y="7605"/>
                  </a:lnTo>
                  <a:lnTo>
                    <a:pt x="2250" y="7617"/>
                  </a:lnTo>
                  <a:lnTo>
                    <a:pt x="2595" y="7962"/>
                  </a:lnTo>
                  <a:lnTo>
                    <a:pt x="3924" y="7975"/>
                  </a:lnTo>
                  <a:lnTo>
                    <a:pt x="4103" y="7835"/>
                  </a:lnTo>
                  <a:lnTo>
                    <a:pt x="4103" y="7592"/>
                  </a:lnTo>
                  <a:lnTo>
                    <a:pt x="4116" y="7566"/>
                  </a:lnTo>
                  <a:lnTo>
                    <a:pt x="4129" y="7553"/>
                  </a:lnTo>
                  <a:lnTo>
                    <a:pt x="4806" y="7029"/>
                  </a:lnTo>
                  <a:lnTo>
                    <a:pt x="4832" y="7017"/>
                  </a:lnTo>
                  <a:lnTo>
                    <a:pt x="5356" y="6991"/>
                  </a:lnTo>
                  <a:lnTo>
                    <a:pt x="5445" y="6659"/>
                  </a:lnTo>
                  <a:lnTo>
                    <a:pt x="5650" y="6275"/>
                  </a:lnTo>
                  <a:lnTo>
                    <a:pt x="5675" y="6250"/>
                  </a:lnTo>
                  <a:lnTo>
                    <a:pt x="5701" y="6237"/>
                  </a:lnTo>
                  <a:lnTo>
                    <a:pt x="6646" y="6250"/>
                  </a:lnTo>
                  <a:lnTo>
                    <a:pt x="6646" y="5815"/>
                  </a:lnTo>
                  <a:lnTo>
                    <a:pt x="6659" y="5790"/>
                  </a:lnTo>
                  <a:lnTo>
                    <a:pt x="6685" y="5764"/>
                  </a:lnTo>
                  <a:lnTo>
                    <a:pt x="8858" y="4933"/>
                  </a:lnTo>
                  <a:lnTo>
                    <a:pt x="8691" y="4473"/>
                  </a:lnTo>
                  <a:lnTo>
                    <a:pt x="8691" y="4448"/>
                  </a:lnTo>
                  <a:lnTo>
                    <a:pt x="8691" y="4435"/>
                  </a:lnTo>
                  <a:lnTo>
                    <a:pt x="8947" y="3962"/>
                  </a:lnTo>
                  <a:lnTo>
                    <a:pt x="8960" y="3937"/>
                  </a:lnTo>
                  <a:lnTo>
                    <a:pt x="9292" y="3681"/>
                  </a:lnTo>
                  <a:lnTo>
                    <a:pt x="9139" y="3553"/>
                  </a:lnTo>
                  <a:lnTo>
                    <a:pt x="9126" y="3528"/>
                  </a:lnTo>
                  <a:lnTo>
                    <a:pt x="9126" y="3502"/>
                  </a:lnTo>
                  <a:lnTo>
                    <a:pt x="9254" y="2454"/>
                  </a:lnTo>
                  <a:lnTo>
                    <a:pt x="9267" y="2416"/>
                  </a:lnTo>
                  <a:lnTo>
                    <a:pt x="9471" y="2237"/>
                  </a:lnTo>
                  <a:lnTo>
                    <a:pt x="9484" y="1917"/>
                  </a:lnTo>
                  <a:lnTo>
                    <a:pt x="9484" y="1738"/>
                  </a:lnTo>
                  <a:lnTo>
                    <a:pt x="9445" y="1687"/>
                  </a:lnTo>
                  <a:lnTo>
                    <a:pt x="9356" y="1585"/>
                  </a:lnTo>
                  <a:lnTo>
                    <a:pt x="9139" y="1329"/>
                  </a:lnTo>
                  <a:lnTo>
                    <a:pt x="9113" y="1291"/>
                  </a:lnTo>
                  <a:lnTo>
                    <a:pt x="9113" y="1176"/>
                  </a:lnTo>
                  <a:lnTo>
                    <a:pt x="9100" y="1176"/>
                  </a:lnTo>
                  <a:lnTo>
                    <a:pt x="8103" y="677"/>
                  </a:lnTo>
                  <a:lnTo>
                    <a:pt x="8103" y="665"/>
                  </a:lnTo>
                  <a:lnTo>
                    <a:pt x="7426" y="281"/>
                  </a:lnTo>
                  <a:lnTo>
                    <a:pt x="7388" y="256"/>
                  </a:lnTo>
                  <a:lnTo>
                    <a:pt x="7107" y="166"/>
                  </a:lnTo>
                  <a:lnTo>
                    <a:pt x="7068" y="102"/>
                  </a:lnTo>
                  <a:lnTo>
                    <a:pt x="6953" y="38"/>
                  </a:lnTo>
                  <a:lnTo>
                    <a:pt x="6710" y="0"/>
                  </a:lnTo>
                  <a:close/>
                  <a:moveTo>
                    <a:pt x="5739" y="6352"/>
                  </a:moveTo>
                  <a:lnTo>
                    <a:pt x="5547" y="6697"/>
                  </a:lnTo>
                  <a:lnTo>
                    <a:pt x="5445" y="7055"/>
                  </a:lnTo>
                  <a:lnTo>
                    <a:pt x="5432" y="7081"/>
                  </a:lnTo>
                  <a:lnTo>
                    <a:pt x="5394" y="7093"/>
                  </a:lnTo>
                  <a:lnTo>
                    <a:pt x="4857" y="7132"/>
                  </a:lnTo>
                  <a:lnTo>
                    <a:pt x="4218" y="7617"/>
                  </a:lnTo>
                  <a:lnTo>
                    <a:pt x="4218" y="7860"/>
                  </a:lnTo>
                  <a:lnTo>
                    <a:pt x="4205" y="7873"/>
                  </a:lnTo>
                  <a:lnTo>
                    <a:pt x="4193" y="7899"/>
                  </a:lnTo>
                  <a:lnTo>
                    <a:pt x="3988" y="8077"/>
                  </a:lnTo>
                  <a:lnTo>
                    <a:pt x="3950" y="8090"/>
                  </a:lnTo>
                  <a:lnTo>
                    <a:pt x="2646" y="8065"/>
                  </a:lnTo>
                  <a:lnTo>
                    <a:pt x="2659" y="8154"/>
                  </a:lnTo>
                  <a:lnTo>
                    <a:pt x="3541" y="9573"/>
                  </a:lnTo>
                  <a:lnTo>
                    <a:pt x="3554" y="9611"/>
                  </a:lnTo>
                  <a:lnTo>
                    <a:pt x="3554" y="9752"/>
                  </a:lnTo>
                  <a:lnTo>
                    <a:pt x="3937" y="10046"/>
                  </a:lnTo>
                  <a:lnTo>
                    <a:pt x="4410" y="10340"/>
                  </a:lnTo>
                  <a:lnTo>
                    <a:pt x="4423" y="10352"/>
                  </a:lnTo>
                  <a:lnTo>
                    <a:pt x="4435" y="10378"/>
                  </a:lnTo>
                  <a:lnTo>
                    <a:pt x="4423" y="11081"/>
                  </a:lnTo>
                  <a:lnTo>
                    <a:pt x="4602" y="11298"/>
                  </a:lnTo>
                  <a:lnTo>
                    <a:pt x="5049" y="11311"/>
                  </a:lnTo>
                  <a:lnTo>
                    <a:pt x="5074" y="11311"/>
                  </a:lnTo>
                  <a:lnTo>
                    <a:pt x="5087" y="11324"/>
                  </a:lnTo>
                  <a:lnTo>
                    <a:pt x="5471" y="11733"/>
                  </a:lnTo>
                  <a:lnTo>
                    <a:pt x="7055" y="12014"/>
                  </a:lnTo>
                  <a:lnTo>
                    <a:pt x="7490" y="11375"/>
                  </a:lnTo>
                  <a:lnTo>
                    <a:pt x="7503" y="11362"/>
                  </a:lnTo>
                  <a:lnTo>
                    <a:pt x="7822" y="11132"/>
                  </a:lnTo>
                  <a:lnTo>
                    <a:pt x="8014" y="10455"/>
                  </a:lnTo>
                  <a:lnTo>
                    <a:pt x="8027" y="10429"/>
                  </a:lnTo>
                  <a:lnTo>
                    <a:pt x="8372" y="10110"/>
                  </a:lnTo>
                  <a:lnTo>
                    <a:pt x="8423" y="9943"/>
                  </a:lnTo>
                  <a:lnTo>
                    <a:pt x="8346" y="9854"/>
                  </a:lnTo>
                  <a:lnTo>
                    <a:pt x="8334" y="9816"/>
                  </a:lnTo>
                  <a:lnTo>
                    <a:pt x="8346" y="9381"/>
                  </a:lnTo>
                  <a:lnTo>
                    <a:pt x="8295" y="9177"/>
                  </a:lnTo>
                  <a:lnTo>
                    <a:pt x="8308" y="9151"/>
                  </a:lnTo>
                  <a:lnTo>
                    <a:pt x="8321" y="9125"/>
                  </a:lnTo>
                  <a:lnTo>
                    <a:pt x="8461" y="8998"/>
                  </a:lnTo>
                  <a:lnTo>
                    <a:pt x="8589" y="8691"/>
                  </a:lnTo>
                  <a:lnTo>
                    <a:pt x="8640" y="8090"/>
                  </a:lnTo>
                  <a:lnTo>
                    <a:pt x="8666" y="7886"/>
                  </a:lnTo>
                  <a:lnTo>
                    <a:pt x="8576" y="7579"/>
                  </a:lnTo>
                  <a:lnTo>
                    <a:pt x="8576" y="7566"/>
                  </a:lnTo>
                  <a:lnTo>
                    <a:pt x="8576" y="7311"/>
                  </a:lnTo>
                  <a:lnTo>
                    <a:pt x="8474" y="7093"/>
                  </a:lnTo>
                  <a:lnTo>
                    <a:pt x="7963" y="7029"/>
                  </a:lnTo>
                  <a:lnTo>
                    <a:pt x="7937" y="7017"/>
                  </a:lnTo>
                  <a:lnTo>
                    <a:pt x="7925" y="6991"/>
                  </a:lnTo>
                  <a:lnTo>
                    <a:pt x="7810" y="6787"/>
                  </a:lnTo>
                  <a:lnTo>
                    <a:pt x="7516" y="6774"/>
                  </a:lnTo>
                  <a:lnTo>
                    <a:pt x="7477" y="6761"/>
                  </a:lnTo>
                  <a:lnTo>
                    <a:pt x="7464" y="6735"/>
                  </a:lnTo>
                  <a:lnTo>
                    <a:pt x="7426" y="6608"/>
                  </a:lnTo>
                  <a:lnTo>
                    <a:pt x="6685" y="6557"/>
                  </a:lnTo>
                  <a:lnTo>
                    <a:pt x="6672" y="6557"/>
                  </a:lnTo>
                  <a:lnTo>
                    <a:pt x="6646" y="6544"/>
                  </a:lnTo>
                  <a:lnTo>
                    <a:pt x="6646" y="6531"/>
                  </a:lnTo>
                  <a:lnTo>
                    <a:pt x="6634" y="6505"/>
                  </a:lnTo>
                  <a:lnTo>
                    <a:pt x="6634" y="6365"/>
                  </a:lnTo>
                  <a:lnTo>
                    <a:pt x="5739" y="6352"/>
                  </a:lnTo>
                  <a:close/>
                </a:path>
              </a:pathLst>
            </a:custGeom>
            <a:solidFill>
              <a:srgbClr val="C8C8C8"/>
            </a:solidFill>
            <a:ln w="9525"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1" name="Google Shape;1339;p78">
              <a:extLst>
                <a:ext uri="{FF2B5EF4-FFF2-40B4-BE49-F238E27FC236}">
                  <a16:creationId xmlns:a16="http://schemas.microsoft.com/office/drawing/2014/main" id="{ED92503C-7050-6F07-2070-E39B41BCF1EB}"/>
                </a:ext>
              </a:extLst>
            </p:cNvPr>
            <p:cNvSpPr/>
            <p:nvPr/>
          </p:nvSpPr>
          <p:spPr>
            <a:xfrm>
              <a:off x="4042275" y="3581025"/>
              <a:ext cx="237100" cy="300350"/>
            </a:xfrm>
            <a:custGeom>
              <a:avLst/>
              <a:gdLst/>
              <a:ahLst/>
              <a:cxnLst/>
              <a:rect l="l" t="t" r="r" b="b"/>
              <a:pathLst>
                <a:path w="9484" h="12014" fill="none" extrusionOk="0">
                  <a:moveTo>
                    <a:pt x="8576" y="7566"/>
                  </a:moveTo>
                  <a:lnTo>
                    <a:pt x="8576" y="7311"/>
                  </a:lnTo>
                  <a:lnTo>
                    <a:pt x="8474" y="7093"/>
                  </a:lnTo>
                  <a:lnTo>
                    <a:pt x="7963" y="7029"/>
                  </a:lnTo>
                  <a:lnTo>
                    <a:pt x="7963" y="7029"/>
                  </a:lnTo>
                  <a:lnTo>
                    <a:pt x="7937" y="7017"/>
                  </a:lnTo>
                  <a:lnTo>
                    <a:pt x="7925" y="6991"/>
                  </a:lnTo>
                  <a:lnTo>
                    <a:pt x="7810" y="6787"/>
                  </a:lnTo>
                  <a:lnTo>
                    <a:pt x="7516" y="6774"/>
                  </a:lnTo>
                  <a:lnTo>
                    <a:pt x="7516" y="6774"/>
                  </a:lnTo>
                  <a:lnTo>
                    <a:pt x="7477" y="6761"/>
                  </a:lnTo>
                  <a:lnTo>
                    <a:pt x="7464" y="6735"/>
                  </a:lnTo>
                  <a:lnTo>
                    <a:pt x="7426" y="6608"/>
                  </a:lnTo>
                  <a:lnTo>
                    <a:pt x="6685" y="6557"/>
                  </a:lnTo>
                  <a:lnTo>
                    <a:pt x="6685" y="6557"/>
                  </a:lnTo>
                  <a:lnTo>
                    <a:pt x="6672" y="6557"/>
                  </a:lnTo>
                  <a:lnTo>
                    <a:pt x="6646" y="6544"/>
                  </a:lnTo>
                  <a:lnTo>
                    <a:pt x="6646" y="6531"/>
                  </a:lnTo>
                  <a:lnTo>
                    <a:pt x="6634" y="6505"/>
                  </a:lnTo>
                  <a:lnTo>
                    <a:pt x="6634" y="6365"/>
                  </a:lnTo>
                  <a:lnTo>
                    <a:pt x="5739" y="6352"/>
                  </a:lnTo>
                  <a:lnTo>
                    <a:pt x="5547" y="6697"/>
                  </a:lnTo>
                  <a:lnTo>
                    <a:pt x="5445" y="7055"/>
                  </a:lnTo>
                  <a:lnTo>
                    <a:pt x="5445" y="7055"/>
                  </a:lnTo>
                  <a:lnTo>
                    <a:pt x="5432" y="7081"/>
                  </a:lnTo>
                  <a:lnTo>
                    <a:pt x="5394" y="7093"/>
                  </a:lnTo>
                  <a:lnTo>
                    <a:pt x="4857" y="7132"/>
                  </a:lnTo>
                  <a:lnTo>
                    <a:pt x="4218" y="7617"/>
                  </a:lnTo>
                  <a:lnTo>
                    <a:pt x="4218" y="7860"/>
                  </a:lnTo>
                  <a:lnTo>
                    <a:pt x="4218" y="7860"/>
                  </a:lnTo>
                  <a:lnTo>
                    <a:pt x="4205" y="7873"/>
                  </a:lnTo>
                  <a:lnTo>
                    <a:pt x="4193" y="7899"/>
                  </a:lnTo>
                  <a:lnTo>
                    <a:pt x="3988" y="8077"/>
                  </a:lnTo>
                  <a:lnTo>
                    <a:pt x="3988" y="8077"/>
                  </a:lnTo>
                  <a:lnTo>
                    <a:pt x="3950" y="8090"/>
                  </a:lnTo>
                  <a:lnTo>
                    <a:pt x="2646" y="8065"/>
                  </a:lnTo>
                  <a:lnTo>
                    <a:pt x="2659" y="8154"/>
                  </a:lnTo>
                  <a:lnTo>
                    <a:pt x="3541" y="9573"/>
                  </a:lnTo>
                  <a:lnTo>
                    <a:pt x="3541" y="9573"/>
                  </a:lnTo>
                  <a:lnTo>
                    <a:pt x="3554" y="9611"/>
                  </a:lnTo>
                  <a:lnTo>
                    <a:pt x="3554" y="9752"/>
                  </a:lnTo>
                  <a:lnTo>
                    <a:pt x="3937" y="10046"/>
                  </a:lnTo>
                  <a:lnTo>
                    <a:pt x="4410" y="10340"/>
                  </a:lnTo>
                  <a:lnTo>
                    <a:pt x="4410" y="10340"/>
                  </a:lnTo>
                  <a:lnTo>
                    <a:pt x="4423" y="10352"/>
                  </a:lnTo>
                  <a:lnTo>
                    <a:pt x="4435" y="10378"/>
                  </a:lnTo>
                  <a:lnTo>
                    <a:pt x="4423" y="11081"/>
                  </a:lnTo>
                  <a:lnTo>
                    <a:pt x="4602" y="11298"/>
                  </a:lnTo>
                  <a:lnTo>
                    <a:pt x="5049" y="11311"/>
                  </a:lnTo>
                  <a:lnTo>
                    <a:pt x="5049" y="11311"/>
                  </a:lnTo>
                  <a:lnTo>
                    <a:pt x="5074" y="11311"/>
                  </a:lnTo>
                  <a:lnTo>
                    <a:pt x="5087" y="11324"/>
                  </a:lnTo>
                  <a:lnTo>
                    <a:pt x="5471" y="11733"/>
                  </a:lnTo>
                  <a:lnTo>
                    <a:pt x="7055" y="12014"/>
                  </a:lnTo>
                  <a:lnTo>
                    <a:pt x="7490" y="11375"/>
                  </a:lnTo>
                  <a:lnTo>
                    <a:pt x="7490" y="11375"/>
                  </a:lnTo>
                  <a:lnTo>
                    <a:pt x="7503" y="11362"/>
                  </a:lnTo>
                  <a:lnTo>
                    <a:pt x="7822" y="11132"/>
                  </a:lnTo>
                  <a:lnTo>
                    <a:pt x="8014" y="10455"/>
                  </a:lnTo>
                  <a:lnTo>
                    <a:pt x="8014" y="10455"/>
                  </a:lnTo>
                  <a:lnTo>
                    <a:pt x="8027" y="10429"/>
                  </a:lnTo>
                  <a:lnTo>
                    <a:pt x="8372" y="10110"/>
                  </a:lnTo>
                  <a:lnTo>
                    <a:pt x="8423" y="9943"/>
                  </a:lnTo>
                  <a:lnTo>
                    <a:pt x="8346" y="9854"/>
                  </a:lnTo>
                  <a:lnTo>
                    <a:pt x="8346" y="9854"/>
                  </a:lnTo>
                  <a:lnTo>
                    <a:pt x="8334" y="9816"/>
                  </a:lnTo>
                  <a:lnTo>
                    <a:pt x="8346" y="9381"/>
                  </a:lnTo>
                  <a:lnTo>
                    <a:pt x="8295" y="9177"/>
                  </a:lnTo>
                  <a:lnTo>
                    <a:pt x="8295" y="9177"/>
                  </a:lnTo>
                  <a:lnTo>
                    <a:pt x="8308" y="9151"/>
                  </a:lnTo>
                  <a:lnTo>
                    <a:pt x="8321" y="9125"/>
                  </a:lnTo>
                  <a:lnTo>
                    <a:pt x="8461" y="8998"/>
                  </a:lnTo>
                  <a:lnTo>
                    <a:pt x="8589" y="8691"/>
                  </a:lnTo>
                  <a:lnTo>
                    <a:pt x="8640" y="8090"/>
                  </a:lnTo>
                  <a:lnTo>
                    <a:pt x="8640" y="8090"/>
                  </a:lnTo>
                  <a:lnTo>
                    <a:pt x="8640" y="8090"/>
                  </a:lnTo>
                  <a:lnTo>
                    <a:pt x="8666" y="7886"/>
                  </a:lnTo>
                  <a:lnTo>
                    <a:pt x="8576" y="7579"/>
                  </a:lnTo>
                  <a:lnTo>
                    <a:pt x="8576" y="7579"/>
                  </a:lnTo>
                  <a:lnTo>
                    <a:pt x="8576" y="7566"/>
                  </a:lnTo>
                  <a:lnTo>
                    <a:pt x="8576" y="7566"/>
                  </a:lnTo>
                  <a:close/>
                  <a:moveTo>
                    <a:pt x="9267" y="2416"/>
                  </a:moveTo>
                  <a:lnTo>
                    <a:pt x="9471" y="2237"/>
                  </a:lnTo>
                  <a:lnTo>
                    <a:pt x="9471" y="2237"/>
                  </a:lnTo>
                  <a:lnTo>
                    <a:pt x="9484" y="1917"/>
                  </a:lnTo>
                  <a:lnTo>
                    <a:pt x="9484" y="1738"/>
                  </a:lnTo>
                  <a:lnTo>
                    <a:pt x="9484" y="1738"/>
                  </a:lnTo>
                  <a:lnTo>
                    <a:pt x="9445" y="1687"/>
                  </a:lnTo>
                  <a:lnTo>
                    <a:pt x="9356" y="1585"/>
                  </a:lnTo>
                  <a:lnTo>
                    <a:pt x="9139" y="1329"/>
                  </a:lnTo>
                  <a:lnTo>
                    <a:pt x="9139" y="1329"/>
                  </a:lnTo>
                  <a:lnTo>
                    <a:pt x="9113" y="1291"/>
                  </a:lnTo>
                  <a:lnTo>
                    <a:pt x="9113" y="1176"/>
                  </a:lnTo>
                  <a:lnTo>
                    <a:pt x="9113" y="1176"/>
                  </a:lnTo>
                  <a:lnTo>
                    <a:pt x="9113" y="1176"/>
                  </a:lnTo>
                  <a:lnTo>
                    <a:pt x="9100" y="1176"/>
                  </a:lnTo>
                  <a:lnTo>
                    <a:pt x="8103" y="677"/>
                  </a:lnTo>
                  <a:lnTo>
                    <a:pt x="8103" y="677"/>
                  </a:lnTo>
                  <a:lnTo>
                    <a:pt x="8103" y="665"/>
                  </a:lnTo>
                  <a:lnTo>
                    <a:pt x="7426" y="281"/>
                  </a:lnTo>
                  <a:lnTo>
                    <a:pt x="7388" y="256"/>
                  </a:lnTo>
                  <a:lnTo>
                    <a:pt x="7107" y="166"/>
                  </a:lnTo>
                  <a:lnTo>
                    <a:pt x="7068" y="102"/>
                  </a:lnTo>
                  <a:lnTo>
                    <a:pt x="6953" y="38"/>
                  </a:lnTo>
                  <a:lnTo>
                    <a:pt x="6710" y="0"/>
                  </a:lnTo>
                  <a:lnTo>
                    <a:pt x="6570" y="77"/>
                  </a:lnTo>
                  <a:lnTo>
                    <a:pt x="6570" y="77"/>
                  </a:lnTo>
                  <a:lnTo>
                    <a:pt x="6544" y="90"/>
                  </a:lnTo>
                  <a:lnTo>
                    <a:pt x="5918" y="77"/>
                  </a:lnTo>
                  <a:lnTo>
                    <a:pt x="5854" y="192"/>
                  </a:lnTo>
                  <a:lnTo>
                    <a:pt x="5854" y="192"/>
                  </a:lnTo>
                  <a:lnTo>
                    <a:pt x="5956" y="243"/>
                  </a:lnTo>
                  <a:lnTo>
                    <a:pt x="6007" y="256"/>
                  </a:lnTo>
                  <a:lnTo>
                    <a:pt x="6007" y="256"/>
                  </a:lnTo>
                  <a:lnTo>
                    <a:pt x="5995" y="371"/>
                  </a:lnTo>
                  <a:lnTo>
                    <a:pt x="5995" y="460"/>
                  </a:lnTo>
                  <a:lnTo>
                    <a:pt x="6007" y="537"/>
                  </a:lnTo>
                  <a:lnTo>
                    <a:pt x="6007" y="537"/>
                  </a:lnTo>
                  <a:lnTo>
                    <a:pt x="5995" y="588"/>
                  </a:lnTo>
                  <a:lnTo>
                    <a:pt x="5982" y="626"/>
                  </a:lnTo>
                  <a:lnTo>
                    <a:pt x="5931" y="677"/>
                  </a:lnTo>
                  <a:lnTo>
                    <a:pt x="5892" y="729"/>
                  </a:lnTo>
                  <a:lnTo>
                    <a:pt x="5777" y="818"/>
                  </a:lnTo>
                  <a:lnTo>
                    <a:pt x="5701" y="895"/>
                  </a:lnTo>
                  <a:lnTo>
                    <a:pt x="5701" y="895"/>
                  </a:lnTo>
                  <a:lnTo>
                    <a:pt x="5611" y="984"/>
                  </a:lnTo>
                  <a:lnTo>
                    <a:pt x="5509" y="1112"/>
                  </a:lnTo>
                  <a:lnTo>
                    <a:pt x="5624" y="1291"/>
                  </a:lnTo>
                  <a:lnTo>
                    <a:pt x="5624" y="1291"/>
                  </a:lnTo>
                  <a:lnTo>
                    <a:pt x="5624" y="1329"/>
                  </a:lnTo>
                  <a:lnTo>
                    <a:pt x="5522" y="1994"/>
                  </a:lnTo>
                  <a:lnTo>
                    <a:pt x="5522" y="1994"/>
                  </a:lnTo>
                  <a:lnTo>
                    <a:pt x="5522" y="2007"/>
                  </a:lnTo>
                  <a:lnTo>
                    <a:pt x="5253" y="2595"/>
                  </a:lnTo>
                  <a:lnTo>
                    <a:pt x="5253" y="2595"/>
                  </a:lnTo>
                  <a:lnTo>
                    <a:pt x="5253" y="2595"/>
                  </a:lnTo>
                  <a:lnTo>
                    <a:pt x="5164" y="2722"/>
                  </a:lnTo>
                  <a:lnTo>
                    <a:pt x="5407" y="3131"/>
                  </a:lnTo>
                  <a:lnTo>
                    <a:pt x="5637" y="3157"/>
                  </a:lnTo>
                  <a:lnTo>
                    <a:pt x="5637" y="3157"/>
                  </a:lnTo>
                  <a:lnTo>
                    <a:pt x="5662" y="3170"/>
                  </a:lnTo>
                  <a:lnTo>
                    <a:pt x="5688" y="3182"/>
                  </a:lnTo>
                  <a:lnTo>
                    <a:pt x="5803" y="3413"/>
                  </a:lnTo>
                  <a:lnTo>
                    <a:pt x="6110" y="3476"/>
                  </a:lnTo>
                  <a:lnTo>
                    <a:pt x="6263" y="3349"/>
                  </a:lnTo>
                  <a:lnTo>
                    <a:pt x="6263" y="3349"/>
                  </a:lnTo>
                  <a:lnTo>
                    <a:pt x="6301" y="3336"/>
                  </a:lnTo>
                  <a:lnTo>
                    <a:pt x="6327" y="3336"/>
                  </a:lnTo>
                  <a:lnTo>
                    <a:pt x="6327" y="3336"/>
                  </a:lnTo>
                  <a:lnTo>
                    <a:pt x="6353" y="3361"/>
                  </a:lnTo>
                  <a:lnTo>
                    <a:pt x="6365" y="3387"/>
                  </a:lnTo>
                  <a:lnTo>
                    <a:pt x="6353" y="4141"/>
                  </a:lnTo>
                  <a:lnTo>
                    <a:pt x="6353" y="4141"/>
                  </a:lnTo>
                  <a:lnTo>
                    <a:pt x="6340" y="4167"/>
                  </a:lnTo>
                  <a:lnTo>
                    <a:pt x="6250" y="4320"/>
                  </a:lnTo>
                  <a:lnTo>
                    <a:pt x="6250" y="4320"/>
                  </a:lnTo>
                  <a:lnTo>
                    <a:pt x="6238" y="4333"/>
                  </a:lnTo>
                  <a:lnTo>
                    <a:pt x="6225" y="4346"/>
                  </a:lnTo>
                  <a:lnTo>
                    <a:pt x="6225" y="4346"/>
                  </a:lnTo>
                  <a:lnTo>
                    <a:pt x="6199" y="4346"/>
                  </a:lnTo>
                  <a:lnTo>
                    <a:pt x="6174" y="4333"/>
                  </a:lnTo>
                  <a:lnTo>
                    <a:pt x="6020" y="4230"/>
                  </a:lnTo>
                  <a:lnTo>
                    <a:pt x="5956" y="4269"/>
                  </a:lnTo>
                  <a:lnTo>
                    <a:pt x="5956" y="4269"/>
                  </a:lnTo>
                  <a:lnTo>
                    <a:pt x="5944" y="4282"/>
                  </a:lnTo>
                  <a:lnTo>
                    <a:pt x="5816" y="4333"/>
                  </a:lnTo>
                  <a:lnTo>
                    <a:pt x="5816" y="4333"/>
                  </a:lnTo>
                  <a:lnTo>
                    <a:pt x="5790" y="4346"/>
                  </a:lnTo>
                  <a:lnTo>
                    <a:pt x="5790" y="4346"/>
                  </a:lnTo>
                  <a:lnTo>
                    <a:pt x="5765" y="4333"/>
                  </a:lnTo>
                  <a:lnTo>
                    <a:pt x="5752" y="4320"/>
                  </a:lnTo>
                  <a:lnTo>
                    <a:pt x="5177" y="3591"/>
                  </a:lnTo>
                  <a:lnTo>
                    <a:pt x="4857" y="3476"/>
                  </a:lnTo>
                  <a:lnTo>
                    <a:pt x="4512" y="3387"/>
                  </a:lnTo>
                  <a:lnTo>
                    <a:pt x="4512" y="3387"/>
                  </a:lnTo>
                  <a:lnTo>
                    <a:pt x="4499" y="3387"/>
                  </a:lnTo>
                  <a:lnTo>
                    <a:pt x="4487" y="3361"/>
                  </a:lnTo>
                  <a:lnTo>
                    <a:pt x="4180" y="2799"/>
                  </a:lnTo>
                  <a:lnTo>
                    <a:pt x="4116" y="2748"/>
                  </a:lnTo>
                  <a:lnTo>
                    <a:pt x="4026" y="2978"/>
                  </a:lnTo>
                  <a:lnTo>
                    <a:pt x="4026" y="2978"/>
                  </a:lnTo>
                  <a:lnTo>
                    <a:pt x="4001" y="3004"/>
                  </a:lnTo>
                  <a:lnTo>
                    <a:pt x="3975" y="3016"/>
                  </a:lnTo>
                  <a:lnTo>
                    <a:pt x="3643" y="3016"/>
                  </a:lnTo>
                  <a:lnTo>
                    <a:pt x="3643" y="3016"/>
                  </a:lnTo>
                  <a:lnTo>
                    <a:pt x="3643" y="3016"/>
                  </a:lnTo>
                  <a:lnTo>
                    <a:pt x="2953" y="2914"/>
                  </a:lnTo>
                  <a:lnTo>
                    <a:pt x="2953" y="2914"/>
                  </a:lnTo>
                  <a:lnTo>
                    <a:pt x="2927" y="2914"/>
                  </a:lnTo>
                  <a:lnTo>
                    <a:pt x="2915" y="2889"/>
                  </a:lnTo>
                  <a:lnTo>
                    <a:pt x="2672" y="2543"/>
                  </a:lnTo>
                  <a:lnTo>
                    <a:pt x="2544" y="2467"/>
                  </a:lnTo>
                  <a:lnTo>
                    <a:pt x="2058" y="2543"/>
                  </a:lnTo>
                  <a:lnTo>
                    <a:pt x="2058" y="2543"/>
                  </a:lnTo>
                  <a:lnTo>
                    <a:pt x="2020" y="2543"/>
                  </a:lnTo>
                  <a:lnTo>
                    <a:pt x="1994" y="2505"/>
                  </a:lnTo>
                  <a:lnTo>
                    <a:pt x="1892" y="2147"/>
                  </a:lnTo>
                  <a:lnTo>
                    <a:pt x="1777" y="2198"/>
                  </a:lnTo>
                  <a:lnTo>
                    <a:pt x="1777" y="2198"/>
                  </a:lnTo>
                  <a:lnTo>
                    <a:pt x="1751" y="2211"/>
                  </a:lnTo>
                  <a:lnTo>
                    <a:pt x="1739" y="2211"/>
                  </a:lnTo>
                  <a:lnTo>
                    <a:pt x="1713" y="3809"/>
                  </a:lnTo>
                  <a:lnTo>
                    <a:pt x="1713" y="3809"/>
                  </a:lnTo>
                  <a:lnTo>
                    <a:pt x="1713" y="3834"/>
                  </a:lnTo>
                  <a:lnTo>
                    <a:pt x="1700" y="3847"/>
                  </a:lnTo>
                  <a:lnTo>
                    <a:pt x="1688" y="3860"/>
                  </a:lnTo>
                  <a:lnTo>
                    <a:pt x="1662" y="3873"/>
                  </a:lnTo>
                  <a:lnTo>
                    <a:pt x="154" y="3847"/>
                  </a:lnTo>
                  <a:lnTo>
                    <a:pt x="1" y="6723"/>
                  </a:lnTo>
                  <a:lnTo>
                    <a:pt x="179" y="6940"/>
                  </a:lnTo>
                  <a:lnTo>
                    <a:pt x="179" y="6940"/>
                  </a:lnTo>
                  <a:lnTo>
                    <a:pt x="192" y="6978"/>
                  </a:lnTo>
                  <a:lnTo>
                    <a:pt x="192" y="7170"/>
                  </a:lnTo>
                  <a:lnTo>
                    <a:pt x="857" y="7720"/>
                  </a:lnTo>
                  <a:lnTo>
                    <a:pt x="2199" y="7592"/>
                  </a:lnTo>
                  <a:lnTo>
                    <a:pt x="2199" y="7592"/>
                  </a:lnTo>
                  <a:lnTo>
                    <a:pt x="2224" y="7605"/>
                  </a:lnTo>
                  <a:lnTo>
                    <a:pt x="2250" y="7617"/>
                  </a:lnTo>
                  <a:lnTo>
                    <a:pt x="2595" y="7962"/>
                  </a:lnTo>
                  <a:lnTo>
                    <a:pt x="3924" y="7975"/>
                  </a:lnTo>
                  <a:lnTo>
                    <a:pt x="4103" y="7835"/>
                  </a:lnTo>
                  <a:lnTo>
                    <a:pt x="4103" y="7592"/>
                  </a:lnTo>
                  <a:lnTo>
                    <a:pt x="4103" y="7592"/>
                  </a:lnTo>
                  <a:lnTo>
                    <a:pt x="4116" y="7566"/>
                  </a:lnTo>
                  <a:lnTo>
                    <a:pt x="4129" y="7553"/>
                  </a:lnTo>
                  <a:lnTo>
                    <a:pt x="4806" y="7029"/>
                  </a:lnTo>
                  <a:lnTo>
                    <a:pt x="4806" y="7029"/>
                  </a:lnTo>
                  <a:lnTo>
                    <a:pt x="4832" y="7017"/>
                  </a:lnTo>
                  <a:lnTo>
                    <a:pt x="5356" y="6991"/>
                  </a:lnTo>
                  <a:lnTo>
                    <a:pt x="5445" y="6659"/>
                  </a:lnTo>
                  <a:lnTo>
                    <a:pt x="5445" y="6659"/>
                  </a:lnTo>
                  <a:lnTo>
                    <a:pt x="5445" y="6659"/>
                  </a:lnTo>
                  <a:lnTo>
                    <a:pt x="5650" y="6275"/>
                  </a:lnTo>
                  <a:lnTo>
                    <a:pt x="5650" y="6275"/>
                  </a:lnTo>
                  <a:lnTo>
                    <a:pt x="5675" y="6250"/>
                  </a:lnTo>
                  <a:lnTo>
                    <a:pt x="5701" y="6237"/>
                  </a:lnTo>
                  <a:lnTo>
                    <a:pt x="6646" y="6250"/>
                  </a:lnTo>
                  <a:lnTo>
                    <a:pt x="6646" y="5815"/>
                  </a:lnTo>
                  <a:lnTo>
                    <a:pt x="6646" y="5815"/>
                  </a:lnTo>
                  <a:lnTo>
                    <a:pt x="6659" y="5790"/>
                  </a:lnTo>
                  <a:lnTo>
                    <a:pt x="6685" y="5764"/>
                  </a:lnTo>
                  <a:lnTo>
                    <a:pt x="8858" y="4933"/>
                  </a:lnTo>
                  <a:lnTo>
                    <a:pt x="8691" y="4473"/>
                  </a:lnTo>
                  <a:lnTo>
                    <a:pt x="8691" y="4473"/>
                  </a:lnTo>
                  <a:lnTo>
                    <a:pt x="8691" y="4448"/>
                  </a:lnTo>
                  <a:lnTo>
                    <a:pt x="8691" y="4435"/>
                  </a:lnTo>
                  <a:lnTo>
                    <a:pt x="8947" y="3962"/>
                  </a:lnTo>
                  <a:lnTo>
                    <a:pt x="8947" y="3962"/>
                  </a:lnTo>
                  <a:lnTo>
                    <a:pt x="8960" y="3937"/>
                  </a:lnTo>
                  <a:lnTo>
                    <a:pt x="9292" y="3681"/>
                  </a:lnTo>
                  <a:lnTo>
                    <a:pt x="9139" y="3553"/>
                  </a:lnTo>
                  <a:lnTo>
                    <a:pt x="9139" y="3553"/>
                  </a:lnTo>
                  <a:lnTo>
                    <a:pt x="9126" y="3528"/>
                  </a:lnTo>
                  <a:lnTo>
                    <a:pt x="9126" y="3502"/>
                  </a:lnTo>
                  <a:lnTo>
                    <a:pt x="9254" y="2454"/>
                  </a:lnTo>
                  <a:lnTo>
                    <a:pt x="9254" y="2454"/>
                  </a:lnTo>
                  <a:lnTo>
                    <a:pt x="9267" y="2416"/>
                  </a:lnTo>
                  <a:lnTo>
                    <a:pt x="9267" y="2416"/>
                  </a:lnTo>
                  <a:close/>
                  <a:moveTo>
                    <a:pt x="6608" y="2454"/>
                  </a:moveTo>
                  <a:lnTo>
                    <a:pt x="6378" y="2582"/>
                  </a:lnTo>
                  <a:lnTo>
                    <a:pt x="6263" y="2416"/>
                  </a:lnTo>
                  <a:lnTo>
                    <a:pt x="6493" y="2147"/>
                  </a:lnTo>
                  <a:lnTo>
                    <a:pt x="6659" y="2147"/>
                  </a:lnTo>
                  <a:lnTo>
                    <a:pt x="6608" y="2454"/>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2" name="Google Shape;1340;p78">
              <a:extLst>
                <a:ext uri="{FF2B5EF4-FFF2-40B4-BE49-F238E27FC236}">
                  <a16:creationId xmlns:a16="http://schemas.microsoft.com/office/drawing/2014/main" id="{DF52FA0E-7E15-7962-DCE0-2B96FB09FADE}"/>
                </a:ext>
              </a:extLst>
            </p:cNvPr>
            <p:cNvSpPr/>
            <p:nvPr/>
          </p:nvSpPr>
          <p:spPr>
            <a:xfrm>
              <a:off x="4291175" y="3299525"/>
              <a:ext cx="170325" cy="206425"/>
            </a:xfrm>
            <a:custGeom>
              <a:avLst/>
              <a:gdLst/>
              <a:ahLst/>
              <a:cxnLst/>
              <a:rect l="l" t="t" r="r" b="b"/>
              <a:pathLst>
                <a:path w="6813" h="8257" extrusionOk="0">
                  <a:moveTo>
                    <a:pt x="1496" y="1163"/>
                  </a:moveTo>
                  <a:lnTo>
                    <a:pt x="1560" y="1355"/>
                  </a:lnTo>
                  <a:lnTo>
                    <a:pt x="1432" y="2250"/>
                  </a:lnTo>
                  <a:lnTo>
                    <a:pt x="1879" y="2851"/>
                  </a:lnTo>
                  <a:lnTo>
                    <a:pt x="1662" y="2851"/>
                  </a:lnTo>
                  <a:lnTo>
                    <a:pt x="1228" y="2224"/>
                  </a:lnTo>
                  <a:lnTo>
                    <a:pt x="1317" y="1355"/>
                  </a:lnTo>
                  <a:lnTo>
                    <a:pt x="1496" y="1163"/>
                  </a:lnTo>
                  <a:close/>
                  <a:moveTo>
                    <a:pt x="1164" y="0"/>
                  </a:moveTo>
                  <a:lnTo>
                    <a:pt x="793" y="179"/>
                  </a:lnTo>
                  <a:lnTo>
                    <a:pt x="77" y="806"/>
                  </a:lnTo>
                  <a:lnTo>
                    <a:pt x="231" y="1061"/>
                  </a:lnTo>
                  <a:lnTo>
                    <a:pt x="461" y="1125"/>
                  </a:lnTo>
                  <a:lnTo>
                    <a:pt x="474" y="1138"/>
                  </a:lnTo>
                  <a:lnTo>
                    <a:pt x="499" y="1163"/>
                  </a:lnTo>
                  <a:lnTo>
                    <a:pt x="870" y="2275"/>
                  </a:lnTo>
                  <a:lnTo>
                    <a:pt x="870" y="2301"/>
                  </a:lnTo>
                  <a:lnTo>
                    <a:pt x="806" y="2582"/>
                  </a:lnTo>
                  <a:lnTo>
                    <a:pt x="921" y="2787"/>
                  </a:lnTo>
                  <a:lnTo>
                    <a:pt x="934" y="2825"/>
                  </a:lnTo>
                  <a:lnTo>
                    <a:pt x="921" y="3093"/>
                  </a:lnTo>
                  <a:lnTo>
                    <a:pt x="908" y="3132"/>
                  </a:lnTo>
                  <a:lnTo>
                    <a:pt x="13" y="4154"/>
                  </a:lnTo>
                  <a:lnTo>
                    <a:pt x="13" y="4780"/>
                  </a:lnTo>
                  <a:lnTo>
                    <a:pt x="397" y="4793"/>
                  </a:lnTo>
                  <a:lnTo>
                    <a:pt x="397" y="4972"/>
                  </a:lnTo>
                  <a:lnTo>
                    <a:pt x="1" y="5113"/>
                  </a:lnTo>
                  <a:lnTo>
                    <a:pt x="1" y="5138"/>
                  </a:lnTo>
                  <a:lnTo>
                    <a:pt x="269" y="5138"/>
                  </a:lnTo>
                  <a:lnTo>
                    <a:pt x="295" y="5151"/>
                  </a:lnTo>
                  <a:lnTo>
                    <a:pt x="2966" y="6991"/>
                  </a:lnTo>
                  <a:lnTo>
                    <a:pt x="2979" y="7004"/>
                  </a:lnTo>
                  <a:lnTo>
                    <a:pt x="3324" y="7694"/>
                  </a:lnTo>
                  <a:lnTo>
                    <a:pt x="4474" y="8257"/>
                  </a:lnTo>
                  <a:lnTo>
                    <a:pt x="4525" y="8231"/>
                  </a:lnTo>
                  <a:lnTo>
                    <a:pt x="4845" y="7656"/>
                  </a:lnTo>
                  <a:lnTo>
                    <a:pt x="4845" y="7388"/>
                  </a:lnTo>
                  <a:lnTo>
                    <a:pt x="5036" y="7247"/>
                  </a:lnTo>
                  <a:lnTo>
                    <a:pt x="5113" y="6800"/>
                  </a:lnTo>
                  <a:lnTo>
                    <a:pt x="5215" y="6582"/>
                  </a:lnTo>
                  <a:lnTo>
                    <a:pt x="5624" y="6467"/>
                  </a:lnTo>
                  <a:lnTo>
                    <a:pt x="5663" y="6263"/>
                  </a:lnTo>
                  <a:lnTo>
                    <a:pt x="5803" y="6071"/>
                  </a:lnTo>
                  <a:lnTo>
                    <a:pt x="6199" y="6020"/>
                  </a:lnTo>
                  <a:lnTo>
                    <a:pt x="6302" y="5803"/>
                  </a:lnTo>
                  <a:lnTo>
                    <a:pt x="5752" y="5100"/>
                  </a:lnTo>
                  <a:lnTo>
                    <a:pt x="5739" y="5074"/>
                  </a:lnTo>
                  <a:lnTo>
                    <a:pt x="5778" y="1956"/>
                  </a:lnTo>
                  <a:lnTo>
                    <a:pt x="5790" y="1918"/>
                  </a:lnTo>
                  <a:lnTo>
                    <a:pt x="6813" y="767"/>
                  </a:lnTo>
                  <a:lnTo>
                    <a:pt x="6698" y="729"/>
                  </a:lnTo>
                  <a:lnTo>
                    <a:pt x="6557" y="921"/>
                  </a:lnTo>
                  <a:lnTo>
                    <a:pt x="6532" y="933"/>
                  </a:lnTo>
                  <a:lnTo>
                    <a:pt x="6097" y="933"/>
                  </a:lnTo>
                  <a:lnTo>
                    <a:pt x="6071" y="921"/>
                  </a:lnTo>
                  <a:lnTo>
                    <a:pt x="5714" y="716"/>
                  </a:lnTo>
                  <a:lnTo>
                    <a:pt x="5560" y="806"/>
                  </a:lnTo>
                  <a:lnTo>
                    <a:pt x="5547" y="818"/>
                  </a:lnTo>
                  <a:lnTo>
                    <a:pt x="4908" y="908"/>
                  </a:lnTo>
                  <a:lnTo>
                    <a:pt x="4704" y="1419"/>
                  </a:lnTo>
                  <a:lnTo>
                    <a:pt x="4691" y="1445"/>
                  </a:lnTo>
                  <a:lnTo>
                    <a:pt x="4653" y="1457"/>
                  </a:lnTo>
                  <a:lnTo>
                    <a:pt x="3451" y="1432"/>
                  </a:lnTo>
                  <a:lnTo>
                    <a:pt x="3426" y="1432"/>
                  </a:lnTo>
                  <a:lnTo>
                    <a:pt x="3400" y="1406"/>
                  </a:lnTo>
                  <a:lnTo>
                    <a:pt x="3106" y="985"/>
                  </a:lnTo>
                  <a:lnTo>
                    <a:pt x="2646" y="524"/>
                  </a:lnTo>
                  <a:lnTo>
                    <a:pt x="2161" y="269"/>
                  </a:lnTo>
                  <a:lnTo>
                    <a:pt x="1598" y="128"/>
                  </a:lnTo>
                  <a:lnTo>
                    <a:pt x="1585" y="128"/>
                  </a:lnTo>
                  <a:lnTo>
                    <a:pt x="116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3" name="Google Shape;1341;p78">
              <a:extLst>
                <a:ext uri="{FF2B5EF4-FFF2-40B4-BE49-F238E27FC236}">
                  <a16:creationId xmlns:a16="http://schemas.microsoft.com/office/drawing/2014/main" id="{B3B8E698-A071-D269-22C9-15D87AA85BAB}"/>
                </a:ext>
              </a:extLst>
            </p:cNvPr>
            <p:cNvSpPr/>
            <p:nvPr/>
          </p:nvSpPr>
          <p:spPr>
            <a:xfrm>
              <a:off x="4210975" y="3633100"/>
              <a:ext cx="209950" cy="344450"/>
            </a:xfrm>
            <a:custGeom>
              <a:avLst/>
              <a:gdLst/>
              <a:ahLst/>
              <a:cxnLst/>
              <a:rect l="l" t="t" r="r" b="b"/>
              <a:pathLst>
                <a:path w="8398" h="13778" extrusionOk="0">
                  <a:moveTo>
                    <a:pt x="8308" y="0"/>
                  </a:moveTo>
                  <a:lnTo>
                    <a:pt x="7733" y="537"/>
                  </a:lnTo>
                  <a:lnTo>
                    <a:pt x="7720" y="550"/>
                  </a:lnTo>
                  <a:lnTo>
                    <a:pt x="7529" y="550"/>
                  </a:lnTo>
                  <a:lnTo>
                    <a:pt x="6774" y="754"/>
                  </a:lnTo>
                  <a:lnTo>
                    <a:pt x="6608" y="844"/>
                  </a:lnTo>
                  <a:lnTo>
                    <a:pt x="6583" y="857"/>
                  </a:lnTo>
                  <a:lnTo>
                    <a:pt x="6544" y="844"/>
                  </a:lnTo>
                  <a:lnTo>
                    <a:pt x="6302" y="691"/>
                  </a:lnTo>
                  <a:lnTo>
                    <a:pt x="5982" y="1010"/>
                  </a:lnTo>
                  <a:lnTo>
                    <a:pt x="5957" y="1023"/>
                  </a:lnTo>
                  <a:lnTo>
                    <a:pt x="5944" y="1023"/>
                  </a:lnTo>
                  <a:lnTo>
                    <a:pt x="5496" y="1036"/>
                  </a:lnTo>
                  <a:lnTo>
                    <a:pt x="5484" y="1023"/>
                  </a:lnTo>
                  <a:lnTo>
                    <a:pt x="5305" y="972"/>
                  </a:lnTo>
                  <a:lnTo>
                    <a:pt x="4960" y="1112"/>
                  </a:lnTo>
                  <a:lnTo>
                    <a:pt x="4947" y="1112"/>
                  </a:lnTo>
                  <a:lnTo>
                    <a:pt x="4909" y="1099"/>
                  </a:lnTo>
                  <a:lnTo>
                    <a:pt x="4512" y="742"/>
                  </a:lnTo>
                  <a:lnTo>
                    <a:pt x="4385" y="742"/>
                  </a:lnTo>
                  <a:lnTo>
                    <a:pt x="4218" y="959"/>
                  </a:lnTo>
                  <a:lnTo>
                    <a:pt x="4206" y="972"/>
                  </a:lnTo>
                  <a:lnTo>
                    <a:pt x="4167" y="984"/>
                  </a:lnTo>
                  <a:lnTo>
                    <a:pt x="3745" y="933"/>
                  </a:lnTo>
                  <a:lnTo>
                    <a:pt x="3605" y="1278"/>
                  </a:lnTo>
                  <a:lnTo>
                    <a:pt x="3784" y="1905"/>
                  </a:lnTo>
                  <a:lnTo>
                    <a:pt x="3976" y="2275"/>
                  </a:lnTo>
                  <a:lnTo>
                    <a:pt x="4091" y="2748"/>
                  </a:lnTo>
                  <a:lnTo>
                    <a:pt x="3912" y="2774"/>
                  </a:lnTo>
                  <a:lnTo>
                    <a:pt x="4193" y="3426"/>
                  </a:lnTo>
                  <a:lnTo>
                    <a:pt x="4321" y="3592"/>
                  </a:lnTo>
                  <a:lnTo>
                    <a:pt x="4333" y="3604"/>
                  </a:lnTo>
                  <a:lnTo>
                    <a:pt x="4333" y="3630"/>
                  </a:lnTo>
                  <a:lnTo>
                    <a:pt x="4193" y="4742"/>
                  </a:lnTo>
                  <a:lnTo>
                    <a:pt x="4180" y="4768"/>
                  </a:lnTo>
                  <a:lnTo>
                    <a:pt x="4154" y="4780"/>
                  </a:lnTo>
                  <a:lnTo>
                    <a:pt x="3835" y="4857"/>
                  </a:lnTo>
                  <a:lnTo>
                    <a:pt x="3822" y="5726"/>
                  </a:lnTo>
                  <a:lnTo>
                    <a:pt x="3822" y="5764"/>
                  </a:lnTo>
                  <a:lnTo>
                    <a:pt x="3797" y="5777"/>
                  </a:lnTo>
                  <a:lnTo>
                    <a:pt x="3771" y="5790"/>
                  </a:lnTo>
                  <a:lnTo>
                    <a:pt x="3745" y="5777"/>
                  </a:lnTo>
                  <a:lnTo>
                    <a:pt x="3733" y="5764"/>
                  </a:lnTo>
                  <a:lnTo>
                    <a:pt x="3567" y="5611"/>
                  </a:lnTo>
                  <a:lnTo>
                    <a:pt x="3554" y="5598"/>
                  </a:lnTo>
                  <a:lnTo>
                    <a:pt x="3030" y="4704"/>
                  </a:lnTo>
                  <a:lnTo>
                    <a:pt x="3017" y="4678"/>
                  </a:lnTo>
                  <a:lnTo>
                    <a:pt x="3030" y="4013"/>
                  </a:lnTo>
                  <a:lnTo>
                    <a:pt x="3043" y="3988"/>
                  </a:lnTo>
                  <a:lnTo>
                    <a:pt x="3055" y="3975"/>
                  </a:lnTo>
                  <a:lnTo>
                    <a:pt x="3196" y="3860"/>
                  </a:lnTo>
                  <a:lnTo>
                    <a:pt x="3055" y="3336"/>
                  </a:lnTo>
                  <a:lnTo>
                    <a:pt x="2621" y="3413"/>
                  </a:lnTo>
                  <a:lnTo>
                    <a:pt x="2582" y="3413"/>
                  </a:lnTo>
                  <a:lnTo>
                    <a:pt x="2570" y="3400"/>
                  </a:lnTo>
                  <a:lnTo>
                    <a:pt x="2314" y="3029"/>
                  </a:lnTo>
                  <a:lnTo>
                    <a:pt x="2173" y="2940"/>
                  </a:lnTo>
                  <a:lnTo>
                    <a:pt x="14" y="3771"/>
                  </a:lnTo>
                  <a:lnTo>
                    <a:pt x="1" y="4371"/>
                  </a:lnTo>
                  <a:lnTo>
                    <a:pt x="729" y="4422"/>
                  </a:lnTo>
                  <a:lnTo>
                    <a:pt x="755" y="4435"/>
                  </a:lnTo>
                  <a:lnTo>
                    <a:pt x="780" y="4461"/>
                  </a:lnTo>
                  <a:lnTo>
                    <a:pt x="806" y="4589"/>
                  </a:lnTo>
                  <a:lnTo>
                    <a:pt x="1100" y="4589"/>
                  </a:lnTo>
                  <a:lnTo>
                    <a:pt x="1125" y="4601"/>
                  </a:lnTo>
                  <a:lnTo>
                    <a:pt x="1151" y="4627"/>
                  </a:lnTo>
                  <a:lnTo>
                    <a:pt x="1253" y="4844"/>
                  </a:lnTo>
                  <a:lnTo>
                    <a:pt x="1764" y="4908"/>
                  </a:lnTo>
                  <a:lnTo>
                    <a:pt x="1790" y="4921"/>
                  </a:lnTo>
                  <a:lnTo>
                    <a:pt x="1816" y="4934"/>
                  </a:lnTo>
                  <a:lnTo>
                    <a:pt x="1943" y="5189"/>
                  </a:lnTo>
                  <a:lnTo>
                    <a:pt x="1943" y="5215"/>
                  </a:lnTo>
                  <a:lnTo>
                    <a:pt x="1943" y="5470"/>
                  </a:lnTo>
                  <a:lnTo>
                    <a:pt x="2033" y="5790"/>
                  </a:lnTo>
                  <a:lnTo>
                    <a:pt x="2033" y="5816"/>
                  </a:lnTo>
                  <a:lnTo>
                    <a:pt x="1995" y="6020"/>
                  </a:lnTo>
                  <a:lnTo>
                    <a:pt x="1956" y="6621"/>
                  </a:lnTo>
                  <a:lnTo>
                    <a:pt x="1943" y="6646"/>
                  </a:lnTo>
                  <a:lnTo>
                    <a:pt x="1816" y="6966"/>
                  </a:lnTo>
                  <a:lnTo>
                    <a:pt x="1803" y="6991"/>
                  </a:lnTo>
                  <a:lnTo>
                    <a:pt x="1662" y="7106"/>
                  </a:lnTo>
                  <a:lnTo>
                    <a:pt x="1701" y="7285"/>
                  </a:lnTo>
                  <a:lnTo>
                    <a:pt x="1701" y="7720"/>
                  </a:lnTo>
                  <a:lnTo>
                    <a:pt x="1777" y="7809"/>
                  </a:lnTo>
                  <a:lnTo>
                    <a:pt x="1790" y="7835"/>
                  </a:lnTo>
                  <a:lnTo>
                    <a:pt x="1790" y="7860"/>
                  </a:lnTo>
                  <a:lnTo>
                    <a:pt x="1726" y="8065"/>
                  </a:lnTo>
                  <a:lnTo>
                    <a:pt x="1713" y="8090"/>
                  </a:lnTo>
                  <a:lnTo>
                    <a:pt x="1368" y="8410"/>
                  </a:lnTo>
                  <a:lnTo>
                    <a:pt x="1177" y="9087"/>
                  </a:lnTo>
                  <a:lnTo>
                    <a:pt x="1151" y="9126"/>
                  </a:lnTo>
                  <a:lnTo>
                    <a:pt x="831" y="9356"/>
                  </a:lnTo>
                  <a:lnTo>
                    <a:pt x="397" y="10008"/>
                  </a:lnTo>
                  <a:lnTo>
                    <a:pt x="665" y="11874"/>
                  </a:lnTo>
                  <a:lnTo>
                    <a:pt x="653" y="12934"/>
                  </a:lnTo>
                  <a:lnTo>
                    <a:pt x="729" y="13139"/>
                  </a:lnTo>
                  <a:lnTo>
                    <a:pt x="729" y="13177"/>
                  </a:lnTo>
                  <a:lnTo>
                    <a:pt x="563" y="13663"/>
                  </a:lnTo>
                  <a:lnTo>
                    <a:pt x="1138" y="13778"/>
                  </a:lnTo>
                  <a:lnTo>
                    <a:pt x="1304" y="13164"/>
                  </a:lnTo>
                  <a:lnTo>
                    <a:pt x="1087" y="13152"/>
                  </a:lnTo>
                  <a:lnTo>
                    <a:pt x="895" y="12998"/>
                  </a:lnTo>
                  <a:lnTo>
                    <a:pt x="1624" y="12487"/>
                  </a:lnTo>
                  <a:lnTo>
                    <a:pt x="2276" y="12308"/>
                  </a:lnTo>
                  <a:lnTo>
                    <a:pt x="3106" y="11886"/>
                  </a:lnTo>
                  <a:lnTo>
                    <a:pt x="3336" y="11631"/>
                  </a:lnTo>
                  <a:lnTo>
                    <a:pt x="3221" y="11375"/>
                  </a:lnTo>
                  <a:lnTo>
                    <a:pt x="3452" y="10992"/>
                  </a:lnTo>
                  <a:lnTo>
                    <a:pt x="3528" y="10391"/>
                  </a:lnTo>
                  <a:lnTo>
                    <a:pt x="3452" y="10135"/>
                  </a:lnTo>
                  <a:lnTo>
                    <a:pt x="3439" y="9880"/>
                  </a:lnTo>
                  <a:lnTo>
                    <a:pt x="3273" y="9931"/>
                  </a:lnTo>
                  <a:lnTo>
                    <a:pt x="3285" y="9701"/>
                  </a:lnTo>
                  <a:lnTo>
                    <a:pt x="3413" y="9471"/>
                  </a:lnTo>
                  <a:lnTo>
                    <a:pt x="3362" y="9049"/>
                  </a:lnTo>
                  <a:lnTo>
                    <a:pt x="3234" y="8960"/>
                  </a:lnTo>
                  <a:lnTo>
                    <a:pt x="3260" y="8678"/>
                  </a:lnTo>
                  <a:lnTo>
                    <a:pt x="2979" y="8372"/>
                  </a:lnTo>
                  <a:lnTo>
                    <a:pt x="2979" y="8193"/>
                  </a:lnTo>
                  <a:lnTo>
                    <a:pt x="3158" y="8116"/>
                  </a:lnTo>
                  <a:lnTo>
                    <a:pt x="3145" y="7809"/>
                  </a:lnTo>
                  <a:lnTo>
                    <a:pt x="3439" y="7809"/>
                  </a:lnTo>
                  <a:lnTo>
                    <a:pt x="4321" y="7183"/>
                  </a:lnTo>
                  <a:lnTo>
                    <a:pt x="4295" y="6812"/>
                  </a:lnTo>
                  <a:lnTo>
                    <a:pt x="4474" y="7004"/>
                  </a:lnTo>
                  <a:lnTo>
                    <a:pt x="4653" y="6723"/>
                  </a:lnTo>
                  <a:lnTo>
                    <a:pt x="4947" y="6506"/>
                  </a:lnTo>
                  <a:lnTo>
                    <a:pt x="5126" y="6352"/>
                  </a:lnTo>
                  <a:lnTo>
                    <a:pt x="5087" y="6058"/>
                  </a:lnTo>
                  <a:lnTo>
                    <a:pt x="5254" y="6058"/>
                  </a:lnTo>
                  <a:lnTo>
                    <a:pt x="5778" y="5854"/>
                  </a:lnTo>
                  <a:lnTo>
                    <a:pt x="5867" y="5752"/>
                  </a:lnTo>
                  <a:lnTo>
                    <a:pt x="6110" y="5867"/>
                  </a:lnTo>
                  <a:lnTo>
                    <a:pt x="6762" y="5675"/>
                  </a:lnTo>
                  <a:lnTo>
                    <a:pt x="6902" y="5355"/>
                  </a:lnTo>
                  <a:lnTo>
                    <a:pt x="7196" y="5292"/>
                  </a:lnTo>
                  <a:lnTo>
                    <a:pt x="7810" y="4550"/>
                  </a:lnTo>
                  <a:lnTo>
                    <a:pt x="7835" y="4371"/>
                  </a:lnTo>
                  <a:lnTo>
                    <a:pt x="7950" y="4307"/>
                  </a:lnTo>
                  <a:lnTo>
                    <a:pt x="8001" y="4141"/>
                  </a:lnTo>
                  <a:lnTo>
                    <a:pt x="8155" y="3937"/>
                  </a:lnTo>
                  <a:lnTo>
                    <a:pt x="8270" y="3707"/>
                  </a:lnTo>
                  <a:lnTo>
                    <a:pt x="8219" y="3387"/>
                  </a:lnTo>
                  <a:lnTo>
                    <a:pt x="8104" y="3259"/>
                  </a:lnTo>
                  <a:lnTo>
                    <a:pt x="8155" y="2710"/>
                  </a:lnTo>
                  <a:lnTo>
                    <a:pt x="8091" y="2608"/>
                  </a:lnTo>
                  <a:lnTo>
                    <a:pt x="8257" y="2441"/>
                  </a:lnTo>
                  <a:lnTo>
                    <a:pt x="8193" y="2250"/>
                  </a:lnTo>
                  <a:lnTo>
                    <a:pt x="8168" y="2160"/>
                  </a:lnTo>
                  <a:lnTo>
                    <a:pt x="8308" y="2045"/>
                  </a:lnTo>
                  <a:lnTo>
                    <a:pt x="8321" y="1687"/>
                  </a:lnTo>
                  <a:lnTo>
                    <a:pt x="8257" y="1419"/>
                  </a:lnTo>
                  <a:lnTo>
                    <a:pt x="8193" y="1036"/>
                  </a:lnTo>
                  <a:lnTo>
                    <a:pt x="8206" y="716"/>
                  </a:lnTo>
                  <a:lnTo>
                    <a:pt x="8398" y="154"/>
                  </a:lnTo>
                  <a:lnTo>
                    <a:pt x="8308" y="39"/>
                  </a:lnTo>
                  <a:lnTo>
                    <a:pt x="8308"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342;p78">
              <a:extLst>
                <a:ext uri="{FF2B5EF4-FFF2-40B4-BE49-F238E27FC236}">
                  <a16:creationId xmlns:a16="http://schemas.microsoft.com/office/drawing/2014/main" id="{045FD471-EF78-052C-2140-FB8571B10BBE}"/>
                </a:ext>
              </a:extLst>
            </p:cNvPr>
            <p:cNvSpPr/>
            <p:nvPr/>
          </p:nvSpPr>
          <p:spPr>
            <a:xfrm>
              <a:off x="4045150" y="2939100"/>
              <a:ext cx="328500" cy="284400"/>
            </a:xfrm>
            <a:custGeom>
              <a:avLst/>
              <a:gdLst/>
              <a:ahLst/>
              <a:cxnLst/>
              <a:rect l="l" t="t" r="r" b="b"/>
              <a:pathLst>
                <a:path w="13140" h="11376" extrusionOk="0">
                  <a:moveTo>
                    <a:pt x="11631" y="1"/>
                  </a:moveTo>
                  <a:lnTo>
                    <a:pt x="2429" y="257"/>
                  </a:lnTo>
                  <a:lnTo>
                    <a:pt x="2506" y="1841"/>
                  </a:lnTo>
                  <a:lnTo>
                    <a:pt x="2493" y="1867"/>
                  </a:lnTo>
                  <a:lnTo>
                    <a:pt x="2493" y="1880"/>
                  </a:lnTo>
                  <a:lnTo>
                    <a:pt x="2467" y="1892"/>
                  </a:lnTo>
                  <a:lnTo>
                    <a:pt x="2454" y="1905"/>
                  </a:lnTo>
                  <a:lnTo>
                    <a:pt x="1764" y="1956"/>
                  </a:lnTo>
                  <a:lnTo>
                    <a:pt x="1726" y="5433"/>
                  </a:lnTo>
                  <a:lnTo>
                    <a:pt x="1713" y="5458"/>
                  </a:lnTo>
                  <a:lnTo>
                    <a:pt x="1675" y="5484"/>
                  </a:lnTo>
                  <a:lnTo>
                    <a:pt x="908" y="5637"/>
                  </a:lnTo>
                  <a:lnTo>
                    <a:pt x="908" y="5880"/>
                  </a:lnTo>
                  <a:lnTo>
                    <a:pt x="908" y="5906"/>
                  </a:lnTo>
                  <a:lnTo>
                    <a:pt x="895" y="5918"/>
                  </a:lnTo>
                  <a:lnTo>
                    <a:pt x="461" y="6353"/>
                  </a:lnTo>
                  <a:lnTo>
                    <a:pt x="461" y="6864"/>
                  </a:lnTo>
                  <a:lnTo>
                    <a:pt x="448" y="6890"/>
                  </a:lnTo>
                  <a:lnTo>
                    <a:pt x="422" y="6915"/>
                  </a:lnTo>
                  <a:lnTo>
                    <a:pt x="282" y="6979"/>
                  </a:lnTo>
                  <a:lnTo>
                    <a:pt x="282" y="7286"/>
                  </a:lnTo>
                  <a:lnTo>
                    <a:pt x="282" y="7311"/>
                  </a:lnTo>
                  <a:lnTo>
                    <a:pt x="256" y="7337"/>
                  </a:lnTo>
                  <a:lnTo>
                    <a:pt x="1" y="7529"/>
                  </a:lnTo>
                  <a:lnTo>
                    <a:pt x="1" y="7720"/>
                  </a:lnTo>
                  <a:lnTo>
                    <a:pt x="205" y="7720"/>
                  </a:lnTo>
                  <a:lnTo>
                    <a:pt x="243" y="7733"/>
                  </a:lnTo>
                  <a:lnTo>
                    <a:pt x="256" y="7772"/>
                  </a:lnTo>
                  <a:lnTo>
                    <a:pt x="346" y="8423"/>
                  </a:lnTo>
                  <a:lnTo>
                    <a:pt x="525" y="8871"/>
                  </a:lnTo>
                  <a:lnTo>
                    <a:pt x="755" y="9024"/>
                  </a:lnTo>
                  <a:lnTo>
                    <a:pt x="767" y="9050"/>
                  </a:lnTo>
                  <a:lnTo>
                    <a:pt x="767" y="9062"/>
                  </a:lnTo>
                  <a:lnTo>
                    <a:pt x="908" y="9829"/>
                  </a:lnTo>
                  <a:lnTo>
                    <a:pt x="1406" y="10519"/>
                  </a:lnTo>
                  <a:lnTo>
                    <a:pt x="1419" y="10558"/>
                  </a:lnTo>
                  <a:lnTo>
                    <a:pt x="1330" y="11299"/>
                  </a:lnTo>
                  <a:lnTo>
                    <a:pt x="1777" y="11376"/>
                  </a:lnTo>
                  <a:lnTo>
                    <a:pt x="1969" y="11286"/>
                  </a:lnTo>
                  <a:lnTo>
                    <a:pt x="1982" y="11273"/>
                  </a:lnTo>
                  <a:lnTo>
                    <a:pt x="2007" y="11286"/>
                  </a:lnTo>
                  <a:lnTo>
                    <a:pt x="2033" y="11286"/>
                  </a:lnTo>
                  <a:lnTo>
                    <a:pt x="2045" y="11312"/>
                  </a:lnTo>
                  <a:lnTo>
                    <a:pt x="2084" y="11184"/>
                  </a:lnTo>
                  <a:lnTo>
                    <a:pt x="2097" y="11171"/>
                  </a:lnTo>
                  <a:lnTo>
                    <a:pt x="2442" y="10813"/>
                  </a:lnTo>
                  <a:lnTo>
                    <a:pt x="2672" y="10123"/>
                  </a:lnTo>
                  <a:lnTo>
                    <a:pt x="2761" y="9855"/>
                  </a:lnTo>
                  <a:lnTo>
                    <a:pt x="2787" y="9829"/>
                  </a:lnTo>
                  <a:lnTo>
                    <a:pt x="2812" y="9816"/>
                  </a:lnTo>
                  <a:lnTo>
                    <a:pt x="3106" y="9816"/>
                  </a:lnTo>
                  <a:lnTo>
                    <a:pt x="3132" y="9829"/>
                  </a:lnTo>
                  <a:lnTo>
                    <a:pt x="3157" y="9842"/>
                  </a:lnTo>
                  <a:lnTo>
                    <a:pt x="3515" y="10366"/>
                  </a:lnTo>
                  <a:lnTo>
                    <a:pt x="4512" y="10366"/>
                  </a:lnTo>
                  <a:lnTo>
                    <a:pt x="4666" y="10251"/>
                  </a:lnTo>
                  <a:lnTo>
                    <a:pt x="4691" y="10238"/>
                  </a:lnTo>
                  <a:lnTo>
                    <a:pt x="4717" y="10238"/>
                  </a:lnTo>
                  <a:lnTo>
                    <a:pt x="5113" y="10340"/>
                  </a:lnTo>
                  <a:lnTo>
                    <a:pt x="5138" y="10353"/>
                  </a:lnTo>
                  <a:lnTo>
                    <a:pt x="5151" y="10366"/>
                  </a:lnTo>
                  <a:lnTo>
                    <a:pt x="5228" y="10609"/>
                  </a:lnTo>
                  <a:lnTo>
                    <a:pt x="5675" y="10622"/>
                  </a:lnTo>
                  <a:lnTo>
                    <a:pt x="5790" y="10392"/>
                  </a:lnTo>
                  <a:lnTo>
                    <a:pt x="5803" y="10366"/>
                  </a:lnTo>
                  <a:lnTo>
                    <a:pt x="5829" y="10366"/>
                  </a:lnTo>
                  <a:lnTo>
                    <a:pt x="6225" y="10289"/>
                  </a:lnTo>
                  <a:lnTo>
                    <a:pt x="6225" y="10098"/>
                  </a:lnTo>
                  <a:lnTo>
                    <a:pt x="6238" y="10072"/>
                  </a:lnTo>
                  <a:lnTo>
                    <a:pt x="6263" y="10046"/>
                  </a:lnTo>
                  <a:lnTo>
                    <a:pt x="6634" y="9906"/>
                  </a:lnTo>
                  <a:lnTo>
                    <a:pt x="6672" y="9906"/>
                  </a:lnTo>
                  <a:lnTo>
                    <a:pt x="7337" y="10161"/>
                  </a:lnTo>
                  <a:lnTo>
                    <a:pt x="7822" y="10187"/>
                  </a:lnTo>
                  <a:lnTo>
                    <a:pt x="8167" y="9574"/>
                  </a:lnTo>
                  <a:lnTo>
                    <a:pt x="8180" y="9561"/>
                  </a:lnTo>
                  <a:lnTo>
                    <a:pt x="8589" y="9241"/>
                  </a:lnTo>
                  <a:lnTo>
                    <a:pt x="8589" y="8781"/>
                  </a:lnTo>
                  <a:lnTo>
                    <a:pt x="8410" y="8526"/>
                  </a:lnTo>
                  <a:lnTo>
                    <a:pt x="8397" y="8500"/>
                  </a:lnTo>
                  <a:lnTo>
                    <a:pt x="8397" y="8462"/>
                  </a:lnTo>
                  <a:lnTo>
                    <a:pt x="8423" y="8449"/>
                  </a:lnTo>
                  <a:lnTo>
                    <a:pt x="8449" y="8436"/>
                  </a:lnTo>
                  <a:lnTo>
                    <a:pt x="8794" y="8462"/>
                  </a:lnTo>
                  <a:lnTo>
                    <a:pt x="8883" y="8308"/>
                  </a:lnTo>
                  <a:lnTo>
                    <a:pt x="8896" y="8296"/>
                  </a:lnTo>
                  <a:lnTo>
                    <a:pt x="8921" y="8283"/>
                  </a:lnTo>
                  <a:lnTo>
                    <a:pt x="9190" y="8232"/>
                  </a:lnTo>
                  <a:lnTo>
                    <a:pt x="9215" y="8232"/>
                  </a:lnTo>
                  <a:lnTo>
                    <a:pt x="9241" y="8244"/>
                  </a:lnTo>
                  <a:lnTo>
                    <a:pt x="9254" y="8257"/>
                  </a:lnTo>
                  <a:lnTo>
                    <a:pt x="9254" y="8283"/>
                  </a:lnTo>
                  <a:lnTo>
                    <a:pt x="9382" y="9497"/>
                  </a:lnTo>
                  <a:lnTo>
                    <a:pt x="9727" y="9765"/>
                  </a:lnTo>
                  <a:lnTo>
                    <a:pt x="9752" y="9778"/>
                  </a:lnTo>
                  <a:lnTo>
                    <a:pt x="10097" y="10404"/>
                  </a:lnTo>
                  <a:lnTo>
                    <a:pt x="10225" y="10225"/>
                  </a:lnTo>
                  <a:lnTo>
                    <a:pt x="10225" y="9778"/>
                  </a:lnTo>
                  <a:lnTo>
                    <a:pt x="10238" y="9740"/>
                  </a:lnTo>
                  <a:lnTo>
                    <a:pt x="10263" y="9727"/>
                  </a:lnTo>
                  <a:lnTo>
                    <a:pt x="10660" y="9548"/>
                  </a:lnTo>
                  <a:lnTo>
                    <a:pt x="10672" y="8679"/>
                  </a:lnTo>
                  <a:lnTo>
                    <a:pt x="10672" y="8666"/>
                  </a:lnTo>
                  <a:lnTo>
                    <a:pt x="10685" y="8641"/>
                  </a:lnTo>
                  <a:lnTo>
                    <a:pt x="10954" y="8385"/>
                  </a:lnTo>
                  <a:lnTo>
                    <a:pt x="11107" y="7989"/>
                  </a:lnTo>
                  <a:lnTo>
                    <a:pt x="11107" y="7976"/>
                  </a:lnTo>
                  <a:lnTo>
                    <a:pt x="11133" y="7963"/>
                  </a:lnTo>
                  <a:lnTo>
                    <a:pt x="11401" y="7835"/>
                  </a:lnTo>
                  <a:lnTo>
                    <a:pt x="11695" y="7158"/>
                  </a:lnTo>
                  <a:lnTo>
                    <a:pt x="11720" y="5867"/>
                  </a:lnTo>
                  <a:lnTo>
                    <a:pt x="11720" y="5842"/>
                  </a:lnTo>
                  <a:lnTo>
                    <a:pt x="12040" y="4985"/>
                  </a:lnTo>
                  <a:lnTo>
                    <a:pt x="11925" y="3950"/>
                  </a:lnTo>
                  <a:lnTo>
                    <a:pt x="11925" y="3937"/>
                  </a:lnTo>
                  <a:lnTo>
                    <a:pt x="11938" y="3912"/>
                  </a:lnTo>
                  <a:lnTo>
                    <a:pt x="11950" y="3899"/>
                  </a:lnTo>
                  <a:lnTo>
                    <a:pt x="11976" y="3899"/>
                  </a:lnTo>
                  <a:lnTo>
                    <a:pt x="12385" y="3886"/>
                  </a:lnTo>
                  <a:lnTo>
                    <a:pt x="12781" y="3631"/>
                  </a:lnTo>
                  <a:lnTo>
                    <a:pt x="12807" y="3618"/>
                  </a:lnTo>
                  <a:lnTo>
                    <a:pt x="13024" y="3618"/>
                  </a:lnTo>
                  <a:lnTo>
                    <a:pt x="13139" y="3030"/>
                  </a:lnTo>
                  <a:lnTo>
                    <a:pt x="12909" y="2864"/>
                  </a:lnTo>
                  <a:lnTo>
                    <a:pt x="12641" y="2800"/>
                  </a:lnTo>
                  <a:lnTo>
                    <a:pt x="12270" y="2340"/>
                  </a:lnTo>
                  <a:lnTo>
                    <a:pt x="12270" y="1880"/>
                  </a:lnTo>
                  <a:lnTo>
                    <a:pt x="11989" y="1535"/>
                  </a:lnTo>
                  <a:lnTo>
                    <a:pt x="11989" y="1011"/>
                  </a:lnTo>
                  <a:lnTo>
                    <a:pt x="11823" y="806"/>
                  </a:lnTo>
                  <a:lnTo>
                    <a:pt x="11899" y="678"/>
                  </a:lnTo>
                  <a:lnTo>
                    <a:pt x="12066" y="678"/>
                  </a:lnTo>
                  <a:lnTo>
                    <a:pt x="11631"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5" name="Google Shape;1343;p78">
              <a:extLst>
                <a:ext uri="{FF2B5EF4-FFF2-40B4-BE49-F238E27FC236}">
                  <a16:creationId xmlns:a16="http://schemas.microsoft.com/office/drawing/2014/main" id="{D401FB88-810D-7515-7A6D-E194701BCA2A}"/>
                </a:ext>
              </a:extLst>
            </p:cNvPr>
            <p:cNvSpPr/>
            <p:nvPr/>
          </p:nvSpPr>
          <p:spPr>
            <a:xfrm>
              <a:off x="4437200" y="3627975"/>
              <a:ext cx="143800" cy="260450"/>
            </a:xfrm>
            <a:custGeom>
              <a:avLst/>
              <a:gdLst/>
              <a:ahLst/>
              <a:cxnLst/>
              <a:rect l="l" t="t" r="r" b="b"/>
              <a:pathLst>
                <a:path w="5752" h="10418" extrusionOk="0">
                  <a:moveTo>
                    <a:pt x="5125" y="1"/>
                  </a:moveTo>
                  <a:lnTo>
                    <a:pt x="4934" y="116"/>
                  </a:lnTo>
                  <a:lnTo>
                    <a:pt x="4819" y="167"/>
                  </a:lnTo>
                  <a:lnTo>
                    <a:pt x="4704" y="167"/>
                  </a:lnTo>
                  <a:lnTo>
                    <a:pt x="4601" y="947"/>
                  </a:lnTo>
                  <a:lnTo>
                    <a:pt x="4461" y="947"/>
                  </a:lnTo>
                  <a:lnTo>
                    <a:pt x="4256" y="1049"/>
                  </a:lnTo>
                  <a:lnTo>
                    <a:pt x="4167" y="883"/>
                  </a:lnTo>
                  <a:lnTo>
                    <a:pt x="4039" y="921"/>
                  </a:lnTo>
                  <a:lnTo>
                    <a:pt x="3962" y="1177"/>
                  </a:lnTo>
                  <a:lnTo>
                    <a:pt x="3886" y="1292"/>
                  </a:lnTo>
                  <a:lnTo>
                    <a:pt x="3962" y="1381"/>
                  </a:lnTo>
                  <a:lnTo>
                    <a:pt x="4014" y="1586"/>
                  </a:lnTo>
                  <a:lnTo>
                    <a:pt x="3732" y="1675"/>
                  </a:lnTo>
                  <a:lnTo>
                    <a:pt x="3732" y="1854"/>
                  </a:lnTo>
                  <a:lnTo>
                    <a:pt x="3541" y="2122"/>
                  </a:lnTo>
                  <a:lnTo>
                    <a:pt x="3541" y="1892"/>
                  </a:lnTo>
                  <a:lnTo>
                    <a:pt x="3413" y="1931"/>
                  </a:lnTo>
                  <a:lnTo>
                    <a:pt x="3298" y="2174"/>
                  </a:lnTo>
                  <a:lnTo>
                    <a:pt x="3221" y="2506"/>
                  </a:lnTo>
                  <a:lnTo>
                    <a:pt x="3106" y="2301"/>
                  </a:lnTo>
                  <a:lnTo>
                    <a:pt x="2736" y="2493"/>
                  </a:lnTo>
                  <a:lnTo>
                    <a:pt x="2633" y="2889"/>
                  </a:lnTo>
                  <a:lnTo>
                    <a:pt x="2480" y="2672"/>
                  </a:lnTo>
                  <a:lnTo>
                    <a:pt x="2224" y="2723"/>
                  </a:lnTo>
                  <a:lnTo>
                    <a:pt x="2109" y="2889"/>
                  </a:lnTo>
                  <a:lnTo>
                    <a:pt x="1905" y="2876"/>
                  </a:lnTo>
                  <a:lnTo>
                    <a:pt x="1815" y="2800"/>
                  </a:lnTo>
                  <a:lnTo>
                    <a:pt x="1624" y="2940"/>
                  </a:lnTo>
                  <a:lnTo>
                    <a:pt x="1266" y="2940"/>
                  </a:lnTo>
                  <a:lnTo>
                    <a:pt x="1253" y="3183"/>
                  </a:lnTo>
                  <a:lnTo>
                    <a:pt x="997" y="3797"/>
                  </a:lnTo>
                  <a:lnTo>
                    <a:pt x="921" y="4346"/>
                  </a:lnTo>
                  <a:lnTo>
                    <a:pt x="1036" y="4397"/>
                  </a:lnTo>
                  <a:lnTo>
                    <a:pt x="921" y="4627"/>
                  </a:lnTo>
                  <a:lnTo>
                    <a:pt x="985" y="4973"/>
                  </a:lnTo>
                  <a:lnTo>
                    <a:pt x="1023" y="5164"/>
                  </a:lnTo>
                  <a:lnTo>
                    <a:pt x="997" y="5829"/>
                  </a:lnTo>
                  <a:lnTo>
                    <a:pt x="895" y="6059"/>
                  </a:lnTo>
                  <a:lnTo>
                    <a:pt x="512" y="6634"/>
                  </a:lnTo>
                  <a:lnTo>
                    <a:pt x="499" y="6787"/>
                  </a:lnTo>
                  <a:lnTo>
                    <a:pt x="358" y="6787"/>
                  </a:lnTo>
                  <a:lnTo>
                    <a:pt x="0" y="7286"/>
                  </a:lnTo>
                  <a:lnTo>
                    <a:pt x="0" y="7925"/>
                  </a:lnTo>
                  <a:lnTo>
                    <a:pt x="192" y="8385"/>
                  </a:lnTo>
                  <a:lnTo>
                    <a:pt x="26" y="9024"/>
                  </a:lnTo>
                  <a:lnTo>
                    <a:pt x="26" y="9369"/>
                  </a:lnTo>
                  <a:lnTo>
                    <a:pt x="128" y="9446"/>
                  </a:lnTo>
                  <a:lnTo>
                    <a:pt x="103" y="9740"/>
                  </a:lnTo>
                  <a:lnTo>
                    <a:pt x="358" y="9919"/>
                  </a:lnTo>
                  <a:lnTo>
                    <a:pt x="346" y="10098"/>
                  </a:lnTo>
                  <a:lnTo>
                    <a:pt x="806" y="10417"/>
                  </a:lnTo>
                  <a:lnTo>
                    <a:pt x="1112" y="10417"/>
                  </a:lnTo>
                  <a:lnTo>
                    <a:pt x="1419" y="10225"/>
                  </a:lnTo>
                  <a:lnTo>
                    <a:pt x="2033" y="10238"/>
                  </a:lnTo>
                  <a:lnTo>
                    <a:pt x="2697" y="9216"/>
                  </a:lnTo>
                  <a:lnTo>
                    <a:pt x="3375" y="7912"/>
                  </a:lnTo>
                  <a:lnTo>
                    <a:pt x="3375" y="7746"/>
                  </a:lnTo>
                  <a:lnTo>
                    <a:pt x="4065" y="6084"/>
                  </a:lnTo>
                  <a:lnTo>
                    <a:pt x="4320" y="5305"/>
                  </a:lnTo>
                  <a:lnTo>
                    <a:pt x="4499" y="5011"/>
                  </a:lnTo>
                  <a:lnTo>
                    <a:pt x="4563" y="4806"/>
                  </a:lnTo>
                  <a:lnTo>
                    <a:pt x="4857" y="4321"/>
                  </a:lnTo>
                  <a:lnTo>
                    <a:pt x="4857" y="3950"/>
                  </a:lnTo>
                  <a:lnTo>
                    <a:pt x="5023" y="3682"/>
                  </a:lnTo>
                  <a:lnTo>
                    <a:pt x="5100" y="3132"/>
                  </a:lnTo>
                  <a:lnTo>
                    <a:pt x="5177" y="2979"/>
                  </a:lnTo>
                  <a:lnTo>
                    <a:pt x="5087" y="2813"/>
                  </a:lnTo>
                  <a:lnTo>
                    <a:pt x="5228" y="2736"/>
                  </a:lnTo>
                  <a:lnTo>
                    <a:pt x="5445" y="3068"/>
                  </a:lnTo>
                  <a:lnTo>
                    <a:pt x="5662" y="2736"/>
                  </a:lnTo>
                  <a:lnTo>
                    <a:pt x="5752" y="1726"/>
                  </a:lnTo>
                  <a:lnTo>
                    <a:pt x="5637" y="1611"/>
                  </a:lnTo>
                  <a:lnTo>
                    <a:pt x="5675" y="1074"/>
                  </a:lnTo>
                  <a:lnTo>
                    <a:pt x="5509" y="870"/>
                  </a:lnTo>
                  <a:lnTo>
                    <a:pt x="5471" y="512"/>
                  </a:lnTo>
                  <a:lnTo>
                    <a:pt x="5317" y="448"/>
                  </a:lnTo>
                  <a:lnTo>
                    <a:pt x="5317" y="167"/>
                  </a:lnTo>
                  <a:lnTo>
                    <a:pt x="5113" y="167"/>
                  </a:lnTo>
                  <a:lnTo>
                    <a:pt x="5125"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6" name="Google Shape;1344;p78">
              <a:extLst>
                <a:ext uri="{FF2B5EF4-FFF2-40B4-BE49-F238E27FC236}">
                  <a16:creationId xmlns:a16="http://schemas.microsoft.com/office/drawing/2014/main" id="{8F84BC73-2A0B-E5C1-3059-3F0B168A841F}"/>
                </a:ext>
              </a:extLst>
            </p:cNvPr>
            <p:cNvSpPr/>
            <p:nvPr/>
          </p:nvSpPr>
          <p:spPr>
            <a:xfrm>
              <a:off x="4475225" y="3597625"/>
              <a:ext cx="11200" cy="19200"/>
            </a:xfrm>
            <a:custGeom>
              <a:avLst/>
              <a:gdLst/>
              <a:ahLst/>
              <a:cxnLst/>
              <a:rect l="l" t="t" r="r" b="b"/>
              <a:pathLst>
                <a:path w="448" h="768" extrusionOk="0">
                  <a:moveTo>
                    <a:pt x="179" y="1"/>
                  </a:moveTo>
                  <a:lnTo>
                    <a:pt x="0" y="307"/>
                  </a:lnTo>
                  <a:lnTo>
                    <a:pt x="90" y="768"/>
                  </a:lnTo>
                  <a:lnTo>
                    <a:pt x="345" y="550"/>
                  </a:lnTo>
                  <a:lnTo>
                    <a:pt x="448" y="231"/>
                  </a:lnTo>
                  <a:lnTo>
                    <a:pt x="179"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345;p78">
              <a:extLst>
                <a:ext uri="{FF2B5EF4-FFF2-40B4-BE49-F238E27FC236}">
                  <a16:creationId xmlns:a16="http://schemas.microsoft.com/office/drawing/2014/main" id="{AC8AAACD-6BA7-D69A-3125-83B0739D7451}"/>
                </a:ext>
              </a:extLst>
            </p:cNvPr>
            <p:cNvSpPr/>
            <p:nvPr/>
          </p:nvSpPr>
          <p:spPr>
            <a:xfrm>
              <a:off x="4204600" y="3321575"/>
              <a:ext cx="107050" cy="110900"/>
            </a:xfrm>
            <a:custGeom>
              <a:avLst/>
              <a:gdLst/>
              <a:ahLst/>
              <a:cxnLst/>
              <a:rect l="l" t="t" r="r" b="b"/>
              <a:pathLst>
                <a:path w="4282" h="4436" extrusionOk="0">
                  <a:moveTo>
                    <a:pt x="3451" y="0"/>
                  </a:moveTo>
                  <a:lnTo>
                    <a:pt x="3438" y="13"/>
                  </a:lnTo>
                  <a:lnTo>
                    <a:pt x="2748" y="333"/>
                  </a:lnTo>
                  <a:lnTo>
                    <a:pt x="2735" y="333"/>
                  </a:lnTo>
                  <a:lnTo>
                    <a:pt x="2288" y="320"/>
                  </a:lnTo>
                  <a:lnTo>
                    <a:pt x="2019" y="486"/>
                  </a:lnTo>
                  <a:lnTo>
                    <a:pt x="1994" y="486"/>
                  </a:lnTo>
                  <a:lnTo>
                    <a:pt x="1956" y="473"/>
                  </a:lnTo>
                  <a:lnTo>
                    <a:pt x="1789" y="345"/>
                  </a:lnTo>
                  <a:lnTo>
                    <a:pt x="1278" y="307"/>
                  </a:lnTo>
                  <a:lnTo>
                    <a:pt x="1138" y="448"/>
                  </a:lnTo>
                  <a:lnTo>
                    <a:pt x="1112" y="1087"/>
                  </a:lnTo>
                  <a:lnTo>
                    <a:pt x="1112" y="1342"/>
                  </a:lnTo>
                  <a:lnTo>
                    <a:pt x="1304" y="1432"/>
                  </a:lnTo>
                  <a:lnTo>
                    <a:pt x="1329" y="1457"/>
                  </a:lnTo>
                  <a:lnTo>
                    <a:pt x="1432" y="1649"/>
                  </a:lnTo>
                  <a:lnTo>
                    <a:pt x="1432" y="1687"/>
                  </a:lnTo>
                  <a:lnTo>
                    <a:pt x="1419" y="1713"/>
                  </a:lnTo>
                  <a:lnTo>
                    <a:pt x="1291" y="1841"/>
                  </a:lnTo>
                  <a:lnTo>
                    <a:pt x="1291" y="1930"/>
                  </a:lnTo>
                  <a:lnTo>
                    <a:pt x="1317" y="2058"/>
                  </a:lnTo>
                  <a:lnTo>
                    <a:pt x="1329" y="2147"/>
                  </a:lnTo>
                  <a:lnTo>
                    <a:pt x="1317" y="2186"/>
                  </a:lnTo>
                  <a:lnTo>
                    <a:pt x="1291" y="2199"/>
                  </a:lnTo>
                  <a:lnTo>
                    <a:pt x="1253" y="2211"/>
                  </a:lnTo>
                  <a:lnTo>
                    <a:pt x="1189" y="2237"/>
                  </a:lnTo>
                  <a:lnTo>
                    <a:pt x="1010" y="2339"/>
                  </a:lnTo>
                  <a:lnTo>
                    <a:pt x="767" y="2480"/>
                  </a:lnTo>
                  <a:lnTo>
                    <a:pt x="767" y="2697"/>
                  </a:lnTo>
                  <a:lnTo>
                    <a:pt x="537" y="2697"/>
                  </a:lnTo>
                  <a:lnTo>
                    <a:pt x="320" y="2889"/>
                  </a:lnTo>
                  <a:lnTo>
                    <a:pt x="332" y="2914"/>
                  </a:lnTo>
                  <a:lnTo>
                    <a:pt x="320" y="2940"/>
                  </a:lnTo>
                  <a:lnTo>
                    <a:pt x="26" y="3630"/>
                  </a:lnTo>
                  <a:lnTo>
                    <a:pt x="0" y="4435"/>
                  </a:lnTo>
                  <a:lnTo>
                    <a:pt x="345" y="4435"/>
                  </a:lnTo>
                  <a:lnTo>
                    <a:pt x="614" y="4231"/>
                  </a:lnTo>
                  <a:lnTo>
                    <a:pt x="652" y="4218"/>
                  </a:lnTo>
                  <a:lnTo>
                    <a:pt x="1623" y="4231"/>
                  </a:lnTo>
                  <a:lnTo>
                    <a:pt x="1662" y="3988"/>
                  </a:lnTo>
                  <a:lnTo>
                    <a:pt x="1892" y="3988"/>
                  </a:lnTo>
                  <a:lnTo>
                    <a:pt x="2019" y="3834"/>
                  </a:lnTo>
                  <a:lnTo>
                    <a:pt x="2595" y="3745"/>
                  </a:lnTo>
                  <a:lnTo>
                    <a:pt x="2722" y="3604"/>
                  </a:lnTo>
                  <a:lnTo>
                    <a:pt x="3119" y="3604"/>
                  </a:lnTo>
                  <a:lnTo>
                    <a:pt x="3208" y="3898"/>
                  </a:lnTo>
                  <a:lnTo>
                    <a:pt x="3361" y="3898"/>
                  </a:lnTo>
                  <a:lnTo>
                    <a:pt x="3374" y="3247"/>
                  </a:lnTo>
                  <a:lnTo>
                    <a:pt x="3387" y="3221"/>
                  </a:lnTo>
                  <a:lnTo>
                    <a:pt x="4282" y="2186"/>
                  </a:lnTo>
                  <a:lnTo>
                    <a:pt x="4282" y="1956"/>
                  </a:lnTo>
                  <a:lnTo>
                    <a:pt x="4154" y="1738"/>
                  </a:lnTo>
                  <a:lnTo>
                    <a:pt x="4154" y="1713"/>
                  </a:lnTo>
                  <a:lnTo>
                    <a:pt x="4154" y="1700"/>
                  </a:lnTo>
                  <a:lnTo>
                    <a:pt x="4218" y="1406"/>
                  </a:lnTo>
                  <a:lnTo>
                    <a:pt x="3860" y="333"/>
                  </a:lnTo>
                  <a:lnTo>
                    <a:pt x="3643" y="281"/>
                  </a:lnTo>
                  <a:lnTo>
                    <a:pt x="3630" y="269"/>
                  </a:lnTo>
                  <a:lnTo>
                    <a:pt x="3617" y="256"/>
                  </a:lnTo>
                  <a:lnTo>
                    <a:pt x="3464"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8" name="Google Shape;1346;p78">
              <a:extLst>
                <a:ext uri="{FF2B5EF4-FFF2-40B4-BE49-F238E27FC236}">
                  <a16:creationId xmlns:a16="http://schemas.microsoft.com/office/drawing/2014/main" id="{349875A4-16C8-E88B-806E-C0CE634AF63E}"/>
                </a:ext>
              </a:extLst>
            </p:cNvPr>
            <p:cNvSpPr/>
            <p:nvPr/>
          </p:nvSpPr>
          <p:spPr>
            <a:xfrm>
              <a:off x="3900400" y="3186425"/>
              <a:ext cx="258525" cy="153050"/>
            </a:xfrm>
            <a:custGeom>
              <a:avLst/>
              <a:gdLst/>
              <a:ahLst/>
              <a:cxnLst/>
              <a:rect l="l" t="t" r="r" b="b"/>
              <a:pathLst>
                <a:path w="10341" h="6122" extrusionOk="0">
                  <a:moveTo>
                    <a:pt x="6225" y="0"/>
                  </a:moveTo>
                  <a:lnTo>
                    <a:pt x="6033" y="422"/>
                  </a:lnTo>
                  <a:lnTo>
                    <a:pt x="6021" y="447"/>
                  </a:lnTo>
                  <a:lnTo>
                    <a:pt x="5982" y="460"/>
                  </a:lnTo>
                  <a:lnTo>
                    <a:pt x="5727" y="447"/>
                  </a:lnTo>
                  <a:lnTo>
                    <a:pt x="5573" y="677"/>
                  </a:lnTo>
                  <a:lnTo>
                    <a:pt x="5561" y="690"/>
                  </a:lnTo>
                  <a:lnTo>
                    <a:pt x="5535" y="703"/>
                  </a:lnTo>
                  <a:lnTo>
                    <a:pt x="5279" y="741"/>
                  </a:lnTo>
                  <a:lnTo>
                    <a:pt x="4845" y="1150"/>
                  </a:lnTo>
                  <a:lnTo>
                    <a:pt x="4819" y="1163"/>
                  </a:lnTo>
                  <a:lnTo>
                    <a:pt x="4104" y="1163"/>
                  </a:lnTo>
                  <a:lnTo>
                    <a:pt x="3733" y="1444"/>
                  </a:lnTo>
                  <a:lnTo>
                    <a:pt x="3541" y="1687"/>
                  </a:lnTo>
                  <a:lnTo>
                    <a:pt x="3516" y="1700"/>
                  </a:lnTo>
                  <a:lnTo>
                    <a:pt x="1829" y="2518"/>
                  </a:lnTo>
                  <a:lnTo>
                    <a:pt x="1650" y="2773"/>
                  </a:lnTo>
                  <a:lnTo>
                    <a:pt x="1624" y="2799"/>
                  </a:lnTo>
                  <a:lnTo>
                    <a:pt x="1586" y="2799"/>
                  </a:lnTo>
                  <a:lnTo>
                    <a:pt x="1560" y="2786"/>
                  </a:lnTo>
                  <a:lnTo>
                    <a:pt x="1253" y="2518"/>
                  </a:lnTo>
                  <a:lnTo>
                    <a:pt x="1190" y="2569"/>
                  </a:lnTo>
                  <a:lnTo>
                    <a:pt x="1023" y="2863"/>
                  </a:lnTo>
                  <a:lnTo>
                    <a:pt x="998" y="2889"/>
                  </a:lnTo>
                  <a:lnTo>
                    <a:pt x="959" y="2889"/>
                  </a:lnTo>
                  <a:lnTo>
                    <a:pt x="666" y="2812"/>
                  </a:lnTo>
                  <a:lnTo>
                    <a:pt x="499" y="3080"/>
                  </a:lnTo>
                  <a:lnTo>
                    <a:pt x="487" y="3515"/>
                  </a:lnTo>
                  <a:lnTo>
                    <a:pt x="487" y="3540"/>
                  </a:lnTo>
                  <a:lnTo>
                    <a:pt x="474" y="3566"/>
                  </a:lnTo>
                  <a:lnTo>
                    <a:pt x="372" y="3630"/>
                  </a:lnTo>
                  <a:lnTo>
                    <a:pt x="1" y="4320"/>
                  </a:lnTo>
                  <a:lnTo>
                    <a:pt x="346" y="4908"/>
                  </a:lnTo>
                  <a:lnTo>
                    <a:pt x="346" y="4921"/>
                  </a:lnTo>
                  <a:lnTo>
                    <a:pt x="666" y="5790"/>
                  </a:lnTo>
                  <a:lnTo>
                    <a:pt x="1266" y="6122"/>
                  </a:lnTo>
                  <a:lnTo>
                    <a:pt x="1305" y="6084"/>
                  </a:lnTo>
                  <a:lnTo>
                    <a:pt x="1714" y="5636"/>
                  </a:lnTo>
                  <a:lnTo>
                    <a:pt x="1726" y="5624"/>
                  </a:lnTo>
                  <a:lnTo>
                    <a:pt x="1752" y="5624"/>
                  </a:lnTo>
                  <a:lnTo>
                    <a:pt x="2774" y="5572"/>
                  </a:lnTo>
                  <a:lnTo>
                    <a:pt x="2787" y="5572"/>
                  </a:lnTo>
                  <a:lnTo>
                    <a:pt x="3081" y="5636"/>
                  </a:lnTo>
                  <a:lnTo>
                    <a:pt x="3132" y="4895"/>
                  </a:lnTo>
                  <a:lnTo>
                    <a:pt x="3158" y="4857"/>
                  </a:lnTo>
                  <a:lnTo>
                    <a:pt x="3618" y="4422"/>
                  </a:lnTo>
                  <a:lnTo>
                    <a:pt x="3822" y="4243"/>
                  </a:lnTo>
                  <a:lnTo>
                    <a:pt x="3848" y="4230"/>
                  </a:lnTo>
                  <a:lnTo>
                    <a:pt x="3886" y="4230"/>
                  </a:lnTo>
                  <a:lnTo>
                    <a:pt x="3899" y="4243"/>
                  </a:lnTo>
                  <a:lnTo>
                    <a:pt x="3963" y="4320"/>
                  </a:lnTo>
                  <a:lnTo>
                    <a:pt x="4116" y="4371"/>
                  </a:lnTo>
                  <a:lnTo>
                    <a:pt x="4244" y="4397"/>
                  </a:lnTo>
                  <a:lnTo>
                    <a:pt x="4257" y="4397"/>
                  </a:lnTo>
                  <a:lnTo>
                    <a:pt x="4282" y="4384"/>
                  </a:lnTo>
                  <a:lnTo>
                    <a:pt x="4308" y="4397"/>
                  </a:lnTo>
                  <a:lnTo>
                    <a:pt x="4397" y="4499"/>
                  </a:lnTo>
                  <a:lnTo>
                    <a:pt x="4564" y="4703"/>
                  </a:lnTo>
                  <a:lnTo>
                    <a:pt x="4781" y="4985"/>
                  </a:lnTo>
                  <a:lnTo>
                    <a:pt x="5535" y="5010"/>
                  </a:lnTo>
                  <a:lnTo>
                    <a:pt x="5561" y="5023"/>
                  </a:lnTo>
                  <a:lnTo>
                    <a:pt x="6238" y="5240"/>
                  </a:lnTo>
                  <a:lnTo>
                    <a:pt x="6340" y="4754"/>
                  </a:lnTo>
                  <a:lnTo>
                    <a:pt x="6366" y="4729"/>
                  </a:lnTo>
                  <a:lnTo>
                    <a:pt x="6391" y="4716"/>
                  </a:lnTo>
                  <a:lnTo>
                    <a:pt x="6928" y="4639"/>
                  </a:lnTo>
                  <a:lnTo>
                    <a:pt x="6954" y="4639"/>
                  </a:lnTo>
                  <a:lnTo>
                    <a:pt x="6966" y="4652"/>
                  </a:lnTo>
                  <a:lnTo>
                    <a:pt x="7081" y="4742"/>
                  </a:lnTo>
                  <a:lnTo>
                    <a:pt x="7938" y="4397"/>
                  </a:lnTo>
                  <a:lnTo>
                    <a:pt x="7963" y="4397"/>
                  </a:lnTo>
                  <a:lnTo>
                    <a:pt x="7989" y="4409"/>
                  </a:lnTo>
                  <a:lnTo>
                    <a:pt x="8078" y="4486"/>
                  </a:lnTo>
                  <a:lnTo>
                    <a:pt x="8615" y="4448"/>
                  </a:lnTo>
                  <a:lnTo>
                    <a:pt x="8717" y="4256"/>
                  </a:lnTo>
                  <a:lnTo>
                    <a:pt x="8730" y="4243"/>
                  </a:lnTo>
                  <a:lnTo>
                    <a:pt x="8743" y="4230"/>
                  </a:lnTo>
                  <a:lnTo>
                    <a:pt x="8768" y="4230"/>
                  </a:lnTo>
                  <a:lnTo>
                    <a:pt x="8781" y="4243"/>
                  </a:lnTo>
                  <a:lnTo>
                    <a:pt x="9305" y="4461"/>
                  </a:lnTo>
                  <a:lnTo>
                    <a:pt x="10277" y="4537"/>
                  </a:lnTo>
                  <a:lnTo>
                    <a:pt x="10340" y="4218"/>
                  </a:lnTo>
                  <a:lnTo>
                    <a:pt x="9957" y="3898"/>
                  </a:lnTo>
                  <a:lnTo>
                    <a:pt x="9932" y="3885"/>
                  </a:lnTo>
                  <a:lnTo>
                    <a:pt x="9932" y="3860"/>
                  </a:lnTo>
                  <a:lnTo>
                    <a:pt x="9932" y="3706"/>
                  </a:lnTo>
                  <a:lnTo>
                    <a:pt x="9701" y="3706"/>
                  </a:lnTo>
                  <a:lnTo>
                    <a:pt x="9663" y="3694"/>
                  </a:lnTo>
                  <a:lnTo>
                    <a:pt x="9369" y="3425"/>
                  </a:lnTo>
                  <a:lnTo>
                    <a:pt x="9356" y="3400"/>
                  </a:lnTo>
                  <a:lnTo>
                    <a:pt x="9356" y="3374"/>
                  </a:lnTo>
                  <a:lnTo>
                    <a:pt x="9356" y="3067"/>
                  </a:lnTo>
                  <a:lnTo>
                    <a:pt x="8909" y="2735"/>
                  </a:lnTo>
                  <a:lnTo>
                    <a:pt x="8896" y="2722"/>
                  </a:lnTo>
                  <a:lnTo>
                    <a:pt x="8462" y="2160"/>
                  </a:lnTo>
                  <a:lnTo>
                    <a:pt x="8027" y="2160"/>
                  </a:lnTo>
                  <a:lnTo>
                    <a:pt x="7989" y="2147"/>
                  </a:lnTo>
                  <a:lnTo>
                    <a:pt x="7772" y="1943"/>
                  </a:lnTo>
                  <a:lnTo>
                    <a:pt x="7759" y="1917"/>
                  </a:lnTo>
                  <a:lnTo>
                    <a:pt x="7759" y="1904"/>
                  </a:lnTo>
                  <a:lnTo>
                    <a:pt x="7759" y="1585"/>
                  </a:lnTo>
                  <a:lnTo>
                    <a:pt x="7797" y="1585"/>
                  </a:lnTo>
                  <a:lnTo>
                    <a:pt x="7784" y="1572"/>
                  </a:lnTo>
                  <a:lnTo>
                    <a:pt x="7759" y="1508"/>
                  </a:lnTo>
                  <a:lnTo>
                    <a:pt x="7605" y="1598"/>
                  </a:lnTo>
                  <a:lnTo>
                    <a:pt x="7567" y="1598"/>
                  </a:lnTo>
                  <a:lnTo>
                    <a:pt x="7056" y="1495"/>
                  </a:lnTo>
                  <a:lnTo>
                    <a:pt x="7018" y="1483"/>
                  </a:lnTo>
                  <a:lnTo>
                    <a:pt x="7018" y="1457"/>
                  </a:lnTo>
                  <a:lnTo>
                    <a:pt x="7005" y="1444"/>
                  </a:lnTo>
                  <a:lnTo>
                    <a:pt x="7094" y="677"/>
                  </a:lnTo>
                  <a:lnTo>
                    <a:pt x="6621" y="13"/>
                  </a:lnTo>
                  <a:lnTo>
                    <a:pt x="6225"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347;p78">
              <a:extLst>
                <a:ext uri="{FF2B5EF4-FFF2-40B4-BE49-F238E27FC236}">
                  <a16:creationId xmlns:a16="http://schemas.microsoft.com/office/drawing/2014/main" id="{47331E4E-2CA9-05DA-0D42-5598E0B94976}"/>
                </a:ext>
              </a:extLst>
            </p:cNvPr>
            <p:cNvSpPr/>
            <p:nvPr/>
          </p:nvSpPr>
          <p:spPr>
            <a:xfrm>
              <a:off x="3846100" y="3295375"/>
              <a:ext cx="390775" cy="391100"/>
            </a:xfrm>
            <a:custGeom>
              <a:avLst/>
              <a:gdLst/>
              <a:ahLst/>
              <a:cxnLst/>
              <a:rect l="l" t="t" r="r" b="b"/>
              <a:pathLst>
                <a:path w="15631" h="15644" extrusionOk="0">
                  <a:moveTo>
                    <a:pt x="6033" y="0"/>
                  </a:moveTo>
                  <a:lnTo>
                    <a:pt x="5867" y="141"/>
                  </a:lnTo>
                  <a:lnTo>
                    <a:pt x="5419" y="563"/>
                  </a:lnTo>
                  <a:lnTo>
                    <a:pt x="5355" y="1329"/>
                  </a:lnTo>
                  <a:lnTo>
                    <a:pt x="5445" y="1636"/>
                  </a:lnTo>
                  <a:lnTo>
                    <a:pt x="5445" y="1662"/>
                  </a:lnTo>
                  <a:lnTo>
                    <a:pt x="5432" y="1687"/>
                  </a:lnTo>
                  <a:lnTo>
                    <a:pt x="5202" y="1879"/>
                  </a:lnTo>
                  <a:lnTo>
                    <a:pt x="4921" y="3017"/>
                  </a:lnTo>
                  <a:lnTo>
                    <a:pt x="4908" y="3029"/>
                  </a:lnTo>
                  <a:lnTo>
                    <a:pt x="4678" y="3400"/>
                  </a:lnTo>
                  <a:lnTo>
                    <a:pt x="4819" y="3758"/>
                  </a:lnTo>
                  <a:lnTo>
                    <a:pt x="4819" y="3796"/>
                  </a:lnTo>
                  <a:lnTo>
                    <a:pt x="4665" y="4243"/>
                  </a:lnTo>
                  <a:lnTo>
                    <a:pt x="4767" y="4640"/>
                  </a:lnTo>
                  <a:lnTo>
                    <a:pt x="4767" y="4665"/>
                  </a:lnTo>
                  <a:lnTo>
                    <a:pt x="4755" y="4691"/>
                  </a:lnTo>
                  <a:lnTo>
                    <a:pt x="4461" y="4972"/>
                  </a:lnTo>
                  <a:lnTo>
                    <a:pt x="4320" y="5215"/>
                  </a:lnTo>
                  <a:lnTo>
                    <a:pt x="4295" y="5240"/>
                  </a:lnTo>
                  <a:lnTo>
                    <a:pt x="4001" y="5355"/>
                  </a:lnTo>
                  <a:lnTo>
                    <a:pt x="3771" y="5355"/>
                  </a:lnTo>
                  <a:lnTo>
                    <a:pt x="3771" y="5624"/>
                  </a:lnTo>
                  <a:lnTo>
                    <a:pt x="3758" y="5649"/>
                  </a:lnTo>
                  <a:lnTo>
                    <a:pt x="3745" y="5675"/>
                  </a:lnTo>
                  <a:lnTo>
                    <a:pt x="3451" y="5841"/>
                  </a:lnTo>
                  <a:lnTo>
                    <a:pt x="3259" y="6812"/>
                  </a:lnTo>
                  <a:lnTo>
                    <a:pt x="3247" y="7464"/>
                  </a:lnTo>
                  <a:lnTo>
                    <a:pt x="3234" y="7502"/>
                  </a:lnTo>
                  <a:lnTo>
                    <a:pt x="3208" y="7515"/>
                  </a:lnTo>
                  <a:lnTo>
                    <a:pt x="2723" y="7681"/>
                  </a:lnTo>
                  <a:lnTo>
                    <a:pt x="2403" y="8154"/>
                  </a:lnTo>
                  <a:lnTo>
                    <a:pt x="2377" y="8167"/>
                  </a:lnTo>
                  <a:lnTo>
                    <a:pt x="1879" y="8410"/>
                  </a:lnTo>
                  <a:lnTo>
                    <a:pt x="1866" y="8423"/>
                  </a:lnTo>
                  <a:lnTo>
                    <a:pt x="1841" y="8410"/>
                  </a:lnTo>
                  <a:lnTo>
                    <a:pt x="1815" y="8397"/>
                  </a:lnTo>
                  <a:lnTo>
                    <a:pt x="1802" y="8384"/>
                  </a:lnTo>
                  <a:lnTo>
                    <a:pt x="1662" y="8001"/>
                  </a:lnTo>
                  <a:lnTo>
                    <a:pt x="1112" y="8231"/>
                  </a:lnTo>
                  <a:lnTo>
                    <a:pt x="1087" y="8231"/>
                  </a:lnTo>
                  <a:lnTo>
                    <a:pt x="614" y="8180"/>
                  </a:lnTo>
                  <a:lnTo>
                    <a:pt x="614" y="8180"/>
                  </a:lnTo>
                  <a:lnTo>
                    <a:pt x="626" y="8257"/>
                  </a:lnTo>
                  <a:lnTo>
                    <a:pt x="614" y="8282"/>
                  </a:lnTo>
                  <a:lnTo>
                    <a:pt x="601" y="8308"/>
                  </a:lnTo>
                  <a:lnTo>
                    <a:pt x="320" y="8550"/>
                  </a:lnTo>
                  <a:lnTo>
                    <a:pt x="320" y="9036"/>
                  </a:lnTo>
                  <a:lnTo>
                    <a:pt x="307" y="9062"/>
                  </a:lnTo>
                  <a:lnTo>
                    <a:pt x="294" y="9087"/>
                  </a:lnTo>
                  <a:lnTo>
                    <a:pt x="0" y="9228"/>
                  </a:lnTo>
                  <a:lnTo>
                    <a:pt x="51" y="9330"/>
                  </a:lnTo>
                  <a:lnTo>
                    <a:pt x="793" y="9343"/>
                  </a:lnTo>
                  <a:lnTo>
                    <a:pt x="972" y="9177"/>
                  </a:lnTo>
                  <a:lnTo>
                    <a:pt x="984" y="9177"/>
                  </a:lnTo>
                  <a:lnTo>
                    <a:pt x="1010" y="9164"/>
                  </a:lnTo>
                  <a:lnTo>
                    <a:pt x="3617" y="9202"/>
                  </a:lnTo>
                  <a:lnTo>
                    <a:pt x="3655" y="9215"/>
                  </a:lnTo>
                  <a:lnTo>
                    <a:pt x="3681" y="9253"/>
                  </a:lnTo>
                  <a:lnTo>
                    <a:pt x="3796" y="10046"/>
                  </a:lnTo>
                  <a:lnTo>
                    <a:pt x="4090" y="10762"/>
                  </a:lnTo>
                  <a:lnTo>
                    <a:pt x="4295" y="10825"/>
                  </a:lnTo>
                  <a:lnTo>
                    <a:pt x="4320" y="10851"/>
                  </a:lnTo>
                  <a:lnTo>
                    <a:pt x="4435" y="11043"/>
                  </a:lnTo>
                  <a:lnTo>
                    <a:pt x="4946" y="11055"/>
                  </a:lnTo>
                  <a:lnTo>
                    <a:pt x="5087" y="10979"/>
                  </a:lnTo>
                  <a:lnTo>
                    <a:pt x="5112" y="10966"/>
                  </a:lnTo>
                  <a:lnTo>
                    <a:pt x="5138" y="10979"/>
                  </a:lnTo>
                  <a:lnTo>
                    <a:pt x="5291" y="11055"/>
                  </a:lnTo>
                  <a:lnTo>
                    <a:pt x="5726" y="11055"/>
                  </a:lnTo>
                  <a:lnTo>
                    <a:pt x="5739" y="10199"/>
                  </a:lnTo>
                  <a:lnTo>
                    <a:pt x="5752" y="10174"/>
                  </a:lnTo>
                  <a:lnTo>
                    <a:pt x="5764" y="10161"/>
                  </a:lnTo>
                  <a:lnTo>
                    <a:pt x="5777" y="10148"/>
                  </a:lnTo>
                  <a:lnTo>
                    <a:pt x="5803" y="10148"/>
                  </a:lnTo>
                  <a:lnTo>
                    <a:pt x="6800" y="10161"/>
                  </a:lnTo>
                  <a:lnTo>
                    <a:pt x="6838" y="10174"/>
                  </a:lnTo>
                  <a:lnTo>
                    <a:pt x="6851" y="10199"/>
                  </a:lnTo>
                  <a:lnTo>
                    <a:pt x="6940" y="10506"/>
                  </a:lnTo>
                  <a:lnTo>
                    <a:pt x="7822" y="10480"/>
                  </a:lnTo>
                  <a:lnTo>
                    <a:pt x="7848" y="10480"/>
                  </a:lnTo>
                  <a:lnTo>
                    <a:pt x="7860" y="10493"/>
                  </a:lnTo>
                  <a:lnTo>
                    <a:pt x="7873" y="10506"/>
                  </a:lnTo>
                  <a:lnTo>
                    <a:pt x="7873" y="10531"/>
                  </a:lnTo>
                  <a:lnTo>
                    <a:pt x="7873" y="11375"/>
                  </a:lnTo>
                  <a:lnTo>
                    <a:pt x="8039" y="11490"/>
                  </a:lnTo>
                  <a:lnTo>
                    <a:pt x="8065" y="11528"/>
                  </a:lnTo>
                  <a:lnTo>
                    <a:pt x="8052" y="11567"/>
                  </a:lnTo>
                  <a:lnTo>
                    <a:pt x="7873" y="11950"/>
                  </a:lnTo>
                  <a:lnTo>
                    <a:pt x="8039" y="12487"/>
                  </a:lnTo>
                  <a:lnTo>
                    <a:pt x="8269" y="12640"/>
                  </a:lnTo>
                  <a:lnTo>
                    <a:pt x="8282" y="12666"/>
                  </a:lnTo>
                  <a:lnTo>
                    <a:pt x="8295" y="12691"/>
                  </a:lnTo>
                  <a:lnTo>
                    <a:pt x="8282" y="13369"/>
                  </a:lnTo>
                  <a:lnTo>
                    <a:pt x="8269" y="13394"/>
                  </a:lnTo>
                  <a:lnTo>
                    <a:pt x="8205" y="13535"/>
                  </a:lnTo>
                  <a:lnTo>
                    <a:pt x="8257" y="13701"/>
                  </a:lnTo>
                  <a:lnTo>
                    <a:pt x="8487" y="13637"/>
                  </a:lnTo>
                  <a:lnTo>
                    <a:pt x="8525" y="13637"/>
                  </a:lnTo>
                  <a:lnTo>
                    <a:pt x="8768" y="13714"/>
                  </a:lnTo>
                  <a:lnTo>
                    <a:pt x="9100" y="13522"/>
                  </a:lnTo>
                  <a:lnTo>
                    <a:pt x="9586" y="13522"/>
                  </a:lnTo>
                  <a:lnTo>
                    <a:pt x="9739" y="13445"/>
                  </a:lnTo>
                  <a:lnTo>
                    <a:pt x="9765" y="13433"/>
                  </a:lnTo>
                  <a:lnTo>
                    <a:pt x="9790" y="13433"/>
                  </a:lnTo>
                  <a:lnTo>
                    <a:pt x="9803" y="13445"/>
                  </a:lnTo>
                  <a:lnTo>
                    <a:pt x="9816" y="13471"/>
                  </a:lnTo>
                  <a:lnTo>
                    <a:pt x="9931" y="13854"/>
                  </a:lnTo>
                  <a:lnTo>
                    <a:pt x="10391" y="13791"/>
                  </a:lnTo>
                  <a:lnTo>
                    <a:pt x="10429" y="13791"/>
                  </a:lnTo>
                  <a:lnTo>
                    <a:pt x="10583" y="13880"/>
                  </a:lnTo>
                  <a:lnTo>
                    <a:pt x="10595" y="13893"/>
                  </a:lnTo>
                  <a:lnTo>
                    <a:pt x="10838" y="14238"/>
                  </a:lnTo>
                  <a:lnTo>
                    <a:pt x="11490" y="14327"/>
                  </a:lnTo>
                  <a:lnTo>
                    <a:pt x="11784" y="14327"/>
                  </a:lnTo>
                  <a:lnTo>
                    <a:pt x="11899" y="14046"/>
                  </a:lnTo>
                  <a:lnTo>
                    <a:pt x="11912" y="14021"/>
                  </a:lnTo>
                  <a:lnTo>
                    <a:pt x="11937" y="14008"/>
                  </a:lnTo>
                  <a:lnTo>
                    <a:pt x="11963" y="14021"/>
                  </a:lnTo>
                  <a:lnTo>
                    <a:pt x="11988" y="14033"/>
                  </a:lnTo>
                  <a:lnTo>
                    <a:pt x="12116" y="14161"/>
                  </a:lnTo>
                  <a:lnTo>
                    <a:pt x="12116" y="14174"/>
                  </a:lnTo>
                  <a:lnTo>
                    <a:pt x="12410" y="14724"/>
                  </a:lnTo>
                  <a:lnTo>
                    <a:pt x="12730" y="14800"/>
                  </a:lnTo>
                  <a:lnTo>
                    <a:pt x="12743" y="14800"/>
                  </a:lnTo>
                  <a:lnTo>
                    <a:pt x="13075" y="14915"/>
                  </a:lnTo>
                  <a:lnTo>
                    <a:pt x="13100" y="14928"/>
                  </a:lnTo>
                  <a:lnTo>
                    <a:pt x="13663" y="15644"/>
                  </a:lnTo>
                  <a:lnTo>
                    <a:pt x="13739" y="15605"/>
                  </a:lnTo>
                  <a:lnTo>
                    <a:pt x="13829" y="15541"/>
                  </a:lnTo>
                  <a:lnTo>
                    <a:pt x="13854" y="15529"/>
                  </a:lnTo>
                  <a:lnTo>
                    <a:pt x="13893" y="15541"/>
                  </a:lnTo>
                  <a:lnTo>
                    <a:pt x="14033" y="15644"/>
                  </a:lnTo>
                  <a:lnTo>
                    <a:pt x="14085" y="15554"/>
                  </a:lnTo>
                  <a:lnTo>
                    <a:pt x="14097" y="14941"/>
                  </a:lnTo>
                  <a:lnTo>
                    <a:pt x="14021" y="15005"/>
                  </a:lnTo>
                  <a:lnTo>
                    <a:pt x="13995" y="15017"/>
                  </a:lnTo>
                  <a:lnTo>
                    <a:pt x="13969" y="15017"/>
                  </a:lnTo>
                  <a:lnTo>
                    <a:pt x="13599" y="14941"/>
                  </a:lnTo>
                  <a:lnTo>
                    <a:pt x="13573" y="14928"/>
                  </a:lnTo>
                  <a:lnTo>
                    <a:pt x="13561" y="14915"/>
                  </a:lnTo>
                  <a:lnTo>
                    <a:pt x="13445" y="14685"/>
                  </a:lnTo>
                  <a:lnTo>
                    <a:pt x="13215" y="14660"/>
                  </a:lnTo>
                  <a:lnTo>
                    <a:pt x="13190" y="14660"/>
                  </a:lnTo>
                  <a:lnTo>
                    <a:pt x="13177" y="14634"/>
                  </a:lnTo>
                  <a:lnTo>
                    <a:pt x="12909" y="14174"/>
                  </a:lnTo>
                  <a:lnTo>
                    <a:pt x="12896" y="14148"/>
                  </a:lnTo>
                  <a:lnTo>
                    <a:pt x="12909" y="14123"/>
                  </a:lnTo>
                  <a:lnTo>
                    <a:pt x="12998" y="13969"/>
                  </a:lnTo>
                  <a:lnTo>
                    <a:pt x="13267" y="13394"/>
                  </a:lnTo>
                  <a:lnTo>
                    <a:pt x="13369" y="12755"/>
                  </a:lnTo>
                  <a:lnTo>
                    <a:pt x="13292" y="12640"/>
                  </a:lnTo>
                  <a:lnTo>
                    <a:pt x="13177" y="12474"/>
                  </a:lnTo>
                  <a:lnTo>
                    <a:pt x="13177" y="12449"/>
                  </a:lnTo>
                  <a:lnTo>
                    <a:pt x="13177" y="12423"/>
                  </a:lnTo>
                  <a:lnTo>
                    <a:pt x="13215" y="12346"/>
                  </a:lnTo>
                  <a:lnTo>
                    <a:pt x="13203" y="12282"/>
                  </a:lnTo>
                  <a:lnTo>
                    <a:pt x="13203" y="11963"/>
                  </a:lnTo>
                  <a:lnTo>
                    <a:pt x="13548" y="11541"/>
                  </a:lnTo>
                  <a:lnTo>
                    <a:pt x="13612" y="11579"/>
                  </a:lnTo>
                  <a:lnTo>
                    <a:pt x="13688" y="11426"/>
                  </a:lnTo>
                  <a:lnTo>
                    <a:pt x="13701" y="11401"/>
                  </a:lnTo>
                  <a:lnTo>
                    <a:pt x="13727" y="11388"/>
                  </a:lnTo>
                  <a:lnTo>
                    <a:pt x="14378" y="11401"/>
                  </a:lnTo>
                  <a:lnTo>
                    <a:pt x="14532" y="11324"/>
                  </a:lnTo>
                  <a:lnTo>
                    <a:pt x="14557" y="11324"/>
                  </a:lnTo>
                  <a:lnTo>
                    <a:pt x="14813" y="11362"/>
                  </a:lnTo>
                  <a:lnTo>
                    <a:pt x="14455" y="10774"/>
                  </a:lnTo>
                  <a:lnTo>
                    <a:pt x="13944" y="10059"/>
                  </a:lnTo>
                  <a:lnTo>
                    <a:pt x="13944" y="9675"/>
                  </a:lnTo>
                  <a:lnTo>
                    <a:pt x="14046" y="9279"/>
                  </a:lnTo>
                  <a:lnTo>
                    <a:pt x="13854" y="9126"/>
                  </a:lnTo>
                  <a:lnTo>
                    <a:pt x="13854" y="8640"/>
                  </a:lnTo>
                  <a:lnTo>
                    <a:pt x="14021" y="8205"/>
                  </a:lnTo>
                  <a:lnTo>
                    <a:pt x="13854" y="7605"/>
                  </a:lnTo>
                  <a:lnTo>
                    <a:pt x="13893" y="7630"/>
                  </a:lnTo>
                  <a:lnTo>
                    <a:pt x="13880" y="7170"/>
                  </a:lnTo>
                  <a:lnTo>
                    <a:pt x="13573" y="6518"/>
                  </a:lnTo>
                  <a:lnTo>
                    <a:pt x="13573" y="6493"/>
                  </a:lnTo>
                  <a:lnTo>
                    <a:pt x="13573" y="6467"/>
                  </a:lnTo>
                  <a:lnTo>
                    <a:pt x="14072" y="5688"/>
                  </a:lnTo>
                  <a:lnTo>
                    <a:pt x="14085" y="5662"/>
                  </a:lnTo>
                  <a:lnTo>
                    <a:pt x="14238" y="5560"/>
                  </a:lnTo>
                  <a:lnTo>
                    <a:pt x="14251" y="4665"/>
                  </a:lnTo>
                  <a:lnTo>
                    <a:pt x="14263" y="4640"/>
                  </a:lnTo>
                  <a:lnTo>
                    <a:pt x="14557" y="3962"/>
                  </a:lnTo>
                  <a:lnTo>
                    <a:pt x="14532" y="3783"/>
                  </a:lnTo>
                  <a:lnTo>
                    <a:pt x="14545" y="3758"/>
                  </a:lnTo>
                  <a:lnTo>
                    <a:pt x="14557" y="3745"/>
                  </a:lnTo>
                  <a:lnTo>
                    <a:pt x="14954" y="3323"/>
                  </a:lnTo>
                  <a:lnTo>
                    <a:pt x="14966" y="3310"/>
                  </a:lnTo>
                  <a:lnTo>
                    <a:pt x="15107" y="3310"/>
                  </a:lnTo>
                  <a:lnTo>
                    <a:pt x="15452" y="2940"/>
                  </a:lnTo>
                  <a:lnTo>
                    <a:pt x="15452" y="2786"/>
                  </a:lnTo>
                  <a:lnTo>
                    <a:pt x="15222" y="2582"/>
                  </a:lnTo>
                  <a:lnTo>
                    <a:pt x="15631" y="2659"/>
                  </a:lnTo>
                  <a:lnTo>
                    <a:pt x="15631" y="2659"/>
                  </a:lnTo>
                  <a:lnTo>
                    <a:pt x="15580" y="2569"/>
                  </a:lnTo>
                  <a:lnTo>
                    <a:pt x="15375" y="2480"/>
                  </a:lnTo>
                  <a:lnTo>
                    <a:pt x="15350" y="2454"/>
                  </a:lnTo>
                  <a:lnTo>
                    <a:pt x="15337" y="2429"/>
                  </a:lnTo>
                  <a:lnTo>
                    <a:pt x="15337" y="2122"/>
                  </a:lnTo>
                  <a:lnTo>
                    <a:pt x="15363" y="1470"/>
                  </a:lnTo>
                  <a:lnTo>
                    <a:pt x="15363" y="1444"/>
                  </a:lnTo>
                  <a:lnTo>
                    <a:pt x="15375" y="1432"/>
                  </a:lnTo>
                  <a:lnTo>
                    <a:pt x="15426" y="1393"/>
                  </a:lnTo>
                  <a:lnTo>
                    <a:pt x="15030" y="1457"/>
                  </a:lnTo>
                  <a:lnTo>
                    <a:pt x="14992" y="1457"/>
                  </a:lnTo>
                  <a:lnTo>
                    <a:pt x="14966" y="1432"/>
                  </a:lnTo>
                  <a:lnTo>
                    <a:pt x="14851" y="1227"/>
                  </a:lnTo>
                  <a:lnTo>
                    <a:pt x="14506" y="946"/>
                  </a:lnTo>
                  <a:lnTo>
                    <a:pt x="14481" y="920"/>
                  </a:lnTo>
                  <a:lnTo>
                    <a:pt x="14391" y="614"/>
                  </a:lnTo>
                  <a:lnTo>
                    <a:pt x="14276" y="550"/>
                  </a:lnTo>
                  <a:lnTo>
                    <a:pt x="14161" y="690"/>
                  </a:lnTo>
                  <a:lnTo>
                    <a:pt x="14148" y="716"/>
                  </a:lnTo>
                  <a:lnTo>
                    <a:pt x="14110" y="716"/>
                  </a:lnTo>
                  <a:lnTo>
                    <a:pt x="13688" y="678"/>
                  </a:lnTo>
                  <a:lnTo>
                    <a:pt x="13382" y="793"/>
                  </a:lnTo>
                  <a:lnTo>
                    <a:pt x="13356" y="793"/>
                  </a:lnTo>
                  <a:lnTo>
                    <a:pt x="13330" y="780"/>
                  </a:lnTo>
                  <a:lnTo>
                    <a:pt x="12487" y="294"/>
                  </a:lnTo>
                  <a:lnTo>
                    <a:pt x="11452" y="205"/>
                  </a:lnTo>
                  <a:lnTo>
                    <a:pt x="11439" y="205"/>
                  </a:lnTo>
                  <a:lnTo>
                    <a:pt x="10966" y="0"/>
                  </a:lnTo>
                  <a:lnTo>
                    <a:pt x="10877" y="166"/>
                  </a:lnTo>
                  <a:lnTo>
                    <a:pt x="10851" y="192"/>
                  </a:lnTo>
                  <a:lnTo>
                    <a:pt x="10825" y="192"/>
                  </a:lnTo>
                  <a:lnTo>
                    <a:pt x="10238" y="230"/>
                  </a:lnTo>
                  <a:lnTo>
                    <a:pt x="10212" y="230"/>
                  </a:lnTo>
                  <a:lnTo>
                    <a:pt x="10199" y="218"/>
                  </a:lnTo>
                  <a:lnTo>
                    <a:pt x="10123" y="154"/>
                  </a:lnTo>
                  <a:lnTo>
                    <a:pt x="9266" y="499"/>
                  </a:lnTo>
                  <a:lnTo>
                    <a:pt x="9228" y="499"/>
                  </a:lnTo>
                  <a:lnTo>
                    <a:pt x="9202" y="486"/>
                  </a:lnTo>
                  <a:lnTo>
                    <a:pt x="9087" y="396"/>
                  </a:lnTo>
                  <a:lnTo>
                    <a:pt x="8614" y="460"/>
                  </a:lnTo>
                  <a:lnTo>
                    <a:pt x="8512" y="959"/>
                  </a:lnTo>
                  <a:lnTo>
                    <a:pt x="8499" y="984"/>
                  </a:lnTo>
                  <a:lnTo>
                    <a:pt x="8474" y="997"/>
                  </a:lnTo>
                  <a:lnTo>
                    <a:pt x="8435" y="997"/>
                  </a:lnTo>
                  <a:lnTo>
                    <a:pt x="7694" y="767"/>
                  </a:lnTo>
                  <a:lnTo>
                    <a:pt x="6927" y="729"/>
                  </a:lnTo>
                  <a:lnTo>
                    <a:pt x="6902" y="729"/>
                  </a:lnTo>
                  <a:lnTo>
                    <a:pt x="6889" y="703"/>
                  </a:lnTo>
                  <a:lnTo>
                    <a:pt x="6621" y="371"/>
                  </a:lnTo>
                  <a:lnTo>
                    <a:pt x="6442" y="154"/>
                  </a:lnTo>
                  <a:lnTo>
                    <a:pt x="6391" y="141"/>
                  </a:lnTo>
                  <a:lnTo>
                    <a:pt x="6327" y="128"/>
                  </a:lnTo>
                  <a:lnTo>
                    <a:pt x="6084" y="64"/>
                  </a:lnTo>
                  <a:lnTo>
                    <a:pt x="6058" y="39"/>
                  </a:lnTo>
                  <a:lnTo>
                    <a:pt x="6033"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348;p78">
              <a:extLst>
                <a:ext uri="{FF2B5EF4-FFF2-40B4-BE49-F238E27FC236}">
                  <a16:creationId xmlns:a16="http://schemas.microsoft.com/office/drawing/2014/main" id="{C4BC5DA1-2875-8CC3-C941-E325511066C4}"/>
                </a:ext>
              </a:extLst>
            </p:cNvPr>
            <p:cNvSpPr/>
            <p:nvPr/>
          </p:nvSpPr>
          <p:spPr>
            <a:xfrm>
              <a:off x="3837475" y="3761225"/>
              <a:ext cx="264900" cy="246675"/>
            </a:xfrm>
            <a:custGeom>
              <a:avLst/>
              <a:gdLst/>
              <a:ahLst/>
              <a:cxnLst/>
              <a:rect l="l" t="t" r="r" b="b"/>
              <a:pathLst>
                <a:path w="10596" h="9867" extrusionOk="0">
                  <a:moveTo>
                    <a:pt x="959" y="0"/>
                  </a:moveTo>
                  <a:lnTo>
                    <a:pt x="486" y="243"/>
                  </a:lnTo>
                  <a:lnTo>
                    <a:pt x="435" y="243"/>
                  </a:lnTo>
                  <a:lnTo>
                    <a:pt x="281" y="154"/>
                  </a:lnTo>
                  <a:lnTo>
                    <a:pt x="64" y="192"/>
                  </a:lnTo>
                  <a:lnTo>
                    <a:pt x="0" y="857"/>
                  </a:lnTo>
                  <a:lnTo>
                    <a:pt x="345" y="1023"/>
                  </a:lnTo>
                  <a:lnTo>
                    <a:pt x="754" y="1560"/>
                  </a:lnTo>
                  <a:lnTo>
                    <a:pt x="805" y="1828"/>
                  </a:lnTo>
                  <a:lnTo>
                    <a:pt x="1087" y="2160"/>
                  </a:lnTo>
                  <a:lnTo>
                    <a:pt x="1278" y="2748"/>
                  </a:lnTo>
                  <a:lnTo>
                    <a:pt x="1317" y="3336"/>
                  </a:lnTo>
                  <a:lnTo>
                    <a:pt x="1483" y="3745"/>
                  </a:lnTo>
                  <a:lnTo>
                    <a:pt x="2083" y="4410"/>
                  </a:lnTo>
                  <a:lnTo>
                    <a:pt x="2173" y="4895"/>
                  </a:lnTo>
                  <a:lnTo>
                    <a:pt x="2032" y="4908"/>
                  </a:lnTo>
                  <a:lnTo>
                    <a:pt x="2032" y="5279"/>
                  </a:lnTo>
                  <a:lnTo>
                    <a:pt x="2211" y="5547"/>
                  </a:lnTo>
                  <a:lnTo>
                    <a:pt x="2071" y="5739"/>
                  </a:lnTo>
                  <a:lnTo>
                    <a:pt x="2058" y="6173"/>
                  </a:lnTo>
                  <a:lnTo>
                    <a:pt x="2326" y="6429"/>
                  </a:lnTo>
                  <a:lnTo>
                    <a:pt x="2313" y="7157"/>
                  </a:lnTo>
                  <a:lnTo>
                    <a:pt x="2454" y="7375"/>
                  </a:lnTo>
                  <a:lnTo>
                    <a:pt x="2441" y="7554"/>
                  </a:lnTo>
                  <a:lnTo>
                    <a:pt x="2492" y="7694"/>
                  </a:lnTo>
                  <a:lnTo>
                    <a:pt x="2480" y="8103"/>
                  </a:lnTo>
                  <a:lnTo>
                    <a:pt x="2620" y="8346"/>
                  </a:lnTo>
                  <a:lnTo>
                    <a:pt x="2620" y="8640"/>
                  </a:lnTo>
                  <a:lnTo>
                    <a:pt x="3016" y="9190"/>
                  </a:lnTo>
                  <a:lnTo>
                    <a:pt x="3464" y="9624"/>
                  </a:lnTo>
                  <a:lnTo>
                    <a:pt x="3630" y="9662"/>
                  </a:lnTo>
                  <a:lnTo>
                    <a:pt x="3668" y="9637"/>
                  </a:lnTo>
                  <a:lnTo>
                    <a:pt x="3860" y="9138"/>
                  </a:lnTo>
                  <a:lnTo>
                    <a:pt x="3873" y="9126"/>
                  </a:lnTo>
                  <a:lnTo>
                    <a:pt x="3898" y="9113"/>
                  </a:lnTo>
                  <a:lnTo>
                    <a:pt x="3911" y="9100"/>
                  </a:lnTo>
                  <a:lnTo>
                    <a:pt x="3937" y="9113"/>
                  </a:lnTo>
                  <a:lnTo>
                    <a:pt x="4231" y="9228"/>
                  </a:lnTo>
                  <a:lnTo>
                    <a:pt x="4243" y="9241"/>
                  </a:lnTo>
                  <a:lnTo>
                    <a:pt x="4256" y="9266"/>
                  </a:lnTo>
                  <a:lnTo>
                    <a:pt x="4409" y="9714"/>
                  </a:lnTo>
                  <a:lnTo>
                    <a:pt x="4780" y="9714"/>
                  </a:lnTo>
                  <a:lnTo>
                    <a:pt x="4793" y="9739"/>
                  </a:lnTo>
                  <a:lnTo>
                    <a:pt x="4895" y="9854"/>
                  </a:lnTo>
                  <a:lnTo>
                    <a:pt x="5253" y="9803"/>
                  </a:lnTo>
                  <a:lnTo>
                    <a:pt x="5291" y="9803"/>
                  </a:lnTo>
                  <a:lnTo>
                    <a:pt x="5406" y="9867"/>
                  </a:lnTo>
                  <a:lnTo>
                    <a:pt x="5509" y="9867"/>
                  </a:lnTo>
                  <a:lnTo>
                    <a:pt x="5509" y="9841"/>
                  </a:lnTo>
                  <a:lnTo>
                    <a:pt x="5509" y="9816"/>
                  </a:lnTo>
                  <a:lnTo>
                    <a:pt x="5534" y="9790"/>
                  </a:lnTo>
                  <a:lnTo>
                    <a:pt x="5879" y="9573"/>
                  </a:lnTo>
                  <a:lnTo>
                    <a:pt x="5905" y="9560"/>
                  </a:lnTo>
                  <a:lnTo>
                    <a:pt x="6135" y="9560"/>
                  </a:lnTo>
                  <a:lnTo>
                    <a:pt x="6352" y="4282"/>
                  </a:lnTo>
                  <a:lnTo>
                    <a:pt x="6352" y="4269"/>
                  </a:lnTo>
                  <a:lnTo>
                    <a:pt x="6365" y="4244"/>
                  </a:lnTo>
                  <a:lnTo>
                    <a:pt x="6378" y="4244"/>
                  </a:lnTo>
                  <a:lnTo>
                    <a:pt x="6403" y="4231"/>
                  </a:lnTo>
                  <a:lnTo>
                    <a:pt x="7183" y="4244"/>
                  </a:lnTo>
                  <a:lnTo>
                    <a:pt x="7221" y="1278"/>
                  </a:lnTo>
                  <a:lnTo>
                    <a:pt x="7221" y="1253"/>
                  </a:lnTo>
                  <a:lnTo>
                    <a:pt x="7234" y="1240"/>
                  </a:lnTo>
                  <a:lnTo>
                    <a:pt x="7247" y="1227"/>
                  </a:lnTo>
                  <a:lnTo>
                    <a:pt x="7272" y="1215"/>
                  </a:lnTo>
                  <a:lnTo>
                    <a:pt x="8052" y="1176"/>
                  </a:lnTo>
                  <a:lnTo>
                    <a:pt x="9189" y="895"/>
                  </a:lnTo>
                  <a:lnTo>
                    <a:pt x="9228" y="908"/>
                  </a:lnTo>
                  <a:lnTo>
                    <a:pt x="9253" y="933"/>
                  </a:lnTo>
                  <a:lnTo>
                    <a:pt x="9381" y="1291"/>
                  </a:lnTo>
                  <a:lnTo>
                    <a:pt x="9419" y="1291"/>
                  </a:lnTo>
                  <a:lnTo>
                    <a:pt x="9535" y="1074"/>
                  </a:lnTo>
                  <a:lnTo>
                    <a:pt x="9560" y="1061"/>
                  </a:lnTo>
                  <a:lnTo>
                    <a:pt x="9573" y="1048"/>
                  </a:lnTo>
                  <a:lnTo>
                    <a:pt x="9892" y="984"/>
                  </a:lnTo>
                  <a:lnTo>
                    <a:pt x="10097" y="831"/>
                  </a:lnTo>
                  <a:lnTo>
                    <a:pt x="10135" y="818"/>
                  </a:lnTo>
                  <a:lnTo>
                    <a:pt x="10468" y="831"/>
                  </a:lnTo>
                  <a:lnTo>
                    <a:pt x="10595" y="716"/>
                  </a:lnTo>
                  <a:lnTo>
                    <a:pt x="10378" y="499"/>
                  </a:lnTo>
                  <a:lnTo>
                    <a:pt x="9113" y="614"/>
                  </a:lnTo>
                  <a:lnTo>
                    <a:pt x="9100" y="639"/>
                  </a:lnTo>
                  <a:lnTo>
                    <a:pt x="9074" y="652"/>
                  </a:lnTo>
                  <a:lnTo>
                    <a:pt x="7669" y="895"/>
                  </a:lnTo>
                  <a:lnTo>
                    <a:pt x="7643" y="895"/>
                  </a:lnTo>
                  <a:lnTo>
                    <a:pt x="6557" y="716"/>
                  </a:lnTo>
                  <a:lnTo>
                    <a:pt x="5751" y="703"/>
                  </a:lnTo>
                  <a:lnTo>
                    <a:pt x="5713" y="691"/>
                  </a:lnTo>
                  <a:lnTo>
                    <a:pt x="5164" y="269"/>
                  </a:lnTo>
                  <a:lnTo>
                    <a:pt x="2275" y="230"/>
                  </a:lnTo>
                  <a:lnTo>
                    <a:pt x="1981" y="307"/>
                  </a:lnTo>
                  <a:lnTo>
                    <a:pt x="1956" y="307"/>
                  </a:lnTo>
                  <a:lnTo>
                    <a:pt x="1930" y="294"/>
                  </a:lnTo>
                  <a:lnTo>
                    <a:pt x="1483" y="13"/>
                  </a:lnTo>
                  <a:lnTo>
                    <a:pt x="959"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349;p78">
              <a:extLst>
                <a:ext uri="{FF2B5EF4-FFF2-40B4-BE49-F238E27FC236}">
                  <a16:creationId xmlns:a16="http://schemas.microsoft.com/office/drawing/2014/main" id="{E365C6F8-BC15-5D20-87CB-A6EC8C7F4844}"/>
                </a:ext>
              </a:extLst>
            </p:cNvPr>
            <p:cNvSpPr/>
            <p:nvPr/>
          </p:nvSpPr>
          <p:spPr>
            <a:xfrm>
              <a:off x="3835225" y="3527325"/>
              <a:ext cx="247975" cy="253725"/>
            </a:xfrm>
            <a:custGeom>
              <a:avLst/>
              <a:gdLst/>
              <a:ahLst/>
              <a:cxnLst/>
              <a:rect l="l" t="t" r="r" b="b"/>
              <a:pathLst>
                <a:path w="9919" h="10149" extrusionOk="0">
                  <a:moveTo>
                    <a:pt x="1458" y="1"/>
                  </a:moveTo>
                  <a:lnTo>
                    <a:pt x="1292" y="154"/>
                  </a:lnTo>
                  <a:lnTo>
                    <a:pt x="1279" y="167"/>
                  </a:lnTo>
                  <a:lnTo>
                    <a:pt x="1253" y="180"/>
                  </a:lnTo>
                  <a:lnTo>
                    <a:pt x="474" y="167"/>
                  </a:lnTo>
                  <a:lnTo>
                    <a:pt x="422" y="257"/>
                  </a:lnTo>
                  <a:lnTo>
                    <a:pt x="998" y="1011"/>
                  </a:lnTo>
                  <a:lnTo>
                    <a:pt x="1036" y="1330"/>
                  </a:lnTo>
                  <a:lnTo>
                    <a:pt x="1240" y="1509"/>
                  </a:lnTo>
                  <a:lnTo>
                    <a:pt x="1445" y="2059"/>
                  </a:lnTo>
                  <a:lnTo>
                    <a:pt x="985" y="2506"/>
                  </a:lnTo>
                  <a:lnTo>
                    <a:pt x="985" y="2723"/>
                  </a:lnTo>
                  <a:lnTo>
                    <a:pt x="1138" y="2851"/>
                  </a:lnTo>
                  <a:lnTo>
                    <a:pt x="1343" y="3528"/>
                  </a:lnTo>
                  <a:lnTo>
                    <a:pt x="1726" y="4091"/>
                  </a:lnTo>
                  <a:lnTo>
                    <a:pt x="1701" y="4640"/>
                  </a:lnTo>
                  <a:lnTo>
                    <a:pt x="1611" y="4717"/>
                  </a:lnTo>
                  <a:lnTo>
                    <a:pt x="1611" y="5177"/>
                  </a:lnTo>
                  <a:lnTo>
                    <a:pt x="1049" y="5637"/>
                  </a:lnTo>
                  <a:lnTo>
                    <a:pt x="998" y="5842"/>
                  </a:lnTo>
                  <a:lnTo>
                    <a:pt x="755" y="6008"/>
                  </a:lnTo>
                  <a:lnTo>
                    <a:pt x="448" y="7363"/>
                  </a:lnTo>
                  <a:lnTo>
                    <a:pt x="346" y="8027"/>
                  </a:lnTo>
                  <a:lnTo>
                    <a:pt x="77" y="8270"/>
                  </a:lnTo>
                  <a:lnTo>
                    <a:pt x="141" y="8883"/>
                  </a:lnTo>
                  <a:lnTo>
                    <a:pt x="1" y="8909"/>
                  </a:lnTo>
                  <a:lnTo>
                    <a:pt x="1" y="9126"/>
                  </a:lnTo>
                  <a:lnTo>
                    <a:pt x="116" y="9446"/>
                  </a:lnTo>
                  <a:lnTo>
                    <a:pt x="371" y="9395"/>
                  </a:lnTo>
                  <a:lnTo>
                    <a:pt x="422" y="9407"/>
                  </a:lnTo>
                  <a:lnTo>
                    <a:pt x="550" y="9484"/>
                  </a:lnTo>
                  <a:lnTo>
                    <a:pt x="1010" y="9254"/>
                  </a:lnTo>
                  <a:lnTo>
                    <a:pt x="1585" y="9254"/>
                  </a:lnTo>
                  <a:lnTo>
                    <a:pt x="1624" y="9267"/>
                  </a:lnTo>
                  <a:lnTo>
                    <a:pt x="2058" y="9548"/>
                  </a:lnTo>
                  <a:lnTo>
                    <a:pt x="2340" y="9471"/>
                  </a:lnTo>
                  <a:lnTo>
                    <a:pt x="2352" y="9471"/>
                  </a:lnTo>
                  <a:lnTo>
                    <a:pt x="5279" y="9510"/>
                  </a:lnTo>
                  <a:lnTo>
                    <a:pt x="5305" y="9523"/>
                  </a:lnTo>
                  <a:lnTo>
                    <a:pt x="5854" y="9957"/>
                  </a:lnTo>
                  <a:lnTo>
                    <a:pt x="6659" y="9957"/>
                  </a:lnTo>
                  <a:lnTo>
                    <a:pt x="7746" y="10149"/>
                  </a:lnTo>
                  <a:lnTo>
                    <a:pt x="9024" y="9919"/>
                  </a:lnTo>
                  <a:lnTo>
                    <a:pt x="8385" y="9382"/>
                  </a:lnTo>
                  <a:lnTo>
                    <a:pt x="8359" y="9356"/>
                  </a:lnTo>
                  <a:lnTo>
                    <a:pt x="8359" y="9344"/>
                  </a:lnTo>
                  <a:lnTo>
                    <a:pt x="8359" y="9139"/>
                  </a:lnTo>
                  <a:lnTo>
                    <a:pt x="8180" y="8922"/>
                  </a:lnTo>
                  <a:lnTo>
                    <a:pt x="8168" y="8883"/>
                  </a:lnTo>
                  <a:lnTo>
                    <a:pt x="8321" y="5931"/>
                  </a:lnTo>
                  <a:lnTo>
                    <a:pt x="8334" y="5918"/>
                  </a:lnTo>
                  <a:lnTo>
                    <a:pt x="8334" y="5906"/>
                  </a:lnTo>
                  <a:lnTo>
                    <a:pt x="8359" y="5893"/>
                  </a:lnTo>
                  <a:lnTo>
                    <a:pt x="8372" y="5880"/>
                  </a:lnTo>
                  <a:lnTo>
                    <a:pt x="9893" y="5906"/>
                  </a:lnTo>
                  <a:lnTo>
                    <a:pt x="9918" y="4359"/>
                  </a:lnTo>
                  <a:lnTo>
                    <a:pt x="9573" y="4346"/>
                  </a:lnTo>
                  <a:lnTo>
                    <a:pt x="9228" y="4538"/>
                  </a:lnTo>
                  <a:lnTo>
                    <a:pt x="9216" y="4551"/>
                  </a:lnTo>
                  <a:lnTo>
                    <a:pt x="9190" y="4551"/>
                  </a:lnTo>
                  <a:lnTo>
                    <a:pt x="8934" y="4461"/>
                  </a:lnTo>
                  <a:lnTo>
                    <a:pt x="8666" y="4538"/>
                  </a:lnTo>
                  <a:lnTo>
                    <a:pt x="8628" y="4538"/>
                  </a:lnTo>
                  <a:lnTo>
                    <a:pt x="8615" y="4525"/>
                  </a:lnTo>
                  <a:lnTo>
                    <a:pt x="8602" y="4500"/>
                  </a:lnTo>
                  <a:lnTo>
                    <a:pt x="8525" y="4270"/>
                  </a:lnTo>
                  <a:lnTo>
                    <a:pt x="8525" y="4244"/>
                  </a:lnTo>
                  <a:lnTo>
                    <a:pt x="8525" y="4219"/>
                  </a:lnTo>
                  <a:lnTo>
                    <a:pt x="8602" y="4078"/>
                  </a:lnTo>
                  <a:lnTo>
                    <a:pt x="8615" y="3439"/>
                  </a:lnTo>
                  <a:lnTo>
                    <a:pt x="8398" y="3286"/>
                  </a:lnTo>
                  <a:lnTo>
                    <a:pt x="8372" y="3260"/>
                  </a:lnTo>
                  <a:lnTo>
                    <a:pt x="8206" y="2685"/>
                  </a:lnTo>
                  <a:lnTo>
                    <a:pt x="8206" y="2647"/>
                  </a:lnTo>
                  <a:lnTo>
                    <a:pt x="8372" y="2276"/>
                  </a:lnTo>
                  <a:lnTo>
                    <a:pt x="8219" y="2174"/>
                  </a:lnTo>
                  <a:lnTo>
                    <a:pt x="8193" y="2148"/>
                  </a:lnTo>
                  <a:lnTo>
                    <a:pt x="8193" y="2123"/>
                  </a:lnTo>
                  <a:lnTo>
                    <a:pt x="8206" y="1305"/>
                  </a:lnTo>
                  <a:lnTo>
                    <a:pt x="8206" y="1305"/>
                  </a:lnTo>
                  <a:lnTo>
                    <a:pt x="7337" y="1343"/>
                  </a:lnTo>
                  <a:lnTo>
                    <a:pt x="7298" y="1330"/>
                  </a:lnTo>
                  <a:lnTo>
                    <a:pt x="7273" y="1305"/>
                  </a:lnTo>
                  <a:lnTo>
                    <a:pt x="7196" y="985"/>
                  </a:lnTo>
                  <a:lnTo>
                    <a:pt x="6289" y="972"/>
                  </a:lnTo>
                  <a:lnTo>
                    <a:pt x="6276" y="1841"/>
                  </a:lnTo>
                  <a:lnTo>
                    <a:pt x="6276" y="1854"/>
                  </a:lnTo>
                  <a:lnTo>
                    <a:pt x="6263" y="1880"/>
                  </a:lnTo>
                  <a:lnTo>
                    <a:pt x="6238" y="1880"/>
                  </a:lnTo>
                  <a:lnTo>
                    <a:pt x="6225" y="1893"/>
                  </a:lnTo>
                  <a:lnTo>
                    <a:pt x="5701" y="1880"/>
                  </a:lnTo>
                  <a:lnTo>
                    <a:pt x="5675" y="1880"/>
                  </a:lnTo>
                  <a:lnTo>
                    <a:pt x="5547" y="1803"/>
                  </a:lnTo>
                  <a:lnTo>
                    <a:pt x="5420" y="1867"/>
                  </a:lnTo>
                  <a:lnTo>
                    <a:pt x="5394" y="1880"/>
                  </a:lnTo>
                  <a:lnTo>
                    <a:pt x="4845" y="1867"/>
                  </a:lnTo>
                  <a:lnTo>
                    <a:pt x="4806" y="1867"/>
                  </a:lnTo>
                  <a:lnTo>
                    <a:pt x="4793" y="1841"/>
                  </a:lnTo>
                  <a:lnTo>
                    <a:pt x="4666" y="1650"/>
                  </a:lnTo>
                  <a:lnTo>
                    <a:pt x="4474" y="1573"/>
                  </a:lnTo>
                  <a:lnTo>
                    <a:pt x="4448" y="1560"/>
                  </a:lnTo>
                  <a:lnTo>
                    <a:pt x="4436" y="1547"/>
                  </a:lnTo>
                  <a:lnTo>
                    <a:pt x="4129" y="806"/>
                  </a:lnTo>
                  <a:lnTo>
                    <a:pt x="4129" y="793"/>
                  </a:lnTo>
                  <a:lnTo>
                    <a:pt x="4014" y="27"/>
                  </a:lnTo>
                  <a:lnTo>
                    <a:pt x="1458"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350;p78">
              <a:extLst>
                <a:ext uri="{FF2B5EF4-FFF2-40B4-BE49-F238E27FC236}">
                  <a16:creationId xmlns:a16="http://schemas.microsoft.com/office/drawing/2014/main" id="{E2913AF5-6CA1-B3E8-B876-EDD45959C075}"/>
                </a:ext>
              </a:extLst>
            </p:cNvPr>
            <p:cNvSpPr/>
            <p:nvPr/>
          </p:nvSpPr>
          <p:spPr>
            <a:xfrm>
              <a:off x="3930125" y="3876875"/>
              <a:ext cx="308350" cy="257575"/>
            </a:xfrm>
            <a:custGeom>
              <a:avLst/>
              <a:gdLst/>
              <a:ahLst/>
              <a:cxnLst/>
              <a:rect l="l" t="t" r="r" b="b"/>
              <a:pathLst>
                <a:path w="12334" h="10303" extrusionOk="0">
                  <a:moveTo>
                    <a:pt x="9036" y="5279"/>
                  </a:moveTo>
                  <a:lnTo>
                    <a:pt x="8385" y="5471"/>
                  </a:lnTo>
                  <a:lnTo>
                    <a:pt x="7950" y="6174"/>
                  </a:lnTo>
                  <a:lnTo>
                    <a:pt x="7937" y="6187"/>
                  </a:lnTo>
                  <a:lnTo>
                    <a:pt x="7669" y="6417"/>
                  </a:lnTo>
                  <a:lnTo>
                    <a:pt x="8295" y="7017"/>
                  </a:lnTo>
                  <a:lnTo>
                    <a:pt x="8436" y="6813"/>
                  </a:lnTo>
                  <a:lnTo>
                    <a:pt x="8461" y="6800"/>
                  </a:lnTo>
                  <a:lnTo>
                    <a:pt x="9062" y="6583"/>
                  </a:lnTo>
                  <a:lnTo>
                    <a:pt x="9151" y="6455"/>
                  </a:lnTo>
                  <a:lnTo>
                    <a:pt x="9164" y="6430"/>
                  </a:lnTo>
                  <a:lnTo>
                    <a:pt x="9497" y="6212"/>
                  </a:lnTo>
                  <a:lnTo>
                    <a:pt x="9548" y="6021"/>
                  </a:lnTo>
                  <a:lnTo>
                    <a:pt x="9215" y="5791"/>
                  </a:lnTo>
                  <a:lnTo>
                    <a:pt x="9190" y="5765"/>
                  </a:lnTo>
                  <a:lnTo>
                    <a:pt x="9190" y="5739"/>
                  </a:lnTo>
                  <a:lnTo>
                    <a:pt x="9190" y="5535"/>
                  </a:lnTo>
                  <a:lnTo>
                    <a:pt x="9036" y="5279"/>
                  </a:lnTo>
                  <a:close/>
                  <a:moveTo>
                    <a:pt x="9075" y="5164"/>
                  </a:moveTo>
                  <a:lnTo>
                    <a:pt x="9100" y="5190"/>
                  </a:lnTo>
                  <a:lnTo>
                    <a:pt x="9292" y="5497"/>
                  </a:lnTo>
                  <a:lnTo>
                    <a:pt x="9305" y="5522"/>
                  </a:lnTo>
                  <a:lnTo>
                    <a:pt x="9292" y="5714"/>
                  </a:lnTo>
                  <a:lnTo>
                    <a:pt x="9650" y="5957"/>
                  </a:lnTo>
                  <a:lnTo>
                    <a:pt x="9663" y="5982"/>
                  </a:lnTo>
                  <a:lnTo>
                    <a:pt x="9663" y="6008"/>
                  </a:lnTo>
                  <a:lnTo>
                    <a:pt x="9599" y="6251"/>
                  </a:lnTo>
                  <a:lnTo>
                    <a:pt x="9573" y="6289"/>
                  </a:lnTo>
                  <a:lnTo>
                    <a:pt x="9241" y="6519"/>
                  </a:lnTo>
                  <a:lnTo>
                    <a:pt x="9151" y="6660"/>
                  </a:lnTo>
                  <a:lnTo>
                    <a:pt x="9126" y="6685"/>
                  </a:lnTo>
                  <a:lnTo>
                    <a:pt x="8525" y="6890"/>
                  </a:lnTo>
                  <a:lnTo>
                    <a:pt x="8346" y="7132"/>
                  </a:lnTo>
                  <a:lnTo>
                    <a:pt x="8334" y="7145"/>
                  </a:lnTo>
                  <a:lnTo>
                    <a:pt x="8308" y="7158"/>
                  </a:lnTo>
                  <a:lnTo>
                    <a:pt x="8270" y="7145"/>
                  </a:lnTo>
                  <a:lnTo>
                    <a:pt x="7541" y="6455"/>
                  </a:lnTo>
                  <a:lnTo>
                    <a:pt x="7528" y="6442"/>
                  </a:lnTo>
                  <a:lnTo>
                    <a:pt x="7528" y="6417"/>
                  </a:lnTo>
                  <a:lnTo>
                    <a:pt x="7528" y="6391"/>
                  </a:lnTo>
                  <a:lnTo>
                    <a:pt x="7541" y="6378"/>
                  </a:lnTo>
                  <a:lnTo>
                    <a:pt x="7861" y="6110"/>
                  </a:lnTo>
                  <a:lnTo>
                    <a:pt x="8295" y="5394"/>
                  </a:lnTo>
                  <a:lnTo>
                    <a:pt x="8334" y="5369"/>
                  </a:lnTo>
                  <a:lnTo>
                    <a:pt x="9036" y="5164"/>
                  </a:lnTo>
                  <a:close/>
                  <a:moveTo>
                    <a:pt x="9944" y="1"/>
                  </a:moveTo>
                  <a:lnTo>
                    <a:pt x="9407" y="257"/>
                  </a:lnTo>
                  <a:lnTo>
                    <a:pt x="9382" y="269"/>
                  </a:lnTo>
                  <a:lnTo>
                    <a:pt x="8947" y="257"/>
                  </a:lnTo>
                  <a:lnTo>
                    <a:pt x="8819" y="614"/>
                  </a:lnTo>
                  <a:lnTo>
                    <a:pt x="8806" y="640"/>
                  </a:lnTo>
                  <a:lnTo>
                    <a:pt x="8270" y="1062"/>
                  </a:lnTo>
                  <a:lnTo>
                    <a:pt x="8231" y="1075"/>
                  </a:lnTo>
                  <a:lnTo>
                    <a:pt x="8078" y="1075"/>
                  </a:lnTo>
                  <a:lnTo>
                    <a:pt x="8078" y="1445"/>
                  </a:lnTo>
                  <a:lnTo>
                    <a:pt x="8078" y="1471"/>
                  </a:lnTo>
                  <a:lnTo>
                    <a:pt x="8065" y="1483"/>
                  </a:lnTo>
                  <a:lnTo>
                    <a:pt x="7337" y="2148"/>
                  </a:lnTo>
                  <a:lnTo>
                    <a:pt x="7324" y="2148"/>
                  </a:lnTo>
                  <a:lnTo>
                    <a:pt x="7298" y="2161"/>
                  </a:lnTo>
                  <a:lnTo>
                    <a:pt x="7196" y="2161"/>
                  </a:lnTo>
                  <a:lnTo>
                    <a:pt x="7030" y="2595"/>
                  </a:lnTo>
                  <a:lnTo>
                    <a:pt x="7017" y="2621"/>
                  </a:lnTo>
                  <a:lnTo>
                    <a:pt x="6992" y="2634"/>
                  </a:lnTo>
                  <a:lnTo>
                    <a:pt x="6595" y="2813"/>
                  </a:lnTo>
                  <a:lnTo>
                    <a:pt x="6570" y="2825"/>
                  </a:lnTo>
                  <a:lnTo>
                    <a:pt x="5892" y="2813"/>
                  </a:lnTo>
                  <a:lnTo>
                    <a:pt x="4908" y="2672"/>
                  </a:lnTo>
                  <a:lnTo>
                    <a:pt x="4563" y="3119"/>
                  </a:lnTo>
                  <a:lnTo>
                    <a:pt x="4538" y="3132"/>
                  </a:lnTo>
                  <a:lnTo>
                    <a:pt x="4282" y="3260"/>
                  </a:lnTo>
                  <a:lnTo>
                    <a:pt x="4167" y="3337"/>
                  </a:lnTo>
                  <a:lnTo>
                    <a:pt x="4154" y="3490"/>
                  </a:lnTo>
                  <a:lnTo>
                    <a:pt x="4129" y="3516"/>
                  </a:lnTo>
                  <a:lnTo>
                    <a:pt x="3988" y="3643"/>
                  </a:lnTo>
                  <a:lnTo>
                    <a:pt x="3988" y="3720"/>
                  </a:lnTo>
                  <a:lnTo>
                    <a:pt x="3975" y="3733"/>
                  </a:lnTo>
                  <a:lnTo>
                    <a:pt x="3963" y="3758"/>
                  </a:lnTo>
                  <a:lnTo>
                    <a:pt x="3950" y="3758"/>
                  </a:lnTo>
                  <a:lnTo>
                    <a:pt x="3924" y="3771"/>
                  </a:lnTo>
                  <a:lnTo>
                    <a:pt x="3208" y="3758"/>
                  </a:lnTo>
                  <a:lnTo>
                    <a:pt x="3183" y="3746"/>
                  </a:lnTo>
                  <a:lnTo>
                    <a:pt x="3157" y="3733"/>
                  </a:lnTo>
                  <a:lnTo>
                    <a:pt x="2966" y="3337"/>
                  </a:lnTo>
                  <a:lnTo>
                    <a:pt x="2966" y="3311"/>
                  </a:lnTo>
                  <a:lnTo>
                    <a:pt x="2966" y="3286"/>
                  </a:lnTo>
                  <a:lnTo>
                    <a:pt x="3042" y="3119"/>
                  </a:lnTo>
                  <a:lnTo>
                    <a:pt x="3017" y="2902"/>
                  </a:lnTo>
                  <a:lnTo>
                    <a:pt x="3017" y="2889"/>
                  </a:lnTo>
                  <a:lnTo>
                    <a:pt x="2978" y="2493"/>
                  </a:lnTo>
                  <a:lnTo>
                    <a:pt x="2659" y="2084"/>
                  </a:lnTo>
                  <a:lnTo>
                    <a:pt x="2531" y="4998"/>
                  </a:lnTo>
                  <a:lnTo>
                    <a:pt x="2531" y="5011"/>
                  </a:lnTo>
                  <a:lnTo>
                    <a:pt x="2518" y="5036"/>
                  </a:lnTo>
                  <a:lnTo>
                    <a:pt x="2506" y="5036"/>
                  </a:lnTo>
                  <a:lnTo>
                    <a:pt x="2480" y="5049"/>
                  </a:lnTo>
                  <a:lnTo>
                    <a:pt x="2212" y="5049"/>
                  </a:lnTo>
                  <a:lnTo>
                    <a:pt x="1905" y="5241"/>
                  </a:lnTo>
                  <a:lnTo>
                    <a:pt x="1905" y="5292"/>
                  </a:lnTo>
                  <a:lnTo>
                    <a:pt x="1905" y="5318"/>
                  </a:lnTo>
                  <a:lnTo>
                    <a:pt x="1892" y="5330"/>
                  </a:lnTo>
                  <a:lnTo>
                    <a:pt x="1867" y="5343"/>
                  </a:lnTo>
                  <a:lnTo>
                    <a:pt x="1675" y="5343"/>
                  </a:lnTo>
                  <a:lnTo>
                    <a:pt x="1547" y="5292"/>
                  </a:lnTo>
                  <a:lnTo>
                    <a:pt x="1176" y="5343"/>
                  </a:lnTo>
                  <a:lnTo>
                    <a:pt x="1151" y="5330"/>
                  </a:lnTo>
                  <a:lnTo>
                    <a:pt x="1125" y="5318"/>
                  </a:lnTo>
                  <a:lnTo>
                    <a:pt x="1023" y="5190"/>
                  </a:lnTo>
                  <a:lnTo>
                    <a:pt x="665" y="5203"/>
                  </a:lnTo>
                  <a:lnTo>
                    <a:pt x="640" y="5190"/>
                  </a:lnTo>
                  <a:lnTo>
                    <a:pt x="614" y="5164"/>
                  </a:lnTo>
                  <a:lnTo>
                    <a:pt x="461" y="4691"/>
                  </a:lnTo>
                  <a:lnTo>
                    <a:pt x="243" y="4602"/>
                  </a:lnTo>
                  <a:lnTo>
                    <a:pt x="52" y="5075"/>
                  </a:lnTo>
                  <a:lnTo>
                    <a:pt x="26" y="5100"/>
                  </a:lnTo>
                  <a:lnTo>
                    <a:pt x="1" y="5113"/>
                  </a:lnTo>
                  <a:lnTo>
                    <a:pt x="1" y="5356"/>
                  </a:lnTo>
                  <a:lnTo>
                    <a:pt x="192" y="5714"/>
                  </a:lnTo>
                  <a:lnTo>
                    <a:pt x="192" y="5842"/>
                  </a:lnTo>
                  <a:lnTo>
                    <a:pt x="307" y="5944"/>
                  </a:lnTo>
                  <a:lnTo>
                    <a:pt x="563" y="6915"/>
                  </a:lnTo>
                  <a:lnTo>
                    <a:pt x="946" y="7669"/>
                  </a:lnTo>
                  <a:lnTo>
                    <a:pt x="1074" y="8206"/>
                  </a:lnTo>
                  <a:lnTo>
                    <a:pt x="882" y="8526"/>
                  </a:lnTo>
                  <a:lnTo>
                    <a:pt x="818" y="8743"/>
                  </a:lnTo>
                  <a:lnTo>
                    <a:pt x="959" y="8807"/>
                  </a:lnTo>
                  <a:lnTo>
                    <a:pt x="946" y="8998"/>
                  </a:lnTo>
                  <a:lnTo>
                    <a:pt x="1227" y="9369"/>
                  </a:lnTo>
                  <a:lnTo>
                    <a:pt x="1343" y="9816"/>
                  </a:lnTo>
                  <a:lnTo>
                    <a:pt x="1496" y="9816"/>
                  </a:lnTo>
                  <a:lnTo>
                    <a:pt x="1560" y="9970"/>
                  </a:lnTo>
                  <a:lnTo>
                    <a:pt x="1764" y="9970"/>
                  </a:lnTo>
                  <a:lnTo>
                    <a:pt x="2097" y="10225"/>
                  </a:lnTo>
                  <a:lnTo>
                    <a:pt x="2339" y="10302"/>
                  </a:lnTo>
                  <a:lnTo>
                    <a:pt x="2493" y="10174"/>
                  </a:lnTo>
                  <a:lnTo>
                    <a:pt x="2876" y="10136"/>
                  </a:lnTo>
                  <a:lnTo>
                    <a:pt x="3093" y="9995"/>
                  </a:lnTo>
                  <a:lnTo>
                    <a:pt x="3208" y="10059"/>
                  </a:lnTo>
                  <a:lnTo>
                    <a:pt x="3566" y="10059"/>
                  </a:lnTo>
                  <a:lnTo>
                    <a:pt x="4193" y="9778"/>
                  </a:lnTo>
                  <a:lnTo>
                    <a:pt x="4423" y="9816"/>
                  </a:lnTo>
                  <a:lnTo>
                    <a:pt x="4755" y="9842"/>
                  </a:lnTo>
                  <a:lnTo>
                    <a:pt x="5049" y="9753"/>
                  </a:lnTo>
                  <a:lnTo>
                    <a:pt x="5586" y="9919"/>
                  </a:lnTo>
                  <a:lnTo>
                    <a:pt x="5688" y="9893"/>
                  </a:lnTo>
                  <a:lnTo>
                    <a:pt x="5765" y="9880"/>
                  </a:lnTo>
                  <a:lnTo>
                    <a:pt x="5803" y="9855"/>
                  </a:lnTo>
                  <a:lnTo>
                    <a:pt x="5854" y="9676"/>
                  </a:lnTo>
                  <a:lnTo>
                    <a:pt x="5995" y="9740"/>
                  </a:lnTo>
                  <a:lnTo>
                    <a:pt x="6314" y="9740"/>
                  </a:lnTo>
                  <a:lnTo>
                    <a:pt x="6468" y="9586"/>
                  </a:lnTo>
                  <a:lnTo>
                    <a:pt x="6710" y="9637"/>
                  </a:lnTo>
                  <a:lnTo>
                    <a:pt x="6902" y="9599"/>
                  </a:lnTo>
                  <a:lnTo>
                    <a:pt x="7337" y="9599"/>
                  </a:lnTo>
                  <a:lnTo>
                    <a:pt x="7490" y="9446"/>
                  </a:lnTo>
                  <a:lnTo>
                    <a:pt x="8691" y="8615"/>
                  </a:lnTo>
                  <a:lnTo>
                    <a:pt x="9343" y="8091"/>
                  </a:lnTo>
                  <a:lnTo>
                    <a:pt x="9714" y="7887"/>
                  </a:lnTo>
                  <a:lnTo>
                    <a:pt x="10008" y="7669"/>
                  </a:lnTo>
                  <a:lnTo>
                    <a:pt x="10532" y="6570"/>
                  </a:lnTo>
                  <a:lnTo>
                    <a:pt x="10877" y="6021"/>
                  </a:lnTo>
                  <a:lnTo>
                    <a:pt x="11682" y="5599"/>
                  </a:lnTo>
                  <a:lnTo>
                    <a:pt x="11963" y="5011"/>
                  </a:lnTo>
                  <a:lnTo>
                    <a:pt x="12014" y="4717"/>
                  </a:lnTo>
                  <a:lnTo>
                    <a:pt x="12283" y="4346"/>
                  </a:lnTo>
                  <a:lnTo>
                    <a:pt x="12334" y="4142"/>
                  </a:lnTo>
                  <a:lnTo>
                    <a:pt x="11759" y="4014"/>
                  </a:lnTo>
                  <a:lnTo>
                    <a:pt x="11554" y="4346"/>
                  </a:lnTo>
                  <a:lnTo>
                    <a:pt x="11541" y="4372"/>
                  </a:lnTo>
                  <a:lnTo>
                    <a:pt x="10928" y="4372"/>
                  </a:lnTo>
                  <a:lnTo>
                    <a:pt x="10902" y="4359"/>
                  </a:lnTo>
                  <a:lnTo>
                    <a:pt x="10877" y="4334"/>
                  </a:lnTo>
                  <a:lnTo>
                    <a:pt x="10634" y="3695"/>
                  </a:lnTo>
                  <a:lnTo>
                    <a:pt x="10634" y="3669"/>
                  </a:lnTo>
                  <a:lnTo>
                    <a:pt x="10634" y="3643"/>
                  </a:lnTo>
                  <a:lnTo>
                    <a:pt x="11120" y="2838"/>
                  </a:lnTo>
                  <a:lnTo>
                    <a:pt x="11145" y="2825"/>
                  </a:lnTo>
                  <a:lnTo>
                    <a:pt x="11158" y="2813"/>
                  </a:lnTo>
                  <a:lnTo>
                    <a:pt x="11401" y="2774"/>
                  </a:lnTo>
                  <a:lnTo>
                    <a:pt x="11426" y="2774"/>
                  </a:lnTo>
                  <a:lnTo>
                    <a:pt x="11452" y="2787"/>
                  </a:lnTo>
                  <a:lnTo>
                    <a:pt x="11772" y="3081"/>
                  </a:lnTo>
                  <a:lnTo>
                    <a:pt x="11784" y="2135"/>
                  </a:lnTo>
                  <a:lnTo>
                    <a:pt x="11529" y="282"/>
                  </a:lnTo>
                  <a:lnTo>
                    <a:pt x="9944"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351;p78">
              <a:extLst>
                <a:ext uri="{FF2B5EF4-FFF2-40B4-BE49-F238E27FC236}">
                  <a16:creationId xmlns:a16="http://schemas.microsoft.com/office/drawing/2014/main" id="{0378D800-42E6-4677-BD8B-55B9B44A5E6E}"/>
                </a:ext>
              </a:extLst>
            </p:cNvPr>
            <p:cNvSpPr/>
            <p:nvPr/>
          </p:nvSpPr>
          <p:spPr>
            <a:xfrm>
              <a:off x="2171500" y="1120750"/>
              <a:ext cx="684125" cy="795300"/>
            </a:xfrm>
            <a:custGeom>
              <a:avLst/>
              <a:gdLst/>
              <a:ahLst/>
              <a:cxnLst/>
              <a:rect l="l" t="t" r="r" b="b"/>
              <a:pathLst>
                <a:path w="27365" h="31812" extrusionOk="0">
                  <a:moveTo>
                    <a:pt x="18763" y="1"/>
                  </a:moveTo>
                  <a:lnTo>
                    <a:pt x="18456" y="26"/>
                  </a:lnTo>
                  <a:lnTo>
                    <a:pt x="18239" y="52"/>
                  </a:lnTo>
                  <a:lnTo>
                    <a:pt x="17932" y="52"/>
                  </a:lnTo>
                  <a:lnTo>
                    <a:pt x="17536" y="90"/>
                  </a:lnTo>
                  <a:lnTo>
                    <a:pt x="16986" y="141"/>
                  </a:lnTo>
                  <a:lnTo>
                    <a:pt x="16743" y="167"/>
                  </a:lnTo>
                  <a:lnTo>
                    <a:pt x="16462" y="180"/>
                  </a:lnTo>
                  <a:lnTo>
                    <a:pt x="16334" y="192"/>
                  </a:lnTo>
                  <a:lnTo>
                    <a:pt x="16079" y="244"/>
                  </a:lnTo>
                  <a:lnTo>
                    <a:pt x="15836" y="295"/>
                  </a:lnTo>
                  <a:lnTo>
                    <a:pt x="15695" y="333"/>
                  </a:lnTo>
                  <a:lnTo>
                    <a:pt x="15593" y="346"/>
                  </a:lnTo>
                  <a:lnTo>
                    <a:pt x="15414" y="371"/>
                  </a:lnTo>
                  <a:lnTo>
                    <a:pt x="15159" y="410"/>
                  </a:lnTo>
                  <a:lnTo>
                    <a:pt x="14941" y="768"/>
                  </a:lnTo>
                  <a:lnTo>
                    <a:pt x="14916" y="780"/>
                  </a:lnTo>
                  <a:lnTo>
                    <a:pt x="14877" y="844"/>
                  </a:lnTo>
                  <a:lnTo>
                    <a:pt x="14852" y="883"/>
                  </a:lnTo>
                  <a:lnTo>
                    <a:pt x="14839" y="934"/>
                  </a:lnTo>
                  <a:lnTo>
                    <a:pt x="14839" y="972"/>
                  </a:lnTo>
                  <a:lnTo>
                    <a:pt x="14852" y="1023"/>
                  </a:lnTo>
                  <a:lnTo>
                    <a:pt x="14852" y="1049"/>
                  </a:lnTo>
                  <a:lnTo>
                    <a:pt x="14826" y="1049"/>
                  </a:lnTo>
                  <a:lnTo>
                    <a:pt x="14724" y="985"/>
                  </a:lnTo>
                  <a:lnTo>
                    <a:pt x="14571" y="857"/>
                  </a:lnTo>
                  <a:lnTo>
                    <a:pt x="14238" y="806"/>
                  </a:lnTo>
                  <a:lnTo>
                    <a:pt x="14008" y="780"/>
                  </a:lnTo>
                  <a:lnTo>
                    <a:pt x="13906" y="780"/>
                  </a:lnTo>
                  <a:lnTo>
                    <a:pt x="13906" y="793"/>
                  </a:lnTo>
                  <a:lnTo>
                    <a:pt x="13906" y="870"/>
                  </a:lnTo>
                  <a:lnTo>
                    <a:pt x="13932" y="946"/>
                  </a:lnTo>
                  <a:lnTo>
                    <a:pt x="13983" y="1061"/>
                  </a:lnTo>
                  <a:lnTo>
                    <a:pt x="13420" y="1023"/>
                  </a:lnTo>
                  <a:lnTo>
                    <a:pt x="13293" y="934"/>
                  </a:lnTo>
                  <a:lnTo>
                    <a:pt x="13203" y="895"/>
                  </a:lnTo>
                  <a:lnTo>
                    <a:pt x="13165" y="870"/>
                  </a:lnTo>
                  <a:lnTo>
                    <a:pt x="13139" y="870"/>
                  </a:lnTo>
                  <a:lnTo>
                    <a:pt x="12871" y="985"/>
                  </a:lnTo>
                  <a:lnTo>
                    <a:pt x="12615" y="1074"/>
                  </a:lnTo>
                  <a:lnTo>
                    <a:pt x="12206" y="1317"/>
                  </a:lnTo>
                  <a:lnTo>
                    <a:pt x="11900" y="1317"/>
                  </a:lnTo>
                  <a:lnTo>
                    <a:pt x="11682" y="1330"/>
                  </a:lnTo>
                  <a:lnTo>
                    <a:pt x="11606" y="1343"/>
                  </a:lnTo>
                  <a:lnTo>
                    <a:pt x="11567" y="1355"/>
                  </a:lnTo>
                  <a:lnTo>
                    <a:pt x="11503" y="1394"/>
                  </a:lnTo>
                  <a:lnTo>
                    <a:pt x="11427" y="1445"/>
                  </a:lnTo>
                  <a:lnTo>
                    <a:pt x="11388" y="1483"/>
                  </a:lnTo>
                  <a:lnTo>
                    <a:pt x="11350" y="1522"/>
                  </a:lnTo>
                  <a:lnTo>
                    <a:pt x="11324" y="1573"/>
                  </a:lnTo>
                  <a:lnTo>
                    <a:pt x="11312" y="1624"/>
                  </a:lnTo>
                  <a:lnTo>
                    <a:pt x="11312" y="1675"/>
                  </a:lnTo>
                  <a:lnTo>
                    <a:pt x="11337" y="1713"/>
                  </a:lnTo>
                  <a:lnTo>
                    <a:pt x="11363" y="1752"/>
                  </a:lnTo>
                  <a:lnTo>
                    <a:pt x="11401" y="1764"/>
                  </a:lnTo>
                  <a:lnTo>
                    <a:pt x="11478" y="1790"/>
                  </a:lnTo>
                  <a:lnTo>
                    <a:pt x="11503" y="1790"/>
                  </a:lnTo>
                  <a:lnTo>
                    <a:pt x="13011" y="1637"/>
                  </a:lnTo>
                  <a:lnTo>
                    <a:pt x="13587" y="1764"/>
                  </a:lnTo>
                  <a:lnTo>
                    <a:pt x="14021" y="1828"/>
                  </a:lnTo>
                  <a:lnTo>
                    <a:pt x="13983" y="2007"/>
                  </a:lnTo>
                  <a:lnTo>
                    <a:pt x="12858" y="1905"/>
                  </a:lnTo>
                  <a:lnTo>
                    <a:pt x="12232" y="1956"/>
                  </a:lnTo>
                  <a:lnTo>
                    <a:pt x="11912" y="1982"/>
                  </a:lnTo>
                  <a:lnTo>
                    <a:pt x="11925" y="2007"/>
                  </a:lnTo>
                  <a:lnTo>
                    <a:pt x="11963" y="2097"/>
                  </a:lnTo>
                  <a:lnTo>
                    <a:pt x="12040" y="2199"/>
                  </a:lnTo>
                  <a:lnTo>
                    <a:pt x="12091" y="2263"/>
                  </a:lnTo>
                  <a:lnTo>
                    <a:pt x="12168" y="2327"/>
                  </a:lnTo>
                  <a:lnTo>
                    <a:pt x="12360" y="2455"/>
                  </a:lnTo>
                  <a:lnTo>
                    <a:pt x="12564" y="2570"/>
                  </a:lnTo>
                  <a:lnTo>
                    <a:pt x="12794" y="2685"/>
                  </a:lnTo>
                  <a:lnTo>
                    <a:pt x="14468" y="2250"/>
                  </a:lnTo>
                  <a:lnTo>
                    <a:pt x="14468" y="2301"/>
                  </a:lnTo>
                  <a:lnTo>
                    <a:pt x="12781" y="2787"/>
                  </a:lnTo>
                  <a:lnTo>
                    <a:pt x="12462" y="2659"/>
                  </a:lnTo>
                  <a:lnTo>
                    <a:pt x="12104" y="3017"/>
                  </a:lnTo>
                  <a:lnTo>
                    <a:pt x="12398" y="2621"/>
                  </a:lnTo>
                  <a:lnTo>
                    <a:pt x="12296" y="2493"/>
                  </a:lnTo>
                  <a:lnTo>
                    <a:pt x="11644" y="2097"/>
                  </a:lnTo>
                  <a:lnTo>
                    <a:pt x="11030" y="2135"/>
                  </a:lnTo>
                  <a:lnTo>
                    <a:pt x="11056" y="2429"/>
                  </a:lnTo>
                  <a:lnTo>
                    <a:pt x="11823" y="2812"/>
                  </a:lnTo>
                  <a:lnTo>
                    <a:pt x="12245" y="3260"/>
                  </a:lnTo>
                  <a:lnTo>
                    <a:pt x="12449" y="3400"/>
                  </a:lnTo>
                  <a:lnTo>
                    <a:pt x="12347" y="3566"/>
                  </a:lnTo>
                  <a:lnTo>
                    <a:pt x="12040" y="3451"/>
                  </a:lnTo>
                  <a:lnTo>
                    <a:pt x="11695" y="3234"/>
                  </a:lnTo>
                  <a:lnTo>
                    <a:pt x="11465" y="3081"/>
                  </a:lnTo>
                  <a:lnTo>
                    <a:pt x="11337" y="3017"/>
                  </a:lnTo>
                  <a:lnTo>
                    <a:pt x="11069" y="2953"/>
                  </a:lnTo>
                  <a:lnTo>
                    <a:pt x="10813" y="2889"/>
                  </a:lnTo>
                  <a:lnTo>
                    <a:pt x="10302" y="2710"/>
                  </a:lnTo>
                  <a:lnTo>
                    <a:pt x="10340" y="2685"/>
                  </a:lnTo>
                  <a:lnTo>
                    <a:pt x="10379" y="2633"/>
                  </a:lnTo>
                  <a:lnTo>
                    <a:pt x="10391" y="2608"/>
                  </a:lnTo>
                  <a:lnTo>
                    <a:pt x="10379" y="2595"/>
                  </a:lnTo>
                  <a:lnTo>
                    <a:pt x="10328" y="2582"/>
                  </a:lnTo>
                  <a:lnTo>
                    <a:pt x="10238" y="2595"/>
                  </a:lnTo>
                  <a:lnTo>
                    <a:pt x="9714" y="2646"/>
                  </a:lnTo>
                  <a:lnTo>
                    <a:pt x="9573" y="2774"/>
                  </a:lnTo>
                  <a:lnTo>
                    <a:pt x="9343" y="2646"/>
                  </a:lnTo>
                  <a:lnTo>
                    <a:pt x="9919" y="3273"/>
                  </a:lnTo>
                  <a:lnTo>
                    <a:pt x="10110" y="3515"/>
                  </a:lnTo>
                  <a:lnTo>
                    <a:pt x="9676" y="3618"/>
                  </a:lnTo>
                  <a:lnTo>
                    <a:pt x="8922" y="3145"/>
                  </a:lnTo>
                  <a:lnTo>
                    <a:pt x="8372" y="2927"/>
                  </a:lnTo>
                  <a:lnTo>
                    <a:pt x="8372" y="3375"/>
                  </a:lnTo>
                  <a:lnTo>
                    <a:pt x="8398" y="3426"/>
                  </a:lnTo>
                  <a:lnTo>
                    <a:pt x="8423" y="3528"/>
                  </a:lnTo>
                  <a:lnTo>
                    <a:pt x="8449" y="3630"/>
                  </a:lnTo>
                  <a:lnTo>
                    <a:pt x="8462" y="3681"/>
                  </a:lnTo>
                  <a:lnTo>
                    <a:pt x="8449" y="3733"/>
                  </a:lnTo>
                  <a:lnTo>
                    <a:pt x="8436" y="3784"/>
                  </a:lnTo>
                  <a:lnTo>
                    <a:pt x="8398" y="3873"/>
                  </a:lnTo>
                  <a:lnTo>
                    <a:pt x="8283" y="4065"/>
                  </a:lnTo>
                  <a:lnTo>
                    <a:pt x="8129" y="4308"/>
                  </a:lnTo>
                  <a:lnTo>
                    <a:pt x="8155" y="3618"/>
                  </a:lnTo>
                  <a:lnTo>
                    <a:pt x="7950" y="2940"/>
                  </a:lnTo>
                  <a:lnTo>
                    <a:pt x="7580" y="2927"/>
                  </a:lnTo>
                  <a:lnTo>
                    <a:pt x="7158" y="3183"/>
                  </a:lnTo>
                  <a:lnTo>
                    <a:pt x="6596" y="3324"/>
                  </a:lnTo>
                  <a:lnTo>
                    <a:pt x="6340" y="3388"/>
                  </a:lnTo>
                  <a:lnTo>
                    <a:pt x="6161" y="3439"/>
                  </a:lnTo>
                  <a:lnTo>
                    <a:pt x="6046" y="3477"/>
                  </a:lnTo>
                  <a:lnTo>
                    <a:pt x="5803" y="3618"/>
                  </a:lnTo>
                  <a:lnTo>
                    <a:pt x="5611" y="3733"/>
                  </a:lnTo>
                  <a:lnTo>
                    <a:pt x="5752" y="3988"/>
                  </a:lnTo>
                  <a:lnTo>
                    <a:pt x="5330" y="3886"/>
                  </a:lnTo>
                  <a:lnTo>
                    <a:pt x="4896" y="3924"/>
                  </a:lnTo>
                  <a:lnTo>
                    <a:pt x="4755" y="4193"/>
                  </a:lnTo>
                  <a:lnTo>
                    <a:pt x="4781" y="4359"/>
                  </a:lnTo>
                  <a:lnTo>
                    <a:pt x="4806" y="4499"/>
                  </a:lnTo>
                  <a:lnTo>
                    <a:pt x="4857" y="4614"/>
                  </a:lnTo>
                  <a:lnTo>
                    <a:pt x="4883" y="4678"/>
                  </a:lnTo>
                  <a:lnTo>
                    <a:pt x="4909" y="4742"/>
                  </a:lnTo>
                  <a:lnTo>
                    <a:pt x="4934" y="4960"/>
                  </a:lnTo>
                  <a:lnTo>
                    <a:pt x="4960" y="5190"/>
                  </a:lnTo>
                  <a:lnTo>
                    <a:pt x="4972" y="5241"/>
                  </a:lnTo>
                  <a:lnTo>
                    <a:pt x="4960" y="5266"/>
                  </a:lnTo>
                  <a:lnTo>
                    <a:pt x="4921" y="5279"/>
                  </a:lnTo>
                  <a:lnTo>
                    <a:pt x="4602" y="5279"/>
                  </a:lnTo>
                  <a:lnTo>
                    <a:pt x="4525" y="5266"/>
                  </a:lnTo>
                  <a:lnTo>
                    <a:pt x="4270" y="5266"/>
                  </a:lnTo>
                  <a:lnTo>
                    <a:pt x="4052" y="5279"/>
                  </a:lnTo>
                  <a:lnTo>
                    <a:pt x="3848" y="5266"/>
                  </a:lnTo>
                  <a:lnTo>
                    <a:pt x="3682" y="5254"/>
                  </a:lnTo>
                  <a:lnTo>
                    <a:pt x="3643" y="5254"/>
                  </a:lnTo>
                  <a:lnTo>
                    <a:pt x="3630" y="5266"/>
                  </a:lnTo>
                  <a:lnTo>
                    <a:pt x="3618" y="5292"/>
                  </a:lnTo>
                  <a:lnTo>
                    <a:pt x="3579" y="5356"/>
                  </a:lnTo>
                  <a:lnTo>
                    <a:pt x="3439" y="5522"/>
                  </a:lnTo>
                  <a:lnTo>
                    <a:pt x="3222" y="5752"/>
                  </a:lnTo>
                  <a:lnTo>
                    <a:pt x="3209" y="5790"/>
                  </a:lnTo>
                  <a:lnTo>
                    <a:pt x="3132" y="5867"/>
                  </a:lnTo>
                  <a:lnTo>
                    <a:pt x="3030" y="5969"/>
                  </a:lnTo>
                  <a:lnTo>
                    <a:pt x="2953" y="6020"/>
                  </a:lnTo>
                  <a:lnTo>
                    <a:pt x="2876" y="6071"/>
                  </a:lnTo>
                  <a:lnTo>
                    <a:pt x="2595" y="6250"/>
                  </a:lnTo>
                  <a:lnTo>
                    <a:pt x="2480" y="6327"/>
                  </a:lnTo>
                  <a:lnTo>
                    <a:pt x="2467" y="6506"/>
                  </a:lnTo>
                  <a:lnTo>
                    <a:pt x="2455" y="6634"/>
                  </a:lnTo>
                  <a:lnTo>
                    <a:pt x="2442" y="6710"/>
                  </a:lnTo>
                  <a:lnTo>
                    <a:pt x="2404" y="6749"/>
                  </a:lnTo>
                  <a:lnTo>
                    <a:pt x="2340" y="6800"/>
                  </a:lnTo>
                  <a:lnTo>
                    <a:pt x="2276" y="6851"/>
                  </a:lnTo>
                  <a:lnTo>
                    <a:pt x="2263" y="6889"/>
                  </a:lnTo>
                  <a:lnTo>
                    <a:pt x="2263" y="6915"/>
                  </a:lnTo>
                  <a:lnTo>
                    <a:pt x="2289" y="6953"/>
                  </a:lnTo>
                  <a:lnTo>
                    <a:pt x="2340" y="7004"/>
                  </a:lnTo>
                  <a:lnTo>
                    <a:pt x="2493" y="7107"/>
                  </a:lnTo>
                  <a:lnTo>
                    <a:pt x="2710" y="7222"/>
                  </a:lnTo>
                  <a:lnTo>
                    <a:pt x="2953" y="7081"/>
                  </a:lnTo>
                  <a:lnTo>
                    <a:pt x="3132" y="6979"/>
                  </a:lnTo>
                  <a:lnTo>
                    <a:pt x="3183" y="6953"/>
                  </a:lnTo>
                  <a:lnTo>
                    <a:pt x="3209" y="6953"/>
                  </a:lnTo>
                  <a:lnTo>
                    <a:pt x="3234" y="7209"/>
                  </a:lnTo>
                  <a:lnTo>
                    <a:pt x="3260" y="7490"/>
                  </a:lnTo>
                  <a:lnTo>
                    <a:pt x="3273" y="7605"/>
                  </a:lnTo>
                  <a:lnTo>
                    <a:pt x="3260" y="7797"/>
                  </a:lnTo>
                  <a:lnTo>
                    <a:pt x="3260" y="8091"/>
                  </a:lnTo>
                  <a:lnTo>
                    <a:pt x="3196" y="8129"/>
                  </a:lnTo>
                  <a:lnTo>
                    <a:pt x="3055" y="8219"/>
                  </a:lnTo>
                  <a:lnTo>
                    <a:pt x="2595" y="8474"/>
                  </a:lnTo>
                  <a:lnTo>
                    <a:pt x="1931" y="8819"/>
                  </a:lnTo>
                  <a:lnTo>
                    <a:pt x="1828" y="8858"/>
                  </a:lnTo>
                  <a:lnTo>
                    <a:pt x="1624" y="8922"/>
                  </a:lnTo>
                  <a:lnTo>
                    <a:pt x="1419" y="8998"/>
                  </a:lnTo>
                  <a:lnTo>
                    <a:pt x="1356" y="9037"/>
                  </a:lnTo>
                  <a:lnTo>
                    <a:pt x="1330" y="9062"/>
                  </a:lnTo>
                  <a:lnTo>
                    <a:pt x="1330" y="9075"/>
                  </a:lnTo>
                  <a:lnTo>
                    <a:pt x="1343" y="9152"/>
                  </a:lnTo>
                  <a:lnTo>
                    <a:pt x="1343" y="9203"/>
                  </a:lnTo>
                  <a:lnTo>
                    <a:pt x="1343" y="9254"/>
                  </a:lnTo>
                  <a:lnTo>
                    <a:pt x="1330" y="9305"/>
                  </a:lnTo>
                  <a:lnTo>
                    <a:pt x="1292" y="9356"/>
                  </a:lnTo>
                  <a:lnTo>
                    <a:pt x="1215" y="9394"/>
                  </a:lnTo>
                  <a:lnTo>
                    <a:pt x="1087" y="9446"/>
                  </a:lnTo>
                  <a:lnTo>
                    <a:pt x="857" y="9497"/>
                  </a:lnTo>
                  <a:lnTo>
                    <a:pt x="704" y="9522"/>
                  </a:lnTo>
                  <a:lnTo>
                    <a:pt x="601" y="9548"/>
                  </a:lnTo>
                  <a:lnTo>
                    <a:pt x="563" y="9561"/>
                  </a:lnTo>
                  <a:lnTo>
                    <a:pt x="538" y="9586"/>
                  </a:lnTo>
                  <a:lnTo>
                    <a:pt x="512" y="9612"/>
                  </a:lnTo>
                  <a:lnTo>
                    <a:pt x="474" y="9637"/>
                  </a:lnTo>
                  <a:lnTo>
                    <a:pt x="397" y="9663"/>
                  </a:lnTo>
                  <a:lnTo>
                    <a:pt x="333" y="9688"/>
                  </a:lnTo>
                  <a:lnTo>
                    <a:pt x="320" y="9701"/>
                  </a:lnTo>
                  <a:lnTo>
                    <a:pt x="308" y="9714"/>
                  </a:lnTo>
                  <a:lnTo>
                    <a:pt x="295" y="9739"/>
                  </a:lnTo>
                  <a:lnTo>
                    <a:pt x="269" y="9765"/>
                  </a:lnTo>
                  <a:lnTo>
                    <a:pt x="154" y="9842"/>
                  </a:lnTo>
                  <a:lnTo>
                    <a:pt x="1" y="9931"/>
                  </a:lnTo>
                  <a:lnTo>
                    <a:pt x="14" y="10430"/>
                  </a:lnTo>
                  <a:lnTo>
                    <a:pt x="346" y="10494"/>
                  </a:lnTo>
                  <a:lnTo>
                    <a:pt x="704" y="10583"/>
                  </a:lnTo>
                  <a:lnTo>
                    <a:pt x="857" y="10660"/>
                  </a:lnTo>
                  <a:lnTo>
                    <a:pt x="972" y="10736"/>
                  </a:lnTo>
                  <a:lnTo>
                    <a:pt x="1125" y="10941"/>
                  </a:lnTo>
                  <a:lnTo>
                    <a:pt x="1534" y="10813"/>
                  </a:lnTo>
                  <a:lnTo>
                    <a:pt x="1330" y="11133"/>
                  </a:lnTo>
                  <a:lnTo>
                    <a:pt x="1675" y="11107"/>
                  </a:lnTo>
                  <a:lnTo>
                    <a:pt x="2110" y="11069"/>
                  </a:lnTo>
                  <a:lnTo>
                    <a:pt x="2186" y="10954"/>
                  </a:lnTo>
                  <a:lnTo>
                    <a:pt x="2186" y="10992"/>
                  </a:lnTo>
                  <a:lnTo>
                    <a:pt x="2212" y="11081"/>
                  </a:lnTo>
                  <a:lnTo>
                    <a:pt x="2237" y="11133"/>
                  </a:lnTo>
                  <a:lnTo>
                    <a:pt x="2250" y="11158"/>
                  </a:lnTo>
                  <a:lnTo>
                    <a:pt x="2276" y="11171"/>
                  </a:lnTo>
                  <a:lnTo>
                    <a:pt x="2314" y="11145"/>
                  </a:lnTo>
                  <a:lnTo>
                    <a:pt x="2787" y="10660"/>
                  </a:lnTo>
                  <a:lnTo>
                    <a:pt x="3068" y="11094"/>
                  </a:lnTo>
                  <a:lnTo>
                    <a:pt x="2557" y="11311"/>
                  </a:lnTo>
                  <a:lnTo>
                    <a:pt x="2314" y="11324"/>
                  </a:lnTo>
                  <a:lnTo>
                    <a:pt x="2148" y="11350"/>
                  </a:lnTo>
                  <a:lnTo>
                    <a:pt x="2084" y="11363"/>
                  </a:lnTo>
                  <a:lnTo>
                    <a:pt x="2058" y="11375"/>
                  </a:lnTo>
                  <a:lnTo>
                    <a:pt x="1854" y="11516"/>
                  </a:lnTo>
                  <a:lnTo>
                    <a:pt x="1675" y="11644"/>
                  </a:lnTo>
                  <a:lnTo>
                    <a:pt x="1649" y="11669"/>
                  </a:lnTo>
                  <a:lnTo>
                    <a:pt x="1573" y="11695"/>
                  </a:lnTo>
                  <a:lnTo>
                    <a:pt x="1407" y="11720"/>
                  </a:lnTo>
                  <a:lnTo>
                    <a:pt x="1304" y="11733"/>
                  </a:lnTo>
                  <a:lnTo>
                    <a:pt x="1189" y="11759"/>
                  </a:lnTo>
                  <a:lnTo>
                    <a:pt x="998" y="11810"/>
                  </a:lnTo>
                  <a:lnTo>
                    <a:pt x="870" y="11861"/>
                  </a:lnTo>
                  <a:lnTo>
                    <a:pt x="806" y="11887"/>
                  </a:lnTo>
                  <a:lnTo>
                    <a:pt x="1151" y="12347"/>
                  </a:lnTo>
                  <a:lnTo>
                    <a:pt x="1292" y="12283"/>
                  </a:lnTo>
                  <a:lnTo>
                    <a:pt x="1381" y="12244"/>
                  </a:lnTo>
                  <a:lnTo>
                    <a:pt x="1445" y="12244"/>
                  </a:lnTo>
                  <a:lnTo>
                    <a:pt x="1483" y="12270"/>
                  </a:lnTo>
                  <a:lnTo>
                    <a:pt x="1560" y="12296"/>
                  </a:lnTo>
                  <a:lnTo>
                    <a:pt x="1662" y="12321"/>
                  </a:lnTo>
                  <a:lnTo>
                    <a:pt x="2301" y="12308"/>
                  </a:lnTo>
                  <a:lnTo>
                    <a:pt x="2301" y="12308"/>
                  </a:lnTo>
                  <a:lnTo>
                    <a:pt x="1739" y="12628"/>
                  </a:lnTo>
                  <a:lnTo>
                    <a:pt x="1675" y="12730"/>
                  </a:lnTo>
                  <a:lnTo>
                    <a:pt x="1637" y="12794"/>
                  </a:lnTo>
                  <a:lnTo>
                    <a:pt x="1624" y="12820"/>
                  </a:lnTo>
                  <a:lnTo>
                    <a:pt x="1637" y="12832"/>
                  </a:lnTo>
                  <a:lnTo>
                    <a:pt x="1726" y="12858"/>
                  </a:lnTo>
                  <a:lnTo>
                    <a:pt x="1918" y="12947"/>
                  </a:lnTo>
                  <a:lnTo>
                    <a:pt x="2110" y="13037"/>
                  </a:lnTo>
                  <a:lnTo>
                    <a:pt x="2250" y="13101"/>
                  </a:lnTo>
                  <a:lnTo>
                    <a:pt x="2404" y="13126"/>
                  </a:lnTo>
                  <a:lnTo>
                    <a:pt x="2595" y="13165"/>
                  </a:lnTo>
                  <a:lnTo>
                    <a:pt x="2838" y="13203"/>
                  </a:lnTo>
                  <a:lnTo>
                    <a:pt x="2864" y="13088"/>
                  </a:lnTo>
                  <a:lnTo>
                    <a:pt x="2889" y="12999"/>
                  </a:lnTo>
                  <a:lnTo>
                    <a:pt x="2902" y="12973"/>
                  </a:lnTo>
                  <a:lnTo>
                    <a:pt x="2915" y="12960"/>
                  </a:lnTo>
                  <a:lnTo>
                    <a:pt x="3311" y="12896"/>
                  </a:lnTo>
                  <a:lnTo>
                    <a:pt x="3375" y="12871"/>
                  </a:lnTo>
                  <a:lnTo>
                    <a:pt x="3567" y="12807"/>
                  </a:lnTo>
                  <a:lnTo>
                    <a:pt x="3630" y="12768"/>
                  </a:lnTo>
                  <a:lnTo>
                    <a:pt x="3707" y="12730"/>
                  </a:lnTo>
                  <a:lnTo>
                    <a:pt x="3861" y="12615"/>
                  </a:lnTo>
                  <a:lnTo>
                    <a:pt x="3976" y="12513"/>
                  </a:lnTo>
                  <a:lnTo>
                    <a:pt x="4014" y="12500"/>
                  </a:lnTo>
                  <a:lnTo>
                    <a:pt x="4014" y="12487"/>
                  </a:lnTo>
                  <a:lnTo>
                    <a:pt x="4027" y="12500"/>
                  </a:lnTo>
                  <a:lnTo>
                    <a:pt x="4014" y="12526"/>
                  </a:lnTo>
                  <a:lnTo>
                    <a:pt x="3976" y="12577"/>
                  </a:lnTo>
                  <a:lnTo>
                    <a:pt x="3899" y="12717"/>
                  </a:lnTo>
                  <a:lnTo>
                    <a:pt x="3886" y="12768"/>
                  </a:lnTo>
                  <a:lnTo>
                    <a:pt x="3886" y="12794"/>
                  </a:lnTo>
                  <a:lnTo>
                    <a:pt x="3886" y="12820"/>
                  </a:lnTo>
                  <a:lnTo>
                    <a:pt x="3912" y="12832"/>
                  </a:lnTo>
                  <a:lnTo>
                    <a:pt x="3937" y="12832"/>
                  </a:lnTo>
                  <a:lnTo>
                    <a:pt x="4027" y="12807"/>
                  </a:lnTo>
                  <a:lnTo>
                    <a:pt x="4257" y="12730"/>
                  </a:lnTo>
                  <a:lnTo>
                    <a:pt x="4410" y="12653"/>
                  </a:lnTo>
                  <a:lnTo>
                    <a:pt x="4525" y="12590"/>
                  </a:lnTo>
                  <a:lnTo>
                    <a:pt x="5356" y="12820"/>
                  </a:lnTo>
                  <a:lnTo>
                    <a:pt x="5969" y="12922"/>
                  </a:lnTo>
                  <a:lnTo>
                    <a:pt x="6072" y="13011"/>
                  </a:lnTo>
                  <a:lnTo>
                    <a:pt x="6199" y="13114"/>
                  </a:lnTo>
                  <a:lnTo>
                    <a:pt x="6417" y="13126"/>
                  </a:lnTo>
                  <a:lnTo>
                    <a:pt x="6493" y="13126"/>
                  </a:lnTo>
                  <a:lnTo>
                    <a:pt x="6570" y="13152"/>
                  </a:lnTo>
                  <a:lnTo>
                    <a:pt x="6621" y="13177"/>
                  </a:lnTo>
                  <a:lnTo>
                    <a:pt x="6647" y="13190"/>
                  </a:lnTo>
                  <a:lnTo>
                    <a:pt x="6660" y="13216"/>
                  </a:lnTo>
                  <a:lnTo>
                    <a:pt x="6711" y="13305"/>
                  </a:lnTo>
                  <a:lnTo>
                    <a:pt x="6800" y="13420"/>
                  </a:lnTo>
                  <a:lnTo>
                    <a:pt x="6928" y="13574"/>
                  </a:lnTo>
                  <a:lnTo>
                    <a:pt x="6928" y="13586"/>
                  </a:lnTo>
                  <a:lnTo>
                    <a:pt x="6915" y="13612"/>
                  </a:lnTo>
                  <a:lnTo>
                    <a:pt x="6864" y="13689"/>
                  </a:lnTo>
                  <a:lnTo>
                    <a:pt x="6787" y="13791"/>
                  </a:lnTo>
                  <a:lnTo>
                    <a:pt x="7605" y="14698"/>
                  </a:lnTo>
                  <a:lnTo>
                    <a:pt x="7669" y="14724"/>
                  </a:lnTo>
                  <a:lnTo>
                    <a:pt x="7810" y="14775"/>
                  </a:lnTo>
                  <a:lnTo>
                    <a:pt x="7874" y="14801"/>
                  </a:lnTo>
                  <a:lnTo>
                    <a:pt x="7925" y="14839"/>
                  </a:lnTo>
                  <a:lnTo>
                    <a:pt x="7950" y="14864"/>
                  </a:lnTo>
                  <a:lnTo>
                    <a:pt x="7950" y="14877"/>
                  </a:lnTo>
                  <a:lnTo>
                    <a:pt x="7938" y="14890"/>
                  </a:lnTo>
                  <a:lnTo>
                    <a:pt x="7874" y="14954"/>
                  </a:lnTo>
                  <a:lnTo>
                    <a:pt x="7784" y="15031"/>
                  </a:lnTo>
                  <a:lnTo>
                    <a:pt x="7733" y="15107"/>
                  </a:lnTo>
                  <a:lnTo>
                    <a:pt x="7708" y="15146"/>
                  </a:lnTo>
                  <a:lnTo>
                    <a:pt x="7720" y="15171"/>
                  </a:lnTo>
                  <a:lnTo>
                    <a:pt x="7771" y="15197"/>
                  </a:lnTo>
                  <a:lnTo>
                    <a:pt x="7899" y="15273"/>
                  </a:lnTo>
                  <a:lnTo>
                    <a:pt x="8104" y="15376"/>
                  </a:lnTo>
                  <a:lnTo>
                    <a:pt x="7976" y="15593"/>
                  </a:lnTo>
                  <a:lnTo>
                    <a:pt x="8142" y="15772"/>
                  </a:lnTo>
                  <a:lnTo>
                    <a:pt x="8257" y="15861"/>
                  </a:lnTo>
                  <a:lnTo>
                    <a:pt x="8334" y="15938"/>
                  </a:lnTo>
                  <a:lnTo>
                    <a:pt x="8372" y="15989"/>
                  </a:lnTo>
                  <a:lnTo>
                    <a:pt x="8359" y="16028"/>
                  </a:lnTo>
                  <a:lnTo>
                    <a:pt x="8334" y="16091"/>
                  </a:lnTo>
                  <a:lnTo>
                    <a:pt x="8283" y="16181"/>
                  </a:lnTo>
                  <a:lnTo>
                    <a:pt x="8474" y="16373"/>
                  </a:lnTo>
                  <a:lnTo>
                    <a:pt x="8449" y="16488"/>
                  </a:lnTo>
                  <a:lnTo>
                    <a:pt x="8423" y="16654"/>
                  </a:lnTo>
                  <a:lnTo>
                    <a:pt x="8385" y="16692"/>
                  </a:lnTo>
                  <a:lnTo>
                    <a:pt x="8347" y="16743"/>
                  </a:lnTo>
                  <a:lnTo>
                    <a:pt x="8321" y="16769"/>
                  </a:lnTo>
                  <a:lnTo>
                    <a:pt x="8308" y="16794"/>
                  </a:lnTo>
                  <a:lnTo>
                    <a:pt x="8321" y="16820"/>
                  </a:lnTo>
                  <a:lnTo>
                    <a:pt x="8347" y="16845"/>
                  </a:lnTo>
                  <a:lnTo>
                    <a:pt x="8372" y="16871"/>
                  </a:lnTo>
                  <a:lnTo>
                    <a:pt x="8410" y="16897"/>
                  </a:lnTo>
                  <a:lnTo>
                    <a:pt x="8589" y="16897"/>
                  </a:lnTo>
                  <a:lnTo>
                    <a:pt x="8666" y="17050"/>
                  </a:lnTo>
                  <a:lnTo>
                    <a:pt x="8717" y="17165"/>
                  </a:lnTo>
                  <a:lnTo>
                    <a:pt x="8743" y="17229"/>
                  </a:lnTo>
                  <a:lnTo>
                    <a:pt x="8704" y="17280"/>
                  </a:lnTo>
                  <a:lnTo>
                    <a:pt x="8615" y="17369"/>
                  </a:lnTo>
                  <a:lnTo>
                    <a:pt x="8525" y="17485"/>
                  </a:lnTo>
                  <a:lnTo>
                    <a:pt x="8500" y="17536"/>
                  </a:lnTo>
                  <a:lnTo>
                    <a:pt x="8487" y="17587"/>
                  </a:lnTo>
                  <a:lnTo>
                    <a:pt x="8449" y="17689"/>
                  </a:lnTo>
                  <a:lnTo>
                    <a:pt x="8410" y="17804"/>
                  </a:lnTo>
                  <a:lnTo>
                    <a:pt x="8410" y="17855"/>
                  </a:lnTo>
                  <a:lnTo>
                    <a:pt x="8410" y="17906"/>
                  </a:lnTo>
                  <a:lnTo>
                    <a:pt x="8436" y="17945"/>
                  </a:lnTo>
                  <a:lnTo>
                    <a:pt x="8474" y="17983"/>
                  </a:lnTo>
                  <a:lnTo>
                    <a:pt x="8628" y="18047"/>
                  </a:lnTo>
                  <a:lnTo>
                    <a:pt x="8436" y="18596"/>
                  </a:lnTo>
                  <a:lnTo>
                    <a:pt x="9088" y="19095"/>
                  </a:lnTo>
                  <a:lnTo>
                    <a:pt x="9280" y="18890"/>
                  </a:lnTo>
                  <a:lnTo>
                    <a:pt x="9395" y="18430"/>
                  </a:lnTo>
                  <a:lnTo>
                    <a:pt x="9816" y="17996"/>
                  </a:lnTo>
                  <a:lnTo>
                    <a:pt x="9535" y="18520"/>
                  </a:lnTo>
                  <a:lnTo>
                    <a:pt x="9535" y="18520"/>
                  </a:lnTo>
                  <a:lnTo>
                    <a:pt x="9970" y="18175"/>
                  </a:lnTo>
                  <a:lnTo>
                    <a:pt x="9727" y="18686"/>
                  </a:lnTo>
                  <a:lnTo>
                    <a:pt x="9727" y="18686"/>
                  </a:lnTo>
                  <a:lnTo>
                    <a:pt x="10225" y="18443"/>
                  </a:lnTo>
                  <a:lnTo>
                    <a:pt x="10225" y="18443"/>
                  </a:lnTo>
                  <a:lnTo>
                    <a:pt x="10174" y="18660"/>
                  </a:lnTo>
                  <a:lnTo>
                    <a:pt x="10161" y="18673"/>
                  </a:lnTo>
                  <a:lnTo>
                    <a:pt x="10110" y="18699"/>
                  </a:lnTo>
                  <a:lnTo>
                    <a:pt x="10085" y="18724"/>
                  </a:lnTo>
                  <a:lnTo>
                    <a:pt x="10072" y="18750"/>
                  </a:lnTo>
                  <a:lnTo>
                    <a:pt x="10072" y="18775"/>
                  </a:lnTo>
                  <a:lnTo>
                    <a:pt x="10085" y="18801"/>
                  </a:lnTo>
                  <a:lnTo>
                    <a:pt x="10161" y="19005"/>
                  </a:lnTo>
                  <a:lnTo>
                    <a:pt x="10225" y="19146"/>
                  </a:lnTo>
                  <a:lnTo>
                    <a:pt x="10737" y="19005"/>
                  </a:lnTo>
                  <a:lnTo>
                    <a:pt x="10506" y="19223"/>
                  </a:lnTo>
                  <a:lnTo>
                    <a:pt x="10583" y="19414"/>
                  </a:lnTo>
                  <a:lnTo>
                    <a:pt x="10800" y="19683"/>
                  </a:lnTo>
                  <a:lnTo>
                    <a:pt x="10622" y="20066"/>
                  </a:lnTo>
                  <a:lnTo>
                    <a:pt x="10034" y="19670"/>
                  </a:lnTo>
                  <a:lnTo>
                    <a:pt x="9343" y="19721"/>
                  </a:lnTo>
                  <a:lnTo>
                    <a:pt x="9280" y="19913"/>
                  </a:lnTo>
                  <a:lnTo>
                    <a:pt x="9867" y="20335"/>
                  </a:lnTo>
                  <a:lnTo>
                    <a:pt x="9867" y="20309"/>
                  </a:lnTo>
                  <a:lnTo>
                    <a:pt x="9867" y="20271"/>
                  </a:lnTo>
                  <a:lnTo>
                    <a:pt x="9880" y="20258"/>
                  </a:lnTo>
                  <a:lnTo>
                    <a:pt x="9906" y="20258"/>
                  </a:lnTo>
                  <a:lnTo>
                    <a:pt x="9931" y="20283"/>
                  </a:lnTo>
                  <a:lnTo>
                    <a:pt x="9982" y="20322"/>
                  </a:lnTo>
                  <a:lnTo>
                    <a:pt x="10098" y="20450"/>
                  </a:lnTo>
                  <a:lnTo>
                    <a:pt x="10213" y="20590"/>
                  </a:lnTo>
                  <a:lnTo>
                    <a:pt x="10340" y="20744"/>
                  </a:lnTo>
                  <a:lnTo>
                    <a:pt x="10775" y="20411"/>
                  </a:lnTo>
                  <a:lnTo>
                    <a:pt x="10877" y="20692"/>
                  </a:lnTo>
                  <a:lnTo>
                    <a:pt x="10762" y="20820"/>
                  </a:lnTo>
                  <a:lnTo>
                    <a:pt x="10685" y="20910"/>
                  </a:lnTo>
                  <a:lnTo>
                    <a:pt x="10647" y="20961"/>
                  </a:lnTo>
                  <a:lnTo>
                    <a:pt x="10634" y="21178"/>
                  </a:lnTo>
                  <a:lnTo>
                    <a:pt x="10647" y="21242"/>
                  </a:lnTo>
                  <a:lnTo>
                    <a:pt x="10647" y="21293"/>
                  </a:lnTo>
                  <a:lnTo>
                    <a:pt x="10660" y="21306"/>
                  </a:lnTo>
                  <a:lnTo>
                    <a:pt x="10698" y="21280"/>
                  </a:lnTo>
                  <a:lnTo>
                    <a:pt x="10839" y="21076"/>
                  </a:lnTo>
                  <a:lnTo>
                    <a:pt x="10903" y="20961"/>
                  </a:lnTo>
                  <a:lnTo>
                    <a:pt x="10992" y="22086"/>
                  </a:lnTo>
                  <a:lnTo>
                    <a:pt x="10992" y="22086"/>
                  </a:lnTo>
                  <a:lnTo>
                    <a:pt x="10941" y="22060"/>
                  </a:lnTo>
                  <a:lnTo>
                    <a:pt x="10826" y="22009"/>
                  </a:lnTo>
                  <a:lnTo>
                    <a:pt x="10711" y="22009"/>
                  </a:lnTo>
                  <a:lnTo>
                    <a:pt x="10685" y="22022"/>
                  </a:lnTo>
                  <a:lnTo>
                    <a:pt x="10673" y="22047"/>
                  </a:lnTo>
                  <a:lnTo>
                    <a:pt x="10673" y="22073"/>
                  </a:lnTo>
                  <a:lnTo>
                    <a:pt x="10660" y="22111"/>
                  </a:lnTo>
                  <a:lnTo>
                    <a:pt x="10685" y="22264"/>
                  </a:lnTo>
                  <a:lnTo>
                    <a:pt x="10711" y="22405"/>
                  </a:lnTo>
                  <a:lnTo>
                    <a:pt x="10724" y="22533"/>
                  </a:lnTo>
                  <a:lnTo>
                    <a:pt x="10404" y="22086"/>
                  </a:lnTo>
                  <a:lnTo>
                    <a:pt x="10072" y="22098"/>
                  </a:lnTo>
                  <a:lnTo>
                    <a:pt x="9995" y="22597"/>
                  </a:lnTo>
                  <a:lnTo>
                    <a:pt x="9995" y="22891"/>
                  </a:lnTo>
                  <a:lnTo>
                    <a:pt x="10634" y="22840"/>
                  </a:lnTo>
                  <a:lnTo>
                    <a:pt x="9957" y="23019"/>
                  </a:lnTo>
                  <a:lnTo>
                    <a:pt x="9893" y="23134"/>
                  </a:lnTo>
                  <a:lnTo>
                    <a:pt x="9855" y="23223"/>
                  </a:lnTo>
                  <a:lnTo>
                    <a:pt x="9842" y="23312"/>
                  </a:lnTo>
                  <a:lnTo>
                    <a:pt x="9829" y="23619"/>
                  </a:lnTo>
                  <a:lnTo>
                    <a:pt x="9804" y="23824"/>
                  </a:lnTo>
                  <a:lnTo>
                    <a:pt x="10187" y="23312"/>
                  </a:lnTo>
                  <a:lnTo>
                    <a:pt x="10187" y="23312"/>
                  </a:lnTo>
                  <a:lnTo>
                    <a:pt x="9804" y="23990"/>
                  </a:lnTo>
                  <a:lnTo>
                    <a:pt x="9906" y="24488"/>
                  </a:lnTo>
                  <a:lnTo>
                    <a:pt x="10200" y="24463"/>
                  </a:lnTo>
                  <a:lnTo>
                    <a:pt x="9855" y="25076"/>
                  </a:lnTo>
                  <a:lnTo>
                    <a:pt x="10136" y="25460"/>
                  </a:lnTo>
                  <a:lnTo>
                    <a:pt x="10302" y="25817"/>
                  </a:lnTo>
                  <a:lnTo>
                    <a:pt x="10468" y="25894"/>
                  </a:lnTo>
                  <a:lnTo>
                    <a:pt x="10813" y="26495"/>
                  </a:lnTo>
                  <a:lnTo>
                    <a:pt x="10826" y="27262"/>
                  </a:lnTo>
                  <a:lnTo>
                    <a:pt x="10903" y="27517"/>
                  </a:lnTo>
                  <a:lnTo>
                    <a:pt x="11069" y="27274"/>
                  </a:lnTo>
                  <a:lnTo>
                    <a:pt x="11184" y="27824"/>
                  </a:lnTo>
                  <a:lnTo>
                    <a:pt x="11273" y="28399"/>
                  </a:lnTo>
                  <a:lnTo>
                    <a:pt x="11772" y="28795"/>
                  </a:lnTo>
                  <a:lnTo>
                    <a:pt x="11912" y="29422"/>
                  </a:lnTo>
                  <a:lnTo>
                    <a:pt x="12270" y="29524"/>
                  </a:lnTo>
                  <a:lnTo>
                    <a:pt x="12411" y="29856"/>
                  </a:lnTo>
                  <a:lnTo>
                    <a:pt x="12603" y="30303"/>
                  </a:lnTo>
                  <a:lnTo>
                    <a:pt x="12654" y="30406"/>
                  </a:lnTo>
                  <a:lnTo>
                    <a:pt x="12718" y="30495"/>
                  </a:lnTo>
                  <a:lnTo>
                    <a:pt x="12769" y="30585"/>
                  </a:lnTo>
                  <a:lnTo>
                    <a:pt x="12960" y="30572"/>
                  </a:lnTo>
                  <a:lnTo>
                    <a:pt x="13011" y="30866"/>
                  </a:lnTo>
                  <a:lnTo>
                    <a:pt x="13561" y="30827"/>
                  </a:lnTo>
                  <a:lnTo>
                    <a:pt x="13727" y="30853"/>
                  </a:lnTo>
                  <a:lnTo>
                    <a:pt x="13868" y="30891"/>
                  </a:lnTo>
                  <a:lnTo>
                    <a:pt x="13970" y="30930"/>
                  </a:lnTo>
                  <a:lnTo>
                    <a:pt x="14251" y="31057"/>
                  </a:lnTo>
                  <a:lnTo>
                    <a:pt x="14456" y="31160"/>
                  </a:lnTo>
                  <a:lnTo>
                    <a:pt x="14430" y="31326"/>
                  </a:lnTo>
                  <a:lnTo>
                    <a:pt x="14992" y="31812"/>
                  </a:lnTo>
                  <a:lnTo>
                    <a:pt x="15171" y="31594"/>
                  </a:lnTo>
                  <a:lnTo>
                    <a:pt x="15299" y="31249"/>
                  </a:lnTo>
                  <a:lnTo>
                    <a:pt x="15146" y="30879"/>
                  </a:lnTo>
                  <a:lnTo>
                    <a:pt x="15376" y="30827"/>
                  </a:lnTo>
                  <a:lnTo>
                    <a:pt x="15389" y="30495"/>
                  </a:lnTo>
                  <a:lnTo>
                    <a:pt x="15210" y="30316"/>
                  </a:lnTo>
                  <a:lnTo>
                    <a:pt x="15440" y="30240"/>
                  </a:lnTo>
                  <a:lnTo>
                    <a:pt x="15286" y="30009"/>
                  </a:lnTo>
                  <a:lnTo>
                    <a:pt x="15491" y="29984"/>
                  </a:lnTo>
                  <a:lnTo>
                    <a:pt x="15593" y="29818"/>
                  </a:lnTo>
                  <a:lnTo>
                    <a:pt x="15555" y="29639"/>
                  </a:lnTo>
                  <a:lnTo>
                    <a:pt x="15542" y="29498"/>
                  </a:lnTo>
                  <a:lnTo>
                    <a:pt x="15542" y="29447"/>
                  </a:lnTo>
                  <a:lnTo>
                    <a:pt x="15555" y="29409"/>
                  </a:lnTo>
                  <a:lnTo>
                    <a:pt x="15568" y="29370"/>
                  </a:lnTo>
                  <a:lnTo>
                    <a:pt x="15555" y="29332"/>
                  </a:lnTo>
                  <a:lnTo>
                    <a:pt x="15529" y="29230"/>
                  </a:lnTo>
                  <a:lnTo>
                    <a:pt x="15478" y="29115"/>
                  </a:lnTo>
                  <a:lnTo>
                    <a:pt x="15210" y="28629"/>
                  </a:lnTo>
                  <a:lnTo>
                    <a:pt x="15619" y="28591"/>
                  </a:lnTo>
                  <a:lnTo>
                    <a:pt x="15747" y="28463"/>
                  </a:lnTo>
                  <a:lnTo>
                    <a:pt x="15989" y="27913"/>
                  </a:lnTo>
                  <a:lnTo>
                    <a:pt x="16194" y="27453"/>
                  </a:lnTo>
                  <a:lnTo>
                    <a:pt x="16156" y="26929"/>
                  </a:lnTo>
                  <a:lnTo>
                    <a:pt x="15874" y="27044"/>
                  </a:lnTo>
                  <a:lnTo>
                    <a:pt x="16245" y="26699"/>
                  </a:lnTo>
                  <a:lnTo>
                    <a:pt x="16143" y="26341"/>
                  </a:lnTo>
                  <a:lnTo>
                    <a:pt x="15798" y="26060"/>
                  </a:lnTo>
                  <a:lnTo>
                    <a:pt x="16181" y="25779"/>
                  </a:lnTo>
                  <a:lnTo>
                    <a:pt x="16501" y="25587"/>
                  </a:lnTo>
                  <a:lnTo>
                    <a:pt x="16334" y="25332"/>
                  </a:lnTo>
                  <a:lnTo>
                    <a:pt x="17050" y="25178"/>
                  </a:lnTo>
                  <a:lnTo>
                    <a:pt x="17306" y="24501"/>
                  </a:lnTo>
                  <a:lnTo>
                    <a:pt x="17229" y="25076"/>
                  </a:lnTo>
                  <a:lnTo>
                    <a:pt x="17459" y="25396"/>
                  </a:lnTo>
                  <a:lnTo>
                    <a:pt x="17728" y="25089"/>
                  </a:lnTo>
                  <a:lnTo>
                    <a:pt x="17945" y="24846"/>
                  </a:lnTo>
                  <a:lnTo>
                    <a:pt x="18060" y="24744"/>
                  </a:lnTo>
                  <a:lnTo>
                    <a:pt x="18149" y="24667"/>
                  </a:lnTo>
                  <a:lnTo>
                    <a:pt x="18328" y="24539"/>
                  </a:lnTo>
                  <a:lnTo>
                    <a:pt x="18482" y="24412"/>
                  </a:lnTo>
                  <a:lnTo>
                    <a:pt x="18635" y="24271"/>
                  </a:lnTo>
                  <a:lnTo>
                    <a:pt x="19070" y="23466"/>
                  </a:lnTo>
                  <a:lnTo>
                    <a:pt x="19325" y="22814"/>
                  </a:lnTo>
                  <a:lnTo>
                    <a:pt x="19594" y="22469"/>
                  </a:lnTo>
                  <a:lnTo>
                    <a:pt x="19645" y="22431"/>
                  </a:lnTo>
                  <a:lnTo>
                    <a:pt x="19696" y="22379"/>
                  </a:lnTo>
                  <a:lnTo>
                    <a:pt x="19709" y="22341"/>
                  </a:lnTo>
                  <a:lnTo>
                    <a:pt x="19696" y="22264"/>
                  </a:lnTo>
                  <a:lnTo>
                    <a:pt x="19657" y="22149"/>
                  </a:lnTo>
                  <a:lnTo>
                    <a:pt x="19594" y="21996"/>
                  </a:lnTo>
                  <a:lnTo>
                    <a:pt x="19926" y="22111"/>
                  </a:lnTo>
                  <a:lnTo>
                    <a:pt x="21319" y="21804"/>
                  </a:lnTo>
                  <a:lnTo>
                    <a:pt x="21932" y="21229"/>
                  </a:lnTo>
                  <a:lnTo>
                    <a:pt x="22686" y="20782"/>
                  </a:lnTo>
                  <a:lnTo>
                    <a:pt x="23198" y="20283"/>
                  </a:lnTo>
                  <a:lnTo>
                    <a:pt x="23441" y="19964"/>
                  </a:lnTo>
                  <a:lnTo>
                    <a:pt x="23581" y="19759"/>
                  </a:lnTo>
                  <a:lnTo>
                    <a:pt x="23632" y="19696"/>
                  </a:lnTo>
                  <a:lnTo>
                    <a:pt x="23671" y="19670"/>
                  </a:lnTo>
                  <a:lnTo>
                    <a:pt x="23760" y="19619"/>
                  </a:lnTo>
                  <a:lnTo>
                    <a:pt x="23939" y="19478"/>
                  </a:lnTo>
                  <a:lnTo>
                    <a:pt x="24169" y="19299"/>
                  </a:lnTo>
                  <a:lnTo>
                    <a:pt x="22878" y="19414"/>
                  </a:lnTo>
                  <a:lnTo>
                    <a:pt x="22508" y="19184"/>
                  </a:lnTo>
                  <a:lnTo>
                    <a:pt x="22009" y="19389"/>
                  </a:lnTo>
                  <a:lnTo>
                    <a:pt x="21843" y="19491"/>
                  </a:lnTo>
                  <a:lnTo>
                    <a:pt x="21830" y="19491"/>
                  </a:lnTo>
                  <a:lnTo>
                    <a:pt x="21868" y="19440"/>
                  </a:lnTo>
                  <a:lnTo>
                    <a:pt x="22047" y="19248"/>
                  </a:lnTo>
                  <a:lnTo>
                    <a:pt x="22354" y="18941"/>
                  </a:lnTo>
                  <a:lnTo>
                    <a:pt x="22418" y="18558"/>
                  </a:lnTo>
                  <a:lnTo>
                    <a:pt x="22354" y="18520"/>
                  </a:lnTo>
                  <a:lnTo>
                    <a:pt x="22201" y="18456"/>
                  </a:lnTo>
                  <a:lnTo>
                    <a:pt x="22124" y="18405"/>
                  </a:lnTo>
                  <a:lnTo>
                    <a:pt x="22060" y="18366"/>
                  </a:lnTo>
                  <a:lnTo>
                    <a:pt x="22022" y="18315"/>
                  </a:lnTo>
                  <a:lnTo>
                    <a:pt x="22009" y="18302"/>
                  </a:lnTo>
                  <a:lnTo>
                    <a:pt x="22009" y="18290"/>
                  </a:lnTo>
                  <a:lnTo>
                    <a:pt x="22086" y="18187"/>
                  </a:lnTo>
                  <a:lnTo>
                    <a:pt x="22188" y="18072"/>
                  </a:lnTo>
                  <a:lnTo>
                    <a:pt x="22316" y="17919"/>
                  </a:lnTo>
                  <a:lnTo>
                    <a:pt x="22162" y="17612"/>
                  </a:lnTo>
                  <a:lnTo>
                    <a:pt x="22495" y="17957"/>
                  </a:lnTo>
                  <a:lnTo>
                    <a:pt x="22840" y="18277"/>
                  </a:lnTo>
                  <a:lnTo>
                    <a:pt x="23159" y="18890"/>
                  </a:lnTo>
                  <a:lnTo>
                    <a:pt x="23147" y="18916"/>
                  </a:lnTo>
                  <a:lnTo>
                    <a:pt x="23134" y="18980"/>
                  </a:lnTo>
                  <a:lnTo>
                    <a:pt x="23134" y="19005"/>
                  </a:lnTo>
                  <a:lnTo>
                    <a:pt x="23134" y="19044"/>
                  </a:lnTo>
                  <a:lnTo>
                    <a:pt x="23147" y="19057"/>
                  </a:lnTo>
                  <a:lnTo>
                    <a:pt x="23172" y="19057"/>
                  </a:lnTo>
                  <a:lnTo>
                    <a:pt x="23913" y="18967"/>
                  </a:lnTo>
                  <a:lnTo>
                    <a:pt x="24233" y="18775"/>
                  </a:lnTo>
                  <a:lnTo>
                    <a:pt x="24118" y="18047"/>
                  </a:lnTo>
                  <a:lnTo>
                    <a:pt x="24041" y="17510"/>
                  </a:lnTo>
                  <a:lnTo>
                    <a:pt x="23760" y="17638"/>
                  </a:lnTo>
                  <a:lnTo>
                    <a:pt x="23939" y="17369"/>
                  </a:lnTo>
                  <a:lnTo>
                    <a:pt x="23849" y="17382"/>
                  </a:lnTo>
                  <a:lnTo>
                    <a:pt x="23760" y="17395"/>
                  </a:lnTo>
                  <a:lnTo>
                    <a:pt x="23671" y="17408"/>
                  </a:lnTo>
                  <a:lnTo>
                    <a:pt x="23581" y="17408"/>
                  </a:lnTo>
                  <a:lnTo>
                    <a:pt x="23607" y="17382"/>
                  </a:lnTo>
                  <a:lnTo>
                    <a:pt x="23658" y="17331"/>
                  </a:lnTo>
                  <a:lnTo>
                    <a:pt x="23696" y="17293"/>
                  </a:lnTo>
                  <a:lnTo>
                    <a:pt x="23709" y="17254"/>
                  </a:lnTo>
                  <a:lnTo>
                    <a:pt x="23696" y="17216"/>
                  </a:lnTo>
                  <a:lnTo>
                    <a:pt x="23658" y="17178"/>
                  </a:lnTo>
                  <a:lnTo>
                    <a:pt x="23581" y="17114"/>
                  </a:lnTo>
                  <a:lnTo>
                    <a:pt x="23325" y="16961"/>
                  </a:lnTo>
                  <a:lnTo>
                    <a:pt x="23083" y="16794"/>
                  </a:lnTo>
                  <a:lnTo>
                    <a:pt x="22955" y="16718"/>
                  </a:lnTo>
                  <a:lnTo>
                    <a:pt x="22814" y="16641"/>
                  </a:lnTo>
                  <a:lnTo>
                    <a:pt x="22725" y="16590"/>
                  </a:lnTo>
                  <a:lnTo>
                    <a:pt x="22686" y="16564"/>
                  </a:lnTo>
                  <a:lnTo>
                    <a:pt x="22648" y="16526"/>
                  </a:lnTo>
                  <a:lnTo>
                    <a:pt x="22623" y="16462"/>
                  </a:lnTo>
                  <a:lnTo>
                    <a:pt x="22610" y="16373"/>
                  </a:lnTo>
                  <a:lnTo>
                    <a:pt x="22610" y="16219"/>
                  </a:lnTo>
                  <a:lnTo>
                    <a:pt x="22597" y="16066"/>
                  </a:lnTo>
                  <a:lnTo>
                    <a:pt x="22584" y="16002"/>
                  </a:lnTo>
                  <a:lnTo>
                    <a:pt x="22571" y="15925"/>
                  </a:lnTo>
                  <a:lnTo>
                    <a:pt x="22546" y="15900"/>
                  </a:lnTo>
                  <a:lnTo>
                    <a:pt x="22533" y="15861"/>
                  </a:lnTo>
                  <a:lnTo>
                    <a:pt x="22533" y="15861"/>
                  </a:lnTo>
                  <a:lnTo>
                    <a:pt x="22559" y="15874"/>
                  </a:lnTo>
                  <a:lnTo>
                    <a:pt x="22584" y="15900"/>
                  </a:lnTo>
                  <a:lnTo>
                    <a:pt x="22623" y="15976"/>
                  </a:lnTo>
                  <a:lnTo>
                    <a:pt x="22674" y="16155"/>
                  </a:lnTo>
                  <a:lnTo>
                    <a:pt x="22738" y="16309"/>
                  </a:lnTo>
                  <a:lnTo>
                    <a:pt x="22776" y="16385"/>
                  </a:lnTo>
                  <a:lnTo>
                    <a:pt x="22814" y="16437"/>
                  </a:lnTo>
                  <a:lnTo>
                    <a:pt x="22865" y="16449"/>
                  </a:lnTo>
                  <a:lnTo>
                    <a:pt x="22942" y="16462"/>
                  </a:lnTo>
                  <a:lnTo>
                    <a:pt x="23006" y="16462"/>
                  </a:lnTo>
                  <a:lnTo>
                    <a:pt x="23070" y="16475"/>
                  </a:lnTo>
                  <a:lnTo>
                    <a:pt x="23198" y="16513"/>
                  </a:lnTo>
                  <a:lnTo>
                    <a:pt x="23325" y="16564"/>
                  </a:lnTo>
                  <a:lnTo>
                    <a:pt x="23453" y="16641"/>
                  </a:lnTo>
                  <a:lnTo>
                    <a:pt x="23581" y="16718"/>
                  </a:lnTo>
                  <a:lnTo>
                    <a:pt x="23658" y="16807"/>
                  </a:lnTo>
                  <a:lnTo>
                    <a:pt x="23709" y="16845"/>
                  </a:lnTo>
                  <a:lnTo>
                    <a:pt x="23747" y="16871"/>
                  </a:lnTo>
                  <a:lnTo>
                    <a:pt x="23734" y="16769"/>
                  </a:lnTo>
                  <a:lnTo>
                    <a:pt x="23734" y="16705"/>
                  </a:lnTo>
                  <a:lnTo>
                    <a:pt x="23722" y="16667"/>
                  </a:lnTo>
                  <a:lnTo>
                    <a:pt x="23709" y="16641"/>
                  </a:lnTo>
                  <a:lnTo>
                    <a:pt x="23683" y="16615"/>
                  </a:lnTo>
                  <a:lnTo>
                    <a:pt x="23619" y="16603"/>
                  </a:lnTo>
                  <a:lnTo>
                    <a:pt x="23607" y="16590"/>
                  </a:lnTo>
                  <a:lnTo>
                    <a:pt x="23581" y="16564"/>
                  </a:lnTo>
                  <a:lnTo>
                    <a:pt x="23568" y="16539"/>
                  </a:lnTo>
                  <a:lnTo>
                    <a:pt x="23568" y="16500"/>
                  </a:lnTo>
                  <a:lnTo>
                    <a:pt x="23632" y="16475"/>
                  </a:lnTo>
                  <a:lnTo>
                    <a:pt x="23683" y="16462"/>
                  </a:lnTo>
                  <a:lnTo>
                    <a:pt x="23747" y="16449"/>
                  </a:lnTo>
                  <a:lnTo>
                    <a:pt x="23773" y="16424"/>
                  </a:lnTo>
                  <a:lnTo>
                    <a:pt x="23798" y="16398"/>
                  </a:lnTo>
                  <a:lnTo>
                    <a:pt x="23786" y="16334"/>
                  </a:lnTo>
                  <a:lnTo>
                    <a:pt x="23773" y="16283"/>
                  </a:lnTo>
                  <a:lnTo>
                    <a:pt x="23734" y="16245"/>
                  </a:lnTo>
                  <a:lnTo>
                    <a:pt x="23696" y="16206"/>
                  </a:lnTo>
                  <a:lnTo>
                    <a:pt x="23722" y="16168"/>
                  </a:lnTo>
                  <a:lnTo>
                    <a:pt x="23747" y="16143"/>
                  </a:lnTo>
                  <a:lnTo>
                    <a:pt x="23773" y="16117"/>
                  </a:lnTo>
                  <a:lnTo>
                    <a:pt x="23798" y="16079"/>
                  </a:lnTo>
                  <a:lnTo>
                    <a:pt x="23798" y="16015"/>
                  </a:lnTo>
                  <a:lnTo>
                    <a:pt x="23798" y="15951"/>
                  </a:lnTo>
                  <a:lnTo>
                    <a:pt x="23786" y="15836"/>
                  </a:lnTo>
                  <a:lnTo>
                    <a:pt x="23760" y="15734"/>
                  </a:lnTo>
                  <a:lnTo>
                    <a:pt x="23747" y="15708"/>
                  </a:lnTo>
                  <a:lnTo>
                    <a:pt x="23709" y="15695"/>
                  </a:lnTo>
                  <a:lnTo>
                    <a:pt x="23619" y="15670"/>
                  </a:lnTo>
                  <a:lnTo>
                    <a:pt x="23530" y="15644"/>
                  </a:lnTo>
                  <a:lnTo>
                    <a:pt x="23441" y="15593"/>
                  </a:lnTo>
                  <a:lnTo>
                    <a:pt x="23364" y="15529"/>
                  </a:lnTo>
                  <a:lnTo>
                    <a:pt x="23313" y="15478"/>
                  </a:lnTo>
                  <a:lnTo>
                    <a:pt x="23262" y="15440"/>
                  </a:lnTo>
                  <a:lnTo>
                    <a:pt x="23159" y="15388"/>
                  </a:lnTo>
                  <a:lnTo>
                    <a:pt x="23057" y="15350"/>
                  </a:lnTo>
                  <a:lnTo>
                    <a:pt x="22942" y="15325"/>
                  </a:lnTo>
                  <a:lnTo>
                    <a:pt x="22878" y="15299"/>
                  </a:lnTo>
                  <a:lnTo>
                    <a:pt x="22801" y="15261"/>
                  </a:lnTo>
                  <a:lnTo>
                    <a:pt x="22738" y="15222"/>
                  </a:lnTo>
                  <a:lnTo>
                    <a:pt x="22661" y="15197"/>
                  </a:lnTo>
                  <a:lnTo>
                    <a:pt x="22559" y="15184"/>
                  </a:lnTo>
                  <a:lnTo>
                    <a:pt x="22469" y="15184"/>
                  </a:lnTo>
                  <a:lnTo>
                    <a:pt x="22354" y="15210"/>
                  </a:lnTo>
                  <a:lnTo>
                    <a:pt x="22252" y="15248"/>
                  </a:lnTo>
                  <a:lnTo>
                    <a:pt x="22150" y="15312"/>
                  </a:lnTo>
                  <a:lnTo>
                    <a:pt x="22060" y="15388"/>
                  </a:lnTo>
                  <a:lnTo>
                    <a:pt x="22086" y="15337"/>
                  </a:lnTo>
                  <a:lnTo>
                    <a:pt x="22124" y="15286"/>
                  </a:lnTo>
                  <a:lnTo>
                    <a:pt x="22201" y="15210"/>
                  </a:lnTo>
                  <a:lnTo>
                    <a:pt x="22290" y="15146"/>
                  </a:lnTo>
                  <a:lnTo>
                    <a:pt x="22380" y="15095"/>
                  </a:lnTo>
                  <a:lnTo>
                    <a:pt x="22469" y="15031"/>
                  </a:lnTo>
                  <a:lnTo>
                    <a:pt x="22508" y="14992"/>
                  </a:lnTo>
                  <a:lnTo>
                    <a:pt x="22533" y="14954"/>
                  </a:lnTo>
                  <a:lnTo>
                    <a:pt x="22559" y="14903"/>
                  </a:lnTo>
                  <a:lnTo>
                    <a:pt x="22584" y="14839"/>
                  </a:lnTo>
                  <a:lnTo>
                    <a:pt x="22597" y="14762"/>
                  </a:lnTo>
                  <a:lnTo>
                    <a:pt x="22597" y="14686"/>
                  </a:lnTo>
                  <a:lnTo>
                    <a:pt x="22699" y="14903"/>
                  </a:lnTo>
                  <a:lnTo>
                    <a:pt x="22750" y="15018"/>
                  </a:lnTo>
                  <a:lnTo>
                    <a:pt x="22789" y="15069"/>
                  </a:lnTo>
                  <a:lnTo>
                    <a:pt x="22827" y="15095"/>
                  </a:lnTo>
                  <a:lnTo>
                    <a:pt x="22853" y="15107"/>
                  </a:lnTo>
                  <a:lnTo>
                    <a:pt x="22878" y="15120"/>
                  </a:lnTo>
                  <a:lnTo>
                    <a:pt x="22942" y="15120"/>
                  </a:lnTo>
                  <a:lnTo>
                    <a:pt x="23070" y="15158"/>
                  </a:lnTo>
                  <a:lnTo>
                    <a:pt x="23185" y="15197"/>
                  </a:lnTo>
                  <a:lnTo>
                    <a:pt x="23325" y="15248"/>
                  </a:lnTo>
                  <a:lnTo>
                    <a:pt x="23466" y="15312"/>
                  </a:lnTo>
                  <a:lnTo>
                    <a:pt x="23556" y="15363"/>
                  </a:lnTo>
                  <a:lnTo>
                    <a:pt x="23607" y="15388"/>
                  </a:lnTo>
                  <a:lnTo>
                    <a:pt x="23645" y="15376"/>
                  </a:lnTo>
                  <a:lnTo>
                    <a:pt x="23683" y="15350"/>
                  </a:lnTo>
                  <a:lnTo>
                    <a:pt x="23709" y="15312"/>
                  </a:lnTo>
                  <a:lnTo>
                    <a:pt x="23760" y="15210"/>
                  </a:lnTo>
                  <a:lnTo>
                    <a:pt x="23798" y="15107"/>
                  </a:lnTo>
                  <a:lnTo>
                    <a:pt x="23824" y="15069"/>
                  </a:lnTo>
                  <a:lnTo>
                    <a:pt x="23849" y="15031"/>
                  </a:lnTo>
                  <a:lnTo>
                    <a:pt x="23875" y="15005"/>
                  </a:lnTo>
                  <a:lnTo>
                    <a:pt x="23913" y="14992"/>
                  </a:lnTo>
                  <a:lnTo>
                    <a:pt x="23977" y="14980"/>
                  </a:lnTo>
                  <a:lnTo>
                    <a:pt x="24041" y="14992"/>
                  </a:lnTo>
                  <a:lnTo>
                    <a:pt x="24105" y="15018"/>
                  </a:lnTo>
                  <a:lnTo>
                    <a:pt x="24182" y="15043"/>
                  </a:lnTo>
                  <a:lnTo>
                    <a:pt x="24271" y="15056"/>
                  </a:lnTo>
                  <a:lnTo>
                    <a:pt x="24361" y="15056"/>
                  </a:lnTo>
                  <a:lnTo>
                    <a:pt x="24399" y="15031"/>
                  </a:lnTo>
                  <a:lnTo>
                    <a:pt x="24425" y="15005"/>
                  </a:lnTo>
                  <a:lnTo>
                    <a:pt x="24437" y="14980"/>
                  </a:lnTo>
                  <a:lnTo>
                    <a:pt x="24437" y="14941"/>
                  </a:lnTo>
                  <a:lnTo>
                    <a:pt x="24437" y="14864"/>
                  </a:lnTo>
                  <a:lnTo>
                    <a:pt x="24437" y="14775"/>
                  </a:lnTo>
                  <a:lnTo>
                    <a:pt x="24425" y="14698"/>
                  </a:lnTo>
                  <a:lnTo>
                    <a:pt x="24450" y="14622"/>
                  </a:lnTo>
                  <a:lnTo>
                    <a:pt x="24476" y="14545"/>
                  </a:lnTo>
                  <a:lnTo>
                    <a:pt x="24501" y="14468"/>
                  </a:lnTo>
                  <a:lnTo>
                    <a:pt x="24501" y="14379"/>
                  </a:lnTo>
                  <a:lnTo>
                    <a:pt x="24476" y="14353"/>
                  </a:lnTo>
                  <a:lnTo>
                    <a:pt x="24437" y="14340"/>
                  </a:lnTo>
                  <a:lnTo>
                    <a:pt x="24361" y="14328"/>
                  </a:lnTo>
                  <a:lnTo>
                    <a:pt x="24143" y="14328"/>
                  </a:lnTo>
                  <a:lnTo>
                    <a:pt x="24080" y="14315"/>
                  </a:lnTo>
                  <a:lnTo>
                    <a:pt x="23965" y="14277"/>
                  </a:lnTo>
                  <a:lnTo>
                    <a:pt x="23888" y="14264"/>
                  </a:lnTo>
                  <a:lnTo>
                    <a:pt x="23811" y="14251"/>
                  </a:lnTo>
                  <a:lnTo>
                    <a:pt x="23709" y="14251"/>
                  </a:lnTo>
                  <a:lnTo>
                    <a:pt x="23671" y="14264"/>
                  </a:lnTo>
                  <a:lnTo>
                    <a:pt x="23632" y="14289"/>
                  </a:lnTo>
                  <a:lnTo>
                    <a:pt x="23568" y="14328"/>
                  </a:lnTo>
                  <a:lnTo>
                    <a:pt x="23594" y="14264"/>
                  </a:lnTo>
                  <a:lnTo>
                    <a:pt x="23645" y="14225"/>
                  </a:lnTo>
                  <a:lnTo>
                    <a:pt x="23683" y="14200"/>
                  </a:lnTo>
                  <a:lnTo>
                    <a:pt x="23747" y="14174"/>
                  </a:lnTo>
                  <a:lnTo>
                    <a:pt x="23862" y="14162"/>
                  </a:lnTo>
                  <a:lnTo>
                    <a:pt x="23965" y="14174"/>
                  </a:lnTo>
                  <a:lnTo>
                    <a:pt x="24233" y="14174"/>
                  </a:lnTo>
                  <a:lnTo>
                    <a:pt x="24297" y="14149"/>
                  </a:lnTo>
                  <a:lnTo>
                    <a:pt x="24348" y="14110"/>
                  </a:lnTo>
                  <a:lnTo>
                    <a:pt x="24399" y="14059"/>
                  </a:lnTo>
                  <a:lnTo>
                    <a:pt x="24437" y="13983"/>
                  </a:lnTo>
                  <a:lnTo>
                    <a:pt x="24463" y="13919"/>
                  </a:lnTo>
                  <a:lnTo>
                    <a:pt x="24476" y="13906"/>
                  </a:lnTo>
                  <a:lnTo>
                    <a:pt x="24489" y="13919"/>
                  </a:lnTo>
                  <a:lnTo>
                    <a:pt x="24527" y="13944"/>
                  </a:lnTo>
                  <a:lnTo>
                    <a:pt x="24578" y="13970"/>
                  </a:lnTo>
                  <a:lnTo>
                    <a:pt x="24616" y="13983"/>
                  </a:lnTo>
                  <a:lnTo>
                    <a:pt x="24642" y="13983"/>
                  </a:lnTo>
                  <a:lnTo>
                    <a:pt x="24706" y="13970"/>
                  </a:lnTo>
                  <a:lnTo>
                    <a:pt x="24757" y="13957"/>
                  </a:lnTo>
                  <a:lnTo>
                    <a:pt x="24795" y="13919"/>
                  </a:lnTo>
                  <a:lnTo>
                    <a:pt x="24834" y="13868"/>
                  </a:lnTo>
                  <a:lnTo>
                    <a:pt x="24872" y="13804"/>
                  </a:lnTo>
                  <a:lnTo>
                    <a:pt x="24949" y="13650"/>
                  </a:lnTo>
                  <a:lnTo>
                    <a:pt x="24974" y="13561"/>
                  </a:lnTo>
                  <a:lnTo>
                    <a:pt x="25000" y="13471"/>
                  </a:lnTo>
                  <a:lnTo>
                    <a:pt x="24961" y="13459"/>
                  </a:lnTo>
                  <a:lnTo>
                    <a:pt x="24949" y="13446"/>
                  </a:lnTo>
                  <a:lnTo>
                    <a:pt x="24936" y="13420"/>
                  </a:lnTo>
                  <a:lnTo>
                    <a:pt x="25025" y="13344"/>
                  </a:lnTo>
                  <a:lnTo>
                    <a:pt x="25089" y="13305"/>
                  </a:lnTo>
                  <a:lnTo>
                    <a:pt x="25115" y="13267"/>
                  </a:lnTo>
                  <a:lnTo>
                    <a:pt x="25076" y="13229"/>
                  </a:lnTo>
                  <a:lnTo>
                    <a:pt x="25038" y="13216"/>
                  </a:lnTo>
                  <a:lnTo>
                    <a:pt x="24987" y="13203"/>
                  </a:lnTo>
                  <a:lnTo>
                    <a:pt x="24936" y="13203"/>
                  </a:lnTo>
                  <a:lnTo>
                    <a:pt x="24834" y="13229"/>
                  </a:lnTo>
                  <a:lnTo>
                    <a:pt x="24719" y="13254"/>
                  </a:lnTo>
                  <a:lnTo>
                    <a:pt x="24616" y="13267"/>
                  </a:lnTo>
                  <a:lnTo>
                    <a:pt x="24565" y="13254"/>
                  </a:lnTo>
                  <a:lnTo>
                    <a:pt x="24514" y="13241"/>
                  </a:lnTo>
                  <a:lnTo>
                    <a:pt x="24476" y="13229"/>
                  </a:lnTo>
                  <a:lnTo>
                    <a:pt x="24450" y="13190"/>
                  </a:lnTo>
                  <a:lnTo>
                    <a:pt x="24425" y="13139"/>
                  </a:lnTo>
                  <a:lnTo>
                    <a:pt x="24399" y="13075"/>
                  </a:lnTo>
                  <a:lnTo>
                    <a:pt x="24399" y="12999"/>
                  </a:lnTo>
                  <a:lnTo>
                    <a:pt x="24399" y="12935"/>
                  </a:lnTo>
                  <a:lnTo>
                    <a:pt x="24386" y="12884"/>
                  </a:lnTo>
                  <a:lnTo>
                    <a:pt x="24361" y="12832"/>
                  </a:lnTo>
                  <a:lnTo>
                    <a:pt x="24322" y="12807"/>
                  </a:lnTo>
                  <a:lnTo>
                    <a:pt x="24271" y="12781"/>
                  </a:lnTo>
                  <a:lnTo>
                    <a:pt x="24182" y="12756"/>
                  </a:lnTo>
                  <a:lnTo>
                    <a:pt x="24092" y="12730"/>
                  </a:lnTo>
                  <a:lnTo>
                    <a:pt x="24041" y="12705"/>
                  </a:lnTo>
                  <a:lnTo>
                    <a:pt x="23977" y="12653"/>
                  </a:lnTo>
                  <a:lnTo>
                    <a:pt x="23939" y="12628"/>
                  </a:lnTo>
                  <a:lnTo>
                    <a:pt x="23926" y="12590"/>
                  </a:lnTo>
                  <a:lnTo>
                    <a:pt x="23913" y="12551"/>
                  </a:lnTo>
                  <a:lnTo>
                    <a:pt x="23901" y="12500"/>
                  </a:lnTo>
                  <a:lnTo>
                    <a:pt x="23939" y="12487"/>
                  </a:lnTo>
                  <a:lnTo>
                    <a:pt x="23977" y="12500"/>
                  </a:lnTo>
                  <a:lnTo>
                    <a:pt x="24080" y="12577"/>
                  </a:lnTo>
                  <a:lnTo>
                    <a:pt x="24182" y="12666"/>
                  </a:lnTo>
                  <a:lnTo>
                    <a:pt x="24233" y="12705"/>
                  </a:lnTo>
                  <a:lnTo>
                    <a:pt x="24271" y="12730"/>
                  </a:lnTo>
                  <a:lnTo>
                    <a:pt x="24437" y="12794"/>
                  </a:lnTo>
                  <a:lnTo>
                    <a:pt x="24527" y="12820"/>
                  </a:lnTo>
                  <a:lnTo>
                    <a:pt x="24604" y="12832"/>
                  </a:lnTo>
                  <a:lnTo>
                    <a:pt x="24642" y="12832"/>
                  </a:lnTo>
                  <a:lnTo>
                    <a:pt x="24667" y="12820"/>
                  </a:lnTo>
                  <a:lnTo>
                    <a:pt x="24680" y="12794"/>
                  </a:lnTo>
                  <a:lnTo>
                    <a:pt x="24680" y="12730"/>
                  </a:lnTo>
                  <a:lnTo>
                    <a:pt x="24655" y="12385"/>
                  </a:lnTo>
                  <a:lnTo>
                    <a:pt x="24642" y="12232"/>
                  </a:lnTo>
                  <a:lnTo>
                    <a:pt x="24629" y="12091"/>
                  </a:lnTo>
                  <a:lnTo>
                    <a:pt x="24616" y="12027"/>
                  </a:lnTo>
                  <a:lnTo>
                    <a:pt x="24591" y="11976"/>
                  </a:lnTo>
                  <a:lnTo>
                    <a:pt x="24565" y="11925"/>
                  </a:lnTo>
                  <a:lnTo>
                    <a:pt x="24527" y="11887"/>
                  </a:lnTo>
                  <a:lnTo>
                    <a:pt x="24450" y="11823"/>
                  </a:lnTo>
                  <a:lnTo>
                    <a:pt x="24373" y="11759"/>
                  </a:lnTo>
                  <a:lnTo>
                    <a:pt x="24335" y="11720"/>
                  </a:lnTo>
                  <a:lnTo>
                    <a:pt x="24310" y="11669"/>
                  </a:lnTo>
                  <a:lnTo>
                    <a:pt x="24284" y="11605"/>
                  </a:lnTo>
                  <a:lnTo>
                    <a:pt x="24284" y="11554"/>
                  </a:lnTo>
                  <a:lnTo>
                    <a:pt x="24297" y="11529"/>
                  </a:lnTo>
                  <a:lnTo>
                    <a:pt x="24310" y="11503"/>
                  </a:lnTo>
                  <a:lnTo>
                    <a:pt x="24373" y="11465"/>
                  </a:lnTo>
                  <a:lnTo>
                    <a:pt x="24476" y="11427"/>
                  </a:lnTo>
                  <a:lnTo>
                    <a:pt x="24463" y="11363"/>
                  </a:lnTo>
                  <a:lnTo>
                    <a:pt x="24425" y="11299"/>
                  </a:lnTo>
                  <a:lnTo>
                    <a:pt x="24348" y="11184"/>
                  </a:lnTo>
                  <a:lnTo>
                    <a:pt x="24310" y="11133"/>
                  </a:lnTo>
                  <a:lnTo>
                    <a:pt x="24271" y="11107"/>
                  </a:lnTo>
                  <a:lnTo>
                    <a:pt x="24182" y="11107"/>
                  </a:lnTo>
                  <a:lnTo>
                    <a:pt x="24054" y="11120"/>
                  </a:lnTo>
                  <a:lnTo>
                    <a:pt x="23926" y="11133"/>
                  </a:lnTo>
                  <a:lnTo>
                    <a:pt x="23901" y="11120"/>
                  </a:lnTo>
                  <a:lnTo>
                    <a:pt x="23875" y="11107"/>
                  </a:lnTo>
                  <a:lnTo>
                    <a:pt x="23824" y="11069"/>
                  </a:lnTo>
                  <a:lnTo>
                    <a:pt x="23786" y="11030"/>
                  </a:lnTo>
                  <a:lnTo>
                    <a:pt x="23734" y="10992"/>
                  </a:lnTo>
                  <a:lnTo>
                    <a:pt x="23696" y="10992"/>
                  </a:lnTo>
                  <a:lnTo>
                    <a:pt x="23658" y="11018"/>
                  </a:lnTo>
                  <a:lnTo>
                    <a:pt x="23581" y="11081"/>
                  </a:lnTo>
                  <a:lnTo>
                    <a:pt x="23543" y="11107"/>
                  </a:lnTo>
                  <a:lnTo>
                    <a:pt x="23517" y="11107"/>
                  </a:lnTo>
                  <a:lnTo>
                    <a:pt x="23492" y="11081"/>
                  </a:lnTo>
                  <a:lnTo>
                    <a:pt x="23479" y="11056"/>
                  </a:lnTo>
                  <a:lnTo>
                    <a:pt x="23466" y="10954"/>
                  </a:lnTo>
                  <a:lnTo>
                    <a:pt x="23428" y="10851"/>
                  </a:lnTo>
                  <a:lnTo>
                    <a:pt x="23402" y="10800"/>
                  </a:lnTo>
                  <a:lnTo>
                    <a:pt x="23364" y="10749"/>
                  </a:lnTo>
                  <a:lnTo>
                    <a:pt x="23325" y="10711"/>
                  </a:lnTo>
                  <a:lnTo>
                    <a:pt x="23287" y="10685"/>
                  </a:lnTo>
                  <a:lnTo>
                    <a:pt x="23262" y="10698"/>
                  </a:lnTo>
                  <a:lnTo>
                    <a:pt x="23236" y="10711"/>
                  </a:lnTo>
                  <a:lnTo>
                    <a:pt x="23210" y="10724"/>
                  </a:lnTo>
                  <a:lnTo>
                    <a:pt x="23185" y="10736"/>
                  </a:lnTo>
                  <a:lnTo>
                    <a:pt x="23172" y="10647"/>
                  </a:lnTo>
                  <a:lnTo>
                    <a:pt x="23198" y="10532"/>
                  </a:lnTo>
                  <a:lnTo>
                    <a:pt x="23210" y="10494"/>
                  </a:lnTo>
                  <a:lnTo>
                    <a:pt x="23236" y="10455"/>
                  </a:lnTo>
                  <a:lnTo>
                    <a:pt x="23262" y="10442"/>
                  </a:lnTo>
                  <a:lnTo>
                    <a:pt x="23287" y="10455"/>
                  </a:lnTo>
                  <a:lnTo>
                    <a:pt x="23325" y="10481"/>
                  </a:lnTo>
                  <a:lnTo>
                    <a:pt x="23364" y="10519"/>
                  </a:lnTo>
                  <a:lnTo>
                    <a:pt x="23389" y="10557"/>
                  </a:lnTo>
                  <a:lnTo>
                    <a:pt x="23441" y="10583"/>
                  </a:lnTo>
                  <a:lnTo>
                    <a:pt x="23479" y="10583"/>
                  </a:lnTo>
                  <a:lnTo>
                    <a:pt x="23517" y="10570"/>
                  </a:lnTo>
                  <a:lnTo>
                    <a:pt x="23581" y="10494"/>
                  </a:lnTo>
                  <a:lnTo>
                    <a:pt x="23671" y="10379"/>
                  </a:lnTo>
                  <a:lnTo>
                    <a:pt x="23760" y="10263"/>
                  </a:lnTo>
                  <a:lnTo>
                    <a:pt x="23811" y="10212"/>
                  </a:lnTo>
                  <a:lnTo>
                    <a:pt x="23862" y="10174"/>
                  </a:lnTo>
                  <a:lnTo>
                    <a:pt x="23926" y="10148"/>
                  </a:lnTo>
                  <a:lnTo>
                    <a:pt x="23990" y="10148"/>
                  </a:lnTo>
                  <a:lnTo>
                    <a:pt x="24105" y="10174"/>
                  </a:lnTo>
                  <a:lnTo>
                    <a:pt x="24220" y="10225"/>
                  </a:lnTo>
                  <a:lnTo>
                    <a:pt x="24335" y="10276"/>
                  </a:lnTo>
                  <a:lnTo>
                    <a:pt x="24463" y="10302"/>
                  </a:lnTo>
                  <a:lnTo>
                    <a:pt x="24629" y="10302"/>
                  </a:lnTo>
                  <a:lnTo>
                    <a:pt x="24591" y="10455"/>
                  </a:lnTo>
                  <a:lnTo>
                    <a:pt x="24565" y="10545"/>
                  </a:lnTo>
                  <a:lnTo>
                    <a:pt x="24565" y="10621"/>
                  </a:lnTo>
                  <a:lnTo>
                    <a:pt x="24578" y="10698"/>
                  </a:lnTo>
                  <a:lnTo>
                    <a:pt x="24604" y="10762"/>
                  </a:lnTo>
                  <a:lnTo>
                    <a:pt x="24910" y="11567"/>
                  </a:lnTo>
                  <a:lnTo>
                    <a:pt x="24936" y="11567"/>
                  </a:lnTo>
                  <a:lnTo>
                    <a:pt x="24974" y="11554"/>
                  </a:lnTo>
                  <a:lnTo>
                    <a:pt x="24974" y="11490"/>
                  </a:lnTo>
                  <a:lnTo>
                    <a:pt x="24987" y="11363"/>
                  </a:lnTo>
                  <a:lnTo>
                    <a:pt x="24987" y="11184"/>
                  </a:lnTo>
                  <a:lnTo>
                    <a:pt x="24859" y="10596"/>
                  </a:lnTo>
                  <a:lnTo>
                    <a:pt x="24846" y="10366"/>
                  </a:lnTo>
                  <a:lnTo>
                    <a:pt x="25000" y="10238"/>
                  </a:lnTo>
                  <a:lnTo>
                    <a:pt x="24910" y="9688"/>
                  </a:lnTo>
                  <a:lnTo>
                    <a:pt x="24910" y="9624"/>
                  </a:lnTo>
                  <a:lnTo>
                    <a:pt x="24910" y="9586"/>
                  </a:lnTo>
                  <a:lnTo>
                    <a:pt x="24910" y="9573"/>
                  </a:lnTo>
                  <a:lnTo>
                    <a:pt x="24898" y="9573"/>
                  </a:lnTo>
                  <a:lnTo>
                    <a:pt x="24744" y="9548"/>
                  </a:lnTo>
                  <a:lnTo>
                    <a:pt x="24616" y="9522"/>
                  </a:lnTo>
                  <a:lnTo>
                    <a:pt x="24578" y="9663"/>
                  </a:lnTo>
                  <a:lnTo>
                    <a:pt x="24501" y="9650"/>
                  </a:lnTo>
                  <a:lnTo>
                    <a:pt x="24437" y="9624"/>
                  </a:lnTo>
                  <a:lnTo>
                    <a:pt x="24386" y="9599"/>
                  </a:lnTo>
                  <a:lnTo>
                    <a:pt x="24310" y="9548"/>
                  </a:lnTo>
                  <a:lnTo>
                    <a:pt x="24195" y="9497"/>
                  </a:lnTo>
                  <a:lnTo>
                    <a:pt x="24041" y="9420"/>
                  </a:lnTo>
                  <a:lnTo>
                    <a:pt x="23837" y="9215"/>
                  </a:lnTo>
                  <a:lnTo>
                    <a:pt x="24054" y="9075"/>
                  </a:lnTo>
                  <a:lnTo>
                    <a:pt x="24220" y="9139"/>
                  </a:lnTo>
                  <a:lnTo>
                    <a:pt x="24335" y="9177"/>
                  </a:lnTo>
                  <a:lnTo>
                    <a:pt x="24399" y="9215"/>
                  </a:lnTo>
                  <a:lnTo>
                    <a:pt x="24450" y="9279"/>
                  </a:lnTo>
                  <a:lnTo>
                    <a:pt x="24489" y="9318"/>
                  </a:lnTo>
                  <a:lnTo>
                    <a:pt x="24514" y="9331"/>
                  </a:lnTo>
                  <a:lnTo>
                    <a:pt x="24591" y="9241"/>
                  </a:lnTo>
                  <a:lnTo>
                    <a:pt x="24578" y="9100"/>
                  </a:lnTo>
                  <a:lnTo>
                    <a:pt x="24565" y="8998"/>
                  </a:lnTo>
                  <a:lnTo>
                    <a:pt x="24552" y="8960"/>
                  </a:lnTo>
                  <a:lnTo>
                    <a:pt x="24476" y="8922"/>
                  </a:lnTo>
                  <a:lnTo>
                    <a:pt x="24425" y="8883"/>
                  </a:lnTo>
                  <a:lnTo>
                    <a:pt x="24399" y="8858"/>
                  </a:lnTo>
                  <a:lnTo>
                    <a:pt x="24425" y="8819"/>
                  </a:lnTo>
                  <a:lnTo>
                    <a:pt x="24489" y="8730"/>
                  </a:lnTo>
                  <a:lnTo>
                    <a:pt x="24578" y="8628"/>
                  </a:lnTo>
                  <a:lnTo>
                    <a:pt x="24604" y="8525"/>
                  </a:lnTo>
                  <a:lnTo>
                    <a:pt x="24616" y="8449"/>
                  </a:lnTo>
                  <a:lnTo>
                    <a:pt x="24616" y="8410"/>
                  </a:lnTo>
                  <a:lnTo>
                    <a:pt x="24565" y="8346"/>
                  </a:lnTo>
                  <a:lnTo>
                    <a:pt x="24514" y="8295"/>
                  </a:lnTo>
                  <a:lnTo>
                    <a:pt x="24565" y="7886"/>
                  </a:lnTo>
                  <a:lnTo>
                    <a:pt x="24463" y="7886"/>
                  </a:lnTo>
                  <a:lnTo>
                    <a:pt x="24437" y="7899"/>
                  </a:lnTo>
                  <a:lnTo>
                    <a:pt x="24348" y="8027"/>
                  </a:lnTo>
                  <a:lnTo>
                    <a:pt x="24297" y="8116"/>
                  </a:lnTo>
                  <a:lnTo>
                    <a:pt x="24271" y="8180"/>
                  </a:lnTo>
                  <a:lnTo>
                    <a:pt x="24310" y="8295"/>
                  </a:lnTo>
                  <a:lnTo>
                    <a:pt x="24335" y="8385"/>
                  </a:lnTo>
                  <a:lnTo>
                    <a:pt x="24476" y="8282"/>
                  </a:lnTo>
                  <a:lnTo>
                    <a:pt x="24335" y="8423"/>
                  </a:lnTo>
                  <a:lnTo>
                    <a:pt x="24412" y="8551"/>
                  </a:lnTo>
                  <a:lnTo>
                    <a:pt x="24373" y="8666"/>
                  </a:lnTo>
                  <a:lnTo>
                    <a:pt x="24220" y="8653"/>
                  </a:lnTo>
                  <a:lnTo>
                    <a:pt x="24092" y="8538"/>
                  </a:lnTo>
                  <a:lnTo>
                    <a:pt x="23862" y="8602"/>
                  </a:lnTo>
                  <a:lnTo>
                    <a:pt x="24131" y="8781"/>
                  </a:lnTo>
                  <a:lnTo>
                    <a:pt x="23811" y="8615"/>
                  </a:lnTo>
                  <a:lnTo>
                    <a:pt x="23645" y="8640"/>
                  </a:lnTo>
                  <a:lnTo>
                    <a:pt x="23543" y="8870"/>
                  </a:lnTo>
                  <a:lnTo>
                    <a:pt x="23530" y="9203"/>
                  </a:lnTo>
                  <a:lnTo>
                    <a:pt x="23377" y="8985"/>
                  </a:lnTo>
                  <a:lnTo>
                    <a:pt x="23402" y="8794"/>
                  </a:lnTo>
                  <a:lnTo>
                    <a:pt x="23441" y="8602"/>
                  </a:lnTo>
                  <a:lnTo>
                    <a:pt x="23504" y="8436"/>
                  </a:lnTo>
                  <a:lnTo>
                    <a:pt x="23530" y="8334"/>
                  </a:lnTo>
                  <a:lnTo>
                    <a:pt x="23543" y="8231"/>
                  </a:lnTo>
                  <a:lnTo>
                    <a:pt x="23517" y="8052"/>
                  </a:lnTo>
                  <a:lnTo>
                    <a:pt x="23504" y="7937"/>
                  </a:lnTo>
                  <a:lnTo>
                    <a:pt x="23504" y="7899"/>
                  </a:lnTo>
                  <a:lnTo>
                    <a:pt x="23517" y="7848"/>
                  </a:lnTo>
                  <a:lnTo>
                    <a:pt x="23568" y="7746"/>
                  </a:lnTo>
                  <a:lnTo>
                    <a:pt x="23645" y="7592"/>
                  </a:lnTo>
                  <a:lnTo>
                    <a:pt x="23747" y="7413"/>
                  </a:lnTo>
                  <a:lnTo>
                    <a:pt x="23837" y="7401"/>
                  </a:lnTo>
                  <a:lnTo>
                    <a:pt x="23977" y="7388"/>
                  </a:lnTo>
                  <a:lnTo>
                    <a:pt x="23990" y="7388"/>
                  </a:lnTo>
                  <a:lnTo>
                    <a:pt x="23990" y="7375"/>
                  </a:lnTo>
                  <a:lnTo>
                    <a:pt x="24003" y="7324"/>
                  </a:lnTo>
                  <a:lnTo>
                    <a:pt x="24016" y="7183"/>
                  </a:lnTo>
                  <a:lnTo>
                    <a:pt x="24016" y="7043"/>
                  </a:lnTo>
                  <a:lnTo>
                    <a:pt x="24016" y="6992"/>
                  </a:lnTo>
                  <a:lnTo>
                    <a:pt x="24028" y="6979"/>
                  </a:lnTo>
                  <a:lnTo>
                    <a:pt x="24182" y="6902"/>
                  </a:lnTo>
                  <a:lnTo>
                    <a:pt x="24284" y="6851"/>
                  </a:lnTo>
                  <a:lnTo>
                    <a:pt x="24348" y="6826"/>
                  </a:lnTo>
                  <a:lnTo>
                    <a:pt x="24373" y="6813"/>
                  </a:lnTo>
                  <a:lnTo>
                    <a:pt x="24373" y="6800"/>
                  </a:lnTo>
                  <a:lnTo>
                    <a:pt x="24386" y="6774"/>
                  </a:lnTo>
                  <a:lnTo>
                    <a:pt x="24386" y="6736"/>
                  </a:lnTo>
                  <a:lnTo>
                    <a:pt x="24373" y="6723"/>
                  </a:lnTo>
                  <a:lnTo>
                    <a:pt x="24284" y="6595"/>
                  </a:lnTo>
                  <a:lnTo>
                    <a:pt x="24233" y="6519"/>
                  </a:lnTo>
                  <a:lnTo>
                    <a:pt x="24207" y="6468"/>
                  </a:lnTo>
                  <a:lnTo>
                    <a:pt x="24246" y="6046"/>
                  </a:lnTo>
                  <a:lnTo>
                    <a:pt x="24233" y="5880"/>
                  </a:lnTo>
                  <a:lnTo>
                    <a:pt x="24233" y="5880"/>
                  </a:lnTo>
                  <a:lnTo>
                    <a:pt x="24655" y="5969"/>
                  </a:lnTo>
                  <a:lnTo>
                    <a:pt x="24795" y="5880"/>
                  </a:lnTo>
                  <a:lnTo>
                    <a:pt x="24898" y="5816"/>
                  </a:lnTo>
                  <a:lnTo>
                    <a:pt x="24949" y="5765"/>
                  </a:lnTo>
                  <a:lnTo>
                    <a:pt x="25013" y="5586"/>
                  </a:lnTo>
                  <a:lnTo>
                    <a:pt x="25076" y="5432"/>
                  </a:lnTo>
                  <a:lnTo>
                    <a:pt x="24655" y="5292"/>
                  </a:lnTo>
                  <a:lnTo>
                    <a:pt x="24284" y="5522"/>
                  </a:lnTo>
                  <a:lnTo>
                    <a:pt x="24131" y="5714"/>
                  </a:lnTo>
                  <a:lnTo>
                    <a:pt x="24207" y="5841"/>
                  </a:lnTo>
                  <a:lnTo>
                    <a:pt x="24092" y="5867"/>
                  </a:lnTo>
                  <a:lnTo>
                    <a:pt x="23862" y="5816"/>
                  </a:lnTo>
                  <a:lnTo>
                    <a:pt x="23849" y="5803"/>
                  </a:lnTo>
                  <a:lnTo>
                    <a:pt x="23824" y="5778"/>
                  </a:lnTo>
                  <a:lnTo>
                    <a:pt x="23824" y="5765"/>
                  </a:lnTo>
                  <a:lnTo>
                    <a:pt x="23837" y="5586"/>
                  </a:lnTo>
                  <a:lnTo>
                    <a:pt x="23849" y="5432"/>
                  </a:lnTo>
                  <a:lnTo>
                    <a:pt x="24016" y="5343"/>
                  </a:lnTo>
                  <a:lnTo>
                    <a:pt x="24016" y="5535"/>
                  </a:lnTo>
                  <a:lnTo>
                    <a:pt x="24373" y="5305"/>
                  </a:lnTo>
                  <a:lnTo>
                    <a:pt x="24297" y="5164"/>
                  </a:lnTo>
                  <a:lnTo>
                    <a:pt x="24080" y="5292"/>
                  </a:lnTo>
                  <a:lnTo>
                    <a:pt x="24080" y="5292"/>
                  </a:lnTo>
                  <a:lnTo>
                    <a:pt x="24284" y="5113"/>
                  </a:lnTo>
                  <a:lnTo>
                    <a:pt x="24463" y="5164"/>
                  </a:lnTo>
                  <a:lnTo>
                    <a:pt x="25128" y="5177"/>
                  </a:lnTo>
                  <a:lnTo>
                    <a:pt x="25332" y="5036"/>
                  </a:lnTo>
                  <a:lnTo>
                    <a:pt x="25626" y="4819"/>
                  </a:lnTo>
                  <a:lnTo>
                    <a:pt x="25396" y="4602"/>
                  </a:lnTo>
                  <a:lnTo>
                    <a:pt x="24604" y="4666"/>
                  </a:lnTo>
                  <a:lnTo>
                    <a:pt x="24604" y="4666"/>
                  </a:lnTo>
                  <a:lnTo>
                    <a:pt x="25204" y="4461"/>
                  </a:lnTo>
                  <a:lnTo>
                    <a:pt x="25434" y="4436"/>
                  </a:lnTo>
                  <a:lnTo>
                    <a:pt x="25715" y="4359"/>
                  </a:lnTo>
                  <a:lnTo>
                    <a:pt x="25856" y="4193"/>
                  </a:lnTo>
                  <a:lnTo>
                    <a:pt x="26048" y="4193"/>
                  </a:lnTo>
                  <a:lnTo>
                    <a:pt x="26150" y="4167"/>
                  </a:lnTo>
                  <a:lnTo>
                    <a:pt x="26239" y="4129"/>
                  </a:lnTo>
                  <a:lnTo>
                    <a:pt x="26316" y="4065"/>
                  </a:lnTo>
                  <a:lnTo>
                    <a:pt x="26393" y="4001"/>
                  </a:lnTo>
                  <a:lnTo>
                    <a:pt x="26291" y="3899"/>
                  </a:lnTo>
                  <a:lnTo>
                    <a:pt x="26227" y="3835"/>
                  </a:lnTo>
                  <a:lnTo>
                    <a:pt x="26214" y="3809"/>
                  </a:lnTo>
                  <a:lnTo>
                    <a:pt x="26214" y="3784"/>
                  </a:lnTo>
                  <a:lnTo>
                    <a:pt x="26316" y="3656"/>
                  </a:lnTo>
                  <a:lnTo>
                    <a:pt x="26738" y="3618"/>
                  </a:lnTo>
                  <a:lnTo>
                    <a:pt x="27109" y="3221"/>
                  </a:lnTo>
                  <a:lnTo>
                    <a:pt x="27364" y="2825"/>
                  </a:lnTo>
                  <a:lnTo>
                    <a:pt x="26942" y="2633"/>
                  </a:lnTo>
                  <a:lnTo>
                    <a:pt x="25920" y="2467"/>
                  </a:lnTo>
                  <a:lnTo>
                    <a:pt x="25422" y="2506"/>
                  </a:lnTo>
                  <a:lnTo>
                    <a:pt x="25294" y="2685"/>
                  </a:lnTo>
                  <a:lnTo>
                    <a:pt x="25140" y="2889"/>
                  </a:lnTo>
                  <a:lnTo>
                    <a:pt x="25089" y="2953"/>
                  </a:lnTo>
                  <a:lnTo>
                    <a:pt x="25000" y="3030"/>
                  </a:lnTo>
                  <a:lnTo>
                    <a:pt x="24898" y="3119"/>
                  </a:lnTo>
                  <a:lnTo>
                    <a:pt x="24207" y="2991"/>
                  </a:lnTo>
                  <a:lnTo>
                    <a:pt x="23939" y="2889"/>
                  </a:lnTo>
                  <a:lnTo>
                    <a:pt x="23594" y="3004"/>
                  </a:lnTo>
                  <a:lnTo>
                    <a:pt x="23402" y="3260"/>
                  </a:lnTo>
                  <a:lnTo>
                    <a:pt x="23274" y="3451"/>
                  </a:lnTo>
                  <a:lnTo>
                    <a:pt x="23210" y="3554"/>
                  </a:lnTo>
                  <a:lnTo>
                    <a:pt x="23147" y="3630"/>
                  </a:lnTo>
                  <a:lnTo>
                    <a:pt x="23032" y="3733"/>
                  </a:lnTo>
                  <a:lnTo>
                    <a:pt x="22865" y="3886"/>
                  </a:lnTo>
                  <a:lnTo>
                    <a:pt x="22699" y="3950"/>
                  </a:lnTo>
                  <a:lnTo>
                    <a:pt x="22559" y="4014"/>
                  </a:lnTo>
                  <a:lnTo>
                    <a:pt x="22431" y="4078"/>
                  </a:lnTo>
                  <a:lnTo>
                    <a:pt x="23019" y="3055"/>
                  </a:lnTo>
                  <a:lnTo>
                    <a:pt x="23006" y="2263"/>
                  </a:lnTo>
                  <a:lnTo>
                    <a:pt x="22878" y="2276"/>
                  </a:lnTo>
                  <a:lnTo>
                    <a:pt x="22763" y="2288"/>
                  </a:lnTo>
                  <a:lnTo>
                    <a:pt x="22559" y="2288"/>
                  </a:lnTo>
                  <a:lnTo>
                    <a:pt x="22444" y="2301"/>
                  </a:lnTo>
                  <a:lnTo>
                    <a:pt x="22329" y="2314"/>
                  </a:lnTo>
                  <a:lnTo>
                    <a:pt x="22214" y="2352"/>
                  </a:lnTo>
                  <a:lnTo>
                    <a:pt x="22124" y="2391"/>
                  </a:lnTo>
                  <a:lnTo>
                    <a:pt x="22099" y="2416"/>
                  </a:lnTo>
                  <a:lnTo>
                    <a:pt x="22086" y="2442"/>
                  </a:lnTo>
                  <a:lnTo>
                    <a:pt x="22009" y="2825"/>
                  </a:lnTo>
                  <a:lnTo>
                    <a:pt x="21460" y="2979"/>
                  </a:lnTo>
                  <a:lnTo>
                    <a:pt x="21127" y="3094"/>
                  </a:lnTo>
                  <a:lnTo>
                    <a:pt x="21447" y="2710"/>
                  </a:lnTo>
                  <a:lnTo>
                    <a:pt x="21319" y="2391"/>
                  </a:lnTo>
                  <a:lnTo>
                    <a:pt x="19504" y="2544"/>
                  </a:lnTo>
                  <a:lnTo>
                    <a:pt x="18750" y="2902"/>
                  </a:lnTo>
                  <a:lnTo>
                    <a:pt x="18098" y="3017"/>
                  </a:lnTo>
                  <a:lnTo>
                    <a:pt x="18098" y="3017"/>
                  </a:lnTo>
                  <a:lnTo>
                    <a:pt x="18149" y="2876"/>
                  </a:lnTo>
                  <a:lnTo>
                    <a:pt x="19466" y="2301"/>
                  </a:lnTo>
                  <a:lnTo>
                    <a:pt x="21012" y="2173"/>
                  </a:lnTo>
                  <a:lnTo>
                    <a:pt x="22060" y="2084"/>
                  </a:lnTo>
                  <a:lnTo>
                    <a:pt x="22137" y="2046"/>
                  </a:lnTo>
                  <a:lnTo>
                    <a:pt x="22265" y="1943"/>
                  </a:lnTo>
                  <a:lnTo>
                    <a:pt x="22392" y="1828"/>
                  </a:lnTo>
                  <a:lnTo>
                    <a:pt x="22469" y="1777"/>
                  </a:lnTo>
                  <a:lnTo>
                    <a:pt x="22559" y="1701"/>
                  </a:lnTo>
                  <a:lnTo>
                    <a:pt x="22712" y="1560"/>
                  </a:lnTo>
                  <a:lnTo>
                    <a:pt x="22917" y="1368"/>
                  </a:lnTo>
                  <a:lnTo>
                    <a:pt x="22648" y="1266"/>
                  </a:lnTo>
                  <a:lnTo>
                    <a:pt x="22444" y="1189"/>
                  </a:lnTo>
                  <a:lnTo>
                    <a:pt x="22290" y="1151"/>
                  </a:lnTo>
                  <a:lnTo>
                    <a:pt x="21881" y="1074"/>
                  </a:lnTo>
                  <a:lnTo>
                    <a:pt x="21587" y="1010"/>
                  </a:lnTo>
                  <a:lnTo>
                    <a:pt x="21178" y="768"/>
                  </a:lnTo>
                  <a:lnTo>
                    <a:pt x="21063" y="397"/>
                  </a:lnTo>
                  <a:lnTo>
                    <a:pt x="20309" y="678"/>
                  </a:lnTo>
                  <a:lnTo>
                    <a:pt x="20309" y="678"/>
                  </a:lnTo>
                  <a:lnTo>
                    <a:pt x="20680" y="295"/>
                  </a:lnTo>
                  <a:lnTo>
                    <a:pt x="20220" y="128"/>
                  </a:lnTo>
                  <a:lnTo>
                    <a:pt x="18763" y="1"/>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352;p78">
              <a:extLst>
                <a:ext uri="{FF2B5EF4-FFF2-40B4-BE49-F238E27FC236}">
                  <a16:creationId xmlns:a16="http://schemas.microsoft.com/office/drawing/2014/main" id="{BFC54C08-DADF-8B4B-9C37-D3C10D7DE151}"/>
                </a:ext>
              </a:extLst>
            </p:cNvPr>
            <p:cNvSpPr/>
            <p:nvPr/>
          </p:nvSpPr>
          <p:spPr>
            <a:xfrm>
              <a:off x="5090600" y="2612875"/>
              <a:ext cx="25" cy="25"/>
            </a:xfrm>
            <a:custGeom>
              <a:avLst/>
              <a:gdLst/>
              <a:ahLst/>
              <a:cxnLst/>
              <a:rect l="l" t="t" r="r" b="b"/>
              <a:pathLst>
                <a:path w="1" h="1" extrusionOk="0">
                  <a:moveTo>
                    <a:pt x="1" y="1"/>
                  </a:moveTo>
                  <a:lnTo>
                    <a:pt x="1" y="1"/>
                  </a:lnTo>
                  <a:close/>
                </a:path>
              </a:pathLst>
            </a:custGeom>
            <a:solidFill>
              <a:srgbClr val="C8C8C8"/>
            </a:solidFill>
            <a:ln w="9525" cap="flat"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353;p78">
              <a:extLst>
                <a:ext uri="{FF2B5EF4-FFF2-40B4-BE49-F238E27FC236}">
                  <a16:creationId xmlns:a16="http://schemas.microsoft.com/office/drawing/2014/main" id="{A950A052-CCFC-14D6-80ED-91814940EAC5}"/>
                </a:ext>
              </a:extLst>
            </p:cNvPr>
            <p:cNvSpPr/>
            <p:nvPr/>
          </p:nvSpPr>
          <p:spPr>
            <a:xfrm>
              <a:off x="5090600" y="2612875"/>
              <a:ext cx="25" cy="25"/>
            </a:xfrm>
            <a:custGeom>
              <a:avLst/>
              <a:gdLst/>
              <a:ahLst/>
              <a:cxnLst/>
              <a:rect l="l" t="t" r="r" b="b"/>
              <a:pathLst>
                <a:path w="1" h="1" fill="none" extrusionOk="0">
                  <a:moveTo>
                    <a:pt x="1" y="1"/>
                  </a:moveTo>
                  <a:lnTo>
                    <a:pt x="1" y="1"/>
                  </a:lnTo>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354;p78">
              <a:extLst>
                <a:ext uri="{FF2B5EF4-FFF2-40B4-BE49-F238E27FC236}">
                  <a16:creationId xmlns:a16="http://schemas.microsoft.com/office/drawing/2014/main" id="{83407F20-CFCA-8DF9-C075-0394416CA546}"/>
                </a:ext>
              </a:extLst>
            </p:cNvPr>
            <p:cNvSpPr/>
            <p:nvPr/>
          </p:nvSpPr>
          <p:spPr>
            <a:xfrm>
              <a:off x="4813600" y="2615125"/>
              <a:ext cx="283750" cy="284075"/>
            </a:xfrm>
            <a:custGeom>
              <a:avLst/>
              <a:gdLst/>
              <a:ahLst/>
              <a:cxnLst/>
              <a:rect l="l" t="t" r="r" b="b"/>
              <a:pathLst>
                <a:path w="11350" h="11363" extrusionOk="0">
                  <a:moveTo>
                    <a:pt x="9752" y="0"/>
                  </a:moveTo>
                  <a:lnTo>
                    <a:pt x="8947" y="128"/>
                  </a:lnTo>
                  <a:lnTo>
                    <a:pt x="8192" y="652"/>
                  </a:lnTo>
                  <a:lnTo>
                    <a:pt x="8538" y="1138"/>
                  </a:lnTo>
                  <a:lnTo>
                    <a:pt x="8397" y="1624"/>
                  </a:lnTo>
                  <a:lnTo>
                    <a:pt x="7975" y="1956"/>
                  </a:lnTo>
                  <a:lnTo>
                    <a:pt x="8129" y="2275"/>
                  </a:lnTo>
                  <a:lnTo>
                    <a:pt x="7783" y="2403"/>
                  </a:lnTo>
                  <a:lnTo>
                    <a:pt x="7208" y="2403"/>
                  </a:lnTo>
                  <a:lnTo>
                    <a:pt x="7055" y="2557"/>
                  </a:lnTo>
                  <a:lnTo>
                    <a:pt x="7285" y="2748"/>
                  </a:lnTo>
                  <a:lnTo>
                    <a:pt x="7323" y="3247"/>
                  </a:lnTo>
                  <a:lnTo>
                    <a:pt x="6966" y="3362"/>
                  </a:lnTo>
                  <a:lnTo>
                    <a:pt x="6633" y="3809"/>
                  </a:lnTo>
                  <a:lnTo>
                    <a:pt x="6646" y="4423"/>
                  </a:lnTo>
                  <a:lnTo>
                    <a:pt x="6275" y="4576"/>
                  </a:lnTo>
                  <a:lnTo>
                    <a:pt x="5866" y="4423"/>
                  </a:lnTo>
                  <a:lnTo>
                    <a:pt x="5432" y="4627"/>
                  </a:lnTo>
                  <a:lnTo>
                    <a:pt x="5432" y="4985"/>
                  </a:lnTo>
                  <a:lnTo>
                    <a:pt x="4614" y="4985"/>
                  </a:lnTo>
                  <a:lnTo>
                    <a:pt x="4294" y="5266"/>
                  </a:lnTo>
                  <a:lnTo>
                    <a:pt x="4282" y="6007"/>
                  </a:lnTo>
                  <a:lnTo>
                    <a:pt x="3719" y="6173"/>
                  </a:lnTo>
                  <a:lnTo>
                    <a:pt x="2556" y="6455"/>
                  </a:lnTo>
                  <a:lnTo>
                    <a:pt x="1253" y="6480"/>
                  </a:lnTo>
                  <a:lnTo>
                    <a:pt x="0" y="6173"/>
                  </a:lnTo>
                  <a:lnTo>
                    <a:pt x="0" y="6173"/>
                  </a:lnTo>
                  <a:lnTo>
                    <a:pt x="550" y="7106"/>
                  </a:lnTo>
                  <a:lnTo>
                    <a:pt x="1061" y="7349"/>
                  </a:lnTo>
                  <a:lnTo>
                    <a:pt x="1355" y="7554"/>
                  </a:lnTo>
                  <a:lnTo>
                    <a:pt x="1559" y="8269"/>
                  </a:lnTo>
                  <a:lnTo>
                    <a:pt x="1649" y="8269"/>
                  </a:lnTo>
                  <a:lnTo>
                    <a:pt x="1930" y="8448"/>
                  </a:lnTo>
                  <a:lnTo>
                    <a:pt x="1725" y="8960"/>
                  </a:lnTo>
                  <a:lnTo>
                    <a:pt x="1074" y="8960"/>
                  </a:lnTo>
                  <a:lnTo>
                    <a:pt x="614" y="9292"/>
                  </a:lnTo>
                  <a:lnTo>
                    <a:pt x="524" y="9854"/>
                  </a:lnTo>
                  <a:lnTo>
                    <a:pt x="447" y="10225"/>
                  </a:lnTo>
                  <a:lnTo>
                    <a:pt x="447" y="10225"/>
                  </a:lnTo>
                  <a:lnTo>
                    <a:pt x="997" y="10199"/>
                  </a:lnTo>
                  <a:lnTo>
                    <a:pt x="1393" y="10072"/>
                  </a:lnTo>
                  <a:lnTo>
                    <a:pt x="1917" y="10110"/>
                  </a:lnTo>
                  <a:lnTo>
                    <a:pt x="1994" y="9969"/>
                  </a:lnTo>
                  <a:lnTo>
                    <a:pt x="2339" y="9931"/>
                  </a:lnTo>
                  <a:lnTo>
                    <a:pt x="2684" y="10059"/>
                  </a:lnTo>
                  <a:lnTo>
                    <a:pt x="3106" y="10059"/>
                  </a:lnTo>
                  <a:lnTo>
                    <a:pt x="3259" y="9982"/>
                  </a:lnTo>
                  <a:lnTo>
                    <a:pt x="3821" y="9982"/>
                  </a:lnTo>
                  <a:lnTo>
                    <a:pt x="4192" y="9854"/>
                  </a:lnTo>
                  <a:lnTo>
                    <a:pt x="4486" y="10148"/>
                  </a:lnTo>
                  <a:lnTo>
                    <a:pt x="4486" y="10417"/>
                  </a:lnTo>
                  <a:lnTo>
                    <a:pt x="4857" y="10570"/>
                  </a:lnTo>
                  <a:lnTo>
                    <a:pt x="4857" y="10787"/>
                  </a:lnTo>
                  <a:lnTo>
                    <a:pt x="5163" y="11222"/>
                  </a:lnTo>
                  <a:lnTo>
                    <a:pt x="5470" y="11362"/>
                  </a:lnTo>
                  <a:lnTo>
                    <a:pt x="5636" y="11196"/>
                  </a:lnTo>
                  <a:lnTo>
                    <a:pt x="5930" y="11107"/>
                  </a:lnTo>
                  <a:lnTo>
                    <a:pt x="6007" y="11056"/>
                  </a:lnTo>
                  <a:lnTo>
                    <a:pt x="6084" y="10787"/>
                  </a:lnTo>
                  <a:lnTo>
                    <a:pt x="6096" y="10774"/>
                  </a:lnTo>
                  <a:lnTo>
                    <a:pt x="6122" y="10762"/>
                  </a:lnTo>
                  <a:lnTo>
                    <a:pt x="6531" y="10749"/>
                  </a:lnTo>
                  <a:lnTo>
                    <a:pt x="6544" y="10749"/>
                  </a:lnTo>
                  <a:lnTo>
                    <a:pt x="6838" y="10851"/>
                  </a:lnTo>
                  <a:lnTo>
                    <a:pt x="7029" y="10851"/>
                  </a:lnTo>
                  <a:lnTo>
                    <a:pt x="7349" y="10736"/>
                  </a:lnTo>
                  <a:lnTo>
                    <a:pt x="7375" y="10736"/>
                  </a:lnTo>
                  <a:lnTo>
                    <a:pt x="7732" y="10851"/>
                  </a:lnTo>
                  <a:lnTo>
                    <a:pt x="7822" y="10723"/>
                  </a:lnTo>
                  <a:lnTo>
                    <a:pt x="7835" y="10723"/>
                  </a:lnTo>
                  <a:lnTo>
                    <a:pt x="8001" y="10583"/>
                  </a:lnTo>
                  <a:lnTo>
                    <a:pt x="7796" y="10276"/>
                  </a:lnTo>
                  <a:lnTo>
                    <a:pt x="7796" y="10263"/>
                  </a:lnTo>
                  <a:lnTo>
                    <a:pt x="7656" y="9880"/>
                  </a:lnTo>
                  <a:lnTo>
                    <a:pt x="7515" y="9650"/>
                  </a:lnTo>
                  <a:lnTo>
                    <a:pt x="7323" y="9650"/>
                  </a:lnTo>
                  <a:lnTo>
                    <a:pt x="7311" y="9637"/>
                  </a:lnTo>
                  <a:lnTo>
                    <a:pt x="7221" y="9522"/>
                  </a:lnTo>
                  <a:lnTo>
                    <a:pt x="7221" y="9509"/>
                  </a:lnTo>
                  <a:lnTo>
                    <a:pt x="7157" y="8934"/>
                  </a:lnTo>
                  <a:lnTo>
                    <a:pt x="6838" y="8985"/>
                  </a:lnTo>
                  <a:lnTo>
                    <a:pt x="6812" y="8985"/>
                  </a:lnTo>
                  <a:lnTo>
                    <a:pt x="6799" y="8960"/>
                  </a:lnTo>
                  <a:lnTo>
                    <a:pt x="6659" y="8487"/>
                  </a:lnTo>
                  <a:lnTo>
                    <a:pt x="6659" y="8474"/>
                  </a:lnTo>
                  <a:lnTo>
                    <a:pt x="6659" y="8461"/>
                  </a:lnTo>
                  <a:lnTo>
                    <a:pt x="7451" y="7656"/>
                  </a:lnTo>
                  <a:lnTo>
                    <a:pt x="7477" y="7643"/>
                  </a:lnTo>
                  <a:lnTo>
                    <a:pt x="7502" y="7656"/>
                  </a:lnTo>
                  <a:lnTo>
                    <a:pt x="7771" y="8027"/>
                  </a:lnTo>
                  <a:lnTo>
                    <a:pt x="8653" y="7707"/>
                  </a:lnTo>
                  <a:lnTo>
                    <a:pt x="8985" y="7106"/>
                  </a:lnTo>
                  <a:lnTo>
                    <a:pt x="8998" y="7094"/>
                  </a:lnTo>
                  <a:lnTo>
                    <a:pt x="9662" y="6646"/>
                  </a:lnTo>
                  <a:lnTo>
                    <a:pt x="10071" y="6007"/>
                  </a:lnTo>
                  <a:lnTo>
                    <a:pt x="10097" y="5995"/>
                  </a:lnTo>
                  <a:lnTo>
                    <a:pt x="10404" y="5867"/>
                  </a:lnTo>
                  <a:lnTo>
                    <a:pt x="10404" y="5471"/>
                  </a:lnTo>
                  <a:lnTo>
                    <a:pt x="10416" y="5445"/>
                  </a:lnTo>
                  <a:lnTo>
                    <a:pt x="10851" y="4921"/>
                  </a:lnTo>
                  <a:lnTo>
                    <a:pt x="10749" y="4576"/>
                  </a:lnTo>
                  <a:lnTo>
                    <a:pt x="10749" y="4563"/>
                  </a:lnTo>
                  <a:lnTo>
                    <a:pt x="10761" y="4538"/>
                  </a:lnTo>
                  <a:lnTo>
                    <a:pt x="11349" y="4129"/>
                  </a:lnTo>
                  <a:lnTo>
                    <a:pt x="11132" y="4014"/>
                  </a:lnTo>
                  <a:lnTo>
                    <a:pt x="11119" y="4014"/>
                  </a:lnTo>
                  <a:lnTo>
                    <a:pt x="10800" y="3796"/>
                  </a:lnTo>
                  <a:lnTo>
                    <a:pt x="10467" y="3796"/>
                  </a:lnTo>
                  <a:lnTo>
                    <a:pt x="10455" y="3783"/>
                  </a:lnTo>
                  <a:lnTo>
                    <a:pt x="10442" y="3771"/>
                  </a:lnTo>
                  <a:lnTo>
                    <a:pt x="10161" y="3247"/>
                  </a:lnTo>
                  <a:lnTo>
                    <a:pt x="10161" y="3221"/>
                  </a:lnTo>
                  <a:lnTo>
                    <a:pt x="10237" y="2748"/>
                  </a:lnTo>
                  <a:lnTo>
                    <a:pt x="10237" y="2544"/>
                  </a:lnTo>
                  <a:lnTo>
                    <a:pt x="9969" y="2365"/>
                  </a:lnTo>
                  <a:lnTo>
                    <a:pt x="9956" y="2339"/>
                  </a:lnTo>
                  <a:lnTo>
                    <a:pt x="9956" y="2314"/>
                  </a:lnTo>
                  <a:lnTo>
                    <a:pt x="10135" y="2033"/>
                  </a:lnTo>
                  <a:lnTo>
                    <a:pt x="10148" y="2020"/>
                  </a:lnTo>
                  <a:lnTo>
                    <a:pt x="10429" y="1790"/>
                  </a:lnTo>
                  <a:lnTo>
                    <a:pt x="10544" y="1662"/>
                  </a:lnTo>
                  <a:lnTo>
                    <a:pt x="10570" y="1611"/>
                  </a:lnTo>
                  <a:lnTo>
                    <a:pt x="10582" y="1560"/>
                  </a:lnTo>
                  <a:lnTo>
                    <a:pt x="10595" y="1521"/>
                  </a:lnTo>
                  <a:lnTo>
                    <a:pt x="10582" y="1509"/>
                  </a:lnTo>
                  <a:lnTo>
                    <a:pt x="10557" y="1496"/>
                  </a:lnTo>
                  <a:lnTo>
                    <a:pt x="10519" y="1483"/>
                  </a:lnTo>
                  <a:lnTo>
                    <a:pt x="10455" y="1483"/>
                  </a:lnTo>
                  <a:lnTo>
                    <a:pt x="10442" y="1266"/>
                  </a:lnTo>
                  <a:lnTo>
                    <a:pt x="10276" y="1227"/>
                  </a:lnTo>
                  <a:lnTo>
                    <a:pt x="10148" y="1176"/>
                  </a:lnTo>
                  <a:lnTo>
                    <a:pt x="10110" y="1151"/>
                  </a:lnTo>
                  <a:lnTo>
                    <a:pt x="10097" y="1125"/>
                  </a:lnTo>
                  <a:lnTo>
                    <a:pt x="10084" y="1087"/>
                  </a:lnTo>
                  <a:lnTo>
                    <a:pt x="10058" y="1048"/>
                  </a:lnTo>
                  <a:lnTo>
                    <a:pt x="10020" y="1010"/>
                  </a:lnTo>
                  <a:lnTo>
                    <a:pt x="9726" y="908"/>
                  </a:lnTo>
                  <a:lnTo>
                    <a:pt x="9534" y="767"/>
                  </a:lnTo>
                  <a:lnTo>
                    <a:pt x="9611" y="461"/>
                  </a:lnTo>
                  <a:lnTo>
                    <a:pt x="10110" y="141"/>
                  </a:lnTo>
                  <a:lnTo>
                    <a:pt x="10519" y="115"/>
                  </a:lnTo>
                  <a:lnTo>
                    <a:pt x="10506"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7" name="Google Shape;1355;p78">
              <a:extLst>
                <a:ext uri="{FF2B5EF4-FFF2-40B4-BE49-F238E27FC236}">
                  <a16:creationId xmlns:a16="http://schemas.microsoft.com/office/drawing/2014/main" id="{5999103A-AE70-BE58-DD48-5C1428B0B24D}"/>
                </a:ext>
              </a:extLst>
            </p:cNvPr>
            <p:cNvSpPr/>
            <p:nvPr/>
          </p:nvSpPr>
          <p:spPr>
            <a:xfrm>
              <a:off x="5064400" y="2207425"/>
              <a:ext cx="1217400" cy="765575"/>
            </a:xfrm>
            <a:custGeom>
              <a:avLst/>
              <a:gdLst/>
              <a:ahLst/>
              <a:cxnLst/>
              <a:rect l="l" t="t" r="r" b="b"/>
              <a:pathLst>
                <a:path w="48696" h="30623" extrusionOk="0">
                  <a:moveTo>
                    <a:pt x="35339" y="4576"/>
                  </a:moveTo>
                  <a:lnTo>
                    <a:pt x="35403" y="4768"/>
                  </a:lnTo>
                  <a:lnTo>
                    <a:pt x="35595" y="4768"/>
                  </a:lnTo>
                  <a:lnTo>
                    <a:pt x="35595" y="4870"/>
                  </a:lnTo>
                  <a:lnTo>
                    <a:pt x="35416" y="4883"/>
                  </a:lnTo>
                  <a:lnTo>
                    <a:pt x="35327" y="4985"/>
                  </a:lnTo>
                  <a:lnTo>
                    <a:pt x="35250" y="5074"/>
                  </a:lnTo>
                  <a:lnTo>
                    <a:pt x="35212" y="5138"/>
                  </a:lnTo>
                  <a:lnTo>
                    <a:pt x="35186" y="5164"/>
                  </a:lnTo>
                  <a:lnTo>
                    <a:pt x="35148" y="5202"/>
                  </a:lnTo>
                  <a:lnTo>
                    <a:pt x="35045" y="5266"/>
                  </a:lnTo>
                  <a:lnTo>
                    <a:pt x="34918" y="5343"/>
                  </a:lnTo>
                  <a:lnTo>
                    <a:pt x="34918" y="5062"/>
                  </a:lnTo>
                  <a:lnTo>
                    <a:pt x="35339" y="4576"/>
                  </a:lnTo>
                  <a:close/>
                  <a:moveTo>
                    <a:pt x="21639" y="16142"/>
                  </a:moveTo>
                  <a:lnTo>
                    <a:pt x="21741" y="16232"/>
                  </a:lnTo>
                  <a:lnTo>
                    <a:pt x="21817" y="16296"/>
                  </a:lnTo>
                  <a:lnTo>
                    <a:pt x="21856" y="16347"/>
                  </a:lnTo>
                  <a:lnTo>
                    <a:pt x="21920" y="16449"/>
                  </a:lnTo>
                  <a:lnTo>
                    <a:pt x="21971" y="16526"/>
                  </a:lnTo>
                  <a:lnTo>
                    <a:pt x="21984" y="16564"/>
                  </a:lnTo>
                  <a:lnTo>
                    <a:pt x="21984" y="16577"/>
                  </a:lnTo>
                  <a:lnTo>
                    <a:pt x="21984" y="16679"/>
                  </a:lnTo>
                  <a:lnTo>
                    <a:pt x="21984" y="16743"/>
                  </a:lnTo>
                  <a:lnTo>
                    <a:pt x="21792" y="16666"/>
                  </a:lnTo>
                  <a:lnTo>
                    <a:pt x="21217" y="16526"/>
                  </a:lnTo>
                  <a:lnTo>
                    <a:pt x="21217" y="16334"/>
                  </a:lnTo>
                  <a:lnTo>
                    <a:pt x="21408" y="16142"/>
                  </a:lnTo>
                  <a:close/>
                  <a:moveTo>
                    <a:pt x="36055" y="19376"/>
                  </a:moveTo>
                  <a:lnTo>
                    <a:pt x="36260" y="19580"/>
                  </a:lnTo>
                  <a:lnTo>
                    <a:pt x="36196" y="19746"/>
                  </a:lnTo>
                  <a:lnTo>
                    <a:pt x="35978" y="19810"/>
                  </a:lnTo>
                  <a:lnTo>
                    <a:pt x="35838" y="19695"/>
                  </a:lnTo>
                  <a:lnTo>
                    <a:pt x="36017" y="19631"/>
                  </a:lnTo>
                  <a:lnTo>
                    <a:pt x="36055" y="19376"/>
                  </a:lnTo>
                  <a:close/>
                  <a:moveTo>
                    <a:pt x="36605" y="19759"/>
                  </a:moveTo>
                  <a:lnTo>
                    <a:pt x="36630" y="19964"/>
                  </a:lnTo>
                  <a:lnTo>
                    <a:pt x="36515" y="20079"/>
                  </a:lnTo>
                  <a:lnTo>
                    <a:pt x="36490" y="19861"/>
                  </a:lnTo>
                  <a:lnTo>
                    <a:pt x="36605" y="19759"/>
                  </a:lnTo>
                  <a:close/>
                  <a:moveTo>
                    <a:pt x="12845" y="20794"/>
                  </a:moveTo>
                  <a:lnTo>
                    <a:pt x="12922" y="20986"/>
                  </a:lnTo>
                  <a:lnTo>
                    <a:pt x="12654" y="21216"/>
                  </a:lnTo>
                  <a:lnTo>
                    <a:pt x="12449" y="21088"/>
                  </a:lnTo>
                  <a:lnTo>
                    <a:pt x="12564" y="20884"/>
                  </a:lnTo>
                  <a:lnTo>
                    <a:pt x="12718" y="20884"/>
                  </a:lnTo>
                  <a:lnTo>
                    <a:pt x="12845" y="20794"/>
                  </a:lnTo>
                  <a:close/>
                  <a:moveTo>
                    <a:pt x="10941" y="21331"/>
                  </a:moveTo>
                  <a:lnTo>
                    <a:pt x="10992" y="21395"/>
                  </a:lnTo>
                  <a:lnTo>
                    <a:pt x="11018" y="21446"/>
                  </a:lnTo>
                  <a:lnTo>
                    <a:pt x="11018" y="21485"/>
                  </a:lnTo>
                  <a:lnTo>
                    <a:pt x="11018" y="21510"/>
                  </a:lnTo>
                  <a:lnTo>
                    <a:pt x="11005" y="21523"/>
                  </a:lnTo>
                  <a:lnTo>
                    <a:pt x="10992" y="21536"/>
                  </a:lnTo>
                  <a:lnTo>
                    <a:pt x="10967" y="21536"/>
                  </a:lnTo>
                  <a:lnTo>
                    <a:pt x="10941" y="21510"/>
                  </a:lnTo>
                  <a:lnTo>
                    <a:pt x="10877" y="21446"/>
                  </a:lnTo>
                  <a:lnTo>
                    <a:pt x="10941" y="21331"/>
                  </a:lnTo>
                  <a:close/>
                  <a:moveTo>
                    <a:pt x="37435" y="21293"/>
                  </a:moveTo>
                  <a:lnTo>
                    <a:pt x="37614" y="21561"/>
                  </a:lnTo>
                  <a:lnTo>
                    <a:pt x="37320" y="21651"/>
                  </a:lnTo>
                  <a:lnTo>
                    <a:pt x="37218" y="21421"/>
                  </a:lnTo>
                  <a:lnTo>
                    <a:pt x="37218" y="21293"/>
                  </a:lnTo>
                  <a:close/>
                  <a:moveTo>
                    <a:pt x="10289" y="21574"/>
                  </a:moveTo>
                  <a:lnTo>
                    <a:pt x="10149" y="21727"/>
                  </a:lnTo>
                  <a:lnTo>
                    <a:pt x="9855" y="21727"/>
                  </a:lnTo>
                  <a:lnTo>
                    <a:pt x="9855" y="21574"/>
                  </a:lnTo>
                  <a:close/>
                  <a:moveTo>
                    <a:pt x="10762" y="21651"/>
                  </a:moveTo>
                  <a:lnTo>
                    <a:pt x="10877" y="21779"/>
                  </a:lnTo>
                  <a:lnTo>
                    <a:pt x="10724" y="21906"/>
                  </a:lnTo>
                  <a:lnTo>
                    <a:pt x="10686" y="21727"/>
                  </a:lnTo>
                  <a:lnTo>
                    <a:pt x="10762" y="21651"/>
                  </a:lnTo>
                  <a:close/>
                  <a:moveTo>
                    <a:pt x="14239" y="21727"/>
                  </a:moveTo>
                  <a:lnTo>
                    <a:pt x="14379" y="21830"/>
                  </a:lnTo>
                  <a:lnTo>
                    <a:pt x="14239" y="21932"/>
                  </a:lnTo>
                  <a:lnTo>
                    <a:pt x="14124" y="22021"/>
                  </a:lnTo>
                  <a:lnTo>
                    <a:pt x="14008" y="22085"/>
                  </a:lnTo>
                  <a:lnTo>
                    <a:pt x="13957" y="22111"/>
                  </a:lnTo>
                  <a:lnTo>
                    <a:pt x="13919" y="22098"/>
                  </a:lnTo>
                  <a:lnTo>
                    <a:pt x="13881" y="22085"/>
                  </a:lnTo>
                  <a:lnTo>
                    <a:pt x="13855" y="22072"/>
                  </a:lnTo>
                  <a:lnTo>
                    <a:pt x="13830" y="22021"/>
                  </a:lnTo>
                  <a:lnTo>
                    <a:pt x="13817" y="22009"/>
                  </a:lnTo>
                  <a:lnTo>
                    <a:pt x="13766" y="21727"/>
                  </a:lnTo>
                  <a:close/>
                  <a:moveTo>
                    <a:pt x="34585" y="22239"/>
                  </a:moveTo>
                  <a:lnTo>
                    <a:pt x="34445" y="22328"/>
                  </a:lnTo>
                  <a:lnTo>
                    <a:pt x="34279" y="22596"/>
                  </a:lnTo>
                  <a:lnTo>
                    <a:pt x="34279" y="22699"/>
                  </a:lnTo>
                  <a:lnTo>
                    <a:pt x="34176" y="22916"/>
                  </a:lnTo>
                  <a:lnTo>
                    <a:pt x="34215" y="23146"/>
                  </a:lnTo>
                  <a:lnTo>
                    <a:pt x="34445" y="23223"/>
                  </a:lnTo>
                  <a:lnTo>
                    <a:pt x="34330" y="23351"/>
                  </a:lnTo>
                  <a:lnTo>
                    <a:pt x="34087" y="23236"/>
                  </a:lnTo>
                  <a:lnTo>
                    <a:pt x="33997" y="22993"/>
                  </a:lnTo>
                  <a:lnTo>
                    <a:pt x="34138" y="22775"/>
                  </a:lnTo>
                  <a:lnTo>
                    <a:pt x="34087" y="22699"/>
                  </a:lnTo>
                  <a:lnTo>
                    <a:pt x="34253" y="22379"/>
                  </a:lnTo>
                  <a:lnTo>
                    <a:pt x="34585" y="22239"/>
                  </a:lnTo>
                  <a:close/>
                  <a:moveTo>
                    <a:pt x="14379" y="23312"/>
                  </a:moveTo>
                  <a:lnTo>
                    <a:pt x="14290" y="23504"/>
                  </a:lnTo>
                  <a:lnTo>
                    <a:pt x="14072" y="23504"/>
                  </a:lnTo>
                  <a:lnTo>
                    <a:pt x="14072" y="23351"/>
                  </a:lnTo>
                  <a:lnTo>
                    <a:pt x="14187" y="23312"/>
                  </a:lnTo>
                  <a:close/>
                  <a:moveTo>
                    <a:pt x="38841" y="0"/>
                  </a:moveTo>
                  <a:lnTo>
                    <a:pt x="38241" y="269"/>
                  </a:lnTo>
                  <a:lnTo>
                    <a:pt x="37563" y="269"/>
                  </a:lnTo>
                  <a:lnTo>
                    <a:pt x="36911" y="857"/>
                  </a:lnTo>
                  <a:lnTo>
                    <a:pt x="36963" y="959"/>
                  </a:lnTo>
                  <a:lnTo>
                    <a:pt x="37193" y="959"/>
                  </a:lnTo>
                  <a:lnTo>
                    <a:pt x="37563" y="1163"/>
                  </a:lnTo>
                  <a:lnTo>
                    <a:pt x="37563" y="1662"/>
                  </a:lnTo>
                  <a:lnTo>
                    <a:pt x="37039" y="2058"/>
                  </a:lnTo>
                  <a:lnTo>
                    <a:pt x="36221" y="3234"/>
                  </a:lnTo>
                  <a:lnTo>
                    <a:pt x="36375" y="3400"/>
                  </a:lnTo>
                  <a:lnTo>
                    <a:pt x="36375" y="3758"/>
                  </a:lnTo>
                  <a:lnTo>
                    <a:pt x="35966" y="3873"/>
                  </a:lnTo>
                  <a:lnTo>
                    <a:pt x="35199" y="4256"/>
                  </a:lnTo>
                  <a:lnTo>
                    <a:pt x="34470" y="3975"/>
                  </a:lnTo>
                  <a:lnTo>
                    <a:pt x="34304" y="3898"/>
                  </a:lnTo>
                  <a:lnTo>
                    <a:pt x="33959" y="4627"/>
                  </a:lnTo>
                  <a:lnTo>
                    <a:pt x="33729" y="5292"/>
                  </a:lnTo>
                  <a:lnTo>
                    <a:pt x="33780" y="5419"/>
                  </a:lnTo>
                  <a:lnTo>
                    <a:pt x="33780" y="5458"/>
                  </a:lnTo>
                  <a:lnTo>
                    <a:pt x="33755" y="5483"/>
                  </a:lnTo>
                  <a:lnTo>
                    <a:pt x="33525" y="5649"/>
                  </a:lnTo>
                  <a:lnTo>
                    <a:pt x="33780" y="6046"/>
                  </a:lnTo>
                  <a:lnTo>
                    <a:pt x="34074" y="5828"/>
                  </a:lnTo>
                  <a:lnTo>
                    <a:pt x="34100" y="5816"/>
                  </a:lnTo>
                  <a:lnTo>
                    <a:pt x="34125" y="5816"/>
                  </a:lnTo>
                  <a:lnTo>
                    <a:pt x="34483" y="5943"/>
                  </a:lnTo>
                  <a:lnTo>
                    <a:pt x="34751" y="6058"/>
                  </a:lnTo>
                  <a:lnTo>
                    <a:pt x="35186" y="5624"/>
                  </a:lnTo>
                  <a:lnTo>
                    <a:pt x="35212" y="5611"/>
                  </a:lnTo>
                  <a:lnTo>
                    <a:pt x="35237" y="5611"/>
                  </a:lnTo>
                  <a:lnTo>
                    <a:pt x="35697" y="5701"/>
                  </a:lnTo>
                  <a:lnTo>
                    <a:pt x="35710" y="5713"/>
                  </a:lnTo>
                  <a:lnTo>
                    <a:pt x="36937" y="6761"/>
                  </a:lnTo>
                  <a:lnTo>
                    <a:pt x="36950" y="6800"/>
                  </a:lnTo>
                  <a:lnTo>
                    <a:pt x="36950" y="6838"/>
                  </a:lnTo>
                  <a:lnTo>
                    <a:pt x="36796" y="7094"/>
                  </a:lnTo>
                  <a:lnTo>
                    <a:pt x="36784" y="7119"/>
                  </a:lnTo>
                  <a:lnTo>
                    <a:pt x="36196" y="7119"/>
                  </a:lnTo>
                  <a:lnTo>
                    <a:pt x="35876" y="7170"/>
                  </a:lnTo>
                  <a:lnTo>
                    <a:pt x="35851" y="7170"/>
                  </a:lnTo>
                  <a:lnTo>
                    <a:pt x="35493" y="7106"/>
                  </a:lnTo>
                  <a:lnTo>
                    <a:pt x="35212" y="7349"/>
                  </a:lnTo>
                  <a:lnTo>
                    <a:pt x="35186" y="7362"/>
                  </a:lnTo>
                  <a:lnTo>
                    <a:pt x="35148" y="7349"/>
                  </a:lnTo>
                  <a:lnTo>
                    <a:pt x="34994" y="7260"/>
                  </a:lnTo>
                  <a:lnTo>
                    <a:pt x="34764" y="7515"/>
                  </a:lnTo>
                  <a:lnTo>
                    <a:pt x="34739" y="7528"/>
                  </a:lnTo>
                  <a:lnTo>
                    <a:pt x="34726" y="7541"/>
                  </a:lnTo>
                  <a:lnTo>
                    <a:pt x="34330" y="7541"/>
                  </a:lnTo>
                  <a:lnTo>
                    <a:pt x="34036" y="7886"/>
                  </a:lnTo>
                  <a:lnTo>
                    <a:pt x="34036" y="8091"/>
                  </a:lnTo>
                  <a:lnTo>
                    <a:pt x="34023" y="8116"/>
                  </a:lnTo>
                  <a:lnTo>
                    <a:pt x="33997" y="8142"/>
                  </a:lnTo>
                  <a:lnTo>
                    <a:pt x="33167" y="8461"/>
                  </a:lnTo>
                  <a:lnTo>
                    <a:pt x="33141" y="8474"/>
                  </a:lnTo>
                  <a:lnTo>
                    <a:pt x="32540" y="8372"/>
                  </a:lnTo>
                  <a:lnTo>
                    <a:pt x="32362" y="8717"/>
                  </a:lnTo>
                  <a:lnTo>
                    <a:pt x="32323" y="8742"/>
                  </a:lnTo>
                  <a:lnTo>
                    <a:pt x="31825" y="8972"/>
                  </a:lnTo>
                  <a:lnTo>
                    <a:pt x="31799" y="8985"/>
                  </a:lnTo>
                  <a:lnTo>
                    <a:pt x="30943" y="8985"/>
                  </a:lnTo>
                  <a:lnTo>
                    <a:pt x="30917" y="8972"/>
                  </a:lnTo>
                  <a:lnTo>
                    <a:pt x="30892" y="8960"/>
                  </a:lnTo>
                  <a:lnTo>
                    <a:pt x="30674" y="8730"/>
                  </a:lnTo>
                  <a:lnTo>
                    <a:pt x="30470" y="8742"/>
                  </a:lnTo>
                  <a:lnTo>
                    <a:pt x="30112" y="9139"/>
                  </a:lnTo>
                  <a:lnTo>
                    <a:pt x="30687" y="9841"/>
                  </a:lnTo>
                  <a:lnTo>
                    <a:pt x="30700" y="9867"/>
                  </a:lnTo>
                  <a:lnTo>
                    <a:pt x="30700" y="9893"/>
                  </a:lnTo>
                  <a:lnTo>
                    <a:pt x="30687" y="9918"/>
                  </a:lnTo>
                  <a:lnTo>
                    <a:pt x="30674" y="9931"/>
                  </a:lnTo>
                  <a:lnTo>
                    <a:pt x="29972" y="10225"/>
                  </a:lnTo>
                  <a:lnTo>
                    <a:pt x="29563" y="10468"/>
                  </a:lnTo>
                  <a:lnTo>
                    <a:pt x="29396" y="10889"/>
                  </a:lnTo>
                  <a:lnTo>
                    <a:pt x="29384" y="10902"/>
                  </a:lnTo>
                  <a:lnTo>
                    <a:pt x="29358" y="10915"/>
                  </a:lnTo>
                  <a:lnTo>
                    <a:pt x="28578" y="11196"/>
                  </a:lnTo>
                  <a:lnTo>
                    <a:pt x="28566" y="11196"/>
                  </a:lnTo>
                  <a:lnTo>
                    <a:pt x="26546" y="11286"/>
                  </a:lnTo>
                  <a:lnTo>
                    <a:pt x="25089" y="12040"/>
                  </a:lnTo>
                  <a:lnTo>
                    <a:pt x="25051" y="12040"/>
                  </a:lnTo>
                  <a:lnTo>
                    <a:pt x="24578" y="11925"/>
                  </a:lnTo>
                  <a:lnTo>
                    <a:pt x="24540" y="11912"/>
                  </a:lnTo>
                  <a:lnTo>
                    <a:pt x="24527" y="11874"/>
                  </a:lnTo>
                  <a:lnTo>
                    <a:pt x="24527" y="11784"/>
                  </a:lnTo>
                  <a:lnTo>
                    <a:pt x="24131" y="11925"/>
                  </a:lnTo>
                  <a:lnTo>
                    <a:pt x="24105" y="11925"/>
                  </a:lnTo>
                  <a:lnTo>
                    <a:pt x="22712" y="11554"/>
                  </a:lnTo>
                  <a:lnTo>
                    <a:pt x="22674" y="11541"/>
                  </a:lnTo>
                  <a:lnTo>
                    <a:pt x="22303" y="11107"/>
                  </a:lnTo>
                  <a:lnTo>
                    <a:pt x="20360" y="11107"/>
                  </a:lnTo>
                  <a:lnTo>
                    <a:pt x="18699" y="10877"/>
                  </a:lnTo>
                  <a:lnTo>
                    <a:pt x="18239" y="11017"/>
                  </a:lnTo>
                  <a:lnTo>
                    <a:pt x="18201" y="11017"/>
                  </a:lnTo>
                  <a:lnTo>
                    <a:pt x="18175" y="10992"/>
                  </a:lnTo>
                  <a:lnTo>
                    <a:pt x="17651" y="10148"/>
                  </a:lnTo>
                  <a:lnTo>
                    <a:pt x="17651" y="10135"/>
                  </a:lnTo>
                  <a:lnTo>
                    <a:pt x="17562" y="9829"/>
                  </a:lnTo>
                  <a:lnTo>
                    <a:pt x="17140" y="9407"/>
                  </a:lnTo>
                  <a:lnTo>
                    <a:pt x="16859" y="9407"/>
                  </a:lnTo>
                  <a:lnTo>
                    <a:pt x="16833" y="9394"/>
                  </a:lnTo>
                  <a:lnTo>
                    <a:pt x="15721" y="8730"/>
                  </a:lnTo>
                  <a:lnTo>
                    <a:pt x="13893" y="8563"/>
                  </a:lnTo>
                  <a:lnTo>
                    <a:pt x="13868" y="8563"/>
                  </a:lnTo>
                  <a:lnTo>
                    <a:pt x="13842" y="8551"/>
                  </a:lnTo>
                  <a:lnTo>
                    <a:pt x="13497" y="8052"/>
                  </a:lnTo>
                  <a:lnTo>
                    <a:pt x="13484" y="8014"/>
                  </a:lnTo>
                  <a:lnTo>
                    <a:pt x="13497" y="7988"/>
                  </a:lnTo>
                  <a:lnTo>
                    <a:pt x="13791" y="7528"/>
                  </a:lnTo>
                  <a:lnTo>
                    <a:pt x="13906" y="6851"/>
                  </a:lnTo>
                  <a:lnTo>
                    <a:pt x="13037" y="5841"/>
                  </a:lnTo>
                  <a:lnTo>
                    <a:pt x="12730" y="5905"/>
                  </a:lnTo>
                  <a:lnTo>
                    <a:pt x="12705" y="5905"/>
                  </a:lnTo>
                  <a:lnTo>
                    <a:pt x="12679" y="5879"/>
                  </a:lnTo>
                  <a:lnTo>
                    <a:pt x="12564" y="5726"/>
                  </a:lnTo>
                  <a:lnTo>
                    <a:pt x="12168" y="5713"/>
                  </a:lnTo>
                  <a:lnTo>
                    <a:pt x="12130" y="5701"/>
                  </a:lnTo>
                  <a:lnTo>
                    <a:pt x="11631" y="5292"/>
                  </a:lnTo>
                  <a:lnTo>
                    <a:pt x="11618" y="5279"/>
                  </a:lnTo>
                  <a:lnTo>
                    <a:pt x="11388" y="4921"/>
                  </a:lnTo>
                  <a:lnTo>
                    <a:pt x="11376" y="4895"/>
                  </a:lnTo>
                  <a:lnTo>
                    <a:pt x="11350" y="4589"/>
                  </a:lnTo>
                  <a:lnTo>
                    <a:pt x="11082" y="4742"/>
                  </a:lnTo>
                  <a:lnTo>
                    <a:pt x="11018" y="4563"/>
                  </a:lnTo>
                  <a:lnTo>
                    <a:pt x="10749" y="4563"/>
                  </a:lnTo>
                  <a:lnTo>
                    <a:pt x="10507" y="4729"/>
                  </a:lnTo>
                  <a:lnTo>
                    <a:pt x="10545" y="4819"/>
                  </a:lnTo>
                  <a:lnTo>
                    <a:pt x="10417" y="5164"/>
                  </a:lnTo>
                  <a:lnTo>
                    <a:pt x="10110" y="5304"/>
                  </a:lnTo>
                  <a:lnTo>
                    <a:pt x="9663" y="5496"/>
                  </a:lnTo>
                  <a:lnTo>
                    <a:pt x="9625" y="5828"/>
                  </a:lnTo>
                  <a:lnTo>
                    <a:pt x="9689" y="6429"/>
                  </a:lnTo>
                  <a:lnTo>
                    <a:pt x="9280" y="6787"/>
                  </a:lnTo>
                  <a:lnTo>
                    <a:pt x="8768" y="6710"/>
                  </a:lnTo>
                  <a:lnTo>
                    <a:pt x="8423" y="6825"/>
                  </a:lnTo>
                  <a:lnTo>
                    <a:pt x="7580" y="6314"/>
                  </a:lnTo>
                  <a:lnTo>
                    <a:pt x="7286" y="7579"/>
                  </a:lnTo>
                  <a:lnTo>
                    <a:pt x="7260" y="8091"/>
                  </a:lnTo>
                  <a:lnTo>
                    <a:pt x="7248" y="8103"/>
                  </a:lnTo>
                  <a:lnTo>
                    <a:pt x="7209" y="8103"/>
                  </a:lnTo>
                  <a:lnTo>
                    <a:pt x="7388" y="8308"/>
                  </a:lnTo>
                  <a:lnTo>
                    <a:pt x="7107" y="8500"/>
                  </a:lnTo>
                  <a:lnTo>
                    <a:pt x="6890" y="8423"/>
                  </a:lnTo>
                  <a:lnTo>
                    <a:pt x="6621" y="8423"/>
                  </a:lnTo>
                  <a:lnTo>
                    <a:pt x="6340" y="8308"/>
                  </a:lnTo>
                  <a:lnTo>
                    <a:pt x="5151" y="8768"/>
                  </a:lnTo>
                  <a:lnTo>
                    <a:pt x="5394" y="8857"/>
                  </a:lnTo>
                  <a:lnTo>
                    <a:pt x="5445" y="9548"/>
                  </a:lnTo>
                  <a:lnTo>
                    <a:pt x="5688" y="9969"/>
                  </a:lnTo>
                  <a:lnTo>
                    <a:pt x="5675" y="10391"/>
                  </a:lnTo>
                  <a:lnTo>
                    <a:pt x="5241" y="10877"/>
                  </a:lnTo>
                  <a:lnTo>
                    <a:pt x="5330" y="11490"/>
                  </a:lnTo>
                  <a:lnTo>
                    <a:pt x="3976" y="11937"/>
                  </a:lnTo>
                  <a:lnTo>
                    <a:pt x="3605" y="12359"/>
                  </a:lnTo>
                  <a:lnTo>
                    <a:pt x="2659" y="12359"/>
                  </a:lnTo>
                  <a:lnTo>
                    <a:pt x="2250" y="12998"/>
                  </a:lnTo>
                  <a:lnTo>
                    <a:pt x="1713" y="13088"/>
                  </a:lnTo>
                  <a:lnTo>
                    <a:pt x="1586" y="12819"/>
                  </a:lnTo>
                  <a:lnTo>
                    <a:pt x="1138" y="13024"/>
                  </a:lnTo>
                  <a:lnTo>
                    <a:pt x="870" y="13024"/>
                  </a:lnTo>
                  <a:lnTo>
                    <a:pt x="256" y="13509"/>
                  </a:lnTo>
                  <a:lnTo>
                    <a:pt x="256" y="13803"/>
                  </a:lnTo>
                  <a:lnTo>
                    <a:pt x="1" y="13957"/>
                  </a:lnTo>
                  <a:lnTo>
                    <a:pt x="295" y="14609"/>
                  </a:lnTo>
                  <a:lnTo>
                    <a:pt x="512" y="14609"/>
                  </a:lnTo>
                  <a:lnTo>
                    <a:pt x="985" y="14890"/>
                  </a:lnTo>
                  <a:lnTo>
                    <a:pt x="947" y="15133"/>
                  </a:lnTo>
                  <a:lnTo>
                    <a:pt x="1138" y="15337"/>
                  </a:lnTo>
                  <a:lnTo>
                    <a:pt x="1036" y="15542"/>
                  </a:lnTo>
                  <a:lnTo>
                    <a:pt x="1151" y="15836"/>
                  </a:lnTo>
                  <a:lnTo>
                    <a:pt x="729" y="15836"/>
                  </a:lnTo>
                  <a:lnTo>
                    <a:pt x="793" y="16091"/>
                  </a:lnTo>
                  <a:lnTo>
                    <a:pt x="972" y="16168"/>
                  </a:lnTo>
                  <a:lnTo>
                    <a:pt x="959" y="16181"/>
                  </a:lnTo>
                  <a:lnTo>
                    <a:pt x="1087" y="16232"/>
                  </a:lnTo>
                  <a:lnTo>
                    <a:pt x="1356" y="16078"/>
                  </a:lnTo>
                  <a:lnTo>
                    <a:pt x="1483" y="16308"/>
                  </a:lnTo>
                  <a:lnTo>
                    <a:pt x="1803" y="16487"/>
                  </a:lnTo>
                  <a:lnTo>
                    <a:pt x="2148" y="16845"/>
                  </a:lnTo>
                  <a:lnTo>
                    <a:pt x="2391" y="17011"/>
                  </a:lnTo>
                  <a:lnTo>
                    <a:pt x="2570" y="17152"/>
                  </a:lnTo>
                  <a:lnTo>
                    <a:pt x="2698" y="17267"/>
                  </a:lnTo>
                  <a:lnTo>
                    <a:pt x="2864" y="17523"/>
                  </a:lnTo>
                  <a:lnTo>
                    <a:pt x="2940" y="17535"/>
                  </a:lnTo>
                  <a:lnTo>
                    <a:pt x="3247" y="17535"/>
                  </a:lnTo>
                  <a:lnTo>
                    <a:pt x="3477" y="17855"/>
                  </a:lnTo>
                  <a:lnTo>
                    <a:pt x="3490" y="17868"/>
                  </a:lnTo>
                  <a:lnTo>
                    <a:pt x="3516" y="17868"/>
                  </a:lnTo>
                  <a:lnTo>
                    <a:pt x="3835" y="17817"/>
                  </a:lnTo>
                  <a:lnTo>
                    <a:pt x="3848" y="17804"/>
                  </a:lnTo>
                  <a:lnTo>
                    <a:pt x="4538" y="17331"/>
                  </a:lnTo>
                  <a:lnTo>
                    <a:pt x="4743" y="17523"/>
                  </a:lnTo>
                  <a:lnTo>
                    <a:pt x="5088" y="17548"/>
                  </a:lnTo>
                  <a:lnTo>
                    <a:pt x="5100" y="17791"/>
                  </a:lnTo>
                  <a:lnTo>
                    <a:pt x="5100" y="18021"/>
                  </a:lnTo>
                  <a:lnTo>
                    <a:pt x="5062" y="18251"/>
                  </a:lnTo>
                  <a:lnTo>
                    <a:pt x="5024" y="18468"/>
                  </a:lnTo>
                  <a:lnTo>
                    <a:pt x="4653" y="18532"/>
                  </a:lnTo>
                  <a:lnTo>
                    <a:pt x="4640" y="18647"/>
                  </a:lnTo>
                  <a:lnTo>
                    <a:pt x="4666" y="18877"/>
                  </a:lnTo>
                  <a:lnTo>
                    <a:pt x="4257" y="18865"/>
                  </a:lnTo>
                  <a:lnTo>
                    <a:pt x="4167" y="18928"/>
                  </a:lnTo>
                  <a:lnTo>
                    <a:pt x="4116" y="18967"/>
                  </a:lnTo>
                  <a:lnTo>
                    <a:pt x="4091" y="18992"/>
                  </a:lnTo>
                  <a:lnTo>
                    <a:pt x="4116" y="19018"/>
                  </a:lnTo>
                  <a:lnTo>
                    <a:pt x="4218" y="19159"/>
                  </a:lnTo>
                  <a:lnTo>
                    <a:pt x="4193" y="19248"/>
                  </a:lnTo>
                  <a:lnTo>
                    <a:pt x="4167" y="19312"/>
                  </a:lnTo>
                  <a:lnTo>
                    <a:pt x="4155" y="19350"/>
                  </a:lnTo>
                  <a:lnTo>
                    <a:pt x="4155" y="19401"/>
                  </a:lnTo>
                  <a:lnTo>
                    <a:pt x="4155" y="19440"/>
                  </a:lnTo>
                  <a:lnTo>
                    <a:pt x="4180" y="19465"/>
                  </a:lnTo>
                  <a:lnTo>
                    <a:pt x="4193" y="19491"/>
                  </a:lnTo>
                  <a:lnTo>
                    <a:pt x="4257" y="19542"/>
                  </a:lnTo>
                  <a:lnTo>
                    <a:pt x="4334" y="19567"/>
                  </a:lnTo>
                  <a:lnTo>
                    <a:pt x="4397" y="19580"/>
                  </a:lnTo>
                  <a:lnTo>
                    <a:pt x="4474" y="19606"/>
                  </a:lnTo>
                  <a:lnTo>
                    <a:pt x="4423" y="19798"/>
                  </a:lnTo>
                  <a:lnTo>
                    <a:pt x="4576" y="19976"/>
                  </a:lnTo>
                  <a:lnTo>
                    <a:pt x="4385" y="20245"/>
                  </a:lnTo>
                  <a:lnTo>
                    <a:pt x="4206" y="20322"/>
                  </a:lnTo>
                  <a:lnTo>
                    <a:pt x="3861" y="20053"/>
                  </a:lnTo>
                  <a:lnTo>
                    <a:pt x="3848" y="20040"/>
                  </a:lnTo>
                  <a:lnTo>
                    <a:pt x="3822" y="20040"/>
                  </a:lnTo>
                  <a:lnTo>
                    <a:pt x="3810" y="20053"/>
                  </a:lnTo>
                  <a:lnTo>
                    <a:pt x="3797" y="20066"/>
                  </a:lnTo>
                  <a:lnTo>
                    <a:pt x="3720" y="20270"/>
                  </a:lnTo>
                  <a:lnTo>
                    <a:pt x="3733" y="20309"/>
                  </a:lnTo>
                  <a:lnTo>
                    <a:pt x="3950" y="20667"/>
                  </a:lnTo>
                  <a:lnTo>
                    <a:pt x="4052" y="21216"/>
                  </a:lnTo>
                  <a:lnTo>
                    <a:pt x="4065" y="21242"/>
                  </a:lnTo>
                  <a:lnTo>
                    <a:pt x="4103" y="21242"/>
                  </a:lnTo>
                  <a:lnTo>
                    <a:pt x="4244" y="21178"/>
                  </a:lnTo>
                  <a:lnTo>
                    <a:pt x="4449" y="21395"/>
                  </a:lnTo>
                  <a:lnTo>
                    <a:pt x="4461" y="21408"/>
                  </a:lnTo>
                  <a:lnTo>
                    <a:pt x="4947" y="21485"/>
                  </a:lnTo>
                  <a:lnTo>
                    <a:pt x="4947" y="21676"/>
                  </a:lnTo>
                  <a:lnTo>
                    <a:pt x="4960" y="21702"/>
                  </a:lnTo>
                  <a:lnTo>
                    <a:pt x="5164" y="21702"/>
                  </a:lnTo>
                  <a:lnTo>
                    <a:pt x="5241" y="21817"/>
                  </a:lnTo>
                  <a:lnTo>
                    <a:pt x="5254" y="21830"/>
                  </a:lnTo>
                  <a:lnTo>
                    <a:pt x="5803" y="22047"/>
                  </a:lnTo>
                  <a:lnTo>
                    <a:pt x="5803" y="22188"/>
                  </a:lnTo>
                  <a:lnTo>
                    <a:pt x="5880" y="22188"/>
                  </a:lnTo>
                  <a:lnTo>
                    <a:pt x="6008" y="22290"/>
                  </a:lnTo>
                  <a:lnTo>
                    <a:pt x="6493" y="21932"/>
                  </a:lnTo>
                  <a:lnTo>
                    <a:pt x="6506" y="21919"/>
                  </a:lnTo>
                  <a:lnTo>
                    <a:pt x="6532" y="21932"/>
                  </a:lnTo>
                  <a:lnTo>
                    <a:pt x="7452" y="22622"/>
                  </a:lnTo>
                  <a:lnTo>
                    <a:pt x="7695" y="22622"/>
                  </a:lnTo>
                  <a:lnTo>
                    <a:pt x="7708" y="22635"/>
                  </a:lnTo>
                  <a:lnTo>
                    <a:pt x="7861" y="22967"/>
                  </a:lnTo>
                  <a:lnTo>
                    <a:pt x="8359" y="22967"/>
                  </a:lnTo>
                  <a:lnTo>
                    <a:pt x="8372" y="22980"/>
                  </a:lnTo>
                  <a:lnTo>
                    <a:pt x="8615" y="23466"/>
                  </a:lnTo>
                  <a:lnTo>
                    <a:pt x="8845" y="23619"/>
                  </a:lnTo>
                  <a:lnTo>
                    <a:pt x="9113" y="23555"/>
                  </a:lnTo>
                  <a:lnTo>
                    <a:pt x="9152" y="23555"/>
                  </a:lnTo>
                  <a:lnTo>
                    <a:pt x="9318" y="23683"/>
                  </a:lnTo>
                  <a:lnTo>
                    <a:pt x="9331" y="23696"/>
                  </a:lnTo>
                  <a:lnTo>
                    <a:pt x="9395" y="23836"/>
                  </a:lnTo>
                  <a:lnTo>
                    <a:pt x="9689" y="23836"/>
                  </a:lnTo>
                  <a:lnTo>
                    <a:pt x="9714" y="23849"/>
                  </a:lnTo>
                  <a:lnTo>
                    <a:pt x="9931" y="24105"/>
                  </a:lnTo>
                  <a:lnTo>
                    <a:pt x="10072" y="24105"/>
                  </a:lnTo>
                  <a:lnTo>
                    <a:pt x="10085" y="24117"/>
                  </a:lnTo>
                  <a:lnTo>
                    <a:pt x="10264" y="24181"/>
                  </a:lnTo>
                  <a:lnTo>
                    <a:pt x="10264" y="24053"/>
                  </a:lnTo>
                  <a:lnTo>
                    <a:pt x="10277" y="24015"/>
                  </a:lnTo>
                  <a:lnTo>
                    <a:pt x="10302" y="24015"/>
                  </a:lnTo>
                  <a:lnTo>
                    <a:pt x="10801" y="24117"/>
                  </a:lnTo>
                  <a:lnTo>
                    <a:pt x="11440" y="24194"/>
                  </a:lnTo>
                  <a:lnTo>
                    <a:pt x="11836" y="23977"/>
                  </a:lnTo>
                  <a:lnTo>
                    <a:pt x="11861" y="23977"/>
                  </a:lnTo>
                  <a:lnTo>
                    <a:pt x="11887" y="23990"/>
                  </a:lnTo>
                  <a:lnTo>
                    <a:pt x="12091" y="24335"/>
                  </a:lnTo>
                  <a:lnTo>
                    <a:pt x="12334" y="24220"/>
                  </a:lnTo>
                  <a:lnTo>
                    <a:pt x="12845" y="23721"/>
                  </a:lnTo>
                  <a:lnTo>
                    <a:pt x="12871" y="23708"/>
                  </a:lnTo>
                  <a:lnTo>
                    <a:pt x="12884" y="23721"/>
                  </a:lnTo>
                  <a:lnTo>
                    <a:pt x="13254" y="23862"/>
                  </a:lnTo>
                  <a:lnTo>
                    <a:pt x="13842" y="23990"/>
                  </a:lnTo>
                  <a:lnTo>
                    <a:pt x="14277" y="23990"/>
                  </a:lnTo>
                  <a:lnTo>
                    <a:pt x="14290" y="24002"/>
                  </a:lnTo>
                  <a:lnTo>
                    <a:pt x="14443" y="24335"/>
                  </a:lnTo>
                  <a:lnTo>
                    <a:pt x="14954" y="24168"/>
                  </a:lnTo>
                  <a:lnTo>
                    <a:pt x="15478" y="23632"/>
                  </a:lnTo>
                  <a:lnTo>
                    <a:pt x="15491" y="23632"/>
                  </a:lnTo>
                  <a:lnTo>
                    <a:pt x="15938" y="23542"/>
                  </a:lnTo>
                  <a:lnTo>
                    <a:pt x="16526" y="22967"/>
                  </a:lnTo>
                  <a:lnTo>
                    <a:pt x="16552" y="22954"/>
                  </a:lnTo>
                  <a:lnTo>
                    <a:pt x="16565" y="22954"/>
                  </a:lnTo>
                  <a:lnTo>
                    <a:pt x="17050" y="23069"/>
                  </a:lnTo>
                  <a:lnTo>
                    <a:pt x="17689" y="22788"/>
                  </a:lnTo>
                  <a:lnTo>
                    <a:pt x="17702" y="22788"/>
                  </a:lnTo>
                  <a:lnTo>
                    <a:pt x="17728" y="22801"/>
                  </a:lnTo>
                  <a:lnTo>
                    <a:pt x="18047" y="23031"/>
                  </a:lnTo>
                  <a:lnTo>
                    <a:pt x="18060" y="23044"/>
                  </a:lnTo>
                  <a:lnTo>
                    <a:pt x="18060" y="23069"/>
                  </a:lnTo>
                  <a:lnTo>
                    <a:pt x="18060" y="23261"/>
                  </a:lnTo>
                  <a:lnTo>
                    <a:pt x="18226" y="23274"/>
                  </a:lnTo>
                  <a:lnTo>
                    <a:pt x="18252" y="23287"/>
                  </a:lnTo>
                  <a:lnTo>
                    <a:pt x="18264" y="23299"/>
                  </a:lnTo>
                  <a:lnTo>
                    <a:pt x="18264" y="23312"/>
                  </a:lnTo>
                  <a:lnTo>
                    <a:pt x="18264" y="23325"/>
                  </a:lnTo>
                  <a:lnTo>
                    <a:pt x="18098" y="23708"/>
                  </a:lnTo>
                  <a:lnTo>
                    <a:pt x="18239" y="23798"/>
                  </a:lnTo>
                  <a:lnTo>
                    <a:pt x="18584" y="23772"/>
                  </a:lnTo>
                  <a:lnTo>
                    <a:pt x="18610" y="23785"/>
                  </a:lnTo>
                  <a:lnTo>
                    <a:pt x="18622" y="23823"/>
                  </a:lnTo>
                  <a:lnTo>
                    <a:pt x="18597" y="24002"/>
                  </a:lnTo>
                  <a:lnTo>
                    <a:pt x="18788" y="24079"/>
                  </a:lnTo>
                  <a:lnTo>
                    <a:pt x="19070" y="24360"/>
                  </a:lnTo>
                  <a:lnTo>
                    <a:pt x="19146" y="24692"/>
                  </a:lnTo>
                  <a:lnTo>
                    <a:pt x="19185" y="24718"/>
                  </a:lnTo>
                  <a:lnTo>
                    <a:pt x="19249" y="24692"/>
                  </a:lnTo>
                  <a:lnTo>
                    <a:pt x="19466" y="24846"/>
                  </a:lnTo>
                  <a:lnTo>
                    <a:pt x="19491" y="25447"/>
                  </a:lnTo>
                  <a:lnTo>
                    <a:pt x="19568" y="25638"/>
                  </a:lnTo>
                  <a:lnTo>
                    <a:pt x="19479" y="25932"/>
                  </a:lnTo>
                  <a:lnTo>
                    <a:pt x="19530" y="26060"/>
                  </a:lnTo>
                  <a:lnTo>
                    <a:pt x="19427" y="26098"/>
                  </a:lnTo>
                  <a:lnTo>
                    <a:pt x="19491" y="26226"/>
                  </a:lnTo>
                  <a:lnTo>
                    <a:pt x="19453" y="26265"/>
                  </a:lnTo>
                  <a:lnTo>
                    <a:pt x="19325" y="26303"/>
                  </a:lnTo>
                  <a:lnTo>
                    <a:pt x="19236" y="26507"/>
                  </a:lnTo>
                  <a:lnTo>
                    <a:pt x="19121" y="26507"/>
                  </a:lnTo>
                  <a:lnTo>
                    <a:pt x="19070" y="26673"/>
                  </a:lnTo>
                  <a:lnTo>
                    <a:pt x="18891" y="26776"/>
                  </a:lnTo>
                  <a:lnTo>
                    <a:pt x="18622" y="27121"/>
                  </a:lnTo>
                  <a:lnTo>
                    <a:pt x="18622" y="27300"/>
                  </a:lnTo>
                  <a:lnTo>
                    <a:pt x="18763" y="27402"/>
                  </a:lnTo>
                  <a:lnTo>
                    <a:pt x="18725" y="27683"/>
                  </a:lnTo>
                  <a:lnTo>
                    <a:pt x="18725" y="27683"/>
                  </a:lnTo>
                  <a:lnTo>
                    <a:pt x="19121" y="27517"/>
                  </a:lnTo>
                  <a:lnTo>
                    <a:pt x="19325" y="27530"/>
                  </a:lnTo>
                  <a:lnTo>
                    <a:pt x="19798" y="27197"/>
                  </a:lnTo>
                  <a:lnTo>
                    <a:pt x="19888" y="27543"/>
                  </a:lnTo>
                  <a:lnTo>
                    <a:pt x="19824" y="27619"/>
                  </a:lnTo>
                  <a:lnTo>
                    <a:pt x="19811" y="27734"/>
                  </a:lnTo>
                  <a:lnTo>
                    <a:pt x="19900" y="27977"/>
                  </a:lnTo>
                  <a:lnTo>
                    <a:pt x="20067" y="28054"/>
                  </a:lnTo>
                  <a:lnTo>
                    <a:pt x="20360" y="28041"/>
                  </a:lnTo>
                  <a:lnTo>
                    <a:pt x="20373" y="28284"/>
                  </a:lnTo>
                  <a:lnTo>
                    <a:pt x="20271" y="28297"/>
                  </a:lnTo>
                  <a:lnTo>
                    <a:pt x="20233" y="28412"/>
                  </a:lnTo>
                  <a:lnTo>
                    <a:pt x="20258" y="28591"/>
                  </a:lnTo>
                  <a:lnTo>
                    <a:pt x="20182" y="28795"/>
                  </a:lnTo>
                  <a:lnTo>
                    <a:pt x="20654" y="28833"/>
                  </a:lnTo>
                  <a:lnTo>
                    <a:pt x="20680" y="29063"/>
                  </a:lnTo>
                  <a:lnTo>
                    <a:pt x="20897" y="29153"/>
                  </a:lnTo>
                  <a:lnTo>
                    <a:pt x="20936" y="29281"/>
                  </a:lnTo>
                  <a:lnTo>
                    <a:pt x="21102" y="29255"/>
                  </a:lnTo>
                  <a:lnTo>
                    <a:pt x="21191" y="29319"/>
                  </a:lnTo>
                  <a:lnTo>
                    <a:pt x="21549" y="29038"/>
                  </a:lnTo>
                  <a:lnTo>
                    <a:pt x="21613" y="29038"/>
                  </a:lnTo>
                  <a:lnTo>
                    <a:pt x="21677" y="29127"/>
                  </a:lnTo>
                  <a:lnTo>
                    <a:pt x="21792" y="29485"/>
                  </a:lnTo>
                  <a:lnTo>
                    <a:pt x="22124" y="29498"/>
                  </a:lnTo>
                  <a:lnTo>
                    <a:pt x="22060" y="29000"/>
                  </a:lnTo>
                  <a:lnTo>
                    <a:pt x="21984" y="28654"/>
                  </a:lnTo>
                  <a:lnTo>
                    <a:pt x="21996" y="28488"/>
                  </a:lnTo>
                  <a:lnTo>
                    <a:pt x="22214" y="28412"/>
                  </a:lnTo>
                  <a:lnTo>
                    <a:pt x="22354" y="28514"/>
                  </a:lnTo>
                  <a:lnTo>
                    <a:pt x="22584" y="28514"/>
                  </a:lnTo>
                  <a:lnTo>
                    <a:pt x="22776" y="28220"/>
                  </a:lnTo>
                  <a:lnTo>
                    <a:pt x="23044" y="28297"/>
                  </a:lnTo>
                  <a:lnTo>
                    <a:pt x="23236" y="28565"/>
                  </a:lnTo>
                  <a:lnTo>
                    <a:pt x="23338" y="28220"/>
                  </a:lnTo>
                  <a:lnTo>
                    <a:pt x="23364" y="28194"/>
                  </a:lnTo>
                  <a:lnTo>
                    <a:pt x="23389" y="28194"/>
                  </a:lnTo>
                  <a:lnTo>
                    <a:pt x="23594" y="28539"/>
                  </a:lnTo>
                  <a:lnTo>
                    <a:pt x="23683" y="28297"/>
                  </a:lnTo>
                  <a:lnTo>
                    <a:pt x="23837" y="28322"/>
                  </a:lnTo>
                  <a:lnTo>
                    <a:pt x="23888" y="28450"/>
                  </a:lnTo>
                  <a:lnTo>
                    <a:pt x="24322" y="28271"/>
                  </a:lnTo>
                  <a:lnTo>
                    <a:pt x="24553" y="28207"/>
                  </a:lnTo>
                  <a:lnTo>
                    <a:pt x="24642" y="28105"/>
                  </a:lnTo>
                  <a:lnTo>
                    <a:pt x="24629" y="27952"/>
                  </a:lnTo>
                  <a:lnTo>
                    <a:pt x="24962" y="27811"/>
                  </a:lnTo>
                  <a:lnTo>
                    <a:pt x="25025" y="27683"/>
                  </a:lnTo>
                  <a:lnTo>
                    <a:pt x="25153" y="27747"/>
                  </a:lnTo>
                  <a:lnTo>
                    <a:pt x="25281" y="27977"/>
                  </a:lnTo>
                  <a:lnTo>
                    <a:pt x="25422" y="27977"/>
                  </a:lnTo>
                  <a:lnTo>
                    <a:pt x="25511" y="28092"/>
                  </a:lnTo>
                  <a:lnTo>
                    <a:pt x="25639" y="28015"/>
                  </a:lnTo>
                  <a:lnTo>
                    <a:pt x="25805" y="28067"/>
                  </a:lnTo>
                  <a:lnTo>
                    <a:pt x="25831" y="28156"/>
                  </a:lnTo>
                  <a:lnTo>
                    <a:pt x="26061" y="28079"/>
                  </a:lnTo>
                  <a:lnTo>
                    <a:pt x="26291" y="28233"/>
                  </a:lnTo>
                  <a:lnTo>
                    <a:pt x="26201" y="28424"/>
                  </a:lnTo>
                  <a:lnTo>
                    <a:pt x="26125" y="28476"/>
                  </a:lnTo>
                  <a:lnTo>
                    <a:pt x="26125" y="28629"/>
                  </a:lnTo>
                  <a:lnTo>
                    <a:pt x="26214" y="28667"/>
                  </a:lnTo>
                  <a:lnTo>
                    <a:pt x="26214" y="28885"/>
                  </a:lnTo>
                  <a:lnTo>
                    <a:pt x="26470" y="28974"/>
                  </a:lnTo>
                  <a:lnTo>
                    <a:pt x="26559" y="29115"/>
                  </a:lnTo>
                  <a:lnTo>
                    <a:pt x="26815" y="29191"/>
                  </a:lnTo>
                  <a:lnTo>
                    <a:pt x="27096" y="29178"/>
                  </a:lnTo>
                  <a:lnTo>
                    <a:pt x="27351" y="29357"/>
                  </a:lnTo>
                  <a:lnTo>
                    <a:pt x="27492" y="29306"/>
                  </a:lnTo>
                  <a:lnTo>
                    <a:pt x="27735" y="29306"/>
                  </a:lnTo>
                  <a:lnTo>
                    <a:pt x="27735" y="29421"/>
                  </a:lnTo>
                  <a:lnTo>
                    <a:pt x="27965" y="29587"/>
                  </a:lnTo>
                  <a:lnTo>
                    <a:pt x="28272" y="29728"/>
                  </a:lnTo>
                  <a:lnTo>
                    <a:pt x="28489" y="29587"/>
                  </a:lnTo>
                  <a:lnTo>
                    <a:pt x="28745" y="29728"/>
                  </a:lnTo>
                  <a:lnTo>
                    <a:pt x="28719" y="29779"/>
                  </a:lnTo>
                  <a:lnTo>
                    <a:pt x="28681" y="29843"/>
                  </a:lnTo>
                  <a:lnTo>
                    <a:pt x="28617" y="29984"/>
                  </a:lnTo>
                  <a:lnTo>
                    <a:pt x="28540" y="30163"/>
                  </a:lnTo>
                  <a:lnTo>
                    <a:pt x="28540" y="30188"/>
                  </a:lnTo>
                  <a:lnTo>
                    <a:pt x="28540" y="30214"/>
                  </a:lnTo>
                  <a:lnTo>
                    <a:pt x="28591" y="30265"/>
                  </a:lnTo>
                  <a:lnTo>
                    <a:pt x="28668" y="30316"/>
                  </a:lnTo>
                  <a:lnTo>
                    <a:pt x="28975" y="30623"/>
                  </a:lnTo>
                  <a:lnTo>
                    <a:pt x="29217" y="30533"/>
                  </a:lnTo>
                  <a:lnTo>
                    <a:pt x="29179" y="30380"/>
                  </a:lnTo>
                  <a:lnTo>
                    <a:pt x="29205" y="30278"/>
                  </a:lnTo>
                  <a:lnTo>
                    <a:pt x="29154" y="30150"/>
                  </a:lnTo>
                  <a:lnTo>
                    <a:pt x="29051" y="30137"/>
                  </a:lnTo>
                  <a:lnTo>
                    <a:pt x="28987" y="30022"/>
                  </a:lnTo>
                  <a:lnTo>
                    <a:pt x="29154" y="29881"/>
                  </a:lnTo>
                  <a:lnTo>
                    <a:pt x="29230" y="29856"/>
                  </a:lnTo>
                  <a:lnTo>
                    <a:pt x="29371" y="29830"/>
                  </a:lnTo>
                  <a:lnTo>
                    <a:pt x="29396" y="29818"/>
                  </a:lnTo>
                  <a:lnTo>
                    <a:pt x="29396" y="29805"/>
                  </a:lnTo>
                  <a:lnTo>
                    <a:pt x="29358" y="29754"/>
                  </a:lnTo>
                  <a:lnTo>
                    <a:pt x="29281" y="29690"/>
                  </a:lnTo>
                  <a:lnTo>
                    <a:pt x="29128" y="29613"/>
                  </a:lnTo>
                  <a:lnTo>
                    <a:pt x="29256" y="29600"/>
                  </a:lnTo>
                  <a:lnTo>
                    <a:pt x="29486" y="29600"/>
                  </a:lnTo>
                  <a:lnTo>
                    <a:pt x="29588" y="29702"/>
                  </a:lnTo>
                  <a:lnTo>
                    <a:pt x="29729" y="29792"/>
                  </a:lnTo>
                  <a:lnTo>
                    <a:pt x="29920" y="29613"/>
                  </a:lnTo>
                  <a:lnTo>
                    <a:pt x="30035" y="29511"/>
                  </a:lnTo>
                  <a:lnTo>
                    <a:pt x="30099" y="29587"/>
                  </a:lnTo>
                  <a:lnTo>
                    <a:pt x="30189" y="29562"/>
                  </a:lnTo>
                  <a:lnTo>
                    <a:pt x="30368" y="29396"/>
                  </a:lnTo>
                  <a:lnTo>
                    <a:pt x="30598" y="29332"/>
                  </a:lnTo>
                  <a:lnTo>
                    <a:pt x="30662" y="29421"/>
                  </a:lnTo>
                  <a:lnTo>
                    <a:pt x="30700" y="29485"/>
                  </a:lnTo>
                  <a:lnTo>
                    <a:pt x="30713" y="29498"/>
                  </a:lnTo>
                  <a:lnTo>
                    <a:pt x="30726" y="29498"/>
                  </a:lnTo>
                  <a:lnTo>
                    <a:pt x="30764" y="29472"/>
                  </a:lnTo>
                  <a:lnTo>
                    <a:pt x="30789" y="29472"/>
                  </a:lnTo>
                  <a:lnTo>
                    <a:pt x="30866" y="29345"/>
                  </a:lnTo>
                  <a:lnTo>
                    <a:pt x="30956" y="29383"/>
                  </a:lnTo>
                  <a:lnTo>
                    <a:pt x="31058" y="29421"/>
                  </a:lnTo>
                  <a:lnTo>
                    <a:pt x="31147" y="29332"/>
                  </a:lnTo>
                  <a:lnTo>
                    <a:pt x="31250" y="29178"/>
                  </a:lnTo>
                  <a:lnTo>
                    <a:pt x="31429" y="29076"/>
                  </a:lnTo>
                  <a:lnTo>
                    <a:pt x="31441" y="29102"/>
                  </a:lnTo>
                  <a:lnTo>
                    <a:pt x="31620" y="29089"/>
                  </a:lnTo>
                  <a:lnTo>
                    <a:pt x="31646" y="28974"/>
                  </a:lnTo>
                  <a:lnTo>
                    <a:pt x="31582" y="28897"/>
                  </a:lnTo>
                  <a:lnTo>
                    <a:pt x="31697" y="28833"/>
                  </a:lnTo>
                  <a:lnTo>
                    <a:pt x="31774" y="28744"/>
                  </a:lnTo>
                  <a:lnTo>
                    <a:pt x="31889" y="28744"/>
                  </a:lnTo>
                  <a:lnTo>
                    <a:pt x="32221" y="28629"/>
                  </a:lnTo>
                  <a:lnTo>
                    <a:pt x="32246" y="28629"/>
                  </a:lnTo>
                  <a:lnTo>
                    <a:pt x="32374" y="28667"/>
                  </a:lnTo>
                  <a:lnTo>
                    <a:pt x="32387" y="28667"/>
                  </a:lnTo>
                  <a:lnTo>
                    <a:pt x="32502" y="28642"/>
                  </a:lnTo>
                  <a:lnTo>
                    <a:pt x="32643" y="28795"/>
                  </a:lnTo>
                  <a:lnTo>
                    <a:pt x="32758" y="28680"/>
                  </a:lnTo>
                  <a:lnTo>
                    <a:pt x="32847" y="28629"/>
                  </a:lnTo>
                  <a:lnTo>
                    <a:pt x="32962" y="28578"/>
                  </a:lnTo>
                  <a:lnTo>
                    <a:pt x="32988" y="28591"/>
                  </a:lnTo>
                  <a:lnTo>
                    <a:pt x="33013" y="28629"/>
                  </a:lnTo>
                  <a:lnTo>
                    <a:pt x="33064" y="28667"/>
                  </a:lnTo>
                  <a:lnTo>
                    <a:pt x="33192" y="28603"/>
                  </a:lnTo>
                  <a:lnTo>
                    <a:pt x="33269" y="28501"/>
                  </a:lnTo>
                  <a:lnTo>
                    <a:pt x="33486" y="28616"/>
                  </a:lnTo>
                  <a:lnTo>
                    <a:pt x="34049" y="28501"/>
                  </a:lnTo>
                  <a:lnTo>
                    <a:pt x="34151" y="28207"/>
                  </a:lnTo>
                  <a:lnTo>
                    <a:pt x="34253" y="28092"/>
                  </a:lnTo>
                  <a:lnTo>
                    <a:pt x="34355" y="27964"/>
                  </a:lnTo>
                  <a:lnTo>
                    <a:pt x="34381" y="27964"/>
                  </a:lnTo>
                  <a:lnTo>
                    <a:pt x="34419" y="27952"/>
                  </a:lnTo>
                  <a:lnTo>
                    <a:pt x="34483" y="27952"/>
                  </a:lnTo>
                  <a:lnTo>
                    <a:pt x="34509" y="27785"/>
                  </a:lnTo>
                  <a:lnTo>
                    <a:pt x="34662" y="27696"/>
                  </a:lnTo>
                  <a:lnTo>
                    <a:pt x="34867" y="27696"/>
                  </a:lnTo>
                  <a:lnTo>
                    <a:pt x="34956" y="27594"/>
                  </a:lnTo>
                  <a:lnTo>
                    <a:pt x="34803" y="27555"/>
                  </a:lnTo>
                  <a:lnTo>
                    <a:pt x="34815" y="27389"/>
                  </a:lnTo>
                  <a:lnTo>
                    <a:pt x="34879" y="27376"/>
                  </a:lnTo>
                  <a:lnTo>
                    <a:pt x="35224" y="27274"/>
                  </a:lnTo>
                  <a:lnTo>
                    <a:pt x="35276" y="27057"/>
                  </a:lnTo>
                  <a:lnTo>
                    <a:pt x="35429" y="27172"/>
                  </a:lnTo>
                  <a:lnTo>
                    <a:pt x="35723" y="27159"/>
                  </a:lnTo>
                  <a:lnTo>
                    <a:pt x="35825" y="27057"/>
                  </a:lnTo>
                  <a:lnTo>
                    <a:pt x="35736" y="26865"/>
                  </a:lnTo>
                  <a:lnTo>
                    <a:pt x="35736" y="26865"/>
                  </a:lnTo>
                  <a:lnTo>
                    <a:pt x="35863" y="26916"/>
                  </a:lnTo>
                  <a:lnTo>
                    <a:pt x="35863" y="26789"/>
                  </a:lnTo>
                  <a:lnTo>
                    <a:pt x="35876" y="26584"/>
                  </a:lnTo>
                  <a:lnTo>
                    <a:pt x="36042" y="26699"/>
                  </a:lnTo>
                  <a:lnTo>
                    <a:pt x="36183" y="26622"/>
                  </a:lnTo>
                  <a:lnTo>
                    <a:pt x="36183" y="26507"/>
                  </a:lnTo>
                  <a:lnTo>
                    <a:pt x="36208" y="26405"/>
                  </a:lnTo>
                  <a:lnTo>
                    <a:pt x="36362" y="26456"/>
                  </a:lnTo>
                  <a:lnTo>
                    <a:pt x="36400" y="26597"/>
                  </a:lnTo>
                  <a:lnTo>
                    <a:pt x="36592" y="26392"/>
                  </a:lnTo>
                  <a:lnTo>
                    <a:pt x="36502" y="26316"/>
                  </a:lnTo>
                  <a:lnTo>
                    <a:pt x="36324" y="26380"/>
                  </a:lnTo>
                  <a:lnTo>
                    <a:pt x="36324" y="26213"/>
                  </a:lnTo>
                  <a:lnTo>
                    <a:pt x="36477" y="26124"/>
                  </a:lnTo>
                  <a:lnTo>
                    <a:pt x="36515" y="25983"/>
                  </a:lnTo>
                  <a:lnTo>
                    <a:pt x="36387" y="25907"/>
                  </a:lnTo>
                  <a:lnTo>
                    <a:pt x="36375" y="25792"/>
                  </a:lnTo>
                  <a:lnTo>
                    <a:pt x="36515" y="25741"/>
                  </a:lnTo>
                  <a:lnTo>
                    <a:pt x="36349" y="25383"/>
                  </a:lnTo>
                  <a:lnTo>
                    <a:pt x="36349" y="25383"/>
                  </a:lnTo>
                  <a:lnTo>
                    <a:pt x="36541" y="25549"/>
                  </a:lnTo>
                  <a:lnTo>
                    <a:pt x="36720" y="25485"/>
                  </a:lnTo>
                  <a:lnTo>
                    <a:pt x="36771" y="25332"/>
                  </a:lnTo>
                  <a:lnTo>
                    <a:pt x="36950" y="25025"/>
                  </a:lnTo>
                  <a:lnTo>
                    <a:pt x="37308" y="24705"/>
                  </a:lnTo>
                  <a:lnTo>
                    <a:pt x="37308" y="24539"/>
                  </a:lnTo>
                  <a:lnTo>
                    <a:pt x="37410" y="24462"/>
                  </a:lnTo>
                  <a:lnTo>
                    <a:pt x="37282" y="24194"/>
                  </a:lnTo>
                  <a:lnTo>
                    <a:pt x="37282" y="24194"/>
                  </a:lnTo>
                  <a:lnTo>
                    <a:pt x="37435" y="24309"/>
                  </a:lnTo>
                  <a:lnTo>
                    <a:pt x="37499" y="24117"/>
                  </a:lnTo>
                  <a:lnTo>
                    <a:pt x="37717" y="23938"/>
                  </a:lnTo>
                  <a:lnTo>
                    <a:pt x="37896" y="24015"/>
                  </a:lnTo>
                  <a:lnTo>
                    <a:pt x="38074" y="23887"/>
                  </a:lnTo>
                  <a:lnTo>
                    <a:pt x="38126" y="23772"/>
                  </a:lnTo>
                  <a:lnTo>
                    <a:pt x="37806" y="23529"/>
                  </a:lnTo>
                  <a:lnTo>
                    <a:pt x="38087" y="23606"/>
                  </a:lnTo>
                  <a:lnTo>
                    <a:pt x="38151" y="23542"/>
                  </a:lnTo>
                  <a:lnTo>
                    <a:pt x="38074" y="23376"/>
                  </a:lnTo>
                  <a:lnTo>
                    <a:pt x="37883" y="23274"/>
                  </a:lnTo>
                  <a:lnTo>
                    <a:pt x="38074" y="23082"/>
                  </a:lnTo>
                  <a:lnTo>
                    <a:pt x="38356" y="23031"/>
                  </a:lnTo>
                  <a:lnTo>
                    <a:pt x="38381" y="22942"/>
                  </a:lnTo>
                  <a:lnTo>
                    <a:pt x="38305" y="22942"/>
                  </a:lnTo>
                  <a:lnTo>
                    <a:pt x="38241" y="22929"/>
                  </a:lnTo>
                  <a:lnTo>
                    <a:pt x="38215" y="22916"/>
                  </a:lnTo>
                  <a:lnTo>
                    <a:pt x="38292" y="22801"/>
                  </a:lnTo>
                  <a:lnTo>
                    <a:pt x="38394" y="22686"/>
                  </a:lnTo>
                  <a:lnTo>
                    <a:pt x="38445" y="22571"/>
                  </a:lnTo>
                  <a:lnTo>
                    <a:pt x="38496" y="22558"/>
                  </a:lnTo>
                  <a:lnTo>
                    <a:pt x="38598" y="22481"/>
                  </a:lnTo>
                  <a:lnTo>
                    <a:pt x="38432" y="22303"/>
                  </a:lnTo>
                  <a:lnTo>
                    <a:pt x="38381" y="22443"/>
                  </a:lnTo>
                  <a:lnTo>
                    <a:pt x="38407" y="22596"/>
                  </a:lnTo>
                  <a:lnTo>
                    <a:pt x="38215" y="22596"/>
                  </a:lnTo>
                  <a:lnTo>
                    <a:pt x="38036" y="22430"/>
                  </a:lnTo>
                  <a:lnTo>
                    <a:pt x="37781" y="22239"/>
                  </a:lnTo>
                  <a:lnTo>
                    <a:pt x="37640" y="22303"/>
                  </a:lnTo>
                  <a:lnTo>
                    <a:pt x="37487" y="22481"/>
                  </a:lnTo>
                  <a:lnTo>
                    <a:pt x="37244" y="22226"/>
                  </a:lnTo>
                  <a:lnTo>
                    <a:pt x="37244" y="22213"/>
                  </a:lnTo>
                  <a:lnTo>
                    <a:pt x="37269" y="22200"/>
                  </a:lnTo>
                  <a:lnTo>
                    <a:pt x="37320" y="22188"/>
                  </a:lnTo>
                  <a:lnTo>
                    <a:pt x="37474" y="22188"/>
                  </a:lnTo>
                  <a:lnTo>
                    <a:pt x="37589" y="22085"/>
                  </a:lnTo>
                  <a:lnTo>
                    <a:pt x="37959" y="21804"/>
                  </a:lnTo>
                  <a:lnTo>
                    <a:pt x="38305" y="21791"/>
                  </a:lnTo>
                  <a:lnTo>
                    <a:pt x="38330" y="21676"/>
                  </a:lnTo>
                  <a:lnTo>
                    <a:pt x="38202" y="21651"/>
                  </a:lnTo>
                  <a:lnTo>
                    <a:pt x="37959" y="21255"/>
                  </a:lnTo>
                  <a:lnTo>
                    <a:pt x="37448" y="20897"/>
                  </a:lnTo>
                  <a:lnTo>
                    <a:pt x="37844" y="20909"/>
                  </a:lnTo>
                  <a:lnTo>
                    <a:pt x="38049" y="20973"/>
                  </a:lnTo>
                  <a:lnTo>
                    <a:pt x="38241" y="21088"/>
                  </a:lnTo>
                  <a:lnTo>
                    <a:pt x="38445" y="21012"/>
                  </a:lnTo>
                  <a:lnTo>
                    <a:pt x="38305" y="20871"/>
                  </a:lnTo>
                  <a:lnTo>
                    <a:pt x="38011" y="20731"/>
                  </a:lnTo>
                  <a:lnTo>
                    <a:pt x="37972" y="20577"/>
                  </a:lnTo>
                  <a:lnTo>
                    <a:pt x="37883" y="20398"/>
                  </a:lnTo>
                  <a:lnTo>
                    <a:pt x="37729" y="20322"/>
                  </a:lnTo>
                  <a:lnTo>
                    <a:pt x="37487" y="20181"/>
                  </a:lnTo>
                  <a:lnTo>
                    <a:pt x="37487" y="19913"/>
                  </a:lnTo>
                  <a:lnTo>
                    <a:pt x="37474" y="19772"/>
                  </a:lnTo>
                  <a:lnTo>
                    <a:pt x="37372" y="19593"/>
                  </a:lnTo>
                  <a:lnTo>
                    <a:pt x="37372" y="19452"/>
                  </a:lnTo>
                  <a:lnTo>
                    <a:pt x="37205" y="19401"/>
                  </a:lnTo>
                  <a:lnTo>
                    <a:pt x="37167" y="19095"/>
                  </a:lnTo>
                  <a:lnTo>
                    <a:pt x="37141" y="18941"/>
                  </a:lnTo>
                  <a:lnTo>
                    <a:pt x="36899" y="18660"/>
                  </a:lnTo>
                  <a:lnTo>
                    <a:pt x="36349" y="18404"/>
                  </a:lnTo>
                  <a:lnTo>
                    <a:pt x="36170" y="18328"/>
                  </a:lnTo>
                  <a:lnTo>
                    <a:pt x="36157" y="18110"/>
                  </a:lnTo>
                  <a:lnTo>
                    <a:pt x="36272" y="17944"/>
                  </a:lnTo>
                  <a:lnTo>
                    <a:pt x="36694" y="17535"/>
                  </a:lnTo>
                  <a:lnTo>
                    <a:pt x="36937" y="17305"/>
                  </a:lnTo>
                  <a:lnTo>
                    <a:pt x="36860" y="17152"/>
                  </a:lnTo>
                  <a:lnTo>
                    <a:pt x="37116" y="17165"/>
                  </a:lnTo>
                  <a:lnTo>
                    <a:pt x="37384" y="17152"/>
                  </a:lnTo>
                  <a:lnTo>
                    <a:pt x="37410" y="16922"/>
                  </a:lnTo>
                  <a:lnTo>
                    <a:pt x="37563" y="16743"/>
                  </a:lnTo>
                  <a:lnTo>
                    <a:pt x="37678" y="16628"/>
                  </a:lnTo>
                  <a:lnTo>
                    <a:pt x="37972" y="16602"/>
                  </a:lnTo>
                  <a:lnTo>
                    <a:pt x="38177" y="16462"/>
                  </a:lnTo>
                  <a:lnTo>
                    <a:pt x="38368" y="16360"/>
                  </a:lnTo>
                  <a:lnTo>
                    <a:pt x="38598" y="16436"/>
                  </a:lnTo>
                  <a:lnTo>
                    <a:pt x="38816" y="16462"/>
                  </a:lnTo>
                  <a:lnTo>
                    <a:pt x="38816" y="16462"/>
                  </a:lnTo>
                  <a:lnTo>
                    <a:pt x="38803" y="16321"/>
                  </a:lnTo>
                  <a:lnTo>
                    <a:pt x="38829" y="16283"/>
                  </a:lnTo>
                  <a:lnTo>
                    <a:pt x="38854" y="16257"/>
                  </a:lnTo>
                  <a:lnTo>
                    <a:pt x="38905" y="16219"/>
                  </a:lnTo>
                  <a:lnTo>
                    <a:pt x="38931" y="16206"/>
                  </a:lnTo>
                  <a:lnTo>
                    <a:pt x="38944" y="16181"/>
                  </a:lnTo>
                  <a:lnTo>
                    <a:pt x="38931" y="16168"/>
                  </a:lnTo>
                  <a:lnTo>
                    <a:pt x="38918" y="16142"/>
                  </a:lnTo>
                  <a:lnTo>
                    <a:pt x="38892" y="16104"/>
                  </a:lnTo>
                  <a:lnTo>
                    <a:pt x="38867" y="16091"/>
                  </a:lnTo>
                  <a:lnTo>
                    <a:pt x="38650" y="15963"/>
                  </a:lnTo>
                  <a:lnTo>
                    <a:pt x="38701" y="15848"/>
                  </a:lnTo>
                  <a:lnTo>
                    <a:pt x="38535" y="15823"/>
                  </a:lnTo>
                  <a:lnTo>
                    <a:pt x="38368" y="15848"/>
                  </a:lnTo>
                  <a:lnTo>
                    <a:pt x="38177" y="15887"/>
                  </a:lnTo>
                  <a:lnTo>
                    <a:pt x="37985" y="15887"/>
                  </a:lnTo>
                  <a:lnTo>
                    <a:pt x="37844" y="15759"/>
                  </a:lnTo>
                  <a:lnTo>
                    <a:pt x="37499" y="15580"/>
                  </a:lnTo>
                  <a:lnTo>
                    <a:pt x="37244" y="15567"/>
                  </a:lnTo>
                  <a:lnTo>
                    <a:pt x="36988" y="15797"/>
                  </a:lnTo>
                  <a:lnTo>
                    <a:pt x="36605" y="16193"/>
                  </a:lnTo>
                  <a:lnTo>
                    <a:pt x="36566" y="16206"/>
                  </a:lnTo>
                  <a:lnTo>
                    <a:pt x="36515" y="16206"/>
                  </a:lnTo>
                  <a:lnTo>
                    <a:pt x="36451" y="16193"/>
                  </a:lnTo>
                  <a:lnTo>
                    <a:pt x="36119" y="16193"/>
                  </a:lnTo>
                  <a:lnTo>
                    <a:pt x="36004" y="15836"/>
                  </a:lnTo>
                  <a:lnTo>
                    <a:pt x="36042" y="15784"/>
                  </a:lnTo>
                  <a:lnTo>
                    <a:pt x="36081" y="15708"/>
                  </a:lnTo>
                  <a:lnTo>
                    <a:pt x="36093" y="15669"/>
                  </a:lnTo>
                  <a:lnTo>
                    <a:pt x="36119" y="15606"/>
                  </a:lnTo>
                  <a:lnTo>
                    <a:pt x="36145" y="15503"/>
                  </a:lnTo>
                  <a:lnTo>
                    <a:pt x="35978" y="15350"/>
                  </a:lnTo>
                  <a:lnTo>
                    <a:pt x="35812" y="15171"/>
                  </a:lnTo>
                  <a:lnTo>
                    <a:pt x="35812" y="15299"/>
                  </a:lnTo>
                  <a:lnTo>
                    <a:pt x="35531" y="15286"/>
                  </a:lnTo>
                  <a:lnTo>
                    <a:pt x="35224" y="15248"/>
                  </a:lnTo>
                  <a:lnTo>
                    <a:pt x="34828" y="14813"/>
                  </a:lnTo>
                  <a:lnTo>
                    <a:pt x="35109" y="14353"/>
                  </a:lnTo>
                  <a:lnTo>
                    <a:pt x="35288" y="14353"/>
                  </a:lnTo>
                  <a:lnTo>
                    <a:pt x="35493" y="14455"/>
                  </a:lnTo>
                  <a:lnTo>
                    <a:pt x="35595" y="14404"/>
                  </a:lnTo>
                  <a:lnTo>
                    <a:pt x="35838" y="14404"/>
                  </a:lnTo>
                  <a:lnTo>
                    <a:pt x="35966" y="14340"/>
                  </a:lnTo>
                  <a:lnTo>
                    <a:pt x="36119" y="14264"/>
                  </a:lnTo>
                  <a:lnTo>
                    <a:pt x="36132" y="14212"/>
                  </a:lnTo>
                  <a:lnTo>
                    <a:pt x="36145" y="14149"/>
                  </a:lnTo>
                  <a:lnTo>
                    <a:pt x="36170" y="14059"/>
                  </a:lnTo>
                  <a:lnTo>
                    <a:pt x="36426" y="13752"/>
                  </a:lnTo>
                  <a:lnTo>
                    <a:pt x="36592" y="13599"/>
                  </a:lnTo>
                  <a:lnTo>
                    <a:pt x="36886" y="13599"/>
                  </a:lnTo>
                  <a:lnTo>
                    <a:pt x="37167" y="13382"/>
                  </a:lnTo>
                  <a:lnTo>
                    <a:pt x="37487" y="13062"/>
                  </a:lnTo>
                  <a:lnTo>
                    <a:pt x="37742" y="12768"/>
                  </a:lnTo>
                  <a:lnTo>
                    <a:pt x="37998" y="12755"/>
                  </a:lnTo>
                  <a:lnTo>
                    <a:pt x="38317" y="12807"/>
                  </a:lnTo>
                  <a:lnTo>
                    <a:pt x="38637" y="12998"/>
                  </a:lnTo>
                  <a:lnTo>
                    <a:pt x="38598" y="13203"/>
                  </a:lnTo>
                  <a:lnTo>
                    <a:pt x="38458" y="13484"/>
                  </a:lnTo>
                  <a:lnTo>
                    <a:pt x="38253" y="13561"/>
                  </a:lnTo>
                  <a:lnTo>
                    <a:pt x="38074" y="13701"/>
                  </a:lnTo>
                  <a:lnTo>
                    <a:pt x="38036" y="13816"/>
                  </a:lnTo>
                  <a:lnTo>
                    <a:pt x="37844" y="14008"/>
                  </a:lnTo>
                  <a:lnTo>
                    <a:pt x="37998" y="14059"/>
                  </a:lnTo>
                  <a:lnTo>
                    <a:pt x="38356" y="14097"/>
                  </a:lnTo>
                  <a:lnTo>
                    <a:pt x="38113" y="14315"/>
                  </a:lnTo>
                  <a:lnTo>
                    <a:pt x="37768" y="14647"/>
                  </a:lnTo>
                  <a:lnTo>
                    <a:pt x="38126" y="14673"/>
                  </a:lnTo>
                  <a:lnTo>
                    <a:pt x="38164" y="14545"/>
                  </a:lnTo>
                  <a:lnTo>
                    <a:pt x="38368" y="14481"/>
                  </a:lnTo>
                  <a:lnTo>
                    <a:pt x="38598" y="14340"/>
                  </a:lnTo>
                  <a:lnTo>
                    <a:pt x="38854" y="14059"/>
                  </a:lnTo>
                  <a:lnTo>
                    <a:pt x="39186" y="13931"/>
                  </a:lnTo>
                  <a:lnTo>
                    <a:pt x="39634" y="13765"/>
                  </a:lnTo>
                  <a:lnTo>
                    <a:pt x="40043" y="13791"/>
                  </a:lnTo>
                  <a:lnTo>
                    <a:pt x="40132" y="13740"/>
                  </a:lnTo>
                  <a:lnTo>
                    <a:pt x="40222" y="13446"/>
                  </a:lnTo>
                  <a:lnTo>
                    <a:pt x="40247" y="13420"/>
                  </a:lnTo>
                  <a:lnTo>
                    <a:pt x="40439" y="13343"/>
                  </a:lnTo>
                  <a:lnTo>
                    <a:pt x="40886" y="12985"/>
                  </a:lnTo>
                  <a:lnTo>
                    <a:pt x="40899" y="12985"/>
                  </a:lnTo>
                  <a:lnTo>
                    <a:pt x="41219" y="12909"/>
                  </a:lnTo>
                  <a:lnTo>
                    <a:pt x="41385" y="12692"/>
                  </a:lnTo>
                  <a:lnTo>
                    <a:pt x="41397" y="12679"/>
                  </a:lnTo>
                  <a:lnTo>
                    <a:pt x="41410" y="12666"/>
                  </a:lnTo>
                  <a:lnTo>
                    <a:pt x="41679" y="12666"/>
                  </a:lnTo>
                  <a:lnTo>
                    <a:pt x="42049" y="12142"/>
                  </a:lnTo>
                  <a:lnTo>
                    <a:pt x="42049" y="11848"/>
                  </a:lnTo>
                  <a:lnTo>
                    <a:pt x="42062" y="11822"/>
                  </a:lnTo>
                  <a:lnTo>
                    <a:pt x="42267" y="11631"/>
                  </a:lnTo>
                  <a:lnTo>
                    <a:pt x="42318" y="11631"/>
                  </a:lnTo>
                  <a:lnTo>
                    <a:pt x="42778" y="12078"/>
                  </a:lnTo>
                  <a:lnTo>
                    <a:pt x="43302" y="12193"/>
                  </a:lnTo>
                  <a:lnTo>
                    <a:pt x="43302" y="12193"/>
                  </a:lnTo>
                  <a:lnTo>
                    <a:pt x="43238" y="11797"/>
                  </a:lnTo>
                  <a:lnTo>
                    <a:pt x="43072" y="11644"/>
                  </a:lnTo>
                  <a:lnTo>
                    <a:pt x="43059" y="11618"/>
                  </a:lnTo>
                  <a:lnTo>
                    <a:pt x="43059" y="11592"/>
                  </a:lnTo>
                  <a:lnTo>
                    <a:pt x="43072" y="11580"/>
                  </a:lnTo>
                  <a:lnTo>
                    <a:pt x="44005" y="11580"/>
                  </a:lnTo>
                  <a:lnTo>
                    <a:pt x="44273" y="11120"/>
                  </a:lnTo>
                  <a:lnTo>
                    <a:pt x="44286" y="11107"/>
                  </a:lnTo>
                  <a:lnTo>
                    <a:pt x="44503" y="11107"/>
                  </a:lnTo>
                  <a:lnTo>
                    <a:pt x="44631" y="10711"/>
                  </a:lnTo>
                  <a:lnTo>
                    <a:pt x="44708" y="10417"/>
                  </a:lnTo>
                  <a:lnTo>
                    <a:pt x="44720" y="10404"/>
                  </a:lnTo>
                  <a:lnTo>
                    <a:pt x="44733" y="10391"/>
                  </a:lnTo>
                  <a:lnTo>
                    <a:pt x="44746" y="10391"/>
                  </a:lnTo>
                  <a:lnTo>
                    <a:pt x="44772" y="10404"/>
                  </a:lnTo>
                  <a:lnTo>
                    <a:pt x="45078" y="10685"/>
                  </a:lnTo>
                  <a:lnTo>
                    <a:pt x="45091" y="10711"/>
                  </a:lnTo>
                  <a:lnTo>
                    <a:pt x="45129" y="10889"/>
                  </a:lnTo>
                  <a:lnTo>
                    <a:pt x="45449" y="10902"/>
                  </a:lnTo>
                  <a:lnTo>
                    <a:pt x="45462" y="10902"/>
                  </a:lnTo>
                  <a:lnTo>
                    <a:pt x="45487" y="10915"/>
                  </a:lnTo>
                  <a:lnTo>
                    <a:pt x="45615" y="10774"/>
                  </a:lnTo>
                  <a:lnTo>
                    <a:pt x="45896" y="10532"/>
                  </a:lnTo>
                  <a:lnTo>
                    <a:pt x="45794" y="10289"/>
                  </a:lnTo>
                  <a:lnTo>
                    <a:pt x="45794" y="9905"/>
                  </a:lnTo>
                  <a:lnTo>
                    <a:pt x="45871" y="9624"/>
                  </a:lnTo>
                  <a:lnTo>
                    <a:pt x="45589" y="9062"/>
                  </a:lnTo>
                  <a:lnTo>
                    <a:pt x="45794" y="8793"/>
                  </a:lnTo>
                  <a:lnTo>
                    <a:pt x="46471" y="8500"/>
                  </a:lnTo>
                  <a:lnTo>
                    <a:pt x="46663" y="8551"/>
                  </a:lnTo>
                  <a:lnTo>
                    <a:pt x="46765" y="8487"/>
                  </a:lnTo>
                  <a:lnTo>
                    <a:pt x="47174" y="8576"/>
                  </a:lnTo>
                  <a:lnTo>
                    <a:pt x="47289" y="8730"/>
                  </a:lnTo>
                  <a:lnTo>
                    <a:pt x="47353" y="8742"/>
                  </a:lnTo>
                  <a:lnTo>
                    <a:pt x="47315" y="8384"/>
                  </a:lnTo>
                  <a:lnTo>
                    <a:pt x="47519" y="8282"/>
                  </a:lnTo>
                  <a:lnTo>
                    <a:pt x="47647" y="8001"/>
                  </a:lnTo>
                  <a:lnTo>
                    <a:pt x="47877" y="7554"/>
                  </a:lnTo>
                  <a:lnTo>
                    <a:pt x="48184" y="6889"/>
                  </a:lnTo>
                  <a:lnTo>
                    <a:pt x="48184" y="6544"/>
                  </a:lnTo>
                  <a:lnTo>
                    <a:pt x="48695" y="6225"/>
                  </a:lnTo>
                  <a:lnTo>
                    <a:pt x="48542" y="5905"/>
                  </a:lnTo>
                  <a:lnTo>
                    <a:pt x="48542" y="5611"/>
                  </a:lnTo>
                  <a:lnTo>
                    <a:pt x="48337" y="5432"/>
                  </a:lnTo>
                  <a:lnTo>
                    <a:pt x="47558" y="5752"/>
                  </a:lnTo>
                  <a:lnTo>
                    <a:pt x="47353" y="5739"/>
                  </a:lnTo>
                  <a:lnTo>
                    <a:pt x="46753" y="6135"/>
                  </a:lnTo>
                  <a:lnTo>
                    <a:pt x="45551" y="6135"/>
                  </a:lnTo>
                  <a:lnTo>
                    <a:pt x="45423" y="5739"/>
                  </a:lnTo>
                  <a:lnTo>
                    <a:pt x="45423" y="5304"/>
                  </a:lnTo>
                  <a:lnTo>
                    <a:pt x="45283" y="4883"/>
                  </a:lnTo>
                  <a:lnTo>
                    <a:pt x="45040" y="4844"/>
                  </a:lnTo>
                  <a:lnTo>
                    <a:pt x="44657" y="4410"/>
                  </a:lnTo>
                  <a:lnTo>
                    <a:pt x="44107" y="4563"/>
                  </a:lnTo>
                  <a:lnTo>
                    <a:pt x="43890" y="4333"/>
                  </a:lnTo>
                  <a:lnTo>
                    <a:pt x="42957" y="3975"/>
                  </a:lnTo>
                  <a:lnTo>
                    <a:pt x="42957" y="3566"/>
                  </a:lnTo>
                  <a:lnTo>
                    <a:pt x="42829" y="3362"/>
                  </a:lnTo>
                  <a:lnTo>
                    <a:pt x="42829" y="3068"/>
                  </a:lnTo>
                  <a:lnTo>
                    <a:pt x="42458" y="2505"/>
                  </a:lnTo>
                  <a:lnTo>
                    <a:pt x="42458" y="1969"/>
                  </a:lnTo>
                  <a:lnTo>
                    <a:pt x="42126" y="1777"/>
                  </a:lnTo>
                  <a:lnTo>
                    <a:pt x="42024" y="1457"/>
                  </a:lnTo>
                  <a:lnTo>
                    <a:pt x="41845" y="921"/>
                  </a:lnTo>
                  <a:lnTo>
                    <a:pt x="41014" y="320"/>
                  </a:lnTo>
                  <a:lnTo>
                    <a:pt x="40605" y="435"/>
                  </a:lnTo>
                  <a:lnTo>
                    <a:pt x="3962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8" name="Google Shape;1356;p78">
              <a:extLst>
                <a:ext uri="{FF2B5EF4-FFF2-40B4-BE49-F238E27FC236}">
                  <a16:creationId xmlns:a16="http://schemas.microsoft.com/office/drawing/2014/main" id="{1CD864D9-AABF-BC06-2285-0C594F2D5F3D}"/>
                </a:ext>
              </a:extLst>
            </p:cNvPr>
            <p:cNvSpPr/>
            <p:nvPr/>
          </p:nvSpPr>
          <p:spPr>
            <a:xfrm>
              <a:off x="4955775" y="2609375"/>
              <a:ext cx="572275" cy="607425"/>
            </a:xfrm>
            <a:custGeom>
              <a:avLst/>
              <a:gdLst/>
              <a:ahLst/>
              <a:cxnLst/>
              <a:rect l="l" t="t" r="r" b="b"/>
              <a:pathLst>
                <a:path w="22891" h="24297" extrusionOk="0">
                  <a:moveTo>
                    <a:pt x="5701" y="0"/>
                  </a:moveTo>
                  <a:lnTo>
                    <a:pt x="5432" y="154"/>
                  </a:lnTo>
                  <a:lnTo>
                    <a:pt x="5138" y="13"/>
                  </a:lnTo>
                  <a:lnTo>
                    <a:pt x="4819" y="154"/>
                  </a:lnTo>
                  <a:lnTo>
                    <a:pt x="4832" y="345"/>
                  </a:lnTo>
                  <a:lnTo>
                    <a:pt x="4423" y="371"/>
                  </a:lnTo>
                  <a:lnTo>
                    <a:pt x="3924" y="691"/>
                  </a:lnTo>
                  <a:lnTo>
                    <a:pt x="3847" y="997"/>
                  </a:lnTo>
                  <a:lnTo>
                    <a:pt x="4039" y="1138"/>
                  </a:lnTo>
                  <a:lnTo>
                    <a:pt x="4333" y="1240"/>
                  </a:lnTo>
                  <a:lnTo>
                    <a:pt x="4371" y="1278"/>
                  </a:lnTo>
                  <a:lnTo>
                    <a:pt x="4397" y="1317"/>
                  </a:lnTo>
                  <a:lnTo>
                    <a:pt x="4410" y="1355"/>
                  </a:lnTo>
                  <a:lnTo>
                    <a:pt x="4423" y="1381"/>
                  </a:lnTo>
                  <a:lnTo>
                    <a:pt x="4461" y="1406"/>
                  </a:lnTo>
                  <a:lnTo>
                    <a:pt x="4589" y="1457"/>
                  </a:lnTo>
                  <a:lnTo>
                    <a:pt x="4755" y="1496"/>
                  </a:lnTo>
                  <a:lnTo>
                    <a:pt x="4768" y="1713"/>
                  </a:lnTo>
                  <a:lnTo>
                    <a:pt x="4832" y="1713"/>
                  </a:lnTo>
                  <a:lnTo>
                    <a:pt x="4870" y="1726"/>
                  </a:lnTo>
                  <a:lnTo>
                    <a:pt x="4895" y="1739"/>
                  </a:lnTo>
                  <a:lnTo>
                    <a:pt x="4908" y="1751"/>
                  </a:lnTo>
                  <a:lnTo>
                    <a:pt x="4921" y="1790"/>
                  </a:lnTo>
                  <a:lnTo>
                    <a:pt x="4959" y="1815"/>
                  </a:lnTo>
                  <a:lnTo>
                    <a:pt x="4998" y="1866"/>
                  </a:lnTo>
                  <a:lnTo>
                    <a:pt x="4793" y="2084"/>
                  </a:lnTo>
                  <a:lnTo>
                    <a:pt x="4499" y="2314"/>
                  </a:lnTo>
                  <a:lnTo>
                    <a:pt x="4359" y="2544"/>
                  </a:lnTo>
                  <a:lnTo>
                    <a:pt x="4614" y="2723"/>
                  </a:lnTo>
                  <a:lnTo>
                    <a:pt x="4627" y="2735"/>
                  </a:lnTo>
                  <a:lnTo>
                    <a:pt x="4627" y="2761"/>
                  </a:lnTo>
                  <a:lnTo>
                    <a:pt x="4627" y="2978"/>
                  </a:lnTo>
                  <a:lnTo>
                    <a:pt x="4627" y="2991"/>
                  </a:lnTo>
                  <a:lnTo>
                    <a:pt x="4550" y="3451"/>
                  </a:lnTo>
                  <a:lnTo>
                    <a:pt x="4806" y="3950"/>
                  </a:lnTo>
                  <a:lnTo>
                    <a:pt x="5138" y="3950"/>
                  </a:lnTo>
                  <a:lnTo>
                    <a:pt x="5471" y="4180"/>
                  </a:lnTo>
                  <a:lnTo>
                    <a:pt x="5765" y="4320"/>
                  </a:lnTo>
                  <a:lnTo>
                    <a:pt x="5777" y="4333"/>
                  </a:lnTo>
                  <a:lnTo>
                    <a:pt x="5777" y="4346"/>
                  </a:lnTo>
                  <a:lnTo>
                    <a:pt x="5777" y="4371"/>
                  </a:lnTo>
                  <a:lnTo>
                    <a:pt x="5765" y="4384"/>
                  </a:lnTo>
                  <a:lnTo>
                    <a:pt x="5138" y="4819"/>
                  </a:lnTo>
                  <a:lnTo>
                    <a:pt x="5241" y="5151"/>
                  </a:lnTo>
                  <a:lnTo>
                    <a:pt x="5241" y="5177"/>
                  </a:lnTo>
                  <a:lnTo>
                    <a:pt x="5241" y="5189"/>
                  </a:lnTo>
                  <a:lnTo>
                    <a:pt x="4793" y="5713"/>
                  </a:lnTo>
                  <a:lnTo>
                    <a:pt x="4793" y="6122"/>
                  </a:lnTo>
                  <a:lnTo>
                    <a:pt x="4793" y="6148"/>
                  </a:lnTo>
                  <a:lnTo>
                    <a:pt x="4768" y="6161"/>
                  </a:lnTo>
                  <a:lnTo>
                    <a:pt x="4448" y="6288"/>
                  </a:lnTo>
                  <a:lnTo>
                    <a:pt x="4039" y="6927"/>
                  </a:lnTo>
                  <a:lnTo>
                    <a:pt x="4026" y="6927"/>
                  </a:lnTo>
                  <a:lnTo>
                    <a:pt x="3362" y="7375"/>
                  </a:lnTo>
                  <a:lnTo>
                    <a:pt x="3029" y="7988"/>
                  </a:lnTo>
                  <a:lnTo>
                    <a:pt x="3004" y="8001"/>
                  </a:lnTo>
                  <a:lnTo>
                    <a:pt x="2084" y="8346"/>
                  </a:lnTo>
                  <a:lnTo>
                    <a:pt x="2058" y="8346"/>
                  </a:lnTo>
                  <a:lnTo>
                    <a:pt x="2033" y="8333"/>
                  </a:lnTo>
                  <a:lnTo>
                    <a:pt x="1790" y="7963"/>
                  </a:lnTo>
                  <a:lnTo>
                    <a:pt x="1048" y="8717"/>
                  </a:lnTo>
                  <a:lnTo>
                    <a:pt x="1176" y="9138"/>
                  </a:lnTo>
                  <a:lnTo>
                    <a:pt x="1509" y="9075"/>
                  </a:lnTo>
                  <a:lnTo>
                    <a:pt x="1534" y="9087"/>
                  </a:lnTo>
                  <a:lnTo>
                    <a:pt x="1547" y="9113"/>
                  </a:lnTo>
                  <a:lnTo>
                    <a:pt x="1598" y="9714"/>
                  </a:lnTo>
                  <a:lnTo>
                    <a:pt x="1662" y="9803"/>
                  </a:lnTo>
                  <a:lnTo>
                    <a:pt x="1866" y="9803"/>
                  </a:lnTo>
                  <a:lnTo>
                    <a:pt x="1879" y="9816"/>
                  </a:lnTo>
                  <a:lnTo>
                    <a:pt x="2033" y="10084"/>
                  </a:lnTo>
                  <a:lnTo>
                    <a:pt x="2045" y="10084"/>
                  </a:lnTo>
                  <a:lnTo>
                    <a:pt x="2173" y="10468"/>
                  </a:lnTo>
                  <a:lnTo>
                    <a:pt x="2403" y="10800"/>
                  </a:lnTo>
                  <a:lnTo>
                    <a:pt x="2403" y="10826"/>
                  </a:lnTo>
                  <a:lnTo>
                    <a:pt x="2390" y="10851"/>
                  </a:lnTo>
                  <a:lnTo>
                    <a:pt x="2199" y="11004"/>
                  </a:lnTo>
                  <a:lnTo>
                    <a:pt x="2084" y="11145"/>
                  </a:lnTo>
                  <a:lnTo>
                    <a:pt x="2071" y="11158"/>
                  </a:lnTo>
                  <a:lnTo>
                    <a:pt x="2045" y="11158"/>
                  </a:lnTo>
                  <a:lnTo>
                    <a:pt x="1675" y="11030"/>
                  </a:lnTo>
                  <a:lnTo>
                    <a:pt x="1355" y="11158"/>
                  </a:lnTo>
                  <a:lnTo>
                    <a:pt x="1138" y="11158"/>
                  </a:lnTo>
                  <a:lnTo>
                    <a:pt x="844" y="11056"/>
                  </a:lnTo>
                  <a:lnTo>
                    <a:pt x="461" y="11068"/>
                  </a:lnTo>
                  <a:lnTo>
                    <a:pt x="397" y="11298"/>
                  </a:lnTo>
                  <a:lnTo>
                    <a:pt x="486" y="11273"/>
                  </a:lnTo>
                  <a:lnTo>
                    <a:pt x="422" y="11477"/>
                  </a:lnTo>
                  <a:lnTo>
                    <a:pt x="0" y="11656"/>
                  </a:lnTo>
                  <a:lnTo>
                    <a:pt x="141" y="11797"/>
                  </a:lnTo>
                  <a:lnTo>
                    <a:pt x="550" y="12129"/>
                  </a:lnTo>
                  <a:lnTo>
                    <a:pt x="1074" y="12449"/>
                  </a:lnTo>
                  <a:lnTo>
                    <a:pt x="1163" y="12334"/>
                  </a:lnTo>
                  <a:lnTo>
                    <a:pt x="1585" y="12231"/>
                  </a:lnTo>
                  <a:lnTo>
                    <a:pt x="1828" y="12129"/>
                  </a:lnTo>
                  <a:lnTo>
                    <a:pt x="1419" y="12564"/>
                  </a:lnTo>
                  <a:lnTo>
                    <a:pt x="1074" y="12666"/>
                  </a:lnTo>
                  <a:lnTo>
                    <a:pt x="716" y="12768"/>
                  </a:lnTo>
                  <a:lnTo>
                    <a:pt x="678" y="12755"/>
                  </a:lnTo>
                  <a:lnTo>
                    <a:pt x="639" y="12730"/>
                  </a:lnTo>
                  <a:lnTo>
                    <a:pt x="601" y="12691"/>
                  </a:lnTo>
                  <a:lnTo>
                    <a:pt x="499" y="12755"/>
                  </a:lnTo>
                  <a:lnTo>
                    <a:pt x="691" y="12960"/>
                  </a:lnTo>
                  <a:lnTo>
                    <a:pt x="1074" y="13305"/>
                  </a:lnTo>
                  <a:lnTo>
                    <a:pt x="1521" y="13740"/>
                  </a:lnTo>
                  <a:lnTo>
                    <a:pt x="2033" y="14212"/>
                  </a:lnTo>
                  <a:lnTo>
                    <a:pt x="3042" y="13816"/>
                  </a:lnTo>
                  <a:lnTo>
                    <a:pt x="3196" y="13561"/>
                  </a:lnTo>
                  <a:lnTo>
                    <a:pt x="3183" y="13305"/>
                  </a:lnTo>
                  <a:lnTo>
                    <a:pt x="3106" y="13228"/>
                  </a:lnTo>
                  <a:lnTo>
                    <a:pt x="3055" y="13152"/>
                  </a:lnTo>
                  <a:lnTo>
                    <a:pt x="3042" y="13113"/>
                  </a:lnTo>
                  <a:lnTo>
                    <a:pt x="3055" y="13088"/>
                  </a:lnTo>
                  <a:lnTo>
                    <a:pt x="3221" y="12832"/>
                  </a:lnTo>
                  <a:lnTo>
                    <a:pt x="3438" y="12807"/>
                  </a:lnTo>
                  <a:lnTo>
                    <a:pt x="3438" y="13305"/>
                  </a:lnTo>
                  <a:lnTo>
                    <a:pt x="3515" y="13331"/>
                  </a:lnTo>
                  <a:lnTo>
                    <a:pt x="3809" y="13331"/>
                  </a:lnTo>
                  <a:lnTo>
                    <a:pt x="3566" y="13509"/>
                  </a:lnTo>
                  <a:lnTo>
                    <a:pt x="3438" y="13663"/>
                  </a:lnTo>
                  <a:lnTo>
                    <a:pt x="3656" y="13982"/>
                  </a:lnTo>
                  <a:lnTo>
                    <a:pt x="3630" y="14379"/>
                  </a:lnTo>
                  <a:lnTo>
                    <a:pt x="3438" y="14992"/>
                  </a:lnTo>
                  <a:lnTo>
                    <a:pt x="3669" y="15657"/>
                  </a:lnTo>
                  <a:lnTo>
                    <a:pt x="3669" y="16129"/>
                  </a:lnTo>
                  <a:lnTo>
                    <a:pt x="3950" y="16756"/>
                  </a:lnTo>
                  <a:lnTo>
                    <a:pt x="3950" y="17254"/>
                  </a:lnTo>
                  <a:lnTo>
                    <a:pt x="4231" y="18149"/>
                  </a:lnTo>
                  <a:lnTo>
                    <a:pt x="5023" y="19964"/>
                  </a:lnTo>
                  <a:lnTo>
                    <a:pt x="5151" y="20552"/>
                  </a:lnTo>
                  <a:lnTo>
                    <a:pt x="5969" y="21855"/>
                  </a:lnTo>
                  <a:lnTo>
                    <a:pt x="5969" y="22251"/>
                  </a:lnTo>
                  <a:lnTo>
                    <a:pt x="6391" y="23005"/>
                  </a:lnTo>
                  <a:lnTo>
                    <a:pt x="6480" y="23708"/>
                  </a:lnTo>
                  <a:lnTo>
                    <a:pt x="7094" y="24296"/>
                  </a:lnTo>
                  <a:lnTo>
                    <a:pt x="7682" y="24079"/>
                  </a:lnTo>
                  <a:lnTo>
                    <a:pt x="7797" y="23606"/>
                  </a:lnTo>
                  <a:lnTo>
                    <a:pt x="8448" y="23312"/>
                  </a:lnTo>
                  <a:lnTo>
                    <a:pt x="8500" y="23133"/>
                  </a:lnTo>
                  <a:lnTo>
                    <a:pt x="8679" y="22788"/>
                  </a:lnTo>
                  <a:lnTo>
                    <a:pt x="8832" y="22622"/>
                  </a:lnTo>
                  <a:lnTo>
                    <a:pt x="9113" y="22481"/>
                  </a:lnTo>
                  <a:lnTo>
                    <a:pt x="9254" y="21817"/>
                  </a:lnTo>
                  <a:lnTo>
                    <a:pt x="9113" y="21536"/>
                  </a:lnTo>
                  <a:lnTo>
                    <a:pt x="9292" y="20922"/>
                  </a:lnTo>
                  <a:lnTo>
                    <a:pt x="9496" y="20756"/>
                  </a:lnTo>
                  <a:lnTo>
                    <a:pt x="9560" y="20053"/>
                  </a:lnTo>
                  <a:lnTo>
                    <a:pt x="9407" y="19938"/>
                  </a:lnTo>
                  <a:lnTo>
                    <a:pt x="9471" y="19797"/>
                  </a:lnTo>
                  <a:lnTo>
                    <a:pt x="9407" y="19504"/>
                  </a:lnTo>
                  <a:lnTo>
                    <a:pt x="9548" y="19248"/>
                  </a:lnTo>
                  <a:lnTo>
                    <a:pt x="9471" y="19056"/>
                  </a:lnTo>
                  <a:lnTo>
                    <a:pt x="9407" y="18494"/>
                  </a:lnTo>
                  <a:lnTo>
                    <a:pt x="9714" y="18213"/>
                  </a:lnTo>
                  <a:lnTo>
                    <a:pt x="10123" y="18149"/>
                  </a:lnTo>
                  <a:lnTo>
                    <a:pt x="10225" y="17727"/>
                  </a:lnTo>
                  <a:lnTo>
                    <a:pt x="10775" y="17727"/>
                  </a:lnTo>
                  <a:lnTo>
                    <a:pt x="11120" y="17638"/>
                  </a:lnTo>
                  <a:lnTo>
                    <a:pt x="11196" y="17011"/>
                  </a:lnTo>
                  <a:lnTo>
                    <a:pt x="11925" y="16730"/>
                  </a:lnTo>
                  <a:lnTo>
                    <a:pt x="12615" y="16091"/>
                  </a:lnTo>
                  <a:lnTo>
                    <a:pt x="13574" y="15081"/>
                  </a:lnTo>
                  <a:lnTo>
                    <a:pt x="13714" y="14941"/>
                  </a:lnTo>
                  <a:lnTo>
                    <a:pt x="13829" y="14941"/>
                  </a:lnTo>
                  <a:lnTo>
                    <a:pt x="14302" y="14839"/>
                  </a:lnTo>
                  <a:lnTo>
                    <a:pt x="14839" y="14148"/>
                  </a:lnTo>
                  <a:lnTo>
                    <a:pt x="14839" y="13867"/>
                  </a:lnTo>
                  <a:lnTo>
                    <a:pt x="14928" y="13561"/>
                  </a:lnTo>
                  <a:lnTo>
                    <a:pt x="15273" y="13561"/>
                  </a:lnTo>
                  <a:lnTo>
                    <a:pt x="15478" y="13394"/>
                  </a:lnTo>
                  <a:lnTo>
                    <a:pt x="15823" y="13216"/>
                  </a:lnTo>
                  <a:lnTo>
                    <a:pt x="15823" y="13394"/>
                  </a:lnTo>
                  <a:lnTo>
                    <a:pt x="16117" y="13331"/>
                  </a:lnTo>
                  <a:lnTo>
                    <a:pt x="16181" y="13062"/>
                  </a:lnTo>
                  <a:lnTo>
                    <a:pt x="16449" y="13216"/>
                  </a:lnTo>
                  <a:lnTo>
                    <a:pt x="16488" y="13011"/>
                  </a:lnTo>
                  <a:lnTo>
                    <a:pt x="16488" y="12679"/>
                  </a:lnTo>
                  <a:lnTo>
                    <a:pt x="16385" y="12334"/>
                  </a:lnTo>
                  <a:lnTo>
                    <a:pt x="16385" y="12308"/>
                  </a:lnTo>
                  <a:lnTo>
                    <a:pt x="16475" y="12078"/>
                  </a:lnTo>
                  <a:lnTo>
                    <a:pt x="16257" y="11937"/>
                  </a:lnTo>
                  <a:lnTo>
                    <a:pt x="16245" y="11925"/>
                  </a:lnTo>
                  <a:lnTo>
                    <a:pt x="16232" y="11899"/>
                  </a:lnTo>
                  <a:lnTo>
                    <a:pt x="16232" y="11465"/>
                  </a:lnTo>
                  <a:lnTo>
                    <a:pt x="16245" y="11452"/>
                  </a:lnTo>
                  <a:lnTo>
                    <a:pt x="16347" y="11273"/>
                  </a:lnTo>
                  <a:lnTo>
                    <a:pt x="16257" y="11132"/>
                  </a:lnTo>
                  <a:lnTo>
                    <a:pt x="16104" y="11132"/>
                  </a:lnTo>
                  <a:lnTo>
                    <a:pt x="15733" y="10992"/>
                  </a:lnTo>
                  <a:lnTo>
                    <a:pt x="15721" y="10979"/>
                  </a:lnTo>
                  <a:lnTo>
                    <a:pt x="15708" y="10953"/>
                  </a:lnTo>
                  <a:lnTo>
                    <a:pt x="15708" y="10634"/>
                  </a:lnTo>
                  <a:lnTo>
                    <a:pt x="15721" y="10621"/>
                  </a:lnTo>
                  <a:lnTo>
                    <a:pt x="15733" y="10595"/>
                  </a:lnTo>
                  <a:lnTo>
                    <a:pt x="16117" y="10391"/>
                  </a:lnTo>
                  <a:lnTo>
                    <a:pt x="16475" y="10391"/>
                  </a:lnTo>
                  <a:lnTo>
                    <a:pt x="16411" y="10225"/>
                  </a:lnTo>
                  <a:lnTo>
                    <a:pt x="16130" y="10135"/>
                  </a:lnTo>
                  <a:lnTo>
                    <a:pt x="16117" y="10123"/>
                  </a:lnTo>
                  <a:lnTo>
                    <a:pt x="15721" y="9816"/>
                  </a:lnTo>
                  <a:lnTo>
                    <a:pt x="15708" y="9790"/>
                  </a:lnTo>
                  <a:lnTo>
                    <a:pt x="15721" y="9765"/>
                  </a:lnTo>
                  <a:lnTo>
                    <a:pt x="15963" y="9522"/>
                  </a:lnTo>
                  <a:lnTo>
                    <a:pt x="16053" y="9266"/>
                  </a:lnTo>
                  <a:lnTo>
                    <a:pt x="16066" y="9254"/>
                  </a:lnTo>
                  <a:lnTo>
                    <a:pt x="16181" y="9151"/>
                  </a:lnTo>
                  <a:lnTo>
                    <a:pt x="16219" y="9138"/>
                  </a:lnTo>
                  <a:lnTo>
                    <a:pt x="16245" y="9151"/>
                  </a:lnTo>
                  <a:lnTo>
                    <a:pt x="16462" y="9432"/>
                  </a:lnTo>
                  <a:lnTo>
                    <a:pt x="16564" y="9343"/>
                  </a:lnTo>
                  <a:lnTo>
                    <a:pt x="16603" y="9343"/>
                  </a:lnTo>
                  <a:lnTo>
                    <a:pt x="16769" y="9458"/>
                  </a:lnTo>
                  <a:lnTo>
                    <a:pt x="16781" y="9471"/>
                  </a:lnTo>
                  <a:lnTo>
                    <a:pt x="16909" y="9688"/>
                  </a:lnTo>
                  <a:lnTo>
                    <a:pt x="17139" y="9573"/>
                  </a:lnTo>
                  <a:lnTo>
                    <a:pt x="17152" y="9560"/>
                  </a:lnTo>
                  <a:lnTo>
                    <a:pt x="17178" y="9573"/>
                  </a:lnTo>
                  <a:lnTo>
                    <a:pt x="17331" y="9637"/>
                  </a:lnTo>
                  <a:lnTo>
                    <a:pt x="17357" y="9663"/>
                  </a:lnTo>
                  <a:lnTo>
                    <a:pt x="17357" y="9688"/>
                  </a:lnTo>
                  <a:lnTo>
                    <a:pt x="17280" y="10123"/>
                  </a:lnTo>
                  <a:lnTo>
                    <a:pt x="17344" y="10327"/>
                  </a:lnTo>
                  <a:lnTo>
                    <a:pt x="18775" y="10327"/>
                  </a:lnTo>
                  <a:lnTo>
                    <a:pt x="19171" y="10442"/>
                  </a:lnTo>
                  <a:lnTo>
                    <a:pt x="19184" y="10442"/>
                  </a:lnTo>
                  <a:lnTo>
                    <a:pt x="19197" y="10455"/>
                  </a:lnTo>
                  <a:lnTo>
                    <a:pt x="19286" y="10698"/>
                  </a:lnTo>
                  <a:lnTo>
                    <a:pt x="19286" y="10723"/>
                  </a:lnTo>
                  <a:lnTo>
                    <a:pt x="19261" y="10749"/>
                  </a:lnTo>
                  <a:lnTo>
                    <a:pt x="18993" y="10838"/>
                  </a:lnTo>
                  <a:lnTo>
                    <a:pt x="18993" y="11081"/>
                  </a:lnTo>
                  <a:lnTo>
                    <a:pt x="18967" y="11107"/>
                  </a:lnTo>
                  <a:lnTo>
                    <a:pt x="18801" y="11260"/>
                  </a:lnTo>
                  <a:lnTo>
                    <a:pt x="18392" y="11260"/>
                  </a:lnTo>
                  <a:lnTo>
                    <a:pt x="18315" y="11528"/>
                  </a:lnTo>
                  <a:lnTo>
                    <a:pt x="18328" y="11784"/>
                  </a:lnTo>
                  <a:lnTo>
                    <a:pt x="18545" y="12027"/>
                  </a:lnTo>
                  <a:lnTo>
                    <a:pt x="18903" y="11554"/>
                  </a:lnTo>
                  <a:lnTo>
                    <a:pt x="18916" y="11541"/>
                  </a:lnTo>
                  <a:lnTo>
                    <a:pt x="18941" y="11541"/>
                  </a:lnTo>
                  <a:lnTo>
                    <a:pt x="19108" y="11554"/>
                  </a:lnTo>
                  <a:lnTo>
                    <a:pt x="19133" y="11567"/>
                  </a:lnTo>
                  <a:lnTo>
                    <a:pt x="19146" y="11592"/>
                  </a:lnTo>
                  <a:lnTo>
                    <a:pt x="19184" y="12091"/>
                  </a:lnTo>
                  <a:lnTo>
                    <a:pt x="19350" y="12372"/>
                  </a:lnTo>
                  <a:lnTo>
                    <a:pt x="19363" y="12398"/>
                  </a:lnTo>
                  <a:lnTo>
                    <a:pt x="19274" y="12679"/>
                  </a:lnTo>
                  <a:lnTo>
                    <a:pt x="19389" y="12755"/>
                  </a:lnTo>
                  <a:lnTo>
                    <a:pt x="19465" y="12628"/>
                  </a:lnTo>
                  <a:lnTo>
                    <a:pt x="19555" y="12525"/>
                  </a:lnTo>
                  <a:lnTo>
                    <a:pt x="19465" y="12295"/>
                  </a:lnTo>
                  <a:lnTo>
                    <a:pt x="19529" y="12116"/>
                  </a:lnTo>
                  <a:lnTo>
                    <a:pt x="19517" y="11886"/>
                  </a:lnTo>
                  <a:lnTo>
                    <a:pt x="19695" y="11861"/>
                  </a:lnTo>
                  <a:lnTo>
                    <a:pt x="19734" y="11465"/>
                  </a:lnTo>
                  <a:lnTo>
                    <a:pt x="20232" y="11567"/>
                  </a:lnTo>
                  <a:lnTo>
                    <a:pt x="20705" y="10838"/>
                  </a:lnTo>
                  <a:lnTo>
                    <a:pt x="20590" y="10672"/>
                  </a:lnTo>
                  <a:lnTo>
                    <a:pt x="20705" y="10429"/>
                  </a:lnTo>
                  <a:lnTo>
                    <a:pt x="20935" y="10365"/>
                  </a:lnTo>
                  <a:lnTo>
                    <a:pt x="20935" y="10123"/>
                  </a:lnTo>
                  <a:lnTo>
                    <a:pt x="21063" y="10033"/>
                  </a:lnTo>
                  <a:lnTo>
                    <a:pt x="20974" y="9765"/>
                  </a:lnTo>
                  <a:lnTo>
                    <a:pt x="21025" y="9560"/>
                  </a:lnTo>
                  <a:lnTo>
                    <a:pt x="21242" y="9484"/>
                  </a:lnTo>
                  <a:lnTo>
                    <a:pt x="21357" y="9343"/>
                  </a:lnTo>
                  <a:lnTo>
                    <a:pt x="21549" y="9241"/>
                  </a:lnTo>
                  <a:lnTo>
                    <a:pt x="21715" y="8985"/>
                  </a:lnTo>
                  <a:lnTo>
                    <a:pt x="22277" y="8857"/>
                  </a:lnTo>
                  <a:lnTo>
                    <a:pt x="22443" y="9036"/>
                  </a:lnTo>
                  <a:lnTo>
                    <a:pt x="22507" y="9023"/>
                  </a:lnTo>
                  <a:lnTo>
                    <a:pt x="22379" y="8819"/>
                  </a:lnTo>
                  <a:lnTo>
                    <a:pt x="22354" y="8691"/>
                  </a:lnTo>
                  <a:lnTo>
                    <a:pt x="22686" y="8448"/>
                  </a:lnTo>
                  <a:lnTo>
                    <a:pt x="22737" y="8244"/>
                  </a:lnTo>
                  <a:lnTo>
                    <a:pt x="22865" y="7899"/>
                  </a:lnTo>
                  <a:lnTo>
                    <a:pt x="22891" y="7771"/>
                  </a:lnTo>
                  <a:lnTo>
                    <a:pt x="22571" y="7797"/>
                  </a:lnTo>
                  <a:lnTo>
                    <a:pt x="22546" y="7797"/>
                  </a:lnTo>
                  <a:lnTo>
                    <a:pt x="22379" y="7682"/>
                  </a:lnTo>
                  <a:lnTo>
                    <a:pt x="22367" y="7656"/>
                  </a:lnTo>
                  <a:lnTo>
                    <a:pt x="22367" y="7630"/>
                  </a:lnTo>
                  <a:lnTo>
                    <a:pt x="22520" y="7273"/>
                  </a:lnTo>
                  <a:lnTo>
                    <a:pt x="22367" y="7247"/>
                  </a:lnTo>
                  <a:lnTo>
                    <a:pt x="22341" y="7234"/>
                  </a:lnTo>
                  <a:lnTo>
                    <a:pt x="22341" y="7209"/>
                  </a:lnTo>
                  <a:lnTo>
                    <a:pt x="22341" y="7004"/>
                  </a:lnTo>
                  <a:lnTo>
                    <a:pt x="22047" y="6800"/>
                  </a:lnTo>
                  <a:lnTo>
                    <a:pt x="21421" y="7068"/>
                  </a:lnTo>
                  <a:lnTo>
                    <a:pt x="21395" y="7068"/>
                  </a:lnTo>
                  <a:lnTo>
                    <a:pt x="20910" y="6953"/>
                  </a:lnTo>
                  <a:lnTo>
                    <a:pt x="20334" y="7528"/>
                  </a:lnTo>
                  <a:lnTo>
                    <a:pt x="20309" y="7528"/>
                  </a:lnTo>
                  <a:lnTo>
                    <a:pt x="19862" y="7618"/>
                  </a:lnTo>
                  <a:lnTo>
                    <a:pt x="19350" y="8142"/>
                  </a:lnTo>
                  <a:lnTo>
                    <a:pt x="19338" y="8154"/>
                  </a:lnTo>
                  <a:lnTo>
                    <a:pt x="18865" y="8308"/>
                  </a:lnTo>
                  <a:lnTo>
                    <a:pt x="19146" y="8423"/>
                  </a:lnTo>
                  <a:lnTo>
                    <a:pt x="19171" y="8436"/>
                  </a:lnTo>
                  <a:lnTo>
                    <a:pt x="19171" y="8461"/>
                  </a:lnTo>
                  <a:lnTo>
                    <a:pt x="19171" y="8717"/>
                  </a:lnTo>
                  <a:lnTo>
                    <a:pt x="19171" y="8730"/>
                  </a:lnTo>
                  <a:lnTo>
                    <a:pt x="19005" y="9062"/>
                  </a:lnTo>
                  <a:lnTo>
                    <a:pt x="18980" y="9075"/>
                  </a:lnTo>
                  <a:lnTo>
                    <a:pt x="18941" y="9075"/>
                  </a:lnTo>
                  <a:lnTo>
                    <a:pt x="18801" y="8960"/>
                  </a:lnTo>
                  <a:lnTo>
                    <a:pt x="18520" y="9087"/>
                  </a:lnTo>
                  <a:lnTo>
                    <a:pt x="18507" y="9087"/>
                  </a:lnTo>
                  <a:lnTo>
                    <a:pt x="17817" y="9126"/>
                  </a:lnTo>
                  <a:lnTo>
                    <a:pt x="17791" y="9113"/>
                  </a:lnTo>
                  <a:lnTo>
                    <a:pt x="17599" y="8960"/>
                  </a:lnTo>
                  <a:lnTo>
                    <a:pt x="17395" y="9126"/>
                  </a:lnTo>
                  <a:lnTo>
                    <a:pt x="17357" y="9151"/>
                  </a:lnTo>
                  <a:lnTo>
                    <a:pt x="16871" y="9151"/>
                  </a:lnTo>
                  <a:lnTo>
                    <a:pt x="16436" y="8947"/>
                  </a:lnTo>
                  <a:lnTo>
                    <a:pt x="16411" y="8921"/>
                  </a:lnTo>
                  <a:lnTo>
                    <a:pt x="16360" y="8742"/>
                  </a:lnTo>
                  <a:lnTo>
                    <a:pt x="16360" y="8717"/>
                  </a:lnTo>
                  <a:lnTo>
                    <a:pt x="16372" y="8704"/>
                  </a:lnTo>
                  <a:lnTo>
                    <a:pt x="16436" y="8640"/>
                  </a:lnTo>
                  <a:lnTo>
                    <a:pt x="16283" y="8487"/>
                  </a:lnTo>
                  <a:lnTo>
                    <a:pt x="16270" y="8461"/>
                  </a:lnTo>
                  <a:lnTo>
                    <a:pt x="16270" y="8436"/>
                  </a:lnTo>
                  <a:lnTo>
                    <a:pt x="16372" y="8308"/>
                  </a:lnTo>
                  <a:lnTo>
                    <a:pt x="16181" y="7988"/>
                  </a:lnTo>
                  <a:lnTo>
                    <a:pt x="15989" y="8090"/>
                  </a:lnTo>
                  <a:lnTo>
                    <a:pt x="15797" y="8755"/>
                  </a:lnTo>
                  <a:lnTo>
                    <a:pt x="16091" y="9075"/>
                  </a:lnTo>
                  <a:lnTo>
                    <a:pt x="16104" y="9100"/>
                  </a:lnTo>
                  <a:lnTo>
                    <a:pt x="16091" y="9126"/>
                  </a:lnTo>
                  <a:lnTo>
                    <a:pt x="15772" y="9317"/>
                  </a:lnTo>
                  <a:lnTo>
                    <a:pt x="15759" y="9317"/>
                  </a:lnTo>
                  <a:lnTo>
                    <a:pt x="15222" y="9484"/>
                  </a:lnTo>
                  <a:lnTo>
                    <a:pt x="15184" y="9484"/>
                  </a:lnTo>
                  <a:lnTo>
                    <a:pt x="14992" y="9381"/>
                  </a:lnTo>
                  <a:lnTo>
                    <a:pt x="14775" y="9381"/>
                  </a:lnTo>
                  <a:lnTo>
                    <a:pt x="14762" y="9369"/>
                  </a:lnTo>
                  <a:lnTo>
                    <a:pt x="14494" y="9215"/>
                  </a:lnTo>
                  <a:lnTo>
                    <a:pt x="14123" y="9215"/>
                  </a:lnTo>
                  <a:lnTo>
                    <a:pt x="14098" y="9202"/>
                  </a:lnTo>
                  <a:lnTo>
                    <a:pt x="13791" y="8921"/>
                  </a:lnTo>
                  <a:lnTo>
                    <a:pt x="13637" y="9049"/>
                  </a:lnTo>
                  <a:lnTo>
                    <a:pt x="13625" y="9062"/>
                  </a:lnTo>
                  <a:lnTo>
                    <a:pt x="13612" y="9062"/>
                  </a:lnTo>
                  <a:lnTo>
                    <a:pt x="13126" y="8896"/>
                  </a:lnTo>
                  <a:lnTo>
                    <a:pt x="13101" y="8870"/>
                  </a:lnTo>
                  <a:lnTo>
                    <a:pt x="13101" y="8857"/>
                  </a:lnTo>
                  <a:lnTo>
                    <a:pt x="13101" y="8551"/>
                  </a:lnTo>
                  <a:lnTo>
                    <a:pt x="12564" y="8346"/>
                  </a:lnTo>
                  <a:lnTo>
                    <a:pt x="12398" y="8538"/>
                  </a:lnTo>
                  <a:lnTo>
                    <a:pt x="12372" y="8551"/>
                  </a:lnTo>
                  <a:lnTo>
                    <a:pt x="12359" y="8551"/>
                  </a:lnTo>
                  <a:lnTo>
                    <a:pt x="12091" y="8436"/>
                  </a:lnTo>
                  <a:lnTo>
                    <a:pt x="11950" y="8551"/>
                  </a:lnTo>
                  <a:lnTo>
                    <a:pt x="11695" y="8551"/>
                  </a:lnTo>
                  <a:lnTo>
                    <a:pt x="11414" y="8333"/>
                  </a:lnTo>
                  <a:lnTo>
                    <a:pt x="11017" y="8065"/>
                  </a:lnTo>
                  <a:lnTo>
                    <a:pt x="10762" y="8065"/>
                  </a:lnTo>
                  <a:lnTo>
                    <a:pt x="10519" y="7835"/>
                  </a:lnTo>
                  <a:lnTo>
                    <a:pt x="10289" y="7656"/>
                  </a:lnTo>
                  <a:lnTo>
                    <a:pt x="10097" y="7656"/>
                  </a:lnTo>
                  <a:lnTo>
                    <a:pt x="10059" y="7643"/>
                  </a:lnTo>
                  <a:lnTo>
                    <a:pt x="9867" y="7413"/>
                  </a:lnTo>
                  <a:lnTo>
                    <a:pt x="9330" y="7247"/>
                  </a:lnTo>
                  <a:lnTo>
                    <a:pt x="9318" y="7234"/>
                  </a:lnTo>
                  <a:lnTo>
                    <a:pt x="9305" y="7221"/>
                  </a:lnTo>
                  <a:lnTo>
                    <a:pt x="9305" y="7209"/>
                  </a:lnTo>
                  <a:lnTo>
                    <a:pt x="9318" y="7183"/>
                  </a:lnTo>
                  <a:lnTo>
                    <a:pt x="9496" y="6927"/>
                  </a:lnTo>
                  <a:lnTo>
                    <a:pt x="9624" y="6723"/>
                  </a:lnTo>
                  <a:lnTo>
                    <a:pt x="9727" y="6557"/>
                  </a:lnTo>
                  <a:lnTo>
                    <a:pt x="9816" y="6340"/>
                  </a:lnTo>
                  <a:lnTo>
                    <a:pt x="9829" y="6327"/>
                  </a:lnTo>
                  <a:lnTo>
                    <a:pt x="10148" y="6110"/>
                  </a:lnTo>
                  <a:lnTo>
                    <a:pt x="10148" y="5969"/>
                  </a:lnTo>
                  <a:lnTo>
                    <a:pt x="9599" y="5752"/>
                  </a:lnTo>
                  <a:lnTo>
                    <a:pt x="9586" y="5739"/>
                  </a:lnTo>
                  <a:lnTo>
                    <a:pt x="9509" y="5624"/>
                  </a:lnTo>
                  <a:lnTo>
                    <a:pt x="9305" y="5624"/>
                  </a:lnTo>
                  <a:lnTo>
                    <a:pt x="9292" y="5598"/>
                  </a:lnTo>
                  <a:lnTo>
                    <a:pt x="9292" y="5407"/>
                  </a:lnTo>
                  <a:lnTo>
                    <a:pt x="8806" y="5330"/>
                  </a:lnTo>
                  <a:lnTo>
                    <a:pt x="8794" y="5317"/>
                  </a:lnTo>
                  <a:lnTo>
                    <a:pt x="8589" y="5100"/>
                  </a:lnTo>
                  <a:lnTo>
                    <a:pt x="8448" y="5164"/>
                  </a:lnTo>
                  <a:lnTo>
                    <a:pt x="8410" y="5164"/>
                  </a:lnTo>
                  <a:lnTo>
                    <a:pt x="8397" y="5138"/>
                  </a:lnTo>
                  <a:lnTo>
                    <a:pt x="8295" y="4589"/>
                  </a:lnTo>
                  <a:lnTo>
                    <a:pt x="8078" y="4231"/>
                  </a:lnTo>
                  <a:lnTo>
                    <a:pt x="8065" y="4192"/>
                  </a:lnTo>
                  <a:lnTo>
                    <a:pt x="8142" y="3988"/>
                  </a:lnTo>
                  <a:lnTo>
                    <a:pt x="8155" y="3975"/>
                  </a:lnTo>
                  <a:lnTo>
                    <a:pt x="8167" y="3962"/>
                  </a:lnTo>
                  <a:lnTo>
                    <a:pt x="8193" y="3962"/>
                  </a:lnTo>
                  <a:lnTo>
                    <a:pt x="8206" y="3975"/>
                  </a:lnTo>
                  <a:lnTo>
                    <a:pt x="8551" y="4244"/>
                  </a:lnTo>
                  <a:lnTo>
                    <a:pt x="8730" y="4167"/>
                  </a:lnTo>
                  <a:lnTo>
                    <a:pt x="8921" y="3898"/>
                  </a:lnTo>
                  <a:lnTo>
                    <a:pt x="8768" y="3720"/>
                  </a:lnTo>
                  <a:lnTo>
                    <a:pt x="8819" y="3528"/>
                  </a:lnTo>
                  <a:lnTo>
                    <a:pt x="8742" y="3502"/>
                  </a:lnTo>
                  <a:lnTo>
                    <a:pt x="8679" y="3489"/>
                  </a:lnTo>
                  <a:lnTo>
                    <a:pt x="8602" y="3464"/>
                  </a:lnTo>
                  <a:lnTo>
                    <a:pt x="8538" y="3413"/>
                  </a:lnTo>
                  <a:lnTo>
                    <a:pt x="8525" y="3387"/>
                  </a:lnTo>
                  <a:lnTo>
                    <a:pt x="8500" y="3362"/>
                  </a:lnTo>
                  <a:lnTo>
                    <a:pt x="8500" y="3323"/>
                  </a:lnTo>
                  <a:lnTo>
                    <a:pt x="8500" y="3272"/>
                  </a:lnTo>
                  <a:lnTo>
                    <a:pt x="8512" y="3234"/>
                  </a:lnTo>
                  <a:lnTo>
                    <a:pt x="8538" y="3170"/>
                  </a:lnTo>
                  <a:lnTo>
                    <a:pt x="8563" y="3081"/>
                  </a:lnTo>
                  <a:lnTo>
                    <a:pt x="8461" y="2940"/>
                  </a:lnTo>
                  <a:lnTo>
                    <a:pt x="8436" y="2914"/>
                  </a:lnTo>
                  <a:lnTo>
                    <a:pt x="8461" y="2889"/>
                  </a:lnTo>
                  <a:lnTo>
                    <a:pt x="8512" y="2850"/>
                  </a:lnTo>
                  <a:lnTo>
                    <a:pt x="8602" y="2787"/>
                  </a:lnTo>
                  <a:lnTo>
                    <a:pt x="9011" y="2799"/>
                  </a:lnTo>
                  <a:lnTo>
                    <a:pt x="8985" y="2569"/>
                  </a:lnTo>
                  <a:lnTo>
                    <a:pt x="8998" y="2454"/>
                  </a:lnTo>
                  <a:lnTo>
                    <a:pt x="9369" y="2390"/>
                  </a:lnTo>
                  <a:lnTo>
                    <a:pt x="9407" y="2173"/>
                  </a:lnTo>
                  <a:lnTo>
                    <a:pt x="9445" y="1943"/>
                  </a:lnTo>
                  <a:lnTo>
                    <a:pt x="9445" y="1713"/>
                  </a:lnTo>
                  <a:lnTo>
                    <a:pt x="9433" y="1470"/>
                  </a:lnTo>
                  <a:lnTo>
                    <a:pt x="9088" y="1445"/>
                  </a:lnTo>
                  <a:lnTo>
                    <a:pt x="8883" y="1253"/>
                  </a:lnTo>
                  <a:lnTo>
                    <a:pt x="8193" y="1726"/>
                  </a:lnTo>
                  <a:lnTo>
                    <a:pt x="8180" y="1739"/>
                  </a:lnTo>
                  <a:lnTo>
                    <a:pt x="7861" y="1790"/>
                  </a:lnTo>
                  <a:lnTo>
                    <a:pt x="7835" y="1790"/>
                  </a:lnTo>
                  <a:lnTo>
                    <a:pt x="7822" y="1777"/>
                  </a:lnTo>
                  <a:lnTo>
                    <a:pt x="7592" y="1457"/>
                  </a:lnTo>
                  <a:lnTo>
                    <a:pt x="7285" y="1457"/>
                  </a:lnTo>
                  <a:lnTo>
                    <a:pt x="7209" y="1445"/>
                  </a:lnTo>
                  <a:lnTo>
                    <a:pt x="7043" y="1189"/>
                  </a:lnTo>
                  <a:lnTo>
                    <a:pt x="6915" y="1074"/>
                  </a:lnTo>
                  <a:lnTo>
                    <a:pt x="6736" y="933"/>
                  </a:lnTo>
                  <a:lnTo>
                    <a:pt x="6493" y="767"/>
                  </a:lnTo>
                  <a:lnTo>
                    <a:pt x="6148" y="409"/>
                  </a:lnTo>
                  <a:lnTo>
                    <a:pt x="5828" y="230"/>
                  </a:lnTo>
                  <a:lnTo>
                    <a:pt x="5701" y="0"/>
                  </a:lnTo>
                  <a:close/>
                </a:path>
              </a:pathLst>
            </a:custGeom>
            <a:solidFill>
              <a:srgbClr val="C8C8C8"/>
            </a:solidFill>
            <a:ln w="3825" cap="rnd" cmpd="sng">
              <a:solidFill>
                <a:srgbClr val="D8D8D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89" name="Google Shape;1358;p78">
            <a:extLst>
              <a:ext uri="{FF2B5EF4-FFF2-40B4-BE49-F238E27FC236}">
                <a16:creationId xmlns:a16="http://schemas.microsoft.com/office/drawing/2014/main" id="{50E4A528-08F1-5729-0F82-FEA67DF4CF2B}"/>
              </a:ext>
            </a:extLst>
          </p:cNvPr>
          <p:cNvSpPr/>
          <p:nvPr/>
        </p:nvSpPr>
        <p:spPr>
          <a:xfrm>
            <a:off x="7541741" y="3768110"/>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590" name="Google Shape;1359;p78">
            <a:extLst>
              <a:ext uri="{FF2B5EF4-FFF2-40B4-BE49-F238E27FC236}">
                <a16:creationId xmlns:a16="http://schemas.microsoft.com/office/drawing/2014/main" id="{660F3F90-A090-6B21-FEF1-464E946A184B}"/>
              </a:ext>
            </a:extLst>
          </p:cNvPr>
          <p:cNvSpPr/>
          <p:nvPr/>
        </p:nvSpPr>
        <p:spPr>
          <a:xfrm>
            <a:off x="7331964" y="2147601"/>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591" name="Google Shape;1360;p78">
            <a:extLst>
              <a:ext uri="{FF2B5EF4-FFF2-40B4-BE49-F238E27FC236}">
                <a16:creationId xmlns:a16="http://schemas.microsoft.com/office/drawing/2014/main" id="{815ACBEA-F4BB-9F12-1777-39D0CA837A01}"/>
              </a:ext>
            </a:extLst>
          </p:cNvPr>
          <p:cNvSpPr/>
          <p:nvPr/>
        </p:nvSpPr>
        <p:spPr>
          <a:xfrm>
            <a:off x="7569308" y="3818478"/>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cxnSp>
        <p:nvCxnSpPr>
          <p:cNvPr id="1592" name="Google Shape;1361;p78">
            <a:extLst>
              <a:ext uri="{FF2B5EF4-FFF2-40B4-BE49-F238E27FC236}">
                <a16:creationId xmlns:a16="http://schemas.microsoft.com/office/drawing/2014/main" id="{11D49AEC-A95F-340C-954D-CBB8AFA3053C}"/>
              </a:ext>
            </a:extLst>
          </p:cNvPr>
          <p:cNvCxnSpPr/>
          <p:nvPr/>
        </p:nvCxnSpPr>
        <p:spPr>
          <a:xfrm>
            <a:off x="629647" y="4047102"/>
            <a:ext cx="243900" cy="0"/>
          </a:xfrm>
          <a:prstGeom prst="straightConnector1">
            <a:avLst/>
          </a:prstGeom>
          <a:noFill/>
          <a:ln w="31750" cap="flat" cmpd="sng">
            <a:solidFill>
              <a:srgbClr val="29B5E8"/>
            </a:solidFill>
            <a:prstDash val="solid"/>
            <a:miter lim="800000"/>
            <a:headEnd type="none" w="sm" len="sm"/>
            <a:tailEnd type="none" w="sm" len="sm"/>
          </a:ln>
        </p:spPr>
      </p:cxnSp>
      <p:cxnSp>
        <p:nvCxnSpPr>
          <p:cNvPr id="1593" name="Google Shape;1362;p78">
            <a:extLst>
              <a:ext uri="{FF2B5EF4-FFF2-40B4-BE49-F238E27FC236}">
                <a16:creationId xmlns:a16="http://schemas.microsoft.com/office/drawing/2014/main" id="{81208ABA-1438-B118-D14F-2E89CD95E65D}"/>
              </a:ext>
            </a:extLst>
          </p:cNvPr>
          <p:cNvCxnSpPr/>
          <p:nvPr/>
        </p:nvCxnSpPr>
        <p:spPr>
          <a:xfrm>
            <a:off x="629647" y="4218552"/>
            <a:ext cx="243900" cy="0"/>
          </a:xfrm>
          <a:prstGeom prst="straightConnector1">
            <a:avLst/>
          </a:prstGeom>
          <a:noFill/>
          <a:ln w="31750" cap="flat" cmpd="sng">
            <a:solidFill>
              <a:srgbClr val="FF9F36"/>
            </a:solidFill>
            <a:prstDash val="solid"/>
            <a:miter lim="800000"/>
            <a:headEnd type="none" w="sm" len="sm"/>
            <a:tailEnd type="none" w="sm" len="sm"/>
          </a:ln>
        </p:spPr>
      </p:cxnSp>
      <p:cxnSp>
        <p:nvCxnSpPr>
          <p:cNvPr id="1594" name="Google Shape;1363;p78">
            <a:extLst>
              <a:ext uri="{FF2B5EF4-FFF2-40B4-BE49-F238E27FC236}">
                <a16:creationId xmlns:a16="http://schemas.microsoft.com/office/drawing/2014/main" id="{346BAA3A-09A6-C0CD-965D-160D5C504095}"/>
              </a:ext>
            </a:extLst>
          </p:cNvPr>
          <p:cNvCxnSpPr/>
          <p:nvPr/>
        </p:nvCxnSpPr>
        <p:spPr>
          <a:xfrm>
            <a:off x="629647" y="4390002"/>
            <a:ext cx="243900" cy="0"/>
          </a:xfrm>
          <a:prstGeom prst="straightConnector1">
            <a:avLst/>
          </a:prstGeom>
          <a:noFill/>
          <a:ln w="31750" cap="flat" cmpd="sng">
            <a:solidFill>
              <a:srgbClr val="D45B90"/>
            </a:solidFill>
            <a:prstDash val="solid"/>
            <a:miter lim="800000"/>
            <a:headEnd type="none" w="sm" len="sm"/>
            <a:tailEnd type="none" w="sm" len="sm"/>
          </a:ln>
        </p:spPr>
      </p:cxnSp>
      <p:pic>
        <p:nvPicPr>
          <p:cNvPr id="1595" name="Google Shape;1364;p78" descr="A picture containing drawing&#10;&#10;Description automatically generated">
            <a:extLst>
              <a:ext uri="{FF2B5EF4-FFF2-40B4-BE49-F238E27FC236}">
                <a16:creationId xmlns:a16="http://schemas.microsoft.com/office/drawing/2014/main" id="{670E4220-A5BE-EB5D-AF10-6CFF9394D2C0}"/>
              </a:ext>
            </a:extLst>
          </p:cNvPr>
          <p:cNvPicPr preferRelativeResize="0"/>
          <p:nvPr/>
        </p:nvPicPr>
        <p:blipFill rotWithShape="1">
          <a:blip r:embed="rId3">
            <a:alphaModFix/>
          </a:blip>
          <a:srcRect l="11509" t="40505" r="10833" b="40911"/>
          <a:stretch/>
        </p:blipFill>
        <p:spPr>
          <a:xfrm>
            <a:off x="977538" y="4335018"/>
            <a:ext cx="689338" cy="109968"/>
          </a:xfrm>
          <a:prstGeom prst="rect">
            <a:avLst/>
          </a:prstGeom>
          <a:noFill/>
          <a:ln>
            <a:noFill/>
          </a:ln>
        </p:spPr>
      </p:pic>
      <p:pic>
        <p:nvPicPr>
          <p:cNvPr id="1596" name="Google Shape;1365;p78" descr="A picture containing plate, clock, drawing&#10;&#10;Description automatically generated">
            <a:extLst>
              <a:ext uri="{FF2B5EF4-FFF2-40B4-BE49-F238E27FC236}">
                <a16:creationId xmlns:a16="http://schemas.microsoft.com/office/drawing/2014/main" id="{82F2E25B-CBFF-5FB5-2DA9-2F82663D2D72}"/>
              </a:ext>
            </a:extLst>
          </p:cNvPr>
          <p:cNvPicPr preferRelativeResize="0"/>
          <p:nvPr/>
        </p:nvPicPr>
        <p:blipFill rotWithShape="1">
          <a:blip r:embed="rId4">
            <a:alphaModFix/>
          </a:blip>
          <a:srcRect/>
          <a:stretch/>
        </p:blipFill>
        <p:spPr>
          <a:xfrm>
            <a:off x="977538" y="4163234"/>
            <a:ext cx="174525" cy="104366"/>
          </a:xfrm>
          <a:prstGeom prst="rect">
            <a:avLst/>
          </a:prstGeom>
          <a:noFill/>
          <a:ln>
            <a:noFill/>
          </a:ln>
        </p:spPr>
      </p:pic>
      <p:sp>
        <p:nvSpPr>
          <p:cNvPr id="1597" name="Google Shape;1366;p78">
            <a:extLst>
              <a:ext uri="{FF2B5EF4-FFF2-40B4-BE49-F238E27FC236}">
                <a16:creationId xmlns:a16="http://schemas.microsoft.com/office/drawing/2014/main" id="{E68F316E-A469-F41E-45B1-D8B0860371A4}"/>
              </a:ext>
            </a:extLst>
          </p:cNvPr>
          <p:cNvSpPr/>
          <p:nvPr/>
        </p:nvSpPr>
        <p:spPr>
          <a:xfrm>
            <a:off x="2005618" y="2341490"/>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598" name="Google Shape;1367;p78">
            <a:extLst>
              <a:ext uri="{FF2B5EF4-FFF2-40B4-BE49-F238E27FC236}">
                <a16:creationId xmlns:a16="http://schemas.microsoft.com/office/drawing/2014/main" id="{81EC996C-C153-1218-5A3D-1F46A9FD79BD}"/>
              </a:ext>
            </a:extLst>
          </p:cNvPr>
          <p:cNvSpPr/>
          <p:nvPr/>
        </p:nvSpPr>
        <p:spPr>
          <a:xfrm>
            <a:off x="5476022" y="2457444"/>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599" name="Google Shape;1368;p78">
            <a:extLst>
              <a:ext uri="{FF2B5EF4-FFF2-40B4-BE49-F238E27FC236}">
                <a16:creationId xmlns:a16="http://schemas.microsoft.com/office/drawing/2014/main" id="{75382D25-3E0D-21FC-63A3-4A54D4C4B800}"/>
              </a:ext>
            </a:extLst>
          </p:cNvPr>
          <p:cNvSpPr/>
          <p:nvPr/>
        </p:nvSpPr>
        <p:spPr>
          <a:xfrm>
            <a:off x="7372164" y="2149036"/>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00" name="Google Shape;1369;p78">
            <a:extLst>
              <a:ext uri="{FF2B5EF4-FFF2-40B4-BE49-F238E27FC236}">
                <a16:creationId xmlns:a16="http://schemas.microsoft.com/office/drawing/2014/main" id="{5A639AEF-093F-9E9B-7ADA-ED25DCFC1A33}"/>
              </a:ext>
            </a:extLst>
          </p:cNvPr>
          <p:cNvSpPr/>
          <p:nvPr/>
        </p:nvSpPr>
        <p:spPr>
          <a:xfrm>
            <a:off x="7100557" y="2149026"/>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01" name="Google Shape;1370;p78">
            <a:extLst>
              <a:ext uri="{FF2B5EF4-FFF2-40B4-BE49-F238E27FC236}">
                <a16:creationId xmlns:a16="http://schemas.microsoft.com/office/drawing/2014/main" id="{86A0DA80-B4DF-B1B9-C4A1-20651543D976}"/>
              </a:ext>
            </a:extLst>
          </p:cNvPr>
          <p:cNvSpPr/>
          <p:nvPr/>
        </p:nvSpPr>
        <p:spPr>
          <a:xfrm>
            <a:off x="5895095" y="2616246"/>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grpSp>
        <p:nvGrpSpPr>
          <p:cNvPr id="1602" name="Google Shape;1371;p78">
            <a:extLst>
              <a:ext uri="{FF2B5EF4-FFF2-40B4-BE49-F238E27FC236}">
                <a16:creationId xmlns:a16="http://schemas.microsoft.com/office/drawing/2014/main" id="{8415953E-8F22-26CA-3116-271C8F2D6AA7}"/>
              </a:ext>
            </a:extLst>
          </p:cNvPr>
          <p:cNvGrpSpPr/>
          <p:nvPr/>
        </p:nvGrpSpPr>
        <p:grpSpPr>
          <a:xfrm>
            <a:off x="2106281" y="1844211"/>
            <a:ext cx="638214" cy="533451"/>
            <a:chOff x="2427631" y="1902811"/>
            <a:chExt cx="638214" cy="533451"/>
          </a:xfrm>
        </p:grpSpPr>
        <p:sp>
          <p:nvSpPr>
            <p:cNvPr id="1603" name="Google Shape;1372;p78">
              <a:extLst>
                <a:ext uri="{FF2B5EF4-FFF2-40B4-BE49-F238E27FC236}">
                  <a16:creationId xmlns:a16="http://schemas.microsoft.com/office/drawing/2014/main" id="{5639803A-B93A-8DEE-AE32-51FF409BA5B8}"/>
                </a:ext>
              </a:extLst>
            </p:cNvPr>
            <p:cNvSpPr/>
            <p:nvPr/>
          </p:nvSpPr>
          <p:spPr>
            <a:xfrm>
              <a:off x="2706088" y="1902811"/>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04" name="Google Shape;1373;p78">
              <a:extLst>
                <a:ext uri="{FF2B5EF4-FFF2-40B4-BE49-F238E27FC236}">
                  <a16:creationId xmlns:a16="http://schemas.microsoft.com/office/drawing/2014/main" id="{AEF737E0-9F4A-5B49-3974-4FFC8D8FCB03}"/>
                </a:ext>
              </a:extLst>
            </p:cNvPr>
            <p:cNvSpPr/>
            <p:nvPr/>
          </p:nvSpPr>
          <p:spPr>
            <a:xfrm>
              <a:off x="2868697" y="1942163"/>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05" name="Google Shape;1374;p78">
              <a:extLst>
                <a:ext uri="{FF2B5EF4-FFF2-40B4-BE49-F238E27FC236}">
                  <a16:creationId xmlns:a16="http://schemas.microsoft.com/office/drawing/2014/main" id="{3AF56C62-8D17-EBD8-87C7-E28213A69777}"/>
                </a:ext>
              </a:extLst>
            </p:cNvPr>
            <p:cNvSpPr/>
            <p:nvPr/>
          </p:nvSpPr>
          <p:spPr>
            <a:xfrm>
              <a:off x="2722833" y="2019479"/>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06" name="Google Shape;1375;p78">
              <a:extLst>
                <a:ext uri="{FF2B5EF4-FFF2-40B4-BE49-F238E27FC236}">
                  <a16:creationId xmlns:a16="http://schemas.microsoft.com/office/drawing/2014/main" id="{0DD60ACD-2DF0-A230-3758-9E81A0245878}"/>
                </a:ext>
              </a:extLst>
            </p:cNvPr>
            <p:cNvSpPr/>
            <p:nvPr/>
          </p:nvSpPr>
          <p:spPr>
            <a:xfrm>
              <a:off x="2597237" y="2141269"/>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07" name="Google Shape;1376;p78">
              <a:extLst>
                <a:ext uri="{FF2B5EF4-FFF2-40B4-BE49-F238E27FC236}">
                  <a16:creationId xmlns:a16="http://schemas.microsoft.com/office/drawing/2014/main" id="{BE2964E8-3A41-A020-6B34-4834A50F4C4B}"/>
                </a:ext>
              </a:extLst>
            </p:cNvPr>
            <p:cNvSpPr/>
            <p:nvPr/>
          </p:nvSpPr>
          <p:spPr>
            <a:xfrm>
              <a:off x="2803715" y="2170766"/>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08" name="Google Shape;1377;p78">
              <a:extLst>
                <a:ext uri="{FF2B5EF4-FFF2-40B4-BE49-F238E27FC236}">
                  <a16:creationId xmlns:a16="http://schemas.microsoft.com/office/drawing/2014/main" id="{6B446227-ED42-CFFF-F1D2-F3A66FE02BF3}"/>
                </a:ext>
              </a:extLst>
            </p:cNvPr>
            <p:cNvSpPr/>
            <p:nvPr/>
          </p:nvSpPr>
          <p:spPr>
            <a:xfrm>
              <a:off x="2766844" y="2097024"/>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09" name="Google Shape;1378;p78">
              <a:extLst>
                <a:ext uri="{FF2B5EF4-FFF2-40B4-BE49-F238E27FC236}">
                  <a16:creationId xmlns:a16="http://schemas.microsoft.com/office/drawing/2014/main" id="{81D5F905-6587-7A5C-65B1-BBAE2C158ED0}"/>
                </a:ext>
              </a:extLst>
            </p:cNvPr>
            <p:cNvSpPr/>
            <p:nvPr/>
          </p:nvSpPr>
          <p:spPr>
            <a:xfrm>
              <a:off x="2427631" y="2126521"/>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10" name="Google Shape;1379;p78">
              <a:extLst>
                <a:ext uri="{FF2B5EF4-FFF2-40B4-BE49-F238E27FC236}">
                  <a16:creationId xmlns:a16="http://schemas.microsoft.com/office/drawing/2014/main" id="{1A462E58-20F4-0699-B90D-27612935F4BF}"/>
                </a:ext>
              </a:extLst>
            </p:cNvPr>
            <p:cNvSpPr/>
            <p:nvPr/>
          </p:nvSpPr>
          <p:spPr>
            <a:xfrm>
              <a:off x="2693102" y="2207637"/>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11" name="Google Shape;1380;p78">
              <a:extLst>
                <a:ext uri="{FF2B5EF4-FFF2-40B4-BE49-F238E27FC236}">
                  <a16:creationId xmlns:a16="http://schemas.microsoft.com/office/drawing/2014/main" id="{050FEFCD-BB98-EF2B-A6C4-7605642975BA}"/>
                </a:ext>
              </a:extLst>
            </p:cNvPr>
            <p:cNvSpPr/>
            <p:nvPr/>
          </p:nvSpPr>
          <p:spPr>
            <a:xfrm>
              <a:off x="2750864" y="2172236"/>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12" name="Google Shape;1381;p78">
              <a:extLst>
                <a:ext uri="{FF2B5EF4-FFF2-40B4-BE49-F238E27FC236}">
                  <a16:creationId xmlns:a16="http://schemas.microsoft.com/office/drawing/2014/main" id="{1E893283-5B95-CC50-827E-BD61E7E73E8D}"/>
                </a:ext>
              </a:extLst>
            </p:cNvPr>
            <p:cNvSpPr/>
            <p:nvPr/>
          </p:nvSpPr>
          <p:spPr>
            <a:xfrm>
              <a:off x="2532209" y="2112881"/>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grpSp>
      <p:sp>
        <p:nvSpPr>
          <p:cNvPr id="1613" name="Google Shape;1382;p78">
            <a:extLst>
              <a:ext uri="{FF2B5EF4-FFF2-40B4-BE49-F238E27FC236}">
                <a16:creationId xmlns:a16="http://schemas.microsoft.com/office/drawing/2014/main" id="{C563DD99-42E8-F15A-0314-70DC5E8BEE20}"/>
              </a:ext>
            </a:extLst>
          </p:cNvPr>
          <p:cNvSpPr/>
          <p:nvPr/>
        </p:nvSpPr>
        <p:spPr>
          <a:xfrm>
            <a:off x="6504285" y="2910382"/>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14" name="Google Shape;1383;p78">
            <a:extLst>
              <a:ext uri="{FF2B5EF4-FFF2-40B4-BE49-F238E27FC236}">
                <a16:creationId xmlns:a16="http://schemas.microsoft.com/office/drawing/2014/main" id="{8ABEDC3D-372D-A0F1-4F7F-F3ACB80580EB}"/>
              </a:ext>
            </a:extLst>
          </p:cNvPr>
          <p:cNvSpPr/>
          <p:nvPr/>
        </p:nvSpPr>
        <p:spPr>
          <a:xfrm>
            <a:off x="6440979" y="2943748"/>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grpSp>
        <p:nvGrpSpPr>
          <p:cNvPr id="1615" name="Google Shape;1384;p78">
            <a:extLst>
              <a:ext uri="{FF2B5EF4-FFF2-40B4-BE49-F238E27FC236}">
                <a16:creationId xmlns:a16="http://schemas.microsoft.com/office/drawing/2014/main" id="{83C4F992-23B6-F231-7336-B90299595DC4}"/>
              </a:ext>
            </a:extLst>
          </p:cNvPr>
          <p:cNvGrpSpPr/>
          <p:nvPr/>
        </p:nvGrpSpPr>
        <p:grpSpPr>
          <a:xfrm>
            <a:off x="1508985" y="1912797"/>
            <a:ext cx="339510" cy="464858"/>
            <a:chOff x="1898735" y="1951372"/>
            <a:chExt cx="339510" cy="464858"/>
          </a:xfrm>
        </p:grpSpPr>
        <p:sp>
          <p:nvSpPr>
            <p:cNvPr id="1616" name="Google Shape;1385;p78">
              <a:extLst>
                <a:ext uri="{FF2B5EF4-FFF2-40B4-BE49-F238E27FC236}">
                  <a16:creationId xmlns:a16="http://schemas.microsoft.com/office/drawing/2014/main" id="{9866B85D-B9DB-B495-F645-8F5C27BDE28D}"/>
                </a:ext>
              </a:extLst>
            </p:cNvPr>
            <p:cNvSpPr/>
            <p:nvPr/>
          </p:nvSpPr>
          <p:spPr>
            <a:xfrm>
              <a:off x="1928891" y="1951372"/>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17" name="Google Shape;1386;p78">
              <a:extLst>
                <a:ext uri="{FF2B5EF4-FFF2-40B4-BE49-F238E27FC236}">
                  <a16:creationId xmlns:a16="http://schemas.microsoft.com/office/drawing/2014/main" id="{BD09A176-5E2D-6CDD-9C08-61AF08F28943}"/>
                </a:ext>
              </a:extLst>
            </p:cNvPr>
            <p:cNvSpPr/>
            <p:nvPr/>
          </p:nvSpPr>
          <p:spPr>
            <a:xfrm>
              <a:off x="1898735" y="2049052"/>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18" name="Google Shape;1387;p78">
              <a:extLst>
                <a:ext uri="{FF2B5EF4-FFF2-40B4-BE49-F238E27FC236}">
                  <a16:creationId xmlns:a16="http://schemas.microsoft.com/office/drawing/2014/main" id="{E1D34935-376C-FDC0-1326-2F21FD85816D}"/>
                </a:ext>
              </a:extLst>
            </p:cNvPr>
            <p:cNvSpPr/>
            <p:nvPr/>
          </p:nvSpPr>
          <p:spPr>
            <a:xfrm>
              <a:off x="1900949" y="2140733"/>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19" name="Google Shape;1388;p78">
              <a:extLst>
                <a:ext uri="{FF2B5EF4-FFF2-40B4-BE49-F238E27FC236}">
                  <a16:creationId xmlns:a16="http://schemas.microsoft.com/office/drawing/2014/main" id="{92638486-BA4D-07B8-9F1A-546ED15E39E3}"/>
                </a:ext>
              </a:extLst>
            </p:cNvPr>
            <p:cNvSpPr/>
            <p:nvPr/>
          </p:nvSpPr>
          <p:spPr>
            <a:xfrm>
              <a:off x="2041097" y="2187605"/>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grpSp>
      <p:sp>
        <p:nvSpPr>
          <p:cNvPr id="1620" name="Google Shape;1389;p78">
            <a:extLst>
              <a:ext uri="{FF2B5EF4-FFF2-40B4-BE49-F238E27FC236}">
                <a16:creationId xmlns:a16="http://schemas.microsoft.com/office/drawing/2014/main" id="{EFA0A2BC-46DC-A399-E1D9-93D2468F7DB2}"/>
              </a:ext>
            </a:extLst>
          </p:cNvPr>
          <p:cNvSpPr/>
          <p:nvPr/>
        </p:nvSpPr>
        <p:spPr>
          <a:xfrm>
            <a:off x="4631364" y="1463588"/>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pic>
        <p:nvPicPr>
          <p:cNvPr id="1621" name="Google Shape;1390;p78">
            <a:extLst>
              <a:ext uri="{FF2B5EF4-FFF2-40B4-BE49-F238E27FC236}">
                <a16:creationId xmlns:a16="http://schemas.microsoft.com/office/drawing/2014/main" id="{5E9E8C7E-CAF7-C690-A360-1E92108B5C9F}"/>
              </a:ext>
            </a:extLst>
          </p:cNvPr>
          <p:cNvPicPr preferRelativeResize="0"/>
          <p:nvPr/>
        </p:nvPicPr>
        <p:blipFill>
          <a:blip r:embed="rId5">
            <a:alphaModFix/>
          </a:blip>
          <a:stretch>
            <a:fillRect/>
          </a:stretch>
        </p:blipFill>
        <p:spPr>
          <a:xfrm>
            <a:off x="977550" y="3853225"/>
            <a:ext cx="689326" cy="387740"/>
          </a:xfrm>
          <a:prstGeom prst="rect">
            <a:avLst/>
          </a:prstGeom>
          <a:noFill/>
          <a:ln>
            <a:noFill/>
          </a:ln>
        </p:spPr>
      </p:pic>
      <p:grpSp>
        <p:nvGrpSpPr>
          <p:cNvPr id="1622" name="Google Shape;1392;p78">
            <a:extLst>
              <a:ext uri="{FF2B5EF4-FFF2-40B4-BE49-F238E27FC236}">
                <a16:creationId xmlns:a16="http://schemas.microsoft.com/office/drawing/2014/main" id="{520E13B8-3188-7A07-F70E-CCF317E51FD1}"/>
              </a:ext>
            </a:extLst>
          </p:cNvPr>
          <p:cNvGrpSpPr/>
          <p:nvPr/>
        </p:nvGrpSpPr>
        <p:grpSpPr>
          <a:xfrm>
            <a:off x="4086052" y="1598522"/>
            <a:ext cx="516422" cy="420974"/>
            <a:chOff x="3909352" y="1676072"/>
            <a:chExt cx="516422" cy="420974"/>
          </a:xfrm>
        </p:grpSpPr>
        <p:sp>
          <p:nvSpPr>
            <p:cNvPr id="1623" name="Google Shape;1393;p78">
              <a:extLst>
                <a:ext uri="{FF2B5EF4-FFF2-40B4-BE49-F238E27FC236}">
                  <a16:creationId xmlns:a16="http://schemas.microsoft.com/office/drawing/2014/main" id="{868F0003-D1CB-91B7-2381-E26239B75559}"/>
                </a:ext>
              </a:extLst>
            </p:cNvPr>
            <p:cNvSpPr/>
            <p:nvPr/>
          </p:nvSpPr>
          <p:spPr>
            <a:xfrm>
              <a:off x="3921263" y="1676072"/>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grpSp>
          <p:nvGrpSpPr>
            <p:cNvPr id="1624" name="Google Shape;1394;p78">
              <a:extLst>
                <a:ext uri="{FF2B5EF4-FFF2-40B4-BE49-F238E27FC236}">
                  <a16:creationId xmlns:a16="http://schemas.microsoft.com/office/drawing/2014/main" id="{379791D6-23EE-55BE-9DEF-6FFC4606DA07}"/>
                </a:ext>
              </a:extLst>
            </p:cNvPr>
            <p:cNvGrpSpPr/>
            <p:nvPr/>
          </p:nvGrpSpPr>
          <p:grpSpPr>
            <a:xfrm>
              <a:off x="3947805" y="1706474"/>
              <a:ext cx="197149" cy="228614"/>
              <a:chOff x="2782029" y="4368192"/>
              <a:chExt cx="351989" cy="408167"/>
            </a:xfrm>
          </p:grpSpPr>
          <p:sp>
            <p:nvSpPr>
              <p:cNvPr id="1633" name="Google Shape;1395;p78">
                <a:extLst>
                  <a:ext uri="{FF2B5EF4-FFF2-40B4-BE49-F238E27FC236}">
                    <a16:creationId xmlns:a16="http://schemas.microsoft.com/office/drawing/2014/main" id="{6DE84CB1-778F-D607-A96D-BAEAD6EEDCA9}"/>
                  </a:ext>
                </a:extLst>
              </p:cNvPr>
              <p:cNvSpPr/>
              <p:nvPr/>
            </p:nvSpPr>
            <p:spPr>
              <a:xfrm>
                <a:off x="2782029" y="4368192"/>
                <a:ext cx="351989" cy="408167"/>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34" name="Google Shape;1396;p78">
                <a:extLst>
                  <a:ext uri="{FF2B5EF4-FFF2-40B4-BE49-F238E27FC236}">
                    <a16:creationId xmlns:a16="http://schemas.microsoft.com/office/drawing/2014/main" id="{347C180A-8DAC-18C9-B048-8318140F69AF}"/>
                  </a:ext>
                </a:extLst>
              </p:cNvPr>
              <p:cNvSpPr/>
              <p:nvPr/>
            </p:nvSpPr>
            <p:spPr>
              <a:xfrm>
                <a:off x="2816052" y="4451702"/>
                <a:ext cx="190924" cy="173737"/>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grpSp>
        <p:sp>
          <p:nvSpPr>
            <p:cNvPr id="1625" name="Google Shape;1397;p78">
              <a:extLst>
                <a:ext uri="{FF2B5EF4-FFF2-40B4-BE49-F238E27FC236}">
                  <a16:creationId xmlns:a16="http://schemas.microsoft.com/office/drawing/2014/main" id="{628AF3DC-00EC-BCAE-A2D3-18B1B8082E00}"/>
                </a:ext>
              </a:extLst>
            </p:cNvPr>
            <p:cNvSpPr/>
            <p:nvPr/>
          </p:nvSpPr>
          <p:spPr>
            <a:xfrm>
              <a:off x="3909352" y="1730839"/>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26" name="Google Shape;1398;p78">
              <a:extLst>
                <a:ext uri="{FF2B5EF4-FFF2-40B4-BE49-F238E27FC236}">
                  <a16:creationId xmlns:a16="http://schemas.microsoft.com/office/drawing/2014/main" id="{326F74B3-77CE-C81E-734B-1AF6083F2E15}"/>
                </a:ext>
              </a:extLst>
            </p:cNvPr>
            <p:cNvSpPr/>
            <p:nvPr/>
          </p:nvSpPr>
          <p:spPr>
            <a:xfrm>
              <a:off x="4248538" y="1754199"/>
              <a:ext cx="106937" cy="97307"/>
            </a:xfrm>
            <a:custGeom>
              <a:avLst/>
              <a:gdLst/>
              <a:ahLst/>
              <a:cxnLst/>
              <a:rect l="l" t="t" r="r" b="b"/>
              <a:pathLst>
                <a:path w="2696" h="2454" extrusionOk="0">
                  <a:moveTo>
                    <a:pt x="2661" y="409"/>
                  </a:moveTo>
                  <a:lnTo>
                    <a:pt x="2661" y="271"/>
                  </a:lnTo>
                  <a:lnTo>
                    <a:pt x="2605" y="345"/>
                  </a:lnTo>
                  <a:lnTo>
                    <a:pt x="2593" y="345"/>
                  </a:lnTo>
                  <a:lnTo>
                    <a:pt x="2536" y="273"/>
                  </a:lnTo>
                  <a:lnTo>
                    <a:pt x="2536" y="409"/>
                  </a:lnTo>
                  <a:lnTo>
                    <a:pt x="2504" y="409"/>
                  </a:lnTo>
                  <a:lnTo>
                    <a:pt x="2504" y="213"/>
                  </a:lnTo>
                  <a:lnTo>
                    <a:pt x="2529" y="213"/>
                  </a:lnTo>
                  <a:lnTo>
                    <a:pt x="2600" y="305"/>
                  </a:lnTo>
                  <a:lnTo>
                    <a:pt x="2670" y="213"/>
                  </a:lnTo>
                  <a:lnTo>
                    <a:pt x="2695" y="213"/>
                  </a:lnTo>
                  <a:lnTo>
                    <a:pt x="2695" y="409"/>
                  </a:lnTo>
                  <a:lnTo>
                    <a:pt x="2661" y="409"/>
                  </a:lnTo>
                  <a:close/>
                  <a:moveTo>
                    <a:pt x="2318" y="241"/>
                  </a:moveTo>
                  <a:lnTo>
                    <a:pt x="2318" y="213"/>
                  </a:lnTo>
                  <a:lnTo>
                    <a:pt x="2473" y="213"/>
                  </a:lnTo>
                  <a:lnTo>
                    <a:pt x="2473" y="241"/>
                  </a:lnTo>
                  <a:lnTo>
                    <a:pt x="2411" y="241"/>
                  </a:lnTo>
                  <a:lnTo>
                    <a:pt x="2411" y="409"/>
                  </a:lnTo>
                  <a:lnTo>
                    <a:pt x="2379" y="409"/>
                  </a:lnTo>
                  <a:lnTo>
                    <a:pt x="2379" y="241"/>
                  </a:lnTo>
                  <a:lnTo>
                    <a:pt x="2318" y="241"/>
                  </a:lnTo>
                  <a:close/>
                  <a:moveTo>
                    <a:pt x="2395" y="1059"/>
                  </a:moveTo>
                  <a:lnTo>
                    <a:pt x="2104" y="1226"/>
                  </a:lnTo>
                  <a:lnTo>
                    <a:pt x="2395" y="1394"/>
                  </a:lnTo>
                  <a:cubicBezTo>
                    <a:pt x="2469" y="1436"/>
                    <a:pt x="2494" y="1530"/>
                    <a:pt x="2452" y="1602"/>
                  </a:cubicBezTo>
                  <a:cubicBezTo>
                    <a:pt x="2409" y="1674"/>
                    <a:pt x="2316" y="1699"/>
                    <a:pt x="2242" y="1658"/>
                  </a:cubicBezTo>
                  <a:lnTo>
                    <a:pt x="1722" y="1359"/>
                  </a:lnTo>
                  <a:cubicBezTo>
                    <a:pt x="1687" y="1339"/>
                    <a:pt x="1664" y="1307"/>
                    <a:pt x="1653" y="1272"/>
                  </a:cubicBezTo>
                  <a:cubicBezTo>
                    <a:pt x="1648" y="1256"/>
                    <a:pt x="1646" y="1239"/>
                    <a:pt x="1646" y="1223"/>
                  </a:cubicBezTo>
                  <a:cubicBezTo>
                    <a:pt x="1646" y="1211"/>
                    <a:pt x="1648" y="1198"/>
                    <a:pt x="1651" y="1188"/>
                  </a:cubicBezTo>
                  <a:cubicBezTo>
                    <a:pt x="1662" y="1151"/>
                    <a:pt x="1687" y="1117"/>
                    <a:pt x="1722" y="1096"/>
                  </a:cubicBezTo>
                  <a:lnTo>
                    <a:pt x="2242" y="798"/>
                  </a:lnTo>
                  <a:cubicBezTo>
                    <a:pt x="2314" y="756"/>
                    <a:pt x="2409" y="781"/>
                    <a:pt x="2452" y="855"/>
                  </a:cubicBezTo>
                  <a:cubicBezTo>
                    <a:pt x="2494" y="923"/>
                    <a:pt x="2469" y="1017"/>
                    <a:pt x="2395" y="1059"/>
                  </a:cubicBezTo>
                  <a:close/>
                  <a:moveTo>
                    <a:pt x="2120" y="1870"/>
                  </a:moveTo>
                  <a:lnTo>
                    <a:pt x="1600" y="1572"/>
                  </a:lnTo>
                  <a:cubicBezTo>
                    <a:pt x="1572" y="1556"/>
                    <a:pt x="1542" y="1549"/>
                    <a:pt x="1512" y="1552"/>
                  </a:cubicBezTo>
                  <a:cubicBezTo>
                    <a:pt x="1433" y="1558"/>
                    <a:pt x="1371" y="1625"/>
                    <a:pt x="1371" y="1704"/>
                  </a:cubicBezTo>
                  <a:lnTo>
                    <a:pt x="1371" y="2301"/>
                  </a:lnTo>
                  <a:cubicBezTo>
                    <a:pt x="1371" y="2386"/>
                    <a:pt x="1440" y="2453"/>
                    <a:pt x="1525" y="2453"/>
                  </a:cubicBezTo>
                  <a:cubicBezTo>
                    <a:pt x="1609" y="2453"/>
                    <a:pt x="1678" y="2384"/>
                    <a:pt x="1678" y="2301"/>
                  </a:cubicBezTo>
                  <a:lnTo>
                    <a:pt x="1678" y="1967"/>
                  </a:lnTo>
                  <a:lnTo>
                    <a:pt x="1969" y="2134"/>
                  </a:lnTo>
                  <a:cubicBezTo>
                    <a:pt x="2041" y="2176"/>
                    <a:pt x="2136" y="2152"/>
                    <a:pt x="2178" y="2079"/>
                  </a:cubicBezTo>
                  <a:cubicBezTo>
                    <a:pt x="2219" y="2005"/>
                    <a:pt x="2194" y="1912"/>
                    <a:pt x="2120" y="1870"/>
                  </a:cubicBezTo>
                  <a:close/>
                  <a:moveTo>
                    <a:pt x="1521" y="1285"/>
                  </a:moveTo>
                  <a:lnTo>
                    <a:pt x="1305" y="1500"/>
                  </a:lnTo>
                  <a:cubicBezTo>
                    <a:pt x="1298" y="1507"/>
                    <a:pt x="1288" y="1512"/>
                    <a:pt x="1279" y="1512"/>
                  </a:cubicBezTo>
                  <a:lnTo>
                    <a:pt x="1263" y="1512"/>
                  </a:lnTo>
                  <a:lnTo>
                    <a:pt x="1231" y="1512"/>
                  </a:lnTo>
                  <a:lnTo>
                    <a:pt x="1215" y="1512"/>
                  </a:lnTo>
                  <a:cubicBezTo>
                    <a:pt x="1207" y="1512"/>
                    <a:pt x="1194" y="1507"/>
                    <a:pt x="1189" y="1500"/>
                  </a:cubicBezTo>
                  <a:lnTo>
                    <a:pt x="972" y="1285"/>
                  </a:lnTo>
                  <a:cubicBezTo>
                    <a:pt x="965" y="1279"/>
                    <a:pt x="962" y="1267"/>
                    <a:pt x="962" y="1258"/>
                  </a:cubicBezTo>
                  <a:lnTo>
                    <a:pt x="962" y="1242"/>
                  </a:lnTo>
                  <a:lnTo>
                    <a:pt x="962" y="1211"/>
                  </a:lnTo>
                  <a:lnTo>
                    <a:pt x="962" y="1195"/>
                  </a:lnTo>
                  <a:cubicBezTo>
                    <a:pt x="962" y="1186"/>
                    <a:pt x="967" y="1174"/>
                    <a:pt x="972" y="1168"/>
                  </a:cubicBezTo>
                  <a:lnTo>
                    <a:pt x="1189" y="953"/>
                  </a:lnTo>
                  <a:cubicBezTo>
                    <a:pt x="1196" y="946"/>
                    <a:pt x="1207" y="943"/>
                    <a:pt x="1215" y="943"/>
                  </a:cubicBezTo>
                  <a:lnTo>
                    <a:pt x="1231" y="943"/>
                  </a:lnTo>
                  <a:lnTo>
                    <a:pt x="1263" y="943"/>
                  </a:lnTo>
                  <a:lnTo>
                    <a:pt x="1279" y="943"/>
                  </a:lnTo>
                  <a:cubicBezTo>
                    <a:pt x="1288" y="943"/>
                    <a:pt x="1300" y="948"/>
                    <a:pt x="1305" y="953"/>
                  </a:cubicBezTo>
                  <a:lnTo>
                    <a:pt x="1521" y="1168"/>
                  </a:lnTo>
                  <a:cubicBezTo>
                    <a:pt x="1526" y="1174"/>
                    <a:pt x="1532" y="1186"/>
                    <a:pt x="1532" y="1195"/>
                  </a:cubicBezTo>
                  <a:lnTo>
                    <a:pt x="1532" y="1211"/>
                  </a:lnTo>
                  <a:lnTo>
                    <a:pt x="1532" y="1242"/>
                  </a:lnTo>
                  <a:lnTo>
                    <a:pt x="1532" y="1258"/>
                  </a:lnTo>
                  <a:cubicBezTo>
                    <a:pt x="1532" y="1267"/>
                    <a:pt x="1528" y="1279"/>
                    <a:pt x="1521" y="1285"/>
                  </a:cubicBezTo>
                  <a:close/>
                  <a:moveTo>
                    <a:pt x="1348" y="1225"/>
                  </a:moveTo>
                  <a:cubicBezTo>
                    <a:pt x="1348" y="1216"/>
                    <a:pt x="1343" y="1204"/>
                    <a:pt x="1336" y="1198"/>
                  </a:cubicBezTo>
                  <a:lnTo>
                    <a:pt x="1274" y="1137"/>
                  </a:lnTo>
                  <a:cubicBezTo>
                    <a:pt x="1268" y="1131"/>
                    <a:pt x="1256" y="1126"/>
                    <a:pt x="1247" y="1126"/>
                  </a:cubicBezTo>
                  <a:lnTo>
                    <a:pt x="1245" y="1126"/>
                  </a:lnTo>
                  <a:cubicBezTo>
                    <a:pt x="1237" y="1126"/>
                    <a:pt x="1224" y="1131"/>
                    <a:pt x="1219" y="1137"/>
                  </a:cubicBezTo>
                  <a:lnTo>
                    <a:pt x="1156" y="1198"/>
                  </a:lnTo>
                  <a:cubicBezTo>
                    <a:pt x="1148" y="1205"/>
                    <a:pt x="1145" y="1216"/>
                    <a:pt x="1145" y="1225"/>
                  </a:cubicBezTo>
                  <a:lnTo>
                    <a:pt x="1145" y="1226"/>
                  </a:lnTo>
                  <a:cubicBezTo>
                    <a:pt x="1145" y="1235"/>
                    <a:pt x="1150" y="1248"/>
                    <a:pt x="1156" y="1253"/>
                  </a:cubicBezTo>
                  <a:lnTo>
                    <a:pt x="1219" y="1315"/>
                  </a:lnTo>
                  <a:cubicBezTo>
                    <a:pt x="1224" y="1320"/>
                    <a:pt x="1237" y="1325"/>
                    <a:pt x="1245" y="1325"/>
                  </a:cubicBezTo>
                  <a:lnTo>
                    <a:pt x="1247" y="1325"/>
                  </a:lnTo>
                  <a:cubicBezTo>
                    <a:pt x="1256" y="1325"/>
                    <a:pt x="1268" y="1320"/>
                    <a:pt x="1274" y="1315"/>
                  </a:cubicBezTo>
                  <a:lnTo>
                    <a:pt x="1336" y="1253"/>
                  </a:lnTo>
                  <a:cubicBezTo>
                    <a:pt x="1341" y="1246"/>
                    <a:pt x="1348" y="1235"/>
                    <a:pt x="1348" y="1226"/>
                  </a:cubicBezTo>
                  <a:lnTo>
                    <a:pt x="1348" y="1225"/>
                  </a:lnTo>
                  <a:close/>
                  <a:moveTo>
                    <a:pt x="373" y="583"/>
                  </a:moveTo>
                  <a:lnTo>
                    <a:pt x="893" y="881"/>
                  </a:lnTo>
                  <a:cubicBezTo>
                    <a:pt x="921" y="897"/>
                    <a:pt x="951" y="904"/>
                    <a:pt x="981" y="900"/>
                  </a:cubicBezTo>
                  <a:cubicBezTo>
                    <a:pt x="1060" y="895"/>
                    <a:pt x="1122" y="828"/>
                    <a:pt x="1122" y="749"/>
                  </a:cubicBezTo>
                  <a:lnTo>
                    <a:pt x="1122" y="151"/>
                  </a:lnTo>
                  <a:cubicBezTo>
                    <a:pt x="1122" y="67"/>
                    <a:pt x="1053" y="0"/>
                    <a:pt x="969" y="0"/>
                  </a:cubicBezTo>
                  <a:cubicBezTo>
                    <a:pt x="884" y="0"/>
                    <a:pt x="815" y="69"/>
                    <a:pt x="815" y="151"/>
                  </a:cubicBezTo>
                  <a:lnTo>
                    <a:pt x="815" y="486"/>
                  </a:lnTo>
                  <a:lnTo>
                    <a:pt x="525" y="319"/>
                  </a:lnTo>
                  <a:cubicBezTo>
                    <a:pt x="452" y="277"/>
                    <a:pt x="359" y="301"/>
                    <a:pt x="315" y="375"/>
                  </a:cubicBezTo>
                  <a:cubicBezTo>
                    <a:pt x="274" y="448"/>
                    <a:pt x="299" y="541"/>
                    <a:pt x="373" y="583"/>
                  </a:cubicBezTo>
                  <a:close/>
                  <a:moveTo>
                    <a:pt x="1512" y="902"/>
                  </a:moveTo>
                  <a:cubicBezTo>
                    <a:pt x="1542" y="904"/>
                    <a:pt x="1572" y="899"/>
                    <a:pt x="1600" y="883"/>
                  </a:cubicBezTo>
                  <a:lnTo>
                    <a:pt x="2120" y="585"/>
                  </a:lnTo>
                  <a:cubicBezTo>
                    <a:pt x="2194" y="543"/>
                    <a:pt x="2219" y="449"/>
                    <a:pt x="2177" y="377"/>
                  </a:cubicBezTo>
                  <a:cubicBezTo>
                    <a:pt x="2134" y="305"/>
                    <a:pt x="2041" y="280"/>
                    <a:pt x="1967" y="321"/>
                  </a:cubicBezTo>
                  <a:lnTo>
                    <a:pt x="1676" y="488"/>
                  </a:lnTo>
                  <a:lnTo>
                    <a:pt x="1676" y="153"/>
                  </a:lnTo>
                  <a:cubicBezTo>
                    <a:pt x="1676" y="69"/>
                    <a:pt x="1607" y="2"/>
                    <a:pt x="1523" y="2"/>
                  </a:cubicBezTo>
                  <a:cubicBezTo>
                    <a:pt x="1438" y="2"/>
                    <a:pt x="1370" y="70"/>
                    <a:pt x="1370" y="153"/>
                  </a:cubicBezTo>
                  <a:lnTo>
                    <a:pt x="1370" y="751"/>
                  </a:lnTo>
                  <a:cubicBezTo>
                    <a:pt x="1371" y="830"/>
                    <a:pt x="1433" y="895"/>
                    <a:pt x="1512" y="902"/>
                  </a:cubicBezTo>
                  <a:close/>
                  <a:moveTo>
                    <a:pt x="981" y="1551"/>
                  </a:moveTo>
                  <a:cubicBezTo>
                    <a:pt x="951" y="1549"/>
                    <a:pt x="919" y="1554"/>
                    <a:pt x="893" y="1570"/>
                  </a:cubicBezTo>
                  <a:lnTo>
                    <a:pt x="373" y="1868"/>
                  </a:lnTo>
                  <a:cubicBezTo>
                    <a:pt x="299" y="1910"/>
                    <a:pt x="274" y="2004"/>
                    <a:pt x="317" y="2076"/>
                  </a:cubicBezTo>
                  <a:cubicBezTo>
                    <a:pt x="359" y="2148"/>
                    <a:pt x="452" y="2173"/>
                    <a:pt x="526" y="2130"/>
                  </a:cubicBezTo>
                  <a:lnTo>
                    <a:pt x="817" y="1963"/>
                  </a:lnTo>
                  <a:lnTo>
                    <a:pt x="817" y="2298"/>
                  </a:lnTo>
                  <a:cubicBezTo>
                    <a:pt x="817" y="2382"/>
                    <a:pt x="886" y="2449"/>
                    <a:pt x="971" y="2449"/>
                  </a:cubicBezTo>
                  <a:cubicBezTo>
                    <a:pt x="1055" y="2449"/>
                    <a:pt x="1124" y="2381"/>
                    <a:pt x="1124" y="2298"/>
                  </a:cubicBezTo>
                  <a:lnTo>
                    <a:pt x="1124" y="1700"/>
                  </a:lnTo>
                  <a:cubicBezTo>
                    <a:pt x="1122" y="1623"/>
                    <a:pt x="1060" y="1556"/>
                    <a:pt x="981" y="1551"/>
                  </a:cubicBezTo>
                  <a:close/>
                  <a:moveTo>
                    <a:pt x="840" y="1270"/>
                  </a:moveTo>
                  <a:cubicBezTo>
                    <a:pt x="845" y="1255"/>
                    <a:pt x="847" y="1237"/>
                    <a:pt x="847" y="1221"/>
                  </a:cubicBezTo>
                  <a:cubicBezTo>
                    <a:pt x="847" y="1209"/>
                    <a:pt x="845" y="1196"/>
                    <a:pt x="842" y="1186"/>
                  </a:cubicBezTo>
                  <a:cubicBezTo>
                    <a:pt x="831" y="1149"/>
                    <a:pt x="807" y="1115"/>
                    <a:pt x="771" y="1094"/>
                  </a:cubicBezTo>
                  <a:lnTo>
                    <a:pt x="252" y="796"/>
                  </a:lnTo>
                  <a:cubicBezTo>
                    <a:pt x="178" y="754"/>
                    <a:pt x="84" y="779"/>
                    <a:pt x="42" y="853"/>
                  </a:cubicBezTo>
                  <a:cubicBezTo>
                    <a:pt x="0" y="925"/>
                    <a:pt x="24" y="1018"/>
                    <a:pt x="98" y="1061"/>
                  </a:cubicBezTo>
                  <a:lnTo>
                    <a:pt x="389" y="1228"/>
                  </a:lnTo>
                  <a:lnTo>
                    <a:pt x="98" y="1396"/>
                  </a:lnTo>
                  <a:cubicBezTo>
                    <a:pt x="24" y="1438"/>
                    <a:pt x="0" y="1531"/>
                    <a:pt x="42" y="1604"/>
                  </a:cubicBezTo>
                  <a:cubicBezTo>
                    <a:pt x="84" y="1676"/>
                    <a:pt x="178" y="1700"/>
                    <a:pt x="252" y="1660"/>
                  </a:cubicBezTo>
                  <a:lnTo>
                    <a:pt x="771" y="1360"/>
                  </a:lnTo>
                  <a:cubicBezTo>
                    <a:pt x="805" y="1337"/>
                    <a:pt x="830" y="1306"/>
                    <a:pt x="840" y="1270"/>
                  </a:cubicBezTo>
                  <a:close/>
                </a:path>
              </a:pathLst>
            </a:custGeom>
            <a:solidFill>
              <a:srgbClr val="FFFFFF"/>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FFFFFF"/>
                </a:solidFill>
                <a:latin typeface="Arial"/>
                <a:ea typeface="Arial"/>
                <a:cs typeface="Arial"/>
                <a:sym typeface="Arial"/>
              </a:endParaRPr>
            </a:p>
          </p:txBody>
        </p:sp>
        <p:sp>
          <p:nvSpPr>
            <p:cNvPr id="1627" name="Google Shape;1399;p78">
              <a:extLst>
                <a:ext uri="{FF2B5EF4-FFF2-40B4-BE49-F238E27FC236}">
                  <a16:creationId xmlns:a16="http://schemas.microsoft.com/office/drawing/2014/main" id="{55610549-12AA-FB01-202D-20A5A4A7CEB0}"/>
                </a:ext>
              </a:extLst>
            </p:cNvPr>
            <p:cNvSpPr/>
            <p:nvPr/>
          </p:nvSpPr>
          <p:spPr>
            <a:xfrm>
              <a:off x="4053958" y="1729875"/>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28" name="Google Shape;1400;p78">
              <a:extLst>
                <a:ext uri="{FF2B5EF4-FFF2-40B4-BE49-F238E27FC236}">
                  <a16:creationId xmlns:a16="http://schemas.microsoft.com/office/drawing/2014/main" id="{ED0D6D2B-FDF1-F070-5169-B6A06B619117}"/>
                </a:ext>
              </a:extLst>
            </p:cNvPr>
            <p:cNvSpPr/>
            <p:nvPr/>
          </p:nvSpPr>
          <p:spPr>
            <a:xfrm>
              <a:off x="4176502" y="1716078"/>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D45B90"/>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29" name="Google Shape;1401;p78">
              <a:extLst>
                <a:ext uri="{FF2B5EF4-FFF2-40B4-BE49-F238E27FC236}">
                  <a16:creationId xmlns:a16="http://schemas.microsoft.com/office/drawing/2014/main" id="{0F0ED079-D06D-8820-5912-057CEB3FDDD9}"/>
                </a:ext>
              </a:extLst>
            </p:cNvPr>
            <p:cNvSpPr/>
            <p:nvPr/>
          </p:nvSpPr>
          <p:spPr>
            <a:xfrm>
              <a:off x="4093091" y="1868421"/>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30" name="Google Shape;1402;p78">
              <a:extLst>
                <a:ext uri="{FF2B5EF4-FFF2-40B4-BE49-F238E27FC236}">
                  <a16:creationId xmlns:a16="http://schemas.microsoft.com/office/drawing/2014/main" id="{2EBD45EE-A625-44A4-5119-D0E0C09073F1}"/>
                </a:ext>
              </a:extLst>
            </p:cNvPr>
            <p:cNvSpPr/>
            <p:nvPr/>
          </p:nvSpPr>
          <p:spPr>
            <a:xfrm>
              <a:off x="4073812" y="1791203"/>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31" name="Google Shape;1403;p78">
              <a:extLst>
                <a:ext uri="{FF2B5EF4-FFF2-40B4-BE49-F238E27FC236}">
                  <a16:creationId xmlns:a16="http://schemas.microsoft.com/office/drawing/2014/main" id="{9E828638-ED5A-BD58-500A-DD7E3F9728E4}"/>
                </a:ext>
              </a:extLst>
            </p:cNvPr>
            <p:cNvSpPr/>
            <p:nvPr/>
          </p:nvSpPr>
          <p:spPr>
            <a:xfrm>
              <a:off x="4228626" y="1865796"/>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32" name="Google Shape;1404;p78">
              <a:extLst>
                <a:ext uri="{FF2B5EF4-FFF2-40B4-BE49-F238E27FC236}">
                  <a16:creationId xmlns:a16="http://schemas.microsoft.com/office/drawing/2014/main" id="{B58C9BF5-2231-4F72-2D8C-B21E060B8657}"/>
                </a:ext>
              </a:extLst>
            </p:cNvPr>
            <p:cNvSpPr/>
            <p:nvPr/>
          </p:nvSpPr>
          <p:spPr>
            <a:xfrm>
              <a:off x="4213796" y="1706478"/>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grpSp>
      <p:sp>
        <p:nvSpPr>
          <p:cNvPr id="1635" name="Google Shape;1405;p78">
            <a:extLst>
              <a:ext uri="{FF2B5EF4-FFF2-40B4-BE49-F238E27FC236}">
                <a16:creationId xmlns:a16="http://schemas.microsoft.com/office/drawing/2014/main" id="{C0B483F9-E849-53A5-086A-B759254B5E85}"/>
              </a:ext>
            </a:extLst>
          </p:cNvPr>
          <p:cNvSpPr/>
          <p:nvPr/>
        </p:nvSpPr>
        <p:spPr>
          <a:xfrm>
            <a:off x="6638129" y="3157898"/>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36" name="Google Shape;1406;p78">
            <a:extLst>
              <a:ext uri="{FF2B5EF4-FFF2-40B4-BE49-F238E27FC236}">
                <a16:creationId xmlns:a16="http://schemas.microsoft.com/office/drawing/2014/main" id="{78E8451C-2D7C-A6C3-8B0E-8F26758C5F2F}"/>
              </a:ext>
            </a:extLst>
          </p:cNvPr>
          <p:cNvSpPr/>
          <p:nvPr/>
        </p:nvSpPr>
        <p:spPr>
          <a:xfrm>
            <a:off x="6568879" y="2262373"/>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37" name="Google Shape;1407;p78">
            <a:extLst>
              <a:ext uri="{FF2B5EF4-FFF2-40B4-BE49-F238E27FC236}">
                <a16:creationId xmlns:a16="http://schemas.microsoft.com/office/drawing/2014/main" id="{A3EF25E2-F445-AA8E-0D74-F04CAAB03C0C}"/>
              </a:ext>
            </a:extLst>
          </p:cNvPr>
          <p:cNvSpPr/>
          <p:nvPr/>
        </p:nvSpPr>
        <p:spPr>
          <a:xfrm>
            <a:off x="5945722" y="2616244"/>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29B5E8"/>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38" name="Google Shape;1408;p78">
            <a:extLst>
              <a:ext uri="{FF2B5EF4-FFF2-40B4-BE49-F238E27FC236}">
                <a16:creationId xmlns:a16="http://schemas.microsoft.com/office/drawing/2014/main" id="{250C2D5A-93CA-6A3E-5BB4-B7F8B5A8CA17}"/>
              </a:ext>
            </a:extLst>
          </p:cNvPr>
          <p:cNvSpPr/>
          <p:nvPr/>
        </p:nvSpPr>
        <p:spPr>
          <a:xfrm>
            <a:off x="7287044" y="2206426"/>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
        <p:nvSpPr>
          <p:cNvPr id="1639" name="Google Shape;1409;p78">
            <a:extLst>
              <a:ext uri="{FF2B5EF4-FFF2-40B4-BE49-F238E27FC236}">
                <a16:creationId xmlns:a16="http://schemas.microsoft.com/office/drawing/2014/main" id="{36D3A6E4-61A9-B864-6DCC-F855BA68F694}"/>
              </a:ext>
            </a:extLst>
          </p:cNvPr>
          <p:cNvSpPr/>
          <p:nvPr/>
        </p:nvSpPr>
        <p:spPr>
          <a:xfrm>
            <a:off x="3160639" y="3646475"/>
            <a:ext cx="197148" cy="228625"/>
          </a:xfrm>
          <a:custGeom>
            <a:avLst/>
            <a:gdLst/>
            <a:ahLst/>
            <a:cxnLst/>
            <a:rect l="l" t="t" r="r" b="b"/>
            <a:pathLst>
              <a:path w="16025" h="21317" extrusionOk="0">
                <a:moveTo>
                  <a:pt x="2620" y="16005"/>
                </a:moveTo>
                <a:cubicBezTo>
                  <a:pt x="-2874" y="10221"/>
                  <a:pt x="870" y="-283"/>
                  <a:pt x="8323" y="6"/>
                </a:cubicBezTo>
                <a:cubicBezTo>
                  <a:pt x="15539" y="285"/>
                  <a:pt x="18726" y="10558"/>
                  <a:pt x="13287" y="16005"/>
                </a:cubicBezTo>
                <a:lnTo>
                  <a:pt x="7983" y="21317"/>
                </a:lnTo>
                <a:lnTo>
                  <a:pt x="2620" y="16005"/>
                </a:lnTo>
                <a:close/>
              </a:path>
            </a:pathLst>
          </a:custGeom>
          <a:solidFill>
            <a:srgbClr val="FF9F36"/>
          </a:solidFill>
          <a:ln>
            <a:noFill/>
          </a:ln>
          <a:effectLst>
            <a:outerShdw blurRad="76200" sy="23000" kx="1200090" algn="br" rotWithShape="0">
              <a:srgbClr val="000000">
                <a:alpha val="20000"/>
              </a:srgbClr>
            </a:outerShdw>
          </a:effectLst>
        </p:spPr>
        <p:txBody>
          <a:bodyPr spcFirstLastPara="1" wrap="square" lIns="0" tIns="0" rIns="0" bIns="0" anchor="ctr" anchorCtr="0">
            <a:noAutofit/>
          </a:bodyPr>
          <a:lstStyle/>
          <a:p>
            <a:pPr marL="0" marR="0" lvl="0" indent="0" algn="l" rtl="0">
              <a:lnSpc>
                <a:spcPct val="100000"/>
              </a:lnSpc>
              <a:spcBef>
                <a:spcPts val="0"/>
              </a:spcBef>
              <a:spcAft>
                <a:spcPts val="0"/>
              </a:spcAft>
              <a:buClr>
                <a:srgbClr val="000000"/>
              </a:buClr>
              <a:buSzPts val="1350"/>
              <a:buFont typeface="Arial"/>
              <a:buNone/>
            </a:pPr>
            <a:endParaRPr sz="1350" b="0" i="0" u="none" strike="noStrike" cap="none">
              <a:solidFill>
                <a:srgbClr val="262626"/>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3" name="Title 2">
            <a:extLst>
              <a:ext uri="{FF2B5EF4-FFF2-40B4-BE49-F238E27FC236}">
                <a16:creationId xmlns:a16="http://schemas.microsoft.com/office/drawing/2014/main" id="{63D3DC21-0BC5-CD49-05F4-3BE8D8EC6EBC}"/>
              </a:ext>
            </a:extLst>
          </p:cNvPr>
          <p:cNvSpPr>
            <a:spLocks noGrp="1"/>
          </p:cNvSpPr>
          <p:nvPr>
            <p:ph type="ctrTitle"/>
          </p:nvPr>
        </p:nvSpPr>
        <p:spPr/>
        <p:txBody>
          <a:bodyPr/>
          <a:lstStyle/>
          <a:p>
            <a:r>
              <a:rPr lang="en-US" dirty="0"/>
              <a:t>CHARTS </a:t>
            </a:r>
            <a:br>
              <a:rPr lang="en-US" dirty="0"/>
            </a:br>
            <a:r>
              <a:rPr lang="en-US" dirty="0">
                <a:solidFill>
                  <a:schemeClr val="accent1"/>
                </a:solidFill>
              </a:rPr>
              <a:t>and TABLES</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200" name="Google Shape;1200;p90"/>
          <p:cNvSpPr txBox="1"/>
          <p:nvPr/>
        </p:nvSpPr>
        <p:spPr>
          <a:xfrm>
            <a:off x="3728163" y="3542519"/>
            <a:ext cx="1196100" cy="548100"/>
          </a:xfrm>
          <a:prstGeom prst="rect">
            <a:avLst/>
          </a:prstGeom>
          <a:noFill/>
          <a:ln>
            <a:noFill/>
          </a:ln>
        </p:spPr>
        <p:txBody>
          <a:bodyPr spcFirstLastPara="1" wrap="square" lIns="91425" tIns="91425" rIns="91425" bIns="91425" anchor="t" anchorCtr="0">
            <a:noAutofit/>
          </a:bodyPr>
          <a:lstStyle/>
          <a:p>
            <a:pPr marL="12700" marR="5080" lvl="0" indent="0" algn="ctr" rtl="0">
              <a:lnSpc>
                <a:spcPct val="85000"/>
              </a:lnSpc>
              <a:spcBef>
                <a:spcPts val="0"/>
              </a:spcBef>
              <a:spcAft>
                <a:spcPts val="0"/>
              </a:spcAft>
              <a:buClr>
                <a:srgbClr val="000000"/>
              </a:buClr>
              <a:buSzPts val="1200"/>
              <a:buFont typeface="Gothic A1"/>
              <a:buNone/>
            </a:pPr>
            <a:r>
              <a:rPr lang="en" sz="1200">
                <a:solidFill>
                  <a:srgbClr val="000000"/>
                </a:solidFill>
              </a:rPr>
              <a:t>Lorem Ipsum  xx,xxx/xx,xxx</a:t>
            </a:r>
            <a:endParaRPr sz="1200">
              <a:solidFill>
                <a:srgbClr val="000000"/>
              </a:solidFill>
            </a:endParaRPr>
          </a:p>
        </p:txBody>
      </p:sp>
      <p:sp>
        <p:nvSpPr>
          <p:cNvPr id="1201" name="Google Shape;1201;p90"/>
          <p:cNvSpPr txBox="1"/>
          <p:nvPr/>
        </p:nvSpPr>
        <p:spPr>
          <a:xfrm>
            <a:off x="6528950" y="3542519"/>
            <a:ext cx="1196100" cy="548100"/>
          </a:xfrm>
          <a:prstGeom prst="rect">
            <a:avLst/>
          </a:prstGeom>
          <a:noFill/>
          <a:ln>
            <a:noFill/>
          </a:ln>
        </p:spPr>
        <p:txBody>
          <a:bodyPr spcFirstLastPara="1" wrap="square" lIns="91425" tIns="91425" rIns="91425" bIns="91425" anchor="t" anchorCtr="0">
            <a:noAutofit/>
          </a:bodyPr>
          <a:lstStyle/>
          <a:p>
            <a:pPr marL="12700" marR="5080" lvl="0" indent="0" algn="ctr" rtl="0">
              <a:lnSpc>
                <a:spcPct val="85000"/>
              </a:lnSpc>
              <a:spcBef>
                <a:spcPts val="0"/>
              </a:spcBef>
              <a:spcAft>
                <a:spcPts val="0"/>
              </a:spcAft>
              <a:buClr>
                <a:srgbClr val="000000"/>
              </a:buClr>
              <a:buSzPts val="1200"/>
              <a:buFont typeface="Gothic A1"/>
              <a:buNone/>
            </a:pPr>
            <a:r>
              <a:rPr lang="en" sz="1200">
                <a:solidFill>
                  <a:srgbClr val="000000"/>
                </a:solidFill>
              </a:rPr>
              <a:t>Lorem Ipsum  xx,xxx/xx,xxx</a:t>
            </a:r>
            <a:endParaRPr sz="1200">
              <a:solidFill>
                <a:srgbClr val="000000"/>
              </a:solidFill>
            </a:endParaRPr>
          </a:p>
        </p:txBody>
      </p:sp>
      <p:sp>
        <p:nvSpPr>
          <p:cNvPr id="2" name="Title 1">
            <a:extLst>
              <a:ext uri="{FF2B5EF4-FFF2-40B4-BE49-F238E27FC236}">
                <a16:creationId xmlns:a16="http://schemas.microsoft.com/office/drawing/2014/main" id="{0E4E08CA-3E88-4326-7EED-8EE85AADFDAA}"/>
              </a:ext>
            </a:extLst>
          </p:cNvPr>
          <p:cNvSpPr>
            <a:spLocks noGrp="1"/>
          </p:cNvSpPr>
          <p:nvPr>
            <p:ph type="title"/>
          </p:nvPr>
        </p:nvSpPr>
        <p:spPr/>
        <p:txBody>
          <a:bodyPr/>
          <a:lstStyle/>
          <a:p>
            <a:r>
              <a:rPr lang="en-US" dirty="0"/>
              <a:t>Pie Charts</a:t>
            </a:r>
            <a:br>
              <a:rPr lang="en-US" dirty="0"/>
            </a:br>
            <a:r>
              <a:rPr lang="en-US" dirty="0"/>
              <a:t>(Manual)</a:t>
            </a:r>
          </a:p>
        </p:txBody>
      </p:sp>
      <p:sp>
        <p:nvSpPr>
          <p:cNvPr id="6" name="Content Placeholder 5">
            <a:extLst>
              <a:ext uri="{FF2B5EF4-FFF2-40B4-BE49-F238E27FC236}">
                <a16:creationId xmlns:a16="http://schemas.microsoft.com/office/drawing/2014/main" id="{312D2A16-F436-829C-7674-4FB9E870EE54}"/>
              </a:ext>
            </a:extLst>
          </p:cNvPr>
          <p:cNvSpPr>
            <a:spLocks noGrp="1"/>
          </p:cNvSpPr>
          <p:nvPr>
            <p:ph sz="quarter" idx="22"/>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3" name="Google Shape;1199;p90">
            <a:extLst>
              <a:ext uri="{FF2B5EF4-FFF2-40B4-BE49-F238E27FC236}">
                <a16:creationId xmlns:a16="http://schemas.microsoft.com/office/drawing/2014/main" id="{C91826C1-3DA5-6B91-E7FB-F993DFFB8A0B}"/>
              </a:ext>
            </a:extLst>
          </p:cNvPr>
          <p:cNvSpPr txBox="1"/>
          <p:nvPr/>
        </p:nvSpPr>
        <p:spPr>
          <a:xfrm>
            <a:off x="6388100" y="2292244"/>
            <a:ext cx="1630200" cy="54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4000"/>
              <a:buFont typeface="Gothic A1"/>
              <a:buNone/>
            </a:pPr>
            <a:r>
              <a:rPr lang="en" sz="4000" b="1">
                <a:solidFill>
                  <a:schemeClr val="accent2"/>
                </a:solidFill>
              </a:rPr>
              <a:t>25%</a:t>
            </a:r>
            <a:endParaRPr sz="4000" b="1">
              <a:solidFill>
                <a:schemeClr val="accent2"/>
              </a:solidFill>
            </a:endParaRPr>
          </a:p>
        </p:txBody>
      </p:sp>
      <p:sp>
        <p:nvSpPr>
          <p:cNvPr id="7" name="Google Shape;1200;p90">
            <a:extLst>
              <a:ext uri="{FF2B5EF4-FFF2-40B4-BE49-F238E27FC236}">
                <a16:creationId xmlns:a16="http://schemas.microsoft.com/office/drawing/2014/main" id="{9F56A4A4-D5EE-3477-FFBE-A5BD47258B05}"/>
              </a:ext>
            </a:extLst>
          </p:cNvPr>
          <p:cNvSpPr txBox="1"/>
          <p:nvPr/>
        </p:nvSpPr>
        <p:spPr>
          <a:xfrm>
            <a:off x="3728163" y="3542519"/>
            <a:ext cx="1196100" cy="548100"/>
          </a:xfrm>
          <a:prstGeom prst="rect">
            <a:avLst/>
          </a:prstGeom>
          <a:noFill/>
          <a:ln>
            <a:noFill/>
          </a:ln>
        </p:spPr>
        <p:txBody>
          <a:bodyPr spcFirstLastPara="1" wrap="square" lIns="91425" tIns="91425" rIns="91425" bIns="91425" anchor="t" anchorCtr="0">
            <a:noAutofit/>
          </a:bodyPr>
          <a:lstStyle/>
          <a:p>
            <a:pPr marL="12700" marR="5080" lvl="0" indent="0" algn="ctr" rtl="0">
              <a:lnSpc>
                <a:spcPct val="85000"/>
              </a:lnSpc>
              <a:spcBef>
                <a:spcPts val="0"/>
              </a:spcBef>
              <a:spcAft>
                <a:spcPts val="0"/>
              </a:spcAft>
              <a:buClr>
                <a:srgbClr val="000000"/>
              </a:buClr>
              <a:buSzPts val="1200"/>
              <a:buFont typeface="Gothic A1"/>
              <a:buNone/>
            </a:pPr>
            <a:r>
              <a:rPr lang="en" sz="1200">
                <a:solidFill>
                  <a:srgbClr val="000000"/>
                </a:solidFill>
              </a:rPr>
              <a:t>Lorem Ipsum  xx,xxx/xx,xxx</a:t>
            </a:r>
            <a:endParaRPr sz="1200">
              <a:solidFill>
                <a:srgbClr val="000000"/>
              </a:solidFill>
            </a:endParaRPr>
          </a:p>
        </p:txBody>
      </p:sp>
      <p:sp>
        <p:nvSpPr>
          <p:cNvPr id="8" name="Google Shape;1201;p90">
            <a:extLst>
              <a:ext uri="{FF2B5EF4-FFF2-40B4-BE49-F238E27FC236}">
                <a16:creationId xmlns:a16="http://schemas.microsoft.com/office/drawing/2014/main" id="{6F19BEAD-F25E-7D95-2DEE-E69497A29EF9}"/>
              </a:ext>
            </a:extLst>
          </p:cNvPr>
          <p:cNvSpPr txBox="1"/>
          <p:nvPr/>
        </p:nvSpPr>
        <p:spPr>
          <a:xfrm>
            <a:off x="6528950" y="3542519"/>
            <a:ext cx="1196100" cy="548100"/>
          </a:xfrm>
          <a:prstGeom prst="rect">
            <a:avLst/>
          </a:prstGeom>
          <a:noFill/>
          <a:ln>
            <a:noFill/>
          </a:ln>
        </p:spPr>
        <p:txBody>
          <a:bodyPr spcFirstLastPara="1" wrap="square" lIns="91425" tIns="91425" rIns="91425" bIns="91425" anchor="t" anchorCtr="0">
            <a:noAutofit/>
          </a:bodyPr>
          <a:lstStyle/>
          <a:p>
            <a:pPr marL="12700" marR="5080" lvl="0" indent="0" algn="ctr" rtl="0">
              <a:lnSpc>
                <a:spcPct val="85000"/>
              </a:lnSpc>
              <a:spcBef>
                <a:spcPts val="0"/>
              </a:spcBef>
              <a:spcAft>
                <a:spcPts val="0"/>
              </a:spcAft>
              <a:buClr>
                <a:srgbClr val="000000"/>
              </a:buClr>
              <a:buSzPts val="1200"/>
              <a:buFont typeface="Gothic A1"/>
              <a:buNone/>
            </a:pPr>
            <a:r>
              <a:rPr lang="en" sz="1200" dirty="0">
                <a:solidFill>
                  <a:srgbClr val="000000"/>
                </a:solidFill>
              </a:rPr>
              <a:t>Lorem Ipsum  </a:t>
            </a:r>
            <a:r>
              <a:rPr lang="en" sz="1200" dirty="0" err="1">
                <a:solidFill>
                  <a:srgbClr val="000000"/>
                </a:solidFill>
              </a:rPr>
              <a:t>xx,xxx</a:t>
            </a:r>
            <a:r>
              <a:rPr lang="en" sz="1200" dirty="0">
                <a:solidFill>
                  <a:srgbClr val="000000"/>
                </a:solidFill>
              </a:rPr>
              <a:t>/</a:t>
            </a:r>
            <a:r>
              <a:rPr lang="en" sz="1200" dirty="0" err="1">
                <a:solidFill>
                  <a:srgbClr val="000000"/>
                </a:solidFill>
              </a:rPr>
              <a:t>xx,xxx</a:t>
            </a:r>
            <a:endParaRPr sz="1200" dirty="0">
              <a:solidFill>
                <a:srgbClr val="000000"/>
              </a:solidFill>
            </a:endParaRPr>
          </a:p>
        </p:txBody>
      </p:sp>
      <p:sp>
        <p:nvSpPr>
          <p:cNvPr id="9" name="Google Shape;1202;p90">
            <a:extLst>
              <a:ext uri="{FF2B5EF4-FFF2-40B4-BE49-F238E27FC236}">
                <a16:creationId xmlns:a16="http://schemas.microsoft.com/office/drawing/2014/main" id="{ADD6ED07-8894-AE84-61AF-24E3F4E53259}"/>
              </a:ext>
            </a:extLst>
          </p:cNvPr>
          <p:cNvSpPr txBox="1"/>
          <p:nvPr/>
        </p:nvSpPr>
        <p:spPr>
          <a:xfrm>
            <a:off x="3511100" y="2292244"/>
            <a:ext cx="1630200" cy="54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4000"/>
              <a:buFont typeface="Gothic A1"/>
              <a:buNone/>
            </a:pPr>
            <a:r>
              <a:rPr lang="en" sz="4000" b="1">
                <a:solidFill>
                  <a:schemeClr val="accent1"/>
                </a:solidFill>
              </a:rPr>
              <a:t>75%</a:t>
            </a:r>
            <a:endParaRPr sz="4000" b="1">
              <a:solidFill>
                <a:schemeClr val="accent1"/>
              </a:solidFill>
            </a:endParaRPr>
          </a:p>
        </p:txBody>
      </p:sp>
      <p:grpSp>
        <p:nvGrpSpPr>
          <p:cNvPr id="10" name="Google Shape;1203;p90">
            <a:extLst>
              <a:ext uri="{FF2B5EF4-FFF2-40B4-BE49-F238E27FC236}">
                <a16:creationId xmlns:a16="http://schemas.microsoft.com/office/drawing/2014/main" id="{EF84D0D9-E81B-B3B8-E039-F589235C3789}"/>
              </a:ext>
            </a:extLst>
          </p:cNvPr>
          <p:cNvGrpSpPr/>
          <p:nvPr/>
        </p:nvGrpSpPr>
        <p:grpSpPr>
          <a:xfrm>
            <a:off x="6211553" y="1645425"/>
            <a:ext cx="1830951" cy="1828800"/>
            <a:chOff x="3170978" y="1285306"/>
            <a:chExt cx="1830951" cy="1828800"/>
          </a:xfrm>
        </p:grpSpPr>
        <p:sp>
          <p:nvSpPr>
            <p:cNvPr id="11" name="Google Shape;1204;p90">
              <a:extLst>
                <a:ext uri="{FF2B5EF4-FFF2-40B4-BE49-F238E27FC236}">
                  <a16:creationId xmlns:a16="http://schemas.microsoft.com/office/drawing/2014/main" id="{0E749B90-5F4D-50D6-4C8C-0A03330A574F}"/>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12" name="Google Shape;1205;p90">
              <a:extLst>
                <a:ext uri="{FF2B5EF4-FFF2-40B4-BE49-F238E27FC236}">
                  <a16:creationId xmlns:a16="http://schemas.microsoft.com/office/drawing/2014/main" id="{BBBD2B90-1FA6-6E3E-2424-EB0288FDAC85}"/>
                </a:ext>
              </a:extLst>
            </p:cNvPr>
            <p:cNvSpPr/>
            <p:nvPr/>
          </p:nvSpPr>
          <p:spPr>
            <a:xfrm rot="8999657">
              <a:off x="3171046" y="1285309"/>
              <a:ext cx="1830883" cy="1828724"/>
            </a:xfrm>
            <a:prstGeom prst="blockArc">
              <a:avLst>
                <a:gd name="adj1" fmla="val 17950500"/>
                <a:gd name="adj2" fmla="val 1820733"/>
                <a:gd name="adj3" fmla="val 10702"/>
              </a:avLst>
            </a:prstGeom>
            <a:solidFill>
              <a:schemeClr val="accent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grpSp>
        <p:nvGrpSpPr>
          <p:cNvPr id="13" name="Google Shape;1206;p90">
            <a:extLst>
              <a:ext uri="{FF2B5EF4-FFF2-40B4-BE49-F238E27FC236}">
                <a16:creationId xmlns:a16="http://schemas.microsoft.com/office/drawing/2014/main" id="{DCEC7ED5-CCD1-E036-B68B-D2BABBDC61AB}"/>
              </a:ext>
            </a:extLst>
          </p:cNvPr>
          <p:cNvGrpSpPr/>
          <p:nvPr/>
        </p:nvGrpSpPr>
        <p:grpSpPr>
          <a:xfrm>
            <a:off x="3072275" y="1310140"/>
            <a:ext cx="2499900" cy="2499300"/>
            <a:chOff x="2836538" y="950021"/>
            <a:chExt cx="2499900" cy="2499300"/>
          </a:xfrm>
        </p:grpSpPr>
        <p:sp>
          <p:nvSpPr>
            <p:cNvPr id="14" name="Google Shape;1207;p90">
              <a:extLst>
                <a:ext uri="{FF2B5EF4-FFF2-40B4-BE49-F238E27FC236}">
                  <a16:creationId xmlns:a16="http://schemas.microsoft.com/office/drawing/2014/main" id="{9441405A-86E7-47F6-A423-592DCC5336C5}"/>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15" name="Google Shape;1208;p90">
              <a:extLst>
                <a:ext uri="{FF2B5EF4-FFF2-40B4-BE49-F238E27FC236}">
                  <a16:creationId xmlns:a16="http://schemas.microsoft.com/office/drawing/2014/main" id="{A5E02273-6C06-3902-5E5A-BE958E75D3B1}"/>
                </a:ext>
              </a:extLst>
            </p:cNvPr>
            <p:cNvSpPr/>
            <p:nvPr/>
          </p:nvSpPr>
          <p:spPr>
            <a:xfrm rot="8999657">
              <a:off x="3171046" y="1285309"/>
              <a:ext cx="1830883" cy="1828724"/>
            </a:xfrm>
            <a:prstGeom prst="blockArc">
              <a:avLst>
                <a:gd name="adj1" fmla="val 7174987"/>
                <a:gd name="adj2" fmla="val 1820733"/>
                <a:gd name="adj3" fmla="val 10702"/>
              </a:avLst>
            </a:prstGeom>
            <a:solidFill>
              <a:schemeClr val="accent1"/>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sp>
        <p:nvSpPr>
          <p:cNvPr id="16" name="Google Shape;1288;p92">
            <a:extLst>
              <a:ext uri="{FF2B5EF4-FFF2-40B4-BE49-F238E27FC236}">
                <a16:creationId xmlns:a16="http://schemas.microsoft.com/office/drawing/2014/main" id="{2BDE75B4-66DE-CB0F-D3E3-987AC66204F0}"/>
              </a:ext>
            </a:extLst>
          </p:cNvPr>
          <p:cNvSpPr/>
          <p:nvPr/>
        </p:nvSpPr>
        <p:spPr>
          <a:xfrm>
            <a:off x="3286000" y="-8700"/>
            <a:ext cx="5400900" cy="10593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dirty="0">
                <a:solidFill>
                  <a:schemeClr val="lt1"/>
                </a:solidFill>
              </a:rPr>
              <a:t>INSTRUCTIONS:</a:t>
            </a:r>
            <a:r>
              <a:rPr lang="en" sz="1100" dirty="0">
                <a:solidFill>
                  <a:schemeClr val="lt1"/>
                </a:solidFill>
              </a:rPr>
              <a:t> The doughnuts below are editable shapes. Click on the doughnut shape then click on the colored part of it, you can then pull the yellow diamonds to readjust the shape to your percentage number.</a:t>
            </a:r>
            <a:endParaRPr sz="1100" dirty="0">
              <a:solidFill>
                <a:schemeClr val="lt1"/>
              </a:solidFill>
            </a:endParaRPr>
          </a:p>
          <a:p>
            <a:pPr marL="0" lvl="0" indent="0" algn="l" rtl="0">
              <a:lnSpc>
                <a:spcPct val="110000"/>
              </a:lnSpc>
              <a:spcBef>
                <a:spcPts val="600"/>
              </a:spcBef>
              <a:spcAft>
                <a:spcPts val="0"/>
              </a:spcAft>
              <a:buNone/>
            </a:pPr>
            <a:r>
              <a:rPr lang="en" sz="1800" b="1" dirty="0">
                <a:solidFill>
                  <a:schemeClr val="lt1"/>
                </a:solidFill>
              </a:rPr>
              <a:t>DELETE THIS BOX AFTER.</a:t>
            </a:r>
            <a:endParaRPr sz="2100" dirty="0">
              <a:solidFill>
                <a:schemeClr val="lt1"/>
              </a:solidFill>
            </a:endParaRPr>
          </a:p>
        </p:txBody>
      </p:sp>
    </p:spTree>
    <p:extLst>
      <p:ext uri="{BB962C8B-B14F-4D97-AF65-F5344CB8AC3E}">
        <p14:creationId xmlns:p14="http://schemas.microsoft.com/office/powerpoint/2010/main" val="224971738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27" name="Title 26">
            <a:extLst>
              <a:ext uri="{FF2B5EF4-FFF2-40B4-BE49-F238E27FC236}">
                <a16:creationId xmlns:a16="http://schemas.microsoft.com/office/drawing/2014/main" id="{3143E47A-2CB7-685C-84C6-7B009ACA5895}"/>
              </a:ext>
            </a:extLst>
          </p:cNvPr>
          <p:cNvSpPr>
            <a:spLocks noGrp="1"/>
          </p:cNvSpPr>
          <p:nvPr>
            <p:ph type="title"/>
          </p:nvPr>
        </p:nvSpPr>
        <p:spPr/>
        <p:txBody>
          <a:bodyPr/>
          <a:lstStyle/>
          <a:p>
            <a:r>
              <a:rPr lang="en-US" dirty="0"/>
              <a:t>Pie Charts</a:t>
            </a:r>
            <a:br>
              <a:rPr lang="en-US" dirty="0"/>
            </a:br>
            <a:r>
              <a:rPr lang="en-US" dirty="0"/>
              <a:t>(Manual)</a:t>
            </a:r>
          </a:p>
        </p:txBody>
      </p:sp>
      <p:sp>
        <p:nvSpPr>
          <p:cNvPr id="1217" name="Google Shape;1217;p91"/>
          <p:cNvSpPr txBox="1">
            <a:spLocks noGrp="1"/>
          </p:cNvSpPr>
          <p:nvPr>
            <p:ph sz="quarter" idx="22"/>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2" name="Google Shape;1219;p91">
            <a:extLst>
              <a:ext uri="{FF2B5EF4-FFF2-40B4-BE49-F238E27FC236}">
                <a16:creationId xmlns:a16="http://schemas.microsoft.com/office/drawing/2014/main" id="{B88E4E5B-9707-50C1-F803-485E28025662}"/>
              </a:ext>
            </a:extLst>
          </p:cNvPr>
          <p:cNvSpPr txBox="1"/>
          <p:nvPr/>
        </p:nvSpPr>
        <p:spPr>
          <a:xfrm>
            <a:off x="5502336"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25%</a:t>
            </a:r>
            <a:endParaRPr sz="2400">
              <a:solidFill>
                <a:srgbClr val="000000"/>
              </a:solidFill>
            </a:endParaRPr>
          </a:p>
        </p:txBody>
      </p:sp>
      <p:sp>
        <p:nvSpPr>
          <p:cNvPr id="3" name="Google Shape;1220;p91">
            <a:extLst>
              <a:ext uri="{FF2B5EF4-FFF2-40B4-BE49-F238E27FC236}">
                <a16:creationId xmlns:a16="http://schemas.microsoft.com/office/drawing/2014/main" id="{97D56714-0F5D-B697-C677-3691CD00A0D4}"/>
              </a:ext>
            </a:extLst>
          </p:cNvPr>
          <p:cNvSpPr txBox="1"/>
          <p:nvPr/>
        </p:nvSpPr>
        <p:spPr>
          <a:xfrm>
            <a:off x="3368374"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75%</a:t>
            </a:r>
            <a:endParaRPr sz="2400">
              <a:solidFill>
                <a:srgbClr val="000000"/>
              </a:solidFill>
            </a:endParaRPr>
          </a:p>
        </p:txBody>
      </p:sp>
      <p:grpSp>
        <p:nvGrpSpPr>
          <p:cNvPr id="4" name="Google Shape;1221;p91">
            <a:extLst>
              <a:ext uri="{FF2B5EF4-FFF2-40B4-BE49-F238E27FC236}">
                <a16:creationId xmlns:a16="http://schemas.microsoft.com/office/drawing/2014/main" id="{A9435DC0-BD51-4C22-6645-721514AF6B7E}"/>
              </a:ext>
            </a:extLst>
          </p:cNvPr>
          <p:cNvGrpSpPr/>
          <p:nvPr/>
        </p:nvGrpSpPr>
        <p:grpSpPr>
          <a:xfrm>
            <a:off x="3066225" y="810277"/>
            <a:ext cx="1737181" cy="1736764"/>
            <a:chOff x="2836538" y="950021"/>
            <a:chExt cx="2499900" cy="2499300"/>
          </a:xfrm>
        </p:grpSpPr>
        <p:sp>
          <p:nvSpPr>
            <p:cNvPr id="5" name="Google Shape;1222;p91">
              <a:extLst>
                <a:ext uri="{FF2B5EF4-FFF2-40B4-BE49-F238E27FC236}">
                  <a16:creationId xmlns:a16="http://schemas.microsoft.com/office/drawing/2014/main" id="{E9827182-2EAE-8C78-ADC8-B024CD2F17B2}"/>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6" name="Google Shape;1223;p91">
              <a:extLst>
                <a:ext uri="{FF2B5EF4-FFF2-40B4-BE49-F238E27FC236}">
                  <a16:creationId xmlns:a16="http://schemas.microsoft.com/office/drawing/2014/main" id="{1ED1D755-C03A-AAE2-94B9-D1C4AB088B2B}"/>
                </a:ext>
              </a:extLst>
            </p:cNvPr>
            <p:cNvSpPr/>
            <p:nvPr/>
          </p:nvSpPr>
          <p:spPr>
            <a:xfrm rot="8999657">
              <a:off x="3171046" y="1285309"/>
              <a:ext cx="1830883" cy="1828724"/>
            </a:xfrm>
            <a:prstGeom prst="blockArc">
              <a:avLst>
                <a:gd name="adj1" fmla="val 7174987"/>
                <a:gd name="adj2" fmla="val 1820733"/>
                <a:gd name="adj3" fmla="val 10702"/>
              </a:avLst>
            </a:prstGeom>
            <a:solidFill>
              <a:schemeClr val="accent2"/>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grpSp>
        <p:nvGrpSpPr>
          <p:cNvPr id="7" name="Google Shape;1224;p91">
            <a:extLst>
              <a:ext uri="{FF2B5EF4-FFF2-40B4-BE49-F238E27FC236}">
                <a16:creationId xmlns:a16="http://schemas.microsoft.com/office/drawing/2014/main" id="{ED089191-E75A-BE5D-05C9-319286CCC8A3}"/>
              </a:ext>
            </a:extLst>
          </p:cNvPr>
          <p:cNvGrpSpPr/>
          <p:nvPr/>
        </p:nvGrpSpPr>
        <p:grpSpPr>
          <a:xfrm>
            <a:off x="5200186" y="810277"/>
            <a:ext cx="1737181" cy="1736764"/>
            <a:chOff x="2836538" y="950021"/>
            <a:chExt cx="2499900" cy="2499300"/>
          </a:xfrm>
        </p:grpSpPr>
        <p:sp>
          <p:nvSpPr>
            <p:cNvPr id="8" name="Google Shape;1225;p91">
              <a:extLst>
                <a:ext uri="{FF2B5EF4-FFF2-40B4-BE49-F238E27FC236}">
                  <a16:creationId xmlns:a16="http://schemas.microsoft.com/office/drawing/2014/main" id="{8F6B7FE1-CE79-5617-7572-69F90A1BBA66}"/>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9" name="Google Shape;1226;p91">
              <a:extLst>
                <a:ext uri="{FF2B5EF4-FFF2-40B4-BE49-F238E27FC236}">
                  <a16:creationId xmlns:a16="http://schemas.microsoft.com/office/drawing/2014/main" id="{10074F6A-39F3-8D64-DA26-12D292C0AEF8}"/>
                </a:ext>
              </a:extLst>
            </p:cNvPr>
            <p:cNvSpPr/>
            <p:nvPr/>
          </p:nvSpPr>
          <p:spPr>
            <a:xfrm rot="8999657">
              <a:off x="3171046" y="1285309"/>
              <a:ext cx="1830883" cy="1828724"/>
            </a:xfrm>
            <a:prstGeom prst="blockArc">
              <a:avLst>
                <a:gd name="adj1" fmla="val 17950500"/>
                <a:gd name="adj2" fmla="val 1820733"/>
                <a:gd name="adj3" fmla="val 10702"/>
              </a:avLst>
            </a:prstGeom>
            <a:solidFill>
              <a:schemeClr val="accent6"/>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grpSp>
        <p:nvGrpSpPr>
          <p:cNvPr id="10" name="Google Shape;1227;p91">
            <a:extLst>
              <a:ext uri="{FF2B5EF4-FFF2-40B4-BE49-F238E27FC236}">
                <a16:creationId xmlns:a16="http://schemas.microsoft.com/office/drawing/2014/main" id="{D182A1EB-32B2-D073-4E3F-5050F1AAE1A7}"/>
              </a:ext>
            </a:extLst>
          </p:cNvPr>
          <p:cNvGrpSpPr/>
          <p:nvPr/>
        </p:nvGrpSpPr>
        <p:grpSpPr>
          <a:xfrm>
            <a:off x="7157404" y="810277"/>
            <a:ext cx="1737181" cy="1736764"/>
            <a:chOff x="2836538" y="950021"/>
            <a:chExt cx="2499900" cy="2499300"/>
          </a:xfrm>
        </p:grpSpPr>
        <p:sp>
          <p:nvSpPr>
            <p:cNvPr id="18" name="Google Shape;1228;p91">
              <a:extLst>
                <a:ext uri="{FF2B5EF4-FFF2-40B4-BE49-F238E27FC236}">
                  <a16:creationId xmlns:a16="http://schemas.microsoft.com/office/drawing/2014/main" id="{0CFB1358-3898-307E-7279-FC3844C1B306}"/>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19" name="Google Shape;1229;p91">
              <a:extLst>
                <a:ext uri="{FF2B5EF4-FFF2-40B4-BE49-F238E27FC236}">
                  <a16:creationId xmlns:a16="http://schemas.microsoft.com/office/drawing/2014/main" id="{7DA9984A-D746-0EA5-56A5-6B6092DF5ADE}"/>
                </a:ext>
              </a:extLst>
            </p:cNvPr>
            <p:cNvSpPr/>
            <p:nvPr/>
          </p:nvSpPr>
          <p:spPr>
            <a:xfrm rot="8999657">
              <a:off x="3171046" y="1285309"/>
              <a:ext cx="1830883" cy="1828724"/>
            </a:xfrm>
            <a:prstGeom prst="blockArc">
              <a:avLst>
                <a:gd name="adj1" fmla="val 12586644"/>
                <a:gd name="adj2" fmla="val 1820733"/>
                <a:gd name="adj3" fmla="val 10702"/>
              </a:avLst>
            </a:prstGeom>
            <a:solidFill>
              <a:schemeClr val="accent4"/>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sp>
        <p:nvSpPr>
          <p:cNvPr id="20" name="Google Shape;1230;p91">
            <a:extLst>
              <a:ext uri="{FF2B5EF4-FFF2-40B4-BE49-F238E27FC236}">
                <a16:creationId xmlns:a16="http://schemas.microsoft.com/office/drawing/2014/main" id="{469AA894-EF1C-A592-1C49-A632946189EF}"/>
              </a:ext>
            </a:extLst>
          </p:cNvPr>
          <p:cNvSpPr txBox="1"/>
          <p:nvPr/>
        </p:nvSpPr>
        <p:spPr>
          <a:xfrm>
            <a:off x="7459553"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50%</a:t>
            </a:r>
            <a:endParaRPr sz="2400">
              <a:solidFill>
                <a:srgbClr val="000000"/>
              </a:solidFill>
            </a:endParaRPr>
          </a:p>
        </p:txBody>
      </p:sp>
      <p:sp>
        <p:nvSpPr>
          <p:cNvPr id="21" name="Google Shape;1231;p91">
            <a:extLst>
              <a:ext uri="{FF2B5EF4-FFF2-40B4-BE49-F238E27FC236}">
                <a16:creationId xmlns:a16="http://schemas.microsoft.com/office/drawing/2014/main" id="{E9A45204-0E69-A825-5949-0DDE09613F7B}"/>
              </a:ext>
            </a:extLst>
          </p:cNvPr>
          <p:cNvSpPr txBox="1"/>
          <p:nvPr/>
        </p:nvSpPr>
        <p:spPr>
          <a:xfrm>
            <a:off x="5502336"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95%</a:t>
            </a:r>
            <a:endParaRPr sz="2400">
              <a:solidFill>
                <a:srgbClr val="000000"/>
              </a:solidFill>
            </a:endParaRPr>
          </a:p>
        </p:txBody>
      </p:sp>
      <p:sp>
        <p:nvSpPr>
          <p:cNvPr id="22" name="Google Shape;1232;p91">
            <a:extLst>
              <a:ext uri="{FF2B5EF4-FFF2-40B4-BE49-F238E27FC236}">
                <a16:creationId xmlns:a16="http://schemas.microsoft.com/office/drawing/2014/main" id="{D0D4E821-100A-2090-0DA9-DD3E7A883BE9}"/>
              </a:ext>
            </a:extLst>
          </p:cNvPr>
          <p:cNvSpPr txBox="1"/>
          <p:nvPr/>
        </p:nvSpPr>
        <p:spPr>
          <a:xfrm>
            <a:off x="3368374"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65%</a:t>
            </a:r>
            <a:endParaRPr sz="2400">
              <a:solidFill>
                <a:srgbClr val="000000"/>
              </a:solidFill>
            </a:endParaRPr>
          </a:p>
        </p:txBody>
      </p:sp>
      <p:grpSp>
        <p:nvGrpSpPr>
          <p:cNvPr id="23" name="Google Shape;1233;p91">
            <a:extLst>
              <a:ext uri="{FF2B5EF4-FFF2-40B4-BE49-F238E27FC236}">
                <a16:creationId xmlns:a16="http://schemas.microsoft.com/office/drawing/2014/main" id="{41CB342F-749D-BAEB-25E3-ABE1B071ADD2}"/>
              </a:ext>
            </a:extLst>
          </p:cNvPr>
          <p:cNvGrpSpPr/>
          <p:nvPr/>
        </p:nvGrpSpPr>
        <p:grpSpPr>
          <a:xfrm>
            <a:off x="3066225" y="2889740"/>
            <a:ext cx="1737181" cy="1736764"/>
            <a:chOff x="2836538" y="950021"/>
            <a:chExt cx="2499900" cy="2499300"/>
          </a:xfrm>
        </p:grpSpPr>
        <p:sp>
          <p:nvSpPr>
            <p:cNvPr id="24" name="Google Shape;1234;p91">
              <a:extLst>
                <a:ext uri="{FF2B5EF4-FFF2-40B4-BE49-F238E27FC236}">
                  <a16:creationId xmlns:a16="http://schemas.microsoft.com/office/drawing/2014/main" id="{31638B64-7883-F36F-C7F8-92F476B449E7}"/>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25" name="Google Shape;1235;p91">
              <a:extLst>
                <a:ext uri="{FF2B5EF4-FFF2-40B4-BE49-F238E27FC236}">
                  <a16:creationId xmlns:a16="http://schemas.microsoft.com/office/drawing/2014/main" id="{95BF7B09-1644-9E36-AC9A-2E31C1CD6525}"/>
                </a:ext>
              </a:extLst>
            </p:cNvPr>
            <p:cNvSpPr/>
            <p:nvPr/>
          </p:nvSpPr>
          <p:spPr>
            <a:xfrm rot="8999657">
              <a:off x="3171046" y="1285309"/>
              <a:ext cx="1830883" cy="1828724"/>
            </a:xfrm>
            <a:prstGeom prst="blockArc">
              <a:avLst>
                <a:gd name="adj1" fmla="val 9716872"/>
                <a:gd name="adj2" fmla="val 1820733"/>
                <a:gd name="adj3" fmla="val 10702"/>
              </a:avLst>
            </a:prstGeom>
            <a:solidFill>
              <a:schemeClr val="accent3"/>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grpSp>
        <p:nvGrpSpPr>
          <p:cNvPr id="26" name="Google Shape;1236;p91">
            <a:extLst>
              <a:ext uri="{FF2B5EF4-FFF2-40B4-BE49-F238E27FC236}">
                <a16:creationId xmlns:a16="http://schemas.microsoft.com/office/drawing/2014/main" id="{5810168C-3A86-BBFB-E4E3-08914884D9D9}"/>
              </a:ext>
            </a:extLst>
          </p:cNvPr>
          <p:cNvGrpSpPr/>
          <p:nvPr/>
        </p:nvGrpSpPr>
        <p:grpSpPr>
          <a:xfrm>
            <a:off x="5200186" y="2889740"/>
            <a:ext cx="1737181" cy="1736764"/>
            <a:chOff x="2836538" y="950021"/>
            <a:chExt cx="2499900" cy="2499300"/>
          </a:xfrm>
        </p:grpSpPr>
        <p:sp>
          <p:nvSpPr>
            <p:cNvPr id="28" name="Google Shape;1237;p91">
              <a:extLst>
                <a:ext uri="{FF2B5EF4-FFF2-40B4-BE49-F238E27FC236}">
                  <a16:creationId xmlns:a16="http://schemas.microsoft.com/office/drawing/2014/main" id="{28419AAE-4C05-5C9B-F2AA-BA2445C0EF37}"/>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29" name="Google Shape;1238;p91">
              <a:extLst>
                <a:ext uri="{FF2B5EF4-FFF2-40B4-BE49-F238E27FC236}">
                  <a16:creationId xmlns:a16="http://schemas.microsoft.com/office/drawing/2014/main" id="{A10699E5-82FE-700E-61EB-A77757BBD863}"/>
                </a:ext>
              </a:extLst>
            </p:cNvPr>
            <p:cNvSpPr/>
            <p:nvPr/>
          </p:nvSpPr>
          <p:spPr>
            <a:xfrm rot="8999657">
              <a:off x="3171046" y="1285309"/>
              <a:ext cx="1830883" cy="1828724"/>
            </a:xfrm>
            <a:prstGeom prst="blockArc">
              <a:avLst>
                <a:gd name="adj1" fmla="val 2603144"/>
                <a:gd name="adj2" fmla="val 1820733"/>
                <a:gd name="adj3" fmla="val 10702"/>
              </a:avLst>
            </a:prstGeom>
            <a:solidFill>
              <a:schemeClr val="accent5"/>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grpSp>
        <p:nvGrpSpPr>
          <p:cNvPr id="30" name="Google Shape;1239;p91">
            <a:extLst>
              <a:ext uri="{FF2B5EF4-FFF2-40B4-BE49-F238E27FC236}">
                <a16:creationId xmlns:a16="http://schemas.microsoft.com/office/drawing/2014/main" id="{FAD6CCFD-104B-C92A-2132-94662C2897B2}"/>
              </a:ext>
            </a:extLst>
          </p:cNvPr>
          <p:cNvGrpSpPr/>
          <p:nvPr/>
        </p:nvGrpSpPr>
        <p:grpSpPr>
          <a:xfrm>
            <a:off x="7157404" y="2889740"/>
            <a:ext cx="1737181" cy="1736764"/>
            <a:chOff x="2836538" y="950021"/>
            <a:chExt cx="2499900" cy="2499300"/>
          </a:xfrm>
        </p:grpSpPr>
        <p:sp>
          <p:nvSpPr>
            <p:cNvPr id="31" name="Google Shape;1240;p91">
              <a:extLst>
                <a:ext uri="{FF2B5EF4-FFF2-40B4-BE49-F238E27FC236}">
                  <a16:creationId xmlns:a16="http://schemas.microsoft.com/office/drawing/2014/main" id="{44E9F285-146E-E3EF-B23B-0437FCA0D60C}"/>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32" name="Google Shape;1241;p91">
              <a:extLst>
                <a:ext uri="{FF2B5EF4-FFF2-40B4-BE49-F238E27FC236}">
                  <a16:creationId xmlns:a16="http://schemas.microsoft.com/office/drawing/2014/main" id="{FF500E0B-3DA1-B48D-FC6A-9DD7015E806D}"/>
                </a:ext>
              </a:extLst>
            </p:cNvPr>
            <p:cNvSpPr/>
            <p:nvPr/>
          </p:nvSpPr>
          <p:spPr>
            <a:xfrm rot="8999657">
              <a:off x="3171046" y="1285309"/>
              <a:ext cx="1830883" cy="1828724"/>
            </a:xfrm>
            <a:prstGeom prst="blockArc">
              <a:avLst>
                <a:gd name="adj1" fmla="val 16226094"/>
                <a:gd name="adj2" fmla="val 1820733"/>
                <a:gd name="adj3" fmla="val 10702"/>
              </a:avLst>
            </a:prstGeom>
            <a:solidFill>
              <a:schemeClr val="accent1"/>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sp>
        <p:nvSpPr>
          <p:cNvPr id="33" name="Google Shape;1242;p91">
            <a:extLst>
              <a:ext uri="{FF2B5EF4-FFF2-40B4-BE49-F238E27FC236}">
                <a16:creationId xmlns:a16="http://schemas.microsoft.com/office/drawing/2014/main" id="{0F704A0D-5C8E-D1A7-319B-D3FE78EB5DE7}"/>
              </a:ext>
            </a:extLst>
          </p:cNvPr>
          <p:cNvSpPr txBox="1"/>
          <p:nvPr/>
        </p:nvSpPr>
        <p:spPr>
          <a:xfrm>
            <a:off x="7459553"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35%</a:t>
            </a:r>
            <a:endParaRPr sz="2400">
              <a:solidFill>
                <a:srgbClr val="000000"/>
              </a:solidFill>
            </a:endParaRPr>
          </a:p>
        </p:txBody>
      </p:sp>
      <p:sp>
        <p:nvSpPr>
          <p:cNvPr id="34" name="Google Shape;1243;p91">
            <a:extLst>
              <a:ext uri="{FF2B5EF4-FFF2-40B4-BE49-F238E27FC236}">
                <a16:creationId xmlns:a16="http://schemas.microsoft.com/office/drawing/2014/main" id="{66970C05-4FD1-6219-89F9-4225E58DE143}"/>
              </a:ext>
            </a:extLst>
          </p:cNvPr>
          <p:cNvSpPr txBox="1"/>
          <p:nvPr/>
        </p:nvSpPr>
        <p:spPr>
          <a:xfrm>
            <a:off x="5376936"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35" name="Google Shape;1244;p91">
            <a:extLst>
              <a:ext uri="{FF2B5EF4-FFF2-40B4-BE49-F238E27FC236}">
                <a16:creationId xmlns:a16="http://schemas.microsoft.com/office/drawing/2014/main" id="{0C9F7799-3FA0-4361-A0D3-F11A67DC0874}"/>
              </a:ext>
            </a:extLst>
          </p:cNvPr>
          <p:cNvSpPr txBox="1"/>
          <p:nvPr/>
        </p:nvSpPr>
        <p:spPr>
          <a:xfrm>
            <a:off x="3242974"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36" name="Google Shape;1245;p91">
            <a:extLst>
              <a:ext uri="{FF2B5EF4-FFF2-40B4-BE49-F238E27FC236}">
                <a16:creationId xmlns:a16="http://schemas.microsoft.com/office/drawing/2014/main" id="{C95575C3-77CE-40A6-0718-8D52EEC7081B}"/>
              </a:ext>
            </a:extLst>
          </p:cNvPr>
          <p:cNvSpPr txBox="1"/>
          <p:nvPr/>
        </p:nvSpPr>
        <p:spPr>
          <a:xfrm>
            <a:off x="7334153"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37" name="Google Shape;1246;p91">
            <a:extLst>
              <a:ext uri="{FF2B5EF4-FFF2-40B4-BE49-F238E27FC236}">
                <a16:creationId xmlns:a16="http://schemas.microsoft.com/office/drawing/2014/main" id="{BECCA08E-08A0-EFA9-966D-47C9D3B5B5A9}"/>
              </a:ext>
            </a:extLst>
          </p:cNvPr>
          <p:cNvSpPr txBox="1"/>
          <p:nvPr/>
        </p:nvSpPr>
        <p:spPr>
          <a:xfrm>
            <a:off x="5376936"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38" name="Google Shape;1247;p91">
            <a:extLst>
              <a:ext uri="{FF2B5EF4-FFF2-40B4-BE49-F238E27FC236}">
                <a16:creationId xmlns:a16="http://schemas.microsoft.com/office/drawing/2014/main" id="{4BA00D75-67F0-EE1A-7DE5-F92D7809E9BF}"/>
              </a:ext>
            </a:extLst>
          </p:cNvPr>
          <p:cNvSpPr txBox="1"/>
          <p:nvPr/>
        </p:nvSpPr>
        <p:spPr>
          <a:xfrm>
            <a:off x="3242974"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39" name="Google Shape;1248;p91">
            <a:extLst>
              <a:ext uri="{FF2B5EF4-FFF2-40B4-BE49-F238E27FC236}">
                <a16:creationId xmlns:a16="http://schemas.microsoft.com/office/drawing/2014/main" id="{904D273F-5816-0A61-C764-F833FC842FDD}"/>
              </a:ext>
            </a:extLst>
          </p:cNvPr>
          <p:cNvSpPr txBox="1"/>
          <p:nvPr/>
        </p:nvSpPr>
        <p:spPr>
          <a:xfrm>
            <a:off x="7334153"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40" name="Google Shape;1288;p92">
            <a:extLst>
              <a:ext uri="{FF2B5EF4-FFF2-40B4-BE49-F238E27FC236}">
                <a16:creationId xmlns:a16="http://schemas.microsoft.com/office/drawing/2014/main" id="{AC0F80AD-C976-CA1C-3893-65BCAA4BFDA7}"/>
              </a:ext>
            </a:extLst>
          </p:cNvPr>
          <p:cNvSpPr/>
          <p:nvPr/>
        </p:nvSpPr>
        <p:spPr>
          <a:xfrm>
            <a:off x="3286000" y="-8700"/>
            <a:ext cx="5400900" cy="10593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dirty="0">
                <a:solidFill>
                  <a:schemeClr val="lt1"/>
                </a:solidFill>
              </a:rPr>
              <a:t>INSTRUCTIONS:</a:t>
            </a:r>
            <a:r>
              <a:rPr lang="en" sz="1100" dirty="0">
                <a:solidFill>
                  <a:schemeClr val="lt1"/>
                </a:solidFill>
              </a:rPr>
              <a:t> The doughnuts below are editable shapes. Click on the doughnut shape then click on the colored part of it, you can then pull the yellow diamonds to readjust the shape to your percentage number.</a:t>
            </a:r>
            <a:endParaRPr sz="1100" dirty="0">
              <a:solidFill>
                <a:schemeClr val="lt1"/>
              </a:solidFill>
            </a:endParaRPr>
          </a:p>
          <a:p>
            <a:pPr marL="0" lvl="0" indent="0" algn="l" rtl="0">
              <a:lnSpc>
                <a:spcPct val="110000"/>
              </a:lnSpc>
              <a:spcBef>
                <a:spcPts val="600"/>
              </a:spcBef>
              <a:spcAft>
                <a:spcPts val="0"/>
              </a:spcAft>
              <a:buNone/>
            </a:pPr>
            <a:r>
              <a:rPr lang="en" sz="1800" b="1" dirty="0">
                <a:solidFill>
                  <a:schemeClr val="lt1"/>
                </a:solidFill>
              </a:rPr>
              <a:t>DELETE THIS BOX AFTER.</a:t>
            </a:r>
            <a:endParaRPr sz="2100" dirty="0">
              <a:solidFill>
                <a:schemeClr val="lt1"/>
              </a:solidFill>
            </a:endParaRPr>
          </a:p>
        </p:txBody>
      </p:sp>
    </p:spTree>
    <p:extLst>
      <p:ext uri="{BB962C8B-B14F-4D97-AF65-F5344CB8AC3E}">
        <p14:creationId xmlns:p14="http://schemas.microsoft.com/office/powerpoint/2010/main" val="205528590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27" name="Title 26">
            <a:extLst>
              <a:ext uri="{FF2B5EF4-FFF2-40B4-BE49-F238E27FC236}">
                <a16:creationId xmlns:a16="http://schemas.microsoft.com/office/drawing/2014/main" id="{3143E47A-2CB7-685C-84C6-7B009ACA5895}"/>
              </a:ext>
            </a:extLst>
          </p:cNvPr>
          <p:cNvSpPr>
            <a:spLocks noGrp="1"/>
          </p:cNvSpPr>
          <p:nvPr>
            <p:ph type="title"/>
          </p:nvPr>
        </p:nvSpPr>
        <p:spPr/>
        <p:txBody>
          <a:bodyPr/>
          <a:lstStyle/>
          <a:p>
            <a:r>
              <a:rPr lang="en-US" dirty="0"/>
              <a:t>Pie Charts–</a:t>
            </a:r>
            <a:br>
              <a:rPr lang="en-US" dirty="0"/>
            </a:br>
            <a:r>
              <a:rPr lang="en-US" dirty="0"/>
              <a:t>Grayscale</a:t>
            </a:r>
            <a:br>
              <a:rPr lang="en-US" dirty="0"/>
            </a:br>
            <a:r>
              <a:rPr lang="en-US" dirty="0"/>
              <a:t>(Manual)</a:t>
            </a:r>
          </a:p>
        </p:txBody>
      </p:sp>
      <p:sp>
        <p:nvSpPr>
          <p:cNvPr id="1217" name="Google Shape;1217;p91"/>
          <p:cNvSpPr txBox="1">
            <a:spLocks noGrp="1"/>
          </p:cNvSpPr>
          <p:nvPr>
            <p:ph sz="quarter" idx="22"/>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2" name="Google Shape;1257;p92">
            <a:extLst>
              <a:ext uri="{FF2B5EF4-FFF2-40B4-BE49-F238E27FC236}">
                <a16:creationId xmlns:a16="http://schemas.microsoft.com/office/drawing/2014/main" id="{5060280E-B67E-14F2-C9DA-349EC2D4450E}"/>
              </a:ext>
            </a:extLst>
          </p:cNvPr>
          <p:cNvSpPr txBox="1"/>
          <p:nvPr/>
        </p:nvSpPr>
        <p:spPr>
          <a:xfrm>
            <a:off x="5502336"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25%</a:t>
            </a:r>
            <a:endParaRPr sz="2400">
              <a:solidFill>
                <a:srgbClr val="000000"/>
              </a:solidFill>
            </a:endParaRPr>
          </a:p>
        </p:txBody>
      </p:sp>
      <p:sp>
        <p:nvSpPr>
          <p:cNvPr id="3" name="Google Shape;1258;p92">
            <a:extLst>
              <a:ext uri="{FF2B5EF4-FFF2-40B4-BE49-F238E27FC236}">
                <a16:creationId xmlns:a16="http://schemas.microsoft.com/office/drawing/2014/main" id="{AF827C26-4AA8-33AF-4DDA-B3F9C285636D}"/>
              </a:ext>
            </a:extLst>
          </p:cNvPr>
          <p:cNvSpPr txBox="1"/>
          <p:nvPr/>
        </p:nvSpPr>
        <p:spPr>
          <a:xfrm>
            <a:off x="3368374"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75%</a:t>
            </a:r>
            <a:endParaRPr sz="2400">
              <a:solidFill>
                <a:srgbClr val="000000"/>
              </a:solidFill>
            </a:endParaRPr>
          </a:p>
        </p:txBody>
      </p:sp>
      <p:grpSp>
        <p:nvGrpSpPr>
          <p:cNvPr id="4" name="Google Shape;1259;p92">
            <a:extLst>
              <a:ext uri="{FF2B5EF4-FFF2-40B4-BE49-F238E27FC236}">
                <a16:creationId xmlns:a16="http://schemas.microsoft.com/office/drawing/2014/main" id="{CB7B380B-56D7-C540-D1A6-56BC8B3790C7}"/>
              </a:ext>
            </a:extLst>
          </p:cNvPr>
          <p:cNvGrpSpPr/>
          <p:nvPr/>
        </p:nvGrpSpPr>
        <p:grpSpPr>
          <a:xfrm>
            <a:off x="3066225" y="810277"/>
            <a:ext cx="1737181" cy="1736764"/>
            <a:chOff x="2836538" y="950021"/>
            <a:chExt cx="2499900" cy="2499300"/>
          </a:xfrm>
        </p:grpSpPr>
        <p:sp>
          <p:nvSpPr>
            <p:cNvPr id="5" name="Google Shape;1260;p92">
              <a:extLst>
                <a:ext uri="{FF2B5EF4-FFF2-40B4-BE49-F238E27FC236}">
                  <a16:creationId xmlns:a16="http://schemas.microsoft.com/office/drawing/2014/main" id="{3F50A95B-B4C1-ED5B-54B0-3589B0914783}"/>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6" name="Google Shape;1261;p92">
              <a:extLst>
                <a:ext uri="{FF2B5EF4-FFF2-40B4-BE49-F238E27FC236}">
                  <a16:creationId xmlns:a16="http://schemas.microsoft.com/office/drawing/2014/main" id="{8B2EBB01-F204-1486-3189-68B26CB96B60}"/>
                </a:ext>
              </a:extLst>
            </p:cNvPr>
            <p:cNvSpPr/>
            <p:nvPr/>
          </p:nvSpPr>
          <p:spPr>
            <a:xfrm rot="8999657">
              <a:off x="3171046" y="1285309"/>
              <a:ext cx="1830883" cy="1828724"/>
            </a:xfrm>
            <a:prstGeom prst="blockArc">
              <a:avLst>
                <a:gd name="adj1" fmla="val 7174987"/>
                <a:gd name="adj2" fmla="val 1820733"/>
                <a:gd name="adj3" fmla="val 10702"/>
              </a:avLst>
            </a:prstGeom>
            <a:solidFill>
              <a:srgbClr val="999999"/>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grpSp>
        <p:nvGrpSpPr>
          <p:cNvPr id="7" name="Google Shape;1262;p92">
            <a:extLst>
              <a:ext uri="{FF2B5EF4-FFF2-40B4-BE49-F238E27FC236}">
                <a16:creationId xmlns:a16="http://schemas.microsoft.com/office/drawing/2014/main" id="{2BDBCB48-BA18-93E7-E596-32996A468466}"/>
              </a:ext>
            </a:extLst>
          </p:cNvPr>
          <p:cNvGrpSpPr/>
          <p:nvPr/>
        </p:nvGrpSpPr>
        <p:grpSpPr>
          <a:xfrm>
            <a:off x="5200186" y="810277"/>
            <a:ext cx="1737181" cy="1736764"/>
            <a:chOff x="2836538" y="950021"/>
            <a:chExt cx="2499900" cy="2499300"/>
          </a:xfrm>
        </p:grpSpPr>
        <p:sp>
          <p:nvSpPr>
            <p:cNvPr id="8" name="Google Shape;1263;p92">
              <a:extLst>
                <a:ext uri="{FF2B5EF4-FFF2-40B4-BE49-F238E27FC236}">
                  <a16:creationId xmlns:a16="http://schemas.microsoft.com/office/drawing/2014/main" id="{4B0F423E-E392-F462-F51D-2898813D2E7E}"/>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9" name="Google Shape;1264;p92">
              <a:extLst>
                <a:ext uri="{FF2B5EF4-FFF2-40B4-BE49-F238E27FC236}">
                  <a16:creationId xmlns:a16="http://schemas.microsoft.com/office/drawing/2014/main" id="{35A3D6A4-2D56-A31C-BEA8-AA74FB812247}"/>
                </a:ext>
              </a:extLst>
            </p:cNvPr>
            <p:cNvSpPr/>
            <p:nvPr/>
          </p:nvSpPr>
          <p:spPr>
            <a:xfrm rot="8999657">
              <a:off x="3171046" y="1285309"/>
              <a:ext cx="1830883" cy="1828724"/>
            </a:xfrm>
            <a:prstGeom prst="blockArc">
              <a:avLst>
                <a:gd name="adj1" fmla="val 17950500"/>
                <a:gd name="adj2" fmla="val 1820733"/>
                <a:gd name="adj3" fmla="val 10702"/>
              </a:avLst>
            </a:prstGeom>
            <a:solidFill>
              <a:srgbClr val="CCCCCC"/>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grpSp>
        <p:nvGrpSpPr>
          <p:cNvPr id="10" name="Google Shape;1265;p92">
            <a:extLst>
              <a:ext uri="{FF2B5EF4-FFF2-40B4-BE49-F238E27FC236}">
                <a16:creationId xmlns:a16="http://schemas.microsoft.com/office/drawing/2014/main" id="{1038E525-50AE-D3BC-3435-F25B829EA012}"/>
              </a:ext>
            </a:extLst>
          </p:cNvPr>
          <p:cNvGrpSpPr/>
          <p:nvPr/>
        </p:nvGrpSpPr>
        <p:grpSpPr>
          <a:xfrm>
            <a:off x="7157404" y="810277"/>
            <a:ext cx="1737181" cy="1736764"/>
            <a:chOff x="2836538" y="950021"/>
            <a:chExt cx="2499900" cy="2499300"/>
          </a:xfrm>
        </p:grpSpPr>
        <p:sp>
          <p:nvSpPr>
            <p:cNvPr id="18" name="Google Shape;1266;p92">
              <a:extLst>
                <a:ext uri="{FF2B5EF4-FFF2-40B4-BE49-F238E27FC236}">
                  <a16:creationId xmlns:a16="http://schemas.microsoft.com/office/drawing/2014/main" id="{063EA46D-F536-295F-5AE2-CAA12E438DBC}"/>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19" name="Google Shape;1267;p92">
              <a:extLst>
                <a:ext uri="{FF2B5EF4-FFF2-40B4-BE49-F238E27FC236}">
                  <a16:creationId xmlns:a16="http://schemas.microsoft.com/office/drawing/2014/main" id="{C8EB97DB-B112-F016-E1CD-E55413C787D4}"/>
                </a:ext>
              </a:extLst>
            </p:cNvPr>
            <p:cNvSpPr/>
            <p:nvPr/>
          </p:nvSpPr>
          <p:spPr>
            <a:xfrm rot="8999657">
              <a:off x="3171046" y="1285309"/>
              <a:ext cx="1830883" cy="1828724"/>
            </a:xfrm>
            <a:prstGeom prst="blockArc">
              <a:avLst>
                <a:gd name="adj1" fmla="val 12586644"/>
                <a:gd name="adj2" fmla="val 1820733"/>
                <a:gd name="adj3" fmla="val 10702"/>
              </a:avLst>
            </a:prstGeom>
            <a:solidFill>
              <a:srgbClr val="B7B7B7"/>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sp>
        <p:nvSpPr>
          <p:cNvPr id="20" name="Google Shape;1268;p92">
            <a:extLst>
              <a:ext uri="{FF2B5EF4-FFF2-40B4-BE49-F238E27FC236}">
                <a16:creationId xmlns:a16="http://schemas.microsoft.com/office/drawing/2014/main" id="{30192C1B-E7D9-EF90-7003-BC08AE596DCF}"/>
              </a:ext>
            </a:extLst>
          </p:cNvPr>
          <p:cNvSpPr txBox="1"/>
          <p:nvPr/>
        </p:nvSpPr>
        <p:spPr>
          <a:xfrm>
            <a:off x="7459553"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50%</a:t>
            </a:r>
            <a:endParaRPr sz="2400">
              <a:solidFill>
                <a:srgbClr val="000000"/>
              </a:solidFill>
            </a:endParaRPr>
          </a:p>
        </p:txBody>
      </p:sp>
      <p:sp>
        <p:nvSpPr>
          <p:cNvPr id="21" name="Google Shape;1269;p92">
            <a:extLst>
              <a:ext uri="{FF2B5EF4-FFF2-40B4-BE49-F238E27FC236}">
                <a16:creationId xmlns:a16="http://schemas.microsoft.com/office/drawing/2014/main" id="{36076159-BDCD-4449-7F32-70A96F80B921}"/>
              </a:ext>
            </a:extLst>
          </p:cNvPr>
          <p:cNvSpPr txBox="1"/>
          <p:nvPr/>
        </p:nvSpPr>
        <p:spPr>
          <a:xfrm>
            <a:off x="5502336"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95%</a:t>
            </a:r>
            <a:endParaRPr sz="2400">
              <a:solidFill>
                <a:srgbClr val="000000"/>
              </a:solidFill>
            </a:endParaRPr>
          </a:p>
        </p:txBody>
      </p:sp>
      <p:sp>
        <p:nvSpPr>
          <p:cNvPr id="22" name="Google Shape;1270;p92">
            <a:extLst>
              <a:ext uri="{FF2B5EF4-FFF2-40B4-BE49-F238E27FC236}">
                <a16:creationId xmlns:a16="http://schemas.microsoft.com/office/drawing/2014/main" id="{1F30695F-BDE8-3C86-E2D3-BE8926225B38}"/>
              </a:ext>
            </a:extLst>
          </p:cNvPr>
          <p:cNvSpPr txBox="1"/>
          <p:nvPr/>
        </p:nvSpPr>
        <p:spPr>
          <a:xfrm>
            <a:off x="3368374"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65%</a:t>
            </a:r>
            <a:endParaRPr sz="2400">
              <a:solidFill>
                <a:srgbClr val="000000"/>
              </a:solidFill>
            </a:endParaRPr>
          </a:p>
        </p:txBody>
      </p:sp>
      <p:grpSp>
        <p:nvGrpSpPr>
          <p:cNvPr id="23" name="Google Shape;1271;p92">
            <a:extLst>
              <a:ext uri="{FF2B5EF4-FFF2-40B4-BE49-F238E27FC236}">
                <a16:creationId xmlns:a16="http://schemas.microsoft.com/office/drawing/2014/main" id="{A02F6630-2E9B-F6C5-08C4-E8E48E17A02D}"/>
              </a:ext>
            </a:extLst>
          </p:cNvPr>
          <p:cNvGrpSpPr/>
          <p:nvPr/>
        </p:nvGrpSpPr>
        <p:grpSpPr>
          <a:xfrm>
            <a:off x="3066225" y="2889740"/>
            <a:ext cx="1737181" cy="1736764"/>
            <a:chOff x="2836538" y="950021"/>
            <a:chExt cx="2499900" cy="2499300"/>
          </a:xfrm>
        </p:grpSpPr>
        <p:sp>
          <p:nvSpPr>
            <p:cNvPr id="24" name="Google Shape;1272;p92">
              <a:extLst>
                <a:ext uri="{FF2B5EF4-FFF2-40B4-BE49-F238E27FC236}">
                  <a16:creationId xmlns:a16="http://schemas.microsoft.com/office/drawing/2014/main" id="{952A9901-0E02-37A2-0E65-9FAFF2239834}"/>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25" name="Google Shape;1273;p92">
              <a:extLst>
                <a:ext uri="{FF2B5EF4-FFF2-40B4-BE49-F238E27FC236}">
                  <a16:creationId xmlns:a16="http://schemas.microsoft.com/office/drawing/2014/main" id="{0C077E75-5CC1-8386-C220-A8D0928DFB54}"/>
                </a:ext>
              </a:extLst>
            </p:cNvPr>
            <p:cNvSpPr/>
            <p:nvPr/>
          </p:nvSpPr>
          <p:spPr>
            <a:xfrm rot="8999657">
              <a:off x="3171046" y="1285309"/>
              <a:ext cx="1830883" cy="1828724"/>
            </a:xfrm>
            <a:prstGeom prst="blockArc">
              <a:avLst>
                <a:gd name="adj1" fmla="val 9716872"/>
                <a:gd name="adj2" fmla="val 1820733"/>
                <a:gd name="adj3" fmla="val 10702"/>
              </a:avLst>
            </a:prstGeom>
            <a:solidFill>
              <a:srgbClr val="999999"/>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grpSp>
        <p:nvGrpSpPr>
          <p:cNvPr id="26" name="Google Shape;1274;p92">
            <a:extLst>
              <a:ext uri="{FF2B5EF4-FFF2-40B4-BE49-F238E27FC236}">
                <a16:creationId xmlns:a16="http://schemas.microsoft.com/office/drawing/2014/main" id="{687035BC-7685-E86B-DFB2-1E3FE4C4E72C}"/>
              </a:ext>
            </a:extLst>
          </p:cNvPr>
          <p:cNvGrpSpPr/>
          <p:nvPr/>
        </p:nvGrpSpPr>
        <p:grpSpPr>
          <a:xfrm>
            <a:off x="5200186" y="2889740"/>
            <a:ext cx="1737181" cy="1736764"/>
            <a:chOff x="2836538" y="950021"/>
            <a:chExt cx="2499900" cy="2499300"/>
          </a:xfrm>
        </p:grpSpPr>
        <p:sp>
          <p:nvSpPr>
            <p:cNvPr id="28" name="Google Shape;1275;p92">
              <a:extLst>
                <a:ext uri="{FF2B5EF4-FFF2-40B4-BE49-F238E27FC236}">
                  <a16:creationId xmlns:a16="http://schemas.microsoft.com/office/drawing/2014/main" id="{E2333585-32E7-CBDD-7911-0413D0100F8D}"/>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29" name="Google Shape;1276;p92">
              <a:extLst>
                <a:ext uri="{FF2B5EF4-FFF2-40B4-BE49-F238E27FC236}">
                  <a16:creationId xmlns:a16="http://schemas.microsoft.com/office/drawing/2014/main" id="{67DB12E1-C367-81C7-34EA-E3605D1E8D58}"/>
                </a:ext>
              </a:extLst>
            </p:cNvPr>
            <p:cNvSpPr/>
            <p:nvPr/>
          </p:nvSpPr>
          <p:spPr>
            <a:xfrm rot="8999657">
              <a:off x="3171046" y="1285309"/>
              <a:ext cx="1830883" cy="1828724"/>
            </a:xfrm>
            <a:prstGeom prst="blockArc">
              <a:avLst>
                <a:gd name="adj1" fmla="val 2603144"/>
                <a:gd name="adj2" fmla="val 1820733"/>
                <a:gd name="adj3" fmla="val 10702"/>
              </a:avLst>
            </a:prstGeom>
            <a:solidFill>
              <a:srgbClr val="666666"/>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grpSp>
        <p:nvGrpSpPr>
          <p:cNvPr id="30" name="Google Shape;1277;p92">
            <a:extLst>
              <a:ext uri="{FF2B5EF4-FFF2-40B4-BE49-F238E27FC236}">
                <a16:creationId xmlns:a16="http://schemas.microsoft.com/office/drawing/2014/main" id="{EABD12EE-A1CB-4628-9A2C-DF43201C7E3C}"/>
              </a:ext>
            </a:extLst>
          </p:cNvPr>
          <p:cNvGrpSpPr/>
          <p:nvPr/>
        </p:nvGrpSpPr>
        <p:grpSpPr>
          <a:xfrm>
            <a:off x="7157404" y="2889740"/>
            <a:ext cx="1737181" cy="1736764"/>
            <a:chOff x="2836538" y="950021"/>
            <a:chExt cx="2499900" cy="2499300"/>
          </a:xfrm>
        </p:grpSpPr>
        <p:sp>
          <p:nvSpPr>
            <p:cNvPr id="31" name="Google Shape;1278;p92">
              <a:extLst>
                <a:ext uri="{FF2B5EF4-FFF2-40B4-BE49-F238E27FC236}">
                  <a16:creationId xmlns:a16="http://schemas.microsoft.com/office/drawing/2014/main" id="{419DA954-CA46-2865-3FC0-D38267CD5944}"/>
                </a:ext>
              </a:extLst>
            </p:cNvPr>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32" name="Google Shape;1279;p92">
              <a:extLst>
                <a:ext uri="{FF2B5EF4-FFF2-40B4-BE49-F238E27FC236}">
                  <a16:creationId xmlns:a16="http://schemas.microsoft.com/office/drawing/2014/main" id="{BBCFFA19-DDD9-1D7F-8D85-292C35204AD5}"/>
                </a:ext>
              </a:extLst>
            </p:cNvPr>
            <p:cNvSpPr/>
            <p:nvPr/>
          </p:nvSpPr>
          <p:spPr>
            <a:xfrm rot="8999657">
              <a:off x="3171046" y="1285309"/>
              <a:ext cx="1830883" cy="1828724"/>
            </a:xfrm>
            <a:prstGeom prst="blockArc">
              <a:avLst>
                <a:gd name="adj1" fmla="val 16226094"/>
                <a:gd name="adj2" fmla="val 1820733"/>
                <a:gd name="adj3" fmla="val 10702"/>
              </a:avLst>
            </a:prstGeom>
            <a:solidFill>
              <a:srgbClr val="B7B7B7"/>
            </a:solid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sp>
        <p:nvSpPr>
          <p:cNvPr id="33" name="Google Shape;1280;p92">
            <a:extLst>
              <a:ext uri="{FF2B5EF4-FFF2-40B4-BE49-F238E27FC236}">
                <a16:creationId xmlns:a16="http://schemas.microsoft.com/office/drawing/2014/main" id="{94968A09-873F-A9EA-D5C3-7FAB30C5F172}"/>
              </a:ext>
            </a:extLst>
          </p:cNvPr>
          <p:cNvSpPr txBox="1"/>
          <p:nvPr/>
        </p:nvSpPr>
        <p:spPr>
          <a:xfrm>
            <a:off x="7459553"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35%</a:t>
            </a:r>
            <a:endParaRPr sz="2400">
              <a:solidFill>
                <a:srgbClr val="000000"/>
              </a:solidFill>
            </a:endParaRPr>
          </a:p>
        </p:txBody>
      </p:sp>
      <p:sp>
        <p:nvSpPr>
          <p:cNvPr id="34" name="Google Shape;1281;p92">
            <a:extLst>
              <a:ext uri="{FF2B5EF4-FFF2-40B4-BE49-F238E27FC236}">
                <a16:creationId xmlns:a16="http://schemas.microsoft.com/office/drawing/2014/main" id="{C7D04057-9530-1DEF-21D2-AF956892FDE8}"/>
              </a:ext>
            </a:extLst>
          </p:cNvPr>
          <p:cNvSpPr txBox="1"/>
          <p:nvPr/>
        </p:nvSpPr>
        <p:spPr>
          <a:xfrm>
            <a:off x="5376936"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35" name="Google Shape;1282;p92">
            <a:extLst>
              <a:ext uri="{FF2B5EF4-FFF2-40B4-BE49-F238E27FC236}">
                <a16:creationId xmlns:a16="http://schemas.microsoft.com/office/drawing/2014/main" id="{BA06A184-F6C0-8781-FDD3-C123E1A84A64}"/>
              </a:ext>
            </a:extLst>
          </p:cNvPr>
          <p:cNvSpPr txBox="1"/>
          <p:nvPr/>
        </p:nvSpPr>
        <p:spPr>
          <a:xfrm>
            <a:off x="3242974"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36" name="Google Shape;1283;p92">
            <a:extLst>
              <a:ext uri="{FF2B5EF4-FFF2-40B4-BE49-F238E27FC236}">
                <a16:creationId xmlns:a16="http://schemas.microsoft.com/office/drawing/2014/main" id="{156A2ADA-6F40-44C9-410B-255EF69AED41}"/>
              </a:ext>
            </a:extLst>
          </p:cNvPr>
          <p:cNvSpPr txBox="1"/>
          <p:nvPr/>
        </p:nvSpPr>
        <p:spPr>
          <a:xfrm>
            <a:off x="7334153"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37" name="Google Shape;1284;p92">
            <a:extLst>
              <a:ext uri="{FF2B5EF4-FFF2-40B4-BE49-F238E27FC236}">
                <a16:creationId xmlns:a16="http://schemas.microsoft.com/office/drawing/2014/main" id="{606C0BC5-974B-F00C-FBAD-B083F9154820}"/>
              </a:ext>
            </a:extLst>
          </p:cNvPr>
          <p:cNvSpPr txBox="1"/>
          <p:nvPr/>
        </p:nvSpPr>
        <p:spPr>
          <a:xfrm>
            <a:off x="5376936"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38" name="Google Shape;1285;p92">
            <a:extLst>
              <a:ext uri="{FF2B5EF4-FFF2-40B4-BE49-F238E27FC236}">
                <a16:creationId xmlns:a16="http://schemas.microsoft.com/office/drawing/2014/main" id="{AA5155F3-FD74-7FD9-A116-E08F5D5D02DC}"/>
              </a:ext>
            </a:extLst>
          </p:cNvPr>
          <p:cNvSpPr txBox="1"/>
          <p:nvPr/>
        </p:nvSpPr>
        <p:spPr>
          <a:xfrm>
            <a:off x="3242974"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39" name="Google Shape;1286;p92">
            <a:extLst>
              <a:ext uri="{FF2B5EF4-FFF2-40B4-BE49-F238E27FC236}">
                <a16:creationId xmlns:a16="http://schemas.microsoft.com/office/drawing/2014/main" id="{C3B82E4F-579B-BE23-B426-8C6219B6C301}"/>
              </a:ext>
            </a:extLst>
          </p:cNvPr>
          <p:cNvSpPr txBox="1"/>
          <p:nvPr/>
        </p:nvSpPr>
        <p:spPr>
          <a:xfrm>
            <a:off x="7334153"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41" name="Google Shape;1288;p92">
            <a:extLst>
              <a:ext uri="{FF2B5EF4-FFF2-40B4-BE49-F238E27FC236}">
                <a16:creationId xmlns:a16="http://schemas.microsoft.com/office/drawing/2014/main" id="{23F294C8-F618-F99F-0A8E-20910A194600}"/>
              </a:ext>
            </a:extLst>
          </p:cNvPr>
          <p:cNvSpPr/>
          <p:nvPr/>
        </p:nvSpPr>
        <p:spPr>
          <a:xfrm>
            <a:off x="3286000" y="-8700"/>
            <a:ext cx="5400900" cy="10593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dirty="0">
                <a:solidFill>
                  <a:schemeClr val="lt1"/>
                </a:solidFill>
              </a:rPr>
              <a:t>INSTRUCTIONS:</a:t>
            </a:r>
            <a:r>
              <a:rPr lang="en" sz="1100" dirty="0">
                <a:solidFill>
                  <a:schemeClr val="lt1"/>
                </a:solidFill>
              </a:rPr>
              <a:t> The doughnuts below are editable shapes. Click on the doughnut shape then click on the colored part of it, you can then pull the yellow diamonds to readjust the shape to your percentage number.</a:t>
            </a:r>
            <a:endParaRPr sz="1100" dirty="0">
              <a:solidFill>
                <a:schemeClr val="lt1"/>
              </a:solidFill>
            </a:endParaRPr>
          </a:p>
          <a:p>
            <a:pPr marL="0" lvl="0" indent="0" algn="l" rtl="0">
              <a:lnSpc>
                <a:spcPct val="110000"/>
              </a:lnSpc>
              <a:spcBef>
                <a:spcPts val="600"/>
              </a:spcBef>
              <a:spcAft>
                <a:spcPts val="0"/>
              </a:spcAft>
              <a:buNone/>
            </a:pPr>
            <a:r>
              <a:rPr lang="en" sz="1800" b="1" dirty="0">
                <a:solidFill>
                  <a:schemeClr val="lt1"/>
                </a:solidFill>
              </a:rPr>
              <a:t>DELETE THIS BOX AFTER.</a:t>
            </a:r>
            <a:endParaRPr sz="2100" dirty="0">
              <a:solidFill>
                <a:schemeClr val="lt1"/>
              </a:solidFill>
            </a:endParaRPr>
          </a:p>
        </p:txBody>
      </p:sp>
    </p:spTree>
    <p:extLst>
      <p:ext uri="{BB962C8B-B14F-4D97-AF65-F5344CB8AC3E}">
        <p14:creationId xmlns:p14="http://schemas.microsoft.com/office/powerpoint/2010/main" val="224319293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1198"/>
        <p:cNvGrpSpPr/>
        <p:nvPr/>
      </p:nvGrpSpPr>
      <p:grpSpPr>
        <a:xfrm>
          <a:off x="0" y="0"/>
          <a:ext cx="0" cy="0"/>
          <a:chOff x="0" y="0"/>
          <a:chExt cx="0" cy="0"/>
        </a:xfrm>
      </p:grpSpPr>
      <p:sp>
        <p:nvSpPr>
          <p:cNvPr id="1199" name="Google Shape;1199;p90"/>
          <p:cNvSpPr txBox="1"/>
          <p:nvPr/>
        </p:nvSpPr>
        <p:spPr>
          <a:xfrm>
            <a:off x="6388100" y="2292244"/>
            <a:ext cx="1630200" cy="54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4000"/>
              <a:buFont typeface="Gothic A1"/>
              <a:buNone/>
            </a:pPr>
            <a:r>
              <a:rPr lang="en" sz="4000" b="1">
                <a:solidFill>
                  <a:schemeClr val="accent2"/>
                </a:solidFill>
              </a:rPr>
              <a:t>25%</a:t>
            </a:r>
            <a:endParaRPr sz="4000" b="1">
              <a:solidFill>
                <a:schemeClr val="accent2"/>
              </a:solidFill>
            </a:endParaRPr>
          </a:p>
        </p:txBody>
      </p:sp>
      <p:sp>
        <p:nvSpPr>
          <p:cNvPr id="1200" name="Google Shape;1200;p90"/>
          <p:cNvSpPr txBox="1"/>
          <p:nvPr/>
        </p:nvSpPr>
        <p:spPr>
          <a:xfrm>
            <a:off x="3728163" y="3542519"/>
            <a:ext cx="1196100" cy="548100"/>
          </a:xfrm>
          <a:prstGeom prst="rect">
            <a:avLst/>
          </a:prstGeom>
          <a:noFill/>
          <a:ln>
            <a:noFill/>
          </a:ln>
        </p:spPr>
        <p:txBody>
          <a:bodyPr spcFirstLastPara="1" wrap="square" lIns="91425" tIns="91425" rIns="91425" bIns="91425" anchor="t" anchorCtr="0">
            <a:noAutofit/>
          </a:bodyPr>
          <a:lstStyle/>
          <a:p>
            <a:pPr marL="12700" marR="5080" lvl="0" indent="0" algn="ctr" rtl="0">
              <a:lnSpc>
                <a:spcPct val="85000"/>
              </a:lnSpc>
              <a:spcBef>
                <a:spcPts val="0"/>
              </a:spcBef>
              <a:spcAft>
                <a:spcPts val="0"/>
              </a:spcAft>
              <a:buClr>
                <a:srgbClr val="000000"/>
              </a:buClr>
              <a:buSzPts val="1200"/>
              <a:buFont typeface="Gothic A1"/>
              <a:buNone/>
            </a:pPr>
            <a:r>
              <a:rPr lang="en" sz="1200">
                <a:solidFill>
                  <a:srgbClr val="000000"/>
                </a:solidFill>
              </a:rPr>
              <a:t>Lorem Ipsum  xx,xxx/xx,xxx</a:t>
            </a:r>
            <a:endParaRPr sz="1200">
              <a:solidFill>
                <a:srgbClr val="000000"/>
              </a:solidFill>
            </a:endParaRPr>
          </a:p>
        </p:txBody>
      </p:sp>
      <p:sp>
        <p:nvSpPr>
          <p:cNvPr id="1201" name="Google Shape;1201;p90"/>
          <p:cNvSpPr txBox="1"/>
          <p:nvPr/>
        </p:nvSpPr>
        <p:spPr>
          <a:xfrm>
            <a:off x="6528950" y="3542519"/>
            <a:ext cx="1196100" cy="548100"/>
          </a:xfrm>
          <a:prstGeom prst="rect">
            <a:avLst/>
          </a:prstGeom>
          <a:noFill/>
          <a:ln>
            <a:noFill/>
          </a:ln>
        </p:spPr>
        <p:txBody>
          <a:bodyPr spcFirstLastPara="1" wrap="square" lIns="91425" tIns="91425" rIns="91425" bIns="91425" anchor="t" anchorCtr="0">
            <a:noAutofit/>
          </a:bodyPr>
          <a:lstStyle/>
          <a:p>
            <a:pPr marL="12700" marR="5080" lvl="0" indent="0" algn="ctr" rtl="0">
              <a:lnSpc>
                <a:spcPct val="85000"/>
              </a:lnSpc>
              <a:spcBef>
                <a:spcPts val="0"/>
              </a:spcBef>
              <a:spcAft>
                <a:spcPts val="0"/>
              </a:spcAft>
              <a:buClr>
                <a:srgbClr val="000000"/>
              </a:buClr>
              <a:buSzPts val="1200"/>
              <a:buFont typeface="Gothic A1"/>
              <a:buNone/>
            </a:pPr>
            <a:r>
              <a:rPr lang="en" sz="1200">
                <a:solidFill>
                  <a:srgbClr val="000000"/>
                </a:solidFill>
              </a:rPr>
              <a:t>Lorem Ipsum  xx,xxx/xx,xxx</a:t>
            </a:r>
            <a:endParaRPr sz="1200">
              <a:solidFill>
                <a:srgbClr val="000000"/>
              </a:solidFill>
            </a:endParaRPr>
          </a:p>
        </p:txBody>
      </p:sp>
      <p:sp>
        <p:nvSpPr>
          <p:cNvPr id="1202" name="Google Shape;1202;p90"/>
          <p:cNvSpPr txBox="1"/>
          <p:nvPr/>
        </p:nvSpPr>
        <p:spPr>
          <a:xfrm>
            <a:off x="3511100" y="2292244"/>
            <a:ext cx="1630200" cy="5481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4000"/>
              <a:buFont typeface="Gothic A1"/>
              <a:buNone/>
            </a:pPr>
            <a:r>
              <a:rPr lang="en" sz="4000" b="1">
                <a:solidFill>
                  <a:schemeClr val="accent1"/>
                </a:solidFill>
              </a:rPr>
              <a:t>75%</a:t>
            </a:r>
            <a:endParaRPr sz="4000" b="1">
              <a:solidFill>
                <a:schemeClr val="accent1"/>
              </a:solidFill>
            </a:endParaRPr>
          </a:p>
        </p:txBody>
      </p:sp>
      <p:grpSp>
        <p:nvGrpSpPr>
          <p:cNvPr id="1203" name="Google Shape;1203;p90"/>
          <p:cNvGrpSpPr/>
          <p:nvPr/>
        </p:nvGrpSpPr>
        <p:grpSpPr>
          <a:xfrm>
            <a:off x="5877113" y="1310140"/>
            <a:ext cx="2499900" cy="2499300"/>
            <a:chOff x="2836538" y="950021"/>
            <a:chExt cx="2499900" cy="2499300"/>
          </a:xfrm>
        </p:grpSpPr>
        <p:sp>
          <p:nvSpPr>
            <p:cNvPr id="1204" name="Google Shape;1204;p90"/>
            <p:cNvSpPr/>
            <p:nvPr/>
          </p:nvSpPr>
          <p:spPr>
            <a:xfrm>
              <a:off x="3170978" y="1285306"/>
              <a:ext cx="1830900" cy="1828800"/>
            </a:xfrm>
            <a:prstGeom prst="blockArc">
              <a:avLst>
                <a:gd name="adj1" fmla="val 5386712"/>
                <a:gd name="adj2" fmla="val 5364533"/>
                <a:gd name="adj3" fmla="val 10707"/>
              </a:avLst>
            </a:prstGeom>
            <a:solidFill>
              <a:srgbClr val="EFEFEF"/>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sp>
          <p:nvSpPr>
            <p:cNvPr id="1205" name="Google Shape;1205;p90"/>
            <p:cNvSpPr/>
            <p:nvPr/>
          </p:nvSpPr>
          <p:spPr>
            <a:xfrm rot="8999657">
              <a:off x="3171046" y="1285309"/>
              <a:ext cx="1830883" cy="1828724"/>
            </a:xfrm>
            <a:prstGeom prst="blockArc">
              <a:avLst>
                <a:gd name="adj1" fmla="val 17950500"/>
                <a:gd name="adj2" fmla="val 1820733"/>
                <a:gd name="adj3" fmla="val 10702"/>
              </a:avLst>
            </a:prstGeom>
            <a:solidFill>
              <a:schemeClr val="accent2"/>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000000"/>
                </a:buClr>
                <a:buSzPts val="1800"/>
                <a:buFont typeface="Gothic A1"/>
                <a:buNone/>
              </a:pPr>
              <a:endParaRPr sz="1800">
                <a:solidFill>
                  <a:srgbClr val="000000"/>
                </a:solidFill>
                <a:latin typeface="Gothic A1"/>
                <a:ea typeface="Gothic A1"/>
                <a:cs typeface="Gothic A1"/>
                <a:sym typeface="Gothic A1"/>
              </a:endParaRPr>
            </a:p>
          </p:txBody>
        </p:sp>
      </p:grpSp>
      <p:sp>
        <p:nvSpPr>
          <p:cNvPr id="2" name="Title 1">
            <a:extLst>
              <a:ext uri="{FF2B5EF4-FFF2-40B4-BE49-F238E27FC236}">
                <a16:creationId xmlns:a16="http://schemas.microsoft.com/office/drawing/2014/main" id="{0E4E08CA-3E88-4326-7EED-8EE85AADFDAA}"/>
              </a:ext>
            </a:extLst>
          </p:cNvPr>
          <p:cNvSpPr>
            <a:spLocks noGrp="1"/>
          </p:cNvSpPr>
          <p:nvPr>
            <p:ph type="title"/>
          </p:nvPr>
        </p:nvSpPr>
        <p:spPr/>
        <p:txBody>
          <a:bodyPr/>
          <a:lstStyle/>
          <a:p>
            <a:r>
              <a:rPr lang="en-US" dirty="0"/>
              <a:t>Pie Charts</a:t>
            </a:r>
            <a:br>
              <a:rPr lang="en-US" dirty="0"/>
            </a:br>
            <a:r>
              <a:rPr lang="en-US" dirty="0"/>
              <a:t>(Excel)</a:t>
            </a:r>
          </a:p>
        </p:txBody>
      </p:sp>
      <p:sp>
        <p:nvSpPr>
          <p:cNvPr id="1210" name="Google Shape;1210;p90"/>
          <p:cNvSpPr txBox="1">
            <a:spLocks noGrp="1"/>
          </p:cNvSpPr>
          <p:nvPr>
            <p:ph sz="quarter" idx="22"/>
          </p:nvPr>
        </p:nvSpPr>
        <p:spPr/>
        <p:txBody>
          <a:bodyPr/>
          <a:lstStyle/>
          <a:p>
            <a:pPr lvl="0"/>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graphicFrame>
        <p:nvGraphicFramePr>
          <p:cNvPr id="4" name="Chart 3">
            <a:extLst>
              <a:ext uri="{FF2B5EF4-FFF2-40B4-BE49-F238E27FC236}">
                <a16:creationId xmlns:a16="http://schemas.microsoft.com/office/drawing/2014/main" id="{C6444F43-CFF9-081F-C0B4-88BA46141AE0}"/>
              </a:ext>
            </a:extLst>
          </p:cNvPr>
          <p:cNvGraphicFramePr/>
          <p:nvPr>
            <p:extLst>
              <p:ext uri="{D42A27DB-BD31-4B8C-83A1-F6EECF244321}">
                <p14:modId xmlns:p14="http://schemas.microsoft.com/office/powerpoint/2010/main" val="1215847389"/>
              </p:ext>
            </p:extLst>
          </p:nvPr>
        </p:nvGraphicFramePr>
        <p:xfrm>
          <a:off x="2708348" y="1481222"/>
          <a:ext cx="3235703" cy="2157135"/>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4">
            <a:extLst>
              <a:ext uri="{FF2B5EF4-FFF2-40B4-BE49-F238E27FC236}">
                <a16:creationId xmlns:a16="http://schemas.microsoft.com/office/drawing/2014/main" id="{F24E23EA-400F-9C58-717C-3D2EAA1D761E}"/>
              </a:ext>
            </a:extLst>
          </p:cNvPr>
          <p:cNvGraphicFramePr/>
          <p:nvPr>
            <p:extLst>
              <p:ext uri="{D42A27DB-BD31-4B8C-83A1-F6EECF244321}">
                <p14:modId xmlns:p14="http://schemas.microsoft.com/office/powerpoint/2010/main" val="1233595352"/>
              </p:ext>
            </p:extLst>
          </p:nvPr>
        </p:nvGraphicFramePr>
        <p:xfrm>
          <a:off x="5509148" y="1481221"/>
          <a:ext cx="3235703" cy="2157135"/>
        </p:xfrm>
        <a:graphic>
          <a:graphicData uri="http://schemas.openxmlformats.org/drawingml/2006/chart">
            <c:chart xmlns:c="http://schemas.openxmlformats.org/drawingml/2006/chart" xmlns:r="http://schemas.openxmlformats.org/officeDocument/2006/relationships" r:id="rId4"/>
          </a:graphicData>
        </a:graphic>
      </p:graphicFrame>
      <p:sp>
        <p:nvSpPr>
          <p:cNvPr id="6" name="Google Shape;1211;p90">
            <a:extLst>
              <a:ext uri="{FF2B5EF4-FFF2-40B4-BE49-F238E27FC236}">
                <a16:creationId xmlns:a16="http://schemas.microsoft.com/office/drawing/2014/main" id="{5463BC9D-3484-CBB4-3EB8-6C541D637F7C}"/>
              </a:ext>
            </a:extLst>
          </p:cNvPr>
          <p:cNvSpPr/>
          <p:nvPr/>
        </p:nvSpPr>
        <p:spPr>
          <a:xfrm>
            <a:off x="3286000" y="-8700"/>
            <a:ext cx="5417400" cy="11604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dirty="0">
                <a:solidFill>
                  <a:schemeClr val="lt1"/>
                </a:solidFill>
              </a:rPr>
              <a:t>INSTRUCTIONS:</a:t>
            </a:r>
            <a:r>
              <a:rPr lang="en" sz="1100" dirty="0">
                <a:solidFill>
                  <a:schemeClr val="lt1"/>
                </a:solidFill>
              </a:rPr>
              <a:t> The doughnuts below are linked to live Excel spreadsheets. Right click on the doughnut shape and select “Edit Data in Excel.” Slices will be automatically colored </a:t>
            </a:r>
            <a:r>
              <a:rPr lang="en" sz="1100" dirty="0" err="1">
                <a:solidFill>
                  <a:schemeClr val="lt1"/>
                </a:solidFill>
              </a:rPr>
              <a:t>accordi</a:t>
            </a:r>
            <a:r>
              <a:rPr lang="en-US" sz="1100" dirty="0">
                <a:solidFill>
                  <a:schemeClr val="lt1"/>
                </a:solidFill>
              </a:rPr>
              <a:t>ng</a:t>
            </a:r>
            <a:r>
              <a:rPr lang="en" sz="1100" dirty="0">
                <a:solidFill>
                  <a:schemeClr val="lt1"/>
                </a:solidFill>
              </a:rPr>
              <a:t> to the theme palette, but can also be selected manually (double-click segment) and filled as usual.</a:t>
            </a:r>
            <a:endParaRPr sz="1100" dirty="0">
              <a:solidFill>
                <a:schemeClr val="lt1"/>
              </a:solidFill>
            </a:endParaRPr>
          </a:p>
          <a:p>
            <a:pPr marL="0" lvl="0" indent="0" algn="l" rtl="0">
              <a:lnSpc>
                <a:spcPct val="110000"/>
              </a:lnSpc>
              <a:spcBef>
                <a:spcPts val="600"/>
              </a:spcBef>
              <a:spcAft>
                <a:spcPts val="0"/>
              </a:spcAft>
              <a:buNone/>
            </a:pPr>
            <a:r>
              <a:rPr lang="en" sz="2000" b="1" dirty="0">
                <a:solidFill>
                  <a:schemeClr val="lt1"/>
                </a:solidFill>
              </a:rPr>
              <a:t>DELETE THIS BOX AFTER.</a:t>
            </a:r>
            <a:endParaRPr sz="2300" dirty="0">
              <a:solidFill>
                <a:schemeClr val="lt1"/>
              </a:solidFil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27" name="Title 26">
            <a:extLst>
              <a:ext uri="{FF2B5EF4-FFF2-40B4-BE49-F238E27FC236}">
                <a16:creationId xmlns:a16="http://schemas.microsoft.com/office/drawing/2014/main" id="{3143E47A-2CB7-685C-84C6-7B009ACA5895}"/>
              </a:ext>
            </a:extLst>
          </p:cNvPr>
          <p:cNvSpPr>
            <a:spLocks noGrp="1"/>
          </p:cNvSpPr>
          <p:nvPr>
            <p:ph type="title"/>
          </p:nvPr>
        </p:nvSpPr>
        <p:spPr/>
        <p:txBody>
          <a:bodyPr/>
          <a:lstStyle/>
          <a:p>
            <a:r>
              <a:rPr lang="en-US" dirty="0"/>
              <a:t>Pie Charts</a:t>
            </a:r>
            <a:br>
              <a:rPr lang="en-US" dirty="0"/>
            </a:br>
            <a:r>
              <a:rPr lang="en-US" dirty="0"/>
              <a:t>(Excel)</a:t>
            </a:r>
          </a:p>
        </p:txBody>
      </p:sp>
      <p:sp>
        <p:nvSpPr>
          <p:cNvPr id="1217" name="Google Shape;1217;p91"/>
          <p:cNvSpPr txBox="1">
            <a:spLocks noGrp="1"/>
          </p:cNvSpPr>
          <p:nvPr>
            <p:ph sz="quarter" idx="22"/>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1219" name="Google Shape;1219;p91"/>
          <p:cNvSpPr txBox="1"/>
          <p:nvPr/>
        </p:nvSpPr>
        <p:spPr>
          <a:xfrm>
            <a:off x="5502336"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25%</a:t>
            </a:r>
            <a:endParaRPr sz="2400">
              <a:solidFill>
                <a:srgbClr val="000000"/>
              </a:solidFill>
            </a:endParaRPr>
          </a:p>
        </p:txBody>
      </p:sp>
      <p:sp>
        <p:nvSpPr>
          <p:cNvPr id="1220" name="Google Shape;1220;p91"/>
          <p:cNvSpPr txBox="1"/>
          <p:nvPr/>
        </p:nvSpPr>
        <p:spPr>
          <a:xfrm>
            <a:off x="3368374"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75%</a:t>
            </a:r>
            <a:endParaRPr sz="2400">
              <a:solidFill>
                <a:srgbClr val="000000"/>
              </a:solidFill>
            </a:endParaRPr>
          </a:p>
        </p:txBody>
      </p:sp>
      <p:sp>
        <p:nvSpPr>
          <p:cNvPr id="1230" name="Google Shape;1230;p91"/>
          <p:cNvSpPr txBox="1"/>
          <p:nvPr/>
        </p:nvSpPr>
        <p:spPr>
          <a:xfrm>
            <a:off x="7459553"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50%</a:t>
            </a:r>
            <a:endParaRPr sz="2400">
              <a:solidFill>
                <a:srgbClr val="000000"/>
              </a:solidFill>
            </a:endParaRPr>
          </a:p>
        </p:txBody>
      </p:sp>
      <p:sp>
        <p:nvSpPr>
          <p:cNvPr id="1231" name="Google Shape;1231;p91"/>
          <p:cNvSpPr txBox="1"/>
          <p:nvPr/>
        </p:nvSpPr>
        <p:spPr>
          <a:xfrm>
            <a:off x="5502336"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95%</a:t>
            </a:r>
            <a:endParaRPr sz="2400">
              <a:solidFill>
                <a:srgbClr val="000000"/>
              </a:solidFill>
            </a:endParaRPr>
          </a:p>
        </p:txBody>
      </p:sp>
      <p:sp>
        <p:nvSpPr>
          <p:cNvPr id="1232" name="Google Shape;1232;p91"/>
          <p:cNvSpPr txBox="1"/>
          <p:nvPr/>
        </p:nvSpPr>
        <p:spPr>
          <a:xfrm>
            <a:off x="3368374"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65%</a:t>
            </a:r>
            <a:endParaRPr sz="2400">
              <a:solidFill>
                <a:srgbClr val="000000"/>
              </a:solidFill>
            </a:endParaRPr>
          </a:p>
        </p:txBody>
      </p:sp>
      <p:sp>
        <p:nvSpPr>
          <p:cNvPr id="1242" name="Google Shape;1242;p91"/>
          <p:cNvSpPr txBox="1"/>
          <p:nvPr/>
        </p:nvSpPr>
        <p:spPr>
          <a:xfrm>
            <a:off x="7459553"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35%</a:t>
            </a:r>
            <a:endParaRPr sz="2400">
              <a:solidFill>
                <a:srgbClr val="000000"/>
              </a:solidFill>
            </a:endParaRPr>
          </a:p>
        </p:txBody>
      </p:sp>
      <p:sp>
        <p:nvSpPr>
          <p:cNvPr id="1243" name="Google Shape;1243;p91"/>
          <p:cNvSpPr txBox="1"/>
          <p:nvPr/>
        </p:nvSpPr>
        <p:spPr>
          <a:xfrm>
            <a:off x="5376936"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244" name="Google Shape;1244;p91"/>
          <p:cNvSpPr txBox="1"/>
          <p:nvPr/>
        </p:nvSpPr>
        <p:spPr>
          <a:xfrm>
            <a:off x="3242974"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245" name="Google Shape;1245;p91"/>
          <p:cNvSpPr txBox="1"/>
          <p:nvPr/>
        </p:nvSpPr>
        <p:spPr>
          <a:xfrm>
            <a:off x="7334153"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246" name="Google Shape;1246;p91"/>
          <p:cNvSpPr txBox="1"/>
          <p:nvPr/>
        </p:nvSpPr>
        <p:spPr>
          <a:xfrm>
            <a:off x="5376936"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247" name="Google Shape;1247;p91"/>
          <p:cNvSpPr txBox="1"/>
          <p:nvPr/>
        </p:nvSpPr>
        <p:spPr>
          <a:xfrm>
            <a:off x="3242974"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248" name="Google Shape;1248;p91"/>
          <p:cNvSpPr txBox="1"/>
          <p:nvPr/>
        </p:nvSpPr>
        <p:spPr>
          <a:xfrm>
            <a:off x="7334153"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graphicFrame>
        <p:nvGraphicFramePr>
          <p:cNvPr id="12" name="Chart 11">
            <a:extLst>
              <a:ext uri="{FF2B5EF4-FFF2-40B4-BE49-F238E27FC236}">
                <a16:creationId xmlns:a16="http://schemas.microsoft.com/office/drawing/2014/main" id="{BEF9CE78-74C7-3C5E-1EC7-7837CD075783}"/>
              </a:ext>
            </a:extLst>
          </p:cNvPr>
          <p:cNvGraphicFramePr/>
          <p:nvPr>
            <p:extLst>
              <p:ext uri="{D42A27DB-BD31-4B8C-83A1-F6EECF244321}">
                <p14:modId xmlns:p14="http://schemas.microsoft.com/office/powerpoint/2010/main" val="1808473506"/>
              </p:ext>
            </p:extLst>
          </p:nvPr>
        </p:nvGraphicFramePr>
        <p:xfrm>
          <a:off x="2745352" y="884221"/>
          <a:ext cx="2366396" cy="157759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6EFE6D31-EC32-89F8-0083-4EA10F89B29F}"/>
              </a:ext>
            </a:extLst>
          </p:cNvPr>
          <p:cNvGraphicFramePr/>
          <p:nvPr>
            <p:extLst>
              <p:ext uri="{D42A27DB-BD31-4B8C-83A1-F6EECF244321}">
                <p14:modId xmlns:p14="http://schemas.microsoft.com/office/powerpoint/2010/main" val="1230866170"/>
              </p:ext>
            </p:extLst>
          </p:nvPr>
        </p:nvGraphicFramePr>
        <p:xfrm>
          <a:off x="4879362" y="884221"/>
          <a:ext cx="2366396" cy="15775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6DF2C90A-D446-51E9-533B-4F3A929EB1DD}"/>
              </a:ext>
            </a:extLst>
          </p:cNvPr>
          <p:cNvGraphicFramePr/>
          <p:nvPr>
            <p:extLst>
              <p:ext uri="{D42A27DB-BD31-4B8C-83A1-F6EECF244321}">
                <p14:modId xmlns:p14="http://schemas.microsoft.com/office/powerpoint/2010/main" val="3607851795"/>
              </p:ext>
            </p:extLst>
          </p:nvPr>
        </p:nvGraphicFramePr>
        <p:xfrm>
          <a:off x="6833961" y="884221"/>
          <a:ext cx="2366396" cy="157759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4">
            <a:extLst>
              <a:ext uri="{FF2B5EF4-FFF2-40B4-BE49-F238E27FC236}">
                <a16:creationId xmlns:a16="http://schemas.microsoft.com/office/drawing/2014/main" id="{5720CA32-6FE8-7516-461D-209934E83812}"/>
              </a:ext>
            </a:extLst>
          </p:cNvPr>
          <p:cNvGraphicFramePr/>
          <p:nvPr>
            <p:extLst>
              <p:ext uri="{D42A27DB-BD31-4B8C-83A1-F6EECF244321}">
                <p14:modId xmlns:p14="http://schemas.microsoft.com/office/powerpoint/2010/main" val="1369465924"/>
              </p:ext>
            </p:extLst>
          </p:nvPr>
        </p:nvGraphicFramePr>
        <p:xfrm>
          <a:off x="2745352" y="2974963"/>
          <a:ext cx="2366396" cy="157759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6" name="Chart 15">
            <a:extLst>
              <a:ext uri="{FF2B5EF4-FFF2-40B4-BE49-F238E27FC236}">
                <a16:creationId xmlns:a16="http://schemas.microsoft.com/office/drawing/2014/main" id="{73B5E9BD-0151-33EB-236A-65CAE63CAEF4}"/>
              </a:ext>
            </a:extLst>
          </p:cNvPr>
          <p:cNvGraphicFramePr/>
          <p:nvPr>
            <p:extLst>
              <p:ext uri="{D42A27DB-BD31-4B8C-83A1-F6EECF244321}">
                <p14:modId xmlns:p14="http://schemas.microsoft.com/office/powerpoint/2010/main" val="2624520274"/>
              </p:ext>
            </p:extLst>
          </p:nvPr>
        </p:nvGraphicFramePr>
        <p:xfrm>
          <a:off x="4879362" y="2974963"/>
          <a:ext cx="2366396" cy="157759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7" name="Chart 16">
            <a:extLst>
              <a:ext uri="{FF2B5EF4-FFF2-40B4-BE49-F238E27FC236}">
                <a16:creationId xmlns:a16="http://schemas.microsoft.com/office/drawing/2014/main" id="{E46C4949-8EA1-0E3B-DE56-6A2618C76D6E}"/>
              </a:ext>
            </a:extLst>
          </p:cNvPr>
          <p:cNvGraphicFramePr/>
          <p:nvPr>
            <p:extLst>
              <p:ext uri="{D42A27DB-BD31-4B8C-83A1-F6EECF244321}">
                <p14:modId xmlns:p14="http://schemas.microsoft.com/office/powerpoint/2010/main" val="456003395"/>
              </p:ext>
            </p:extLst>
          </p:nvPr>
        </p:nvGraphicFramePr>
        <p:xfrm>
          <a:off x="6833961" y="2974963"/>
          <a:ext cx="2366396" cy="1577597"/>
        </p:xfrm>
        <a:graphic>
          <a:graphicData uri="http://schemas.openxmlformats.org/drawingml/2006/chart">
            <c:chart xmlns:c="http://schemas.openxmlformats.org/drawingml/2006/chart" xmlns:r="http://schemas.openxmlformats.org/officeDocument/2006/relationships" r:id="rId8"/>
          </a:graphicData>
        </a:graphic>
      </p:graphicFrame>
      <p:sp>
        <p:nvSpPr>
          <p:cNvPr id="11" name="Google Shape;1211;p90">
            <a:extLst>
              <a:ext uri="{FF2B5EF4-FFF2-40B4-BE49-F238E27FC236}">
                <a16:creationId xmlns:a16="http://schemas.microsoft.com/office/drawing/2014/main" id="{78288498-7254-754D-78E2-B379A347812C}"/>
              </a:ext>
            </a:extLst>
          </p:cNvPr>
          <p:cNvSpPr/>
          <p:nvPr/>
        </p:nvSpPr>
        <p:spPr>
          <a:xfrm>
            <a:off x="3286000" y="-8700"/>
            <a:ext cx="5417400" cy="11604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dirty="0">
                <a:solidFill>
                  <a:schemeClr val="lt1"/>
                </a:solidFill>
              </a:rPr>
              <a:t>INSTRUCTIONS:</a:t>
            </a:r>
            <a:r>
              <a:rPr lang="en" sz="1100" dirty="0">
                <a:solidFill>
                  <a:schemeClr val="lt1"/>
                </a:solidFill>
              </a:rPr>
              <a:t> The doughnuts below are linked to live Excel spreadsheets. Right click on the doughnut shape and select “Edit Data in Excel.” Slices will be automatically colored </a:t>
            </a:r>
            <a:r>
              <a:rPr lang="en" sz="1100" dirty="0" err="1">
                <a:solidFill>
                  <a:schemeClr val="lt1"/>
                </a:solidFill>
              </a:rPr>
              <a:t>accordi</a:t>
            </a:r>
            <a:r>
              <a:rPr lang="en-US" sz="1100" dirty="0">
                <a:solidFill>
                  <a:schemeClr val="lt1"/>
                </a:solidFill>
              </a:rPr>
              <a:t>ng</a:t>
            </a:r>
            <a:r>
              <a:rPr lang="en" sz="1100" dirty="0">
                <a:solidFill>
                  <a:schemeClr val="lt1"/>
                </a:solidFill>
              </a:rPr>
              <a:t> to the theme palette, but can also be selected manually (double-click segment) and filled as usual.</a:t>
            </a:r>
            <a:endParaRPr sz="1100" dirty="0">
              <a:solidFill>
                <a:schemeClr val="lt1"/>
              </a:solidFill>
            </a:endParaRPr>
          </a:p>
          <a:p>
            <a:pPr marL="0" lvl="0" indent="0" algn="l" rtl="0">
              <a:lnSpc>
                <a:spcPct val="110000"/>
              </a:lnSpc>
              <a:spcBef>
                <a:spcPts val="600"/>
              </a:spcBef>
              <a:spcAft>
                <a:spcPts val="0"/>
              </a:spcAft>
              <a:buNone/>
            </a:pPr>
            <a:r>
              <a:rPr lang="en" sz="2000" b="1" dirty="0">
                <a:solidFill>
                  <a:schemeClr val="lt1"/>
                </a:solidFill>
              </a:rPr>
              <a:t>DELETE THIS BOX AFTER.</a:t>
            </a:r>
            <a:endParaRPr sz="2300" dirty="0">
              <a:solidFill>
                <a:schemeClr val="lt1"/>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1216"/>
        <p:cNvGrpSpPr/>
        <p:nvPr/>
      </p:nvGrpSpPr>
      <p:grpSpPr>
        <a:xfrm>
          <a:off x="0" y="0"/>
          <a:ext cx="0" cy="0"/>
          <a:chOff x="0" y="0"/>
          <a:chExt cx="0" cy="0"/>
        </a:xfrm>
      </p:grpSpPr>
      <p:sp>
        <p:nvSpPr>
          <p:cNvPr id="27" name="Title 26">
            <a:extLst>
              <a:ext uri="{FF2B5EF4-FFF2-40B4-BE49-F238E27FC236}">
                <a16:creationId xmlns:a16="http://schemas.microsoft.com/office/drawing/2014/main" id="{3143E47A-2CB7-685C-84C6-7B009ACA5895}"/>
              </a:ext>
            </a:extLst>
          </p:cNvPr>
          <p:cNvSpPr>
            <a:spLocks noGrp="1"/>
          </p:cNvSpPr>
          <p:nvPr>
            <p:ph type="title"/>
          </p:nvPr>
        </p:nvSpPr>
        <p:spPr/>
        <p:txBody>
          <a:bodyPr/>
          <a:lstStyle/>
          <a:p>
            <a:r>
              <a:rPr lang="en-US" dirty="0"/>
              <a:t>Pie Charts–</a:t>
            </a:r>
            <a:br>
              <a:rPr lang="en-US" dirty="0"/>
            </a:br>
            <a:r>
              <a:rPr lang="en-US" dirty="0"/>
              <a:t>Grayscale</a:t>
            </a:r>
            <a:br>
              <a:rPr lang="en-US" dirty="0"/>
            </a:br>
            <a:r>
              <a:rPr lang="en-US" dirty="0"/>
              <a:t>(Excel)</a:t>
            </a:r>
          </a:p>
        </p:txBody>
      </p:sp>
      <p:sp>
        <p:nvSpPr>
          <p:cNvPr id="1217" name="Google Shape;1217;p91"/>
          <p:cNvSpPr txBox="1">
            <a:spLocks noGrp="1"/>
          </p:cNvSpPr>
          <p:nvPr>
            <p:ph sz="quarter" idx="22"/>
          </p:nvPr>
        </p:nvSpPr>
        <p:spPr/>
        <p:txBody>
          <a:bodyPr/>
          <a:lstStyle/>
          <a:p>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1219" name="Google Shape;1219;p91"/>
          <p:cNvSpPr txBox="1"/>
          <p:nvPr/>
        </p:nvSpPr>
        <p:spPr>
          <a:xfrm>
            <a:off x="5502336"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25%</a:t>
            </a:r>
            <a:endParaRPr sz="2400">
              <a:solidFill>
                <a:srgbClr val="000000"/>
              </a:solidFill>
            </a:endParaRPr>
          </a:p>
        </p:txBody>
      </p:sp>
      <p:sp>
        <p:nvSpPr>
          <p:cNvPr id="1220" name="Google Shape;1220;p91"/>
          <p:cNvSpPr txBox="1"/>
          <p:nvPr/>
        </p:nvSpPr>
        <p:spPr>
          <a:xfrm>
            <a:off x="3368374"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75%</a:t>
            </a:r>
            <a:endParaRPr sz="2400">
              <a:solidFill>
                <a:srgbClr val="000000"/>
              </a:solidFill>
            </a:endParaRPr>
          </a:p>
        </p:txBody>
      </p:sp>
      <p:sp>
        <p:nvSpPr>
          <p:cNvPr id="1230" name="Google Shape;1230;p91"/>
          <p:cNvSpPr txBox="1"/>
          <p:nvPr/>
        </p:nvSpPr>
        <p:spPr>
          <a:xfrm>
            <a:off x="7459553" y="1492807"/>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50%</a:t>
            </a:r>
            <a:endParaRPr sz="2400">
              <a:solidFill>
                <a:srgbClr val="000000"/>
              </a:solidFill>
            </a:endParaRPr>
          </a:p>
        </p:txBody>
      </p:sp>
      <p:sp>
        <p:nvSpPr>
          <p:cNvPr id="1231" name="Google Shape;1231;p91"/>
          <p:cNvSpPr txBox="1"/>
          <p:nvPr/>
        </p:nvSpPr>
        <p:spPr>
          <a:xfrm>
            <a:off x="5502336"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95%</a:t>
            </a:r>
            <a:endParaRPr sz="2400">
              <a:solidFill>
                <a:srgbClr val="000000"/>
              </a:solidFill>
            </a:endParaRPr>
          </a:p>
        </p:txBody>
      </p:sp>
      <p:sp>
        <p:nvSpPr>
          <p:cNvPr id="1232" name="Google Shape;1232;p91"/>
          <p:cNvSpPr txBox="1"/>
          <p:nvPr/>
        </p:nvSpPr>
        <p:spPr>
          <a:xfrm>
            <a:off x="3368374"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65%</a:t>
            </a:r>
            <a:endParaRPr sz="2400">
              <a:solidFill>
                <a:srgbClr val="000000"/>
              </a:solidFill>
            </a:endParaRPr>
          </a:p>
        </p:txBody>
      </p:sp>
      <p:sp>
        <p:nvSpPr>
          <p:cNvPr id="1242" name="Google Shape;1242;p91"/>
          <p:cNvSpPr txBox="1"/>
          <p:nvPr/>
        </p:nvSpPr>
        <p:spPr>
          <a:xfrm>
            <a:off x="7459553" y="3572270"/>
            <a:ext cx="1132800" cy="3810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Gothic A1"/>
              <a:buNone/>
            </a:pPr>
            <a:r>
              <a:rPr lang="en" sz="2400">
                <a:solidFill>
                  <a:srgbClr val="000000"/>
                </a:solidFill>
              </a:rPr>
              <a:t>35%</a:t>
            </a:r>
            <a:endParaRPr sz="2400">
              <a:solidFill>
                <a:srgbClr val="000000"/>
              </a:solidFill>
            </a:endParaRPr>
          </a:p>
        </p:txBody>
      </p:sp>
      <p:sp>
        <p:nvSpPr>
          <p:cNvPr id="1243" name="Google Shape;1243;p91"/>
          <p:cNvSpPr txBox="1"/>
          <p:nvPr/>
        </p:nvSpPr>
        <p:spPr>
          <a:xfrm>
            <a:off x="5376936"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244" name="Google Shape;1244;p91"/>
          <p:cNvSpPr txBox="1"/>
          <p:nvPr/>
        </p:nvSpPr>
        <p:spPr>
          <a:xfrm>
            <a:off x="3242974"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245" name="Google Shape;1245;p91"/>
          <p:cNvSpPr txBox="1"/>
          <p:nvPr/>
        </p:nvSpPr>
        <p:spPr>
          <a:xfrm>
            <a:off x="7334153" y="640207"/>
            <a:ext cx="1383600" cy="4104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246" name="Google Shape;1246;p91"/>
          <p:cNvSpPr txBox="1"/>
          <p:nvPr/>
        </p:nvSpPr>
        <p:spPr>
          <a:xfrm>
            <a:off x="5376936"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247" name="Google Shape;1247;p91"/>
          <p:cNvSpPr txBox="1"/>
          <p:nvPr/>
        </p:nvSpPr>
        <p:spPr>
          <a:xfrm>
            <a:off x="3242974"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sp>
        <p:nvSpPr>
          <p:cNvPr id="1248" name="Google Shape;1248;p91"/>
          <p:cNvSpPr txBox="1"/>
          <p:nvPr/>
        </p:nvSpPr>
        <p:spPr>
          <a:xfrm>
            <a:off x="7334153" y="2723157"/>
            <a:ext cx="1383600" cy="411000"/>
          </a:xfrm>
          <a:prstGeom prst="rect">
            <a:avLst/>
          </a:prstGeom>
          <a:noFill/>
          <a:ln>
            <a:noFill/>
          </a:ln>
        </p:spPr>
        <p:txBody>
          <a:bodyPr spcFirstLastPara="1" wrap="square" lIns="91425" tIns="91425" rIns="91425" bIns="91425" anchor="ctr" anchorCtr="0">
            <a:noAutofit/>
          </a:bodyPr>
          <a:lstStyle/>
          <a:p>
            <a:pPr marL="0" marR="0" lvl="0" indent="0" algn="ctr" rtl="0">
              <a:spcBef>
                <a:spcPts val="0"/>
              </a:spcBef>
              <a:spcAft>
                <a:spcPts val="0"/>
              </a:spcAft>
              <a:buClr>
                <a:srgbClr val="000000"/>
              </a:buClr>
              <a:buSzPts val="1200"/>
              <a:buFont typeface="Gothic A1"/>
              <a:buNone/>
            </a:pPr>
            <a:r>
              <a:rPr lang="en" sz="1200">
                <a:solidFill>
                  <a:srgbClr val="000000"/>
                </a:solidFill>
              </a:rPr>
              <a:t>Chart Title</a:t>
            </a:r>
            <a:endParaRPr sz="1200">
              <a:solidFill>
                <a:srgbClr val="000000"/>
              </a:solidFill>
            </a:endParaRPr>
          </a:p>
        </p:txBody>
      </p:sp>
      <p:graphicFrame>
        <p:nvGraphicFramePr>
          <p:cNvPr id="12" name="Chart 11">
            <a:extLst>
              <a:ext uri="{FF2B5EF4-FFF2-40B4-BE49-F238E27FC236}">
                <a16:creationId xmlns:a16="http://schemas.microsoft.com/office/drawing/2014/main" id="{BEF9CE78-74C7-3C5E-1EC7-7837CD075783}"/>
              </a:ext>
            </a:extLst>
          </p:cNvPr>
          <p:cNvGraphicFramePr/>
          <p:nvPr>
            <p:extLst>
              <p:ext uri="{D42A27DB-BD31-4B8C-83A1-F6EECF244321}">
                <p14:modId xmlns:p14="http://schemas.microsoft.com/office/powerpoint/2010/main" val="1912997089"/>
              </p:ext>
            </p:extLst>
          </p:nvPr>
        </p:nvGraphicFramePr>
        <p:xfrm>
          <a:off x="2745352" y="884221"/>
          <a:ext cx="2366396" cy="1577597"/>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3" name="Chart 12">
            <a:extLst>
              <a:ext uri="{FF2B5EF4-FFF2-40B4-BE49-F238E27FC236}">
                <a16:creationId xmlns:a16="http://schemas.microsoft.com/office/drawing/2014/main" id="{6EFE6D31-EC32-89F8-0083-4EA10F89B29F}"/>
              </a:ext>
            </a:extLst>
          </p:cNvPr>
          <p:cNvGraphicFramePr/>
          <p:nvPr>
            <p:extLst>
              <p:ext uri="{D42A27DB-BD31-4B8C-83A1-F6EECF244321}">
                <p14:modId xmlns:p14="http://schemas.microsoft.com/office/powerpoint/2010/main" val="508534189"/>
              </p:ext>
            </p:extLst>
          </p:nvPr>
        </p:nvGraphicFramePr>
        <p:xfrm>
          <a:off x="4879362" y="884221"/>
          <a:ext cx="2366396" cy="1577597"/>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14" name="Chart 13">
            <a:extLst>
              <a:ext uri="{FF2B5EF4-FFF2-40B4-BE49-F238E27FC236}">
                <a16:creationId xmlns:a16="http://schemas.microsoft.com/office/drawing/2014/main" id="{6DF2C90A-D446-51E9-533B-4F3A929EB1DD}"/>
              </a:ext>
            </a:extLst>
          </p:cNvPr>
          <p:cNvGraphicFramePr/>
          <p:nvPr>
            <p:extLst>
              <p:ext uri="{D42A27DB-BD31-4B8C-83A1-F6EECF244321}">
                <p14:modId xmlns:p14="http://schemas.microsoft.com/office/powerpoint/2010/main" val="2333943393"/>
              </p:ext>
            </p:extLst>
          </p:nvPr>
        </p:nvGraphicFramePr>
        <p:xfrm>
          <a:off x="6833961" y="884221"/>
          <a:ext cx="2366396" cy="1577597"/>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5" name="Chart 14">
            <a:extLst>
              <a:ext uri="{FF2B5EF4-FFF2-40B4-BE49-F238E27FC236}">
                <a16:creationId xmlns:a16="http://schemas.microsoft.com/office/drawing/2014/main" id="{5720CA32-6FE8-7516-461D-209934E83812}"/>
              </a:ext>
            </a:extLst>
          </p:cNvPr>
          <p:cNvGraphicFramePr/>
          <p:nvPr>
            <p:extLst>
              <p:ext uri="{D42A27DB-BD31-4B8C-83A1-F6EECF244321}">
                <p14:modId xmlns:p14="http://schemas.microsoft.com/office/powerpoint/2010/main" val="3332118229"/>
              </p:ext>
            </p:extLst>
          </p:nvPr>
        </p:nvGraphicFramePr>
        <p:xfrm>
          <a:off x="2745352" y="2974963"/>
          <a:ext cx="2366396" cy="1577597"/>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6" name="Chart 15">
            <a:extLst>
              <a:ext uri="{FF2B5EF4-FFF2-40B4-BE49-F238E27FC236}">
                <a16:creationId xmlns:a16="http://schemas.microsoft.com/office/drawing/2014/main" id="{73B5E9BD-0151-33EB-236A-65CAE63CAEF4}"/>
              </a:ext>
            </a:extLst>
          </p:cNvPr>
          <p:cNvGraphicFramePr/>
          <p:nvPr>
            <p:extLst>
              <p:ext uri="{D42A27DB-BD31-4B8C-83A1-F6EECF244321}">
                <p14:modId xmlns:p14="http://schemas.microsoft.com/office/powerpoint/2010/main" val="1752131177"/>
              </p:ext>
            </p:extLst>
          </p:nvPr>
        </p:nvGraphicFramePr>
        <p:xfrm>
          <a:off x="4879362" y="2974963"/>
          <a:ext cx="2366396" cy="157759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7" name="Chart 16">
            <a:extLst>
              <a:ext uri="{FF2B5EF4-FFF2-40B4-BE49-F238E27FC236}">
                <a16:creationId xmlns:a16="http://schemas.microsoft.com/office/drawing/2014/main" id="{E46C4949-8EA1-0E3B-DE56-6A2618C76D6E}"/>
              </a:ext>
            </a:extLst>
          </p:cNvPr>
          <p:cNvGraphicFramePr/>
          <p:nvPr>
            <p:extLst>
              <p:ext uri="{D42A27DB-BD31-4B8C-83A1-F6EECF244321}">
                <p14:modId xmlns:p14="http://schemas.microsoft.com/office/powerpoint/2010/main" val="3746327607"/>
              </p:ext>
            </p:extLst>
          </p:nvPr>
        </p:nvGraphicFramePr>
        <p:xfrm>
          <a:off x="6833961" y="2974963"/>
          <a:ext cx="2366396" cy="1577597"/>
        </p:xfrm>
        <a:graphic>
          <a:graphicData uri="http://schemas.openxmlformats.org/drawingml/2006/chart">
            <c:chart xmlns:c="http://schemas.openxmlformats.org/drawingml/2006/chart" xmlns:r="http://schemas.openxmlformats.org/officeDocument/2006/relationships" r:id="rId8"/>
          </a:graphicData>
        </a:graphic>
      </p:graphicFrame>
      <p:sp>
        <p:nvSpPr>
          <p:cNvPr id="11" name="Google Shape;1211;p90">
            <a:extLst>
              <a:ext uri="{FF2B5EF4-FFF2-40B4-BE49-F238E27FC236}">
                <a16:creationId xmlns:a16="http://schemas.microsoft.com/office/drawing/2014/main" id="{78288498-7254-754D-78E2-B379A347812C}"/>
              </a:ext>
            </a:extLst>
          </p:cNvPr>
          <p:cNvSpPr/>
          <p:nvPr/>
        </p:nvSpPr>
        <p:spPr>
          <a:xfrm>
            <a:off x="3286000" y="-8700"/>
            <a:ext cx="5417400" cy="11604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dirty="0">
                <a:solidFill>
                  <a:schemeClr val="lt1"/>
                </a:solidFill>
              </a:rPr>
              <a:t>INSTRUCTIONS:</a:t>
            </a:r>
            <a:r>
              <a:rPr lang="en" sz="1100" dirty="0">
                <a:solidFill>
                  <a:schemeClr val="lt1"/>
                </a:solidFill>
              </a:rPr>
              <a:t> The doughnuts below are linked to live Excel spreadsheets. Right click on the doughnut shape and select “Edit Data in Excel.” Slices will be automatically colored </a:t>
            </a:r>
            <a:r>
              <a:rPr lang="en" sz="1100" dirty="0" err="1">
                <a:solidFill>
                  <a:schemeClr val="lt1"/>
                </a:solidFill>
              </a:rPr>
              <a:t>accordi</a:t>
            </a:r>
            <a:r>
              <a:rPr lang="en-US" sz="1100" dirty="0">
                <a:solidFill>
                  <a:schemeClr val="lt1"/>
                </a:solidFill>
              </a:rPr>
              <a:t>ng</a:t>
            </a:r>
            <a:r>
              <a:rPr lang="en" sz="1100" dirty="0">
                <a:solidFill>
                  <a:schemeClr val="lt1"/>
                </a:solidFill>
              </a:rPr>
              <a:t> to the theme palette, but can also be selected manually (double-click segment) and filled as usual.</a:t>
            </a:r>
            <a:endParaRPr sz="1100" dirty="0">
              <a:solidFill>
                <a:schemeClr val="lt1"/>
              </a:solidFill>
            </a:endParaRPr>
          </a:p>
          <a:p>
            <a:pPr marL="0" lvl="0" indent="0" algn="l" rtl="0">
              <a:lnSpc>
                <a:spcPct val="110000"/>
              </a:lnSpc>
              <a:spcBef>
                <a:spcPts val="600"/>
              </a:spcBef>
              <a:spcAft>
                <a:spcPts val="0"/>
              </a:spcAft>
              <a:buNone/>
            </a:pPr>
            <a:r>
              <a:rPr lang="en" sz="2000" b="1" dirty="0">
                <a:solidFill>
                  <a:schemeClr val="lt1"/>
                </a:solidFill>
              </a:rPr>
              <a:t>DELETE THIS BOX AFTER.</a:t>
            </a:r>
            <a:endParaRPr sz="2300" dirty="0">
              <a:solidFill>
                <a:schemeClr val="lt1"/>
              </a:solidFill>
            </a:endParaRPr>
          </a:p>
        </p:txBody>
      </p:sp>
    </p:spTree>
    <p:extLst>
      <p:ext uri="{BB962C8B-B14F-4D97-AF65-F5344CB8AC3E}">
        <p14:creationId xmlns:p14="http://schemas.microsoft.com/office/powerpoint/2010/main" val="161228981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cxnSp>
        <p:nvCxnSpPr>
          <p:cNvPr id="1293" name="Google Shape;1293;p93"/>
          <p:cNvCxnSpPr/>
          <p:nvPr/>
        </p:nvCxnSpPr>
        <p:spPr>
          <a:xfrm rot="10800000">
            <a:off x="3221990"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1294" name="Google Shape;1294;p93"/>
          <p:cNvCxnSpPr/>
          <p:nvPr/>
        </p:nvCxnSpPr>
        <p:spPr>
          <a:xfrm rot="10800000">
            <a:off x="3387415"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1295" name="Google Shape;1295;p93"/>
          <p:cNvCxnSpPr/>
          <p:nvPr/>
        </p:nvCxnSpPr>
        <p:spPr>
          <a:xfrm rot="10800000">
            <a:off x="4197678"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1296" name="Google Shape;1296;p93"/>
          <p:cNvCxnSpPr/>
          <p:nvPr/>
        </p:nvCxnSpPr>
        <p:spPr>
          <a:xfrm rot="10800000">
            <a:off x="7491115"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1297" name="Google Shape;1297;p93"/>
          <p:cNvCxnSpPr/>
          <p:nvPr/>
        </p:nvCxnSpPr>
        <p:spPr>
          <a:xfrm rot="10800000">
            <a:off x="6612915"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1298" name="Google Shape;1298;p93"/>
          <p:cNvCxnSpPr/>
          <p:nvPr/>
        </p:nvCxnSpPr>
        <p:spPr>
          <a:xfrm rot="10800000">
            <a:off x="5785515"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1299" name="Google Shape;1299;p93"/>
          <p:cNvCxnSpPr/>
          <p:nvPr/>
        </p:nvCxnSpPr>
        <p:spPr>
          <a:xfrm rot="10800000">
            <a:off x="4958065" y="1887100"/>
            <a:ext cx="0" cy="2213100"/>
          </a:xfrm>
          <a:prstGeom prst="straightConnector1">
            <a:avLst/>
          </a:prstGeom>
          <a:noFill/>
          <a:ln w="9525" cap="flat" cmpd="sng">
            <a:solidFill>
              <a:srgbClr val="BDC1C6"/>
            </a:solidFill>
            <a:prstDash val="solid"/>
            <a:round/>
            <a:headEnd type="none" w="med" len="med"/>
            <a:tailEnd type="diamond" w="med" len="med"/>
          </a:ln>
        </p:spPr>
      </p:cxnSp>
      <p:grpSp>
        <p:nvGrpSpPr>
          <p:cNvPr id="1300" name="Google Shape;1300;p93"/>
          <p:cNvGrpSpPr/>
          <p:nvPr/>
        </p:nvGrpSpPr>
        <p:grpSpPr>
          <a:xfrm>
            <a:off x="7958300" y="1797905"/>
            <a:ext cx="851550" cy="2344263"/>
            <a:chOff x="8216250" y="1797905"/>
            <a:chExt cx="851550" cy="2344263"/>
          </a:xfrm>
        </p:grpSpPr>
        <p:cxnSp>
          <p:nvCxnSpPr>
            <p:cNvPr id="1301" name="Google Shape;1301;p93"/>
            <p:cNvCxnSpPr/>
            <p:nvPr/>
          </p:nvCxnSpPr>
          <p:spPr>
            <a:xfrm rot="10800000">
              <a:off x="8558850" y="3756525"/>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02" name="Google Shape;1302;p93"/>
            <p:cNvCxnSpPr/>
            <p:nvPr/>
          </p:nvCxnSpPr>
          <p:spPr>
            <a:xfrm rot="10800000">
              <a:off x="8491200" y="380248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03" name="Google Shape;1303;p93"/>
            <p:cNvCxnSpPr/>
            <p:nvPr/>
          </p:nvCxnSpPr>
          <p:spPr>
            <a:xfrm rot="10800000">
              <a:off x="8491200" y="378047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04" name="Google Shape;1304;p93"/>
            <p:cNvCxnSpPr/>
            <p:nvPr/>
          </p:nvCxnSpPr>
          <p:spPr>
            <a:xfrm rot="10800000">
              <a:off x="8491200" y="375847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05" name="Google Shape;1305;p93"/>
            <p:cNvCxnSpPr/>
            <p:nvPr/>
          </p:nvCxnSpPr>
          <p:spPr>
            <a:xfrm rot="10800000">
              <a:off x="8491200" y="373647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06" name="Google Shape;1306;p93"/>
            <p:cNvCxnSpPr/>
            <p:nvPr/>
          </p:nvCxnSpPr>
          <p:spPr>
            <a:xfrm rot="10800000">
              <a:off x="8515500" y="3690183"/>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307" name="Google Shape;1307;p93"/>
            <p:cNvCxnSpPr/>
            <p:nvPr/>
          </p:nvCxnSpPr>
          <p:spPr>
            <a:xfrm rot="10800000">
              <a:off x="8491200" y="369405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08" name="Google Shape;1308;p93"/>
            <p:cNvCxnSpPr/>
            <p:nvPr/>
          </p:nvCxnSpPr>
          <p:spPr>
            <a:xfrm rot="10800000">
              <a:off x="8491200" y="367046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09" name="Google Shape;1309;p93"/>
            <p:cNvCxnSpPr/>
            <p:nvPr/>
          </p:nvCxnSpPr>
          <p:spPr>
            <a:xfrm rot="10800000">
              <a:off x="8491200" y="364846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10" name="Google Shape;1310;p93"/>
            <p:cNvCxnSpPr/>
            <p:nvPr/>
          </p:nvCxnSpPr>
          <p:spPr>
            <a:xfrm rot="10800000">
              <a:off x="8491200" y="362645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11" name="Google Shape;1311;p93"/>
            <p:cNvCxnSpPr/>
            <p:nvPr/>
          </p:nvCxnSpPr>
          <p:spPr>
            <a:xfrm rot="10800000">
              <a:off x="8558850" y="3536808"/>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12" name="Google Shape;1312;p93"/>
            <p:cNvCxnSpPr/>
            <p:nvPr/>
          </p:nvCxnSpPr>
          <p:spPr>
            <a:xfrm rot="10800000">
              <a:off x="8491200" y="358243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13" name="Google Shape;1313;p93"/>
            <p:cNvCxnSpPr/>
            <p:nvPr/>
          </p:nvCxnSpPr>
          <p:spPr>
            <a:xfrm rot="10800000">
              <a:off x="8491200" y="356042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14" name="Google Shape;1314;p93"/>
            <p:cNvCxnSpPr/>
            <p:nvPr/>
          </p:nvCxnSpPr>
          <p:spPr>
            <a:xfrm rot="10800000">
              <a:off x="8491200" y="353842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15" name="Google Shape;1315;p93"/>
            <p:cNvCxnSpPr/>
            <p:nvPr/>
          </p:nvCxnSpPr>
          <p:spPr>
            <a:xfrm rot="10800000">
              <a:off x="8491200" y="351642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16" name="Google Shape;1316;p93"/>
            <p:cNvCxnSpPr/>
            <p:nvPr/>
          </p:nvCxnSpPr>
          <p:spPr>
            <a:xfrm rot="10800000">
              <a:off x="8515500" y="3470133"/>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317" name="Google Shape;1317;p93"/>
            <p:cNvCxnSpPr/>
            <p:nvPr/>
          </p:nvCxnSpPr>
          <p:spPr>
            <a:xfrm rot="10800000">
              <a:off x="8491200" y="347400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18" name="Google Shape;1318;p93"/>
            <p:cNvCxnSpPr/>
            <p:nvPr/>
          </p:nvCxnSpPr>
          <p:spPr>
            <a:xfrm rot="10800000">
              <a:off x="8491200" y="345041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19" name="Google Shape;1319;p93"/>
            <p:cNvCxnSpPr/>
            <p:nvPr/>
          </p:nvCxnSpPr>
          <p:spPr>
            <a:xfrm rot="10800000">
              <a:off x="8491200" y="342841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20" name="Google Shape;1320;p93"/>
            <p:cNvCxnSpPr/>
            <p:nvPr/>
          </p:nvCxnSpPr>
          <p:spPr>
            <a:xfrm rot="10800000">
              <a:off x="8491200" y="340640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21" name="Google Shape;1321;p93"/>
            <p:cNvCxnSpPr/>
            <p:nvPr/>
          </p:nvCxnSpPr>
          <p:spPr>
            <a:xfrm rot="10800000">
              <a:off x="8558850" y="3316758"/>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22" name="Google Shape;1322;p93"/>
            <p:cNvCxnSpPr/>
            <p:nvPr/>
          </p:nvCxnSpPr>
          <p:spPr>
            <a:xfrm rot="10800000">
              <a:off x="8491200" y="336240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23" name="Google Shape;1323;p93"/>
            <p:cNvCxnSpPr/>
            <p:nvPr/>
          </p:nvCxnSpPr>
          <p:spPr>
            <a:xfrm rot="10800000">
              <a:off x="8491200" y="334039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24" name="Google Shape;1324;p93"/>
            <p:cNvCxnSpPr/>
            <p:nvPr/>
          </p:nvCxnSpPr>
          <p:spPr>
            <a:xfrm rot="10800000">
              <a:off x="8491200" y="331839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25" name="Google Shape;1325;p93"/>
            <p:cNvCxnSpPr/>
            <p:nvPr/>
          </p:nvCxnSpPr>
          <p:spPr>
            <a:xfrm rot="10800000">
              <a:off x="8491200" y="329639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26" name="Google Shape;1326;p93"/>
            <p:cNvCxnSpPr/>
            <p:nvPr/>
          </p:nvCxnSpPr>
          <p:spPr>
            <a:xfrm rot="10800000">
              <a:off x="8515500" y="3250104"/>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327" name="Google Shape;1327;p93"/>
            <p:cNvCxnSpPr/>
            <p:nvPr/>
          </p:nvCxnSpPr>
          <p:spPr>
            <a:xfrm rot="10800000">
              <a:off x="8491200" y="325397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28" name="Google Shape;1328;p93"/>
            <p:cNvCxnSpPr/>
            <p:nvPr/>
          </p:nvCxnSpPr>
          <p:spPr>
            <a:xfrm rot="10800000">
              <a:off x="8491200" y="323038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29" name="Google Shape;1329;p93"/>
            <p:cNvCxnSpPr/>
            <p:nvPr/>
          </p:nvCxnSpPr>
          <p:spPr>
            <a:xfrm rot="10800000">
              <a:off x="8491200" y="320838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30" name="Google Shape;1330;p93"/>
            <p:cNvCxnSpPr/>
            <p:nvPr/>
          </p:nvCxnSpPr>
          <p:spPr>
            <a:xfrm rot="10800000">
              <a:off x="8491200" y="318638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31" name="Google Shape;1331;p93"/>
            <p:cNvCxnSpPr/>
            <p:nvPr/>
          </p:nvCxnSpPr>
          <p:spPr>
            <a:xfrm rot="10800000">
              <a:off x="8558850" y="3096729"/>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32" name="Google Shape;1332;p93"/>
            <p:cNvCxnSpPr/>
            <p:nvPr/>
          </p:nvCxnSpPr>
          <p:spPr>
            <a:xfrm rot="10800000">
              <a:off x="8491200" y="314236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33" name="Google Shape;1333;p93"/>
            <p:cNvCxnSpPr/>
            <p:nvPr/>
          </p:nvCxnSpPr>
          <p:spPr>
            <a:xfrm rot="10800000">
              <a:off x="8491200" y="312035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34" name="Google Shape;1334;p93"/>
            <p:cNvCxnSpPr/>
            <p:nvPr/>
          </p:nvCxnSpPr>
          <p:spPr>
            <a:xfrm rot="10800000">
              <a:off x="8491200" y="309835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35" name="Google Shape;1335;p93"/>
            <p:cNvCxnSpPr/>
            <p:nvPr/>
          </p:nvCxnSpPr>
          <p:spPr>
            <a:xfrm rot="10800000">
              <a:off x="8491200" y="307635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36" name="Google Shape;1336;p93"/>
            <p:cNvCxnSpPr/>
            <p:nvPr/>
          </p:nvCxnSpPr>
          <p:spPr>
            <a:xfrm rot="10800000">
              <a:off x="8515500" y="3030064"/>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337" name="Google Shape;1337;p93"/>
            <p:cNvCxnSpPr/>
            <p:nvPr/>
          </p:nvCxnSpPr>
          <p:spPr>
            <a:xfrm rot="10800000">
              <a:off x="8491200" y="303393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38" name="Google Shape;1338;p93"/>
            <p:cNvCxnSpPr/>
            <p:nvPr/>
          </p:nvCxnSpPr>
          <p:spPr>
            <a:xfrm rot="10800000">
              <a:off x="8491200" y="301034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39" name="Google Shape;1339;p93"/>
            <p:cNvCxnSpPr/>
            <p:nvPr/>
          </p:nvCxnSpPr>
          <p:spPr>
            <a:xfrm rot="10800000">
              <a:off x="8491200" y="298834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40" name="Google Shape;1340;p93"/>
            <p:cNvCxnSpPr/>
            <p:nvPr/>
          </p:nvCxnSpPr>
          <p:spPr>
            <a:xfrm rot="10800000">
              <a:off x="8491200" y="296634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41" name="Google Shape;1341;p93"/>
            <p:cNvCxnSpPr/>
            <p:nvPr/>
          </p:nvCxnSpPr>
          <p:spPr>
            <a:xfrm rot="10800000">
              <a:off x="8558850" y="2876689"/>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42" name="Google Shape;1342;p93"/>
            <p:cNvCxnSpPr/>
            <p:nvPr/>
          </p:nvCxnSpPr>
          <p:spPr>
            <a:xfrm rot="10800000">
              <a:off x="8491200" y="292234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43" name="Google Shape;1343;p93"/>
            <p:cNvCxnSpPr/>
            <p:nvPr/>
          </p:nvCxnSpPr>
          <p:spPr>
            <a:xfrm rot="10800000">
              <a:off x="8491200" y="290033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44" name="Google Shape;1344;p93"/>
            <p:cNvCxnSpPr/>
            <p:nvPr/>
          </p:nvCxnSpPr>
          <p:spPr>
            <a:xfrm rot="10800000">
              <a:off x="8491200" y="287833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45" name="Google Shape;1345;p93"/>
            <p:cNvCxnSpPr/>
            <p:nvPr/>
          </p:nvCxnSpPr>
          <p:spPr>
            <a:xfrm rot="10800000">
              <a:off x="8491200" y="285633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46" name="Google Shape;1346;p93"/>
            <p:cNvCxnSpPr/>
            <p:nvPr/>
          </p:nvCxnSpPr>
          <p:spPr>
            <a:xfrm rot="10800000">
              <a:off x="8515500" y="2810045"/>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347" name="Google Shape;1347;p93"/>
            <p:cNvCxnSpPr/>
            <p:nvPr/>
          </p:nvCxnSpPr>
          <p:spPr>
            <a:xfrm rot="10800000">
              <a:off x="8491200" y="281391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48" name="Google Shape;1348;p93"/>
            <p:cNvCxnSpPr/>
            <p:nvPr/>
          </p:nvCxnSpPr>
          <p:spPr>
            <a:xfrm rot="10800000">
              <a:off x="8491200" y="2790323"/>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49" name="Google Shape;1349;p93"/>
            <p:cNvCxnSpPr/>
            <p:nvPr/>
          </p:nvCxnSpPr>
          <p:spPr>
            <a:xfrm rot="10800000">
              <a:off x="8491200" y="276832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50" name="Google Shape;1350;p93"/>
            <p:cNvCxnSpPr/>
            <p:nvPr/>
          </p:nvCxnSpPr>
          <p:spPr>
            <a:xfrm rot="10800000">
              <a:off x="8491200" y="274632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51" name="Google Shape;1351;p93"/>
            <p:cNvCxnSpPr/>
            <p:nvPr/>
          </p:nvCxnSpPr>
          <p:spPr>
            <a:xfrm rot="10800000">
              <a:off x="8558850" y="2656670"/>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52" name="Google Shape;1352;p93"/>
            <p:cNvCxnSpPr/>
            <p:nvPr/>
          </p:nvCxnSpPr>
          <p:spPr>
            <a:xfrm rot="10800000">
              <a:off x="8491200" y="270232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53" name="Google Shape;1353;p93"/>
            <p:cNvCxnSpPr/>
            <p:nvPr/>
          </p:nvCxnSpPr>
          <p:spPr>
            <a:xfrm rot="10800000">
              <a:off x="8491200" y="268030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54" name="Google Shape;1354;p93"/>
            <p:cNvCxnSpPr/>
            <p:nvPr/>
          </p:nvCxnSpPr>
          <p:spPr>
            <a:xfrm rot="10800000">
              <a:off x="8491200" y="265830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55" name="Google Shape;1355;p93"/>
            <p:cNvCxnSpPr/>
            <p:nvPr/>
          </p:nvCxnSpPr>
          <p:spPr>
            <a:xfrm rot="10800000">
              <a:off x="8491200" y="263630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56" name="Google Shape;1356;p93"/>
            <p:cNvCxnSpPr/>
            <p:nvPr/>
          </p:nvCxnSpPr>
          <p:spPr>
            <a:xfrm rot="10800000">
              <a:off x="8515500" y="2590016"/>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357" name="Google Shape;1357;p93"/>
            <p:cNvCxnSpPr/>
            <p:nvPr/>
          </p:nvCxnSpPr>
          <p:spPr>
            <a:xfrm rot="10800000">
              <a:off x="8491200" y="259388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58" name="Google Shape;1358;p93"/>
            <p:cNvCxnSpPr/>
            <p:nvPr/>
          </p:nvCxnSpPr>
          <p:spPr>
            <a:xfrm rot="10800000">
              <a:off x="8491200" y="257029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59" name="Google Shape;1359;p93"/>
            <p:cNvCxnSpPr/>
            <p:nvPr/>
          </p:nvCxnSpPr>
          <p:spPr>
            <a:xfrm rot="10800000">
              <a:off x="8491200" y="2548293"/>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60" name="Google Shape;1360;p93"/>
            <p:cNvCxnSpPr/>
            <p:nvPr/>
          </p:nvCxnSpPr>
          <p:spPr>
            <a:xfrm rot="10800000">
              <a:off x="8491200" y="252629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61" name="Google Shape;1361;p93"/>
            <p:cNvCxnSpPr/>
            <p:nvPr/>
          </p:nvCxnSpPr>
          <p:spPr>
            <a:xfrm rot="10800000">
              <a:off x="8558850" y="2436641"/>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62" name="Google Shape;1362;p93"/>
            <p:cNvCxnSpPr/>
            <p:nvPr/>
          </p:nvCxnSpPr>
          <p:spPr>
            <a:xfrm rot="10800000">
              <a:off x="8491200" y="248228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63" name="Google Shape;1363;p93"/>
            <p:cNvCxnSpPr/>
            <p:nvPr/>
          </p:nvCxnSpPr>
          <p:spPr>
            <a:xfrm rot="10800000">
              <a:off x="8491200" y="246026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64" name="Google Shape;1364;p93"/>
            <p:cNvCxnSpPr/>
            <p:nvPr/>
          </p:nvCxnSpPr>
          <p:spPr>
            <a:xfrm rot="10800000">
              <a:off x="8491200" y="243826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65" name="Google Shape;1365;p93"/>
            <p:cNvCxnSpPr/>
            <p:nvPr/>
          </p:nvCxnSpPr>
          <p:spPr>
            <a:xfrm rot="10800000">
              <a:off x="8491200" y="241626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66" name="Google Shape;1366;p93"/>
            <p:cNvCxnSpPr/>
            <p:nvPr/>
          </p:nvCxnSpPr>
          <p:spPr>
            <a:xfrm rot="10800000">
              <a:off x="8515500" y="2369976"/>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367" name="Google Shape;1367;p93"/>
            <p:cNvCxnSpPr/>
            <p:nvPr/>
          </p:nvCxnSpPr>
          <p:spPr>
            <a:xfrm rot="10800000">
              <a:off x="8491200" y="237384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68" name="Google Shape;1368;p93"/>
            <p:cNvCxnSpPr/>
            <p:nvPr/>
          </p:nvCxnSpPr>
          <p:spPr>
            <a:xfrm rot="10800000">
              <a:off x="8491200" y="235025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69" name="Google Shape;1369;p93"/>
            <p:cNvCxnSpPr/>
            <p:nvPr/>
          </p:nvCxnSpPr>
          <p:spPr>
            <a:xfrm rot="10800000">
              <a:off x="8491200" y="2328253"/>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70" name="Google Shape;1370;p93"/>
            <p:cNvCxnSpPr/>
            <p:nvPr/>
          </p:nvCxnSpPr>
          <p:spPr>
            <a:xfrm rot="10800000">
              <a:off x="8491200" y="230625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71" name="Google Shape;1371;p93"/>
            <p:cNvCxnSpPr/>
            <p:nvPr/>
          </p:nvCxnSpPr>
          <p:spPr>
            <a:xfrm rot="10800000">
              <a:off x="8558850" y="2216601"/>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72" name="Google Shape;1372;p93"/>
            <p:cNvCxnSpPr/>
            <p:nvPr/>
          </p:nvCxnSpPr>
          <p:spPr>
            <a:xfrm rot="10800000">
              <a:off x="8491200" y="226226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73" name="Google Shape;1373;p93"/>
            <p:cNvCxnSpPr/>
            <p:nvPr/>
          </p:nvCxnSpPr>
          <p:spPr>
            <a:xfrm rot="10800000">
              <a:off x="8491200" y="224025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74" name="Google Shape;1374;p93"/>
            <p:cNvCxnSpPr/>
            <p:nvPr/>
          </p:nvCxnSpPr>
          <p:spPr>
            <a:xfrm rot="10800000">
              <a:off x="8491200" y="221824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75" name="Google Shape;1375;p93"/>
            <p:cNvCxnSpPr/>
            <p:nvPr/>
          </p:nvCxnSpPr>
          <p:spPr>
            <a:xfrm rot="10800000">
              <a:off x="8491200" y="219624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76" name="Google Shape;1376;p93"/>
            <p:cNvCxnSpPr/>
            <p:nvPr/>
          </p:nvCxnSpPr>
          <p:spPr>
            <a:xfrm rot="10800000">
              <a:off x="8515500" y="2149957"/>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377" name="Google Shape;1377;p93"/>
            <p:cNvCxnSpPr/>
            <p:nvPr/>
          </p:nvCxnSpPr>
          <p:spPr>
            <a:xfrm rot="10800000">
              <a:off x="8491200" y="215382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78" name="Google Shape;1378;p93"/>
            <p:cNvCxnSpPr/>
            <p:nvPr/>
          </p:nvCxnSpPr>
          <p:spPr>
            <a:xfrm rot="10800000">
              <a:off x="8491200" y="213023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79" name="Google Shape;1379;p93"/>
            <p:cNvCxnSpPr/>
            <p:nvPr/>
          </p:nvCxnSpPr>
          <p:spPr>
            <a:xfrm rot="10800000">
              <a:off x="8491200" y="210823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80" name="Google Shape;1380;p93"/>
            <p:cNvCxnSpPr/>
            <p:nvPr/>
          </p:nvCxnSpPr>
          <p:spPr>
            <a:xfrm rot="10800000">
              <a:off x="8491200" y="2086233"/>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81" name="Google Shape;1381;p93"/>
            <p:cNvCxnSpPr/>
            <p:nvPr/>
          </p:nvCxnSpPr>
          <p:spPr>
            <a:xfrm rot="10800000">
              <a:off x="8558850" y="1996582"/>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82" name="Google Shape;1382;p93"/>
            <p:cNvCxnSpPr/>
            <p:nvPr/>
          </p:nvCxnSpPr>
          <p:spPr>
            <a:xfrm rot="10800000">
              <a:off x="8491200" y="204222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83" name="Google Shape;1383;p93"/>
            <p:cNvCxnSpPr/>
            <p:nvPr/>
          </p:nvCxnSpPr>
          <p:spPr>
            <a:xfrm rot="10800000">
              <a:off x="8491200" y="202021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84" name="Google Shape;1384;p93"/>
            <p:cNvCxnSpPr/>
            <p:nvPr/>
          </p:nvCxnSpPr>
          <p:spPr>
            <a:xfrm rot="10800000">
              <a:off x="8491200" y="199820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85" name="Google Shape;1385;p93"/>
            <p:cNvCxnSpPr/>
            <p:nvPr/>
          </p:nvCxnSpPr>
          <p:spPr>
            <a:xfrm rot="10800000">
              <a:off x="8491200" y="197620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86" name="Google Shape;1386;p93"/>
            <p:cNvCxnSpPr/>
            <p:nvPr/>
          </p:nvCxnSpPr>
          <p:spPr>
            <a:xfrm rot="10800000">
              <a:off x="8515500" y="1929918"/>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387" name="Google Shape;1387;p93"/>
            <p:cNvCxnSpPr/>
            <p:nvPr/>
          </p:nvCxnSpPr>
          <p:spPr>
            <a:xfrm rot="10800000">
              <a:off x="8491200" y="193379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88" name="Google Shape;1388;p93"/>
            <p:cNvCxnSpPr/>
            <p:nvPr/>
          </p:nvCxnSpPr>
          <p:spPr>
            <a:xfrm rot="10800000">
              <a:off x="8491200" y="191019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89" name="Google Shape;1389;p93"/>
            <p:cNvCxnSpPr/>
            <p:nvPr/>
          </p:nvCxnSpPr>
          <p:spPr>
            <a:xfrm rot="10800000">
              <a:off x="8491200" y="188819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90" name="Google Shape;1390;p93"/>
            <p:cNvCxnSpPr/>
            <p:nvPr/>
          </p:nvCxnSpPr>
          <p:spPr>
            <a:xfrm rot="10800000">
              <a:off x="8491200" y="186619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91" name="Google Shape;1391;p93"/>
            <p:cNvCxnSpPr/>
            <p:nvPr/>
          </p:nvCxnSpPr>
          <p:spPr>
            <a:xfrm rot="10800000">
              <a:off x="8558850" y="1776543"/>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92" name="Google Shape;1392;p93"/>
            <p:cNvCxnSpPr/>
            <p:nvPr/>
          </p:nvCxnSpPr>
          <p:spPr>
            <a:xfrm rot="10800000">
              <a:off x="8491200" y="182221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93" name="Google Shape;1393;p93"/>
            <p:cNvCxnSpPr/>
            <p:nvPr/>
          </p:nvCxnSpPr>
          <p:spPr>
            <a:xfrm rot="10800000">
              <a:off x="8491200" y="180020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94" name="Google Shape;1394;p93"/>
            <p:cNvCxnSpPr/>
            <p:nvPr/>
          </p:nvCxnSpPr>
          <p:spPr>
            <a:xfrm rot="10800000">
              <a:off x="8491200" y="177820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95" name="Google Shape;1395;p93"/>
            <p:cNvCxnSpPr/>
            <p:nvPr/>
          </p:nvCxnSpPr>
          <p:spPr>
            <a:xfrm rot="10800000">
              <a:off x="8491200" y="175620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96" name="Google Shape;1396;p93"/>
            <p:cNvCxnSpPr/>
            <p:nvPr/>
          </p:nvCxnSpPr>
          <p:spPr>
            <a:xfrm rot="10800000">
              <a:off x="8515500" y="1709909"/>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397" name="Google Shape;1397;p93"/>
            <p:cNvCxnSpPr/>
            <p:nvPr/>
          </p:nvCxnSpPr>
          <p:spPr>
            <a:xfrm rot="10800000">
              <a:off x="8491200" y="171378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98" name="Google Shape;1398;p93"/>
            <p:cNvCxnSpPr/>
            <p:nvPr/>
          </p:nvCxnSpPr>
          <p:spPr>
            <a:xfrm rot="10800000">
              <a:off x="8491200" y="169018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399" name="Google Shape;1399;p93"/>
            <p:cNvCxnSpPr/>
            <p:nvPr/>
          </p:nvCxnSpPr>
          <p:spPr>
            <a:xfrm rot="10800000">
              <a:off x="8491200" y="166818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00" name="Google Shape;1400;p93"/>
            <p:cNvCxnSpPr/>
            <p:nvPr/>
          </p:nvCxnSpPr>
          <p:spPr>
            <a:xfrm rot="10800000">
              <a:off x="8491200" y="164618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01" name="Google Shape;1401;p93"/>
            <p:cNvCxnSpPr/>
            <p:nvPr/>
          </p:nvCxnSpPr>
          <p:spPr>
            <a:xfrm rot="10800000">
              <a:off x="8558850" y="1556534"/>
              <a:ext cx="0" cy="685200"/>
            </a:xfrm>
            <a:prstGeom prst="straightConnector1">
              <a:avLst/>
            </a:prstGeom>
            <a:noFill/>
            <a:ln w="9525" cap="flat" cmpd="sng">
              <a:solidFill>
                <a:schemeClr val="accent6"/>
              </a:solidFill>
              <a:prstDash val="solid"/>
              <a:round/>
              <a:headEnd type="none" w="med" len="med"/>
              <a:tailEnd type="none" w="med" len="med"/>
            </a:ln>
          </p:spPr>
        </p:cxnSp>
        <p:sp>
          <p:nvSpPr>
            <p:cNvPr id="1402" name="Google Shape;1402;p93"/>
            <p:cNvSpPr txBox="1"/>
            <p:nvPr/>
          </p:nvSpPr>
          <p:spPr>
            <a:xfrm rot="-5400000">
              <a:off x="8896650" y="3752291"/>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10</a:t>
              </a:r>
              <a:endParaRPr sz="500" b="1">
                <a:solidFill>
                  <a:schemeClr val="accent6"/>
                </a:solidFill>
              </a:endParaRPr>
            </a:p>
          </p:txBody>
        </p:sp>
        <p:sp>
          <p:nvSpPr>
            <p:cNvPr id="1403" name="Google Shape;1403;p93"/>
            <p:cNvSpPr txBox="1"/>
            <p:nvPr/>
          </p:nvSpPr>
          <p:spPr>
            <a:xfrm rot="-5400000">
              <a:off x="8896650" y="3532262"/>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20</a:t>
              </a:r>
              <a:endParaRPr sz="500" b="1">
                <a:solidFill>
                  <a:schemeClr val="accent6"/>
                </a:solidFill>
              </a:endParaRPr>
            </a:p>
          </p:txBody>
        </p:sp>
        <p:sp>
          <p:nvSpPr>
            <p:cNvPr id="1404" name="Google Shape;1404;p93"/>
            <p:cNvSpPr txBox="1"/>
            <p:nvPr/>
          </p:nvSpPr>
          <p:spPr>
            <a:xfrm rot="-5400000">
              <a:off x="8896650" y="3312227"/>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30</a:t>
              </a:r>
              <a:endParaRPr sz="500" b="1">
                <a:solidFill>
                  <a:schemeClr val="accent6"/>
                </a:solidFill>
              </a:endParaRPr>
            </a:p>
          </p:txBody>
        </p:sp>
        <p:sp>
          <p:nvSpPr>
            <p:cNvPr id="1405" name="Google Shape;1405;p93"/>
            <p:cNvSpPr txBox="1"/>
            <p:nvPr/>
          </p:nvSpPr>
          <p:spPr>
            <a:xfrm rot="-5400000">
              <a:off x="8896650" y="3092203"/>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40</a:t>
              </a:r>
              <a:endParaRPr sz="500" b="1">
                <a:solidFill>
                  <a:schemeClr val="accent6"/>
                </a:solidFill>
              </a:endParaRPr>
            </a:p>
          </p:txBody>
        </p:sp>
        <p:sp>
          <p:nvSpPr>
            <p:cNvPr id="1406" name="Google Shape;1406;p93"/>
            <p:cNvSpPr txBox="1"/>
            <p:nvPr/>
          </p:nvSpPr>
          <p:spPr>
            <a:xfrm rot="-5400000">
              <a:off x="8896650" y="2872174"/>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50</a:t>
              </a:r>
              <a:endParaRPr sz="500" b="1">
                <a:solidFill>
                  <a:schemeClr val="accent6"/>
                </a:solidFill>
              </a:endParaRPr>
            </a:p>
          </p:txBody>
        </p:sp>
        <p:sp>
          <p:nvSpPr>
            <p:cNvPr id="1407" name="Google Shape;1407;p93"/>
            <p:cNvSpPr txBox="1"/>
            <p:nvPr/>
          </p:nvSpPr>
          <p:spPr>
            <a:xfrm rot="-5400000">
              <a:off x="8896650" y="2652139"/>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60</a:t>
              </a:r>
              <a:endParaRPr sz="500" b="1">
                <a:solidFill>
                  <a:schemeClr val="accent6"/>
                </a:solidFill>
              </a:endParaRPr>
            </a:p>
          </p:txBody>
        </p:sp>
        <p:sp>
          <p:nvSpPr>
            <p:cNvPr id="1408" name="Google Shape;1408;p93"/>
            <p:cNvSpPr txBox="1"/>
            <p:nvPr/>
          </p:nvSpPr>
          <p:spPr>
            <a:xfrm rot="-5400000">
              <a:off x="8896650" y="2432115"/>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70</a:t>
              </a:r>
              <a:endParaRPr sz="500" b="1">
                <a:solidFill>
                  <a:schemeClr val="accent6"/>
                </a:solidFill>
              </a:endParaRPr>
            </a:p>
          </p:txBody>
        </p:sp>
        <p:sp>
          <p:nvSpPr>
            <p:cNvPr id="1409" name="Google Shape;1409;p93"/>
            <p:cNvSpPr txBox="1"/>
            <p:nvPr/>
          </p:nvSpPr>
          <p:spPr>
            <a:xfrm rot="-5400000">
              <a:off x="8896650" y="2212080"/>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80</a:t>
              </a:r>
              <a:endParaRPr sz="500" b="1">
                <a:solidFill>
                  <a:schemeClr val="accent6"/>
                </a:solidFill>
              </a:endParaRPr>
            </a:p>
          </p:txBody>
        </p:sp>
        <p:sp>
          <p:nvSpPr>
            <p:cNvPr id="1410" name="Google Shape;1410;p93"/>
            <p:cNvSpPr txBox="1"/>
            <p:nvPr/>
          </p:nvSpPr>
          <p:spPr>
            <a:xfrm rot="-5400000">
              <a:off x="8896650" y="1992061"/>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90</a:t>
              </a:r>
              <a:endParaRPr sz="500" b="1">
                <a:solidFill>
                  <a:schemeClr val="accent6"/>
                </a:solidFill>
              </a:endParaRPr>
            </a:p>
          </p:txBody>
        </p:sp>
        <p:sp>
          <p:nvSpPr>
            <p:cNvPr id="1411" name="Google Shape;1411;p93"/>
            <p:cNvSpPr txBox="1"/>
            <p:nvPr/>
          </p:nvSpPr>
          <p:spPr>
            <a:xfrm rot="-5400000">
              <a:off x="8867550" y="1744055"/>
              <a:ext cx="1464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100</a:t>
              </a:r>
              <a:endParaRPr sz="500" b="1">
                <a:solidFill>
                  <a:schemeClr val="accent6"/>
                </a:solidFill>
              </a:endParaRPr>
            </a:p>
          </p:txBody>
        </p:sp>
        <p:sp>
          <p:nvSpPr>
            <p:cNvPr id="1412" name="Google Shape;1412;p93"/>
            <p:cNvSpPr txBox="1"/>
            <p:nvPr/>
          </p:nvSpPr>
          <p:spPr>
            <a:xfrm rot="-5400000">
              <a:off x="8818350" y="3862326"/>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5</a:t>
              </a:r>
              <a:endParaRPr sz="500" b="1">
                <a:solidFill>
                  <a:srgbClr val="5F6368"/>
                </a:solidFill>
              </a:endParaRPr>
            </a:p>
          </p:txBody>
        </p:sp>
        <p:sp>
          <p:nvSpPr>
            <p:cNvPr id="1413" name="Google Shape;1413;p93"/>
            <p:cNvSpPr txBox="1"/>
            <p:nvPr/>
          </p:nvSpPr>
          <p:spPr>
            <a:xfrm rot="-5400000">
              <a:off x="8818350" y="3642163"/>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15</a:t>
              </a:r>
              <a:endParaRPr sz="500" b="1">
                <a:solidFill>
                  <a:srgbClr val="5F6368"/>
                </a:solidFill>
              </a:endParaRPr>
            </a:p>
          </p:txBody>
        </p:sp>
        <p:sp>
          <p:nvSpPr>
            <p:cNvPr id="1414" name="Google Shape;1414;p93"/>
            <p:cNvSpPr txBox="1"/>
            <p:nvPr/>
          </p:nvSpPr>
          <p:spPr>
            <a:xfrm rot="-5400000">
              <a:off x="8818350" y="3422221"/>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25</a:t>
              </a:r>
              <a:endParaRPr sz="500" b="1">
                <a:solidFill>
                  <a:srgbClr val="5F6368"/>
                </a:solidFill>
              </a:endParaRPr>
            </a:p>
          </p:txBody>
        </p:sp>
        <p:sp>
          <p:nvSpPr>
            <p:cNvPr id="1415" name="Google Shape;1415;p93"/>
            <p:cNvSpPr txBox="1"/>
            <p:nvPr/>
          </p:nvSpPr>
          <p:spPr>
            <a:xfrm rot="-5400000">
              <a:off x="8818350" y="3202228"/>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35</a:t>
              </a:r>
              <a:endParaRPr sz="500" b="1">
                <a:solidFill>
                  <a:srgbClr val="5F6368"/>
                </a:solidFill>
              </a:endParaRPr>
            </a:p>
          </p:txBody>
        </p:sp>
        <p:sp>
          <p:nvSpPr>
            <p:cNvPr id="1416" name="Google Shape;1416;p93"/>
            <p:cNvSpPr txBox="1"/>
            <p:nvPr/>
          </p:nvSpPr>
          <p:spPr>
            <a:xfrm rot="-5400000">
              <a:off x="8818350" y="2982199"/>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45</a:t>
              </a:r>
              <a:endParaRPr sz="500" b="1">
                <a:solidFill>
                  <a:srgbClr val="5F6368"/>
                </a:solidFill>
              </a:endParaRPr>
            </a:p>
          </p:txBody>
        </p:sp>
        <p:sp>
          <p:nvSpPr>
            <p:cNvPr id="1417" name="Google Shape;1417;p93"/>
            <p:cNvSpPr txBox="1"/>
            <p:nvPr/>
          </p:nvSpPr>
          <p:spPr>
            <a:xfrm rot="-5400000">
              <a:off x="8818350" y="2762133"/>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55</a:t>
              </a:r>
              <a:endParaRPr sz="500" b="1">
                <a:solidFill>
                  <a:srgbClr val="5F6368"/>
                </a:solidFill>
              </a:endParaRPr>
            </a:p>
          </p:txBody>
        </p:sp>
        <p:sp>
          <p:nvSpPr>
            <p:cNvPr id="1418" name="Google Shape;1418;p93"/>
            <p:cNvSpPr txBox="1"/>
            <p:nvPr/>
          </p:nvSpPr>
          <p:spPr>
            <a:xfrm rot="-5400000">
              <a:off x="8818350" y="2542099"/>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65</a:t>
              </a:r>
              <a:endParaRPr sz="500" b="1">
                <a:solidFill>
                  <a:srgbClr val="5F6368"/>
                </a:solidFill>
              </a:endParaRPr>
            </a:p>
          </p:txBody>
        </p:sp>
        <p:sp>
          <p:nvSpPr>
            <p:cNvPr id="1419" name="Google Shape;1419;p93"/>
            <p:cNvSpPr txBox="1"/>
            <p:nvPr/>
          </p:nvSpPr>
          <p:spPr>
            <a:xfrm rot="-5400000">
              <a:off x="8818350" y="2322105"/>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75</a:t>
              </a:r>
              <a:endParaRPr sz="500" b="1">
                <a:solidFill>
                  <a:srgbClr val="5F6368"/>
                </a:solidFill>
              </a:endParaRPr>
            </a:p>
          </p:txBody>
        </p:sp>
        <p:sp>
          <p:nvSpPr>
            <p:cNvPr id="1420" name="Google Shape;1420;p93"/>
            <p:cNvSpPr txBox="1"/>
            <p:nvPr/>
          </p:nvSpPr>
          <p:spPr>
            <a:xfrm rot="-5400000">
              <a:off x="8818350" y="2102081"/>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85</a:t>
              </a:r>
              <a:endParaRPr sz="500" b="1">
                <a:solidFill>
                  <a:srgbClr val="5F6368"/>
                </a:solidFill>
              </a:endParaRPr>
            </a:p>
          </p:txBody>
        </p:sp>
        <p:sp>
          <p:nvSpPr>
            <p:cNvPr id="1421" name="Google Shape;1421;p93"/>
            <p:cNvSpPr txBox="1"/>
            <p:nvPr/>
          </p:nvSpPr>
          <p:spPr>
            <a:xfrm rot="-5400000">
              <a:off x="8818350" y="1882021"/>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95</a:t>
              </a:r>
              <a:endParaRPr sz="500" b="1">
                <a:solidFill>
                  <a:srgbClr val="5F6368"/>
                </a:solidFill>
              </a:endParaRPr>
            </a:p>
          </p:txBody>
        </p:sp>
        <p:sp>
          <p:nvSpPr>
            <p:cNvPr id="1422" name="Google Shape;1422;p93"/>
            <p:cNvSpPr txBox="1"/>
            <p:nvPr/>
          </p:nvSpPr>
          <p:spPr>
            <a:xfrm rot="-5400000">
              <a:off x="8896650" y="3971018"/>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0</a:t>
              </a:r>
              <a:endParaRPr sz="500" b="1">
                <a:solidFill>
                  <a:schemeClr val="accent6"/>
                </a:solidFill>
              </a:endParaRPr>
            </a:p>
          </p:txBody>
        </p:sp>
      </p:grpSp>
      <p:sp>
        <p:nvSpPr>
          <p:cNvPr id="1423" name="Google Shape;1423;p93"/>
          <p:cNvSpPr txBox="1"/>
          <p:nvPr/>
        </p:nvSpPr>
        <p:spPr>
          <a:xfrm>
            <a:off x="5483534"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666666"/>
                </a:solidFill>
              </a:rPr>
              <a:t>54%</a:t>
            </a:r>
            <a:endParaRPr sz="1100">
              <a:solidFill>
                <a:srgbClr val="666666"/>
              </a:solidFill>
            </a:endParaRPr>
          </a:p>
        </p:txBody>
      </p:sp>
      <p:sp>
        <p:nvSpPr>
          <p:cNvPr id="1424" name="Google Shape;1424;p93"/>
          <p:cNvSpPr txBox="1"/>
          <p:nvPr/>
        </p:nvSpPr>
        <p:spPr>
          <a:xfrm>
            <a:off x="6313470"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2"/>
                </a:solidFill>
              </a:rPr>
              <a:t>45% </a:t>
            </a:r>
            <a:endParaRPr sz="1100" b="1">
              <a:solidFill>
                <a:schemeClr val="dk2"/>
              </a:solidFill>
            </a:endParaRPr>
          </a:p>
        </p:txBody>
      </p:sp>
      <p:sp>
        <p:nvSpPr>
          <p:cNvPr id="1425" name="Google Shape;1425;p93"/>
          <p:cNvSpPr txBox="1"/>
          <p:nvPr/>
        </p:nvSpPr>
        <p:spPr>
          <a:xfrm>
            <a:off x="7143405"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666666"/>
                </a:solidFill>
              </a:rPr>
              <a:t>54%</a:t>
            </a:r>
            <a:endParaRPr sz="1100">
              <a:solidFill>
                <a:srgbClr val="666666"/>
              </a:solidFill>
            </a:endParaRPr>
          </a:p>
        </p:txBody>
      </p:sp>
      <p:sp>
        <p:nvSpPr>
          <p:cNvPr id="1426" name="Google Shape;1426;p93"/>
          <p:cNvSpPr txBox="1"/>
          <p:nvPr/>
        </p:nvSpPr>
        <p:spPr>
          <a:xfrm>
            <a:off x="3823663" y="14574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666666"/>
                </a:solidFill>
              </a:rPr>
              <a:t>35% </a:t>
            </a:r>
            <a:endParaRPr sz="1100">
              <a:solidFill>
                <a:srgbClr val="666666"/>
              </a:solidFill>
            </a:endParaRPr>
          </a:p>
        </p:txBody>
      </p:sp>
      <p:sp>
        <p:nvSpPr>
          <p:cNvPr id="1427" name="Google Shape;1427;p93"/>
          <p:cNvSpPr txBox="1"/>
          <p:nvPr/>
        </p:nvSpPr>
        <p:spPr>
          <a:xfrm>
            <a:off x="4653599"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666666"/>
                </a:solidFill>
              </a:rPr>
              <a:t>52%</a:t>
            </a:r>
            <a:endParaRPr sz="1100">
              <a:solidFill>
                <a:srgbClr val="666666"/>
              </a:solidFill>
            </a:endParaRPr>
          </a:p>
        </p:txBody>
      </p:sp>
      <p:sp>
        <p:nvSpPr>
          <p:cNvPr id="1428" name="Google Shape;1428;p93"/>
          <p:cNvSpPr txBox="1"/>
          <p:nvPr/>
        </p:nvSpPr>
        <p:spPr>
          <a:xfrm>
            <a:off x="3000516" y="14574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666666"/>
                </a:solidFill>
              </a:rPr>
              <a:t>52%</a:t>
            </a:r>
            <a:endParaRPr sz="1100">
              <a:solidFill>
                <a:srgbClr val="666666"/>
              </a:solidFill>
            </a:endParaRPr>
          </a:p>
        </p:txBody>
      </p:sp>
      <p:sp>
        <p:nvSpPr>
          <p:cNvPr id="1429" name="Google Shape;1429;p93"/>
          <p:cNvSpPr/>
          <p:nvPr/>
        </p:nvSpPr>
        <p:spPr>
          <a:xfrm>
            <a:off x="3341665" y="2295150"/>
            <a:ext cx="91500" cy="1807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93"/>
          <p:cNvSpPr/>
          <p:nvPr/>
        </p:nvSpPr>
        <p:spPr>
          <a:xfrm>
            <a:off x="7445365" y="2905525"/>
            <a:ext cx="91500" cy="1197300"/>
          </a:xfrm>
          <a:prstGeom prst="rect">
            <a:avLst/>
          </a:pr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93"/>
          <p:cNvSpPr/>
          <p:nvPr/>
        </p:nvSpPr>
        <p:spPr>
          <a:xfrm>
            <a:off x="4151926" y="2648800"/>
            <a:ext cx="91500" cy="14538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93"/>
          <p:cNvSpPr/>
          <p:nvPr/>
        </p:nvSpPr>
        <p:spPr>
          <a:xfrm>
            <a:off x="4909790" y="2955250"/>
            <a:ext cx="91500" cy="1147200"/>
          </a:xfrm>
          <a:prstGeom prst="rect">
            <a:avLst/>
          </a:pr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93"/>
          <p:cNvSpPr/>
          <p:nvPr/>
        </p:nvSpPr>
        <p:spPr>
          <a:xfrm>
            <a:off x="6569678" y="3109400"/>
            <a:ext cx="91500" cy="993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4" name="Google Shape;1434;p93"/>
          <p:cNvSpPr/>
          <p:nvPr/>
        </p:nvSpPr>
        <p:spPr>
          <a:xfrm>
            <a:off x="5739740" y="2905450"/>
            <a:ext cx="91500" cy="11973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5" name="Google Shape;1435;p93"/>
          <p:cNvSpPr/>
          <p:nvPr/>
        </p:nvSpPr>
        <p:spPr>
          <a:xfrm>
            <a:off x="3175278" y="2955250"/>
            <a:ext cx="91500" cy="1147200"/>
          </a:xfrm>
          <a:prstGeom prst="rect">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436" name="Google Shape;1436;p93"/>
          <p:cNvCxnSpPr/>
          <p:nvPr/>
        </p:nvCxnSpPr>
        <p:spPr>
          <a:xfrm rot="10800000">
            <a:off x="4052465" y="1887100"/>
            <a:ext cx="0" cy="2213100"/>
          </a:xfrm>
          <a:prstGeom prst="straightConnector1">
            <a:avLst/>
          </a:prstGeom>
          <a:noFill/>
          <a:ln w="9525" cap="flat" cmpd="sng">
            <a:solidFill>
              <a:srgbClr val="BDC1C6"/>
            </a:solidFill>
            <a:prstDash val="solid"/>
            <a:round/>
            <a:headEnd type="none" w="med" len="med"/>
            <a:tailEnd type="diamond" w="med" len="med"/>
          </a:ln>
        </p:spPr>
      </p:cxnSp>
      <p:sp>
        <p:nvSpPr>
          <p:cNvPr id="1437" name="Google Shape;1437;p93"/>
          <p:cNvSpPr/>
          <p:nvPr/>
        </p:nvSpPr>
        <p:spPr>
          <a:xfrm>
            <a:off x="4006715" y="3336500"/>
            <a:ext cx="91500" cy="765900"/>
          </a:xfrm>
          <a:prstGeom prst="rect">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8" name="Google Shape;1438;p93"/>
          <p:cNvSpPr txBox="1"/>
          <p:nvPr/>
        </p:nvSpPr>
        <p:spPr>
          <a:xfrm>
            <a:off x="3000516"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2"/>
                </a:solidFill>
              </a:rPr>
              <a:t>82%</a:t>
            </a:r>
            <a:endParaRPr sz="1100" b="1">
              <a:solidFill>
                <a:schemeClr val="dk2"/>
              </a:solidFill>
            </a:endParaRPr>
          </a:p>
        </p:txBody>
      </p:sp>
      <p:sp>
        <p:nvSpPr>
          <p:cNvPr id="1439" name="Google Shape;1439;p93"/>
          <p:cNvSpPr txBox="1"/>
          <p:nvPr/>
        </p:nvSpPr>
        <p:spPr>
          <a:xfrm>
            <a:off x="3823663"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2"/>
                </a:solidFill>
              </a:rPr>
              <a:t>66% </a:t>
            </a:r>
            <a:endParaRPr sz="1100" b="1">
              <a:solidFill>
                <a:schemeClr val="dk2"/>
              </a:solidFill>
            </a:endParaRPr>
          </a:p>
        </p:txBody>
      </p:sp>
      <p:sp>
        <p:nvSpPr>
          <p:cNvPr id="5" name="Title 4">
            <a:extLst>
              <a:ext uri="{FF2B5EF4-FFF2-40B4-BE49-F238E27FC236}">
                <a16:creationId xmlns:a16="http://schemas.microsoft.com/office/drawing/2014/main" id="{06BA4D4F-0AFE-B0BF-D960-C88FECED1C93}"/>
              </a:ext>
            </a:extLst>
          </p:cNvPr>
          <p:cNvSpPr>
            <a:spLocks noGrp="1"/>
          </p:cNvSpPr>
          <p:nvPr>
            <p:ph type="title"/>
          </p:nvPr>
        </p:nvSpPr>
        <p:spPr/>
        <p:txBody>
          <a:bodyPr/>
          <a:lstStyle/>
          <a:p>
            <a:r>
              <a:rPr lang="en-US" dirty="0"/>
              <a:t>Column </a:t>
            </a:r>
            <a:br>
              <a:rPr lang="en-US" dirty="0"/>
            </a:br>
            <a:r>
              <a:rPr lang="en-US" dirty="0"/>
              <a:t>Chart</a:t>
            </a:r>
            <a:br>
              <a:rPr lang="en-US" dirty="0"/>
            </a:br>
            <a:r>
              <a:rPr lang="en-US" dirty="0"/>
              <a:t>(Manual)</a:t>
            </a:r>
          </a:p>
        </p:txBody>
      </p:sp>
      <p:sp>
        <p:nvSpPr>
          <p:cNvPr id="1441" name="Google Shape;1441;p93"/>
          <p:cNvSpPr txBox="1">
            <a:spLocks noGrp="1"/>
          </p:cNvSpPr>
          <p:nvPr>
            <p:ph sz="quarter" idx="22"/>
          </p:nvPr>
        </p:nvSpPr>
        <p:spPr/>
        <p:txBody>
          <a:bodyPr/>
          <a:lstStyle/>
          <a:p>
            <a:pPr lvl="0"/>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1443" name="Google Shape;1443;p93"/>
          <p:cNvSpPr/>
          <p:nvPr/>
        </p:nvSpPr>
        <p:spPr>
          <a:xfrm>
            <a:off x="3153750" y="-8700"/>
            <a:ext cx="5549700" cy="11604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a:solidFill>
                  <a:schemeClr val="lt1"/>
                </a:solidFill>
              </a:rPr>
              <a:t>INSTRUCTIONS:</a:t>
            </a:r>
            <a:r>
              <a:rPr lang="en" sz="1100">
                <a:solidFill>
                  <a:schemeClr val="lt1"/>
                </a:solidFill>
              </a:rPr>
              <a:t> This chart is not created using (and does not rely on) a spreadsheet and data. To edit, manually adjust the rectangles to the appropriate value using the number guide on the right to customise the bars to your figures. </a:t>
            </a:r>
            <a:endParaRPr sz="1100">
              <a:solidFill>
                <a:schemeClr val="lt1"/>
              </a:solidFill>
            </a:endParaRPr>
          </a:p>
          <a:p>
            <a:pPr marL="0" lvl="0" indent="0" algn="l" rtl="0">
              <a:lnSpc>
                <a:spcPct val="110000"/>
              </a:lnSpc>
              <a:spcBef>
                <a:spcPts val="0"/>
              </a:spcBef>
              <a:spcAft>
                <a:spcPts val="0"/>
              </a:spcAft>
              <a:buNone/>
            </a:pPr>
            <a:r>
              <a:rPr lang="en" sz="1900" b="1">
                <a:solidFill>
                  <a:schemeClr val="lt1"/>
                </a:solidFill>
              </a:rPr>
              <a:t>DELETE THIS BOX &amp; NUMBER GUIDE AFTER.</a:t>
            </a:r>
            <a:endParaRPr sz="2200">
              <a:solidFill>
                <a:schemeClr val="lt1"/>
              </a:solidFill>
            </a:endParaRPr>
          </a:p>
        </p:txBody>
      </p:sp>
    </p:spTree>
    <p:extLst>
      <p:ext uri="{BB962C8B-B14F-4D97-AF65-F5344CB8AC3E}">
        <p14:creationId xmlns:p14="http://schemas.microsoft.com/office/powerpoint/2010/main" val="282446346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sp>
        <p:nvSpPr>
          <p:cNvPr id="5" name="Title 4">
            <a:extLst>
              <a:ext uri="{FF2B5EF4-FFF2-40B4-BE49-F238E27FC236}">
                <a16:creationId xmlns:a16="http://schemas.microsoft.com/office/drawing/2014/main" id="{06BA4D4F-0AFE-B0BF-D960-C88FECED1C93}"/>
              </a:ext>
            </a:extLst>
          </p:cNvPr>
          <p:cNvSpPr>
            <a:spLocks noGrp="1"/>
          </p:cNvSpPr>
          <p:nvPr>
            <p:ph type="title"/>
          </p:nvPr>
        </p:nvSpPr>
        <p:spPr/>
        <p:txBody>
          <a:bodyPr/>
          <a:lstStyle/>
          <a:p>
            <a:pPr lvl="0"/>
            <a:r>
              <a:rPr lang="en-US" dirty="0"/>
              <a:t>Column </a:t>
            </a:r>
            <a:br>
              <a:rPr lang="en-US" dirty="0"/>
            </a:br>
            <a:r>
              <a:rPr lang="en-US" dirty="0"/>
              <a:t>Chart–Gray</a:t>
            </a:r>
            <a:br>
              <a:rPr lang="en-US" dirty="0"/>
            </a:br>
            <a:r>
              <a:rPr lang="en-US" dirty="0"/>
              <a:t>(Manual)</a:t>
            </a:r>
          </a:p>
        </p:txBody>
      </p:sp>
      <p:sp>
        <p:nvSpPr>
          <p:cNvPr id="1441" name="Google Shape;1441;p93"/>
          <p:cNvSpPr txBox="1">
            <a:spLocks noGrp="1"/>
          </p:cNvSpPr>
          <p:nvPr>
            <p:ph sz="quarter" idx="22"/>
          </p:nvPr>
        </p:nvSpPr>
        <p:spPr/>
        <p:txBody>
          <a:bodyPr/>
          <a:lstStyle/>
          <a:p>
            <a:pPr lvl="0"/>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1443" name="Google Shape;1443;p93"/>
          <p:cNvSpPr/>
          <p:nvPr/>
        </p:nvSpPr>
        <p:spPr>
          <a:xfrm>
            <a:off x="3153750" y="-8700"/>
            <a:ext cx="5549700" cy="11604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a:solidFill>
                  <a:schemeClr val="lt1"/>
                </a:solidFill>
              </a:rPr>
              <a:t>INSTRUCTIONS:</a:t>
            </a:r>
            <a:r>
              <a:rPr lang="en" sz="1100">
                <a:solidFill>
                  <a:schemeClr val="lt1"/>
                </a:solidFill>
              </a:rPr>
              <a:t> This chart is not created using (and does not rely on) a spreadsheet and data. To edit, manually adjust the rectangles to the appropriate value using the number guide on the right to customise the bars to your figures. </a:t>
            </a:r>
            <a:endParaRPr sz="1100">
              <a:solidFill>
                <a:schemeClr val="lt1"/>
              </a:solidFill>
            </a:endParaRPr>
          </a:p>
          <a:p>
            <a:pPr marL="0" lvl="0" indent="0" algn="l" rtl="0">
              <a:lnSpc>
                <a:spcPct val="110000"/>
              </a:lnSpc>
              <a:spcBef>
                <a:spcPts val="0"/>
              </a:spcBef>
              <a:spcAft>
                <a:spcPts val="0"/>
              </a:spcAft>
              <a:buNone/>
            </a:pPr>
            <a:r>
              <a:rPr lang="en" sz="1900" b="1">
                <a:solidFill>
                  <a:schemeClr val="lt1"/>
                </a:solidFill>
              </a:rPr>
              <a:t>DELETE THIS BOX &amp; NUMBER GUIDE AFTER.</a:t>
            </a:r>
            <a:endParaRPr sz="2200">
              <a:solidFill>
                <a:schemeClr val="lt1"/>
              </a:solidFill>
            </a:endParaRPr>
          </a:p>
        </p:txBody>
      </p:sp>
      <p:cxnSp>
        <p:nvCxnSpPr>
          <p:cNvPr id="2" name="Google Shape;1448;p94">
            <a:extLst>
              <a:ext uri="{FF2B5EF4-FFF2-40B4-BE49-F238E27FC236}">
                <a16:creationId xmlns:a16="http://schemas.microsoft.com/office/drawing/2014/main" id="{CEE5DFBE-CD6A-AE8D-D499-0011695F3BA3}"/>
              </a:ext>
            </a:extLst>
          </p:cNvPr>
          <p:cNvCxnSpPr/>
          <p:nvPr/>
        </p:nvCxnSpPr>
        <p:spPr>
          <a:xfrm rot="10800000">
            <a:off x="3221990"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3" name="Google Shape;1449;p94">
            <a:extLst>
              <a:ext uri="{FF2B5EF4-FFF2-40B4-BE49-F238E27FC236}">
                <a16:creationId xmlns:a16="http://schemas.microsoft.com/office/drawing/2014/main" id="{D590DE37-5CE0-4C9E-8564-FA34EB9E0712}"/>
              </a:ext>
            </a:extLst>
          </p:cNvPr>
          <p:cNvCxnSpPr/>
          <p:nvPr/>
        </p:nvCxnSpPr>
        <p:spPr>
          <a:xfrm rot="10800000">
            <a:off x="3387415"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6" name="Google Shape;1450;p94">
            <a:extLst>
              <a:ext uri="{FF2B5EF4-FFF2-40B4-BE49-F238E27FC236}">
                <a16:creationId xmlns:a16="http://schemas.microsoft.com/office/drawing/2014/main" id="{603CB6ED-07A4-6255-4F54-EE817451FF2E}"/>
              </a:ext>
            </a:extLst>
          </p:cNvPr>
          <p:cNvCxnSpPr/>
          <p:nvPr/>
        </p:nvCxnSpPr>
        <p:spPr>
          <a:xfrm rot="10800000">
            <a:off x="4197678"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7" name="Google Shape;1451;p94">
            <a:extLst>
              <a:ext uri="{FF2B5EF4-FFF2-40B4-BE49-F238E27FC236}">
                <a16:creationId xmlns:a16="http://schemas.microsoft.com/office/drawing/2014/main" id="{E6F86403-D257-077D-98DD-F3AA91468825}"/>
              </a:ext>
            </a:extLst>
          </p:cNvPr>
          <p:cNvCxnSpPr/>
          <p:nvPr/>
        </p:nvCxnSpPr>
        <p:spPr>
          <a:xfrm rot="10800000">
            <a:off x="7491115"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8" name="Google Shape;1452;p94">
            <a:extLst>
              <a:ext uri="{FF2B5EF4-FFF2-40B4-BE49-F238E27FC236}">
                <a16:creationId xmlns:a16="http://schemas.microsoft.com/office/drawing/2014/main" id="{9325AED2-1C5E-4BDB-4065-DD04AF87A96E}"/>
              </a:ext>
            </a:extLst>
          </p:cNvPr>
          <p:cNvCxnSpPr/>
          <p:nvPr/>
        </p:nvCxnSpPr>
        <p:spPr>
          <a:xfrm rot="10800000">
            <a:off x="6612915"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9" name="Google Shape;1453;p94">
            <a:extLst>
              <a:ext uri="{FF2B5EF4-FFF2-40B4-BE49-F238E27FC236}">
                <a16:creationId xmlns:a16="http://schemas.microsoft.com/office/drawing/2014/main" id="{08812AB4-2ED0-3755-414B-C991ACA550B4}"/>
              </a:ext>
            </a:extLst>
          </p:cNvPr>
          <p:cNvCxnSpPr/>
          <p:nvPr/>
        </p:nvCxnSpPr>
        <p:spPr>
          <a:xfrm rot="10800000">
            <a:off x="5785515" y="1887100"/>
            <a:ext cx="0" cy="2213100"/>
          </a:xfrm>
          <a:prstGeom prst="straightConnector1">
            <a:avLst/>
          </a:prstGeom>
          <a:noFill/>
          <a:ln w="9525" cap="flat" cmpd="sng">
            <a:solidFill>
              <a:srgbClr val="BDC1C6"/>
            </a:solidFill>
            <a:prstDash val="solid"/>
            <a:round/>
            <a:headEnd type="none" w="med" len="med"/>
            <a:tailEnd type="diamond" w="med" len="med"/>
          </a:ln>
        </p:spPr>
      </p:cxnSp>
      <p:cxnSp>
        <p:nvCxnSpPr>
          <p:cNvPr id="10" name="Google Shape;1454;p94">
            <a:extLst>
              <a:ext uri="{FF2B5EF4-FFF2-40B4-BE49-F238E27FC236}">
                <a16:creationId xmlns:a16="http://schemas.microsoft.com/office/drawing/2014/main" id="{80E3DF53-2495-A56B-C250-1F9A09F422D9}"/>
              </a:ext>
            </a:extLst>
          </p:cNvPr>
          <p:cNvCxnSpPr/>
          <p:nvPr/>
        </p:nvCxnSpPr>
        <p:spPr>
          <a:xfrm rot="10800000">
            <a:off x="4958065" y="1887100"/>
            <a:ext cx="0" cy="2213100"/>
          </a:xfrm>
          <a:prstGeom prst="straightConnector1">
            <a:avLst/>
          </a:prstGeom>
          <a:noFill/>
          <a:ln w="9525" cap="flat" cmpd="sng">
            <a:solidFill>
              <a:srgbClr val="BDC1C6"/>
            </a:solidFill>
            <a:prstDash val="solid"/>
            <a:round/>
            <a:headEnd type="none" w="med" len="med"/>
            <a:tailEnd type="diamond" w="med" len="med"/>
          </a:ln>
        </p:spPr>
      </p:cxnSp>
      <p:grpSp>
        <p:nvGrpSpPr>
          <p:cNvPr id="11" name="Google Shape;1455;p94">
            <a:extLst>
              <a:ext uri="{FF2B5EF4-FFF2-40B4-BE49-F238E27FC236}">
                <a16:creationId xmlns:a16="http://schemas.microsoft.com/office/drawing/2014/main" id="{7A229634-6900-56A0-AD9D-026C76D77CF9}"/>
              </a:ext>
            </a:extLst>
          </p:cNvPr>
          <p:cNvGrpSpPr/>
          <p:nvPr/>
        </p:nvGrpSpPr>
        <p:grpSpPr>
          <a:xfrm>
            <a:off x="7958300" y="1797905"/>
            <a:ext cx="851550" cy="2344263"/>
            <a:chOff x="8216250" y="1797905"/>
            <a:chExt cx="851550" cy="2344263"/>
          </a:xfrm>
        </p:grpSpPr>
        <p:cxnSp>
          <p:nvCxnSpPr>
            <p:cNvPr id="12" name="Google Shape;1456;p94">
              <a:extLst>
                <a:ext uri="{FF2B5EF4-FFF2-40B4-BE49-F238E27FC236}">
                  <a16:creationId xmlns:a16="http://schemas.microsoft.com/office/drawing/2014/main" id="{40E8381C-A159-3A57-8563-231F9C5786DB}"/>
                </a:ext>
              </a:extLst>
            </p:cNvPr>
            <p:cNvCxnSpPr/>
            <p:nvPr/>
          </p:nvCxnSpPr>
          <p:spPr>
            <a:xfrm rot="10800000">
              <a:off x="8558850" y="3756525"/>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3" name="Google Shape;1457;p94">
              <a:extLst>
                <a:ext uri="{FF2B5EF4-FFF2-40B4-BE49-F238E27FC236}">
                  <a16:creationId xmlns:a16="http://schemas.microsoft.com/office/drawing/2014/main" id="{F332E531-16AC-9B3C-5E23-B9F460865343}"/>
                </a:ext>
              </a:extLst>
            </p:cNvPr>
            <p:cNvCxnSpPr/>
            <p:nvPr/>
          </p:nvCxnSpPr>
          <p:spPr>
            <a:xfrm rot="10800000">
              <a:off x="8491200" y="380248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 name="Google Shape;1458;p94">
              <a:extLst>
                <a:ext uri="{FF2B5EF4-FFF2-40B4-BE49-F238E27FC236}">
                  <a16:creationId xmlns:a16="http://schemas.microsoft.com/office/drawing/2014/main" id="{73ACD320-5FB5-980B-F927-50A7964F2AE0}"/>
                </a:ext>
              </a:extLst>
            </p:cNvPr>
            <p:cNvCxnSpPr/>
            <p:nvPr/>
          </p:nvCxnSpPr>
          <p:spPr>
            <a:xfrm rot="10800000">
              <a:off x="8491200" y="378047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5" name="Google Shape;1459;p94">
              <a:extLst>
                <a:ext uri="{FF2B5EF4-FFF2-40B4-BE49-F238E27FC236}">
                  <a16:creationId xmlns:a16="http://schemas.microsoft.com/office/drawing/2014/main" id="{DA648C03-D3F2-C44C-25D5-98EB65C977EC}"/>
                </a:ext>
              </a:extLst>
            </p:cNvPr>
            <p:cNvCxnSpPr/>
            <p:nvPr/>
          </p:nvCxnSpPr>
          <p:spPr>
            <a:xfrm rot="10800000">
              <a:off x="8491200" y="375847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6" name="Google Shape;1460;p94">
              <a:extLst>
                <a:ext uri="{FF2B5EF4-FFF2-40B4-BE49-F238E27FC236}">
                  <a16:creationId xmlns:a16="http://schemas.microsoft.com/office/drawing/2014/main" id="{C0EF97C1-0BB6-5986-A043-EF8278FB6013}"/>
                </a:ext>
              </a:extLst>
            </p:cNvPr>
            <p:cNvCxnSpPr/>
            <p:nvPr/>
          </p:nvCxnSpPr>
          <p:spPr>
            <a:xfrm rot="10800000">
              <a:off x="8491200" y="373647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7" name="Google Shape;1461;p94">
              <a:extLst>
                <a:ext uri="{FF2B5EF4-FFF2-40B4-BE49-F238E27FC236}">
                  <a16:creationId xmlns:a16="http://schemas.microsoft.com/office/drawing/2014/main" id="{E4A432AD-D8FC-F158-3BCB-ADB5A5E68284}"/>
                </a:ext>
              </a:extLst>
            </p:cNvPr>
            <p:cNvCxnSpPr/>
            <p:nvPr/>
          </p:nvCxnSpPr>
          <p:spPr>
            <a:xfrm rot="10800000">
              <a:off x="8515500" y="3690183"/>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8" name="Google Shape;1462;p94">
              <a:extLst>
                <a:ext uri="{FF2B5EF4-FFF2-40B4-BE49-F238E27FC236}">
                  <a16:creationId xmlns:a16="http://schemas.microsoft.com/office/drawing/2014/main" id="{36D4AEFA-3BB9-33C0-2492-BAA5E536C329}"/>
                </a:ext>
              </a:extLst>
            </p:cNvPr>
            <p:cNvCxnSpPr/>
            <p:nvPr/>
          </p:nvCxnSpPr>
          <p:spPr>
            <a:xfrm rot="10800000">
              <a:off x="8491200" y="369405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9" name="Google Shape;1463;p94">
              <a:extLst>
                <a:ext uri="{FF2B5EF4-FFF2-40B4-BE49-F238E27FC236}">
                  <a16:creationId xmlns:a16="http://schemas.microsoft.com/office/drawing/2014/main" id="{03D733FF-53D7-AB05-C1C5-C9CABF50C6AD}"/>
                </a:ext>
              </a:extLst>
            </p:cNvPr>
            <p:cNvCxnSpPr/>
            <p:nvPr/>
          </p:nvCxnSpPr>
          <p:spPr>
            <a:xfrm rot="10800000">
              <a:off x="8491200" y="367046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20" name="Google Shape;1464;p94">
              <a:extLst>
                <a:ext uri="{FF2B5EF4-FFF2-40B4-BE49-F238E27FC236}">
                  <a16:creationId xmlns:a16="http://schemas.microsoft.com/office/drawing/2014/main" id="{A14575B1-2E4D-29FA-1D47-3C50BC09CEC5}"/>
                </a:ext>
              </a:extLst>
            </p:cNvPr>
            <p:cNvCxnSpPr/>
            <p:nvPr/>
          </p:nvCxnSpPr>
          <p:spPr>
            <a:xfrm rot="10800000">
              <a:off x="8491200" y="364846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21" name="Google Shape;1465;p94">
              <a:extLst>
                <a:ext uri="{FF2B5EF4-FFF2-40B4-BE49-F238E27FC236}">
                  <a16:creationId xmlns:a16="http://schemas.microsoft.com/office/drawing/2014/main" id="{C63DDAFD-22C7-72D7-4F2F-2E9EF5CB7FF6}"/>
                </a:ext>
              </a:extLst>
            </p:cNvPr>
            <p:cNvCxnSpPr/>
            <p:nvPr/>
          </p:nvCxnSpPr>
          <p:spPr>
            <a:xfrm rot="10800000">
              <a:off x="8491200" y="362645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22" name="Google Shape;1466;p94">
              <a:extLst>
                <a:ext uri="{FF2B5EF4-FFF2-40B4-BE49-F238E27FC236}">
                  <a16:creationId xmlns:a16="http://schemas.microsoft.com/office/drawing/2014/main" id="{20F24657-E12E-0D9A-EC75-0BE16F6F607A}"/>
                </a:ext>
              </a:extLst>
            </p:cNvPr>
            <p:cNvCxnSpPr/>
            <p:nvPr/>
          </p:nvCxnSpPr>
          <p:spPr>
            <a:xfrm rot="10800000">
              <a:off x="8558850" y="3536808"/>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23" name="Google Shape;1467;p94">
              <a:extLst>
                <a:ext uri="{FF2B5EF4-FFF2-40B4-BE49-F238E27FC236}">
                  <a16:creationId xmlns:a16="http://schemas.microsoft.com/office/drawing/2014/main" id="{0C855C62-8BBE-D81A-345D-4E20E4EBA363}"/>
                </a:ext>
              </a:extLst>
            </p:cNvPr>
            <p:cNvCxnSpPr/>
            <p:nvPr/>
          </p:nvCxnSpPr>
          <p:spPr>
            <a:xfrm rot="10800000">
              <a:off x="8491200" y="358243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24" name="Google Shape;1468;p94">
              <a:extLst>
                <a:ext uri="{FF2B5EF4-FFF2-40B4-BE49-F238E27FC236}">
                  <a16:creationId xmlns:a16="http://schemas.microsoft.com/office/drawing/2014/main" id="{BDCB79DB-AFE2-D1B7-999D-78ADA1807E64}"/>
                </a:ext>
              </a:extLst>
            </p:cNvPr>
            <p:cNvCxnSpPr/>
            <p:nvPr/>
          </p:nvCxnSpPr>
          <p:spPr>
            <a:xfrm rot="10800000">
              <a:off x="8491200" y="356042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25" name="Google Shape;1469;p94">
              <a:extLst>
                <a:ext uri="{FF2B5EF4-FFF2-40B4-BE49-F238E27FC236}">
                  <a16:creationId xmlns:a16="http://schemas.microsoft.com/office/drawing/2014/main" id="{EF8D1F19-138F-ACB7-651B-C580BFE671E2}"/>
                </a:ext>
              </a:extLst>
            </p:cNvPr>
            <p:cNvCxnSpPr/>
            <p:nvPr/>
          </p:nvCxnSpPr>
          <p:spPr>
            <a:xfrm rot="10800000">
              <a:off x="8491200" y="353842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26" name="Google Shape;1470;p94">
              <a:extLst>
                <a:ext uri="{FF2B5EF4-FFF2-40B4-BE49-F238E27FC236}">
                  <a16:creationId xmlns:a16="http://schemas.microsoft.com/office/drawing/2014/main" id="{33497B7B-755B-E15F-7783-10A54E9AEB0F}"/>
                </a:ext>
              </a:extLst>
            </p:cNvPr>
            <p:cNvCxnSpPr/>
            <p:nvPr/>
          </p:nvCxnSpPr>
          <p:spPr>
            <a:xfrm rot="10800000">
              <a:off x="8491200" y="351642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27" name="Google Shape;1471;p94">
              <a:extLst>
                <a:ext uri="{FF2B5EF4-FFF2-40B4-BE49-F238E27FC236}">
                  <a16:creationId xmlns:a16="http://schemas.microsoft.com/office/drawing/2014/main" id="{A9D80E0D-5728-9287-21DD-8DAFF45B536F}"/>
                </a:ext>
              </a:extLst>
            </p:cNvPr>
            <p:cNvCxnSpPr/>
            <p:nvPr/>
          </p:nvCxnSpPr>
          <p:spPr>
            <a:xfrm rot="10800000">
              <a:off x="8515500" y="3470133"/>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28" name="Google Shape;1472;p94">
              <a:extLst>
                <a:ext uri="{FF2B5EF4-FFF2-40B4-BE49-F238E27FC236}">
                  <a16:creationId xmlns:a16="http://schemas.microsoft.com/office/drawing/2014/main" id="{D2031877-7F14-DF19-11BC-43C4DD033255}"/>
                </a:ext>
              </a:extLst>
            </p:cNvPr>
            <p:cNvCxnSpPr/>
            <p:nvPr/>
          </p:nvCxnSpPr>
          <p:spPr>
            <a:xfrm rot="10800000">
              <a:off x="8491200" y="347400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29" name="Google Shape;1473;p94">
              <a:extLst>
                <a:ext uri="{FF2B5EF4-FFF2-40B4-BE49-F238E27FC236}">
                  <a16:creationId xmlns:a16="http://schemas.microsoft.com/office/drawing/2014/main" id="{D1CEE455-5327-AEA2-1B42-2EE470E88DB2}"/>
                </a:ext>
              </a:extLst>
            </p:cNvPr>
            <p:cNvCxnSpPr/>
            <p:nvPr/>
          </p:nvCxnSpPr>
          <p:spPr>
            <a:xfrm rot="10800000">
              <a:off x="8491200" y="345041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30" name="Google Shape;1474;p94">
              <a:extLst>
                <a:ext uri="{FF2B5EF4-FFF2-40B4-BE49-F238E27FC236}">
                  <a16:creationId xmlns:a16="http://schemas.microsoft.com/office/drawing/2014/main" id="{7DBD4D21-E4CE-5F0E-FF04-0643D0C4C536}"/>
                </a:ext>
              </a:extLst>
            </p:cNvPr>
            <p:cNvCxnSpPr/>
            <p:nvPr/>
          </p:nvCxnSpPr>
          <p:spPr>
            <a:xfrm rot="10800000">
              <a:off x="8491200" y="342841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31" name="Google Shape;1475;p94">
              <a:extLst>
                <a:ext uri="{FF2B5EF4-FFF2-40B4-BE49-F238E27FC236}">
                  <a16:creationId xmlns:a16="http://schemas.microsoft.com/office/drawing/2014/main" id="{351FFA34-81AB-6A31-4F2B-72751F1E639C}"/>
                </a:ext>
              </a:extLst>
            </p:cNvPr>
            <p:cNvCxnSpPr/>
            <p:nvPr/>
          </p:nvCxnSpPr>
          <p:spPr>
            <a:xfrm rot="10800000">
              <a:off x="8491200" y="340640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32" name="Google Shape;1476;p94">
              <a:extLst>
                <a:ext uri="{FF2B5EF4-FFF2-40B4-BE49-F238E27FC236}">
                  <a16:creationId xmlns:a16="http://schemas.microsoft.com/office/drawing/2014/main" id="{8F1F0004-E5FA-4235-1618-DCE3910EA9B5}"/>
                </a:ext>
              </a:extLst>
            </p:cNvPr>
            <p:cNvCxnSpPr/>
            <p:nvPr/>
          </p:nvCxnSpPr>
          <p:spPr>
            <a:xfrm rot="10800000">
              <a:off x="8558850" y="3316758"/>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33" name="Google Shape;1477;p94">
              <a:extLst>
                <a:ext uri="{FF2B5EF4-FFF2-40B4-BE49-F238E27FC236}">
                  <a16:creationId xmlns:a16="http://schemas.microsoft.com/office/drawing/2014/main" id="{751ED2FC-B787-C159-D730-277A47EB0B06}"/>
                </a:ext>
              </a:extLst>
            </p:cNvPr>
            <p:cNvCxnSpPr/>
            <p:nvPr/>
          </p:nvCxnSpPr>
          <p:spPr>
            <a:xfrm rot="10800000">
              <a:off x="8491200" y="336240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34" name="Google Shape;1478;p94">
              <a:extLst>
                <a:ext uri="{FF2B5EF4-FFF2-40B4-BE49-F238E27FC236}">
                  <a16:creationId xmlns:a16="http://schemas.microsoft.com/office/drawing/2014/main" id="{02A9AD57-D071-8D40-1E3E-C100978DF2A3}"/>
                </a:ext>
              </a:extLst>
            </p:cNvPr>
            <p:cNvCxnSpPr/>
            <p:nvPr/>
          </p:nvCxnSpPr>
          <p:spPr>
            <a:xfrm rot="10800000">
              <a:off x="8491200" y="334039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35" name="Google Shape;1479;p94">
              <a:extLst>
                <a:ext uri="{FF2B5EF4-FFF2-40B4-BE49-F238E27FC236}">
                  <a16:creationId xmlns:a16="http://schemas.microsoft.com/office/drawing/2014/main" id="{7FB9B682-A5F1-1372-3CE8-FD604213AD69}"/>
                </a:ext>
              </a:extLst>
            </p:cNvPr>
            <p:cNvCxnSpPr/>
            <p:nvPr/>
          </p:nvCxnSpPr>
          <p:spPr>
            <a:xfrm rot="10800000">
              <a:off x="8491200" y="331839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36" name="Google Shape;1480;p94">
              <a:extLst>
                <a:ext uri="{FF2B5EF4-FFF2-40B4-BE49-F238E27FC236}">
                  <a16:creationId xmlns:a16="http://schemas.microsoft.com/office/drawing/2014/main" id="{CB4F7A3B-6BD1-0481-8D23-F097FBBFE2C9}"/>
                </a:ext>
              </a:extLst>
            </p:cNvPr>
            <p:cNvCxnSpPr/>
            <p:nvPr/>
          </p:nvCxnSpPr>
          <p:spPr>
            <a:xfrm rot="10800000">
              <a:off x="8491200" y="329639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37" name="Google Shape;1481;p94">
              <a:extLst>
                <a:ext uri="{FF2B5EF4-FFF2-40B4-BE49-F238E27FC236}">
                  <a16:creationId xmlns:a16="http://schemas.microsoft.com/office/drawing/2014/main" id="{AAE008C6-04EA-0173-9DDE-B77B095EC3EA}"/>
                </a:ext>
              </a:extLst>
            </p:cNvPr>
            <p:cNvCxnSpPr/>
            <p:nvPr/>
          </p:nvCxnSpPr>
          <p:spPr>
            <a:xfrm rot="10800000">
              <a:off x="8515500" y="3250104"/>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38" name="Google Shape;1482;p94">
              <a:extLst>
                <a:ext uri="{FF2B5EF4-FFF2-40B4-BE49-F238E27FC236}">
                  <a16:creationId xmlns:a16="http://schemas.microsoft.com/office/drawing/2014/main" id="{846AD087-2A38-7AD2-0778-813B96406E10}"/>
                </a:ext>
              </a:extLst>
            </p:cNvPr>
            <p:cNvCxnSpPr/>
            <p:nvPr/>
          </p:nvCxnSpPr>
          <p:spPr>
            <a:xfrm rot="10800000">
              <a:off x="8491200" y="325397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39" name="Google Shape;1483;p94">
              <a:extLst>
                <a:ext uri="{FF2B5EF4-FFF2-40B4-BE49-F238E27FC236}">
                  <a16:creationId xmlns:a16="http://schemas.microsoft.com/office/drawing/2014/main" id="{9836539B-C87E-917F-1C2F-C28DE40D0F38}"/>
                </a:ext>
              </a:extLst>
            </p:cNvPr>
            <p:cNvCxnSpPr/>
            <p:nvPr/>
          </p:nvCxnSpPr>
          <p:spPr>
            <a:xfrm rot="10800000">
              <a:off x="8491200" y="323038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40" name="Google Shape;1484;p94">
              <a:extLst>
                <a:ext uri="{FF2B5EF4-FFF2-40B4-BE49-F238E27FC236}">
                  <a16:creationId xmlns:a16="http://schemas.microsoft.com/office/drawing/2014/main" id="{2149BF78-2F15-B858-8D2F-7778AB7A6E57}"/>
                </a:ext>
              </a:extLst>
            </p:cNvPr>
            <p:cNvCxnSpPr/>
            <p:nvPr/>
          </p:nvCxnSpPr>
          <p:spPr>
            <a:xfrm rot="10800000">
              <a:off x="8491200" y="320838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41" name="Google Shape;1485;p94">
              <a:extLst>
                <a:ext uri="{FF2B5EF4-FFF2-40B4-BE49-F238E27FC236}">
                  <a16:creationId xmlns:a16="http://schemas.microsoft.com/office/drawing/2014/main" id="{7DD963AB-FE24-5C29-3D95-3B77D3543898}"/>
                </a:ext>
              </a:extLst>
            </p:cNvPr>
            <p:cNvCxnSpPr/>
            <p:nvPr/>
          </p:nvCxnSpPr>
          <p:spPr>
            <a:xfrm rot="10800000">
              <a:off x="8491200" y="318638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42" name="Google Shape;1486;p94">
              <a:extLst>
                <a:ext uri="{FF2B5EF4-FFF2-40B4-BE49-F238E27FC236}">
                  <a16:creationId xmlns:a16="http://schemas.microsoft.com/office/drawing/2014/main" id="{2A61E843-4E9B-7350-5D9A-E4843F0E6064}"/>
                </a:ext>
              </a:extLst>
            </p:cNvPr>
            <p:cNvCxnSpPr/>
            <p:nvPr/>
          </p:nvCxnSpPr>
          <p:spPr>
            <a:xfrm rot="10800000">
              <a:off x="8558850" y="3096729"/>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43" name="Google Shape;1487;p94">
              <a:extLst>
                <a:ext uri="{FF2B5EF4-FFF2-40B4-BE49-F238E27FC236}">
                  <a16:creationId xmlns:a16="http://schemas.microsoft.com/office/drawing/2014/main" id="{72A3A01D-930E-4CC1-33C3-C9A19CC5D9EC}"/>
                </a:ext>
              </a:extLst>
            </p:cNvPr>
            <p:cNvCxnSpPr/>
            <p:nvPr/>
          </p:nvCxnSpPr>
          <p:spPr>
            <a:xfrm rot="10800000">
              <a:off x="8491200" y="314236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44" name="Google Shape;1488;p94">
              <a:extLst>
                <a:ext uri="{FF2B5EF4-FFF2-40B4-BE49-F238E27FC236}">
                  <a16:creationId xmlns:a16="http://schemas.microsoft.com/office/drawing/2014/main" id="{2047C4AF-0951-A910-ACC7-3A1D938599D3}"/>
                </a:ext>
              </a:extLst>
            </p:cNvPr>
            <p:cNvCxnSpPr/>
            <p:nvPr/>
          </p:nvCxnSpPr>
          <p:spPr>
            <a:xfrm rot="10800000">
              <a:off x="8491200" y="312035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45" name="Google Shape;1489;p94">
              <a:extLst>
                <a:ext uri="{FF2B5EF4-FFF2-40B4-BE49-F238E27FC236}">
                  <a16:creationId xmlns:a16="http://schemas.microsoft.com/office/drawing/2014/main" id="{F5F2CCA7-7569-ED38-0689-25E3CD5775B9}"/>
                </a:ext>
              </a:extLst>
            </p:cNvPr>
            <p:cNvCxnSpPr/>
            <p:nvPr/>
          </p:nvCxnSpPr>
          <p:spPr>
            <a:xfrm rot="10800000">
              <a:off x="8491200" y="309835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46" name="Google Shape;1490;p94">
              <a:extLst>
                <a:ext uri="{FF2B5EF4-FFF2-40B4-BE49-F238E27FC236}">
                  <a16:creationId xmlns:a16="http://schemas.microsoft.com/office/drawing/2014/main" id="{BBEC07AA-E18C-4F0A-5D64-F86364B3C0C0}"/>
                </a:ext>
              </a:extLst>
            </p:cNvPr>
            <p:cNvCxnSpPr/>
            <p:nvPr/>
          </p:nvCxnSpPr>
          <p:spPr>
            <a:xfrm rot="10800000">
              <a:off x="8491200" y="307635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47" name="Google Shape;1491;p94">
              <a:extLst>
                <a:ext uri="{FF2B5EF4-FFF2-40B4-BE49-F238E27FC236}">
                  <a16:creationId xmlns:a16="http://schemas.microsoft.com/office/drawing/2014/main" id="{F1F9692A-B877-7E45-064E-5B5052171A0B}"/>
                </a:ext>
              </a:extLst>
            </p:cNvPr>
            <p:cNvCxnSpPr/>
            <p:nvPr/>
          </p:nvCxnSpPr>
          <p:spPr>
            <a:xfrm rot="10800000">
              <a:off x="8515500" y="3030064"/>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48" name="Google Shape;1492;p94">
              <a:extLst>
                <a:ext uri="{FF2B5EF4-FFF2-40B4-BE49-F238E27FC236}">
                  <a16:creationId xmlns:a16="http://schemas.microsoft.com/office/drawing/2014/main" id="{9A8F5A3C-F391-2E93-A5D3-D3FAE546569A}"/>
                </a:ext>
              </a:extLst>
            </p:cNvPr>
            <p:cNvCxnSpPr/>
            <p:nvPr/>
          </p:nvCxnSpPr>
          <p:spPr>
            <a:xfrm rot="10800000">
              <a:off x="8491200" y="303393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49" name="Google Shape;1493;p94">
              <a:extLst>
                <a:ext uri="{FF2B5EF4-FFF2-40B4-BE49-F238E27FC236}">
                  <a16:creationId xmlns:a16="http://schemas.microsoft.com/office/drawing/2014/main" id="{1D80928C-7758-FA96-486C-ABFCB2B5F25A}"/>
                </a:ext>
              </a:extLst>
            </p:cNvPr>
            <p:cNvCxnSpPr/>
            <p:nvPr/>
          </p:nvCxnSpPr>
          <p:spPr>
            <a:xfrm rot="10800000">
              <a:off x="8491200" y="301034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50" name="Google Shape;1494;p94">
              <a:extLst>
                <a:ext uri="{FF2B5EF4-FFF2-40B4-BE49-F238E27FC236}">
                  <a16:creationId xmlns:a16="http://schemas.microsoft.com/office/drawing/2014/main" id="{4C53061B-8386-A73F-97BF-1535E4CEB0E7}"/>
                </a:ext>
              </a:extLst>
            </p:cNvPr>
            <p:cNvCxnSpPr/>
            <p:nvPr/>
          </p:nvCxnSpPr>
          <p:spPr>
            <a:xfrm rot="10800000">
              <a:off x="8491200" y="298834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51" name="Google Shape;1495;p94">
              <a:extLst>
                <a:ext uri="{FF2B5EF4-FFF2-40B4-BE49-F238E27FC236}">
                  <a16:creationId xmlns:a16="http://schemas.microsoft.com/office/drawing/2014/main" id="{86F7F063-FC22-47E2-6A14-115390B98274}"/>
                </a:ext>
              </a:extLst>
            </p:cNvPr>
            <p:cNvCxnSpPr/>
            <p:nvPr/>
          </p:nvCxnSpPr>
          <p:spPr>
            <a:xfrm rot="10800000">
              <a:off x="8491200" y="296634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52" name="Google Shape;1496;p94">
              <a:extLst>
                <a:ext uri="{FF2B5EF4-FFF2-40B4-BE49-F238E27FC236}">
                  <a16:creationId xmlns:a16="http://schemas.microsoft.com/office/drawing/2014/main" id="{DFABEC1D-D59C-1A53-9898-349A136AD18A}"/>
                </a:ext>
              </a:extLst>
            </p:cNvPr>
            <p:cNvCxnSpPr/>
            <p:nvPr/>
          </p:nvCxnSpPr>
          <p:spPr>
            <a:xfrm rot="10800000">
              <a:off x="8558850" y="2876689"/>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53" name="Google Shape;1497;p94">
              <a:extLst>
                <a:ext uri="{FF2B5EF4-FFF2-40B4-BE49-F238E27FC236}">
                  <a16:creationId xmlns:a16="http://schemas.microsoft.com/office/drawing/2014/main" id="{772ABA03-C571-5A76-6CFA-B621527AAE81}"/>
                </a:ext>
              </a:extLst>
            </p:cNvPr>
            <p:cNvCxnSpPr/>
            <p:nvPr/>
          </p:nvCxnSpPr>
          <p:spPr>
            <a:xfrm rot="10800000">
              <a:off x="8491200" y="292234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54" name="Google Shape;1498;p94">
              <a:extLst>
                <a:ext uri="{FF2B5EF4-FFF2-40B4-BE49-F238E27FC236}">
                  <a16:creationId xmlns:a16="http://schemas.microsoft.com/office/drawing/2014/main" id="{36520305-D23D-95B8-E1B3-5D69A66C905F}"/>
                </a:ext>
              </a:extLst>
            </p:cNvPr>
            <p:cNvCxnSpPr/>
            <p:nvPr/>
          </p:nvCxnSpPr>
          <p:spPr>
            <a:xfrm rot="10800000">
              <a:off x="8491200" y="290033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55" name="Google Shape;1499;p94">
              <a:extLst>
                <a:ext uri="{FF2B5EF4-FFF2-40B4-BE49-F238E27FC236}">
                  <a16:creationId xmlns:a16="http://schemas.microsoft.com/office/drawing/2014/main" id="{391630AB-9130-1082-3A8D-947C0D10DFF3}"/>
                </a:ext>
              </a:extLst>
            </p:cNvPr>
            <p:cNvCxnSpPr/>
            <p:nvPr/>
          </p:nvCxnSpPr>
          <p:spPr>
            <a:xfrm rot="10800000">
              <a:off x="8491200" y="287833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56" name="Google Shape;1500;p94">
              <a:extLst>
                <a:ext uri="{FF2B5EF4-FFF2-40B4-BE49-F238E27FC236}">
                  <a16:creationId xmlns:a16="http://schemas.microsoft.com/office/drawing/2014/main" id="{5DC464D1-418A-77F2-35D7-9E38B4416323}"/>
                </a:ext>
              </a:extLst>
            </p:cNvPr>
            <p:cNvCxnSpPr/>
            <p:nvPr/>
          </p:nvCxnSpPr>
          <p:spPr>
            <a:xfrm rot="10800000">
              <a:off x="8491200" y="285633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57" name="Google Shape;1501;p94">
              <a:extLst>
                <a:ext uri="{FF2B5EF4-FFF2-40B4-BE49-F238E27FC236}">
                  <a16:creationId xmlns:a16="http://schemas.microsoft.com/office/drawing/2014/main" id="{3F625333-2C95-BDDC-74D2-0797672E4D21}"/>
                </a:ext>
              </a:extLst>
            </p:cNvPr>
            <p:cNvCxnSpPr/>
            <p:nvPr/>
          </p:nvCxnSpPr>
          <p:spPr>
            <a:xfrm rot="10800000">
              <a:off x="8515500" y="2810045"/>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58" name="Google Shape;1502;p94">
              <a:extLst>
                <a:ext uri="{FF2B5EF4-FFF2-40B4-BE49-F238E27FC236}">
                  <a16:creationId xmlns:a16="http://schemas.microsoft.com/office/drawing/2014/main" id="{6FF6DCC1-C977-9EB2-D74A-40C5B646347B}"/>
                </a:ext>
              </a:extLst>
            </p:cNvPr>
            <p:cNvCxnSpPr/>
            <p:nvPr/>
          </p:nvCxnSpPr>
          <p:spPr>
            <a:xfrm rot="10800000">
              <a:off x="8491200" y="281391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59" name="Google Shape;1503;p94">
              <a:extLst>
                <a:ext uri="{FF2B5EF4-FFF2-40B4-BE49-F238E27FC236}">
                  <a16:creationId xmlns:a16="http://schemas.microsoft.com/office/drawing/2014/main" id="{28B0C22E-5B2B-14A8-F923-1F0B8FCEB8C0}"/>
                </a:ext>
              </a:extLst>
            </p:cNvPr>
            <p:cNvCxnSpPr/>
            <p:nvPr/>
          </p:nvCxnSpPr>
          <p:spPr>
            <a:xfrm rot="10800000">
              <a:off x="8491200" y="2790323"/>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60" name="Google Shape;1504;p94">
              <a:extLst>
                <a:ext uri="{FF2B5EF4-FFF2-40B4-BE49-F238E27FC236}">
                  <a16:creationId xmlns:a16="http://schemas.microsoft.com/office/drawing/2014/main" id="{0417E676-157E-3B0F-8A1F-BEB0C3D098C4}"/>
                </a:ext>
              </a:extLst>
            </p:cNvPr>
            <p:cNvCxnSpPr/>
            <p:nvPr/>
          </p:nvCxnSpPr>
          <p:spPr>
            <a:xfrm rot="10800000">
              <a:off x="8491200" y="276832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61" name="Google Shape;1505;p94">
              <a:extLst>
                <a:ext uri="{FF2B5EF4-FFF2-40B4-BE49-F238E27FC236}">
                  <a16:creationId xmlns:a16="http://schemas.microsoft.com/office/drawing/2014/main" id="{BBD36791-220B-362A-B46A-500F65B2F772}"/>
                </a:ext>
              </a:extLst>
            </p:cNvPr>
            <p:cNvCxnSpPr/>
            <p:nvPr/>
          </p:nvCxnSpPr>
          <p:spPr>
            <a:xfrm rot="10800000">
              <a:off x="8491200" y="274632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62" name="Google Shape;1506;p94">
              <a:extLst>
                <a:ext uri="{FF2B5EF4-FFF2-40B4-BE49-F238E27FC236}">
                  <a16:creationId xmlns:a16="http://schemas.microsoft.com/office/drawing/2014/main" id="{C13F7A54-5E23-B3D4-209B-3175F5D7C7B9}"/>
                </a:ext>
              </a:extLst>
            </p:cNvPr>
            <p:cNvCxnSpPr/>
            <p:nvPr/>
          </p:nvCxnSpPr>
          <p:spPr>
            <a:xfrm rot="10800000">
              <a:off x="8558850" y="2656670"/>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63" name="Google Shape;1507;p94">
              <a:extLst>
                <a:ext uri="{FF2B5EF4-FFF2-40B4-BE49-F238E27FC236}">
                  <a16:creationId xmlns:a16="http://schemas.microsoft.com/office/drawing/2014/main" id="{93CF453B-BDCD-9F53-249D-EF90902D42C7}"/>
                </a:ext>
              </a:extLst>
            </p:cNvPr>
            <p:cNvCxnSpPr/>
            <p:nvPr/>
          </p:nvCxnSpPr>
          <p:spPr>
            <a:xfrm rot="10800000">
              <a:off x="8491200" y="270232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42" name="Google Shape;1508;p94">
              <a:extLst>
                <a:ext uri="{FF2B5EF4-FFF2-40B4-BE49-F238E27FC236}">
                  <a16:creationId xmlns:a16="http://schemas.microsoft.com/office/drawing/2014/main" id="{D184C00B-D02F-FA99-5A27-83FA12DDEE78}"/>
                </a:ext>
              </a:extLst>
            </p:cNvPr>
            <p:cNvCxnSpPr/>
            <p:nvPr/>
          </p:nvCxnSpPr>
          <p:spPr>
            <a:xfrm rot="10800000">
              <a:off x="8491200" y="268030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44" name="Google Shape;1509;p94">
              <a:extLst>
                <a:ext uri="{FF2B5EF4-FFF2-40B4-BE49-F238E27FC236}">
                  <a16:creationId xmlns:a16="http://schemas.microsoft.com/office/drawing/2014/main" id="{BAE54F9B-C9AF-8E04-FC78-8BAA1FEFE656}"/>
                </a:ext>
              </a:extLst>
            </p:cNvPr>
            <p:cNvCxnSpPr/>
            <p:nvPr/>
          </p:nvCxnSpPr>
          <p:spPr>
            <a:xfrm rot="10800000">
              <a:off x="8491200" y="265830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45" name="Google Shape;1510;p94">
              <a:extLst>
                <a:ext uri="{FF2B5EF4-FFF2-40B4-BE49-F238E27FC236}">
                  <a16:creationId xmlns:a16="http://schemas.microsoft.com/office/drawing/2014/main" id="{3AA8D350-7A65-22F7-3A86-1F2C98C4102D}"/>
                </a:ext>
              </a:extLst>
            </p:cNvPr>
            <p:cNvCxnSpPr/>
            <p:nvPr/>
          </p:nvCxnSpPr>
          <p:spPr>
            <a:xfrm rot="10800000">
              <a:off x="8491200" y="263630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46" name="Google Shape;1511;p94">
              <a:extLst>
                <a:ext uri="{FF2B5EF4-FFF2-40B4-BE49-F238E27FC236}">
                  <a16:creationId xmlns:a16="http://schemas.microsoft.com/office/drawing/2014/main" id="{9F2A2DFA-8FB9-E0A0-03D6-3710D9FD5E11}"/>
                </a:ext>
              </a:extLst>
            </p:cNvPr>
            <p:cNvCxnSpPr/>
            <p:nvPr/>
          </p:nvCxnSpPr>
          <p:spPr>
            <a:xfrm rot="10800000">
              <a:off x="8515500" y="2590016"/>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447" name="Google Shape;1512;p94">
              <a:extLst>
                <a:ext uri="{FF2B5EF4-FFF2-40B4-BE49-F238E27FC236}">
                  <a16:creationId xmlns:a16="http://schemas.microsoft.com/office/drawing/2014/main" id="{5D8CAA90-71BA-34FD-C754-E5FD509F1D6C}"/>
                </a:ext>
              </a:extLst>
            </p:cNvPr>
            <p:cNvCxnSpPr/>
            <p:nvPr/>
          </p:nvCxnSpPr>
          <p:spPr>
            <a:xfrm rot="10800000">
              <a:off x="8491200" y="259388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48" name="Google Shape;1513;p94">
              <a:extLst>
                <a:ext uri="{FF2B5EF4-FFF2-40B4-BE49-F238E27FC236}">
                  <a16:creationId xmlns:a16="http://schemas.microsoft.com/office/drawing/2014/main" id="{9E4647D9-0190-518F-C50F-704FB4B2C2C4}"/>
                </a:ext>
              </a:extLst>
            </p:cNvPr>
            <p:cNvCxnSpPr/>
            <p:nvPr/>
          </p:nvCxnSpPr>
          <p:spPr>
            <a:xfrm rot="10800000">
              <a:off x="8491200" y="257029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49" name="Google Shape;1514;p94">
              <a:extLst>
                <a:ext uri="{FF2B5EF4-FFF2-40B4-BE49-F238E27FC236}">
                  <a16:creationId xmlns:a16="http://schemas.microsoft.com/office/drawing/2014/main" id="{E27487E0-1E01-7512-8DCF-840DA4ABEF1D}"/>
                </a:ext>
              </a:extLst>
            </p:cNvPr>
            <p:cNvCxnSpPr/>
            <p:nvPr/>
          </p:nvCxnSpPr>
          <p:spPr>
            <a:xfrm rot="10800000">
              <a:off x="8491200" y="2548293"/>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50" name="Google Shape;1515;p94">
              <a:extLst>
                <a:ext uri="{FF2B5EF4-FFF2-40B4-BE49-F238E27FC236}">
                  <a16:creationId xmlns:a16="http://schemas.microsoft.com/office/drawing/2014/main" id="{56081EF0-8A98-0EFA-C4AC-E13B0E25AA5F}"/>
                </a:ext>
              </a:extLst>
            </p:cNvPr>
            <p:cNvCxnSpPr/>
            <p:nvPr/>
          </p:nvCxnSpPr>
          <p:spPr>
            <a:xfrm rot="10800000">
              <a:off x="8491200" y="252629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51" name="Google Shape;1516;p94">
              <a:extLst>
                <a:ext uri="{FF2B5EF4-FFF2-40B4-BE49-F238E27FC236}">
                  <a16:creationId xmlns:a16="http://schemas.microsoft.com/office/drawing/2014/main" id="{AD992F83-9053-471B-643C-DC19455A394F}"/>
                </a:ext>
              </a:extLst>
            </p:cNvPr>
            <p:cNvCxnSpPr/>
            <p:nvPr/>
          </p:nvCxnSpPr>
          <p:spPr>
            <a:xfrm rot="10800000">
              <a:off x="8558850" y="2436641"/>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452" name="Google Shape;1517;p94">
              <a:extLst>
                <a:ext uri="{FF2B5EF4-FFF2-40B4-BE49-F238E27FC236}">
                  <a16:creationId xmlns:a16="http://schemas.microsoft.com/office/drawing/2014/main" id="{F1D44983-7EFC-E225-046B-4A1E2C1DEB15}"/>
                </a:ext>
              </a:extLst>
            </p:cNvPr>
            <p:cNvCxnSpPr/>
            <p:nvPr/>
          </p:nvCxnSpPr>
          <p:spPr>
            <a:xfrm rot="10800000">
              <a:off x="8491200" y="248228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53" name="Google Shape;1518;p94">
              <a:extLst>
                <a:ext uri="{FF2B5EF4-FFF2-40B4-BE49-F238E27FC236}">
                  <a16:creationId xmlns:a16="http://schemas.microsoft.com/office/drawing/2014/main" id="{594CDB32-D616-8380-EFA5-D2E3A6287703}"/>
                </a:ext>
              </a:extLst>
            </p:cNvPr>
            <p:cNvCxnSpPr/>
            <p:nvPr/>
          </p:nvCxnSpPr>
          <p:spPr>
            <a:xfrm rot="10800000">
              <a:off x="8491200" y="246026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54" name="Google Shape;1519;p94">
              <a:extLst>
                <a:ext uri="{FF2B5EF4-FFF2-40B4-BE49-F238E27FC236}">
                  <a16:creationId xmlns:a16="http://schemas.microsoft.com/office/drawing/2014/main" id="{9F24783B-E34E-D9BB-4527-2BD8C73AD60E}"/>
                </a:ext>
              </a:extLst>
            </p:cNvPr>
            <p:cNvCxnSpPr/>
            <p:nvPr/>
          </p:nvCxnSpPr>
          <p:spPr>
            <a:xfrm rot="10800000">
              <a:off x="8491200" y="243826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55" name="Google Shape;1520;p94">
              <a:extLst>
                <a:ext uri="{FF2B5EF4-FFF2-40B4-BE49-F238E27FC236}">
                  <a16:creationId xmlns:a16="http://schemas.microsoft.com/office/drawing/2014/main" id="{B525E80F-9DCC-1E5A-A7C2-6AA3342DD17C}"/>
                </a:ext>
              </a:extLst>
            </p:cNvPr>
            <p:cNvCxnSpPr/>
            <p:nvPr/>
          </p:nvCxnSpPr>
          <p:spPr>
            <a:xfrm rot="10800000">
              <a:off x="8491200" y="241626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56" name="Google Shape;1521;p94">
              <a:extLst>
                <a:ext uri="{FF2B5EF4-FFF2-40B4-BE49-F238E27FC236}">
                  <a16:creationId xmlns:a16="http://schemas.microsoft.com/office/drawing/2014/main" id="{79644F59-ACB7-8BF0-9549-A263419A2C78}"/>
                </a:ext>
              </a:extLst>
            </p:cNvPr>
            <p:cNvCxnSpPr/>
            <p:nvPr/>
          </p:nvCxnSpPr>
          <p:spPr>
            <a:xfrm rot="10800000">
              <a:off x="8515500" y="2369976"/>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457" name="Google Shape;1522;p94">
              <a:extLst>
                <a:ext uri="{FF2B5EF4-FFF2-40B4-BE49-F238E27FC236}">
                  <a16:creationId xmlns:a16="http://schemas.microsoft.com/office/drawing/2014/main" id="{9F315032-C335-0EAA-BA05-4C01DF817A83}"/>
                </a:ext>
              </a:extLst>
            </p:cNvPr>
            <p:cNvCxnSpPr/>
            <p:nvPr/>
          </p:nvCxnSpPr>
          <p:spPr>
            <a:xfrm rot="10800000">
              <a:off x="8491200" y="237384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58" name="Google Shape;1523;p94">
              <a:extLst>
                <a:ext uri="{FF2B5EF4-FFF2-40B4-BE49-F238E27FC236}">
                  <a16:creationId xmlns:a16="http://schemas.microsoft.com/office/drawing/2014/main" id="{0362F979-D223-648A-30F6-BDC868011DE3}"/>
                </a:ext>
              </a:extLst>
            </p:cNvPr>
            <p:cNvCxnSpPr/>
            <p:nvPr/>
          </p:nvCxnSpPr>
          <p:spPr>
            <a:xfrm rot="10800000">
              <a:off x="8491200" y="235025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59" name="Google Shape;1524;p94">
              <a:extLst>
                <a:ext uri="{FF2B5EF4-FFF2-40B4-BE49-F238E27FC236}">
                  <a16:creationId xmlns:a16="http://schemas.microsoft.com/office/drawing/2014/main" id="{6AA0BD54-75FF-6089-66DB-EB9FDFC56868}"/>
                </a:ext>
              </a:extLst>
            </p:cNvPr>
            <p:cNvCxnSpPr/>
            <p:nvPr/>
          </p:nvCxnSpPr>
          <p:spPr>
            <a:xfrm rot="10800000">
              <a:off x="8491200" y="2328253"/>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60" name="Google Shape;1525;p94">
              <a:extLst>
                <a:ext uri="{FF2B5EF4-FFF2-40B4-BE49-F238E27FC236}">
                  <a16:creationId xmlns:a16="http://schemas.microsoft.com/office/drawing/2014/main" id="{679E91DB-52AC-6184-F90C-3A3E8D52AEF3}"/>
                </a:ext>
              </a:extLst>
            </p:cNvPr>
            <p:cNvCxnSpPr/>
            <p:nvPr/>
          </p:nvCxnSpPr>
          <p:spPr>
            <a:xfrm rot="10800000">
              <a:off x="8491200" y="230625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61" name="Google Shape;1526;p94">
              <a:extLst>
                <a:ext uri="{FF2B5EF4-FFF2-40B4-BE49-F238E27FC236}">
                  <a16:creationId xmlns:a16="http://schemas.microsoft.com/office/drawing/2014/main" id="{619D444C-6643-5731-AEAD-38DA618F6F9F}"/>
                </a:ext>
              </a:extLst>
            </p:cNvPr>
            <p:cNvCxnSpPr/>
            <p:nvPr/>
          </p:nvCxnSpPr>
          <p:spPr>
            <a:xfrm rot="10800000">
              <a:off x="8558850" y="2216601"/>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462" name="Google Shape;1527;p94">
              <a:extLst>
                <a:ext uri="{FF2B5EF4-FFF2-40B4-BE49-F238E27FC236}">
                  <a16:creationId xmlns:a16="http://schemas.microsoft.com/office/drawing/2014/main" id="{33F7FBF7-B8C8-A104-EC42-D1C8A9DAB591}"/>
                </a:ext>
              </a:extLst>
            </p:cNvPr>
            <p:cNvCxnSpPr/>
            <p:nvPr/>
          </p:nvCxnSpPr>
          <p:spPr>
            <a:xfrm rot="10800000">
              <a:off x="8491200" y="226226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63" name="Google Shape;1528;p94">
              <a:extLst>
                <a:ext uri="{FF2B5EF4-FFF2-40B4-BE49-F238E27FC236}">
                  <a16:creationId xmlns:a16="http://schemas.microsoft.com/office/drawing/2014/main" id="{4F86A3DB-31D7-F296-8630-21D70AD3BF7A}"/>
                </a:ext>
              </a:extLst>
            </p:cNvPr>
            <p:cNvCxnSpPr/>
            <p:nvPr/>
          </p:nvCxnSpPr>
          <p:spPr>
            <a:xfrm rot="10800000">
              <a:off x="8491200" y="224025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64" name="Google Shape;1529;p94">
              <a:extLst>
                <a:ext uri="{FF2B5EF4-FFF2-40B4-BE49-F238E27FC236}">
                  <a16:creationId xmlns:a16="http://schemas.microsoft.com/office/drawing/2014/main" id="{6A41E192-2894-2CAF-17B5-A90BD152CD36}"/>
                </a:ext>
              </a:extLst>
            </p:cNvPr>
            <p:cNvCxnSpPr/>
            <p:nvPr/>
          </p:nvCxnSpPr>
          <p:spPr>
            <a:xfrm rot="10800000">
              <a:off x="8491200" y="221824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65" name="Google Shape;1530;p94">
              <a:extLst>
                <a:ext uri="{FF2B5EF4-FFF2-40B4-BE49-F238E27FC236}">
                  <a16:creationId xmlns:a16="http://schemas.microsoft.com/office/drawing/2014/main" id="{59660010-AC96-3F73-C41B-D767C209DAA6}"/>
                </a:ext>
              </a:extLst>
            </p:cNvPr>
            <p:cNvCxnSpPr/>
            <p:nvPr/>
          </p:nvCxnSpPr>
          <p:spPr>
            <a:xfrm rot="10800000">
              <a:off x="8491200" y="219624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66" name="Google Shape;1531;p94">
              <a:extLst>
                <a:ext uri="{FF2B5EF4-FFF2-40B4-BE49-F238E27FC236}">
                  <a16:creationId xmlns:a16="http://schemas.microsoft.com/office/drawing/2014/main" id="{3B579190-CEA1-A02A-C35C-8CB9FC0C94EA}"/>
                </a:ext>
              </a:extLst>
            </p:cNvPr>
            <p:cNvCxnSpPr/>
            <p:nvPr/>
          </p:nvCxnSpPr>
          <p:spPr>
            <a:xfrm rot="10800000">
              <a:off x="8515500" y="2149957"/>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467" name="Google Shape;1532;p94">
              <a:extLst>
                <a:ext uri="{FF2B5EF4-FFF2-40B4-BE49-F238E27FC236}">
                  <a16:creationId xmlns:a16="http://schemas.microsoft.com/office/drawing/2014/main" id="{F6E43362-081C-1A68-AF8A-FDAC540323EA}"/>
                </a:ext>
              </a:extLst>
            </p:cNvPr>
            <p:cNvCxnSpPr/>
            <p:nvPr/>
          </p:nvCxnSpPr>
          <p:spPr>
            <a:xfrm rot="10800000">
              <a:off x="8491200" y="215382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68" name="Google Shape;1533;p94">
              <a:extLst>
                <a:ext uri="{FF2B5EF4-FFF2-40B4-BE49-F238E27FC236}">
                  <a16:creationId xmlns:a16="http://schemas.microsoft.com/office/drawing/2014/main" id="{C736DFF3-02DD-4F19-24DE-AC3635A7140C}"/>
                </a:ext>
              </a:extLst>
            </p:cNvPr>
            <p:cNvCxnSpPr/>
            <p:nvPr/>
          </p:nvCxnSpPr>
          <p:spPr>
            <a:xfrm rot="10800000">
              <a:off x="8491200" y="213023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69" name="Google Shape;1534;p94">
              <a:extLst>
                <a:ext uri="{FF2B5EF4-FFF2-40B4-BE49-F238E27FC236}">
                  <a16:creationId xmlns:a16="http://schemas.microsoft.com/office/drawing/2014/main" id="{D7CB964C-DFC3-A9E6-DBCA-BA5454868437}"/>
                </a:ext>
              </a:extLst>
            </p:cNvPr>
            <p:cNvCxnSpPr/>
            <p:nvPr/>
          </p:nvCxnSpPr>
          <p:spPr>
            <a:xfrm rot="10800000">
              <a:off x="8491200" y="210823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70" name="Google Shape;1535;p94">
              <a:extLst>
                <a:ext uri="{FF2B5EF4-FFF2-40B4-BE49-F238E27FC236}">
                  <a16:creationId xmlns:a16="http://schemas.microsoft.com/office/drawing/2014/main" id="{391332F0-60A4-145E-00A1-CCFB72E38054}"/>
                </a:ext>
              </a:extLst>
            </p:cNvPr>
            <p:cNvCxnSpPr/>
            <p:nvPr/>
          </p:nvCxnSpPr>
          <p:spPr>
            <a:xfrm rot="10800000">
              <a:off x="8491200" y="2086233"/>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71" name="Google Shape;1536;p94">
              <a:extLst>
                <a:ext uri="{FF2B5EF4-FFF2-40B4-BE49-F238E27FC236}">
                  <a16:creationId xmlns:a16="http://schemas.microsoft.com/office/drawing/2014/main" id="{C20113FF-F310-76D3-CD24-67E8FCA30915}"/>
                </a:ext>
              </a:extLst>
            </p:cNvPr>
            <p:cNvCxnSpPr/>
            <p:nvPr/>
          </p:nvCxnSpPr>
          <p:spPr>
            <a:xfrm rot="10800000">
              <a:off x="8558850" y="1996582"/>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280" name="Google Shape;1537;p94">
              <a:extLst>
                <a:ext uri="{FF2B5EF4-FFF2-40B4-BE49-F238E27FC236}">
                  <a16:creationId xmlns:a16="http://schemas.microsoft.com/office/drawing/2014/main" id="{17BF8921-A43B-9535-7913-296634D96949}"/>
                </a:ext>
              </a:extLst>
            </p:cNvPr>
            <p:cNvCxnSpPr/>
            <p:nvPr/>
          </p:nvCxnSpPr>
          <p:spPr>
            <a:xfrm rot="10800000">
              <a:off x="8491200" y="204222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281" name="Google Shape;1538;p94">
              <a:extLst>
                <a:ext uri="{FF2B5EF4-FFF2-40B4-BE49-F238E27FC236}">
                  <a16:creationId xmlns:a16="http://schemas.microsoft.com/office/drawing/2014/main" id="{F6A0CFE6-AC06-C04B-A77D-B4A1ABDA8F99}"/>
                </a:ext>
              </a:extLst>
            </p:cNvPr>
            <p:cNvCxnSpPr/>
            <p:nvPr/>
          </p:nvCxnSpPr>
          <p:spPr>
            <a:xfrm rot="10800000">
              <a:off x="8491200" y="202021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282" name="Google Shape;1539;p94">
              <a:extLst>
                <a:ext uri="{FF2B5EF4-FFF2-40B4-BE49-F238E27FC236}">
                  <a16:creationId xmlns:a16="http://schemas.microsoft.com/office/drawing/2014/main" id="{19133280-B229-FAA2-79EF-0DC97E09B15C}"/>
                </a:ext>
              </a:extLst>
            </p:cNvPr>
            <p:cNvCxnSpPr/>
            <p:nvPr/>
          </p:nvCxnSpPr>
          <p:spPr>
            <a:xfrm rot="10800000">
              <a:off x="8491200" y="1998209"/>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283" name="Google Shape;1540;p94">
              <a:extLst>
                <a:ext uri="{FF2B5EF4-FFF2-40B4-BE49-F238E27FC236}">
                  <a16:creationId xmlns:a16="http://schemas.microsoft.com/office/drawing/2014/main" id="{11633D57-1FB6-22B0-927D-AE8F67735C53}"/>
                </a:ext>
              </a:extLst>
            </p:cNvPr>
            <p:cNvCxnSpPr/>
            <p:nvPr/>
          </p:nvCxnSpPr>
          <p:spPr>
            <a:xfrm rot="10800000">
              <a:off x="8491200" y="1976208"/>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284" name="Google Shape;1541;p94">
              <a:extLst>
                <a:ext uri="{FF2B5EF4-FFF2-40B4-BE49-F238E27FC236}">
                  <a16:creationId xmlns:a16="http://schemas.microsoft.com/office/drawing/2014/main" id="{C0BFF9B8-63FA-4488-72F5-C312A0A2E705}"/>
                </a:ext>
              </a:extLst>
            </p:cNvPr>
            <p:cNvCxnSpPr/>
            <p:nvPr/>
          </p:nvCxnSpPr>
          <p:spPr>
            <a:xfrm rot="10800000">
              <a:off x="8515500" y="1929918"/>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285" name="Google Shape;1542;p94">
              <a:extLst>
                <a:ext uri="{FF2B5EF4-FFF2-40B4-BE49-F238E27FC236}">
                  <a16:creationId xmlns:a16="http://schemas.microsoft.com/office/drawing/2014/main" id="{547D7332-37D0-32C5-5533-D0C718BABCF6}"/>
                </a:ext>
              </a:extLst>
            </p:cNvPr>
            <p:cNvCxnSpPr/>
            <p:nvPr/>
          </p:nvCxnSpPr>
          <p:spPr>
            <a:xfrm rot="10800000">
              <a:off x="8491200" y="193379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286" name="Google Shape;1543;p94">
              <a:extLst>
                <a:ext uri="{FF2B5EF4-FFF2-40B4-BE49-F238E27FC236}">
                  <a16:creationId xmlns:a16="http://schemas.microsoft.com/office/drawing/2014/main" id="{7A503F93-3842-93B4-4A43-5491E2E24132}"/>
                </a:ext>
              </a:extLst>
            </p:cNvPr>
            <p:cNvCxnSpPr/>
            <p:nvPr/>
          </p:nvCxnSpPr>
          <p:spPr>
            <a:xfrm rot="10800000">
              <a:off x="8491200" y="191019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287" name="Google Shape;1544;p94">
              <a:extLst>
                <a:ext uri="{FF2B5EF4-FFF2-40B4-BE49-F238E27FC236}">
                  <a16:creationId xmlns:a16="http://schemas.microsoft.com/office/drawing/2014/main" id="{E26B3047-9920-0B01-111A-D8C0780C58C4}"/>
                </a:ext>
              </a:extLst>
            </p:cNvPr>
            <p:cNvCxnSpPr/>
            <p:nvPr/>
          </p:nvCxnSpPr>
          <p:spPr>
            <a:xfrm rot="10800000">
              <a:off x="8491200" y="188819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288" name="Google Shape;1545;p94">
              <a:extLst>
                <a:ext uri="{FF2B5EF4-FFF2-40B4-BE49-F238E27FC236}">
                  <a16:creationId xmlns:a16="http://schemas.microsoft.com/office/drawing/2014/main" id="{87BC73DF-41F2-033B-B358-634FC2D7AFB3}"/>
                </a:ext>
              </a:extLst>
            </p:cNvPr>
            <p:cNvCxnSpPr/>
            <p:nvPr/>
          </p:nvCxnSpPr>
          <p:spPr>
            <a:xfrm rot="10800000">
              <a:off x="8491200" y="1866194"/>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289" name="Google Shape;1546;p94">
              <a:extLst>
                <a:ext uri="{FF2B5EF4-FFF2-40B4-BE49-F238E27FC236}">
                  <a16:creationId xmlns:a16="http://schemas.microsoft.com/office/drawing/2014/main" id="{97180651-D62B-D9D1-5159-D92137176912}"/>
                </a:ext>
              </a:extLst>
            </p:cNvPr>
            <p:cNvCxnSpPr/>
            <p:nvPr/>
          </p:nvCxnSpPr>
          <p:spPr>
            <a:xfrm rot="10800000">
              <a:off x="8558850" y="1776543"/>
              <a:ext cx="0" cy="685200"/>
            </a:xfrm>
            <a:prstGeom prst="straightConnector1">
              <a:avLst/>
            </a:prstGeom>
            <a:noFill/>
            <a:ln w="9525" cap="flat" cmpd="sng">
              <a:solidFill>
                <a:schemeClr val="accent6"/>
              </a:solidFill>
              <a:prstDash val="solid"/>
              <a:round/>
              <a:headEnd type="none" w="med" len="med"/>
              <a:tailEnd type="none" w="med" len="med"/>
            </a:ln>
          </p:spPr>
        </p:cxnSp>
        <p:cxnSp>
          <p:nvCxnSpPr>
            <p:cNvPr id="1290" name="Google Shape;1547;p94">
              <a:extLst>
                <a:ext uri="{FF2B5EF4-FFF2-40B4-BE49-F238E27FC236}">
                  <a16:creationId xmlns:a16="http://schemas.microsoft.com/office/drawing/2014/main" id="{EF6A9616-95CC-34A9-E57E-35121D2B423F}"/>
                </a:ext>
              </a:extLst>
            </p:cNvPr>
            <p:cNvCxnSpPr/>
            <p:nvPr/>
          </p:nvCxnSpPr>
          <p:spPr>
            <a:xfrm rot="10800000">
              <a:off x="8491200" y="1822212"/>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291" name="Google Shape;1548;p94">
              <a:extLst>
                <a:ext uri="{FF2B5EF4-FFF2-40B4-BE49-F238E27FC236}">
                  <a16:creationId xmlns:a16="http://schemas.microsoft.com/office/drawing/2014/main" id="{047E5C5C-0562-0C1A-EB2D-6FDDDC62A0AD}"/>
                </a:ext>
              </a:extLst>
            </p:cNvPr>
            <p:cNvCxnSpPr/>
            <p:nvPr/>
          </p:nvCxnSpPr>
          <p:spPr>
            <a:xfrm rot="10800000">
              <a:off x="8491200" y="180020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292" name="Google Shape;1549;p94">
              <a:extLst>
                <a:ext uri="{FF2B5EF4-FFF2-40B4-BE49-F238E27FC236}">
                  <a16:creationId xmlns:a16="http://schemas.microsoft.com/office/drawing/2014/main" id="{BC2896F1-4E55-2110-7273-75CA943C75D5}"/>
                </a:ext>
              </a:extLst>
            </p:cNvPr>
            <p:cNvCxnSpPr/>
            <p:nvPr/>
          </p:nvCxnSpPr>
          <p:spPr>
            <a:xfrm rot="10800000">
              <a:off x="8491200" y="177820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72" name="Google Shape;1550;p94">
              <a:extLst>
                <a:ext uri="{FF2B5EF4-FFF2-40B4-BE49-F238E27FC236}">
                  <a16:creationId xmlns:a16="http://schemas.microsoft.com/office/drawing/2014/main" id="{68989BA2-C2BE-6A02-FE44-B12CA95A2890}"/>
                </a:ext>
              </a:extLst>
            </p:cNvPr>
            <p:cNvCxnSpPr/>
            <p:nvPr/>
          </p:nvCxnSpPr>
          <p:spPr>
            <a:xfrm rot="10800000">
              <a:off x="8491200" y="1756200"/>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73" name="Google Shape;1551;p94">
              <a:extLst>
                <a:ext uri="{FF2B5EF4-FFF2-40B4-BE49-F238E27FC236}">
                  <a16:creationId xmlns:a16="http://schemas.microsoft.com/office/drawing/2014/main" id="{661C42E9-E268-6098-E25B-6E404C9B8AAA}"/>
                </a:ext>
              </a:extLst>
            </p:cNvPr>
            <p:cNvCxnSpPr/>
            <p:nvPr/>
          </p:nvCxnSpPr>
          <p:spPr>
            <a:xfrm rot="10800000">
              <a:off x="8515500" y="1709909"/>
              <a:ext cx="0" cy="598500"/>
            </a:xfrm>
            <a:prstGeom prst="straightConnector1">
              <a:avLst/>
            </a:prstGeom>
            <a:noFill/>
            <a:ln w="9525" cap="flat" cmpd="sng">
              <a:solidFill>
                <a:srgbClr val="5F6368"/>
              </a:solidFill>
              <a:prstDash val="solid"/>
              <a:round/>
              <a:headEnd type="none" w="med" len="med"/>
              <a:tailEnd type="none" w="med" len="med"/>
            </a:ln>
          </p:spPr>
        </p:cxnSp>
        <p:cxnSp>
          <p:nvCxnSpPr>
            <p:cNvPr id="1474" name="Google Shape;1552;p94">
              <a:extLst>
                <a:ext uri="{FF2B5EF4-FFF2-40B4-BE49-F238E27FC236}">
                  <a16:creationId xmlns:a16="http://schemas.microsoft.com/office/drawing/2014/main" id="{34FF0441-FADC-FDF6-CA35-23BD90041A72}"/>
                </a:ext>
              </a:extLst>
            </p:cNvPr>
            <p:cNvCxnSpPr/>
            <p:nvPr/>
          </p:nvCxnSpPr>
          <p:spPr>
            <a:xfrm rot="10800000">
              <a:off x="8491200" y="1713781"/>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75" name="Google Shape;1553;p94">
              <a:extLst>
                <a:ext uri="{FF2B5EF4-FFF2-40B4-BE49-F238E27FC236}">
                  <a16:creationId xmlns:a16="http://schemas.microsoft.com/office/drawing/2014/main" id="{20EFF75B-5B52-BC0F-0C33-C7FA4009F4F1}"/>
                </a:ext>
              </a:extLst>
            </p:cNvPr>
            <p:cNvCxnSpPr/>
            <p:nvPr/>
          </p:nvCxnSpPr>
          <p:spPr>
            <a:xfrm rot="10800000">
              <a:off x="8491200" y="1690187"/>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76" name="Google Shape;1554;p94">
              <a:extLst>
                <a:ext uri="{FF2B5EF4-FFF2-40B4-BE49-F238E27FC236}">
                  <a16:creationId xmlns:a16="http://schemas.microsoft.com/office/drawing/2014/main" id="{E68EB028-A14A-1436-895A-B8C98B825B82}"/>
                </a:ext>
              </a:extLst>
            </p:cNvPr>
            <p:cNvCxnSpPr/>
            <p:nvPr/>
          </p:nvCxnSpPr>
          <p:spPr>
            <a:xfrm rot="10800000">
              <a:off x="8491200" y="1668186"/>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77" name="Google Shape;1555;p94">
              <a:extLst>
                <a:ext uri="{FF2B5EF4-FFF2-40B4-BE49-F238E27FC236}">
                  <a16:creationId xmlns:a16="http://schemas.microsoft.com/office/drawing/2014/main" id="{21A3F0C5-AF7A-D0DE-E702-6DA93C1906A1}"/>
                </a:ext>
              </a:extLst>
            </p:cNvPr>
            <p:cNvCxnSpPr/>
            <p:nvPr/>
          </p:nvCxnSpPr>
          <p:spPr>
            <a:xfrm rot="10800000">
              <a:off x="8491200" y="1646185"/>
              <a:ext cx="0" cy="549900"/>
            </a:xfrm>
            <a:prstGeom prst="straightConnector1">
              <a:avLst/>
            </a:prstGeom>
            <a:noFill/>
            <a:ln w="9525" cap="flat" cmpd="sng">
              <a:solidFill>
                <a:srgbClr val="BDC1C6"/>
              </a:solidFill>
              <a:prstDash val="solid"/>
              <a:round/>
              <a:headEnd type="none" w="med" len="med"/>
              <a:tailEnd type="none" w="med" len="med"/>
            </a:ln>
          </p:spPr>
        </p:cxnSp>
        <p:cxnSp>
          <p:nvCxnSpPr>
            <p:cNvPr id="1478" name="Google Shape;1556;p94">
              <a:extLst>
                <a:ext uri="{FF2B5EF4-FFF2-40B4-BE49-F238E27FC236}">
                  <a16:creationId xmlns:a16="http://schemas.microsoft.com/office/drawing/2014/main" id="{6BA4BF66-63B0-97D5-3FA1-96D19D14616D}"/>
                </a:ext>
              </a:extLst>
            </p:cNvPr>
            <p:cNvCxnSpPr/>
            <p:nvPr/>
          </p:nvCxnSpPr>
          <p:spPr>
            <a:xfrm rot="10800000">
              <a:off x="8558850" y="1556534"/>
              <a:ext cx="0" cy="685200"/>
            </a:xfrm>
            <a:prstGeom prst="straightConnector1">
              <a:avLst/>
            </a:prstGeom>
            <a:noFill/>
            <a:ln w="9525" cap="flat" cmpd="sng">
              <a:solidFill>
                <a:schemeClr val="accent6"/>
              </a:solidFill>
              <a:prstDash val="solid"/>
              <a:round/>
              <a:headEnd type="none" w="med" len="med"/>
              <a:tailEnd type="none" w="med" len="med"/>
            </a:ln>
          </p:spPr>
        </p:cxnSp>
        <p:sp>
          <p:nvSpPr>
            <p:cNvPr id="1479" name="Google Shape;1557;p94">
              <a:extLst>
                <a:ext uri="{FF2B5EF4-FFF2-40B4-BE49-F238E27FC236}">
                  <a16:creationId xmlns:a16="http://schemas.microsoft.com/office/drawing/2014/main" id="{70581474-CDE2-4C64-88EE-38297D3D3D19}"/>
                </a:ext>
              </a:extLst>
            </p:cNvPr>
            <p:cNvSpPr txBox="1"/>
            <p:nvPr/>
          </p:nvSpPr>
          <p:spPr>
            <a:xfrm rot="-5400000">
              <a:off x="8896650" y="3752291"/>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10</a:t>
              </a:r>
              <a:endParaRPr sz="500" b="1">
                <a:solidFill>
                  <a:schemeClr val="accent6"/>
                </a:solidFill>
              </a:endParaRPr>
            </a:p>
          </p:txBody>
        </p:sp>
        <p:sp>
          <p:nvSpPr>
            <p:cNvPr id="1480" name="Google Shape;1558;p94">
              <a:extLst>
                <a:ext uri="{FF2B5EF4-FFF2-40B4-BE49-F238E27FC236}">
                  <a16:creationId xmlns:a16="http://schemas.microsoft.com/office/drawing/2014/main" id="{4398D0D6-F92C-118B-DCCE-0FE564AB1156}"/>
                </a:ext>
              </a:extLst>
            </p:cNvPr>
            <p:cNvSpPr txBox="1"/>
            <p:nvPr/>
          </p:nvSpPr>
          <p:spPr>
            <a:xfrm rot="-5400000">
              <a:off x="8896650" y="3532262"/>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20</a:t>
              </a:r>
              <a:endParaRPr sz="500" b="1">
                <a:solidFill>
                  <a:schemeClr val="accent6"/>
                </a:solidFill>
              </a:endParaRPr>
            </a:p>
          </p:txBody>
        </p:sp>
        <p:sp>
          <p:nvSpPr>
            <p:cNvPr id="1481" name="Google Shape;1559;p94">
              <a:extLst>
                <a:ext uri="{FF2B5EF4-FFF2-40B4-BE49-F238E27FC236}">
                  <a16:creationId xmlns:a16="http://schemas.microsoft.com/office/drawing/2014/main" id="{BD45671D-2914-7D65-2603-5328BB23C42F}"/>
                </a:ext>
              </a:extLst>
            </p:cNvPr>
            <p:cNvSpPr txBox="1"/>
            <p:nvPr/>
          </p:nvSpPr>
          <p:spPr>
            <a:xfrm rot="-5400000">
              <a:off x="8896650" y="3312227"/>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30</a:t>
              </a:r>
              <a:endParaRPr sz="500" b="1">
                <a:solidFill>
                  <a:schemeClr val="accent6"/>
                </a:solidFill>
              </a:endParaRPr>
            </a:p>
          </p:txBody>
        </p:sp>
        <p:sp>
          <p:nvSpPr>
            <p:cNvPr id="1482" name="Google Shape;1560;p94">
              <a:extLst>
                <a:ext uri="{FF2B5EF4-FFF2-40B4-BE49-F238E27FC236}">
                  <a16:creationId xmlns:a16="http://schemas.microsoft.com/office/drawing/2014/main" id="{D3E9AB73-DD00-985B-9DD1-A88897AB7970}"/>
                </a:ext>
              </a:extLst>
            </p:cNvPr>
            <p:cNvSpPr txBox="1"/>
            <p:nvPr/>
          </p:nvSpPr>
          <p:spPr>
            <a:xfrm rot="-5400000">
              <a:off x="8896650" y="3092203"/>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40</a:t>
              </a:r>
              <a:endParaRPr sz="500" b="1">
                <a:solidFill>
                  <a:schemeClr val="accent6"/>
                </a:solidFill>
              </a:endParaRPr>
            </a:p>
          </p:txBody>
        </p:sp>
        <p:sp>
          <p:nvSpPr>
            <p:cNvPr id="1483" name="Google Shape;1561;p94">
              <a:extLst>
                <a:ext uri="{FF2B5EF4-FFF2-40B4-BE49-F238E27FC236}">
                  <a16:creationId xmlns:a16="http://schemas.microsoft.com/office/drawing/2014/main" id="{A7C99B96-F416-D7DD-368F-1EFC24460F7A}"/>
                </a:ext>
              </a:extLst>
            </p:cNvPr>
            <p:cNvSpPr txBox="1"/>
            <p:nvPr/>
          </p:nvSpPr>
          <p:spPr>
            <a:xfrm rot="-5400000">
              <a:off x="8896650" y="2872174"/>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50</a:t>
              </a:r>
              <a:endParaRPr sz="500" b="1">
                <a:solidFill>
                  <a:schemeClr val="accent6"/>
                </a:solidFill>
              </a:endParaRPr>
            </a:p>
          </p:txBody>
        </p:sp>
        <p:sp>
          <p:nvSpPr>
            <p:cNvPr id="1484" name="Google Shape;1562;p94">
              <a:extLst>
                <a:ext uri="{FF2B5EF4-FFF2-40B4-BE49-F238E27FC236}">
                  <a16:creationId xmlns:a16="http://schemas.microsoft.com/office/drawing/2014/main" id="{F615C7A6-1361-E85E-60D9-F4A6794B6706}"/>
                </a:ext>
              </a:extLst>
            </p:cNvPr>
            <p:cNvSpPr txBox="1"/>
            <p:nvPr/>
          </p:nvSpPr>
          <p:spPr>
            <a:xfrm rot="-5400000">
              <a:off x="8896650" y="2652139"/>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60</a:t>
              </a:r>
              <a:endParaRPr sz="500" b="1">
                <a:solidFill>
                  <a:schemeClr val="accent6"/>
                </a:solidFill>
              </a:endParaRPr>
            </a:p>
          </p:txBody>
        </p:sp>
        <p:sp>
          <p:nvSpPr>
            <p:cNvPr id="1485" name="Google Shape;1563;p94">
              <a:extLst>
                <a:ext uri="{FF2B5EF4-FFF2-40B4-BE49-F238E27FC236}">
                  <a16:creationId xmlns:a16="http://schemas.microsoft.com/office/drawing/2014/main" id="{39273D51-BC34-811E-B862-B9F614752765}"/>
                </a:ext>
              </a:extLst>
            </p:cNvPr>
            <p:cNvSpPr txBox="1"/>
            <p:nvPr/>
          </p:nvSpPr>
          <p:spPr>
            <a:xfrm rot="-5400000">
              <a:off x="8896650" y="2432115"/>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70</a:t>
              </a:r>
              <a:endParaRPr sz="500" b="1">
                <a:solidFill>
                  <a:schemeClr val="accent6"/>
                </a:solidFill>
              </a:endParaRPr>
            </a:p>
          </p:txBody>
        </p:sp>
        <p:sp>
          <p:nvSpPr>
            <p:cNvPr id="1486" name="Google Shape;1564;p94">
              <a:extLst>
                <a:ext uri="{FF2B5EF4-FFF2-40B4-BE49-F238E27FC236}">
                  <a16:creationId xmlns:a16="http://schemas.microsoft.com/office/drawing/2014/main" id="{5C134485-5E88-E94D-9AC5-A1C1F921224D}"/>
                </a:ext>
              </a:extLst>
            </p:cNvPr>
            <p:cNvSpPr txBox="1"/>
            <p:nvPr/>
          </p:nvSpPr>
          <p:spPr>
            <a:xfrm rot="-5400000">
              <a:off x="8896650" y="2212080"/>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80</a:t>
              </a:r>
              <a:endParaRPr sz="500" b="1">
                <a:solidFill>
                  <a:schemeClr val="accent6"/>
                </a:solidFill>
              </a:endParaRPr>
            </a:p>
          </p:txBody>
        </p:sp>
        <p:sp>
          <p:nvSpPr>
            <p:cNvPr id="1487" name="Google Shape;1565;p94">
              <a:extLst>
                <a:ext uri="{FF2B5EF4-FFF2-40B4-BE49-F238E27FC236}">
                  <a16:creationId xmlns:a16="http://schemas.microsoft.com/office/drawing/2014/main" id="{62CB8973-D1C6-9246-10C7-284D19AF7C26}"/>
                </a:ext>
              </a:extLst>
            </p:cNvPr>
            <p:cNvSpPr txBox="1"/>
            <p:nvPr/>
          </p:nvSpPr>
          <p:spPr>
            <a:xfrm rot="-5400000">
              <a:off x="8896650" y="1992061"/>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90</a:t>
              </a:r>
              <a:endParaRPr sz="500" b="1">
                <a:solidFill>
                  <a:schemeClr val="accent6"/>
                </a:solidFill>
              </a:endParaRPr>
            </a:p>
          </p:txBody>
        </p:sp>
        <p:sp>
          <p:nvSpPr>
            <p:cNvPr id="1488" name="Google Shape;1566;p94">
              <a:extLst>
                <a:ext uri="{FF2B5EF4-FFF2-40B4-BE49-F238E27FC236}">
                  <a16:creationId xmlns:a16="http://schemas.microsoft.com/office/drawing/2014/main" id="{CAFD3468-DF0C-DBC6-8777-57EB9D32DFC2}"/>
                </a:ext>
              </a:extLst>
            </p:cNvPr>
            <p:cNvSpPr txBox="1"/>
            <p:nvPr/>
          </p:nvSpPr>
          <p:spPr>
            <a:xfrm rot="-5400000">
              <a:off x="8867550" y="1744055"/>
              <a:ext cx="1464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100</a:t>
              </a:r>
              <a:endParaRPr sz="500" b="1">
                <a:solidFill>
                  <a:schemeClr val="accent6"/>
                </a:solidFill>
              </a:endParaRPr>
            </a:p>
          </p:txBody>
        </p:sp>
        <p:sp>
          <p:nvSpPr>
            <p:cNvPr id="1489" name="Google Shape;1567;p94">
              <a:extLst>
                <a:ext uri="{FF2B5EF4-FFF2-40B4-BE49-F238E27FC236}">
                  <a16:creationId xmlns:a16="http://schemas.microsoft.com/office/drawing/2014/main" id="{AED639BD-9D05-26F7-2CD7-E125E2A680E4}"/>
                </a:ext>
              </a:extLst>
            </p:cNvPr>
            <p:cNvSpPr txBox="1"/>
            <p:nvPr/>
          </p:nvSpPr>
          <p:spPr>
            <a:xfrm rot="-5400000">
              <a:off x="8818350" y="3862326"/>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5</a:t>
              </a:r>
              <a:endParaRPr sz="500" b="1">
                <a:solidFill>
                  <a:srgbClr val="5F6368"/>
                </a:solidFill>
              </a:endParaRPr>
            </a:p>
          </p:txBody>
        </p:sp>
        <p:sp>
          <p:nvSpPr>
            <p:cNvPr id="1490" name="Google Shape;1568;p94">
              <a:extLst>
                <a:ext uri="{FF2B5EF4-FFF2-40B4-BE49-F238E27FC236}">
                  <a16:creationId xmlns:a16="http://schemas.microsoft.com/office/drawing/2014/main" id="{B0C6A8F5-F60B-4312-09E7-7843ACF26F40}"/>
                </a:ext>
              </a:extLst>
            </p:cNvPr>
            <p:cNvSpPr txBox="1"/>
            <p:nvPr/>
          </p:nvSpPr>
          <p:spPr>
            <a:xfrm rot="-5400000">
              <a:off x="8818350" y="3642163"/>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15</a:t>
              </a:r>
              <a:endParaRPr sz="500" b="1">
                <a:solidFill>
                  <a:srgbClr val="5F6368"/>
                </a:solidFill>
              </a:endParaRPr>
            </a:p>
          </p:txBody>
        </p:sp>
        <p:sp>
          <p:nvSpPr>
            <p:cNvPr id="1491" name="Google Shape;1569;p94">
              <a:extLst>
                <a:ext uri="{FF2B5EF4-FFF2-40B4-BE49-F238E27FC236}">
                  <a16:creationId xmlns:a16="http://schemas.microsoft.com/office/drawing/2014/main" id="{4D11F24E-7BB9-F850-E6BD-6A87E1E3451D}"/>
                </a:ext>
              </a:extLst>
            </p:cNvPr>
            <p:cNvSpPr txBox="1"/>
            <p:nvPr/>
          </p:nvSpPr>
          <p:spPr>
            <a:xfrm rot="-5400000">
              <a:off x="8818350" y="3422221"/>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25</a:t>
              </a:r>
              <a:endParaRPr sz="500" b="1">
                <a:solidFill>
                  <a:srgbClr val="5F6368"/>
                </a:solidFill>
              </a:endParaRPr>
            </a:p>
          </p:txBody>
        </p:sp>
        <p:sp>
          <p:nvSpPr>
            <p:cNvPr id="1492" name="Google Shape;1570;p94">
              <a:extLst>
                <a:ext uri="{FF2B5EF4-FFF2-40B4-BE49-F238E27FC236}">
                  <a16:creationId xmlns:a16="http://schemas.microsoft.com/office/drawing/2014/main" id="{72B2B791-5F75-CF08-1366-10D20CB2F14A}"/>
                </a:ext>
              </a:extLst>
            </p:cNvPr>
            <p:cNvSpPr txBox="1"/>
            <p:nvPr/>
          </p:nvSpPr>
          <p:spPr>
            <a:xfrm rot="-5400000">
              <a:off x="8818350" y="3202228"/>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35</a:t>
              </a:r>
              <a:endParaRPr sz="500" b="1">
                <a:solidFill>
                  <a:srgbClr val="5F6368"/>
                </a:solidFill>
              </a:endParaRPr>
            </a:p>
          </p:txBody>
        </p:sp>
        <p:sp>
          <p:nvSpPr>
            <p:cNvPr id="1493" name="Google Shape;1571;p94">
              <a:extLst>
                <a:ext uri="{FF2B5EF4-FFF2-40B4-BE49-F238E27FC236}">
                  <a16:creationId xmlns:a16="http://schemas.microsoft.com/office/drawing/2014/main" id="{619AE925-6729-D741-8F4A-84D7528A93C9}"/>
                </a:ext>
              </a:extLst>
            </p:cNvPr>
            <p:cNvSpPr txBox="1"/>
            <p:nvPr/>
          </p:nvSpPr>
          <p:spPr>
            <a:xfrm rot="-5400000">
              <a:off x="8818350" y="2982199"/>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45</a:t>
              </a:r>
              <a:endParaRPr sz="500" b="1">
                <a:solidFill>
                  <a:srgbClr val="5F6368"/>
                </a:solidFill>
              </a:endParaRPr>
            </a:p>
          </p:txBody>
        </p:sp>
        <p:sp>
          <p:nvSpPr>
            <p:cNvPr id="1494" name="Google Shape;1572;p94">
              <a:extLst>
                <a:ext uri="{FF2B5EF4-FFF2-40B4-BE49-F238E27FC236}">
                  <a16:creationId xmlns:a16="http://schemas.microsoft.com/office/drawing/2014/main" id="{03D300BC-BB40-8C51-65C3-109619DD4E48}"/>
                </a:ext>
              </a:extLst>
            </p:cNvPr>
            <p:cNvSpPr txBox="1"/>
            <p:nvPr/>
          </p:nvSpPr>
          <p:spPr>
            <a:xfrm rot="-5400000">
              <a:off x="8818350" y="2762133"/>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55</a:t>
              </a:r>
              <a:endParaRPr sz="500" b="1">
                <a:solidFill>
                  <a:srgbClr val="5F6368"/>
                </a:solidFill>
              </a:endParaRPr>
            </a:p>
          </p:txBody>
        </p:sp>
        <p:sp>
          <p:nvSpPr>
            <p:cNvPr id="1495" name="Google Shape;1573;p94">
              <a:extLst>
                <a:ext uri="{FF2B5EF4-FFF2-40B4-BE49-F238E27FC236}">
                  <a16:creationId xmlns:a16="http://schemas.microsoft.com/office/drawing/2014/main" id="{3DFB67FE-664F-02E6-4A21-68B7AB2EF3D2}"/>
                </a:ext>
              </a:extLst>
            </p:cNvPr>
            <p:cNvSpPr txBox="1"/>
            <p:nvPr/>
          </p:nvSpPr>
          <p:spPr>
            <a:xfrm rot="-5400000">
              <a:off x="8818350" y="2542099"/>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65</a:t>
              </a:r>
              <a:endParaRPr sz="500" b="1">
                <a:solidFill>
                  <a:srgbClr val="5F6368"/>
                </a:solidFill>
              </a:endParaRPr>
            </a:p>
          </p:txBody>
        </p:sp>
        <p:sp>
          <p:nvSpPr>
            <p:cNvPr id="1496" name="Google Shape;1574;p94">
              <a:extLst>
                <a:ext uri="{FF2B5EF4-FFF2-40B4-BE49-F238E27FC236}">
                  <a16:creationId xmlns:a16="http://schemas.microsoft.com/office/drawing/2014/main" id="{F6980031-9A6B-E739-0187-6CA82FB458B1}"/>
                </a:ext>
              </a:extLst>
            </p:cNvPr>
            <p:cNvSpPr txBox="1"/>
            <p:nvPr/>
          </p:nvSpPr>
          <p:spPr>
            <a:xfrm rot="-5400000">
              <a:off x="8818350" y="2322105"/>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75</a:t>
              </a:r>
              <a:endParaRPr sz="500" b="1">
                <a:solidFill>
                  <a:srgbClr val="5F6368"/>
                </a:solidFill>
              </a:endParaRPr>
            </a:p>
          </p:txBody>
        </p:sp>
        <p:sp>
          <p:nvSpPr>
            <p:cNvPr id="1497" name="Google Shape;1575;p94">
              <a:extLst>
                <a:ext uri="{FF2B5EF4-FFF2-40B4-BE49-F238E27FC236}">
                  <a16:creationId xmlns:a16="http://schemas.microsoft.com/office/drawing/2014/main" id="{95F00197-877B-52FA-E5BC-8289E9F28DBC}"/>
                </a:ext>
              </a:extLst>
            </p:cNvPr>
            <p:cNvSpPr txBox="1"/>
            <p:nvPr/>
          </p:nvSpPr>
          <p:spPr>
            <a:xfrm rot="-5400000">
              <a:off x="8818350" y="2102081"/>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85</a:t>
              </a:r>
              <a:endParaRPr sz="500" b="1">
                <a:solidFill>
                  <a:srgbClr val="5F6368"/>
                </a:solidFill>
              </a:endParaRPr>
            </a:p>
          </p:txBody>
        </p:sp>
        <p:sp>
          <p:nvSpPr>
            <p:cNvPr id="1498" name="Google Shape;1576;p94">
              <a:extLst>
                <a:ext uri="{FF2B5EF4-FFF2-40B4-BE49-F238E27FC236}">
                  <a16:creationId xmlns:a16="http://schemas.microsoft.com/office/drawing/2014/main" id="{E72CB5B0-5430-5E25-A923-FF34979855E0}"/>
                </a:ext>
              </a:extLst>
            </p:cNvPr>
            <p:cNvSpPr txBox="1"/>
            <p:nvPr/>
          </p:nvSpPr>
          <p:spPr>
            <a:xfrm rot="-5400000">
              <a:off x="8818350" y="1882021"/>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rgbClr val="5F6368"/>
                  </a:solidFill>
                </a:rPr>
                <a:t>95</a:t>
              </a:r>
              <a:endParaRPr sz="500" b="1">
                <a:solidFill>
                  <a:srgbClr val="5F6368"/>
                </a:solidFill>
              </a:endParaRPr>
            </a:p>
          </p:txBody>
        </p:sp>
        <p:sp>
          <p:nvSpPr>
            <p:cNvPr id="1499" name="Google Shape;1577;p94">
              <a:extLst>
                <a:ext uri="{FF2B5EF4-FFF2-40B4-BE49-F238E27FC236}">
                  <a16:creationId xmlns:a16="http://schemas.microsoft.com/office/drawing/2014/main" id="{17380741-1FFF-ED9E-7A9E-4B9560B4C8F4}"/>
                </a:ext>
              </a:extLst>
            </p:cNvPr>
            <p:cNvSpPr txBox="1"/>
            <p:nvPr/>
          </p:nvSpPr>
          <p:spPr>
            <a:xfrm rot="-5400000">
              <a:off x="8896650" y="3971018"/>
              <a:ext cx="88200" cy="254100"/>
            </a:xfrm>
            <a:prstGeom prst="rect">
              <a:avLst/>
            </a:prstGeom>
            <a:noFill/>
            <a:ln>
              <a:noFill/>
            </a:ln>
          </p:spPr>
          <p:txBody>
            <a:bodyPr spcFirstLastPara="1" wrap="square" lIns="91425" tIns="91425" rIns="91425" bIns="91425" anchor="t" anchorCtr="0">
              <a:noAutofit/>
            </a:bodyPr>
            <a:lstStyle/>
            <a:p>
              <a:pPr marL="0" marR="0" lvl="0" indent="0" algn="ctr" rtl="0">
                <a:spcBef>
                  <a:spcPts val="0"/>
                </a:spcBef>
                <a:spcAft>
                  <a:spcPts val="0"/>
                </a:spcAft>
                <a:buNone/>
              </a:pPr>
              <a:r>
                <a:rPr lang="en" sz="500" b="1">
                  <a:solidFill>
                    <a:schemeClr val="accent6"/>
                  </a:solidFill>
                </a:rPr>
                <a:t>0</a:t>
              </a:r>
              <a:endParaRPr sz="500" b="1">
                <a:solidFill>
                  <a:schemeClr val="accent6"/>
                </a:solidFill>
              </a:endParaRPr>
            </a:p>
          </p:txBody>
        </p:sp>
      </p:grpSp>
      <p:sp>
        <p:nvSpPr>
          <p:cNvPr id="1500" name="Google Shape;1578;p94">
            <a:extLst>
              <a:ext uri="{FF2B5EF4-FFF2-40B4-BE49-F238E27FC236}">
                <a16:creationId xmlns:a16="http://schemas.microsoft.com/office/drawing/2014/main" id="{5FDAF05B-8889-B79A-D499-304954CEC3A4}"/>
              </a:ext>
            </a:extLst>
          </p:cNvPr>
          <p:cNvSpPr txBox="1"/>
          <p:nvPr/>
        </p:nvSpPr>
        <p:spPr>
          <a:xfrm>
            <a:off x="5483534"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666666"/>
                </a:solidFill>
              </a:rPr>
              <a:t>54%</a:t>
            </a:r>
            <a:endParaRPr sz="1100">
              <a:solidFill>
                <a:srgbClr val="666666"/>
              </a:solidFill>
            </a:endParaRPr>
          </a:p>
        </p:txBody>
      </p:sp>
      <p:sp>
        <p:nvSpPr>
          <p:cNvPr id="1501" name="Google Shape;1579;p94">
            <a:extLst>
              <a:ext uri="{FF2B5EF4-FFF2-40B4-BE49-F238E27FC236}">
                <a16:creationId xmlns:a16="http://schemas.microsoft.com/office/drawing/2014/main" id="{B6DDC3A1-F845-2C88-2890-EE66DC7D9707}"/>
              </a:ext>
            </a:extLst>
          </p:cNvPr>
          <p:cNvSpPr txBox="1"/>
          <p:nvPr/>
        </p:nvSpPr>
        <p:spPr>
          <a:xfrm>
            <a:off x="6313470"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2"/>
                </a:solidFill>
              </a:rPr>
              <a:t>45% </a:t>
            </a:r>
            <a:endParaRPr sz="1100" b="1">
              <a:solidFill>
                <a:schemeClr val="dk2"/>
              </a:solidFill>
            </a:endParaRPr>
          </a:p>
        </p:txBody>
      </p:sp>
      <p:sp>
        <p:nvSpPr>
          <p:cNvPr id="1502" name="Google Shape;1580;p94">
            <a:extLst>
              <a:ext uri="{FF2B5EF4-FFF2-40B4-BE49-F238E27FC236}">
                <a16:creationId xmlns:a16="http://schemas.microsoft.com/office/drawing/2014/main" id="{1E530B35-955B-1DF2-DF53-3F354ACF38A7}"/>
              </a:ext>
            </a:extLst>
          </p:cNvPr>
          <p:cNvSpPr txBox="1"/>
          <p:nvPr/>
        </p:nvSpPr>
        <p:spPr>
          <a:xfrm>
            <a:off x="7143405"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666666"/>
                </a:solidFill>
              </a:rPr>
              <a:t>54%</a:t>
            </a:r>
            <a:endParaRPr sz="1100">
              <a:solidFill>
                <a:srgbClr val="666666"/>
              </a:solidFill>
            </a:endParaRPr>
          </a:p>
        </p:txBody>
      </p:sp>
      <p:sp>
        <p:nvSpPr>
          <p:cNvPr id="1503" name="Google Shape;1581;p94">
            <a:extLst>
              <a:ext uri="{FF2B5EF4-FFF2-40B4-BE49-F238E27FC236}">
                <a16:creationId xmlns:a16="http://schemas.microsoft.com/office/drawing/2014/main" id="{F8B66573-8D9E-2847-E4F0-0F5740D06D42}"/>
              </a:ext>
            </a:extLst>
          </p:cNvPr>
          <p:cNvSpPr txBox="1"/>
          <p:nvPr/>
        </p:nvSpPr>
        <p:spPr>
          <a:xfrm>
            <a:off x="3823663" y="14574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666666"/>
                </a:solidFill>
              </a:rPr>
              <a:t>35% </a:t>
            </a:r>
            <a:endParaRPr sz="1100">
              <a:solidFill>
                <a:srgbClr val="666666"/>
              </a:solidFill>
            </a:endParaRPr>
          </a:p>
        </p:txBody>
      </p:sp>
      <p:sp>
        <p:nvSpPr>
          <p:cNvPr id="1504" name="Google Shape;1582;p94">
            <a:extLst>
              <a:ext uri="{FF2B5EF4-FFF2-40B4-BE49-F238E27FC236}">
                <a16:creationId xmlns:a16="http://schemas.microsoft.com/office/drawing/2014/main" id="{D1B5ADF3-B114-C281-092D-3E125DC33637}"/>
              </a:ext>
            </a:extLst>
          </p:cNvPr>
          <p:cNvSpPr txBox="1"/>
          <p:nvPr/>
        </p:nvSpPr>
        <p:spPr>
          <a:xfrm>
            <a:off x="4653599"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666666"/>
                </a:solidFill>
              </a:rPr>
              <a:t>52%</a:t>
            </a:r>
            <a:endParaRPr sz="1100">
              <a:solidFill>
                <a:srgbClr val="666666"/>
              </a:solidFill>
            </a:endParaRPr>
          </a:p>
        </p:txBody>
      </p:sp>
      <p:sp>
        <p:nvSpPr>
          <p:cNvPr id="1505" name="Google Shape;1584;p94">
            <a:extLst>
              <a:ext uri="{FF2B5EF4-FFF2-40B4-BE49-F238E27FC236}">
                <a16:creationId xmlns:a16="http://schemas.microsoft.com/office/drawing/2014/main" id="{6C6AFFBA-A6CC-9FA5-37EA-6EED75D40026}"/>
              </a:ext>
            </a:extLst>
          </p:cNvPr>
          <p:cNvSpPr/>
          <p:nvPr/>
        </p:nvSpPr>
        <p:spPr>
          <a:xfrm>
            <a:off x="3341665" y="2295150"/>
            <a:ext cx="91500" cy="1807500"/>
          </a:xfrm>
          <a:prstGeom prst="rect">
            <a:avLst/>
          </a:prstGeom>
          <a:solidFill>
            <a:srgbClr val="66666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6" name="Google Shape;1585;p94">
            <a:extLst>
              <a:ext uri="{FF2B5EF4-FFF2-40B4-BE49-F238E27FC236}">
                <a16:creationId xmlns:a16="http://schemas.microsoft.com/office/drawing/2014/main" id="{206F5377-4DA7-0777-0FE2-160C7CD643EC}"/>
              </a:ext>
            </a:extLst>
          </p:cNvPr>
          <p:cNvSpPr/>
          <p:nvPr/>
        </p:nvSpPr>
        <p:spPr>
          <a:xfrm>
            <a:off x="7445365" y="2905525"/>
            <a:ext cx="91500" cy="11973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7" name="Google Shape;1586;p94">
            <a:extLst>
              <a:ext uri="{FF2B5EF4-FFF2-40B4-BE49-F238E27FC236}">
                <a16:creationId xmlns:a16="http://schemas.microsoft.com/office/drawing/2014/main" id="{44D4AFA9-98E5-B133-B267-E1EFA08FD015}"/>
              </a:ext>
            </a:extLst>
          </p:cNvPr>
          <p:cNvSpPr/>
          <p:nvPr/>
        </p:nvSpPr>
        <p:spPr>
          <a:xfrm>
            <a:off x="4151926" y="2648800"/>
            <a:ext cx="91500" cy="1453800"/>
          </a:xfrm>
          <a:prstGeom prst="rect">
            <a:avLst/>
          </a:prstGeom>
          <a:solidFill>
            <a:srgbClr val="99999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8" name="Google Shape;1587;p94">
            <a:extLst>
              <a:ext uri="{FF2B5EF4-FFF2-40B4-BE49-F238E27FC236}">
                <a16:creationId xmlns:a16="http://schemas.microsoft.com/office/drawing/2014/main" id="{495ECB61-116B-6B2A-6F09-F8B9F9EE6712}"/>
              </a:ext>
            </a:extLst>
          </p:cNvPr>
          <p:cNvSpPr/>
          <p:nvPr/>
        </p:nvSpPr>
        <p:spPr>
          <a:xfrm>
            <a:off x="4909790" y="2955250"/>
            <a:ext cx="91500" cy="1147200"/>
          </a:xfrm>
          <a:prstGeom prst="rect">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9" name="Google Shape;1588;p94">
            <a:extLst>
              <a:ext uri="{FF2B5EF4-FFF2-40B4-BE49-F238E27FC236}">
                <a16:creationId xmlns:a16="http://schemas.microsoft.com/office/drawing/2014/main" id="{62E89971-4492-7DC9-B270-71CD5853FEA7}"/>
              </a:ext>
            </a:extLst>
          </p:cNvPr>
          <p:cNvSpPr/>
          <p:nvPr/>
        </p:nvSpPr>
        <p:spPr>
          <a:xfrm>
            <a:off x="6569678" y="3109400"/>
            <a:ext cx="91500" cy="993300"/>
          </a:xfrm>
          <a:prstGeom prst="rect">
            <a:avLst/>
          </a:pr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0" name="Google Shape;1589;p94">
            <a:extLst>
              <a:ext uri="{FF2B5EF4-FFF2-40B4-BE49-F238E27FC236}">
                <a16:creationId xmlns:a16="http://schemas.microsoft.com/office/drawing/2014/main" id="{4E9220A4-C656-F729-4FA1-698BBACA394C}"/>
              </a:ext>
            </a:extLst>
          </p:cNvPr>
          <p:cNvSpPr/>
          <p:nvPr/>
        </p:nvSpPr>
        <p:spPr>
          <a:xfrm>
            <a:off x="5739740" y="2905450"/>
            <a:ext cx="91500" cy="1197300"/>
          </a:xfrm>
          <a:prstGeom prst="rect">
            <a:avLst/>
          </a:prstGeom>
          <a:solidFill>
            <a:srgbClr val="B7B7B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1" name="Google Shape;1590;p94">
            <a:extLst>
              <a:ext uri="{FF2B5EF4-FFF2-40B4-BE49-F238E27FC236}">
                <a16:creationId xmlns:a16="http://schemas.microsoft.com/office/drawing/2014/main" id="{C25EA4F0-77DA-249D-1393-1F1FEAB4B5A2}"/>
              </a:ext>
            </a:extLst>
          </p:cNvPr>
          <p:cNvSpPr/>
          <p:nvPr/>
        </p:nvSpPr>
        <p:spPr>
          <a:xfrm>
            <a:off x="3175278" y="2955250"/>
            <a:ext cx="91500" cy="1147200"/>
          </a:xfrm>
          <a:prstGeom prst="rect">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512" name="Google Shape;1591;p94">
            <a:extLst>
              <a:ext uri="{FF2B5EF4-FFF2-40B4-BE49-F238E27FC236}">
                <a16:creationId xmlns:a16="http://schemas.microsoft.com/office/drawing/2014/main" id="{17A4D523-EE00-53A6-DA84-C20FA85B8588}"/>
              </a:ext>
            </a:extLst>
          </p:cNvPr>
          <p:cNvCxnSpPr/>
          <p:nvPr/>
        </p:nvCxnSpPr>
        <p:spPr>
          <a:xfrm rot="10800000">
            <a:off x="4052465" y="1887100"/>
            <a:ext cx="0" cy="2213100"/>
          </a:xfrm>
          <a:prstGeom prst="straightConnector1">
            <a:avLst/>
          </a:prstGeom>
          <a:noFill/>
          <a:ln w="9525" cap="flat" cmpd="sng">
            <a:solidFill>
              <a:srgbClr val="BDC1C6"/>
            </a:solidFill>
            <a:prstDash val="solid"/>
            <a:round/>
            <a:headEnd type="none" w="med" len="med"/>
            <a:tailEnd type="diamond" w="med" len="med"/>
          </a:ln>
        </p:spPr>
      </p:cxnSp>
      <p:sp>
        <p:nvSpPr>
          <p:cNvPr id="1513" name="Google Shape;1592;p94">
            <a:extLst>
              <a:ext uri="{FF2B5EF4-FFF2-40B4-BE49-F238E27FC236}">
                <a16:creationId xmlns:a16="http://schemas.microsoft.com/office/drawing/2014/main" id="{5E6AFC13-22FA-F814-09EA-E08FA2333564}"/>
              </a:ext>
            </a:extLst>
          </p:cNvPr>
          <p:cNvSpPr/>
          <p:nvPr/>
        </p:nvSpPr>
        <p:spPr>
          <a:xfrm>
            <a:off x="4006715" y="3336500"/>
            <a:ext cx="91500" cy="765900"/>
          </a:xfrm>
          <a:prstGeom prst="rect">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94;p94">
            <a:extLst>
              <a:ext uri="{FF2B5EF4-FFF2-40B4-BE49-F238E27FC236}">
                <a16:creationId xmlns:a16="http://schemas.microsoft.com/office/drawing/2014/main" id="{188EED23-3B19-9184-5734-CE6DCE83C0BF}"/>
              </a:ext>
            </a:extLst>
          </p:cNvPr>
          <p:cNvSpPr txBox="1"/>
          <p:nvPr/>
        </p:nvSpPr>
        <p:spPr>
          <a:xfrm>
            <a:off x="3823663" y="1603875"/>
            <a:ext cx="603900" cy="146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b="1">
                <a:solidFill>
                  <a:schemeClr val="dk2"/>
                </a:solidFill>
              </a:rPr>
              <a:t>66% </a:t>
            </a:r>
            <a:endParaRPr sz="1100" b="1">
              <a:solidFill>
                <a:schemeClr val="dk2"/>
              </a:solidFill>
            </a:endParaRPr>
          </a:p>
        </p:txBody>
      </p:sp>
    </p:spTree>
    <p:extLst>
      <p:ext uri="{BB962C8B-B14F-4D97-AF65-F5344CB8AC3E}">
        <p14:creationId xmlns:p14="http://schemas.microsoft.com/office/powerpoint/2010/main" val="32780574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sp>
        <p:nvSpPr>
          <p:cNvPr id="5" name="Title 4">
            <a:extLst>
              <a:ext uri="{FF2B5EF4-FFF2-40B4-BE49-F238E27FC236}">
                <a16:creationId xmlns:a16="http://schemas.microsoft.com/office/drawing/2014/main" id="{06BA4D4F-0AFE-B0BF-D960-C88FECED1C93}"/>
              </a:ext>
            </a:extLst>
          </p:cNvPr>
          <p:cNvSpPr>
            <a:spLocks noGrp="1"/>
          </p:cNvSpPr>
          <p:nvPr>
            <p:ph type="title"/>
          </p:nvPr>
        </p:nvSpPr>
        <p:spPr/>
        <p:txBody>
          <a:bodyPr/>
          <a:lstStyle/>
          <a:p>
            <a:r>
              <a:rPr lang="en-US" dirty="0"/>
              <a:t>Column </a:t>
            </a:r>
            <a:br>
              <a:rPr lang="en-US" dirty="0"/>
            </a:br>
            <a:r>
              <a:rPr lang="en-US" dirty="0"/>
              <a:t>Chart</a:t>
            </a:r>
            <a:br>
              <a:rPr lang="en-US" dirty="0"/>
            </a:br>
            <a:r>
              <a:rPr lang="en-US" dirty="0"/>
              <a:t>(Excel)</a:t>
            </a:r>
          </a:p>
        </p:txBody>
      </p:sp>
      <p:sp>
        <p:nvSpPr>
          <p:cNvPr id="1441" name="Google Shape;1441;p93"/>
          <p:cNvSpPr txBox="1">
            <a:spLocks noGrp="1"/>
          </p:cNvSpPr>
          <p:nvPr>
            <p:ph sz="quarter" idx="22"/>
          </p:nvPr>
        </p:nvSpPr>
        <p:spPr/>
        <p:txBody>
          <a:bodyPr/>
          <a:lstStyle/>
          <a:p>
            <a:pPr lvl="0"/>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1443" name="Google Shape;1443;p93"/>
          <p:cNvSpPr/>
          <p:nvPr/>
        </p:nvSpPr>
        <p:spPr>
          <a:xfrm>
            <a:off x="3153750" y="-8700"/>
            <a:ext cx="5549700" cy="11604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dirty="0">
                <a:solidFill>
                  <a:schemeClr val="lt1"/>
                </a:solidFill>
              </a:rPr>
              <a:t>INSTRUCTIONS:</a:t>
            </a:r>
            <a:r>
              <a:rPr lang="en" sz="1100" dirty="0">
                <a:solidFill>
                  <a:schemeClr val="lt1"/>
                </a:solidFill>
              </a:rPr>
              <a:t> The columns below are linked to a live Excel spreadsheet. Right click on the column shape and select “Edit Data in Excel.” Columns will be automatically colored </a:t>
            </a:r>
            <a:r>
              <a:rPr lang="en" sz="1100" dirty="0" err="1">
                <a:solidFill>
                  <a:schemeClr val="lt1"/>
                </a:solidFill>
              </a:rPr>
              <a:t>accordi</a:t>
            </a:r>
            <a:r>
              <a:rPr lang="en-US" sz="1100" dirty="0">
                <a:solidFill>
                  <a:schemeClr val="lt1"/>
                </a:solidFill>
              </a:rPr>
              <a:t>ng</a:t>
            </a:r>
            <a:r>
              <a:rPr lang="en" sz="1100" dirty="0">
                <a:solidFill>
                  <a:schemeClr val="lt1"/>
                </a:solidFill>
              </a:rPr>
              <a:t> to the theme palette, but can also be selected manually (double-click </a:t>
            </a:r>
            <a:r>
              <a:rPr lang="en" sz="1100" dirty="0" err="1">
                <a:solidFill>
                  <a:schemeClr val="lt1"/>
                </a:solidFill>
              </a:rPr>
              <a:t>segement</a:t>
            </a:r>
            <a:r>
              <a:rPr lang="en" sz="1100" dirty="0">
                <a:solidFill>
                  <a:schemeClr val="lt1"/>
                </a:solidFill>
              </a:rPr>
              <a:t>) and filled as usual. </a:t>
            </a:r>
            <a:br>
              <a:rPr lang="en" sz="1100" dirty="0">
                <a:solidFill>
                  <a:schemeClr val="lt1"/>
                </a:solidFill>
              </a:rPr>
            </a:br>
            <a:r>
              <a:rPr lang="en" sz="1900" b="1" dirty="0">
                <a:solidFill>
                  <a:schemeClr val="lt1"/>
                </a:solidFill>
              </a:rPr>
              <a:t>DELETE THIS BOX &amp; NUMBER GUIDE AFTER.</a:t>
            </a:r>
            <a:endParaRPr sz="2200" dirty="0">
              <a:solidFill>
                <a:schemeClr val="lt1"/>
              </a:solidFill>
            </a:endParaRPr>
          </a:p>
        </p:txBody>
      </p:sp>
      <p:graphicFrame>
        <p:nvGraphicFramePr>
          <p:cNvPr id="7" name="Chart 6">
            <a:extLst>
              <a:ext uri="{FF2B5EF4-FFF2-40B4-BE49-F238E27FC236}">
                <a16:creationId xmlns:a16="http://schemas.microsoft.com/office/drawing/2014/main" id="{1B38BE39-E981-01BA-72A1-D9EBE183DEDC}"/>
              </a:ext>
            </a:extLst>
          </p:cNvPr>
          <p:cNvGraphicFramePr/>
          <p:nvPr>
            <p:extLst>
              <p:ext uri="{D42A27DB-BD31-4B8C-83A1-F6EECF244321}">
                <p14:modId xmlns:p14="http://schemas.microsoft.com/office/powerpoint/2010/main" val="589375322"/>
              </p:ext>
            </p:extLst>
          </p:nvPr>
        </p:nvGraphicFramePr>
        <p:xfrm>
          <a:off x="2751093" y="1951630"/>
          <a:ext cx="5423917" cy="229232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sp>
        <p:nvSpPr>
          <p:cNvPr id="5" name="Title 4">
            <a:extLst>
              <a:ext uri="{FF2B5EF4-FFF2-40B4-BE49-F238E27FC236}">
                <a16:creationId xmlns:a16="http://schemas.microsoft.com/office/drawing/2014/main" id="{06BA4D4F-0AFE-B0BF-D960-C88FECED1C93}"/>
              </a:ext>
            </a:extLst>
          </p:cNvPr>
          <p:cNvSpPr>
            <a:spLocks noGrp="1"/>
          </p:cNvSpPr>
          <p:nvPr>
            <p:ph type="title"/>
          </p:nvPr>
        </p:nvSpPr>
        <p:spPr/>
        <p:txBody>
          <a:bodyPr/>
          <a:lstStyle/>
          <a:p>
            <a:r>
              <a:rPr lang="en-US" dirty="0"/>
              <a:t>Column </a:t>
            </a:r>
            <a:br>
              <a:rPr lang="en-US" dirty="0"/>
            </a:br>
            <a:r>
              <a:rPr lang="en-US" dirty="0"/>
              <a:t>Chart</a:t>
            </a:r>
            <a:br>
              <a:rPr lang="en-US" dirty="0"/>
            </a:br>
            <a:r>
              <a:rPr lang="en-US" dirty="0"/>
              <a:t>(Manual)</a:t>
            </a:r>
          </a:p>
        </p:txBody>
      </p:sp>
      <p:sp>
        <p:nvSpPr>
          <p:cNvPr id="1441" name="Google Shape;1441;p93"/>
          <p:cNvSpPr txBox="1">
            <a:spLocks noGrp="1"/>
          </p:cNvSpPr>
          <p:nvPr>
            <p:ph sz="quarter" idx="22"/>
          </p:nvPr>
        </p:nvSpPr>
        <p:spPr/>
        <p:txBody>
          <a:bodyPr/>
          <a:lstStyle/>
          <a:p>
            <a:pPr lvl="0"/>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sp>
        <p:nvSpPr>
          <p:cNvPr id="2" name="Google Shape;1603;p95">
            <a:extLst>
              <a:ext uri="{FF2B5EF4-FFF2-40B4-BE49-F238E27FC236}">
                <a16:creationId xmlns:a16="http://schemas.microsoft.com/office/drawing/2014/main" id="{2B0EBADF-01BD-92CC-B899-BB5ED59EB543}"/>
              </a:ext>
            </a:extLst>
          </p:cNvPr>
          <p:cNvSpPr txBox="1"/>
          <p:nvPr/>
        </p:nvSpPr>
        <p:spPr>
          <a:xfrm>
            <a:off x="4348666" y="2747107"/>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2"/>
                </a:solidFill>
              </a:rPr>
              <a:t>18</a:t>
            </a:r>
            <a:endParaRPr sz="1100">
              <a:solidFill>
                <a:schemeClr val="dk2"/>
              </a:solidFill>
            </a:endParaRPr>
          </a:p>
        </p:txBody>
      </p:sp>
      <p:sp>
        <p:nvSpPr>
          <p:cNvPr id="3" name="Google Shape;1604;p95">
            <a:extLst>
              <a:ext uri="{FF2B5EF4-FFF2-40B4-BE49-F238E27FC236}">
                <a16:creationId xmlns:a16="http://schemas.microsoft.com/office/drawing/2014/main" id="{A2E2D4BF-976F-F682-A172-167960FBB10C}"/>
              </a:ext>
            </a:extLst>
          </p:cNvPr>
          <p:cNvSpPr/>
          <p:nvPr/>
        </p:nvSpPr>
        <p:spPr>
          <a:xfrm>
            <a:off x="4348441" y="3314698"/>
            <a:ext cx="731400" cy="13716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t>15</a:t>
            </a:r>
            <a:endParaRPr sz="1100"/>
          </a:p>
        </p:txBody>
      </p:sp>
      <p:sp>
        <p:nvSpPr>
          <p:cNvPr id="4" name="Google Shape;1605;p95">
            <a:extLst>
              <a:ext uri="{FF2B5EF4-FFF2-40B4-BE49-F238E27FC236}">
                <a16:creationId xmlns:a16="http://schemas.microsoft.com/office/drawing/2014/main" id="{8FA172C3-7343-1803-3A8C-161867179A4C}"/>
              </a:ext>
            </a:extLst>
          </p:cNvPr>
          <p:cNvSpPr txBox="1"/>
          <p:nvPr/>
        </p:nvSpPr>
        <p:spPr>
          <a:xfrm>
            <a:off x="5250351" y="1743058"/>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2"/>
                </a:solidFill>
              </a:rPr>
              <a:t>29</a:t>
            </a:r>
            <a:endParaRPr sz="1100">
              <a:solidFill>
                <a:schemeClr val="dk2"/>
              </a:solidFill>
            </a:endParaRPr>
          </a:p>
        </p:txBody>
      </p:sp>
      <p:sp>
        <p:nvSpPr>
          <p:cNvPr id="6" name="Google Shape;1606;p95">
            <a:extLst>
              <a:ext uri="{FF2B5EF4-FFF2-40B4-BE49-F238E27FC236}">
                <a16:creationId xmlns:a16="http://schemas.microsoft.com/office/drawing/2014/main" id="{58DFD68A-A0B3-E66B-8873-6F178233FAD1}"/>
              </a:ext>
            </a:extLst>
          </p:cNvPr>
          <p:cNvSpPr/>
          <p:nvPr/>
        </p:nvSpPr>
        <p:spPr>
          <a:xfrm>
            <a:off x="5255457" y="2110671"/>
            <a:ext cx="736800" cy="282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8" name="Google Shape;1607;p95">
            <a:extLst>
              <a:ext uri="{FF2B5EF4-FFF2-40B4-BE49-F238E27FC236}">
                <a16:creationId xmlns:a16="http://schemas.microsoft.com/office/drawing/2014/main" id="{E1AEE5D2-FEE5-842B-9618-5EE71A224957}"/>
              </a:ext>
            </a:extLst>
          </p:cNvPr>
          <p:cNvSpPr/>
          <p:nvPr/>
        </p:nvSpPr>
        <p:spPr>
          <a:xfrm>
            <a:off x="5250181" y="2400298"/>
            <a:ext cx="731400" cy="22860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t>25</a:t>
            </a:r>
            <a:endParaRPr sz="1100"/>
          </a:p>
        </p:txBody>
      </p:sp>
      <p:sp>
        <p:nvSpPr>
          <p:cNvPr id="9" name="Google Shape;1608;p95">
            <a:extLst>
              <a:ext uri="{FF2B5EF4-FFF2-40B4-BE49-F238E27FC236}">
                <a16:creationId xmlns:a16="http://schemas.microsoft.com/office/drawing/2014/main" id="{B9449AB7-82E8-BCB8-7481-FAAC99470F74}"/>
              </a:ext>
            </a:extLst>
          </p:cNvPr>
          <p:cNvSpPr txBox="1"/>
          <p:nvPr/>
        </p:nvSpPr>
        <p:spPr>
          <a:xfrm>
            <a:off x="6152035" y="921039"/>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2"/>
                </a:solidFill>
              </a:rPr>
              <a:t>38</a:t>
            </a:r>
            <a:endParaRPr sz="1100">
              <a:solidFill>
                <a:schemeClr val="dk2"/>
              </a:solidFill>
            </a:endParaRPr>
          </a:p>
        </p:txBody>
      </p:sp>
      <p:sp>
        <p:nvSpPr>
          <p:cNvPr id="11" name="Google Shape;1609;p95">
            <a:extLst>
              <a:ext uri="{FF2B5EF4-FFF2-40B4-BE49-F238E27FC236}">
                <a16:creationId xmlns:a16="http://schemas.microsoft.com/office/drawing/2014/main" id="{61057613-2B5F-A50A-2E61-2C97464D67B3}"/>
              </a:ext>
            </a:extLst>
          </p:cNvPr>
          <p:cNvSpPr/>
          <p:nvPr/>
        </p:nvSpPr>
        <p:spPr>
          <a:xfrm>
            <a:off x="6159557" y="1426352"/>
            <a:ext cx="736800" cy="2826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2" name="Google Shape;1610;p95">
            <a:extLst>
              <a:ext uri="{FF2B5EF4-FFF2-40B4-BE49-F238E27FC236}">
                <a16:creationId xmlns:a16="http://schemas.microsoft.com/office/drawing/2014/main" id="{D26F8BCD-3187-3DD9-91F9-899342528AAC}"/>
              </a:ext>
            </a:extLst>
          </p:cNvPr>
          <p:cNvSpPr/>
          <p:nvPr/>
        </p:nvSpPr>
        <p:spPr>
          <a:xfrm>
            <a:off x="6151922" y="1760098"/>
            <a:ext cx="731400" cy="29262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t>32</a:t>
            </a:r>
            <a:endParaRPr sz="1100"/>
          </a:p>
        </p:txBody>
      </p:sp>
      <p:sp>
        <p:nvSpPr>
          <p:cNvPr id="13" name="Google Shape;1611;p95">
            <a:extLst>
              <a:ext uri="{FF2B5EF4-FFF2-40B4-BE49-F238E27FC236}">
                <a16:creationId xmlns:a16="http://schemas.microsoft.com/office/drawing/2014/main" id="{6116F427-933A-F62C-FD12-1CF5A1CA375B}"/>
              </a:ext>
            </a:extLst>
          </p:cNvPr>
          <p:cNvSpPr txBox="1"/>
          <p:nvPr/>
        </p:nvSpPr>
        <p:spPr>
          <a:xfrm>
            <a:off x="7053719" y="830089"/>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2"/>
                </a:solidFill>
              </a:rPr>
              <a:t>39</a:t>
            </a:r>
            <a:endParaRPr sz="1100">
              <a:solidFill>
                <a:schemeClr val="dk2"/>
              </a:solidFill>
            </a:endParaRPr>
          </a:p>
        </p:txBody>
      </p:sp>
      <p:sp>
        <p:nvSpPr>
          <p:cNvPr id="14" name="Google Shape;1612;p95">
            <a:extLst>
              <a:ext uri="{FF2B5EF4-FFF2-40B4-BE49-F238E27FC236}">
                <a16:creationId xmlns:a16="http://schemas.microsoft.com/office/drawing/2014/main" id="{6B7886C0-7124-51F0-6DD5-F96509EF039C}"/>
              </a:ext>
            </a:extLst>
          </p:cNvPr>
          <p:cNvSpPr/>
          <p:nvPr/>
        </p:nvSpPr>
        <p:spPr>
          <a:xfrm>
            <a:off x="7051351" y="2251001"/>
            <a:ext cx="737100" cy="342300"/>
          </a:xfrm>
          <a:prstGeom prst="rect">
            <a:avLst/>
          </a:pr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15" name="Google Shape;1613;p95">
            <a:extLst>
              <a:ext uri="{FF2B5EF4-FFF2-40B4-BE49-F238E27FC236}">
                <a16:creationId xmlns:a16="http://schemas.microsoft.com/office/drawing/2014/main" id="{4B8D86CF-D524-6B9D-BEFA-C7C5A4822DDC}"/>
              </a:ext>
            </a:extLst>
          </p:cNvPr>
          <p:cNvSpPr/>
          <p:nvPr/>
        </p:nvSpPr>
        <p:spPr>
          <a:xfrm>
            <a:off x="7053663" y="1485898"/>
            <a:ext cx="731400" cy="3200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37474F"/>
                </a:solidFill>
              </a:rPr>
              <a:t>35</a:t>
            </a:r>
            <a:endParaRPr sz="1100"/>
          </a:p>
        </p:txBody>
      </p:sp>
      <p:sp>
        <p:nvSpPr>
          <p:cNvPr id="16" name="Google Shape;1614;p95">
            <a:extLst>
              <a:ext uri="{FF2B5EF4-FFF2-40B4-BE49-F238E27FC236}">
                <a16:creationId xmlns:a16="http://schemas.microsoft.com/office/drawing/2014/main" id="{D7ADEC17-D971-0914-C69A-AF7D98DDAA9E}"/>
              </a:ext>
            </a:extLst>
          </p:cNvPr>
          <p:cNvSpPr txBox="1"/>
          <p:nvPr/>
        </p:nvSpPr>
        <p:spPr>
          <a:xfrm>
            <a:off x="7955403" y="1561500"/>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2"/>
                </a:solidFill>
              </a:rPr>
              <a:t>31</a:t>
            </a:r>
            <a:endParaRPr sz="1100">
              <a:solidFill>
                <a:schemeClr val="dk2"/>
              </a:solidFill>
            </a:endParaRPr>
          </a:p>
        </p:txBody>
      </p:sp>
      <p:sp>
        <p:nvSpPr>
          <p:cNvPr id="17" name="Google Shape;1615;p95">
            <a:extLst>
              <a:ext uri="{FF2B5EF4-FFF2-40B4-BE49-F238E27FC236}">
                <a16:creationId xmlns:a16="http://schemas.microsoft.com/office/drawing/2014/main" id="{862A0A83-3118-FA7C-210B-061F74020927}"/>
              </a:ext>
            </a:extLst>
          </p:cNvPr>
          <p:cNvSpPr/>
          <p:nvPr/>
        </p:nvSpPr>
        <p:spPr>
          <a:xfrm>
            <a:off x="7955403" y="2674498"/>
            <a:ext cx="731400" cy="20118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t>22</a:t>
            </a:r>
            <a:endParaRPr sz="1100"/>
          </a:p>
        </p:txBody>
      </p:sp>
      <p:grpSp>
        <p:nvGrpSpPr>
          <p:cNvPr id="18" name="Google Shape;1616;p95">
            <a:extLst>
              <a:ext uri="{FF2B5EF4-FFF2-40B4-BE49-F238E27FC236}">
                <a16:creationId xmlns:a16="http://schemas.microsoft.com/office/drawing/2014/main" id="{4A425915-8D68-7A6F-C2DF-5AD3B29A9053}"/>
              </a:ext>
            </a:extLst>
          </p:cNvPr>
          <p:cNvGrpSpPr/>
          <p:nvPr/>
        </p:nvGrpSpPr>
        <p:grpSpPr>
          <a:xfrm>
            <a:off x="3446699" y="1232465"/>
            <a:ext cx="958206" cy="506317"/>
            <a:chOff x="3179474" y="4227965"/>
            <a:chExt cx="958206" cy="506317"/>
          </a:xfrm>
        </p:grpSpPr>
        <p:sp>
          <p:nvSpPr>
            <p:cNvPr id="19" name="Google Shape;1617;p95">
              <a:extLst>
                <a:ext uri="{FF2B5EF4-FFF2-40B4-BE49-F238E27FC236}">
                  <a16:creationId xmlns:a16="http://schemas.microsoft.com/office/drawing/2014/main" id="{273A1F44-15C8-B8D4-F9AF-16C3933F1908}"/>
                </a:ext>
              </a:extLst>
            </p:cNvPr>
            <p:cNvSpPr txBox="1"/>
            <p:nvPr/>
          </p:nvSpPr>
          <p:spPr>
            <a:xfrm>
              <a:off x="3369980" y="4227965"/>
              <a:ext cx="767700" cy="21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5B5B5B"/>
                  </a:solidFill>
                </a:rPr>
                <a:t>Item 1</a:t>
              </a:r>
              <a:endParaRPr sz="1000">
                <a:solidFill>
                  <a:srgbClr val="5B5B5B"/>
                </a:solidFill>
              </a:endParaRPr>
            </a:p>
          </p:txBody>
        </p:sp>
        <p:sp>
          <p:nvSpPr>
            <p:cNvPr id="20" name="Google Shape;1618;p95">
              <a:extLst>
                <a:ext uri="{FF2B5EF4-FFF2-40B4-BE49-F238E27FC236}">
                  <a16:creationId xmlns:a16="http://schemas.microsoft.com/office/drawing/2014/main" id="{4C6C8431-59F2-0E43-FDE3-8027CA5DFF5C}"/>
                </a:ext>
              </a:extLst>
            </p:cNvPr>
            <p:cNvSpPr/>
            <p:nvPr/>
          </p:nvSpPr>
          <p:spPr>
            <a:xfrm>
              <a:off x="3179474" y="4244327"/>
              <a:ext cx="190500" cy="1782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sp>
          <p:nvSpPr>
            <p:cNvPr id="21" name="Google Shape;1619;p95">
              <a:extLst>
                <a:ext uri="{FF2B5EF4-FFF2-40B4-BE49-F238E27FC236}">
                  <a16:creationId xmlns:a16="http://schemas.microsoft.com/office/drawing/2014/main" id="{C0C7ADBB-0087-75E4-83B0-17EDCF8CCBED}"/>
                </a:ext>
              </a:extLst>
            </p:cNvPr>
            <p:cNvSpPr txBox="1"/>
            <p:nvPr/>
          </p:nvSpPr>
          <p:spPr>
            <a:xfrm>
              <a:off x="3369980" y="4523382"/>
              <a:ext cx="767700" cy="2109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1000">
                  <a:solidFill>
                    <a:srgbClr val="5B5B5B"/>
                  </a:solidFill>
                </a:rPr>
                <a:t>Item 2</a:t>
              </a:r>
              <a:endParaRPr sz="1000">
                <a:solidFill>
                  <a:srgbClr val="5B5B5B"/>
                </a:solidFill>
              </a:endParaRPr>
            </a:p>
          </p:txBody>
        </p:sp>
        <p:sp>
          <p:nvSpPr>
            <p:cNvPr id="22" name="Google Shape;1620;p95">
              <a:extLst>
                <a:ext uri="{FF2B5EF4-FFF2-40B4-BE49-F238E27FC236}">
                  <a16:creationId xmlns:a16="http://schemas.microsoft.com/office/drawing/2014/main" id="{C445D85D-5021-5CD7-549F-161A9310E2AB}"/>
                </a:ext>
              </a:extLst>
            </p:cNvPr>
            <p:cNvSpPr/>
            <p:nvPr/>
          </p:nvSpPr>
          <p:spPr>
            <a:xfrm>
              <a:off x="3179474" y="4527345"/>
              <a:ext cx="190500" cy="178200"/>
            </a:xfrm>
            <a:prstGeom prst="rect">
              <a:avLst/>
            </a:pr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100"/>
            </a:p>
          </p:txBody>
        </p:sp>
      </p:grpSp>
      <p:sp>
        <p:nvSpPr>
          <p:cNvPr id="23" name="Google Shape;1621;p95">
            <a:extLst>
              <a:ext uri="{FF2B5EF4-FFF2-40B4-BE49-F238E27FC236}">
                <a16:creationId xmlns:a16="http://schemas.microsoft.com/office/drawing/2014/main" id="{25328E20-7CF2-2F1B-F600-4FDE3248A040}"/>
              </a:ext>
            </a:extLst>
          </p:cNvPr>
          <p:cNvSpPr txBox="1"/>
          <p:nvPr/>
        </p:nvSpPr>
        <p:spPr>
          <a:xfrm>
            <a:off x="3446982" y="3024607"/>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2"/>
                </a:solidFill>
              </a:rPr>
              <a:t>15</a:t>
            </a:r>
            <a:endParaRPr sz="1100" dirty="0">
              <a:solidFill>
                <a:schemeClr val="dk2"/>
              </a:solidFill>
            </a:endParaRPr>
          </a:p>
        </p:txBody>
      </p:sp>
      <p:sp>
        <p:nvSpPr>
          <p:cNvPr id="24" name="Google Shape;1622;p95">
            <a:extLst>
              <a:ext uri="{FF2B5EF4-FFF2-40B4-BE49-F238E27FC236}">
                <a16:creationId xmlns:a16="http://schemas.microsoft.com/office/drawing/2014/main" id="{BAB1ACE4-7915-E326-4D87-17C8EB4E4FA6}"/>
              </a:ext>
            </a:extLst>
          </p:cNvPr>
          <p:cNvSpPr/>
          <p:nvPr/>
        </p:nvSpPr>
        <p:spPr>
          <a:xfrm>
            <a:off x="3446700" y="3771898"/>
            <a:ext cx="731400" cy="914400"/>
          </a:xfrm>
          <a:prstGeom prst="rect">
            <a:avLst/>
          </a:prstGeom>
          <a:solidFill>
            <a:srgbClr val="D9D9D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t>10</a:t>
            </a:r>
            <a:endParaRPr sz="1100"/>
          </a:p>
        </p:txBody>
      </p:sp>
      <p:sp>
        <p:nvSpPr>
          <p:cNvPr id="25" name="Google Shape;1623;p95">
            <a:extLst>
              <a:ext uri="{FF2B5EF4-FFF2-40B4-BE49-F238E27FC236}">
                <a16:creationId xmlns:a16="http://schemas.microsoft.com/office/drawing/2014/main" id="{1236CE45-D199-9B55-AECD-09055EE12227}"/>
              </a:ext>
            </a:extLst>
          </p:cNvPr>
          <p:cNvSpPr txBox="1"/>
          <p:nvPr/>
        </p:nvSpPr>
        <p:spPr>
          <a:xfrm>
            <a:off x="4348441" y="3038854"/>
            <a:ext cx="731400" cy="274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3</a:t>
            </a:r>
            <a:endParaRPr sz="1100">
              <a:solidFill>
                <a:srgbClr val="FFFFFF"/>
              </a:solidFill>
            </a:endParaRPr>
          </a:p>
        </p:txBody>
      </p:sp>
      <p:sp>
        <p:nvSpPr>
          <p:cNvPr id="26" name="Google Shape;1624;p95">
            <a:extLst>
              <a:ext uri="{FF2B5EF4-FFF2-40B4-BE49-F238E27FC236}">
                <a16:creationId xmlns:a16="http://schemas.microsoft.com/office/drawing/2014/main" id="{847BA610-4246-91E7-B10C-B76981296944}"/>
              </a:ext>
            </a:extLst>
          </p:cNvPr>
          <p:cNvSpPr txBox="1"/>
          <p:nvPr/>
        </p:nvSpPr>
        <p:spPr>
          <a:xfrm>
            <a:off x="5250175" y="2033872"/>
            <a:ext cx="731400" cy="3657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4</a:t>
            </a:r>
            <a:endParaRPr sz="1100">
              <a:solidFill>
                <a:srgbClr val="FFFFFF"/>
              </a:solidFill>
            </a:endParaRPr>
          </a:p>
        </p:txBody>
      </p:sp>
      <p:sp>
        <p:nvSpPr>
          <p:cNvPr id="27" name="Google Shape;1625;p95">
            <a:extLst>
              <a:ext uri="{FF2B5EF4-FFF2-40B4-BE49-F238E27FC236}">
                <a16:creationId xmlns:a16="http://schemas.microsoft.com/office/drawing/2014/main" id="{55159D47-2653-3EC0-F72D-FD5B088416D9}"/>
              </a:ext>
            </a:extLst>
          </p:cNvPr>
          <p:cNvSpPr txBox="1"/>
          <p:nvPr/>
        </p:nvSpPr>
        <p:spPr>
          <a:xfrm>
            <a:off x="6151922" y="1211283"/>
            <a:ext cx="731400" cy="5487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6</a:t>
            </a:r>
            <a:endParaRPr sz="1100">
              <a:solidFill>
                <a:srgbClr val="FFFFFF"/>
              </a:solidFill>
            </a:endParaRPr>
          </a:p>
        </p:txBody>
      </p:sp>
      <p:sp>
        <p:nvSpPr>
          <p:cNvPr id="28" name="Google Shape;1626;p95">
            <a:extLst>
              <a:ext uri="{FF2B5EF4-FFF2-40B4-BE49-F238E27FC236}">
                <a16:creationId xmlns:a16="http://schemas.microsoft.com/office/drawing/2014/main" id="{17FCD3EF-3DA8-3805-826E-D71AEA716D56}"/>
              </a:ext>
            </a:extLst>
          </p:cNvPr>
          <p:cNvSpPr txBox="1"/>
          <p:nvPr/>
        </p:nvSpPr>
        <p:spPr>
          <a:xfrm>
            <a:off x="7053663" y="1120195"/>
            <a:ext cx="731400" cy="3657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4</a:t>
            </a:r>
            <a:endParaRPr sz="1100">
              <a:solidFill>
                <a:srgbClr val="FFFFFF"/>
              </a:solidFill>
            </a:endParaRPr>
          </a:p>
        </p:txBody>
      </p:sp>
      <p:sp>
        <p:nvSpPr>
          <p:cNvPr id="29" name="Google Shape;1627;p95">
            <a:extLst>
              <a:ext uri="{FF2B5EF4-FFF2-40B4-BE49-F238E27FC236}">
                <a16:creationId xmlns:a16="http://schemas.microsoft.com/office/drawing/2014/main" id="{B4184487-4AAC-8254-3AF5-EB9B9B481F4C}"/>
              </a:ext>
            </a:extLst>
          </p:cNvPr>
          <p:cNvSpPr txBox="1"/>
          <p:nvPr/>
        </p:nvSpPr>
        <p:spPr>
          <a:xfrm>
            <a:off x="7955403" y="1851602"/>
            <a:ext cx="731400" cy="822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rgbClr val="FFFFFF"/>
                </a:solidFill>
              </a:rPr>
              <a:t>9</a:t>
            </a:r>
            <a:endParaRPr sz="1100">
              <a:solidFill>
                <a:srgbClr val="FFFFFF"/>
              </a:solidFill>
            </a:endParaRPr>
          </a:p>
        </p:txBody>
      </p:sp>
      <p:sp>
        <p:nvSpPr>
          <p:cNvPr id="30" name="Google Shape;1628;p95">
            <a:extLst>
              <a:ext uri="{FF2B5EF4-FFF2-40B4-BE49-F238E27FC236}">
                <a16:creationId xmlns:a16="http://schemas.microsoft.com/office/drawing/2014/main" id="{0B58916E-81DE-A088-6A7C-DC589BEDB8DD}"/>
              </a:ext>
            </a:extLst>
          </p:cNvPr>
          <p:cNvSpPr txBox="1"/>
          <p:nvPr/>
        </p:nvSpPr>
        <p:spPr>
          <a:xfrm>
            <a:off x="3446700" y="3314702"/>
            <a:ext cx="731400" cy="4572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FFFFFF"/>
                </a:solidFill>
              </a:rPr>
              <a:t>5</a:t>
            </a:r>
            <a:endParaRPr sz="1100" dirty="0">
              <a:solidFill>
                <a:srgbClr val="FFFFFF"/>
              </a:solidFill>
            </a:endParaRPr>
          </a:p>
        </p:txBody>
      </p:sp>
      <p:sp>
        <p:nvSpPr>
          <p:cNvPr id="31" name="Google Shape;1632;p95">
            <a:extLst>
              <a:ext uri="{FF2B5EF4-FFF2-40B4-BE49-F238E27FC236}">
                <a16:creationId xmlns:a16="http://schemas.microsoft.com/office/drawing/2014/main" id="{1AE468F5-CA36-9BEE-CE74-6C98933A290F}"/>
              </a:ext>
            </a:extLst>
          </p:cNvPr>
          <p:cNvSpPr/>
          <p:nvPr/>
        </p:nvSpPr>
        <p:spPr>
          <a:xfrm>
            <a:off x="3144801" y="-1077"/>
            <a:ext cx="5990100" cy="1615200"/>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dirty="0">
                <a:solidFill>
                  <a:schemeClr val="lt1"/>
                </a:solidFill>
              </a:rPr>
              <a:t>INSTRUCTIONS:</a:t>
            </a:r>
            <a:r>
              <a:rPr lang="en" sz="1100" dirty="0">
                <a:solidFill>
                  <a:schemeClr val="lt1"/>
                </a:solidFill>
              </a:rPr>
              <a:t> This chart is not created using (and does not rely on) a spreadsheet and data. To edit, manually adjust the rectangles to the appropriate value. For ease of accuracy, these bars are sized to the height of the value (</a:t>
            </a:r>
            <a:r>
              <a:rPr lang="en" sz="1100" dirty="0" err="1">
                <a:solidFill>
                  <a:schemeClr val="lt1"/>
                </a:solidFill>
              </a:rPr>
              <a:t>eg</a:t>
            </a:r>
            <a:r>
              <a:rPr lang="en" sz="1100" dirty="0">
                <a:solidFill>
                  <a:schemeClr val="lt1"/>
                </a:solidFill>
              </a:rPr>
              <a:t> 10=1”, 3=0.3” etc.)</a:t>
            </a:r>
            <a:endParaRPr sz="1100" dirty="0">
              <a:solidFill>
                <a:schemeClr val="lt1"/>
              </a:solidFill>
            </a:endParaRPr>
          </a:p>
          <a:p>
            <a:pPr marL="0" lvl="0" indent="0" algn="l" rtl="0">
              <a:lnSpc>
                <a:spcPct val="110000"/>
              </a:lnSpc>
              <a:spcBef>
                <a:spcPts val="0"/>
              </a:spcBef>
              <a:spcAft>
                <a:spcPts val="0"/>
              </a:spcAft>
              <a:buNone/>
            </a:pPr>
            <a:r>
              <a:rPr lang="en" sz="1100" dirty="0">
                <a:solidFill>
                  <a:schemeClr val="lt1"/>
                </a:solidFill>
              </a:rPr>
              <a:t>If possible, use real dimensions using “Size &amp; Rotation” in the format options tab, then group and resize your entire graph to fit your page. Alternatively, place a screen capture of your chart on your slide and build your boxes on top to match, then delete screen capture. </a:t>
            </a:r>
            <a:endParaRPr sz="1100" dirty="0">
              <a:solidFill>
                <a:schemeClr val="lt1"/>
              </a:solidFill>
            </a:endParaRPr>
          </a:p>
          <a:p>
            <a:pPr marL="0" lvl="0" indent="0" algn="l" rtl="0">
              <a:lnSpc>
                <a:spcPct val="110000"/>
              </a:lnSpc>
              <a:spcBef>
                <a:spcPts val="0"/>
              </a:spcBef>
              <a:spcAft>
                <a:spcPts val="0"/>
              </a:spcAft>
              <a:buNone/>
            </a:pPr>
            <a:r>
              <a:rPr lang="en" sz="1900" b="1" dirty="0">
                <a:solidFill>
                  <a:schemeClr val="lt1"/>
                </a:solidFill>
              </a:rPr>
              <a:t>DELETE THIS BOX AFTER.</a:t>
            </a:r>
            <a:endParaRPr sz="2200" dirty="0">
              <a:solidFill>
                <a:schemeClr val="lt1"/>
              </a:solidFill>
            </a:endParaRPr>
          </a:p>
        </p:txBody>
      </p:sp>
    </p:spTree>
    <p:extLst>
      <p:ext uri="{BB962C8B-B14F-4D97-AF65-F5344CB8AC3E}">
        <p14:creationId xmlns:p14="http://schemas.microsoft.com/office/powerpoint/2010/main" val="394301176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292"/>
        <p:cNvGrpSpPr/>
        <p:nvPr/>
      </p:nvGrpSpPr>
      <p:grpSpPr>
        <a:xfrm>
          <a:off x="0" y="0"/>
          <a:ext cx="0" cy="0"/>
          <a:chOff x="0" y="0"/>
          <a:chExt cx="0" cy="0"/>
        </a:xfrm>
      </p:grpSpPr>
      <p:sp>
        <p:nvSpPr>
          <p:cNvPr id="5" name="Title 4">
            <a:extLst>
              <a:ext uri="{FF2B5EF4-FFF2-40B4-BE49-F238E27FC236}">
                <a16:creationId xmlns:a16="http://schemas.microsoft.com/office/drawing/2014/main" id="{06BA4D4F-0AFE-B0BF-D960-C88FECED1C93}"/>
              </a:ext>
            </a:extLst>
          </p:cNvPr>
          <p:cNvSpPr>
            <a:spLocks noGrp="1"/>
          </p:cNvSpPr>
          <p:nvPr>
            <p:ph type="title"/>
          </p:nvPr>
        </p:nvSpPr>
        <p:spPr/>
        <p:txBody>
          <a:bodyPr/>
          <a:lstStyle/>
          <a:p>
            <a:r>
              <a:rPr lang="en-US" dirty="0"/>
              <a:t>Column </a:t>
            </a:r>
            <a:br>
              <a:rPr lang="en-US" dirty="0"/>
            </a:br>
            <a:r>
              <a:rPr lang="en-US" dirty="0"/>
              <a:t>Chart</a:t>
            </a:r>
            <a:br>
              <a:rPr lang="en-US" dirty="0"/>
            </a:br>
            <a:r>
              <a:rPr lang="en-US" dirty="0"/>
              <a:t>(Excel)</a:t>
            </a:r>
          </a:p>
        </p:txBody>
      </p:sp>
      <p:sp>
        <p:nvSpPr>
          <p:cNvPr id="1441" name="Google Shape;1441;p93"/>
          <p:cNvSpPr txBox="1">
            <a:spLocks noGrp="1"/>
          </p:cNvSpPr>
          <p:nvPr>
            <p:ph sz="quarter" idx="22"/>
          </p:nvPr>
        </p:nvSpPr>
        <p:spPr/>
        <p:txBody>
          <a:bodyPr/>
          <a:lstStyle/>
          <a:p>
            <a:pPr lvl="0"/>
            <a:r>
              <a:rPr lang="en-US" dirty="0"/>
              <a:t>Lorem ipsum dolor sit </a:t>
            </a:r>
            <a:r>
              <a:rPr lang="en-US" dirty="0" err="1"/>
              <a:t>amet</a:t>
            </a:r>
            <a:r>
              <a:rPr lang="en-US" dirty="0"/>
              <a:t>, </a:t>
            </a:r>
            <a:r>
              <a:rPr lang="en-US" dirty="0" err="1"/>
              <a:t>adipiscing</a:t>
            </a:r>
            <a:r>
              <a:rPr lang="en-US" dirty="0"/>
              <a:t> </a:t>
            </a:r>
            <a:r>
              <a:rPr lang="en-US" dirty="0" err="1"/>
              <a:t>elit</a:t>
            </a:r>
            <a:r>
              <a:rPr lang="en-US" dirty="0"/>
              <a:t>, </a:t>
            </a:r>
            <a:r>
              <a:rPr lang="en-US" dirty="0" err="1"/>
              <a:t>eiusmod</a:t>
            </a:r>
            <a:r>
              <a:rPr lang="en-US" dirty="0"/>
              <a:t> </a:t>
            </a:r>
            <a:r>
              <a:rPr lang="en-US" dirty="0" err="1"/>
              <a:t>tempor</a:t>
            </a:r>
            <a:r>
              <a:rPr lang="en-US" dirty="0"/>
              <a:t> sed </a:t>
            </a:r>
            <a:r>
              <a:rPr lang="en-US" dirty="0" err="1"/>
              <a:t>incididunt</a:t>
            </a:r>
            <a:r>
              <a:rPr lang="en-US" dirty="0"/>
              <a:t> </a:t>
            </a:r>
            <a:r>
              <a:rPr lang="en-US" dirty="0" err="1"/>
              <a:t>ut</a:t>
            </a:r>
            <a:r>
              <a:rPr lang="en-US" dirty="0"/>
              <a:t> labore et dolore magna.</a:t>
            </a:r>
          </a:p>
        </p:txBody>
      </p:sp>
      <p:graphicFrame>
        <p:nvGraphicFramePr>
          <p:cNvPr id="3" name="Chart 2">
            <a:extLst>
              <a:ext uri="{FF2B5EF4-FFF2-40B4-BE49-F238E27FC236}">
                <a16:creationId xmlns:a16="http://schemas.microsoft.com/office/drawing/2014/main" id="{20362B4E-7299-1E33-12BA-BB69636B22C1}"/>
              </a:ext>
            </a:extLst>
          </p:cNvPr>
          <p:cNvGraphicFramePr/>
          <p:nvPr>
            <p:extLst>
              <p:ext uri="{D42A27DB-BD31-4B8C-83A1-F6EECF244321}">
                <p14:modId xmlns:p14="http://schemas.microsoft.com/office/powerpoint/2010/main" val="3428269814"/>
              </p:ext>
            </p:extLst>
          </p:nvPr>
        </p:nvGraphicFramePr>
        <p:xfrm>
          <a:off x="2354239" y="436728"/>
          <a:ext cx="6557750" cy="4397063"/>
        </p:xfrm>
        <a:graphic>
          <a:graphicData uri="http://schemas.openxmlformats.org/drawingml/2006/chart">
            <c:chart xmlns:c="http://schemas.openxmlformats.org/drawingml/2006/chart" xmlns:r="http://schemas.openxmlformats.org/officeDocument/2006/relationships" r:id="rId3"/>
          </a:graphicData>
        </a:graphic>
      </p:graphicFrame>
      <p:sp>
        <p:nvSpPr>
          <p:cNvPr id="4" name="Google Shape;1603;p95">
            <a:extLst>
              <a:ext uri="{FF2B5EF4-FFF2-40B4-BE49-F238E27FC236}">
                <a16:creationId xmlns:a16="http://schemas.microsoft.com/office/drawing/2014/main" id="{42E8F2EF-A03C-D8B5-81C8-D05B240583A9}"/>
              </a:ext>
            </a:extLst>
          </p:cNvPr>
          <p:cNvSpPr txBox="1"/>
          <p:nvPr/>
        </p:nvSpPr>
        <p:spPr>
          <a:xfrm>
            <a:off x="4348666" y="2747107"/>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2"/>
                </a:solidFill>
              </a:rPr>
              <a:t>18</a:t>
            </a:r>
            <a:endParaRPr sz="1100">
              <a:solidFill>
                <a:schemeClr val="dk2"/>
              </a:solidFill>
            </a:endParaRPr>
          </a:p>
        </p:txBody>
      </p:sp>
      <p:sp>
        <p:nvSpPr>
          <p:cNvPr id="6" name="Google Shape;1605;p95">
            <a:extLst>
              <a:ext uri="{FF2B5EF4-FFF2-40B4-BE49-F238E27FC236}">
                <a16:creationId xmlns:a16="http://schemas.microsoft.com/office/drawing/2014/main" id="{E09F52C3-C3F6-A013-83C3-4AB0E0417916}"/>
              </a:ext>
            </a:extLst>
          </p:cNvPr>
          <p:cNvSpPr txBox="1"/>
          <p:nvPr/>
        </p:nvSpPr>
        <p:spPr>
          <a:xfrm>
            <a:off x="5250351" y="1743058"/>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2"/>
                </a:solidFill>
              </a:rPr>
              <a:t>29</a:t>
            </a:r>
            <a:endParaRPr sz="1100">
              <a:solidFill>
                <a:schemeClr val="dk2"/>
              </a:solidFill>
            </a:endParaRPr>
          </a:p>
        </p:txBody>
      </p:sp>
      <p:sp>
        <p:nvSpPr>
          <p:cNvPr id="8" name="Google Shape;1608;p95">
            <a:extLst>
              <a:ext uri="{FF2B5EF4-FFF2-40B4-BE49-F238E27FC236}">
                <a16:creationId xmlns:a16="http://schemas.microsoft.com/office/drawing/2014/main" id="{DBF29DC4-BB84-E23D-7246-F5F0BEF4B1DA}"/>
              </a:ext>
            </a:extLst>
          </p:cNvPr>
          <p:cNvSpPr txBox="1"/>
          <p:nvPr/>
        </p:nvSpPr>
        <p:spPr>
          <a:xfrm>
            <a:off x="6152035" y="921039"/>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2"/>
                </a:solidFill>
              </a:rPr>
              <a:t>38</a:t>
            </a:r>
            <a:endParaRPr sz="1100">
              <a:solidFill>
                <a:schemeClr val="dk2"/>
              </a:solidFill>
            </a:endParaRPr>
          </a:p>
        </p:txBody>
      </p:sp>
      <p:sp>
        <p:nvSpPr>
          <p:cNvPr id="9" name="Google Shape;1611;p95">
            <a:extLst>
              <a:ext uri="{FF2B5EF4-FFF2-40B4-BE49-F238E27FC236}">
                <a16:creationId xmlns:a16="http://schemas.microsoft.com/office/drawing/2014/main" id="{EBF6DF13-9F49-F988-9695-1F39735545C4}"/>
              </a:ext>
            </a:extLst>
          </p:cNvPr>
          <p:cNvSpPr txBox="1"/>
          <p:nvPr/>
        </p:nvSpPr>
        <p:spPr>
          <a:xfrm>
            <a:off x="7053719" y="830089"/>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2"/>
                </a:solidFill>
              </a:rPr>
              <a:t>39</a:t>
            </a:r>
            <a:endParaRPr sz="1100">
              <a:solidFill>
                <a:schemeClr val="dk2"/>
              </a:solidFill>
            </a:endParaRPr>
          </a:p>
        </p:txBody>
      </p:sp>
      <p:sp>
        <p:nvSpPr>
          <p:cNvPr id="11" name="Google Shape;1614;p95">
            <a:extLst>
              <a:ext uri="{FF2B5EF4-FFF2-40B4-BE49-F238E27FC236}">
                <a16:creationId xmlns:a16="http://schemas.microsoft.com/office/drawing/2014/main" id="{F2C78993-0059-1DDA-B603-D6E6FF4DAFE8}"/>
              </a:ext>
            </a:extLst>
          </p:cNvPr>
          <p:cNvSpPr txBox="1"/>
          <p:nvPr/>
        </p:nvSpPr>
        <p:spPr>
          <a:xfrm>
            <a:off x="7955403" y="1561500"/>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a:solidFill>
                  <a:schemeClr val="dk2"/>
                </a:solidFill>
              </a:rPr>
              <a:t>31</a:t>
            </a:r>
            <a:endParaRPr sz="1100">
              <a:solidFill>
                <a:schemeClr val="dk2"/>
              </a:solidFill>
            </a:endParaRPr>
          </a:p>
        </p:txBody>
      </p:sp>
      <p:sp>
        <p:nvSpPr>
          <p:cNvPr id="12" name="Google Shape;1621;p95">
            <a:extLst>
              <a:ext uri="{FF2B5EF4-FFF2-40B4-BE49-F238E27FC236}">
                <a16:creationId xmlns:a16="http://schemas.microsoft.com/office/drawing/2014/main" id="{12091806-2320-E479-30C6-E45B97179AC2}"/>
              </a:ext>
            </a:extLst>
          </p:cNvPr>
          <p:cNvSpPr txBox="1"/>
          <p:nvPr/>
        </p:nvSpPr>
        <p:spPr>
          <a:xfrm>
            <a:off x="3446982" y="3024607"/>
            <a:ext cx="731400" cy="2901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chemeClr val="dk2"/>
                </a:solidFill>
              </a:rPr>
              <a:t>15</a:t>
            </a:r>
            <a:endParaRPr sz="1100" dirty="0">
              <a:solidFill>
                <a:schemeClr val="dk2"/>
              </a:solidFill>
            </a:endParaRPr>
          </a:p>
        </p:txBody>
      </p:sp>
      <p:sp>
        <p:nvSpPr>
          <p:cNvPr id="1443" name="Google Shape;1443;p93"/>
          <p:cNvSpPr/>
          <p:nvPr/>
        </p:nvSpPr>
        <p:spPr>
          <a:xfrm>
            <a:off x="3688914" y="13387"/>
            <a:ext cx="5455085" cy="1364476"/>
          </a:xfrm>
          <a:prstGeom prst="rect">
            <a:avLst/>
          </a:prstGeom>
          <a:solidFill>
            <a:srgbClr val="CC0000"/>
          </a:solidFill>
          <a:ln>
            <a:noFill/>
          </a:ln>
        </p:spPr>
        <p:txBody>
          <a:bodyPr spcFirstLastPara="1" wrap="square" lIns="91425" tIns="91425" rIns="91425" bIns="91425" anchor="ctr" anchorCtr="0">
            <a:noAutofit/>
          </a:bodyPr>
          <a:lstStyle/>
          <a:p>
            <a:pPr marL="0" lvl="0" indent="0" algn="l" rtl="0">
              <a:lnSpc>
                <a:spcPct val="110000"/>
              </a:lnSpc>
              <a:spcBef>
                <a:spcPts val="0"/>
              </a:spcBef>
              <a:spcAft>
                <a:spcPts val="0"/>
              </a:spcAft>
              <a:buNone/>
            </a:pPr>
            <a:r>
              <a:rPr lang="en" sz="1100" b="1" dirty="0">
                <a:solidFill>
                  <a:schemeClr val="lt1"/>
                </a:solidFill>
              </a:rPr>
              <a:t>INSTRUCTIONS:</a:t>
            </a:r>
            <a:r>
              <a:rPr lang="en" sz="1100" dirty="0">
                <a:solidFill>
                  <a:schemeClr val="lt1"/>
                </a:solidFill>
              </a:rPr>
              <a:t> The columns below are linked to a live Excel spreadsheet: </a:t>
            </a:r>
            <a:br>
              <a:rPr lang="en" sz="1100" dirty="0">
                <a:solidFill>
                  <a:schemeClr val="lt1"/>
                </a:solidFill>
              </a:rPr>
            </a:br>
            <a:r>
              <a:rPr lang="en" sz="1100" dirty="0">
                <a:solidFill>
                  <a:schemeClr val="lt1"/>
                </a:solidFill>
              </a:rPr>
              <a:t>right click on the column shape and select “Edit Data in Excel.” Columns will be automatically colored </a:t>
            </a:r>
            <a:r>
              <a:rPr lang="en" sz="1100" dirty="0" err="1">
                <a:solidFill>
                  <a:schemeClr val="lt1"/>
                </a:solidFill>
              </a:rPr>
              <a:t>accordi</a:t>
            </a:r>
            <a:r>
              <a:rPr lang="en-US" sz="1100" dirty="0">
                <a:solidFill>
                  <a:schemeClr val="lt1"/>
                </a:solidFill>
              </a:rPr>
              <a:t>ng</a:t>
            </a:r>
            <a:r>
              <a:rPr lang="en" sz="1100" dirty="0">
                <a:solidFill>
                  <a:schemeClr val="lt1"/>
                </a:solidFill>
              </a:rPr>
              <a:t> to the theme palette, but can also be selected manually (double-click segment) and filled as usual. Segment labels are automatic but column totals need to be entered manually.</a:t>
            </a:r>
            <a:br>
              <a:rPr lang="en" sz="1100" dirty="0">
                <a:solidFill>
                  <a:schemeClr val="lt1"/>
                </a:solidFill>
              </a:rPr>
            </a:br>
            <a:r>
              <a:rPr lang="en" sz="1900" b="1" dirty="0">
                <a:solidFill>
                  <a:schemeClr val="lt1"/>
                </a:solidFill>
              </a:rPr>
              <a:t>DELETE THIS BOX AFTER.</a:t>
            </a:r>
            <a:endParaRPr sz="2200" dirty="0">
              <a:solidFill>
                <a:schemeClr val="lt1"/>
              </a:solidFill>
            </a:endParaRPr>
          </a:p>
        </p:txBody>
      </p:sp>
    </p:spTree>
    <p:extLst>
      <p:ext uri="{BB962C8B-B14F-4D97-AF65-F5344CB8AC3E}">
        <p14:creationId xmlns:p14="http://schemas.microsoft.com/office/powerpoint/2010/main" val="5948547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636"/>
        <p:cNvGrpSpPr/>
        <p:nvPr/>
      </p:nvGrpSpPr>
      <p:grpSpPr>
        <a:xfrm>
          <a:off x="0" y="0"/>
          <a:ext cx="0" cy="0"/>
          <a:chOff x="0" y="0"/>
          <a:chExt cx="0" cy="0"/>
        </a:xfrm>
      </p:grpSpPr>
      <p:sp>
        <p:nvSpPr>
          <p:cNvPr id="1637" name="Google Shape;1637;p96"/>
          <p:cNvSpPr txBox="1">
            <a:spLocks noGrp="1"/>
          </p:cNvSpPr>
          <p:nvPr>
            <p:ph type="title"/>
          </p:nvPr>
        </p:nvSpPr>
        <p:spPr/>
        <p:txBody>
          <a:bodyPr/>
          <a:lstStyle/>
          <a:p>
            <a:pPr lvl="0"/>
            <a:r>
              <a:rPr lang="en-US"/>
              <a:t>Table Example 1</a:t>
            </a:r>
          </a:p>
        </p:txBody>
      </p:sp>
      <p:graphicFrame>
        <p:nvGraphicFramePr>
          <p:cNvPr id="1638" name="Google Shape;1638;p96"/>
          <p:cNvGraphicFramePr/>
          <p:nvPr/>
        </p:nvGraphicFramePr>
        <p:xfrm>
          <a:off x="457203" y="1003615"/>
          <a:ext cx="8229600" cy="3338475"/>
        </p:xfrm>
        <a:graphic>
          <a:graphicData uri="http://schemas.openxmlformats.org/drawingml/2006/table">
            <a:tbl>
              <a:tblPr firstRow="1" bandRow="1">
                <a:noFill/>
              </a:tblPr>
              <a:tblGrid>
                <a:gridCol w="1076850">
                  <a:extLst>
                    <a:ext uri="{9D8B030D-6E8A-4147-A177-3AD203B41FA5}">
                      <a16:colId xmlns:a16="http://schemas.microsoft.com/office/drawing/2014/main" val="20000"/>
                    </a:ext>
                  </a:extLst>
                </a:gridCol>
                <a:gridCol w="1312400">
                  <a:extLst>
                    <a:ext uri="{9D8B030D-6E8A-4147-A177-3AD203B41FA5}">
                      <a16:colId xmlns:a16="http://schemas.microsoft.com/office/drawing/2014/main" val="20001"/>
                    </a:ext>
                  </a:extLst>
                </a:gridCol>
                <a:gridCol w="1421750">
                  <a:extLst>
                    <a:ext uri="{9D8B030D-6E8A-4147-A177-3AD203B41FA5}">
                      <a16:colId xmlns:a16="http://schemas.microsoft.com/office/drawing/2014/main" val="20002"/>
                    </a:ext>
                  </a:extLst>
                </a:gridCol>
                <a:gridCol w="1433900">
                  <a:extLst>
                    <a:ext uri="{9D8B030D-6E8A-4147-A177-3AD203B41FA5}">
                      <a16:colId xmlns:a16="http://schemas.microsoft.com/office/drawing/2014/main" val="20003"/>
                    </a:ext>
                  </a:extLst>
                </a:gridCol>
                <a:gridCol w="1397450">
                  <a:extLst>
                    <a:ext uri="{9D8B030D-6E8A-4147-A177-3AD203B41FA5}">
                      <a16:colId xmlns:a16="http://schemas.microsoft.com/office/drawing/2014/main" val="20004"/>
                    </a:ext>
                  </a:extLst>
                </a:gridCol>
                <a:gridCol w="1587250">
                  <a:extLst>
                    <a:ext uri="{9D8B030D-6E8A-4147-A177-3AD203B41FA5}">
                      <a16:colId xmlns:a16="http://schemas.microsoft.com/office/drawing/2014/main" val="20005"/>
                    </a:ext>
                  </a:extLst>
                </a:gridCol>
              </a:tblGrid>
              <a:tr h="476925">
                <a:tc>
                  <a:txBody>
                    <a:bodyPr/>
                    <a:lstStyle/>
                    <a:p>
                      <a:pPr marL="0" marR="0" lvl="0" indent="0" algn="l" rtl="0">
                        <a:spcBef>
                          <a:spcPts val="0"/>
                        </a:spcBef>
                        <a:spcAft>
                          <a:spcPts val="0"/>
                        </a:spcAft>
                        <a:buNone/>
                      </a:pPr>
                      <a:endParaRPr sz="1200" b="0" i="0" u="none" strike="noStrike" cap="none">
                        <a:solidFill>
                          <a:srgbClr val="717171"/>
                        </a:solidFill>
                        <a:latin typeface="Arial"/>
                        <a:ea typeface="Arial"/>
                        <a:cs typeface="Arial"/>
                        <a:sym typeface="Arial"/>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ctr" rtl="0">
                        <a:spcBef>
                          <a:spcPts val="0"/>
                        </a:spcBef>
                        <a:spcAft>
                          <a:spcPts val="0"/>
                        </a:spcAft>
                        <a:buNone/>
                      </a:pPr>
                      <a:r>
                        <a:rPr lang="en" sz="1200" b="1" i="0" u="none" strike="noStrike" cap="none">
                          <a:solidFill>
                            <a:srgbClr val="5B5B5B"/>
                          </a:solidFill>
                          <a:latin typeface="Arial"/>
                          <a:ea typeface="Arial"/>
                          <a:cs typeface="Arial"/>
                          <a:sym typeface="Arial"/>
                        </a:rPr>
                        <a:t>Column Title</a:t>
                      </a:r>
                      <a:endParaRPr sz="1200" b="1" i="0" u="none" strike="noStrike" cap="none">
                        <a:solidFill>
                          <a:srgbClr val="5B5B5B"/>
                        </a:solidFill>
                        <a:latin typeface="Arial"/>
                        <a:ea typeface="Arial"/>
                        <a:cs typeface="Arial"/>
                        <a:sym typeface="Arial"/>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200"/>
                        <a:buFont typeface="Arial"/>
                        <a:buNone/>
                      </a:pPr>
                      <a:r>
                        <a:rPr lang="en" sz="1200" b="1" i="0" u="none" strike="noStrike" cap="none">
                          <a:solidFill>
                            <a:srgbClr val="5B5B5B"/>
                          </a:solidFill>
                          <a:latin typeface="Arial"/>
                          <a:ea typeface="Arial"/>
                          <a:cs typeface="Arial"/>
                          <a:sym typeface="Arial"/>
                        </a:rPr>
                        <a:t>Column Title</a:t>
                      </a:r>
                      <a:endParaRPr sz="1200" b="1" i="0" u="none" strike="noStrike" cap="none">
                        <a:solidFill>
                          <a:srgbClr val="5B5B5B"/>
                        </a:solidFill>
                        <a:latin typeface="Arial"/>
                        <a:ea typeface="Arial"/>
                        <a:cs typeface="Arial"/>
                        <a:sym typeface="Arial"/>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200"/>
                        <a:buFont typeface="Arial"/>
                        <a:buNone/>
                      </a:pPr>
                      <a:r>
                        <a:rPr lang="en" sz="1200" b="1" i="0" u="none" strike="noStrike" cap="none">
                          <a:solidFill>
                            <a:srgbClr val="5B5B5B"/>
                          </a:solidFill>
                          <a:latin typeface="Arial"/>
                          <a:ea typeface="Arial"/>
                          <a:cs typeface="Arial"/>
                          <a:sym typeface="Arial"/>
                        </a:rPr>
                        <a:t>Column Title</a:t>
                      </a:r>
                      <a:endParaRPr sz="1200" b="1" i="0" u="none" strike="noStrike" cap="none">
                        <a:solidFill>
                          <a:srgbClr val="5B5B5B"/>
                        </a:solidFill>
                        <a:latin typeface="Arial"/>
                        <a:ea typeface="Arial"/>
                        <a:cs typeface="Arial"/>
                        <a:sym typeface="Arial"/>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200"/>
                        <a:buFont typeface="Arial"/>
                        <a:buNone/>
                      </a:pPr>
                      <a:r>
                        <a:rPr lang="en" sz="1200" b="1" i="0" u="none" strike="noStrike" cap="none">
                          <a:solidFill>
                            <a:srgbClr val="5B5B5B"/>
                          </a:solidFill>
                          <a:latin typeface="Arial"/>
                          <a:ea typeface="Arial"/>
                          <a:cs typeface="Arial"/>
                          <a:sym typeface="Arial"/>
                        </a:rPr>
                        <a:t>Column Title</a:t>
                      </a:r>
                      <a:endParaRPr sz="1200" b="1" i="0" u="none" strike="noStrike" cap="none">
                        <a:solidFill>
                          <a:srgbClr val="5B5B5B"/>
                        </a:solidFill>
                        <a:latin typeface="Arial"/>
                        <a:ea typeface="Arial"/>
                        <a:cs typeface="Arial"/>
                        <a:sym typeface="Arial"/>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200"/>
                        <a:buFont typeface="Arial"/>
                        <a:buNone/>
                      </a:pPr>
                      <a:r>
                        <a:rPr lang="en" sz="1200" b="1" i="0" u="none" strike="noStrike" cap="none">
                          <a:solidFill>
                            <a:srgbClr val="5B5B5B"/>
                          </a:solidFill>
                          <a:latin typeface="Arial"/>
                          <a:ea typeface="Arial"/>
                          <a:cs typeface="Arial"/>
                          <a:sym typeface="Arial"/>
                        </a:rPr>
                        <a:t>Column Title</a:t>
                      </a:r>
                      <a:endParaRPr sz="1200" b="1" i="0" u="none" strike="noStrike" cap="none">
                        <a:solidFill>
                          <a:srgbClr val="5B5B5B"/>
                        </a:solidFill>
                        <a:latin typeface="Arial"/>
                        <a:ea typeface="Arial"/>
                        <a:cs typeface="Arial"/>
                        <a:sym typeface="Arial"/>
                      </a:endParaRPr>
                    </a:p>
                  </a:txBody>
                  <a:tcPr marL="91450" marR="91450" marT="45725" marB="45725" anchor="b">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76925">
                <a:tc>
                  <a:txBody>
                    <a:bodyPr/>
                    <a:lstStyle/>
                    <a:p>
                      <a:pPr marL="0" marR="0" lvl="0" indent="0" algn="r" rtl="0">
                        <a:spcBef>
                          <a:spcPts val="0"/>
                        </a:spcBef>
                        <a:spcAft>
                          <a:spcPts val="0"/>
                        </a:spcAft>
                        <a:buNone/>
                      </a:pPr>
                      <a:r>
                        <a:rPr lang="en" sz="1200" b="1" i="0" u="none" strike="noStrike" cap="none" dirty="0">
                          <a:solidFill>
                            <a:srgbClr val="FFFFFF"/>
                          </a:solidFill>
                          <a:latin typeface="Arial"/>
                          <a:ea typeface="Arial"/>
                          <a:cs typeface="Arial"/>
                          <a:sym typeface="Arial"/>
                        </a:rPr>
                        <a:t>Title</a:t>
                      </a:r>
                      <a:endParaRPr dirty="0"/>
                    </a:p>
                  </a:txBody>
                  <a:tcPr marL="91450" marR="91450" marT="45725" marB="45725"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105780"/>
                    </a:solidFill>
                  </a:tcPr>
                </a:tc>
                <a:tc>
                  <a:txBody>
                    <a:bodyPr/>
                    <a:lstStyle/>
                    <a:p>
                      <a:pPr marL="0" marR="0" lvl="0" indent="0" algn="ctr" rtl="0">
                        <a:spcBef>
                          <a:spcPts val="0"/>
                        </a:spcBef>
                        <a:spcAft>
                          <a:spcPts val="0"/>
                        </a:spcAft>
                        <a:buNone/>
                      </a:pPr>
                      <a:r>
                        <a:rPr lang="en" sz="1000" b="0" i="0" u="none" strike="noStrike" cap="none" dirty="0">
                          <a:solidFill>
                            <a:srgbClr val="717171"/>
                          </a:solidFill>
                          <a:latin typeface="Arial"/>
                          <a:ea typeface="Arial"/>
                          <a:cs typeface="Arial"/>
                          <a:sym typeface="Arial"/>
                        </a:rPr>
                        <a:t>Centered Text</a:t>
                      </a:r>
                      <a:endParaRPr dirty="0"/>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76925">
                <a:tc>
                  <a:txBody>
                    <a:bodyPr/>
                    <a:lstStyle/>
                    <a:p>
                      <a:pPr marL="0" marR="0" lvl="0" indent="0" algn="r" rtl="0">
                        <a:spcBef>
                          <a:spcPts val="0"/>
                        </a:spcBef>
                        <a:spcAft>
                          <a:spcPts val="0"/>
                        </a:spcAft>
                        <a:buNone/>
                      </a:pPr>
                      <a:r>
                        <a:rPr lang="en" sz="1200" b="1" i="0" u="none" strike="noStrike" cap="none">
                          <a:solidFill>
                            <a:srgbClr val="FFFFFF"/>
                          </a:solidFill>
                          <a:latin typeface="Arial"/>
                          <a:ea typeface="Arial"/>
                          <a:cs typeface="Arial"/>
                          <a:sym typeface="Arial"/>
                        </a:rPr>
                        <a:t>Title</a:t>
                      </a:r>
                      <a:endParaRPr/>
                    </a:p>
                  </a:txBody>
                  <a:tcPr marL="91450" marR="91450" marT="45725" marB="45725"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105780"/>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dirty="0">
                          <a:solidFill>
                            <a:srgbClr val="717171"/>
                          </a:solidFill>
                          <a:latin typeface="Arial"/>
                          <a:ea typeface="Arial"/>
                          <a:cs typeface="Arial"/>
                          <a:sym typeface="Arial"/>
                        </a:rPr>
                        <a:t>Centered Text</a:t>
                      </a:r>
                      <a:endParaRPr sz="1000" b="0" i="0" u="none" strike="noStrike" cap="none" dirty="0">
                        <a:solidFill>
                          <a:srgbClr val="717171"/>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476925">
                <a:tc>
                  <a:txBody>
                    <a:bodyPr/>
                    <a:lstStyle/>
                    <a:p>
                      <a:pPr marL="0" marR="0" lvl="0" indent="0" algn="r" rtl="0">
                        <a:spcBef>
                          <a:spcPts val="0"/>
                        </a:spcBef>
                        <a:spcAft>
                          <a:spcPts val="0"/>
                        </a:spcAft>
                        <a:buNone/>
                      </a:pPr>
                      <a:r>
                        <a:rPr lang="en" sz="1200" b="1" i="0" u="none" strike="noStrike" cap="none">
                          <a:solidFill>
                            <a:srgbClr val="FFFFFF"/>
                          </a:solidFill>
                          <a:latin typeface="Arial"/>
                          <a:ea typeface="Arial"/>
                          <a:cs typeface="Arial"/>
                          <a:sym typeface="Arial"/>
                        </a:rPr>
                        <a:t>Title</a:t>
                      </a:r>
                      <a:endParaRPr/>
                    </a:p>
                  </a:txBody>
                  <a:tcPr marL="91450" marR="91450" marT="45725" marB="45725"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105780"/>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dirty="0">
                          <a:solidFill>
                            <a:srgbClr val="717171"/>
                          </a:solidFill>
                          <a:latin typeface="Arial"/>
                          <a:ea typeface="Arial"/>
                          <a:cs typeface="Arial"/>
                          <a:sym typeface="Arial"/>
                        </a:rPr>
                        <a:t>Centered Text</a:t>
                      </a:r>
                      <a:endParaRPr sz="1000" b="0" i="0" u="none" strike="noStrike" cap="none" dirty="0">
                        <a:solidFill>
                          <a:srgbClr val="717171"/>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76925">
                <a:tc>
                  <a:txBody>
                    <a:bodyPr/>
                    <a:lstStyle/>
                    <a:p>
                      <a:pPr marL="0" marR="0" lvl="0" indent="0" algn="r" rtl="0">
                        <a:spcBef>
                          <a:spcPts val="0"/>
                        </a:spcBef>
                        <a:spcAft>
                          <a:spcPts val="0"/>
                        </a:spcAft>
                        <a:buNone/>
                      </a:pPr>
                      <a:r>
                        <a:rPr lang="en" sz="1200" b="1" i="0" u="none" strike="noStrike" cap="none">
                          <a:solidFill>
                            <a:srgbClr val="FFFFFF"/>
                          </a:solidFill>
                          <a:latin typeface="Arial"/>
                          <a:ea typeface="Arial"/>
                          <a:cs typeface="Arial"/>
                          <a:sym typeface="Arial"/>
                        </a:rPr>
                        <a:t>Title</a:t>
                      </a:r>
                      <a:endParaRPr/>
                    </a:p>
                  </a:txBody>
                  <a:tcPr marL="91450" marR="91450" marT="45725" marB="45725"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105780"/>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dirty="0">
                          <a:solidFill>
                            <a:srgbClr val="717171"/>
                          </a:solidFill>
                          <a:latin typeface="Arial"/>
                          <a:ea typeface="Arial"/>
                          <a:cs typeface="Arial"/>
                          <a:sym typeface="Arial"/>
                        </a:rPr>
                        <a:t>Centered Text</a:t>
                      </a:r>
                      <a:endParaRPr sz="1000" b="0" i="0" u="none" strike="noStrike" cap="none" dirty="0">
                        <a:solidFill>
                          <a:srgbClr val="717171"/>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476925">
                <a:tc>
                  <a:txBody>
                    <a:bodyPr/>
                    <a:lstStyle/>
                    <a:p>
                      <a:pPr marL="0" marR="0" lvl="0" indent="0" algn="r" rtl="0">
                        <a:spcBef>
                          <a:spcPts val="0"/>
                        </a:spcBef>
                        <a:spcAft>
                          <a:spcPts val="0"/>
                        </a:spcAft>
                        <a:buNone/>
                      </a:pPr>
                      <a:r>
                        <a:rPr lang="en" sz="1200" b="1" i="0" u="none" strike="noStrike" cap="none">
                          <a:solidFill>
                            <a:srgbClr val="FFFFFF"/>
                          </a:solidFill>
                          <a:latin typeface="Arial"/>
                          <a:ea typeface="Arial"/>
                          <a:cs typeface="Arial"/>
                          <a:sym typeface="Arial"/>
                        </a:rPr>
                        <a:t>Title</a:t>
                      </a:r>
                      <a:endParaRPr/>
                    </a:p>
                  </a:txBody>
                  <a:tcPr marL="91450" marR="91450" marT="45725" marB="45725"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105780"/>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dirty="0">
                          <a:solidFill>
                            <a:srgbClr val="717171"/>
                          </a:solidFill>
                          <a:latin typeface="Arial"/>
                          <a:ea typeface="Arial"/>
                          <a:cs typeface="Arial"/>
                          <a:sym typeface="Arial"/>
                        </a:rPr>
                        <a:t>Centered Text</a:t>
                      </a:r>
                      <a:endParaRPr sz="1000" b="0" i="0" u="none" strike="noStrike" cap="none" dirty="0">
                        <a:solidFill>
                          <a:srgbClr val="717171"/>
                        </a:solidFill>
                        <a:latin typeface="Arial"/>
                        <a:ea typeface="Arial"/>
                        <a:cs typeface="Arial"/>
                        <a:sym typeface="Arial"/>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dirty="0">
                          <a:solidFill>
                            <a:srgbClr val="717171"/>
                          </a:solidFill>
                          <a:latin typeface="Arial"/>
                          <a:ea typeface="Arial"/>
                          <a:cs typeface="Arial"/>
                          <a:sym typeface="Arial"/>
                        </a:rPr>
                        <a:t>Centered Text</a:t>
                      </a:r>
                      <a:endParaRPr sz="1000" b="0" i="0" u="none" strike="noStrike" cap="none" dirty="0">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sz="1000" b="0" i="0" u="none" strike="noStrike" cap="none">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476925">
                <a:tc>
                  <a:txBody>
                    <a:bodyPr/>
                    <a:lstStyle/>
                    <a:p>
                      <a:pPr marL="0" marR="0" lvl="0" indent="0" algn="r" rtl="0">
                        <a:spcBef>
                          <a:spcPts val="0"/>
                        </a:spcBef>
                        <a:spcAft>
                          <a:spcPts val="0"/>
                        </a:spcAft>
                        <a:buNone/>
                      </a:pPr>
                      <a:r>
                        <a:rPr lang="en" sz="1200" b="1" i="0" u="none" strike="noStrike" cap="none">
                          <a:solidFill>
                            <a:srgbClr val="FFFFFF"/>
                          </a:solidFill>
                          <a:latin typeface="Arial"/>
                          <a:ea typeface="Arial"/>
                          <a:cs typeface="Arial"/>
                          <a:sym typeface="Arial"/>
                        </a:rPr>
                        <a:t>Title</a:t>
                      </a:r>
                      <a:endParaRPr/>
                    </a:p>
                  </a:txBody>
                  <a:tcPr marL="91450" marR="91450" marT="45725" marB="45725" anchor="ctr">
                    <a:lnL w="12700" cap="flat" cmpd="sng">
                      <a:solidFill>
                        <a:srgbClr val="C8C8C8"/>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105780"/>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a:solidFill>
                            <a:srgbClr val="717171"/>
                          </a:solidFill>
                          <a:latin typeface="Arial"/>
                          <a:ea typeface="Arial"/>
                          <a:cs typeface="Arial"/>
                          <a:sym typeface="Arial"/>
                        </a:rPr>
                        <a:t>Centered Text</a:t>
                      </a:r>
                      <a:endParaRPr/>
                    </a:p>
                  </a:txBody>
                  <a:tcPr marL="91450" marR="91450" marT="45725" marB="45725" anchor="ctr">
                    <a:lnL w="9525" cap="flat" cmpd="sng">
                      <a:solidFill>
                        <a:srgbClr val="000000">
                          <a:alpha val="0"/>
                        </a:srgbClr>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dirty="0">
                          <a:solidFill>
                            <a:srgbClr val="717171"/>
                          </a:solidFill>
                          <a:latin typeface="Arial"/>
                          <a:ea typeface="Arial"/>
                          <a:cs typeface="Arial"/>
                          <a:sym typeface="Arial"/>
                        </a:rPr>
                        <a:t>Centered Text</a:t>
                      </a:r>
                      <a:endParaRPr sz="1000" b="0" i="0" u="none" strike="noStrike" cap="none" dirty="0">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dirty="0">
                          <a:solidFill>
                            <a:srgbClr val="717171"/>
                          </a:solidFill>
                          <a:latin typeface="Arial"/>
                          <a:ea typeface="Arial"/>
                          <a:cs typeface="Arial"/>
                          <a:sym typeface="Arial"/>
                        </a:rPr>
                        <a:t>Centered Text</a:t>
                      </a:r>
                      <a:endParaRPr sz="1000" b="0" i="0" u="none" strike="noStrike" cap="none" dirty="0">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dirty="0">
                          <a:solidFill>
                            <a:srgbClr val="717171"/>
                          </a:solidFill>
                          <a:latin typeface="Arial"/>
                          <a:ea typeface="Arial"/>
                          <a:cs typeface="Arial"/>
                          <a:sym typeface="Arial"/>
                        </a:rPr>
                        <a:t>Centered Text</a:t>
                      </a:r>
                      <a:endParaRPr sz="1000" b="0" i="0" u="none" strike="noStrike" cap="none" dirty="0">
                        <a:solidFill>
                          <a:srgbClr val="717171"/>
                        </a:solidFill>
                        <a:latin typeface="Arial"/>
                        <a:ea typeface="Arial"/>
                        <a:cs typeface="Arial"/>
                        <a:sym typeface="Arial"/>
                      </a:endParaRPr>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717171"/>
                        </a:buClr>
                        <a:buSzPts val="1000"/>
                        <a:buFont typeface="Arial"/>
                        <a:buNone/>
                      </a:pPr>
                      <a:r>
                        <a:rPr lang="en" sz="1000" b="0" i="0" u="none" strike="noStrike" cap="none" dirty="0">
                          <a:solidFill>
                            <a:srgbClr val="717171"/>
                          </a:solidFill>
                          <a:latin typeface="Arial"/>
                          <a:ea typeface="Arial"/>
                          <a:cs typeface="Arial"/>
                          <a:sym typeface="Arial"/>
                        </a:rPr>
                        <a:t>Centered Text</a:t>
                      </a:r>
                      <a:endParaRPr dirty="0"/>
                    </a:p>
                  </a:txBody>
                  <a:tcPr marL="91450" marR="91450" marT="45725" marB="45725" anchor="ctr">
                    <a:lnL w="12700" cap="flat" cmpd="sng">
                      <a:solidFill>
                        <a:srgbClr val="C8C8C8"/>
                      </a:solidFill>
                      <a:prstDash val="solid"/>
                      <a:round/>
                      <a:headEnd type="none" w="sm" len="sm"/>
                      <a:tailEnd type="none" w="sm" len="sm"/>
                    </a:lnL>
                    <a:lnR w="12700" cap="flat" cmpd="sng">
                      <a:solidFill>
                        <a:srgbClr val="C8C8C8"/>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644"/>
        <p:cNvGrpSpPr/>
        <p:nvPr/>
      </p:nvGrpSpPr>
      <p:grpSpPr>
        <a:xfrm>
          <a:off x="0" y="0"/>
          <a:ext cx="0" cy="0"/>
          <a:chOff x="0" y="0"/>
          <a:chExt cx="0" cy="0"/>
        </a:xfrm>
      </p:grpSpPr>
      <p:sp>
        <p:nvSpPr>
          <p:cNvPr id="1645" name="Google Shape;1645;p97"/>
          <p:cNvSpPr txBox="1">
            <a:spLocks noGrp="1"/>
          </p:cNvSpPr>
          <p:nvPr>
            <p:ph type="title"/>
          </p:nvPr>
        </p:nvSpPr>
        <p:spPr/>
        <p:txBody>
          <a:bodyPr/>
          <a:lstStyle/>
          <a:p>
            <a:pPr lvl="0"/>
            <a:r>
              <a:rPr lang="en-US"/>
              <a:t>Table Example 2</a:t>
            </a:r>
          </a:p>
        </p:txBody>
      </p:sp>
      <p:sp>
        <p:nvSpPr>
          <p:cNvPr id="1648" name="Google Shape;1648;p97"/>
          <p:cNvSpPr txBox="1">
            <a:spLocks noGrp="1"/>
          </p:cNvSpPr>
          <p:nvPr>
            <p:ph type="subTitle" idx="1"/>
          </p:nvPr>
        </p:nvSpPr>
        <p:spPr/>
        <p:txBody>
          <a:bodyPr/>
          <a:lstStyle/>
          <a:p>
            <a:pPr lvl="0"/>
            <a:r>
              <a:rPr lang="en-US" dirty="0"/>
              <a:t>Subtitle if needed</a:t>
            </a:r>
          </a:p>
        </p:txBody>
      </p:sp>
      <p:graphicFrame>
        <p:nvGraphicFramePr>
          <p:cNvPr id="1646" name="Google Shape;1646;p97"/>
          <p:cNvGraphicFramePr/>
          <p:nvPr/>
        </p:nvGraphicFramePr>
        <p:xfrm>
          <a:off x="459687" y="1253342"/>
          <a:ext cx="8224625" cy="3129000"/>
        </p:xfrm>
        <a:graphic>
          <a:graphicData uri="http://schemas.openxmlformats.org/drawingml/2006/table">
            <a:tbl>
              <a:tblPr firstRow="1" bandRow="1">
                <a:noFill/>
              </a:tblPr>
              <a:tblGrid>
                <a:gridCol w="1644925">
                  <a:extLst>
                    <a:ext uri="{9D8B030D-6E8A-4147-A177-3AD203B41FA5}">
                      <a16:colId xmlns:a16="http://schemas.microsoft.com/office/drawing/2014/main" val="20000"/>
                    </a:ext>
                  </a:extLst>
                </a:gridCol>
                <a:gridCol w="1644925">
                  <a:extLst>
                    <a:ext uri="{9D8B030D-6E8A-4147-A177-3AD203B41FA5}">
                      <a16:colId xmlns:a16="http://schemas.microsoft.com/office/drawing/2014/main" val="20001"/>
                    </a:ext>
                  </a:extLst>
                </a:gridCol>
                <a:gridCol w="1644925">
                  <a:extLst>
                    <a:ext uri="{9D8B030D-6E8A-4147-A177-3AD203B41FA5}">
                      <a16:colId xmlns:a16="http://schemas.microsoft.com/office/drawing/2014/main" val="20002"/>
                    </a:ext>
                  </a:extLst>
                </a:gridCol>
                <a:gridCol w="1644925">
                  <a:extLst>
                    <a:ext uri="{9D8B030D-6E8A-4147-A177-3AD203B41FA5}">
                      <a16:colId xmlns:a16="http://schemas.microsoft.com/office/drawing/2014/main" val="20003"/>
                    </a:ext>
                  </a:extLst>
                </a:gridCol>
                <a:gridCol w="1644925">
                  <a:extLst>
                    <a:ext uri="{9D8B030D-6E8A-4147-A177-3AD203B41FA5}">
                      <a16:colId xmlns:a16="http://schemas.microsoft.com/office/drawing/2014/main" val="20004"/>
                    </a:ext>
                  </a:extLst>
                </a:gridCol>
              </a:tblGrid>
              <a:tr h="312900">
                <a:tc>
                  <a:txBody>
                    <a:bodyPr/>
                    <a:lstStyle/>
                    <a:p>
                      <a:pPr marL="0" marR="0" lvl="0" indent="0" algn="ctr" rtl="0">
                        <a:spcBef>
                          <a:spcPts val="0"/>
                        </a:spcBef>
                        <a:spcAft>
                          <a:spcPts val="0"/>
                        </a:spcAft>
                        <a:buNone/>
                      </a:pPr>
                      <a:r>
                        <a:rPr lang="en" sz="1400" b="1" u="none" strike="noStrike" cap="none">
                          <a:solidFill>
                            <a:srgbClr val="FFFFFF"/>
                          </a:solidFill>
                        </a:rPr>
                        <a:t>Column Heading</a:t>
                      </a:r>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577F"/>
                    </a:solidFill>
                  </a:tcPr>
                </a:tc>
                <a:tc>
                  <a:txBody>
                    <a:bodyPr/>
                    <a:lstStyle/>
                    <a:p>
                      <a:pPr marL="0" marR="0" lvl="0" indent="0" algn="ctr" rtl="0">
                        <a:spcBef>
                          <a:spcPts val="0"/>
                        </a:spcBef>
                        <a:spcAft>
                          <a:spcPts val="0"/>
                        </a:spcAft>
                        <a:buNone/>
                      </a:pPr>
                      <a:r>
                        <a:rPr lang="en" sz="1400" b="1" u="none" strike="noStrike" cap="none">
                          <a:solidFill>
                            <a:srgbClr val="FFFFFF"/>
                          </a:solidFill>
                        </a:rPr>
                        <a:t>Column Heading</a:t>
                      </a:r>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577F"/>
                    </a:solidFill>
                  </a:tcPr>
                </a:tc>
                <a:tc>
                  <a:txBody>
                    <a:bodyPr/>
                    <a:lstStyle/>
                    <a:p>
                      <a:pPr marL="0" marR="0" lvl="0" indent="0" algn="ctr" rtl="0">
                        <a:spcBef>
                          <a:spcPts val="0"/>
                        </a:spcBef>
                        <a:spcAft>
                          <a:spcPts val="0"/>
                        </a:spcAft>
                        <a:buNone/>
                      </a:pPr>
                      <a:r>
                        <a:rPr lang="en" sz="1400" b="1" u="none" strike="noStrike" cap="none">
                          <a:solidFill>
                            <a:srgbClr val="FFFFFF"/>
                          </a:solidFill>
                        </a:rPr>
                        <a:t>Column Heading</a:t>
                      </a:r>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577F"/>
                    </a:solidFill>
                  </a:tcPr>
                </a:tc>
                <a:tc>
                  <a:txBody>
                    <a:bodyPr/>
                    <a:lstStyle/>
                    <a:p>
                      <a:pPr marL="0" marR="0" lvl="0" indent="0" algn="ctr" rtl="0">
                        <a:spcBef>
                          <a:spcPts val="0"/>
                        </a:spcBef>
                        <a:spcAft>
                          <a:spcPts val="0"/>
                        </a:spcAft>
                        <a:buNone/>
                      </a:pPr>
                      <a:r>
                        <a:rPr lang="en" sz="1400" b="1" u="none" strike="noStrike" cap="none">
                          <a:solidFill>
                            <a:srgbClr val="FFFFFF"/>
                          </a:solidFill>
                        </a:rPr>
                        <a:t>Column Heading</a:t>
                      </a:r>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577F"/>
                    </a:solidFill>
                  </a:tcPr>
                </a:tc>
                <a:tc>
                  <a:txBody>
                    <a:bodyPr/>
                    <a:lstStyle/>
                    <a:p>
                      <a:pPr marL="0" marR="0" lvl="0" indent="0" algn="ctr" rtl="0">
                        <a:spcBef>
                          <a:spcPts val="0"/>
                        </a:spcBef>
                        <a:spcAft>
                          <a:spcPts val="0"/>
                        </a:spcAft>
                        <a:buNone/>
                      </a:pPr>
                      <a:r>
                        <a:rPr lang="en" sz="1400" b="1" u="none" strike="noStrike" cap="none">
                          <a:solidFill>
                            <a:srgbClr val="FFFFFF"/>
                          </a:solidFill>
                        </a:rPr>
                        <a:t>Column Heading</a:t>
                      </a:r>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11577F"/>
                    </a:solidFill>
                  </a:tcPr>
                </a:tc>
                <a:extLst>
                  <a:ext uri="{0D108BD9-81ED-4DB2-BD59-A6C34878D82A}">
                    <a16:rowId xmlns:a16="http://schemas.microsoft.com/office/drawing/2014/main" val="10000"/>
                  </a:ext>
                </a:extLst>
              </a:tr>
              <a:tr h="312900">
                <a:tc>
                  <a:txBody>
                    <a:bodyPr/>
                    <a:lstStyle/>
                    <a:p>
                      <a:pPr marL="0" marR="0" lvl="0" indent="0" algn="ctr" rtl="0">
                        <a:spcBef>
                          <a:spcPts val="0"/>
                        </a:spcBef>
                        <a:spcAft>
                          <a:spcPts val="0"/>
                        </a:spcAft>
                        <a:buNone/>
                      </a:pPr>
                      <a:r>
                        <a:rPr lang="en" sz="1100" b="0" u="none" strike="noStrike" cap="none">
                          <a:solidFill>
                            <a:schemeClr val="dk1"/>
                          </a:solidFill>
                        </a:rPr>
                        <a:t>Emphasized info</a:t>
                      </a:r>
                      <a:endParaRPr>
                        <a:solidFill>
                          <a:schemeClr val="dk1"/>
                        </a:solidFil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29B5E8"/>
                    </a:solidFill>
                  </a:tcPr>
                </a:tc>
                <a:tc>
                  <a:txBody>
                    <a:bodyPr/>
                    <a:lstStyle/>
                    <a:p>
                      <a:pPr marL="0" marR="0" lvl="0" indent="0" algn="ctr" rtl="0">
                        <a:spcBef>
                          <a:spcPts val="0"/>
                        </a:spcBef>
                        <a:spcAft>
                          <a:spcPts val="0"/>
                        </a:spcAft>
                        <a:buNone/>
                      </a:pPr>
                      <a:r>
                        <a:rPr lang="en" sz="1100" b="0" u="none" strike="noStrike" cap="none">
                          <a:solidFill>
                            <a:schemeClr val="dk1"/>
                          </a:solidFill>
                        </a:rPr>
                        <a:t>Emphasized info</a:t>
                      </a:r>
                      <a:endParaRPr>
                        <a:solidFill>
                          <a:schemeClr val="dk1"/>
                        </a:solidFil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29B5E8"/>
                    </a:solidFill>
                  </a:tcPr>
                </a:tc>
                <a:tc>
                  <a:txBody>
                    <a:bodyPr/>
                    <a:lstStyle/>
                    <a:p>
                      <a:pPr marL="0" marR="0" lvl="0" indent="0" algn="ctr" rtl="0">
                        <a:spcBef>
                          <a:spcPts val="0"/>
                        </a:spcBef>
                        <a:spcAft>
                          <a:spcPts val="0"/>
                        </a:spcAft>
                        <a:buNone/>
                      </a:pPr>
                      <a:r>
                        <a:rPr lang="en" sz="1100" b="0" u="none" strike="noStrike" cap="none">
                          <a:solidFill>
                            <a:schemeClr val="dk1"/>
                          </a:solidFill>
                        </a:rPr>
                        <a:t>Emphasized info</a:t>
                      </a:r>
                      <a:endParaRPr>
                        <a:solidFill>
                          <a:schemeClr val="dk1"/>
                        </a:solidFil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29B5E8"/>
                    </a:solidFill>
                  </a:tcPr>
                </a:tc>
                <a:tc>
                  <a:txBody>
                    <a:bodyPr/>
                    <a:lstStyle/>
                    <a:p>
                      <a:pPr marL="0" marR="0" lvl="0" indent="0" algn="ctr" rtl="0">
                        <a:spcBef>
                          <a:spcPts val="0"/>
                        </a:spcBef>
                        <a:spcAft>
                          <a:spcPts val="0"/>
                        </a:spcAft>
                        <a:buNone/>
                      </a:pPr>
                      <a:r>
                        <a:rPr lang="en" sz="1100" b="0" u="none" strike="noStrike" cap="none">
                          <a:solidFill>
                            <a:schemeClr val="dk1"/>
                          </a:solidFill>
                        </a:rPr>
                        <a:t>Emphasized info</a:t>
                      </a:r>
                      <a:endParaRPr>
                        <a:solidFill>
                          <a:schemeClr val="dk1"/>
                        </a:solidFil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29B5E8"/>
                    </a:solidFill>
                  </a:tcPr>
                </a:tc>
                <a:tc>
                  <a:txBody>
                    <a:bodyPr/>
                    <a:lstStyle/>
                    <a:p>
                      <a:pPr marL="0" marR="0" lvl="0" indent="0" algn="ctr" rtl="0">
                        <a:spcBef>
                          <a:spcPts val="0"/>
                        </a:spcBef>
                        <a:spcAft>
                          <a:spcPts val="0"/>
                        </a:spcAft>
                        <a:buNone/>
                      </a:pPr>
                      <a:r>
                        <a:rPr lang="en" sz="1100" b="0" u="none" strike="noStrike" cap="none">
                          <a:solidFill>
                            <a:schemeClr val="dk1"/>
                          </a:solidFill>
                        </a:rPr>
                        <a:t>Emphasized info</a:t>
                      </a:r>
                      <a:endParaRPr>
                        <a:solidFill>
                          <a:schemeClr val="dk1"/>
                        </a:solidFil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12700" cap="flat" cmpd="sng">
                      <a:solidFill>
                        <a:srgbClr val="C8C8C8"/>
                      </a:solidFill>
                      <a:prstDash val="solid"/>
                      <a:round/>
                      <a:headEnd type="none" w="sm" len="sm"/>
                      <a:tailEnd type="none" w="sm" len="sm"/>
                    </a:lnB>
                    <a:solidFill>
                      <a:srgbClr val="29B5E8"/>
                    </a:solidFill>
                  </a:tcPr>
                </a:tc>
                <a:extLst>
                  <a:ext uri="{0D108BD9-81ED-4DB2-BD59-A6C34878D82A}">
                    <a16:rowId xmlns:a16="http://schemas.microsoft.com/office/drawing/2014/main" val="10001"/>
                  </a:ext>
                </a:extLst>
              </a:tr>
              <a:tr h="312900">
                <a:tc>
                  <a:txBody>
                    <a:bodyPr/>
                    <a:lstStyle/>
                    <a:p>
                      <a:pPr marL="0" marR="0" lvl="0" indent="0" algn="ctr" rtl="0">
                        <a:spcBef>
                          <a:spcPts val="0"/>
                        </a:spcBef>
                        <a:spcAft>
                          <a:spcPts val="0"/>
                        </a:spcAft>
                        <a:buNone/>
                      </a:pPr>
                      <a:r>
                        <a:rPr lang="en" sz="1100" b="0" u="none" strike="noStrike" cap="none">
                          <a:solidFill>
                            <a:srgbClr val="5B5B5B"/>
                          </a:solidFill>
                        </a:rPr>
                        <a:t>Centered Text</a:t>
                      </a:r>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12900">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312900">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12900">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r h="312900">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6"/>
                  </a:ext>
                </a:extLst>
              </a:tr>
              <a:tr h="312900">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7"/>
                  </a:ext>
                </a:extLst>
              </a:tr>
              <a:tr h="312900">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8"/>
                  </a:ext>
                </a:extLst>
              </a:tr>
              <a:tr h="312900">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sz="1100" b="0" i="0" u="none" strike="noStrike" cap="none">
                        <a:solidFill>
                          <a:srgbClr val="5B5B5B"/>
                        </a:solidFill>
                        <a:latin typeface="Arial"/>
                        <a:ea typeface="Arial"/>
                        <a:cs typeface="Arial"/>
                        <a:sym typeface="Arial"/>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5B5B5B"/>
                        </a:buClr>
                        <a:buSzPts val="1100"/>
                        <a:buFont typeface="Arial"/>
                        <a:buNone/>
                      </a:pPr>
                      <a:r>
                        <a:rPr lang="en" sz="1100" b="0" i="0" u="none" strike="noStrike" cap="none">
                          <a:solidFill>
                            <a:srgbClr val="5B5B5B"/>
                          </a:solidFill>
                          <a:latin typeface="Arial"/>
                          <a:ea typeface="Arial"/>
                          <a:cs typeface="Arial"/>
                          <a:sym typeface="Arial"/>
                        </a:rPr>
                        <a:t>Centered Text</a:t>
                      </a:r>
                      <a:endParaRPr/>
                    </a:p>
                  </a:txBody>
                  <a:tcPr marL="34300" marR="34300" marT="34300" marB="343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12700" cap="flat" cmpd="sng">
                      <a:solidFill>
                        <a:srgbClr val="C8C8C8"/>
                      </a:solidFill>
                      <a:prstDash val="solid"/>
                      <a:round/>
                      <a:headEnd type="none" w="sm" len="sm"/>
                      <a:tailEnd type="none" w="sm" len="sm"/>
                    </a:lnT>
                    <a:lnB w="12700" cap="flat" cmpd="sng">
                      <a:solidFill>
                        <a:srgbClr val="C8C8C8"/>
                      </a:solidFill>
                      <a:prstDash val="solid"/>
                      <a:round/>
                      <a:headEnd type="none" w="sm" len="sm"/>
                      <a:tailEnd type="none" w="sm" len="sm"/>
                    </a:lnB>
                    <a:solidFill>
                      <a:srgbClr val="FFFFFF"/>
                    </a:solidFill>
                  </a:tcPr>
                </a:tc>
                <a:extLst>
                  <a:ext uri="{0D108BD9-81ED-4DB2-BD59-A6C34878D82A}">
                    <a16:rowId xmlns:a16="http://schemas.microsoft.com/office/drawing/2014/main" val="10009"/>
                  </a:ext>
                </a:extLst>
              </a:tr>
            </a:tbl>
          </a:graphicData>
        </a:graphic>
      </p:graphicFrame>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652"/>
        <p:cNvGrpSpPr/>
        <p:nvPr/>
      </p:nvGrpSpPr>
      <p:grpSpPr>
        <a:xfrm>
          <a:off x="0" y="0"/>
          <a:ext cx="0" cy="0"/>
          <a:chOff x="0" y="0"/>
          <a:chExt cx="0" cy="0"/>
        </a:xfrm>
      </p:grpSpPr>
      <p:sp>
        <p:nvSpPr>
          <p:cNvPr id="2" name="Title 1">
            <a:extLst>
              <a:ext uri="{FF2B5EF4-FFF2-40B4-BE49-F238E27FC236}">
                <a16:creationId xmlns:a16="http://schemas.microsoft.com/office/drawing/2014/main" id="{E80B3E00-3C09-5A71-BD5D-922592C28F1C}"/>
              </a:ext>
            </a:extLst>
          </p:cNvPr>
          <p:cNvSpPr>
            <a:spLocks noGrp="1"/>
          </p:cNvSpPr>
          <p:nvPr>
            <p:ph type="ctrTitle"/>
          </p:nvPr>
        </p:nvSpPr>
        <p:spPr/>
        <p:txBody>
          <a:bodyPr/>
          <a:lstStyle/>
          <a:p>
            <a:r>
              <a:rPr lang="en-US" dirty="0"/>
              <a:t>PLATFORM</a:t>
            </a:r>
            <a:br>
              <a:rPr lang="en-US" dirty="0"/>
            </a:br>
            <a:r>
              <a:rPr lang="en-US" dirty="0">
                <a:solidFill>
                  <a:schemeClr val="accent1"/>
                </a:solidFill>
              </a:rPr>
              <a:t>GRAPHICS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877"/>
        <p:cNvGrpSpPr/>
        <p:nvPr/>
      </p:nvGrpSpPr>
      <p:grpSpPr>
        <a:xfrm>
          <a:off x="0" y="0"/>
          <a:ext cx="0" cy="0"/>
          <a:chOff x="0" y="0"/>
          <a:chExt cx="0" cy="0"/>
        </a:xfrm>
      </p:grpSpPr>
      <p:sp>
        <p:nvSpPr>
          <p:cNvPr id="3" name="Subtitle 2">
            <a:extLst>
              <a:ext uri="{FF2B5EF4-FFF2-40B4-BE49-F238E27FC236}">
                <a16:creationId xmlns:a16="http://schemas.microsoft.com/office/drawing/2014/main" id="{526460CD-2A8C-7EC0-4F34-70817232D2A5}"/>
              </a:ext>
            </a:extLst>
          </p:cNvPr>
          <p:cNvSpPr>
            <a:spLocks noGrp="1"/>
          </p:cNvSpPr>
          <p:nvPr>
            <p:ph type="subTitle" idx="1"/>
          </p:nvPr>
        </p:nvSpPr>
        <p:spPr/>
        <p:txBody>
          <a:bodyPr/>
          <a:lstStyle/>
          <a:p>
            <a:endParaRPr lang="en-US"/>
          </a:p>
        </p:txBody>
      </p:sp>
      <p:sp>
        <p:nvSpPr>
          <p:cNvPr id="1878" name="Google Shape;1878;p89"/>
          <p:cNvSpPr txBox="1">
            <a:spLocks noGrp="1"/>
          </p:cNvSpPr>
          <p:nvPr>
            <p:ph type="title"/>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a:t>Snowflake</a:t>
            </a:r>
            <a:br>
              <a:rPr lang="en"/>
            </a:br>
            <a:r>
              <a:rPr lang="en"/>
              <a:t>AI Data Cloud</a:t>
            </a:r>
            <a:endParaRPr/>
          </a:p>
        </p:txBody>
      </p:sp>
      <p:sp>
        <p:nvSpPr>
          <p:cNvPr id="1879" name="Google Shape;1879;p89"/>
          <p:cNvSpPr txBox="1">
            <a:spLocks noGrp="1"/>
          </p:cNvSpPr>
          <p:nvPr>
            <p:ph type="sldNum" idx="4294967295"/>
          </p:nvPr>
        </p:nvSpPr>
        <p:spPr>
          <a:xfrm>
            <a:off x="8670925" y="4867275"/>
            <a:ext cx="473075" cy="92075"/>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68</a:t>
            </a:fld>
            <a:endParaRPr/>
          </a:p>
        </p:txBody>
      </p:sp>
      <p:sp>
        <p:nvSpPr>
          <p:cNvPr id="1880" name="Google Shape;1880;p89"/>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2.22.26</a:t>
            </a:r>
            <a:endParaRPr/>
          </a:p>
        </p:txBody>
      </p:sp>
      <p:grpSp>
        <p:nvGrpSpPr>
          <p:cNvPr id="1881" name="Google Shape;1881;p89"/>
          <p:cNvGrpSpPr/>
          <p:nvPr/>
        </p:nvGrpSpPr>
        <p:grpSpPr>
          <a:xfrm>
            <a:off x="3470978" y="-69239"/>
            <a:ext cx="5137709" cy="5137709"/>
            <a:chOff x="3470978" y="-69239"/>
            <a:chExt cx="5137709" cy="5137709"/>
          </a:xfrm>
        </p:grpSpPr>
        <p:sp>
          <p:nvSpPr>
            <p:cNvPr id="1882" name="Google Shape;1882;p89"/>
            <p:cNvSpPr/>
            <p:nvPr/>
          </p:nvSpPr>
          <p:spPr>
            <a:xfrm>
              <a:off x="3596944" y="2013187"/>
              <a:ext cx="4877116" cy="1782250"/>
            </a:xfrm>
            <a:custGeom>
              <a:avLst/>
              <a:gdLst/>
              <a:ahLst/>
              <a:cxnLst/>
              <a:rect l="l" t="t" r="r" b="b"/>
              <a:pathLst>
                <a:path w="7772296" h="2408446" extrusionOk="0">
                  <a:moveTo>
                    <a:pt x="7720411" y="2408446"/>
                  </a:moveTo>
                  <a:lnTo>
                    <a:pt x="51885" y="2408446"/>
                  </a:lnTo>
                  <a:cubicBezTo>
                    <a:pt x="23245" y="2408446"/>
                    <a:pt x="0" y="2385202"/>
                    <a:pt x="0" y="2356563"/>
                  </a:cubicBezTo>
                  <a:lnTo>
                    <a:pt x="0" y="51884"/>
                  </a:lnTo>
                  <a:cubicBezTo>
                    <a:pt x="0" y="23244"/>
                    <a:pt x="23245" y="0"/>
                    <a:pt x="51885" y="0"/>
                  </a:cubicBezTo>
                  <a:lnTo>
                    <a:pt x="7720411" y="0"/>
                  </a:lnTo>
                  <a:cubicBezTo>
                    <a:pt x="7749052" y="0"/>
                    <a:pt x="7772296" y="23244"/>
                    <a:pt x="7772296" y="51884"/>
                  </a:cubicBezTo>
                  <a:lnTo>
                    <a:pt x="7772296" y="2356563"/>
                  </a:lnTo>
                  <a:cubicBezTo>
                    <a:pt x="7772296" y="2385202"/>
                    <a:pt x="7749052" y="2408446"/>
                    <a:pt x="7720411" y="2408446"/>
                  </a:cubicBezTo>
                  <a:close/>
                </a:path>
              </a:pathLst>
            </a:custGeom>
            <a:solidFill>
              <a:srgbClr val="29B5E8"/>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pic>
          <p:nvPicPr>
            <p:cNvPr id="1883" name="Google Shape;1883;p89"/>
            <p:cNvPicPr preferRelativeResize="0"/>
            <p:nvPr/>
          </p:nvPicPr>
          <p:blipFill rotWithShape="1">
            <a:blip r:embed="rId3">
              <a:alphaModFix/>
            </a:blip>
            <a:srcRect/>
            <a:stretch/>
          </p:blipFill>
          <p:spPr>
            <a:xfrm>
              <a:off x="3470978" y="-69239"/>
              <a:ext cx="5137709" cy="5137709"/>
            </a:xfrm>
            <a:custGeom>
              <a:avLst/>
              <a:gdLst/>
              <a:ahLst/>
              <a:cxnLst/>
              <a:rect l="l" t="t" r="r" b="b"/>
              <a:pathLst>
                <a:path w="6827520" h="6827520" extrusionOk="0">
                  <a:moveTo>
                    <a:pt x="-2882" y="-3302"/>
                  </a:moveTo>
                  <a:lnTo>
                    <a:pt x="6824638" y="-3302"/>
                  </a:lnTo>
                  <a:lnTo>
                    <a:pt x="6824638" y="6824218"/>
                  </a:lnTo>
                  <a:lnTo>
                    <a:pt x="-2882" y="6824218"/>
                  </a:lnTo>
                  <a:close/>
                </a:path>
              </a:pathLst>
            </a:custGeom>
            <a:noFill/>
            <a:ln>
              <a:noFill/>
            </a:ln>
          </p:spPr>
        </p:pic>
        <p:pic>
          <p:nvPicPr>
            <p:cNvPr id="1884" name="Google Shape;1884;p89"/>
            <p:cNvPicPr preferRelativeResize="0"/>
            <p:nvPr/>
          </p:nvPicPr>
          <p:blipFill>
            <a:blip r:embed="rId4">
              <a:alphaModFix/>
            </a:blip>
            <a:stretch>
              <a:fillRect/>
            </a:stretch>
          </p:blipFill>
          <p:spPr>
            <a:xfrm>
              <a:off x="4050692" y="739584"/>
              <a:ext cx="4003812" cy="3090396"/>
            </a:xfrm>
            <a:prstGeom prst="rect">
              <a:avLst/>
            </a:prstGeom>
            <a:noFill/>
            <a:ln>
              <a:noFill/>
            </a:ln>
          </p:spPr>
        </p:pic>
        <p:sp>
          <p:nvSpPr>
            <p:cNvPr id="1885" name="Google Shape;1885;p89"/>
            <p:cNvSpPr/>
            <p:nvPr/>
          </p:nvSpPr>
          <p:spPr>
            <a:xfrm>
              <a:off x="4832820" y="1689841"/>
              <a:ext cx="2451114" cy="239683"/>
            </a:xfrm>
            <a:custGeom>
              <a:avLst/>
              <a:gdLst/>
              <a:ahLst/>
              <a:cxnLst/>
              <a:rect l="l" t="t" r="r" b="b"/>
              <a:pathLst>
                <a:path w="3257295" h="318516" extrusionOk="0">
                  <a:moveTo>
                    <a:pt x="312928" y="311404"/>
                  </a:moveTo>
                  <a:lnTo>
                    <a:pt x="233680" y="311404"/>
                  </a:lnTo>
                  <a:lnTo>
                    <a:pt x="214884" y="256540"/>
                  </a:lnTo>
                  <a:lnTo>
                    <a:pt x="98044" y="256540"/>
                  </a:lnTo>
                  <a:lnTo>
                    <a:pt x="79248" y="311404"/>
                  </a:lnTo>
                  <a:lnTo>
                    <a:pt x="0" y="311404"/>
                  </a:lnTo>
                  <a:lnTo>
                    <a:pt x="116332" y="6604"/>
                  </a:lnTo>
                  <a:lnTo>
                    <a:pt x="196596" y="6604"/>
                  </a:lnTo>
                  <a:lnTo>
                    <a:pt x="312928" y="311404"/>
                  </a:lnTo>
                  <a:close/>
                  <a:moveTo>
                    <a:pt x="117856" y="198628"/>
                  </a:moveTo>
                  <a:lnTo>
                    <a:pt x="195072" y="198628"/>
                  </a:lnTo>
                  <a:lnTo>
                    <a:pt x="156464" y="85852"/>
                  </a:lnTo>
                  <a:lnTo>
                    <a:pt x="117856" y="198628"/>
                  </a:lnTo>
                  <a:close/>
                  <a:moveTo>
                    <a:pt x="413512" y="311404"/>
                  </a:moveTo>
                  <a:lnTo>
                    <a:pt x="339852" y="311404"/>
                  </a:lnTo>
                  <a:lnTo>
                    <a:pt x="339852" y="6604"/>
                  </a:lnTo>
                  <a:lnTo>
                    <a:pt x="413512" y="6604"/>
                  </a:lnTo>
                  <a:lnTo>
                    <a:pt x="413512" y="311404"/>
                  </a:lnTo>
                  <a:close/>
                  <a:moveTo>
                    <a:pt x="694436" y="311404"/>
                  </a:moveTo>
                  <a:lnTo>
                    <a:pt x="577088" y="311404"/>
                  </a:lnTo>
                  <a:lnTo>
                    <a:pt x="577088" y="6604"/>
                  </a:lnTo>
                  <a:lnTo>
                    <a:pt x="694436" y="6604"/>
                  </a:lnTo>
                  <a:cubicBezTo>
                    <a:pt x="792480" y="6604"/>
                    <a:pt x="854456" y="71628"/>
                    <a:pt x="854456" y="159004"/>
                  </a:cubicBezTo>
                  <a:cubicBezTo>
                    <a:pt x="854456" y="246380"/>
                    <a:pt x="792480" y="311404"/>
                    <a:pt x="694436" y="311404"/>
                  </a:cubicBezTo>
                  <a:close/>
                  <a:moveTo>
                    <a:pt x="650748" y="70104"/>
                  </a:moveTo>
                  <a:lnTo>
                    <a:pt x="650748" y="247904"/>
                  </a:lnTo>
                  <a:lnTo>
                    <a:pt x="688848" y="247904"/>
                  </a:lnTo>
                  <a:cubicBezTo>
                    <a:pt x="738124" y="247904"/>
                    <a:pt x="778256" y="214884"/>
                    <a:pt x="778256" y="159004"/>
                  </a:cubicBezTo>
                  <a:cubicBezTo>
                    <a:pt x="778256" y="100076"/>
                    <a:pt x="738124" y="70104"/>
                    <a:pt x="688848" y="70104"/>
                  </a:cubicBezTo>
                  <a:lnTo>
                    <a:pt x="650748" y="70104"/>
                  </a:lnTo>
                  <a:close/>
                  <a:moveTo>
                    <a:pt x="1169416" y="311404"/>
                  </a:moveTo>
                  <a:lnTo>
                    <a:pt x="1090168" y="311404"/>
                  </a:lnTo>
                  <a:lnTo>
                    <a:pt x="1071372" y="256540"/>
                  </a:lnTo>
                  <a:lnTo>
                    <a:pt x="954532" y="256540"/>
                  </a:lnTo>
                  <a:lnTo>
                    <a:pt x="935736" y="311404"/>
                  </a:lnTo>
                  <a:lnTo>
                    <a:pt x="856488" y="311404"/>
                  </a:lnTo>
                  <a:lnTo>
                    <a:pt x="972820" y="6604"/>
                  </a:lnTo>
                  <a:lnTo>
                    <a:pt x="1053084" y="6604"/>
                  </a:lnTo>
                  <a:lnTo>
                    <a:pt x="1169416" y="311404"/>
                  </a:lnTo>
                  <a:close/>
                  <a:moveTo>
                    <a:pt x="974344" y="198628"/>
                  </a:moveTo>
                  <a:lnTo>
                    <a:pt x="1051560" y="198628"/>
                  </a:lnTo>
                  <a:lnTo>
                    <a:pt x="1012952" y="85852"/>
                  </a:lnTo>
                  <a:lnTo>
                    <a:pt x="974344" y="198628"/>
                  </a:lnTo>
                  <a:close/>
                  <a:moveTo>
                    <a:pt x="1144016" y="6604"/>
                  </a:moveTo>
                  <a:lnTo>
                    <a:pt x="1389380" y="6604"/>
                  </a:lnTo>
                  <a:lnTo>
                    <a:pt x="1389380" y="70104"/>
                  </a:lnTo>
                  <a:lnTo>
                    <a:pt x="1303528" y="70104"/>
                  </a:lnTo>
                  <a:lnTo>
                    <a:pt x="1303528" y="311404"/>
                  </a:lnTo>
                  <a:lnTo>
                    <a:pt x="1229868" y="311404"/>
                  </a:lnTo>
                  <a:lnTo>
                    <a:pt x="1229868" y="70104"/>
                  </a:lnTo>
                  <a:lnTo>
                    <a:pt x="1144016" y="70104"/>
                  </a:lnTo>
                  <a:lnTo>
                    <a:pt x="1144016" y="6604"/>
                  </a:lnTo>
                  <a:close/>
                  <a:moveTo>
                    <a:pt x="1676908" y="311404"/>
                  </a:moveTo>
                  <a:lnTo>
                    <a:pt x="1597660" y="311404"/>
                  </a:lnTo>
                  <a:lnTo>
                    <a:pt x="1578864" y="256540"/>
                  </a:lnTo>
                  <a:lnTo>
                    <a:pt x="1462024" y="256540"/>
                  </a:lnTo>
                  <a:lnTo>
                    <a:pt x="1443228" y="311404"/>
                  </a:lnTo>
                  <a:lnTo>
                    <a:pt x="1363980" y="311404"/>
                  </a:lnTo>
                  <a:lnTo>
                    <a:pt x="1480312" y="6604"/>
                  </a:lnTo>
                  <a:lnTo>
                    <a:pt x="1560576" y="6604"/>
                  </a:lnTo>
                  <a:lnTo>
                    <a:pt x="1676908" y="311404"/>
                  </a:lnTo>
                  <a:close/>
                  <a:moveTo>
                    <a:pt x="1481836" y="198628"/>
                  </a:moveTo>
                  <a:lnTo>
                    <a:pt x="1559052" y="198628"/>
                  </a:lnTo>
                  <a:lnTo>
                    <a:pt x="1520444" y="85852"/>
                  </a:lnTo>
                  <a:lnTo>
                    <a:pt x="1481836" y="198628"/>
                  </a:lnTo>
                  <a:close/>
                  <a:moveTo>
                    <a:pt x="2035048" y="280924"/>
                  </a:moveTo>
                  <a:cubicBezTo>
                    <a:pt x="2035048" y="280924"/>
                    <a:pt x="2002536" y="318516"/>
                    <a:pt x="1930908" y="318516"/>
                  </a:cubicBezTo>
                  <a:cubicBezTo>
                    <a:pt x="1832356" y="318516"/>
                    <a:pt x="1773936" y="246380"/>
                    <a:pt x="1773936" y="159004"/>
                  </a:cubicBezTo>
                  <a:cubicBezTo>
                    <a:pt x="1773936" y="71628"/>
                    <a:pt x="1832356" y="0"/>
                    <a:pt x="1930908" y="0"/>
                  </a:cubicBezTo>
                  <a:cubicBezTo>
                    <a:pt x="2002536" y="0"/>
                    <a:pt x="2035048" y="37084"/>
                    <a:pt x="2035048" y="37084"/>
                  </a:cubicBezTo>
                  <a:lnTo>
                    <a:pt x="1992884" y="93472"/>
                  </a:lnTo>
                  <a:cubicBezTo>
                    <a:pt x="1992884" y="93472"/>
                    <a:pt x="1972564" y="70612"/>
                    <a:pt x="1931924" y="70612"/>
                  </a:cubicBezTo>
                  <a:cubicBezTo>
                    <a:pt x="1884172" y="70612"/>
                    <a:pt x="1850136" y="106172"/>
                    <a:pt x="1850136" y="159004"/>
                  </a:cubicBezTo>
                  <a:cubicBezTo>
                    <a:pt x="1850136" y="211836"/>
                    <a:pt x="1884172" y="247396"/>
                    <a:pt x="1931924" y="247396"/>
                  </a:cubicBezTo>
                  <a:cubicBezTo>
                    <a:pt x="1972564" y="247396"/>
                    <a:pt x="1992884" y="224536"/>
                    <a:pt x="1992884" y="224536"/>
                  </a:cubicBezTo>
                  <a:lnTo>
                    <a:pt x="2035048" y="280924"/>
                  </a:lnTo>
                  <a:close/>
                  <a:moveTo>
                    <a:pt x="2071116" y="311404"/>
                  </a:moveTo>
                  <a:lnTo>
                    <a:pt x="2071116" y="6604"/>
                  </a:lnTo>
                  <a:lnTo>
                    <a:pt x="2144776" y="6604"/>
                  </a:lnTo>
                  <a:lnTo>
                    <a:pt x="2144776" y="247904"/>
                  </a:lnTo>
                  <a:lnTo>
                    <a:pt x="2280920" y="247904"/>
                  </a:lnTo>
                  <a:lnTo>
                    <a:pt x="2280920" y="311404"/>
                  </a:lnTo>
                  <a:lnTo>
                    <a:pt x="2071116" y="311404"/>
                  </a:lnTo>
                  <a:close/>
                  <a:moveTo>
                    <a:pt x="2296160" y="159004"/>
                  </a:moveTo>
                  <a:cubicBezTo>
                    <a:pt x="2296160" y="71628"/>
                    <a:pt x="2360168" y="0"/>
                    <a:pt x="2452116" y="0"/>
                  </a:cubicBezTo>
                  <a:cubicBezTo>
                    <a:pt x="2544064" y="0"/>
                    <a:pt x="2609088" y="71628"/>
                    <a:pt x="2609088" y="159004"/>
                  </a:cubicBezTo>
                  <a:cubicBezTo>
                    <a:pt x="2609088" y="246380"/>
                    <a:pt x="2545080" y="318516"/>
                    <a:pt x="2452116" y="318516"/>
                  </a:cubicBezTo>
                  <a:cubicBezTo>
                    <a:pt x="2359152" y="318516"/>
                    <a:pt x="2296160" y="246380"/>
                    <a:pt x="2296160" y="159004"/>
                  </a:cubicBezTo>
                  <a:close/>
                  <a:moveTo>
                    <a:pt x="2532888" y="159004"/>
                  </a:moveTo>
                  <a:cubicBezTo>
                    <a:pt x="2532888" y="106172"/>
                    <a:pt x="2497328" y="71120"/>
                    <a:pt x="2452116" y="71120"/>
                  </a:cubicBezTo>
                  <a:cubicBezTo>
                    <a:pt x="2406904" y="71120"/>
                    <a:pt x="2372360" y="106172"/>
                    <a:pt x="2372360" y="159004"/>
                  </a:cubicBezTo>
                  <a:cubicBezTo>
                    <a:pt x="2372360" y="211836"/>
                    <a:pt x="2407920" y="246888"/>
                    <a:pt x="2452116" y="246888"/>
                  </a:cubicBezTo>
                  <a:cubicBezTo>
                    <a:pt x="2496312" y="246888"/>
                    <a:pt x="2532888" y="211836"/>
                    <a:pt x="2532888" y="159004"/>
                  </a:cubicBezTo>
                  <a:close/>
                  <a:moveTo>
                    <a:pt x="2650744" y="179832"/>
                  </a:moveTo>
                  <a:lnTo>
                    <a:pt x="2650744" y="6604"/>
                  </a:lnTo>
                  <a:lnTo>
                    <a:pt x="2724404" y="6604"/>
                  </a:lnTo>
                  <a:lnTo>
                    <a:pt x="2724404" y="179832"/>
                  </a:lnTo>
                  <a:cubicBezTo>
                    <a:pt x="2724404" y="217932"/>
                    <a:pt x="2744724" y="246888"/>
                    <a:pt x="2785872" y="246888"/>
                  </a:cubicBezTo>
                  <a:cubicBezTo>
                    <a:pt x="2827020" y="246888"/>
                    <a:pt x="2847340" y="217932"/>
                    <a:pt x="2847340" y="179832"/>
                  </a:cubicBezTo>
                  <a:lnTo>
                    <a:pt x="2847340" y="6604"/>
                  </a:lnTo>
                  <a:lnTo>
                    <a:pt x="2921000" y="6604"/>
                  </a:lnTo>
                  <a:lnTo>
                    <a:pt x="2921000" y="179832"/>
                  </a:lnTo>
                  <a:cubicBezTo>
                    <a:pt x="2921000" y="258572"/>
                    <a:pt x="2870200" y="318516"/>
                    <a:pt x="2785872" y="318516"/>
                  </a:cubicBezTo>
                  <a:cubicBezTo>
                    <a:pt x="2701544" y="318516"/>
                    <a:pt x="2650744" y="258572"/>
                    <a:pt x="2650744" y="179832"/>
                  </a:cubicBezTo>
                  <a:close/>
                  <a:moveTo>
                    <a:pt x="3097276" y="311404"/>
                  </a:moveTo>
                  <a:lnTo>
                    <a:pt x="2979928" y="311404"/>
                  </a:lnTo>
                  <a:lnTo>
                    <a:pt x="2979928" y="6604"/>
                  </a:lnTo>
                  <a:lnTo>
                    <a:pt x="3097276" y="6604"/>
                  </a:lnTo>
                  <a:cubicBezTo>
                    <a:pt x="3195320" y="6604"/>
                    <a:pt x="3257296" y="71628"/>
                    <a:pt x="3257296" y="159004"/>
                  </a:cubicBezTo>
                  <a:cubicBezTo>
                    <a:pt x="3257296" y="246380"/>
                    <a:pt x="3195320" y="311404"/>
                    <a:pt x="3097276" y="311404"/>
                  </a:cubicBezTo>
                  <a:close/>
                  <a:moveTo>
                    <a:pt x="3053588" y="70104"/>
                  </a:moveTo>
                  <a:lnTo>
                    <a:pt x="3053588" y="247904"/>
                  </a:lnTo>
                  <a:lnTo>
                    <a:pt x="3091688" y="247904"/>
                  </a:lnTo>
                  <a:cubicBezTo>
                    <a:pt x="3140964" y="247904"/>
                    <a:pt x="3181096" y="214884"/>
                    <a:pt x="3181096" y="159004"/>
                  </a:cubicBezTo>
                  <a:cubicBezTo>
                    <a:pt x="3181096" y="100076"/>
                    <a:pt x="3140964" y="70104"/>
                    <a:pt x="3091688" y="70104"/>
                  </a:cubicBezTo>
                  <a:lnTo>
                    <a:pt x="3053588" y="70104"/>
                  </a:lnTo>
                  <a:close/>
                </a:path>
              </a:pathLst>
            </a:custGeom>
            <a:solidFill>
              <a:srgbClr val="FFFFFF"/>
            </a:solidFill>
            <a:ln>
              <a:noFill/>
            </a:ln>
          </p:spPr>
          <p:txBody>
            <a:bodyPr spcFirstLastPara="1" wrap="square" lIns="108250" tIns="54125" rIns="108250" bIns="54125" anchor="ctr" anchorCtr="0">
              <a:noAutofit/>
            </a:bodyPr>
            <a:lstStyle/>
            <a:p>
              <a:pPr marL="0" marR="0" lvl="0" indent="0" algn="l" rtl="0">
                <a:spcBef>
                  <a:spcPts val="0"/>
                </a:spcBef>
                <a:spcAft>
                  <a:spcPts val="0"/>
                </a:spcAft>
                <a:buNone/>
              </a:pPr>
              <a:endParaRPr sz="2131">
                <a:solidFill>
                  <a:srgbClr val="000000"/>
                </a:solidFill>
                <a:latin typeface="Arial"/>
                <a:ea typeface="Arial"/>
                <a:cs typeface="Arial"/>
                <a:sym typeface="Arial"/>
              </a:endParaRPr>
            </a:p>
          </p:txBody>
        </p:sp>
        <p:sp>
          <p:nvSpPr>
            <p:cNvPr id="1886" name="Google Shape;1886;p89"/>
            <p:cNvSpPr/>
            <p:nvPr/>
          </p:nvSpPr>
          <p:spPr>
            <a:xfrm>
              <a:off x="5752780" y="837344"/>
              <a:ext cx="620852" cy="623721"/>
            </a:xfrm>
            <a:custGeom>
              <a:avLst/>
              <a:gdLst/>
              <a:ahLst/>
              <a:cxnLst/>
              <a:rect l="l" t="t" r="r" b="b"/>
              <a:pathLst>
                <a:path w="825052" h="828865" extrusionOk="0">
                  <a:moveTo>
                    <a:pt x="799179" y="357949"/>
                  </a:moveTo>
                  <a:lnTo>
                    <a:pt x="701516" y="414464"/>
                  </a:lnTo>
                  <a:lnTo>
                    <a:pt x="799179" y="470789"/>
                  </a:lnTo>
                  <a:cubicBezTo>
                    <a:pt x="823817" y="485077"/>
                    <a:pt x="832262" y="516446"/>
                    <a:pt x="818038" y="541147"/>
                  </a:cubicBezTo>
                  <a:cubicBezTo>
                    <a:pt x="803814" y="565721"/>
                    <a:pt x="772318" y="574103"/>
                    <a:pt x="747744" y="559943"/>
                  </a:cubicBezTo>
                  <a:lnTo>
                    <a:pt x="572865" y="458978"/>
                  </a:lnTo>
                  <a:cubicBezTo>
                    <a:pt x="561181" y="452184"/>
                    <a:pt x="553116" y="441579"/>
                    <a:pt x="549497" y="429578"/>
                  </a:cubicBezTo>
                  <a:cubicBezTo>
                    <a:pt x="547782" y="424053"/>
                    <a:pt x="547020" y="418402"/>
                    <a:pt x="547211" y="412813"/>
                  </a:cubicBezTo>
                  <a:cubicBezTo>
                    <a:pt x="547338" y="408749"/>
                    <a:pt x="547909" y="404685"/>
                    <a:pt x="549052" y="400685"/>
                  </a:cubicBezTo>
                  <a:cubicBezTo>
                    <a:pt x="552545" y="388112"/>
                    <a:pt x="560736" y="376872"/>
                    <a:pt x="572928" y="369760"/>
                  </a:cubicBezTo>
                  <a:lnTo>
                    <a:pt x="747807" y="268859"/>
                  </a:lnTo>
                  <a:cubicBezTo>
                    <a:pt x="772382" y="254635"/>
                    <a:pt x="803878" y="263080"/>
                    <a:pt x="818102" y="287719"/>
                  </a:cubicBezTo>
                  <a:cubicBezTo>
                    <a:pt x="832389" y="312293"/>
                    <a:pt x="823944" y="343725"/>
                    <a:pt x="799242" y="357949"/>
                  </a:cubicBezTo>
                  <a:close/>
                  <a:moveTo>
                    <a:pt x="706723" y="631698"/>
                  </a:moveTo>
                  <a:lnTo>
                    <a:pt x="531844" y="530860"/>
                  </a:lnTo>
                  <a:cubicBezTo>
                    <a:pt x="522446" y="525399"/>
                    <a:pt x="512032" y="523303"/>
                    <a:pt x="502062" y="524129"/>
                  </a:cubicBezTo>
                  <a:cubicBezTo>
                    <a:pt x="475392" y="526034"/>
                    <a:pt x="454437" y="548322"/>
                    <a:pt x="454437" y="575437"/>
                  </a:cubicBezTo>
                  <a:lnTo>
                    <a:pt x="454437" y="777367"/>
                  </a:lnTo>
                  <a:cubicBezTo>
                    <a:pt x="454437" y="805815"/>
                    <a:pt x="477424" y="828865"/>
                    <a:pt x="505872" y="828865"/>
                  </a:cubicBezTo>
                  <a:cubicBezTo>
                    <a:pt x="534320" y="828865"/>
                    <a:pt x="557371" y="805815"/>
                    <a:pt x="557371" y="777367"/>
                  </a:cubicBezTo>
                  <a:lnTo>
                    <a:pt x="557371" y="664400"/>
                  </a:lnTo>
                  <a:lnTo>
                    <a:pt x="655288" y="720915"/>
                  </a:lnTo>
                  <a:cubicBezTo>
                    <a:pt x="679862" y="735203"/>
                    <a:pt x="711358" y="726758"/>
                    <a:pt x="725519" y="702183"/>
                  </a:cubicBezTo>
                  <a:cubicBezTo>
                    <a:pt x="739679" y="677545"/>
                    <a:pt x="731297" y="645986"/>
                    <a:pt x="706659" y="631698"/>
                  </a:cubicBezTo>
                  <a:close/>
                  <a:moveTo>
                    <a:pt x="504920" y="434149"/>
                  </a:moveTo>
                  <a:lnTo>
                    <a:pt x="432212" y="506730"/>
                  </a:lnTo>
                  <a:cubicBezTo>
                    <a:pt x="430117" y="508889"/>
                    <a:pt x="426116" y="510603"/>
                    <a:pt x="423068" y="510603"/>
                  </a:cubicBezTo>
                  <a:lnTo>
                    <a:pt x="401669" y="510603"/>
                  </a:lnTo>
                  <a:cubicBezTo>
                    <a:pt x="398748" y="510603"/>
                    <a:pt x="394684" y="508889"/>
                    <a:pt x="392525" y="506730"/>
                  </a:cubicBezTo>
                  <a:lnTo>
                    <a:pt x="319881" y="434149"/>
                  </a:lnTo>
                  <a:cubicBezTo>
                    <a:pt x="317785" y="432118"/>
                    <a:pt x="316134" y="427990"/>
                    <a:pt x="316134" y="425069"/>
                  </a:cubicBezTo>
                  <a:lnTo>
                    <a:pt x="316134" y="403669"/>
                  </a:lnTo>
                  <a:cubicBezTo>
                    <a:pt x="316134" y="400685"/>
                    <a:pt x="317785" y="396557"/>
                    <a:pt x="319881" y="394525"/>
                  </a:cubicBezTo>
                  <a:lnTo>
                    <a:pt x="392525" y="321945"/>
                  </a:lnTo>
                  <a:cubicBezTo>
                    <a:pt x="394620" y="319786"/>
                    <a:pt x="398684" y="318135"/>
                    <a:pt x="401669" y="318135"/>
                  </a:cubicBezTo>
                  <a:lnTo>
                    <a:pt x="423068" y="318135"/>
                  </a:lnTo>
                  <a:cubicBezTo>
                    <a:pt x="426053" y="318135"/>
                    <a:pt x="430117" y="319786"/>
                    <a:pt x="432212" y="321945"/>
                  </a:cubicBezTo>
                  <a:lnTo>
                    <a:pt x="504920" y="394525"/>
                  </a:lnTo>
                  <a:cubicBezTo>
                    <a:pt x="507015" y="396621"/>
                    <a:pt x="508666" y="400685"/>
                    <a:pt x="508666" y="403669"/>
                  </a:cubicBezTo>
                  <a:lnTo>
                    <a:pt x="508666" y="425069"/>
                  </a:lnTo>
                  <a:cubicBezTo>
                    <a:pt x="508666" y="427990"/>
                    <a:pt x="507015" y="432054"/>
                    <a:pt x="504920" y="434149"/>
                  </a:cubicBezTo>
                  <a:close/>
                  <a:moveTo>
                    <a:pt x="446817" y="414020"/>
                  </a:moveTo>
                  <a:cubicBezTo>
                    <a:pt x="446817" y="411099"/>
                    <a:pt x="445039" y="407035"/>
                    <a:pt x="442944" y="404813"/>
                  </a:cubicBezTo>
                  <a:lnTo>
                    <a:pt x="421925" y="383857"/>
                  </a:lnTo>
                  <a:cubicBezTo>
                    <a:pt x="419830" y="381762"/>
                    <a:pt x="415766" y="380047"/>
                    <a:pt x="412845" y="380047"/>
                  </a:cubicBezTo>
                  <a:lnTo>
                    <a:pt x="412019" y="380047"/>
                  </a:lnTo>
                  <a:cubicBezTo>
                    <a:pt x="409098" y="380047"/>
                    <a:pt x="405034" y="381762"/>
                    <a:pt x="402939" y="383857"/>
                  </a:cubicBezTo>
                  <a:lnTo>
                    <a:pt x="381920" y="404813"/>
                  </a:lnTo>
                  <a:cubicBezTo>
                    <a:pt x="379825" y="406971"/>
                    <a:pt x="378174" y="411099"/>
                    <a:pt x="378174" y="414020"/>
                  </a:cubicBezTo>
                  <a:lnTo>
                    <a:pt x="378174" y="414846"/>
                  </a:lnTo>
                  <a:cubicBezTo>
                    <a:pt x="378174" y="417766"/>
                    <a:pt x="379761" y="421767"/>
                    <a:pt x="381920" y="423926"/>
                  </a:cubicBezTo>
                  <a:lnTo>
                    <a:pt x="402939" y="444944"/>
                  </a:lnTo>
                  <a:cubicBezTo>
                    <a:pt x="405034" y="447040"/>
                    <a:pt x="409035" y="448755"/>
                    <a:pt x="412019" y="448755"/>
                  </a:cubicBezTo>
                  <a:lnTo>
                    <a:pt x="412845" y="448755"/>
                  </a:lnTo>
                  <a:cubicBezTo>
                    <a:pt x="415766" y="448755"/>
                    <a:pt x="419893" y="447040"/>
                    <a:pt x="421925" y="444944"/>
                  </a:cubicBezTo>
                  <a:lnTo>
                    <a:pt x="442944" y="423926"/>
                  </a:lnTo>
                  <a:cubicBezTo>
                    <a:pt x="445039" y="421830"/>
                    <a:pt x="446817" y="417766"/>
                    <a:pt x="446817" y="414846"/>
                  </a:cubicBezTo>
                  <a:lnTo>
                    <a:pt x="446817" y="414020"/>
                  </a:lnTo>
                  <a:close/>
                  <a:moveTo>
                    <a:pt x="118141" y="197041"/>
                  </a:moveTo>
                  <a:lnTo>
                    <a:pt x="293020" y="298005"/>
                  </a:lnTo>
                  <a:cubicBezTo>
                    <a:pt x="302418" y="303403"/>
                    <a:pt x="312832" y="305562"/>
                    <a:pt x="322865" y="304736"/>
                  </a:cubicBezTo>
                  <a:cubicBezTo>
                    <a:pt x="349472" y="302768"/>
                    <a:pt x="370490" y="280480"/>
                    <a:pt x="370490" y="253365"/>
                  </a:cubicBezTo>
                  <a:lnTo>
                    <a:pt x="370490" y="51435"/>
                  </a:lnTo>
                  <a:cubicBezTo>
                    <a:pt x="370490" y="23050"/>
                    <a:pt x="347376" y="0"/>
                    <a:pt x="319055" y="0"/>
                  </a:cubicBezTo>
                  <a:cubicBezTo>
                    <a:pt x="290734" y="0"/>
                    <a:pt x="267557" y="23050"/>
                    <a:pt x="267557" y="51435"/>
                  </a:cubicBezTo>
                  <a:lnTo>
                    <a:pt x="267557" y="164402"/>
                  </a:lnTo>
                  <a:lnTo>
                    <a:pt x="169576" y="107823"/>
                  </a:lnTo>
                  <a:cubicBezTo>
                    <a:pt x="145002" y="93599"/>
                    <a:pt x="113569" y="102044"/>
                    <a:pt x="99345" y="126619"/>
                  </a:cubicBezTo>
                  <a:cubicBezTo>
                    <a:pt x="85121" y="151321"/>
                    <a:pt x="93567" y="182753"/>
                    <a:pt x="118141" y="196977"/>
                  </a:cubicBezTo>
                  <a:close/>
                  <a:moveTo>
                    <a:pt x="502062" y="304673"/>
                  </a:moveTo>
                  <a:cubicBezTo>
                    <a:pt x="512095" y="305499"/>
                    <a:pt x="522509" y="303339"/>
                    <a:pt x="531844" y="297942"/>
                  </a:cubicBezTo>
                  <a:lnTo>
                    <a:pt x="706723" y="196977"/>
                  </a:lnTo>
                  <a:cubicBezTo>
                    <a:pt x="731361" y="182753"/>
                    <a:pt x="739743" y="151257"/>
                    <a:pt x="725582" y="126619"/>
                  </a:cubicBezTo>
                  <a:cubicBezTo>
                    <a:pt x="711358" y="102044"/>
                    <a:pt x="679926" y="93599"/>
                    <a:pt x="655351" y="107823"/>
                  </a:cubicBezTo>
                  <a:lnTo>
                    <a:pt x="557434" y="164402"/>
                  </a:lnTo>
                  <a:lnTo>
                    <a:pt x="557434" y="51435"/>
                  </a:lnTo>
                  <a:cubicBezTo>
                    <a:pt x="557434" y="23050"/>
                    <a:pt x="534384" y="0"/>
                    <a:pt x="505936" y="0"/>
                  </a:cubicBezTo>
                  <a:cubicBezTo>
                    <a:pt x="477488" y="0"/>
                    <a:pt x="454501" y="23050"/>
                    <a:pt x="454501" y="51435"/>
                  </a:cubicBezTo>
                  <a:lnTo>
                    <a:pt x="454501" y="253365"/>
                  </a:lnTo>
                  <a:cubicBezTo>
                    <a:pt x="454501" y="280416"/>
                    <a:pt x="475456" y="302768"/>
                    <a:pt x="502126" y="304736"/>
                  </a:cubicBezTo>
                  <a:close/>
                  <a:moveTo>
                    <a:pt x="322929" y="524129"/>
                  </a:moveTo>
                  <a:cubicBezTo>
                    <a:pt x="312896" y="523240"/>
                    <a:pt x="302418" y="525399"/>
                    <a:pt x="293084" y="530860"/>
                  </a:cubicBezTo>
                  <a:lnTo>
                    <a:pt x="118205" y="631698"/>
                  </a:lnTo>
                  <a:cubicBezTo>
                    <a:pt x="93630" y="645922"/>
                    <a:pt x="85185" y="677481"/>
                    <a:pt x="99409" y="702183"/>
                  </a:cubicBezTo>
                  <a:cubicBezTo>
                    <a:pt x="113696" y="726758"/>
                    <a:pt x="145129" y="735203"/>
                    <a:pt x="169640" y="720915"/>
                  </a:cubicBezTo>
                  <a:lnTo>
                    <a:pt x="267620" y="664400"/>
                  </a:lnTo>
                  <a:lnTo>
                    <a:pt x="267620" y="777367"/>
                  </a:lnTo>
                  <a:cubicBezTo>
                    <a:pt x="267620" y="805815"/>
                    <a:pt x="290671" y="828865"/>
                    <a:pt x="319119" y="828865"/>
                  </a:cubicBezTo>
                  <a:cubicBezTo>
                    <a:pt x="347567" y="828865"/>
                    <a:pt x="370554" y="805815"/>
                    <a:pt x="370554" y="777367"/>
                  </a:cubicBezTo>
                  <a:lnTo>
                    <a:pt x="370554" y="575437"/>
                  </a:lnTo>
                  <a:cubicBezTo>
                    <a:pt x="370554" y="548322"/>
                    <a:pt x="349535" y="526034"/>
                    <a:pt x="322929" y="524129"/>
                  </a:cubicBezTo>
                  <a:close/>
                  <a:moveTo>
                    <a:pt x="275494" y="429578"/>
                  </a:moveTo>
                  <a:cubicBezTo>
                    <a:pt x="277209" y="424053"/>
                    <a:pt x="277971" y="418402"/>
                    <a:pt x="277844" y="412813"/>
                  </a:cubicBezTo>
                  <a:cubicBezTo>
                    <a:pt x="277653" y="408749"/>
                    <a:pt x="277145" y="404685"/>
                    <a:pt x="275939" y="400685"/>
                  </a:cubicBezTo>
                  <a:cubicBezTo>
                    <a:pt x="272510" y="388112"/>
                    <a:pt x="264255" y="376872"/>
                    <a:pt x="251999" y="369760"/>
                  </a:cubicBezTo>
                  <a:lnTo>
                    <a:pt x="77247" y="268859"/>
                  </a:lnTo>
                  <a:cubicBezTo>
                    <a:pt x="52609" y="254635"/>
                    <a:pt x="21113" y="263080"/>
                    <a:pt x="6953" y="287719"/>
                  </a:cubicBezTo>
                  <a:cubicBezTo>
                    <a:pt x="-7335" y="312293"/>
                    <a:pt x="1111" y="343725"/>
                    <a:pt x="25749" y="357949"/>
                  </a:cubicBezTo>
                  <a:lnTo>
                    <a:pt x="123412" y="414464"/>
                  </a:lnTo>
                  <a:lnTo>
                    <a:pt x="25749" y="470789"/>
                  </a:lnTo>
                  <a:cubicBezTo>
                    <a:pt x="1111" y="485077"/>
                    <a:pt x="-7335" y="516446"/>
                    <a:pt x="6953" y="541147"/>
                  </a:cubicBezTo>
                  <a:cubicBezTo>
                    <a:pt x="21113" y="565721"/>
                    <a:pt x="52546" y="574103"/>
                    <a:pt x="77247" y="559943"/>
                  </a:cubicBezTo>
                  <a:lnTo>
                    <a:pt x="251999" y="458978"/>
                  </a:lnTo>
                  <a:cubicBezTo>
                    <a:pt x="263810" y="452184"/>
                    <a:pt x="271811" y="441579"/>
                    <a:pt x="275494" y="429578"/>
                  </a:cubicBezTo>
                  <a:close/>
                </a:path>
              </a:pathLst>
            </a:custGeom>
            <a:solidFill>
              <a:srgbClr val="FFFFFF"/>
            </a:solidFill>
            <a:ln>
              <a:noFill/>
            </a:ln>
          </p:spPr>
          <p:txBody>
            <a:bodyPr spcFirstLastPara="1" wrap="square" lIns="108250" tIns="54125" rIns="108250" bIns="54125" anchor="ctr" anchorCtr="0">
              <a:noAutofit/>
            </a:bodyPr>
            <a:lstStyle/>
            <a:p>
              <a:pPr marL="0" marR="0" lvl="0" indent="0" algn="l" rtl="0">
                <a:spcBef>
                  <a:spcPts val="0"/>
                </a:spcBef>
                <a:spcAft>
                  <a:spcPts val="0"/>
                </a:spcAft>
                <a:buNone/>
              </a:pPr>
              <a:endParaRPr sz="2131">
                <a:solidFill>
                  <a:srgbClr val="000000"/>
                </a:solidFill>
                <a:latin typeface="Arial"/>
                <a:ea typeface="Arial"/>
                <a:cs typeface="Arial"/>
                <a:sym typeface="Arial"/>
              </a:endParaRPr>
            </a:p>
          </p:txBody>
        </p:sp>
        <p:sp>
          <p:nvSpPr>
            <p:cNvPr id="1887" name="Google Shape;1887;p89"/>
            <p:cNvSpPr/>
            <p:nvPr/>
          </p:nvSpPr>
          <p:spPr>
            <a:xfrm>
              <a:off x="4060000" y="3396100"/>
              <a:ext cx="3935918" cy="284653"/>
            </a:xfrm>
            <a:custGeom>
              <a:avLst/>
              <a:gdLst/>
              <a:ahLst/>
              <a:cxnLst/>
              <a:rect l="l" t="t" r="r" b="b"/>
              <a:pathLst>
                <a:path w="4727829" h="384666" extrusionOk="0">
                  <a:moveTo>
                    <a:pt x="4675996" y="384667"/>
                  </a:moveTo>
                  <a:lnTo>
                    <a:pt x="51885" y="384667"/>
                  </a:lnTo>
                  <a:cubicBezTo>
                    <a:pt x="23244" y="384667"/>
                    <a:pt x="0" y="361423"/>
                    <a:pt x="0" y="332783"/>
                  </a:cubicBezTo>
                  <a:lnTo>
                    <a:pt x="0" y="51884"/>
                  </a:lnTo>
                  <a:cubicBezTo>
                    <a:pt x="0" y="23244"/>
                    <a:pt x="23244" y="0"/>
                    <a:pt x="51885" y="0"/>
                  </a:cubicBezTo>
                  <a:lnTo>
                    <a:pt x="4675944" y="0"/>
                  </a:lnTo>
                  <a:cubicBezTo>
                    <a:pt x="4704585" y="0"/>
                    <a:pt x="4727830" y="23244"/>
                    <a:pt x="4727830" y="51884"/>
                  </a:cubicBezTo>
                  <a:lnTo>
                    <a:pt x="4727830" y="332783"/>
                  </a:lnTo>
                  <a:cubicBezTo>
                    <a:pt x="4727830" y="361423"/>
                    <a:pt x="4704585" y="384667"/>
                    <a:pt x="4675944" y="384667"/>
                  </a:cubicBezTo>
                  <a:close/>
                </a:path>
              </a:pathLst>
            </a:custGeom>
            <a:solidFill>
              <a:schemeClr val="dk2"/>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grpSp>
          <p:nvGrpSpPr>
            <p:cNvPr id="1888" name="Google Shape;1888;p89"/>
            <p:cNvGrpSpPr/>
            <p:nvPr/>
          </p:nvGrpSpPr>
          <p:grpSpPr>
            <a:xfrm>
              <a:off x="4504892" y="2064721"/>
              <a:ext cx="3020556" cy="143973"/>
              <a:chOff x="3871027" y="3096327"/>
              <a:chExt cx="3276446" cy="156170"/>
            </a:xfrm>
          </p:grpSpPr>
          <p:sp>
            <p:nvSpPr>
              <p:cNvPr id="1889" name="Google Shape;1889;p89"/>
              <p:cNvSpPr/>
              <p:nvPr/>
            </p:nvSpPr>
            <p:spPr>
              <a:xfrm>
                <a:off x="3871027" y="3100062"/>
                <a:ext cx="102628" cy="125195"/>
              </a:xfrm>
              <a:custGeom>
                <a:avLst/>
                <a:gdLst/>
                <a:ahLst/>
                <a:cxnLst/>
                <a:rect l="l" t="t" r="r" b="b"/>
                <a:pathLst>
                  <a:path w="102628" h="125195" extrusionOk="0">
                    <a:moveTo>
                      <a:pt x="51366" y="105220"/>
                    </a:moveTo>
                    <a:cubicBezTo>
                      <a:pt x="55829" y="105220"/>
                      <a:pt x="59824" y="104494"/>
                      <a:pt x="63300" y="102989"/>
                    </a:cubicBezTo>
                    <a:cubicBezTo>
                      <a:pt x="66828" y="101485"/>
                      <a:pt x="69786" y="99409"/>
                      <a:pt x="72172" y="96763"/>
                    </a:cubicBezTo>
                    <a:cubicBezTo>
                      <a:pt x="74559" y="94117"/>
                      <a:pt x="76427" y="90848"/>
                      <a:pt x="77672" y="87009"/>
                    </a:cubicBezTo>
                    <a:cubicBezTo>
                      <a:pt x="78969" y="83170"/>
                      <a:pt x="79592" y="78915"/>
                      <a:pt x="79592" y="74142"/>
                    </a:cubicBezTo>
                    <a:lnTo>
                      <a:pt x="79592" y="0"/>
                    </a:lnTo>
                    <a:lnTo>
                      <a:pt x="102629" y="0"/>
                    </a:lnTo>
                    <a:lnTo>
                      <a:pt x="102629" y="74142"/>
                    </a:lnTo>
                    <a:cubicBezTo>
                      <a:pt x="102629" y="81509"/>
                      <a:pt x="101436" y="88306"/>
                      <a:pt x="99049" y="94584"/>
                    </a:cubicBezTo>
                    <a:cubicBezTo>
                      <a:pt x="96662" y="100862"/>
                      <a:pt x="93290" y="106206"/>
                      <a:pt x="88879" y="110772"/>
                    </a:cubicBezTo>
                    <a:cubicBezTo>
                      <a:pt x="84469" y="115338"/>
                      <a:pt x="79073" y="118866"/>
                      <a:pt x="72743" y="121408"/>
                    </a:cubicBezTo>
                    <a:cubicBezTo>
                      <a:pt x="66413" y="123950"/>
                      <a:pt x="59253" y="125196"/>
                      <a:pt x="51366" y="125196"/>
                    </a:cubicBezTo>
                    <a:cubicBezTo>
                      <a:pt x="43480" y="125196"/>
                      <a:pt x="36216" y="123950"/>
                      <a:pt x="29886" y="121408"/>
                    </a:cubicBezTo>
                    <a:cubicBezTo>
                      <a:pt x="23556" y="118866"/>
                      <a:pt x="18160" y="115338"/>
                      <a:pt x="13750" y="110772"/>
                    </a:cubicBezTo>
                    <a:cubicBezTo>
                      <a:pt x="9339" y="106258"/>
                      <a:pt x="5915" y="100862"/>
                      <a:pt x="3580" y="94584"/>
                    </a:cubicBezTo>
                    <a:cubicBezTo>
                      <a:pt x="1193" y="88358"/>
                      <a:pt x="0" y="81509"/>
                      <a:pt x="0" y="74142"/>
                    </a:cubicBezTo>
                    <a:lnTo>
                      <a:pt x="0" y="0"/>
                    </a:lnTo>
                    <a:lnTo>
                      <a:pt x="23037" y="0"/>
                    </a:lnTo>
                    <a:lnTo>
                      <a:pt x="23037" y="74038"/>
                    </a:lnTo>
                    <a:cubicBezTo>
                      <a:pt x="23037" y="78760"/>
                      <a:pt x="23660" y="83066"/>
                      <a:pt x="24957" y="86905"/>
                    </a:cubicBezTo>
                    <a:cubicBezTo>
                      <a:pt x="26254" y="90745"/>
                      <a:pt x="28070" y="94013"/>
                      <a:pt x="30509" y="96711"/>
                    </a:cubicBezTo>
                    <a:cubicBezTo>
                      <a:pt x="32947" y="99409"/>
                      <a:pt x="35905" y="101537"/>
                      <a:pt x="39433" y="102989"/>
                    </a:cubicBezTo>
                    <a:cubicBezTo>
                      <a:pt x="42961" y="104494"/>
                      <a:pt x="46904" y="105220"/>
                      <a:pt x="51366" y="105220"/>
                    </a:cubicBez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890" name="Google Shape;1890;p89"/>
              <p:cNvSpPr/>
              <p:nvPr/>
            </p:nvSpPr>
            <p:spPr>
              <a:xfrm>
                <a:off x="3993425" y="3134669"/>
                <a:ext cx="76582" cy="89188"/>
              </a:xfrm>
              <a:custGeom>
                <a:avLst/>
                <a:gdLst/>
                <a:ahLst/>
                <a:cxnLst/>
                <a:rect l="l" t="t" r="r" b="b"/>
                <a:pathLst>
                  <a:path w="76582" h="89188" extrusionOk="0">
                    <a:moveTo>
                      <a:pt x="19872" y="12141"/>
                    </a:moveTo>
                    <a:cubicBezTo>
                      <a:pt x="21636" y="10377"/>
                      <a:pt x="23504" y="8717"/>
                      <a:pt x="25476" y="7212"/>
                    </a:cubicBezTo>
                    <a:cubicBezTo>
                      <a:pt x="27447" y="5707"/>
                      <a:pt x="29523" y="4410"/>
                      <a:pt x="31702" y="3373"/>
                    </a:cubicBezTo>
                    <a:cubicBezTo>
                      <a:pt x="33881" y="2335"/>
                      <a:pt x="36268" y="1505"/>
                      <a:pt x="38758" y="882"/>
                    </a:cubicBezTo>
                    <a:cubicBezTo>
                      <a:pt x="41249" y="260"/>
                      <a:pt x="43999" y="0"/>
                      <a:pt x="46956" y="0"/>
                    </a:cubicBezTo>
                    <a:cubicBezTo>
                      <a:pt x="51730" y="0"/>
                      <a:pt x="55984" y="830"/>
                      <a:pt x="59720" y="2439"/>
                    </a:cubicBezTo>
                    <a:cubicBezTo>
                      <a:pt x="63404" y="4047"/>
                      <a:pt x="66517" y="6330"/>
                      <a:pt x="69007" y="9287"/>
                    </a:cubicBezTo>
                    <a:cubicBezTo>
                      <a:pt x="71498" y="12245"/>
                      <a:pt x="73366" y="15721"/>
                      <a:pt x="74663" y="19820"/>
                    </a:cubicBezTo>
                    <a:cubicBezTo>
                      <a:pt x="75960" y="23919"/>
                      <a:pt x="76583" y="28380"/>
                      <a:pt x="76583" y="33309"/>
                    </a:cubicBezTo>
                    <a:lnTo>
                      <a:pt x="76583" y="89188"/>
                    </a:lnTo>
                    <a:lnTo>
                      <a:pt x="55413" y="89188"/>
                    </a:lnTo>
                    <a:lnTo>
                      <a:pt x="55413" y="33309"/>
                    </a:lnTo>
                    <a:cubicBezTo>
                      <a:pt x="55413" y="27965"/>
                      <a:pt x="54168" y="23815"/>
                      <a:pt x="51730" y="20857"/>
                    </a:cubicBezTo>
                    <a:cubicBezTo>
                      <a:pt x="49291" y="17900"/>
                      <a:pt x="45555" y="16447"/>
                      <a:pt x="40522" y="16447"/>
                    </a:cubicBezTo>
                    <a:cubicBezTo>
                      <a:pt x="36890" y="16447"/>
                      <a:pt x="33466" y="17277"/>
                      <a:pt x="30249" y="18938"/>
                    </a:cubicBezTo>
                    <a:cubicBezTo>
                      <a:pt x="27032" y="20598"/>
                      <a:pt x="24023" y="22829"/>
                      <a:pt x="21169" y="25683"/>
                    </a:cubicBezTo>
                    <a:lnTo>
                      <a:pt x="21169" y="89188"/>
                    </a:lnTo>
                    <a:lnTo>
                      <a:pt x="0" y="89188"/>
                    </a:lnTo>
                    <a:lnTo>
                      <a:pt x="0" y="1349"/>
                    </a:lnTo>
                    <a:lnTo>
                      <a:pt x="12920" y="1349"/>
                    </a:lnTo>
                    <a:cubicBezTo>
                      <a:pt x="15669" y="1349"/>
                      <a:pt x="17434" y="2646"/>
                      <a:pt x="18315" y="5188"/>
                    </a:cubicBezTo>
                    <a:lnTo>
                      <a:pt x="19768" y="12141"/>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891" name="Google Shape;1891;p89"/>
              <p:cNvSpPr/>
              <p:nvPr/>
            </p:nvSpPr>
            <p:spPr>
              <a:xfrm>
                <a:off x="4087856" y="3096897"/>
                <a:ext cx="27032" cy="126959"/>
              </a:xfrm>
              <a:custGeom>
                <a:avLst/>
                <a:gdLst/>
                <a:ahLst/>
                <a:cxnLst/>
                <a:rect l="l" t="t" r="r" b="b"/>
                <a:pathLst>
                  <a:path w="27032" h="126959" extrusionOk="0">
                    <a:moveTo>
                      <a:pt x="27032" y="13542"/>
                    </a:moveTo>
                    <a:cubicBezTo>
                      <a:pt x="27032" y="15358"/>
                      <a:pt x="26669" y="17070"/>
                      <a:pt x="25943" y="18678"/>
                    </a:cubicBezTo>
                    <a:cubicBezTo>
                      <a:pt x="25216" y="20287"/>
                      <a:pt x="24230" y="21688"/>
                      <a:pt x="22985" y="22881"/>
                    </a:cubicBezTo>
                    <a:cubicBezTo>
                      <a:pt x="21740" y="24074"/>
                      <a:pt x="20339" y="25060"/>
                      <a:pt x="18679" y="25734"/>
                    </a:cubicBezTo>
                    <a:cubicBezTo>
                      <a:pt x="17018" y="26461"/>
                      <a:pt x="15254" y="26824"/>
                      <a:pt x="13386" y="26824"/>
                    </a:cubicBezTo>
                    <a:cubicBezTo>
                      <a:pt x="11519" y="26824"/>
                      <a:pt x="9806" y="26461"/>
                      <a:pt x="8198" y="25734"/>
                    </a:cubicBezTo>
                    <a:cubicBezTo>
                      <a:pt x="6589" y="25008"/>
                      <a:pt x="5137" y="24074"/>
                      <a:pt x="3943" y="22881"/>
                    </a:cubicBezTo>
                    <a:cubicBezTo>
                      <a:pt x="2750" y="21688"/>
                      <a:pt x="1764" y="20287"/>
                      <a:pt x="1090" y="18678"/>
                    </a:cubicBezTo>
                    <a:cubicBezTo>
                      <a:pt x="363" y="17070"/>
                      <a:pt x="0" y="15358"/>
                      <a:pt x="0" y="13542"/>
                    </a:cubicBezTo>
                    <a:cubicBezTo>
                      <a:pt x="0" y="11726"/>
                      <a:pt x="363" y="9910"/>
                      <a:pt x="1090" y="8250"/>
                    </a:cubicBezTo>
                    <a:cubicBezTo>
                      <a:pt x="1816" y="6589"/>
                      <a:pt x="2750" y="5188"/>
                      <a:pt x="3943" y="3943"/>
                    </a:cubicBezTo>
                    <a:cubicBezTo>
                      <a:pt x="5137" y="2750"/>
                      <a:pt x="6538" y="1764"/>
                      <a:pt x="8198" y="1090"/>
                    </a:cubicBezTo>
                    <a:cubicBezTo>
                      <a:pt x="9806" y="363"/>
                      <a:pt x="11570" y="0"/>
                      <a:pt x="13386" y="0"/>
                    </a:cubicBezTo>
                    <a:cubicBezTo>
                      <a:pt x="15202" y="0"/>
                      <a:pt x="17018" y="363"/>
                      <a:pt x="18679" y="1090"/>
                    </a:cubicBezTo>
                    <a:cubicBezTo>
                      <a:pt x="20339" y="1816"/>
                      <a:pt x="21792" y="2750"/>
                      <a:pt x="22985" y="3943"/>
                    </a:cubicBezTo>
                    <a:cubicBezTo>
                      <a:pt x="24230" y="5137"/>
                      <a:pt x="25216" y="6589"/>
                      <a:pt x="25943" y="8250"/>
                    </a:cubicBezTo>
                    <a:cubicBezTo>
                      <a:pt x="26669" y="9910"/>
                      <a:pt x="27032" y="11674"/>
                      <a:pt x="27032" y="13542"/>
                    </a:cubicBezTo>
                    <a:close/>
                    <a:moveTo>
                      <a:pt x="24127" y="39120"/>
                    </a:moveTo>
                    <a:lnTo>
                      <a:pt x="24127" y="126960"/>
                    </a:lnTo>
                    <a:lnTo>
                      <a:pt x="2906" y="126960"/>
                    </a:lnTo>
                    <a:lnTo>
                      <a:pt x="2906" y="39120"/>
                    </a:lnTo>
                    <a:lnTo>
                      <a:pt x="24127" y="39120"/>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892" name="Google Shape;1892;p89"/>
              <p:cNvSpPr/>
              <p:nvPr/>
            </p:nvSpPr>
            <p:spPr>
              <a:xfrm>
                <a:off x="4126718" y="3096327"/>
                <a:ext cx="87945" cy="127530"/>
              </a:xfrm>
              <a:custGeom>
                <a:avLst/>
                <a:gdLst/>
                <a:ahLst/>
                <a:cxnLst/>
                <a:rect l="l" t="t" r="r" b="b"/>
                <a:pathLst>
                  <a:path w="87945" h="127530" extrusionOk="0">
                    <a:moveTo>
                      <a:pt x="13127" y="127530"/>
                    </a:moveTo>
                    <a:lnTo>
                      <a:pt x="13127" y="55619"/>
                    </a:lnTo>
                    <a:lnTo>
                      <a:pt x="5500" y="54426"/>
                    </a:lnTo>
                    <a:cubicBezTo>
                      <a:pt x="3840" y="54063"/>
                      <a:pt x="2542" y="53492"/>
                      <a:pt x="1505" y="52662"/>
                    </a:cubicBezTo>
                    <a:cubicBezTo>
                      <a:pt x="519" y="51832"/>
                      <a:pt x="0" y="50638"/>
                      <a:pt x="0" y="49134"/>
                    </a:cubicBezTo>
                    <a:lnTo>
                      <a:pt x="0" y="40469"/>
                    </a:lnTo>
                    <a:lnTo>
                      <a:pt x="13075" y="40469"/>
                    </a:lnTo>
                    <a:lnTo>
                      <a:pt x="13075" y="37668"/>
                    </a:lnTo>
                    <a:cubicBezTo>
                      <a:pt x="13075" y="32324"/>
                      <a:pt x="13957" y="27343"/>
                      <a:pt x="15721" y="22725"/>
                    </a:cubicBezTo>
                    <a:cubicBezTo>
                      <a:pt x="17485" y="18107"/>
                      <a:pt x="20183" y="14164"/>
                      <a:pt x="23764" y="10792"/>
                    </a:cubicBezTo>
                    <a:cubicBezTo>
                      <a:pt x="27344" y="7419"/>
                      <a:pt x="31909" y="4773"/>
                      <a:pt x="37409" y="2854"/>
                    </a:cubicBezTo>
                    <a:cubicBezTo>
                      <a:pt x="42909" y="934"/>
                      <a:pt x="49395" y="0"/>
                      <a:pt x="56866" y="0"/>
                    </a:cubicBezTo>
                    <a:cubicBezTo>
                      <a:pt x="59253" y="0"/>
                      <a:pt x="61692" y="104"/>
                      <a:pt x="64182" y="363"/>
                    </a:cubicBezTo>
                    <a:cubicBezTo>
                      <a:pt x="66672" y="623"/>
                      <a:pt x="68800" y="1038"/>
                      <a:pt x="70668" y="1608"/>
                    </a:cubicBezTo>
                    <a:lnTo>
                      <a:pt x="69993" y="12556"/>
                    </a:lnTo>
                    <a:cubicBezTo>
                      <a:pt x="69889" y="13853"/>
                      <a:pt x="69163" y="14631"/>
                      <a:pt x="67866" y="14891"/>
                    </a:cubicBezTo>
                    <a:cubicBezTo>
                      <a:pt x="66569" y="15150"/>
                      <a:pt x="64908" y="15254"/>
                      <a:pt x="62989" y="15254"/>
                    </a:cubicBezTo>
                    <a:cubicBezTo>
                      <a:pt x="57437" y="15254"/>
                      <a:pt x="52819" y="15721"/>
                      <a:pt x="49083" y="16707"/>
                    </a:cubicBezTo>
                    <a:cubicBezTo>
                      <a:pt x="45348" y="17692"/>
                      <a:pt x="42338" y="19093"/>
                      <a:pt x="40003" y="21013"/>
                    </a:cubicBezTo>
                    <a:cubicBezTo>
                      <a:pt x="37669" y="22933"/>
                      <a:pt x="36060" y="25319"/>
                      <a:pt x="35022" y="28225"/>
                    </a:cubicBezTo>
                    <a:cubicBezTo>
                      <a:pt x="33985" y="31130"/>
                      <a:pt x="33518" y="34451"/>
                      <a:pt x="33518" y="38290"/>
                    </a:cubicBezTo>
                    <a:lnTo>
                      <a:pt x="33518" y="40418"/>
                    </a:lnTo>
                    <a:lnTo>
                      <a:pt x="87945" y="40418"/>
                    </a:lnTo>
                    <a:lnTo>
                      <a:pt x="87945" y="127479"/>
                    </a:lnTo>
                    <a:lnTo>
                      <a:pt x="66776" y="127479"/>
                    </a:lnTo>
                    <a:lnTo>
                      <a:pt x="66776" y="55464"/>
                    </a:lnTo>
                    <a:lnTo>
                      <a:pt x="34141" y="55464"/>
                    </a:lnTo>
                    <a:lnTo>
                      <a:pt x="34141" y="127479"/>
                    </a:lnTo>
                    <a:lnTo>
                      <a:pt x="12971" y="127479"/>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893" name="Google Shape;1893;p89"/>
              <p:cNvSpPr/>
              <p:nvPr/>
            </p:nvSpPr>
            <p:spPr>
              <a:xfrm>
                <a:off x="4231578" y="3134669"/>
                <a:ext cx="80422" cy="90485"/>
              </a:xfrm>
              <a:custGeom>
                <a:avLst/>
                <a:gdLst/>
                <a:ahLst/>
                <a:cxnLst/>
                <a:rect l="l" t="t" r="r" b="b"/>
                <a:pathLst>
                  <a:path w="80422" h="90485" extrusionOk="0">
                    <a:moveTo>
                      <a:pt x="21066" y="47941"/>
                    </a:moveTo>
                    <a:cubicBezTo>
                      <a:pt x="21429" y="52455"/>
                      <a:pt x="22207" y="56346"/>
                      <a:pt x="23452" y="59615"/>
                    </a:cubicBezTo>
                    <a:cubicBezTo>
                      <a:pt x="24697" y="62883"/>
                      <a:pt x="26358" y="65633"/>
                      <a:pt x="28433" y="67760"/>
                    </a:cubicBezTo>
                    <a:cubicBezTo>
                      <a:pt x="30509" y="69887"/>
                      <a:pt x="32947" y="71496"/>
                      <a:pt x="35749" y="72534"/>
                    </a:cubicBezTo>
                    <a:cubicBezTo>
                      <a:pt x="38551" y="73571"/>
                      <a:pt x="41716" y="74090"/>
                      <a:pt x="45140" y="74090"/>
                    </a:cubicBezTo>
                    <a:cubicBezTo>
                      <a:pt x="48565" y="74090"/>
                      <a:pt x="51522" y="73675"/>
                      <a:pt x="54012" y="72897"/>
                    </a:cubicBezTo>
                    <a:cubicBezTo>
                      <a:pt x="56503" y="72119"/>
                      <a:pt x="58682" y="71237"/>
                      <a:pt x="60498" y="70251"/>
                    </a:cubicBezTo>
                    <a:cubicBezTo>
                      <a:pt x="62366" y="69265"/>
                      <a:pt x="63975" y="68383"/>
                      <a:pt x="65376" y="67605"/>
                    </a:cubicBezTo>
                    <a:cubicBezTo>
                      <a:pt x="66776" y="66826"/>
                      <a:pt x="68125" y="66411"/>
                      <a:pt x="69422" y="66411"/>
                    </a:cubicBezTo>
                    <a:cubicBezTo>
                      <a:pt x="71187" y="66411"/>
                      <a:pt x="72484" y="67086"/>
                      <a:pt x="73366" y="68383"/>
                    </a:cubicBezTo>
                    <a:lnTo>
                      <a:pt x="79436" y="76114"/>
                    </a:lnTo>
                    <a:cubicBezTo>
                      <a:pt x="77101" y="78863"/>
                      <a:pt x="74455" y="81146"/>
                      <a:pt x="71550" y="83014"/>
                    </a:cubicBezTo>
                    <a:cubicBezTo>
                      <a:pt x="68644" y="84882"/>
                      <a:pt x="65583" y="86335"/>
                      <a:pt x="62418" y="87476"/>
                    </a:cubicBezTo>
                    <a:cubicBezTo>
                      <a:pt x="59253" y="88566"/>
                      <a:pt x="56036" y="89396"/>
                      <a:pt x="52767" y="89811"/>
                    </a:cubicBezTo>
                    <a:cubicBezTo>
                      <a:pt x="49499" y="90278"/>
                      <a:pt x="46282" y="90485"/>
                      <a:pt x="43220" y="90485"/>
                    </a:cubicBezTo>
                    <a:cubicBezTo>
                      <a:pt x="37098" y="90485"/>
                      <a:pt x="31443" y="89448"/>
                      <a:pt x="26202" y="87476"/>
                    </a:cubicBezTo>
                    <a:cubicBezTo>
                      <a:pt x="20962" y="85453"/>
                      <a:pt x="16396" y="82443"/>
                      <a:pt x="12504" y="78500"/>
                    </a:cubicBezTo>
                    <a:cubicBezTo>
                      <a:pt x="8613" y="74557"/>
                      <a:pt x="5552" y="69628"/>
                      <a:pt x="3321" y="63765"/>
                    </a:cubicBezTo>
                    <a:cubicBezTo>
                      <a:pt x="1090" y="57902"/>
                      <a:pt x="0" y="51158"/>
                      <a:pt x="0" y="43427"/>
                    </a:cubicBezTo>
                    <a:cubicBezTo>
                      <a:pt x="0" y="37408"/>
                      <a:pt x="986" y="31805"/>
                      <a:pt x="2906" y="26513"/>
                    </a:cubicBezTo>
                    <a:cubicBezTo>
                      <a:pt x="4825" y="21220"/>
                      <a:pt x="7627" y="16655"/>
                      <a:pt x="11259" y="12712"/>
                    </a:cubicBezTo>
                    <a:cubicBezTo>
                      <a:pt x="14891" y="8820"/>
                      <a:pt x="19301" y="5707"/>
                      <a:pt x="24542" y="3424"/>
                    </a:cubicBezTo>
                    <a:cubicBezTo>
                      <a:pt x="29782" y="1141"/>
                      <a:pt x="35645" y="0"/>
                      <a:pt x="42235" y="0"/>
                    </a:cubicBezTo>
                    <a:cubicBezTo>
                      <a:pt x="47786" y="0"/>
                      <a:pt x="52871" y="882"/>
                      <a:pt x="57541" y="2646"/>
                    </a:cubicBezTo>
                    <a:cubicBezTo>
                      <a:pt x="62210" y="4410"/>
                      <a:pt x="66257" y="7004"/>
                      <a:pt x="69630" y="10377"/>
                    </a:cubicBezTo>
                    <a:cubicBezTo>
                      <a:pt x="73002" y="13801"/>
                      <a:pt x="75649" y="17952"/>
                      <a:pt x="77568" y="22881"/>
                    </a:cubicBezTo>
                    <a:cubicBezTo>
                      <a:pt x="79488" y="27810"/>
                      <a:pt x="80422" y="33465"/>
                      <a:pt x="80422" y="39795"/>
                    </a:cubicBezTo>
                    <a:cubicBezTo>
                      <a:pt x="80422" y="43012"/>
                      <a:pt x="80059" y="45139"/>
                      <a:pt x="79384" y="46280"/>
                    </a:cubicBezTo>
                    <a:cubicBezTo>
                      <a:pt x="78710" y="47370"/>
                      <a:pt x="77413" y="47941"/>
                      <a:pt x="75441" y="47941"/>
                    </a:cubicBezTo>
                    <a:lnTo>
                      <a:pt x="21066" y="47941"/>
                    </a:lnTo>
                    <a:close/>
                    <a:moveTo>
                      <a:pt x="61380" y="35177"/>
                    </a:moveTo>
                    <a:cubicBezTo>
                      <a:pt x="61380" y="32427"/>
                      <a:pt x="61017" y="29833"/>
                      <a:pt x="60239" y="27447"/>
                    </a:cubicBezTo>
                    <a:cubicBezTo>
                      <a:pt x="59461" y="25008"/>
                      <a:pt x="58319" y="22881"/>
                      <a:pt x="56762" y="21065"/>
                    </a:cubicBezTo>
                    <a:cubicBezTo>
                      <a:pt x="55206" y="19249"/>
                      <a:pt x="53286" y="17796"/>
                      <a:pt x="50900" y="16759"/>
                    </a:cubicBezTo>
                    <a:cubicBezTo>
                      <a:pt x="48513" y="15721"/>
                      <a:pt x="45763" y="15150"/>
                      <a:pt x="42650" y="15150"/>
                    </a:cubicBezTo>
                    <a:cubicBezTo>
                      <a:pt x="36527" y="15150"/>
                      <a:pt x="31754" y="16914"/>
                      <a:pt x="28226" y="20390"/>
                    </a:cubicBezTo>
                    <a:cubicBezTo>
                      <a:pt x="24697" y="23867"/>
                      <a:pt x="22466" y="28796"/>
                      <a:pt x="21481" y="35177"/>
                    </a:cubicBezTo>
                    <a:lnTo>
                      <a:pt x="61380" y="35177"/>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894" name="Google Shape;1894;p89"/>
              <p:cNvSpPr/>
              <p:nvPr/>
            </p:nvSpPr>
            <p:spPr>
              <a:xfrm>
                <a:off x="4323311" y="3096638"/>
                <a:ext cx="80837" cy="128568"/>
              </a:xfrm>
              <a:custGeom>
                <a:avLst/>
                <a:gdLst/>
                <a:ahLst/>
                <a:cxnLst/>
                <a:rect l="l" t="t" r="r" b="b"/>
                <a:pathLst>
                  <a:path w="80837" h="128568" extrusionOk="0">
                    <a:moveTo>
                      <a:pt x="80785" y="0"/>
                    </a:moveTo>
                    <a:lnTo>
                      <a:pt x="80785" y="127219"/>
                    </a:lnTo>
                    <a:lnTo>
                      <a:pt x="67866" y="127219"/>
                    </a:lnTo>
                    <a:cubicBezTo>
                      <a:pt x="65064" y="127219"/>
                      <a:pt x="63300" y="125922"/>
                      <a:pt x="62574" y="123380"/>
                    </a:cubicBezTo>
                    <a:lnTo>
                      <a:pt x="60758" y="114923"/>
                    </a:lnTo>
                    <a:cubicBezTo>
                      <a:pt x="57230" y="118970"/>
                      <a:pt x="53131" y="122238"/>
                      <a:pt x="48565" y="124780"/>
                    </a:cubicBezTo>
                    <a:cubicBezTo>
                      <a:pt x="43947" y="127271"/>
                      <a:pt x="38603" y="128568"/>
                      <a:pt x="32532" y="128568"/>
                    </a:cubicBezTo>
                    <a:cubicBezTo>
                      <a:pt x="27759" y="128568"/>
                      <a:pt x="23348" y="127582"/>
                      <a:pt x="19353" y="125559"/>
                    </a:cubicBezTo>
                    <a:cubicBezTo>
                      <a:pt x="15358" y="123587"/>
                      <a:pt x="11934" y="120682"/>
                      <a:pt x="9028" y="116894"/>
                    </a:cubicBezTo>
                    <a:cubicBezTo>
                      <a:pt x="6122" y="113107"/>
                      <a:pt x="3943" y="108385"/>
                      <a:pt x="2335" y="102834"/>
                    </a:cubicBezTo>
                    <a:cubicBezTo>
                      <a:pt x="778" y="97230"/>
                      <a:pt x="0" y="90849"/>
                      <a:pt x="0" y="83637"/>
                    </a:cubicBezTo>
                    <a:cubicBezTo>
                      <a:pt x="0" y="77151"/>
                      <a:pt x="882" y="71081"/>
                      <a:pt x="2646" y="65477"/>
                    </a:cubicBezTo>
                    <a:cubicBezTo>
                      <a:pt x="4410" y="59874"/>
                      <a:pt x="6953" y="55049"/>
                      <a:pt x="10273" y="50950"/>
                    </a:cubicBezTo>
                    <a:cubicBezTo>
                      <a:pt x="13594" y="46851"/>
                      <a:pt x="17537" y="43634"/>
                      <a:pt x="22155" y="41299"/>
                    </a:cubicBezTo>
                    <a:cubicBezTo>
                      <a:pt x="26773" y="38965"/>
                      <a:pt x="31961" y="37823"/>
                      <a:pt x="37721" y="37823"/>
                    </a:cubicBezTo>
                    <a:cubicBezTo>
                      <a:pt x="42650" y="37823"/>
                      <a:pt x="46801" y="38602"/>
                      <a:pt x="50329" y="40158"/>
                    </a:cubicBezTo>
                    <a:cubicBezTo>
                      <a:pt x="53857" y="41715"/>
                      <a:pt x="56918" y="43790"/>
                      <a:pt x="59668" y="46384"/>
                    </a:cubicBezTo>
                    <a:lnTo>
                      <a:pt x="59668" y="52"/>
                    </a:lnTo>
                    <a:lnTo>
                      <a:pt x="80837" y="52"/>
                    </a:lnTo>
                    <a:close/>
                    <a:moveTo>
                      <a:pt x="59668" y="61845"/>
                    </a:moveTo>
                    <a:cubicBezTo>
                      <a:pt x="57281" y="58940"/>
                      <a:pt x="54635" y="56865"/>
                      <a:pt x="51834" y="55671"/>
                    </a:cubicBezTo>
                    <a:cubicBezTo>
                      <a:pt x="49032" y="54478"/>
                      <a:pt x="45971" y="53855"/>
                      <a:pt x="42702" y="53855"/>
                    </a:cubicBezTo>
                    <a:cubicBezTo>
                      <a:pt x="39433" y="53855"/>
                      <a:pt x="36631" y="54478"/>
                      <a:pt x="34037" y="55671"/>
                    </a:cubicBezTo>
                    <a:cubicBezTo>
                      <a:pt x="31442" y="56865"/>
                      <a:pt x="29263" y="58681"/>
                      <a:pt x="27447" y="61119"/>
                    </a:cubicBezTo>
                    <a:cubicBezTo>
                      <a:pt x="25631" y="63558"/>
                      <a:pt x="24231" y="66619"/>
                      <a:pt x="23245" y="70354"/>
                    </a:cubicBezTo>
                    <a:cubicBezTo>
                      <a:pt x="22259" y="74090"/>
                      <a:pt x="21792" y="78500"/>
                      <a:pt x="21792" y="83585"/>
                    </a:cubicBezTo>
                    <a:cubicBezTo>
                      <a:pt x="21792" y="88669"/>
                      <a:pt x="22207" y="93080"/>
                      <a:pt x="23037" y="96660"/>
                    </a:cubicBezTo>
                    <a:cubicBezTo>
                      <a:pt x="23867" y="100240"/>
                      <a:pt x="25061" y="103145"/>
                      <a:pt x="26565" y="105376"/>
                    </a:cubicBezTo>
                    <a:cubicBezTo>
                      <a:pt x="28070" y="107607"/>
                      <a:pt x="29990" y="109267"/>
                      <a:pt x="32221" y="110253"/>
                    </a:cubicBezTo>
                    <a:cubicBezTo>
                      <a:pt x="34452" y="111239"/>
                      <a:pt x="36942" y="111758"/>
                      <a:pt x="39692" y="111758"/>
                    </a:cubicBezTo>
                    <a:cubicBezTo>
                      <a:pt x="44102" y="111758"/>
                      <a:pt x="47838" y="110824"/>
                      <a:pt x="50899" y="109008"/>
                    </a:cubicBezTo>
                    <a:cubicBezTo>
                      <a:pt x="53961" y="107192"/>
                      <a:pt x="56866" y="104598"/>
                      <a:pt x="59616" y="101225"/>
                    </a:cubicBezTo>
                    <a:lnTo>
                      <a:pt x="59616" y="61845"/>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895" name="Google Shape;1895;p89"/>
              <p:cNvSpPr/>
              <p:nvPr/>
            </p:nvSpPr>
            <p:spPr>
              <a:xfrm>
                <a:off x="4469835" y="3100062"/>
                <a:ext cx="88412" cy="123846"/>
              </a:xfrm>
              <a:custGeom>
                <a:avLst/>
                <a:gdLst/>
                <a:ahLst/>
                <a:cxnLst/>
                <a:rect l="l" t="t" r="r" b="b"/>
                <a:pathLst>
                  <a:path w="88412" h="123846" extrusionOk="0">
                    <a:moveTo>
                      <a:pt x="40315" y="0"/>
                    </a:moveTo>
                    <a:cubicBezTo>
                      <a:pt x="48564" y="0"/>
                      <a:pt x="55777" y="986"/>
                      <a:pt x="61795" y="2905"/>
                    </a:cubicBezTo>
                    <a:cubicBezTo>
                      <a:pt x="67866" y="4825"/>
                      <a:pt x="72847" y="7575"/>
                      <a:pt x="76790" y="11051"/>
                    </a:cubicBezTo>
                    <a:cubicBezTo>
                      <a:pt x="80733" y="14527"/>
                      <a:pt x="83639" y="18678"/>
                      <a:pt x="85559" y="23555"/>
                    </a:cubicBezTo>
                    <a:cubicBezTo>
                      <a:pt x="87478" y="28380"/>
                      <a:pt x="88412" y="33724"/>
                      <a:pt x="88412" y="39484"/>
                    </a:cubicBezTo>
                    <a:cubicBezTo>
                      <a:pt x="88412" y="45243"/>
                      <a:pt x="87426" y="50950"/>
                      <a:pt x="85403" y="55983"/>
                    </a:cubicBezTo>
                    <a:cubicBezTo>
                      <a:pt x="83379" y="60963"/>
                      <a:pt x="80422" y="65270"/>
                      <a:pt x="76427" y="68850"/>
                    </a:cubicBezTo>
                    <a:cubicBezTo>
                      <a:pt x="72432" y="72430"/>
                      <a:pt x="67399" y="75232"/>
                      <a:pt x="61380" y="77255"/>
                    </a:cubicBezTo>
                    <a:cubicBezTo>
                      <a:pt x="55361" y="79227"/>
                      <a:pt x="48305" y="80264"/>
                      <a:pt x="40263" y="80264"/>
                    </a:cubicBezTo>
                    <a:lnTo>
                      <a:pt x="23037" y="80264"/>
                    </a:lnTo>
                    <a:lnTo>
                      <a:pt x="23037" y="123847"/>
                    </a:lnTo>
                    <a:lnTo>
                      <a:pt x="0" y="123847"/>
                    </a:lnTo>
                    <a:lnTo>
                      <a:pt x="0" y="52"/>
                    </a:lnTo>
                    <a:lnTo>
                      <a:pt x="40211" y="52"/>
                    </a:lnTo>
                    <a:close/>
                    <a:moveTo>
                      <a:pt x="40315" y="62261"/>
                    </a:moveTo>
                    <a:cubicBezTo>
                      <a:pt x="44517" y="62261"/>
                      <a:pt x="48201" y="61742"/>
                      <a:pt x="51366" y="60652"/>
                    </a:cubicBezTo>
                    <a:cubicBezTo>
                      <a:pt x="54479" y="59614"/>
                      <a:pt x="57125" y="58058"/>
                      <a:pt x="59201" y="56138"/>
                    </a:cubicBezTo>
                    <a:cubicBezTo>
                      <a:pt x="61276" y="54167"/>
                      <a:pt x="62833" y="51780"/>
                      <a:pt x="63871" y="48926"/>
                    </a:cubicBezTo>
                    <a:cubicBezTo>
                      <a:pt x="64908" y="46125"/>
                      <a:pt x="65427" y="42960"/>
                      <a:pt x="65427" y="39484"/>
                    </a:cubicBezTo>
                    <a:cubicBezTo>
                      <a:pt x="65427" y="36007"/>
                      <a:pt x="64908" y="33206"/>
                      <a:pt x="63871" y="30508"/>
                    </a:cubicBezTo>
                    <a:cubicBezTo>
                      <a:pt x="62833" y="27810"/>
                      <a:pt x="61276" y="25527"/>
                      <a:pt x="59253" y="23659"/>
                    </a:cubicBezTo>
                    <a:cubicBezTo>
                      <a:pt x="57177" y="21791"/>
                      <a:pt x="54583" y="20338"/>
                      <a:pt x="51470" y="19353"/>
                    </a:cubicBezTo>
                    <a:cubicBezTo>
                      <a:pt x="48305" y="18367"/>
                      <a:pt x="44621" y="17848"/>
                      <a:pt x="40315" y="17848"/>
                    </a:cubicBezTo>
                    <a:lnTo>
                      <a:pt x="23089" y="17848"/>
                    </a:lnTo>
                    <a:lnTo>
                      <a:pt x="23089" y="62261"/>
                    </a:lnTo>
                    <a:lnTo>
                      <a:pt x="40315" y="62261"/>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896" name="Google Shape;1896;p89"/>
              <p:cNvSpPr/>
              <p:nvPr/>
            </p:nvSpPr>
            <p:spPr>
              <a:xfrm>
                <a:off x="4572567" y="3096638"/>
                <a:ext cx="21168" cy="127219"/>
              </a:xfrm>
              <a:custGeom>
                <a:avLst/>
                <a:gdLst/>
                <a:ahLst/>
                <a:cxnLst/>
                <a:rect l="l" t="t" r="r" b="b"/>
                <a:pathLst>
                  <a:path w="21168" h="127219" extrusionOk="0">
                    <a:moveTo>
                      <a:pt x="21169" y="0"/>
                    </a:moveTo>
                    <a:lnTo>
                      <a:pt x="21169" y="127219"/>
                    </a:lnTo>
                    <a:lnTo>
                      <a:pt x="0" y="127219"/>
                    </a:lnTo>
                    <a:lnTo>
                      <a:pt x="0" y="0"/>
                    </a:lnTo>
                    <a:lnTo>
                      <a:pt x="21169" y="0"/>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897" name="Google Shape;1897;p89"/>
              <p:cNvSpPr/>
              <p:nvPr/>
            </p:nvSpPr>
            <p:spPr>
              <a:xfrm>
                <a:off x="4608731" y="3134409"/>
                <a:ext cx="73209" cy="90796"/>
              </a:xfrm>
              <a:custGeom>
                <a:avLst/>
                <a:gdLst/>
                <a:ahLst/>
                <a:cxnLst/>
                <a:rect l="l" t="t" r="r" b="b"/>
                <a:pathLst>
                  <a:path w="73209" h="90796" extrusionOk="0">
                    <a:moveTo>
                      <a:pt x="4099" y="13853"/>
                    </a:moveTo>
                    <a:cubicBezTo>
                      <a:pt x="14216" y="4618"/>
                      <a:pt x="26358" y="0"/>
                      <a:pt x="40574" y="0"/>
                    </a:cubicBezTo>
                    <a:cubicBezTo>
                      <a:pt x="45711" y="0"/>
                      <a:pt x="50329" y="830"/>
                      <a:pt x="54376" y="2542"/>
                    </a:cubicBezTo>
                    <a:cubicBezTo>
                      <a:pt x="58423" y="4203"/>
                      <a:pt x="61847" y="6589"/>
                      <a:pt x="64649" y="9547"/>
                    </a:cubicBezTo>
                    <a:cubicBezTo>
                      <a:pt x="67451" y="12556"/>
                      <a:pt x="69578" y="16136"/>
                      <a:pt x="71031" y="20287"/>
                    </a:cubicBezTo>
                    <a:cubicBezTo>
                      <a:pt x="72484" y="24437"/>
                      <a:pt x="73210" y="29003"/>
                      <a:pt x="73210" y="33984"/>
                    </a:cubicBezTo>
                    <a:lnTo>
                      <a:pt x="73210" y="89448"/>
                    </a:lnTo>
                    <a:lnTo>
                      <a:pt x="63611" y="89448"/>
                    </a:lnTo>
                    <a:cubicBezTo>
                      <a:pt x="61588" y="89448"/>
                      <a:pt x="60083" y="89136"/>
                      <a:pt x="58993" y="88566"/>
                    </a:cubicBezTo>
                    <a:cubicBezTo>
                      <a:pt x="57904" y="87943"/>
                      <a:pt x="57074" y="86750"/>
                      <a:pt x="56451" y="84934"/>
                    </a:cubicBezTo>
                    <a:lnTo>
                      <a:pt x="54583" y="78604"/>
                    </a:lnTo>
                    <a:cubicBezTo>
                      <a:pt x="52352" y="80627"/>
                      <a:pt x="50173" y="82340"/>
                      <a:pt x="48098" y="83844"/>
                    </a:cubicBezTo>
                    <a:cubicBezTo>
                      <a:pt x="45970" y="85349"/>
                      <a:pt x="43791" y="86646"/>
                      <a:pt x="41508" y="87632"/>
                    </a:cubicBezTo>
                    <a:cubicBezTo>
                      <a:pt x="39225" y="88617"/>
                      <a:pt x="36787" y="89448"/>
                      <a:pt x="34192" y="89967"/>
                    </a:cubicBezTo>
                    <a:cubicBezTo>
                      <a:pt x="31598" y="90485"/>
                      <a:pt x="28745" y="90797"/>
                      <a:pt x="25579" y="90797"/>
                    </a:cubicBezTo>
                    <a:cubicBezTo>
                      <a:pt x="21844" y="90797"/>
                      <a:pt x="18419" y="90278"/>
                      <a:pt x="15306" y="89292"/>
                    </a:cubicBezTo>
                    <a:cubicBezTo>
                      <a:pt x="12141" y="88306"/>
                      <a:pt x="9443" y="86802"/>
                      <a:pt x="7160" y="84778"/>
                    </a:cubicBezTo>
                    <a:cubicBezTo>
                      <a:pt x="4877" y="82755"/>
                      <a:pt x="3113" y="80316"/>
                      <a:pt x="1868" y="77307"/>
                    </a:cubicBezTo>
                    <a:cubicBezTo>
                      <a:pt x="623" y="74349"/>
                      <a:pt x="0" y="70873"/>
                      <a:pt x="0" y="66930"/>
                    </a:cubicBezTo>
                    <a:cubicBezTo>
                      <a:pt x="0" y="64699"/>
                      <a:pt x="363" y="62520"/>
                      <a:pt x="1090" y="60289"/>
                    </a:cubicBezTo>
                    <a:cubicBezTo>
                      <a:pt x="1816" y="58058"/>
                      <a:pt x="3061" y="55983"/>
                      <a:pt x="4722" y="54011"/>
                    </a:cubicBezTo>
                    <a:cubicBezTo>
                      <a:pt x="6382" y="52039"/>
                      <a:pt x="8613" y="50120"/>
                      <a:pt x="11259" y="48356"/>
                    </a:cubicBezTo>
                    <a:cubicBezTo>
                      <a:pt x="13905" y="46592"/>
                      <a:pt x="17226" y="45035"/>
                      <a:pt x="21169" y="43738"/>
                    </a:cubicBezTo>
                    <a:cubicBezTo>
                      <a:pt x="25061" y="42441"/>
                      <a:pt x="29627" y="41351"/>
                      <a:pt x="34815" y="40521"/>
                    </a:cubicBezTo>
                    <a:cubicBezTo>
                      <a:pt x="40004" y="39691"/>
                      <a:pt x="45970" y="39172"/>
                      <a:pt x="52612" y="39017"/>
                    </a:cubicBezTo>
                    <a:lnTo>
                      <a:pt x="52612" y="33880"/>
                    </a:lnTo>
                    <a:cubicBezTo>
                      <a:pt x="52612" y="28017"/>
                      <a:pt x="51366" y="23659"/>
                      <a:pt x="48824" y="20805"/>
                    </a:cubicBezTo>
                    <a:cubicBezTo>
                      <a:pt x="46333" y="18004"/>
                      <a:pt x="42702" y="16551"/>
                      <a:pt x="37928" y="16551"/>
                    </a:cubicBezTo>
                    <a:cubicBezTo>
                      <a:pt x="34504" y="16551"/>
                      <a:pt x="31650" y="16966"/>
                      <a:pt x="29419" y="17744"/>
                    </a:cubicBezTo>
                    <a:cubicBezTo>
                      <a:pt x="27188" y="18523"/>
                      <a:pt x="25165" y="19456"/>
                      <a:pt x="23452" y="20442"/>
                    </a:cubicBezTo>
                    <a:cubicBezTo>
                      <a:pt x="21740" y="21428"/>
                      <a:pt x="20183" y="22362"/>
                      <a:pt x="18782" y="23140"/>
                    </a:cubicBezTo>
                    <a:cubicBezTo>
                      <a:pt x="17382" y="23918"/>
                      <a:pt x="15825" y="24334"/>
                      <a:pt x="14113" y="24334"/>
                    </a:cubicBezTo>
                    <a:cubicBezTo>
                      <a:pt x="12608" y="24334"/>
                      <a:pt x="11363" y="23970"/>
                      <a:pt x="10325" y="23192"/>
                    </a:cubicBezTo>
                    <a:cubicBezTo>
                      <a:pt x="9288" y="22414"/>
                      <a:pt x="8457" y="21532"/>
                      <a:pt x="7835" y="20494"/>
                    </a:cubicBezTo>
                    <a:lnTo>
                      <a:pt x="4047" y="13749"/>
                    </a:lnTo>
                    <a:close/>
                    <a:moveTo>
                      <a:pt x="52560" y="51988"/>
                    </a:moveTo>
                    <a:cubicBezTo>
                      <a:pt x="46437" y="52247"/>
                      <a:pt x="41301" y="52818"/>
                      <a:pt x="37150" y="53544"/>
                    </a:cubicBezTo>
                    <a:cubicBezTo>
                      <a:pt x="32999" y="54322"/>
                      <a:pt x="29627" y="55308"/>
                      <a:pt x="27136" y="56501"/>
                    </a:cubicBezTo>
                    <a:cubicBezTo>
                      <a:pt x="24645" y="57695"/>
                      <a:pt x="22830" y="59096"/>
                      <a:pt x="21740" y="60704"/>
                    </a:cubicBezTo>
                    <a:cubicBezTo>
                      <a:pt x="20651" y="62313"/>
                      <a:pt x="20131" y="64025"/>
                      <a:pt x="20131" y="65944"/>
                    </a:cubicBezTo>
                    <a:cubicBezTo>
                      <a:pt x="20131" y="69628"/>
                      <a:pt x="21221" y="72326"/>
                      <a:pt x="23452" y="73882"/>
                    </a:cubicBezTo>
                    <a:cubicBezTo>
                      <a:pt x="25631" y="75491"/>
                      <a:pt x="28537" y="76269"/>
                      <a:pt x="32065" y="76269"/>
                    </a:cubicBezTo>
                    <a:cubicBezTo>
                      <a:pt x="36423" y="76269"/>
                      <a:pt x="40159" y="75491"/>
                      <a:pt x="43324" y="73934"/>
                    </a:cubicBezTo>
                    <a:cubicBezTo>
                      <a:pt x="46489" y="72378"/>
                      <a:pt x="49602" y="69991"/>
                      <a:pt x="52612" y="66774"/>
                    </a:cubicBezTo>
                    <a:lnTo>
                      <a:pt x="52612" y="51988"/>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898" name="Google Shape;1898;p89"/>
              <p:cNvSpPr/>
              <p:nvPr/>
            </p:nvSpPr>
            <p:spPr>
              <a:xfrm>
                <a:off x="4693044" y="3097883"/>
                <a:ext cx="116586" cy="127322"/>
              </a:xfrm>
              <a:custGeom>
                <a:avLst/>
                <a:gdLst/>
                <a:ahLst/>
                <a:cxnLst/>
                <a:rect l="l" t="t" r="r" b="b"/>
                <a:pathLst>
                  <a:path w="116586" h="127322" extrusionOk="0">
                    <a:moveTo>
                      <a:pt x="72484" y="125974"/>
                    </a:moveTo>
                    <a:lnTo>
                      <a:pt x="72484" y="53959"/>
                    </a:lnTo>
                    <a:lnTo>
                      <a:pt x="34192" y="53959"/>
                    </a:lnTo>
                    <a:lnTo>
                      <a:pt x="34192" y="101537"/>
                    </a:lnTo>
                    <a:cubicBezTo>
                      <a:pt x="34192" y="104286"/>
                      <a:pt x="34867" y="106414"/>
                      <a:pt x="36216" y="107970"/>
                    </a:cubicBezTo>
                    <a:cubicBezTo>
                      <a:pt x="37565" y="109527"/>
                      <a:pt x="39381" y="110305"/>
                      <a:pt x="41716" y="110305"/>
                    </a:cubicBezTo>
                    <a:cubicBezTo>
                      <a:pt x="43013" y="110305"/>
                      <a:pt x="44102" y="110149"/>
                      <a:pt x="44984" y="109838"/>
                    </a:cubicBezTo>
                    <a:cubicBezTo>
                      <a:pt x="45867" y="109527"/>
                      <a:pt x="46645" y="109216"/>
                      <a:pt x="47319" y="108852"/>
                    </a:cubicBezTo>
                    <a:cubicBezTo>
                      <a:pt x="47994" y="108489"/>
                      <a:pt x="48564" y="108178"/>
                      <a:pt x="49083" y="107866"/>
                    </a:cubicBezTo>
                    <a:cubicBezTo>
                      <a:pt x="49602" y="107555"/>
                      <a:pt x="50121" y="107400"/>
                      <a:pt x="50640" y="107400"/>
                    </a:cubicBezTo>
                    <a:cubicBezTo>
                      <a:pt x="51263" y="107400"/>
                      <a:pt x="51782" y="107555"/>
                      <a:pt x="52196" y="107866"/>
                    </a:cubicBezTo>
                    <a:cubicBezTo>
                      <a:pt x="52612" y="108178"/>
                      <a:pt x="53027" y="108645"/>
                      <a:pt x="53494" y="109267"/>
                    </a:cubicBezTo>
                    <a:lnTo>
                      <a:pt x="59824" y="119540"/>
                    </a:lnTo>
                    <a:cubicBezTo>
                      <a:pt x="56762" y="122135"/>
                      <a:pt x="53182" y="124054"/>
                      <a:pt x="49187" y="125351"/>
                    </a:cubicBezTo>
                    <a:cubicBezTo>
                      <a:pt x="45192" y="126648"/>
                      <a:pt x="41041" y="127323"/>
                      <a:pt x="36787" y="127323"/>
                    </a:cubicBezTo>
                    <a:cubicBezTo>
                      <a:pt x="29159" y="127323"/>
                      <a:pt x="23296" y="125144"/>
                      <a:pt x="19198" y="120837"/>
                    </a:cubicBezTo>
                    <a:cubicBezTo>
                      <a:pt x="15099" y="116531"/>
                      <a:pt x="13075" y="110564"/>
                      <a:pt x="13075" y="102989"/>
                    </a:cubicBezTo>
                    <a:lnTo>
                      <a:pt x="13075" y="53907"/>
                    </a:lnTo>
                    <a:lnTo>
                      <a:pt x="4099" y="53907"/>
                    </a:lnTo>
                    <a:cubicBezTo>
                      <a:pt x="2957" y="53907"/>
                      <a:pt x="1972" y="53544"/>
                      <a:pt x="1194" y="52818"/>
                    </a:cubicBezTo>
                    <a:cubicBezTo>
                      <a:pt x="415" y="52091"/>
                      <a:pt x="0" y="50950"/>
                      <a:pt x="0" y="49497"/>
                    </a:cubicBezTo>
                    <a:lnTo>
                      <a:pt x="0" y="41092"/>
                    </a:lnTo>
                    <a:lnTo>
                      <a:pt x="14113" y="38757"/>
                    </a:lnTo>
                    <a:lnTo>
                      <a:pt x="18575" y="14787"/>
                    </a:lnTo>
                    <a:cubicBezTo>
                      <a:pt x="18834" y="13645"/>
                      <a:pt x="19405" y="12763"/>
                      <a:pt x="20183" y="12141"/>
                    </a:cubicBezTo>
                    <a:cubicBezTo>
                      <a:pt x="20962" y="11518"/>
                      <a:pt x="21999" y="11207"/>
                      <a:pt x="23245" y="11207"/>
                    </a:cubicBezTo>
                    <a:lnTo>
                      <a:pt x="34192" y="11207"/>
                    </a:lnTo>
                    <a:lnTo>
                      <a:pt x="34192" y="38861"/>
                    </a:lnTo>
                    <a:lnTo>
                      <a:pt x="72484" y="38861"/>
                    </a:lnTo>
                    <a:lnTo>
                      <a:pt x="72484" y="32376"/>
                    </a:lnTo>
                    <a:cubicBezTo>
                      <a:pt x="72484" y="27343"/>
                      <a:pt x="73262" y="22829"/>
                      <a:pt x="74767" y="18834"/>
                    </a:cubicBezTo>
                    <a:cubicBezTo>
                      <a:pt x="76271" y="14839"/>
                      <a:pt x="78450" y="11466"/>
                      <a:pt x="81252" y="8665"/>
                    </a:cubicBezTo>
                    <a:cubicBezTo>
                      <a:pt x="84054" y="5863"/>
                      <a:pt x="87530" y="3736"/>
                      <a:pt x="91577" y="2231"/>
                    </a:cubicBezTo>
                    <a:cubicBezTo>
                      <a:pt x="95624" y="726"/>
                      <a:pt x="100190" y="0"/>
                      <a:pt x="105275" y="0"/>
                    </a:cubicBezTo>
                    <a:cubicBezTo>
                      <a:pt x="109322" y="0"/>
                      <a:pt x="113110" y="519"/>
                      <a:pt x="116586" y="1608"/>
                    </a:cubicBezTo>
                    <a:lnTo>
                      <a:pt x="116171" y="12245"/>
                    </a:lnTo>
                    <a:cubicBezTo>
                      <a:pt x="116119" y="13023"/>
                      <a:pt x="115912" y="13697"/>
                      <a:pt x="115496" y="14164"/>
                    </a:cubicBezTo>
                    <a:cubicBezTo>
                      <a:pt x="115081" y="14631"/>
                      <a:pt x="114563" y="15046"/>
                      <a:pt x="113940" y="15254"/>
                    </a:cubicBezTo>
                    <a:cubicBezTo>
                      <a:pt x="113265" y="15513"/>
                      <a:pt x="112539" y="15669"/>
                      <a:pt x="111657" y="15773"/>
                    </a:cubicBezTo>
                    <a:cubicBezTo>
                      <a:pt x="110775" y="15876"/>
                      <a:pt x="109893" y="15928"/>
                      <a:pt x="108907" y="15928"/>
                    </a:cubicBezTo>
                    <a:cubicBezTo>
                      <a:pt x="106417" y="15928"/>
                      <a:pt x="104134" y="16188"/>
                      <a:pt x="102214" y="16759"/>
                    </a:cubicBezTo>
                    <a:cubicBezTo>
                      <a:pt x="100242" y="17277"/>
                      <a:pt x="98582" y="18263"/>
                      <a:pt x="97181" y="19560"/>
                    </a:cubicBezTo>
                    <a:cubicBezTo>
                      <a:pt x="95832" y="20909"/>
                      <a:pt x="94794" y="22673"/>
                      <a:pt x="94068" y="24852"/>
                    </a:cubicBezTo>
                    <a:cubicBezTo>
                      <a:pt x="93341" y="27031"/>
                      <a:pt x="92978" y="29781"/>
                      <a:pt x="92978" y="33050"/>
                    </a:cubicBezTo>
                    <a:lnTo>
                      <a:pt x="92978" y="38861"/>
                    </a:lnTo>
                    <a:lnTo>
                      <a:pt x="115860" y="38861"/>
                    </a:lnTo>
                    <a:lnTo>
                      <a:pt x="115860" y="53907"/>
                    </a:lnTo>
                    <a:lnTo>
                      <a:pt x="93705" y="53907"/>
                    </a:lnTo>
                    <a:lnTo>
                      <a:pt x="93705" y="125922"/>
                    </a:lnTo>
                    <a:lnTo>
                      <a:pt x="72536" y="125922"/>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899" name="Google Shape;1899;p89"/>
              <p:cNvSpPr/>
              <p:nvPr/>
            </p:nvSpPr>
            <p:spPr>
              <a:xfrm>
                <a:off x="4813885" y="3134669"/>
                <a:ext cx="86855" cy="90433"/>
              </a:xfrm>
              <a:custGeom>
                <a:avLst/>
                <a:gdLst/>
                <a:ahLst/>
                <a:cxnLst/>
                <a:rect l="l" t="t" r="r" b="b"/>
                <a:pathLst>
                  <a:path w="86855" h="90433" extrusionOk="0">
                    <a:moveTo>
                      <a:pt x="43583" y="0"/>
                    </a:moveTo>
                    <a:cubicBezTo>
                      <a:pt x="50069" y="0"/>
                      <a:pt x="56036" y="1038"/>
                      <a:pt x="61328" y="3165"/>
                    </a:cubicBezTo>
                    <a:cubicBezTo>
                      <a:pt x="66672" y="5292"/>
                      <a:pt x="71238" y="8250"/>
                      <a:pt x="75026" y="12141"/>
                    </a:cubicBezTo>
                    <a:cubicBezTo>
                      <a:pt x="78814" y="16032"/>
                      <a:pt x="81771" y="20754"/>
                      <a:pt x="83794" y="26357"/>
                    </a:cubicBezTo>
                    <a:cubicBezTo>
                      <a:pt x="85870" y="31960"/>
                      <a:pt x="86856" y="38187"/>
                      <a:pt x="86856" y="45087"/>
                    </a:cubicBezTo>
                    <a:cubicBezTo>
                      <a:pt x="86856" y="51988"/>
                      <a:pt x="85818" y="58318"/>
                      <a:pt x="83794" y="63921"/>
                    </a:cubicBezTo>
                    <a:cubicBezTo>
                      <a:pt x="81719" y="69524"/>
                      <a:pt x="78814" y="74298"/>
                      <a:pt x="75026" y="78189"/>
                    </a:cubicBezTo>
                    <a:cubicBezTo>
                      <a:pt x="71238" y="82132"/>
                      <a:pt x="66672" y="85141"/>
                      <a:pt x="61328" y="87269"/>
                    </a:cubicBezTo>
                    <a:cubicBezTo>
                      <a:pt x="55984" y="89396"/>
                      <a:pt x="50069" y="90434"/>
                      <a:pt x="43583" y="90434"/>
                    </a:cubicBezTo>
                    <a:cubicBezTo>
                      <a:pt x="37098" y="90434"/>
                      <a:pt x="31027" y="89396"/>
                      <a:pt x="25683" y="87269"/>
                    </a:cubicBezTo>
                    <a:cubicBezTo>
                      <a:pt x="20339" y="85141"/>
                      <a:pt x="15721" y="82132"/>
                      <a:pt x="11934" y="78189"/>
                    </a:cubicBezTo>
                    <a:cubicBezTo>
                      <a:pt x="8146" y="74246"/>
                      <a:pt x="5189" y="69472"/>
                      <a:pt x="3113" y="63921"/>
                    </a:cubicBezTo>
                    <a:cubicBezTo>
                      <a:pt x="1037" y="58318"/>
                      <a:pt x="0" y="52039"/>
                      <a:pt x="0" y="45087"/>
                    </a:cubicBezTo>
                    <a:cubicBezTo>
                      <a:pt x="0" y="38135"/>
                      <a:pt x="1037" y="31909"/>
                      <a:pt x="3113" y="26357"/>
                    </a:cubicBezTo>
                    <a:cubicBezTo>
                      <a:pt x="5189" y="20754"/>
                      <a:pt x="8146" y="16032"/>
                      <a:pt x="11934" y="12141"/>
                    </a:cubicBezTo>
                    <a:cubicBezTo>
                      <a:pt x="15721" y="8250"/>
                      <a:pt x="20287" y="5240"/>
                      <a:pt x="25683" y="3165"/>
                    </a:cubicBezTo>
                    <a:cubicBezTo>
                      <a:pt x="31027" y="1038"/>
                      <a:pt x="36994" y="0"/>
                      <a:pt x="43583" y="0"/>
                    </a:cubicBezTo>
                    <a:close/>
                    <a:moveTo>
                      <a:pt x="43583" y="74246"/>
                    </a:moveTo>
                    <a:cubicBezTo>
                      <a:pt x="50899" y="74246"/>
                      <a:pt x="56295" y="71807"/>
                      <a:pt x="59823" y="66878"/>
                    </a:cubicBezTo>
                    <a:cubicBezTo>
                      <a:pt x="63352" y="61949"/>
                      <a:pt x="65064" y="54789"/>
                      <a:pt x="65064" y="45295"/>
                    </a:cubicBezTo>
                    <a:cubicBezTo>
                      <a:pt x="65064" y="35800"/>
                      <a:pt x="63300" y="28588"/>
                      <a:pt x="59823" y="23659"/>
                    </a:cubicBezTo>
                    <a:cubicBezTo>
                      <a:pt x="56347" y="18730"/>
                      <a:pt x="50899" y="16188"/>
                      <a:pt x="43583" y="16188"/>
                    </a:cubicBezTo>
                    <a:cubicBezTo>
                      <a:pt x="36268" y="16188"/>
                      <a:pt x="30664" y="18678"/>
                      <a:pt x="27084" y="23659"/>
                    </a:cubicBezTo>
                    <a:cubicBezTo>
                      <a:pt x="23504" y="28640"/>
                      <a:pt x="21740" y="35852"/>
                      <a:pt x="21740" y="45295"/>
                    </a:cubicBezTo>
                    <a:cubicBezTo>
                      <a:pt x="21740" y="54738"/>
                      <a:pt x="23504" y="61898"/>
                      <a:pt x="27084" y="66826"/>
                    </a:cubicBezTo>
                    <a:cubicBezTo>
                      <a:pt x="30664" y="71755"/>
                      <a:pt x="36164" y="74246"/>
                      <a:pt x="43583" y="74246"/>
                    </a:cubicBez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00" name="Google Shape;1900;p89"/>
              <p:cNvSpPr/>
              <p:nvPr/>
            </p:nvSpPr>
            <p:spPr>
              <a:xfrm>
                <a:off x="4916981" y="3134409"/>
                <a:ext cx="52819" cy="89499"/>
              </a:xfrm>
              <a:custGeom>
                <a:avLst/>
                <a:gdLst/>
                <a:ahLst/>
                <a:cxnLst/>
                <a:rect l="l" t="t" r="r" b="b"/>
                <a:pathLst>
                  <a:path w="52819" h="89499" extrusionOk="0">
                    <a:moveTo>
                      <a:pt x="19976" y="16862"/>
                    </a:moveTo>
                    <a:cubicBezTo>
                      <a:pt x="22726" y="11622"/>
                      <a:pt x="25994" y="7471"/>
                      <a:pt x="29730" y="4514"/>
                    </a:cubicBezTo>
                    <a:cubicBezTo>
                      <a:pt x="33518" y="1505"/>
                      <a:pt x="37928" y="0"/>
                      <a:pt x="43065" y="0"/>
                    </a:cubicBezTo>
                    <a:cubicBezTo>
                      <a:pt x="47112" y="0"/>
                      <a:pt x="50380" y="882"/>
                      <a:pt x="52819" y="2646"/>
                    </a:cubicBezTo>
                    <a:lnTo>
                      <a:pt x="51470" y="18471"/>
                    </a:lnTo>
                    <a:cubicBezTo>
                      <a:pt x="51159" y="19508"/>
                      <a:pt x="50795" y="20235"/>
                      <a:pt x="50225" y="20650"/>
                    </a:cubicBezTo>
                    <a:cubicBezTo>
                      <a:pt x="49706" y="21065"/>
                      <a:pt x="48928" y="21272"/>
                      <a:pt x="48045" y="21272"/>
                    </a:cubicBezTo>
                    <a:cubicBezTo>
                      <a:pt x="47163" y="21272"/>
                      <a:pt x="45918" y="21117"/>
                      <a:pt x="44258" y="20857"/>
                    </a:cubicBezTo>
                    <a:cubicBezTo>
                      <a:pt x="42598" y="20598"/>
                      <a:pt x="40937" y="20442"/>
                      <a:pt x="39329" y="20442"/>
                    </a:cubicBezTo>
                    <a:cubicBezTo>
                      <a:pt x="36994" y="20442"/>
                      <a:pt x="34919" y="20805"/>
                      <a:pt x="33051" y="21480"/>
                    </a:cubicBezTo>
                    <a:cubicBezTo>
                      <a:pt x="31235" y="22154"/>
                      <a:pt x="29574" y="23140"/>
                      <a:pt x="28122" y="24437"/>
                    </a:cubicBezTo>
                    <a:cubicBezTo>
                      <a:pt x="26669" y="25734"/>
                      <a:pt x="25372" y="27291"/>
                      <a:pt x="24282" y="29107"/>
                    </a:cubicBezTo>
                    <a:cubicBezTo>
                      <a:pt x="23193" y="30923"/>
                      <a:pt x="22103" y="32998"/>
                      <a:pt x="21169" y="35385"/>
                    </a:cubicBezTo>
                    <a:lnTo>
                      <a:pt x="21169" y="89500"/>
                    </a:lnTo>
                    <a:lnTo>
                      <a:pt x="0" y="89500"/>
                    </a:lnTo>
                    <a:lnTo>
                      <a:pt x="0" y="1660"/>
                    </a:lnTo>
                    <a:lnTo>
                      <a:pt x="12400" y="1660"/>
                    </a:lnTo>
                    <a:cubicBezTo>
                      <a:pt x="14580" y="1660"/>
                      <a:pt x="16084" y="2023"/>
                      <a:pt x="16966" y="2802"/>
                    </a:cubicBezTo>
                    <a:cubicBezTo>
                      <a:pt x="17849" y="3580"/>
                      <a:pt x="18367" y="4981"/>
                      <a:pt x="18679" y="6952"/>
                    </a:cubicBezTo>
                    <a:lnTo>
                      <a:pt x="19976" y="16862"/>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01" name="Google Shape;1901;p89"/>
              <p:cNvSpPr/>
              <p:nvPr/>
            </p:nvSpPr>
            <p:spPr>
              <a:xfrm>
                <a:off x="4980800" y="3134617"/>
                <a:ext cx="123331" cy="89240"/>
              </a:xfrm>
              <a:custGeom>
                <a:avLst/>
                <a:gdLst/>
                <a:ahLst/>
                <a:cxnLst/>
                <a:rect l="l" t="t" r="r" b="b"/>
                <a:pathLst>
                  <a:path w="123331" h="89240" extrusionOk="0">
                    <a:moveTo>
                      <a:pt x="52" y="89240"/>
                    </a:moveTo>
                    <a:lnTo>
                      <a:pt x="52" y="1401"/>
                    </a:lnTo>
                    <a:lnTo>
                      <a:pt x="12971" y="1401"/>
                    </a:lnTo>
                    <a:cubicBezTo>
                      <a:pt x="15721" y="1401"/>
                      <a:pt x="17485" y="2698"/>
                      <a:pt x="18367" y="5240"/>
                    </a:cubicBezTo>
                    <a:lnTo>
                      <a:pt x="19716" y="11726"/>
                    </a:lnTo>
                    <a:cubicBezTo>
                      <a:pt x="21273" y="10014"/>
                      <a:pt x="22881" y="8457"/>
                      <a:pt x="24542" y="7004"/>
                    </a:cubicBezTo>
                    <a:cubicBezTo>
                      <a:pt x="26202" y="5551"/>
                      <a:pt x="28018" y="4358"/>
                      <a:pt x="29938" y="3320"/>
                    </a:cubicBezTo>
                    <a:cubicBezTo>
                      <a:pt x="31858" y="2283"/>
                      <a:pt x="33881" y="1505"/>
                      <a:pt x="36112" y="882"/>
                    </a:cubicBezTo>
                    <a:cubicBezTo>
                      <a:pt x="38291" y="259"/>
                      <a:pt x="40730" y="0"/>
                      <a:pt x="43324" y="0"/>
                    </a:cubicBezTo>
                    <a:cubicBezTo>
                      <a:pt x="48876" y="0"/>
                      <a:pt x="53390" y="1505"/>
                      <a:pt x="56970" y="4514"/>
                    </a:cubicBezTo>
                    <a:cubicBezTo>
                      <a:pt x="60550" y="7523"/>
                      <a:pt x="63196" y="11466"/>
                      <a:pt x="64960" y="16447"/>
                    </a:cubicBezTo>
                    <a:cubicBezTo>
                      <a:pt x="66309" y="13542"/>
                      <a:pt x="68021" y="11051"/>
                      <a:pt x="70097" y="8976"/>
                    </a:cubicBezTo>
                    <a:cubicBezTo>
                      <a:pt x="72172" y="6900"/>
                      <a:pt x="74403" y="5188"/>
                      <a:pt x="76842" y="3891"/>
                    </a:cubicBezTo>
                    <a:cubicBezTo>
                      <a:pt x="79280" y="2594"/>
                      <a:pt x="81927" y="1608"/>
                      <a:pt x="84677" y="986"/>
                    </a:cubicBezTo>
                    <a:cubicBezTo>
                      <a:pt x="87426" y="363"/>
                      <a:pt x="90228" y="52"/>
                      <a:pt x="93030" y="52"/>
                    </a:cubicBezTo>
                    <a:cubicBezTo>
                      <a:pt x="97907" y="52"/>
                      <a:pt x="102214" y="778"/>
                      <a:pt x="105949" y="2283"/>
                    </a:cubicBezTo>
                    <a:cubicBezTo>
                      <a:pt x="109737" y="3787"/>
                      <a:pt x="112902" y="5915"/>
                      <a:pt x="115445" y="8768"/>
                    </a:cubicBezTo>
                    <a:cubicBezTo>
                      <a:pt x="117987" y="11622"/>
                      <a:pt x="119959" y="15098"/>
                      <a:pt x="121308" y="19197"/>
                    </a:cubicBezTo>
                    <a:cubicBezTo>
                      <a:pt x="122657" y="23296"/>
                      <a:pt x="123331" y="28017"/>
                      <a:pt x="123331" y="33309"/>
                    </a:cubicBezTo>
                    <a:lnTo>
                      <a:pt x="123331" y="89188"/>
                    </a:lnTo>
                    <a:lnTo>
                      <a:pt x="102162" y="89188"/>
                    </a:lnTo>
                    <a:lnTo>
                      <a:pt x="102162" y="33309"/>
                    </a:lnTo>
                    <a:cubicBezTo>
                      <a:pt x="102162" y="27706"/>
                      <a:pt x="100917" y="23503"/>
                      <a:pt x="98478" y="20702"/>
                    </a:cubicBezTo>
                    <a:cubicBezTo>
                      <a:pt x="96040" y="17900"/>
                      <a:pt x="92407" y="16447"/>
                      <a:pt x="87686" y="16447"/>
                    </a:cubicBezTo>
                    <a:cubicBezTo>
                      <a:pt x="85507" y="16447"/>
                      <a:pt x="83483" y="16810"/>
                      <a:pt x="81667" y="17537"/>
                    </a:cubicBezTo>
                    <a:cubicBezTo>
                      <a:pt x="79799" y="18263"/>
                      <a:pt x="78191" y="19353"/>
                      <a:pt x="76790" y="20754"/>
                    </a:cubicBezTo>
                    <a:cubicBezTo>
                      <a:pt x="75389" y="22154"/>
                      <a:pt x="74300" y="23918"/>
                      <a:pt x="73521" y="25994"/>
                    </a:cubicBezTo>
                    <a:cubicBezTo>
                      <a:pt x="72743" y="28069"/>
                      <a:pt x="72328" y="30508"/>
                      <a:pt x="72328" y="33258"/>
                    </a:cubicBezTo>
                    <a:lnTo>
                      <a:pt x="72328" y="89136"/>
                    </a:lnTo>
                    <a:lnTo>
                      <a:pt x="51107" y="89136"/>
                    </a:lnTo>
                    <a:lnTo>
                      <a:pt x="51107" y="33258"/>
                    </a:lnTo>
                    <a:cubicBezTo>
                      <a:pt x="51107" y="27395"/>
                      <a:pt x="49914" y="23088"/>
                      <a:pt x="47579" y="20442"/>
                    </a:cubicBezTo>
                    <a:cubicBezTo>
                      <a:pt x="45192" y="17744"/>
                      <a:pt x="41768" y="16395"/>
                      <a:pt x="37202" y="16395"/>
                    </a:cubicBezTo>
                    <a:cubicBezTo>
                      <a:pt x="34141" y="16395"/>
                      <a:pt x="31235" y="17174"/>
                      <a:pt x="28589" y="18678"/>
                    </a:cubicBezTo>
                    <a:cubicBezTo>
                      <a:pt x="25943" y="20183"/>
                      <a:pt x="23452" y="22258"/>
                      <a:pt x="21169" y="24904"/>
                    </a:cubicBezTo>
                    <a:lnTo>
                      <a:pt x="21169" y="89188"/>
                    </a:lnTo>
                    <a:lnTo>
                      <a:pt x="0" y="89188"/>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02" name="Google Shape;1902;p89"/>
              <p:cNvSpPr/>
              <p:nvPr/>
            </p:nvSpPr>
            <p:spPr>
              <a:xfrm>
                <a:off x="5159648" y="3134409"/>
                <a:ext cx="73261" cy="90796"/>
              </a:xfrm>
              <a:custGeom>
                <a:avLst/>
                <a:gdLst/>
                <a:ahLst/>
                <a:cxnLst/>
                <a:rect l="l" t="t" r="r" b="b"/>
                <a:pathLst>
                  <a:path w="73261" h="90796" extrusionOk="0">
                    <a:moveTo>
                      <a:pt x="4151" y="13853"/>
                    </a:moveTo>
                    <a:cubicBezTo>
                      <a:pt x="14268" y="4618"/>
                      <a:pt x="26410" y="0"/>
                      <a:pt x="40626" y="0"/>
                    </a:cubicBezTo>
                    <a:cubicBezTo>
                      <a:pt x="45763" y="0"/>
                      <a:pt x="50381" y="830"/>
                      <a:pt x="54428" y="2542"/>
                    </a:cubicBezTo>
                    <a:cubicBezTo>
                      <a:pt x="58475" y="4203"/>
                      <a:pt x="61899" y="6589"/>
                      <a:pt x="64701" y="9547"/>
                    </a:cubicBezTo>
                    <a:cubicBezTo>
                      <a:pt x="67503" y="12556"/>
                      <a:pt x="69630" y="16136"/>
                      <a:pt x="71083" y="20287"/>
                    </a:cubicBezTo>
                    <a:cubicBezTo>
                      <a:pt x="72536" y="24437"/>
                      <a:pt x="73262" y="29003"/>
                      <a:pt x="73262" y="33984"/>
                    </a:cubicBezTo>
                    <a:lnTo>
                      <a:pt x="73262" y="89448"/>
                    </a:lnTo>
                    <a:lnTo>
                      <a:pt x="63663" y="89448"/>
                    </a:lnTo>
                    <a:cubicBezTo>
                      <a:pt x="61640" y="89448"/>
                      <a:pt x="60135" y="89136"/>
                      <a:pt x="59045" y="88566"/>
                    </a:cubicBezTo>
                    <a:cubicBezTo>
                      <a:pt x="57956" y="87943"/>
                      <a:pt x="57126" y="86750"/>
                      <a:pt x="56451" y="84934"/>
                    </a:cubicBezTo>
                    <a:lnTo>
                      <a:pt x="54583" y="78604"/>
                    </a:lnTo>
                    <a:cubicBezTo>
                      <a:pt x="52352" y="80627"/>
                      <a:pt x="50173" y="82340"/>
                      <a:pt x="48098" y="83844"/>
                    </a:cubicBezTo>
                    <a:cubicBezTo>
                      <a:pt x="45971" y="85349"/>
                      <a:pt x="43791" y="86646"/>
                      <a:pt x="41508" y="87632"/>
                    </a:cubicBezTo>
                    <a:cubicBezTo>
                      <a:pt x="39225" y="88669"/>
                      <a:pt x="36787" y="89448"/>
                      <a:pt x="34192" y="89967"/>
                    </a:cubicBezTo>
                    <a:cubicBezTo>
                      <a:pt x="31598" y="90485"/>
                      <a:pt x="28745" y="90797"/>
                      <a:pt x="25579" y="90797"/>
                    </a:cubicBezTo>
                    <a:cubicBezTo>
                      <a:pt x="21844" y="90797"/>
                      <a:pt x="18419" y="90278"/>
                      <a:pt x="15306" y="89292"/>
                    </a:cubicBezTo>
                    <a:cubicBezTo>
                      <a:pt x="12193" y="88306"/>
                      <a:pt x="9443" y="86802"/>
                      <a:pt x="7160" y="84778"/>
                    </a:cubicBezTo>
                    <a:cubicBezTo>
                      <a:pt x="4877" y="82755"/>
                      <a:pt x="3113" y="80316"/>
                      <a:pt x="1868" y="77307"/>
                    </a:cubicBezTo>
                    <a:cubicBezTo>
                      <a:pt x="623" y="74349"/>
                      <a:pt x="0" y="70873"/>
                      <a:pt x="0" y="66930"/>
                    </a:cubicBezTo>
                    <a:cubicBezTo>
                      <a:pt x="0" y="64699"/>
                      <a:pt x="363" y="62520"/>
                      <a:pt x="1090" y="60289"/>
                    </a:cubicBezTo>
                    <a:cubicBezTo>
                      <a:pt x="1816" y="58110"/>
                      <a:pt x="3061" y="55983"/>
                      <a:pt x="4722" y="54011"/>
                    </a:cubicBezTo>
                    <a:cubicBezTo>
                      <a:pt x="6382" y="52039"/>
                      <a:pt x="8613" y="50120"/>
                      <a:pt x="11259" y="48356"/>
                    </a:cubicBezTo>
                    <a:cubicBezTo>
                      <a:pt x="13905" y="46592"/>
                      <a:pt x="17226" y="45035"/>
                      <a:pt x="21169" y="43738"/>
                    </a:cubicBezTo>
                    <a:cubicBezTo>
                      <a:pt x="25061" y="42441"/>
                      <a:pt x="29627" y="41351"/>
                      <a:pt x="34815" y="40521"/>
                    </a:cubicBezTo>
                    <a:cubicBezTo>
                      <a:pt x="40004" y="39691"/>
                      <a:pt x="45919" y="39172"/>
                      <a:pt x="52612" y="39017"/>
                    </a:cubicBezTo>
                    <a:lnTo>
                      <a:pt x="52612" y="33880"/>
                    </a:lnTo>
                    <a:cubicBezTo>
                      <a:pt x="52612" y="28017"/>
                      <a:pt x="51366" y="23659"/>
                      <a:pt x="48824" y="20805"/>
                    </a:cubicBezTo>
                    <a:cubicBezTo>
                      <a:pt x="46333" y="18004"/>
                      <a:pt x="42702" y="16551"/>
                      <a:pt x="37928" y="16551"/>
                    </a:cubicBezTo>
                    <a:cubicBezTo>
                      <a:pt x="34504" y="16551"/>
                      <a:pt x="31650" y="16966"/>
                      <a:pt x="29419" y="17744"/>
                    </a:cubicBezTo>
                    <a:cubicBezTo>
                      <a:pt x="27136" y="18523"/>
                      <a:pt x="25165" y="19456"/>
                      <a:pt x="23452" y="20442"/>
                    </a:cubicBezTo>
                    <a:cubicBezTo>
                      <a:pt x="21740" y="21428"/>
                      <a:pt x="20183" y="22362"/>
                      <a:pt x="18782" y="23140"/>
                    </a:cubicBezTo>
                    <a:cubicBezTo>
                      <a:pt x="17382" y="23918"/>
                      <a:pt x="15825" y="24334"/>
                      <a:pt x="14113" y="24334"/>
                    </a:cubicBezTo>
                    <a:cubicBezTo>
                      <a:pt x="12608" y="24334"/>
                      <a:pt x="11363" y="23970"/>
                      <a:pt x="10325" y="23192"/>
                    </a:cubicBezTo>
                    <a:cubicBezTo>
                      <a:pt x="9288" y="22414"/>
                      <a:pt x="8457" y="21532"/>
                      <a:pt x="7835" y="20494"/>
                    </a:cubicBezTo>
                    <a:lnTo>
                      <a:pt x="4047" y="13749"/>
                    </a:lnTo>
                    <a:close/>
                    <a:moveTo>
                      <a:pt x="52612" y="51988"/>
                    </a:moveTo>
                    <a:cubicBezTo>
                      <a:pt x="46489" y="52247"/>
                      <a:pt x="41353" y="52818"/>
                      <a:pt x="37202" y="53544"/>
                    </a:cubicBezTo>
                    <a:cubicBezTo>
                      <a:pt x="33051" y="54322"/>
                      <a:pt x="29678" y="55308"/>
                      <a:pt x="27188" y="56501"/>
                    </a:cubicBezTo>
                    <a:cubicBezTo>
                      <a:pt x="24697" y="57695"/>
                      <a:pt x="22882" y="59096"/>
                      <a:pt x="21792" y="60704"/>
                    </a:cubicBezTo>
                    <a:cubicBezTo>
                      <a:pt x="20702" y="62313"/>
                      <a:pt x="20183" y="64025"/>
                      <a:pt x="20183" y="65944"/>
                    </a:cubicBezTo>
                    <a:cubicBezTo>
                      <a:pt x="20183" y="69628"/>
                      <a:pt x="21273" y="72326"/>
                      <a:pt x="23504" y="73882"/>
                    </a:cubicBezTo>
                    <a:cubicBezTo>
                      <a:pt x="25683" y="75491"/>
                      <a:pt x="28589" y="76269"/>
                      <a:pt x="32117" y="76269"/>
                    </a:cubicBezTo>
                    <a:cubicBezTo>
                      <a:pt x="36475" y="76269"/>
                      <a:pt x="40211" y="75491"/>
                      <a:pt x="43376" y="73934"/>
                    </a:cubicBezTo>
                    <a:cubicBezTo>
                      <a:pt x="46541" y="72378"/>
                      <a:pt x="49654" y="69991"/>
                      <a:pt x="52664" y="66774"/>
                    </a:cubicBezTo>
                    <a:lnTo>
                      <a:pt x="52664" y="51988"/>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03" name="Google Shape;1903;p89"/>
              <p:cNvSpPr/>
              <p:nvPr/>
            </p:nvSpPr>
            <p:spPr>
              <a:xfrm>
                <a:off x="5252626" y="3134669"/>
                <a:ext cx="76582" cy="89188"/>
              </a:xfrm>
              <a:custGeom>
                <a:avLst/>
                <a:gdLst/>
                <a:ahLst/>
                <a:cxnLst/>
                <a:rect l="l" t="t" r="r" b="b"/>
                <a:pathLst>
                  <a:path w="76582" h="89188" extrusionOk="0">
                    <a:moveTo>
                      <a:pt x="19872" y="12141"/>
                    </a:moveTo>
                    <a:cubicBezTo>
                      <a:pt x="21636" y="10377"/>
                      <a:pt x="23504" y="8717"/>
                      <a:pt x="25475" y="7212"/>
                    </a:cubicBezTo>
                    <a:cubicBezTo>
                      <a:pt x="27447" y="5707"/>
                      <a:pt x="29523" y="4410"/>
                      <a:pt x="31702" y="3373"/>
                    </a:cubicBezTo>
                    <a:cubicBezTo>
                      <a:pt x="33881" y="2335"/>
                      <a:pt x="36268" y="1505"/>
                      <a:pt x="38758" y="882"/>
                    </a:cubicBezTo>
                    <a:cubicBezTo>
                      <a:pt x="41248" y="260"/>
                      <a:pt x="43999" y="0"/>
                      <a:pt x="46956" y="0"/>
                    </a:cubicBezTo>
                    <a:cubicBezTo>
                      <a:pt x="51729" y="0"/>
                      <a:pt x="55984" y="830"/>
                      <a:pt x="59720" y="2439"/>
                    </a:cubicBezTo>
                    <a:cubicBezTo>
                      <a:pt x="63404" y="4047"/>
                      <a:pt x="66517" y="6330"/>
                      <a:pt x="69007" y="9287"/>
                    </a:cubicBezTo>
                    <a:cubicBezTo>
                      <a:pt x="71498" y="12245"/>
                      <a:pt x="73365" y="15721"/>
                      <a:pt x="74663" y="19820"/>
                    </a:cubicBezTo>
                    <a:cubicBezTo>
                      <a:pt x="75960" y="23919"/>
                      <a:pt x="76582" y="28380"/>
                      <a:pt x="76582" y="33309"/>
                    </a:cubicBezTo>
                    <a:lnTo>
                      <a:pt x="76582" y="89188"/>
                    </a:lnTo>
                    <a:lnTo>
                      <a:pt x="55413" y="89188"/>
                    </a:lnTo>
                    <a:lnTo>
                      <a:pt x="55413" y="33309"/>
                    </a:lnTo>
                    <a:cubicBezTo>
                      <a:pt x="55413" y="27965"/>
                      <a:pt x="54168" y="23815"/>
                      <a:pt x="51729" y="20857"/>
                    </a:cubicBezTo>
                    <a:cubicBezTo>
                      <a:pt x="49291" y="17900"/>
                      <a:pt x="45555" y="16447"/>
                      <a:pt x="40522" y="16447"/>
                    </a:cubicBezTo>
                    <a:cubicBezTo>
                      <a:pt x="36890" y="16447"/>
                      <a:pt x="33466" y="17277"/>
                      <a:pt x="30249" y="18938"/>
                    </a:cubicBezTo>
                    <a:cubicBezTo>
                      <a:pt x="27032" y="20598"/>
                      <a:pt x="24023" y="22829"/>
                      <a:pt x="21169" y="25683"/>
                    </a:cubicBezTo>
                    <a:lnTo>
                      <a:pt x="21169" y="89188"/>
                    </a:lnTo>
                    <a:lnTo>
                      <a:pt x="0" y="89188"/>
                    </a:lnTo>
                    <a:lnTo>
                      <a:pt x="0" y="1349"/>
                    </a:lnTo>
                    <a:lnTo>
                      <a:pt x="12919" y="1349"/>
                    </a:lnTo>
                    <a:cubicBezTo>
                      <a:pt x="15669" y="1349"/>
                      <a:pt x="17433" y="2646"/>
                      <a:pt x="18315" y="5188"/>
                    </a:cubicBezTo>
                    <a:lnTo>
                      <a:pt x="19768" y="12141"/>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04" name="Google Shape;1904;p89"/>
              <p:cNvSpPr/>
              <p:nvPr/>
            </p:nvSpPr>
            <p:spPr>
              <a:xfrm>
                <a:off x="5344826" y="3096638"/>
                <a:ext cx="80837" cy="128568"/>
              </a:xfrm>
              <a:custGeom>
                <a:avLst/>
                <a:gdLst/>
                <a:ahLst/>
                <a:cxnLst/>
                <a:rect l="l" t="t" r="r" b="b"/>
                <a:pathLst>
                  <a:path w="80837" h="128568" extrusionOk="0">
                    <a:moveTo>
                      <a:pt x="80785" y="0"/>
                    </a:moveTo>
                    <a:lnTo>
                      <a:pt x="80785" y="127219"/>
                    </a:lnTo>
                    <a:lnTo>
                      <a:pt x="67866" y="127219"/>
                    </a:lnTo>
                    <a:cubicBezTo>
                      <a:pt x="65064" y="127219"/>
                      <a:pt x="63300" y="125922"/>
                      <a:pt x="62574" y="123380"/>
                    </a:cubicBezTo>
                    <a:lnTo>
                      <a:pt x="60758" y="114923"/>
                    </a:lnTo>
                    <a:cubicBezTo>
                      <a:pt x="57230" y="118970"/>
                      <a:pt x="53130" y="122238"/>
                      <a:pt x="48565" y="124780"/>
                    </a:cubicBezTo>
                    <a:cubicBezTo>
                      <a:pt x="43999" y="127323"/>
                      <a:pt x="38603" y="128568"/>
                      <a:pt x="32532" y="128568"/>
                    </a:cubicBezTo>
                    <a:cubicBezTo>
                      <a:pt x="27759" y="128568"/>
                      <a:pt x="23348" y="127582"/>
                      <a:pt x="19353" y="125559"/>
                    </a:cubicBezTo>
                    <a:cubicBezTo>
                      <a:pt x="15358" y="123587"/>
                      <a:pt x="11934" y="120682"/>
                      <a:pt x="9028" y="116894"/>
                    </a:cubicBezTo>
                    <a:cubicBezTo>
                      <a:pt x="6122" y="113107"/>
                      <a:pt x="3943" y="108385"/>
                      <a:pt x="2335" y="102834"/>
                    </a:cubicBezTo>
                    <a:cubicBezTo>
                      <a:pt x="778" y="97230"/>
                      <a:pt x="0" y="90849"/>
                      <a:pt x="0" y="83637"/>
                    </a:cubicBezTo>
                    <a:cubicBezTo>
                      <a:pt x="0" y="77151"/>
                      <a:pt x="882" y="71081"/>
                      <a:pt x="2646" y="65477"/>
                    </a:cubicBezTo>
                    <a:cubicBezTo>
                      <a:pt x="4410" y="59874"/>
                      <a:pt x="6953" y="55049"/>
                      <a:pt x="10273" y="50950"/>
                    </a:cubicBezTo>
                    <a:cubicBezTo>
                      <a:pt x="13594" y="46851"/>
                      <a:pt x="17537" y="43634"/>
                      <a:pt x="22155" y="41299"/>
                    </a:cubicBezTo>
                    <a:cubicBezTo>
                      <a:pt x="26773" y="38965"/>
                      <a:pt x="31961" y="37823"/>
                      <a:pt x="37721" y="37823"/>
                    </a:cubicBezTo>
                    <a:cubicBezTo>
                      <a:pt x="42650" y="37823"/>
                      <a:pt x="46801" y="38602"/>
                      <a:pt x="50329" y="40158"/>
                    </a:cubicBezTo>
                    <a:cubicBezTo>
                      <a:pt x="53805" y="41715"/>
                      <a:pt x="56918" y="43790"/>
                      <a:pt x="59668" y="46384"/>
                    </a:cubicBezTo>
                    <a:lnTo>
                      <a:pt x="59668" y="52"/>
                    </a:lnTo>
                    <a:lnTo>
                      <a:pt x="80837" y="52"/>
                    </a:lnTo>
                    <a:close/>
                    <a:moveTo>
                      <a:pt x="59616" y="61845"/>
                    </a:moveTo>
                    <a:cubicBezTo>
                      <a:pt x="57230" y="58940"/>
                      <a:pt x="54635" y="56865"/>
                      <a:pt x="51782" y="55671"/>
                    </a:cubicBezTo>
                    <a:cubicBezTo>
                      <a:pt x="48980" y="54478"/>
                      <a:pt x="45919" y="53855"/>
                      <a:pt x="42650" y="53855"/>
                    </a:cubicBezTo>
                    <a:cubicBezTo>
                      <a:pt x="39381" y="53855"/>
                      <a:pt x="36579" y="54478"/>
                      <a:pt x="33985" y="55671"/>
                    </a:cubicBezTo>
                    <a:cubicBezTo>
                      <a:pt x="31442" y="56865"/>
                      <a:pt x="29211" y="58681"/>
                      <a:pt x="27396" y="61119"/>
                    </a:cubicBezTo>
                    <a:cubicBezTo>
                      <a:pt x="25579" y="63558"/>
                      <a:pt x="24179" y="66619"/>
                      <a:pt x="23193" y="70354"/>
                    </a:cubicBezTo>
                    <a:cubicBezTo>
                      <a:pt x="22207" y="74090"/>
                      <a:pt x="21740" y="78500"/>
                      <a:pt x="21740" y="83585"/>
                    </a:cubicBezTo>
                    <a:cubicBezTo>
                      <a:pt x="21740" y="88669"/>
                      <a:pt x="22155" y="93080"/>
                      <a:pt x="22985" y="96660"/>
                    </a:cubicBezTo>
                    <a:cubicBezTo>
                      <a:pt x="23815" y="100240"/>
                      <a:pt x="25009" y="103145"/>
                      <a:pt x="26514" y="105376"/>
                    </a:cubicBezTo>
                    <a:cubicBezTo>
                      <a:pt x="28070" y="107607"/>
                      <a:pt x="29938" y="109267"/>
                      <a:pt x="32169" y="110253"/>
                    </a:cubicBezTo>
                    <a:cubicBezTo>
                      <a:pt x="34400" y="111239"/>
                      <a:pt x="36891" y="111758"/>
                      <a:pt x="39640" y="111758"/>
                    </a:cubicBezTo>
                    <a:cubicBezTo>
                      <a:pt x="44050" y="111758"/>
                      <a:pt x="47786" y="110824"/>
                      <a:pt x="50847" y="109008"/>
                    </a:cubicBezTo>
                    <a:cubicBezTo>
                      <a:pt x="53909" y="107192"/>
                      <a:pt x="56866" y="104598"/>
                      <a:pt x="59564" y="101225"/>
                    </a:cubicBezTo>
                    <a:lnTo>
                      <a:pt x="59564" y="61845"/>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05" name="Google Shape;1905;p89"/>
              <p:cNvSpPr/>
              <p:nvPr/>
            </p:nvSpPr>
            <p:spPr>
              <a:xfrm>
                <a:off x="5484241" y="3098765"/>
                <a:ext cx="104600" cy="126492"/>
              </a:xfrm>
              <a:custGeom>
                <a:avLst/>
                <a:gdLst/>
                <a:ahLst/>
                <a:cxnLst/>
                <a:rect l="l" t="t" r="r" b="b"/>
                <a:pathLst>
                  <a:path w="104600" h="126492" extrusionOk="0">
                    <a:moveTo>
                      <a:pt x="92200" y="95933"/>
                    </a:moveTo>
                    <a:cubicBezTo>
                      <a:pt x="93445" y="95933"/>
                      <a:pt x="94587" y="96400"/>
                      <a:pt x="95521" y="97386"/>
                    </a:cubicBezTo>
                    <a:lnTo>
                      <a:pt x="104601" y="107244"/>
                    </a:lnTo>
                    <a:cubicBezTo>
                      <a:pt x="99568" y="113470"/>
                      <a:pt x="93393" y="118243"/>
                      <a:pt x="86078" y="121512"/>
                    </a:cubicBezTo>
                    <a:cubicBezTo>
                      <a:pt x="78762" y="124832"/>
                      <a:pt x="69941" y="126493"/>
                      <a:pt x="59668" y="126493"/>
                    </a:cubicBezTo>
                    <a:cubicBezTo>
                      <a:pt x="50484" y="126493"/>
                      <a:pt x="42235" y="124936"/>
                      <a:pt x="34867" y="121771"/>
                    </a:cubicBezTo>
                    <a:cubicBezTo>
                      <a:pt x="27551" y="118658"/>
                      <a:pt x="21273" y="114248"/>
                      <a:pt x="16085" y="108696"/>
                    </a:cubicBezTo>
                    <a:cubicBezTo>
                      <a:pt x="10896" y="103145"/>
                      <a:pt x="6901" y="96400"/>
                      <a:pt x="4151" y="88669"/>
                    </a:cubicBezTo>
                    <a:cubicBezTo>
                      <a:pt x="1401" y="80887"/>
                      <a:pt x="0" y="72430"/>
                      <a:pt x="0" y="63246"/>
                    </a:cubicBezTo>
                    <a:cubicBezTo>
                      <a:pt x="0" y="54063"/>
                      <a:pt x="1505" y="45450"/>
                      <a:pt x="4462" y="37719"/>
                    </a:cubicBezTo>
                    <a:cubicBezTo>
                      <a:pt x="7420" y="29989"/>
                      <a:pt x="11623" y="23348"/>
                      <a:pt x="17018" y="17744"/>
                    </a:cubicBezTo>
                    <a:cubicBezTo>
                      <a:pt x="22414" y="12141"/>
                      <a:pt x="28848" y="7783"/>
                      <a:pt x="36320" y="4670"/>
                    </a:cubicBezTo>
                    <a:cubicBezTo>
                      <a:pt x="43791" y="1556"/>
                      <a:pt x="52093" y="0"/>
                      <a:pt x="61173" y="0"/>
                    </a:cubicBezTo>
                    <a:cubicBezTo>
                      <a:pt x="70253" y="0"/>
                      <a:pt x="78191" y="1505"/>
                      <a:pt x="85196" y="4462"/>
                    </a:cubicBezTo>
                    <a:cubicBezTo>
                      <a:pt x="92200" y="7419"/>
                      <a:pt x="98115" y="11311"/>
                      <a:pt x="103044" y="16084"/>
                    </a:cubicBezTo>
                    <a:lnTo>
                      <a:pt x="95313" y="26772"/>
                    </a:lnTo>
                    <a:cubicBezTo>
                      <a:pt x="94846" y="27446"/>
                      <a:pt x="94276" y="28069"/>
                      <a:pt x="93549" y="28588"/>
                    </a:cubicBezTo>
                    <a:cubicBezTo>
                      <a:pt x="92823" y="29107"/>
                      <a:pt x="91837" y="29366"/>
                      <a:pt x="90592" y="29366"/>
                    </a:cubicBezTo>
                    <a:cubicBezTo>
                      <a:pt x="89710" y="29366"/>
                      <a:pt x="88827" y="29107"/>
                      <a:pt x="87945" y="28640"/>
                    </a:cubicBezTo>
                    <a:cubicBezTo>
                      <a:pt x="87063" y="28173"/>
                      <a:pt x="86026" y="27550"/>
                      <a:pt x="84936" y="26824"/>
                    </a:cubicBezTo>
                    <a:cubicBezTo>
                      <a:pt x="83847" y="26098"/>
                      <a:pt x="82601" y="25319"/>
                      <a:pt x="81149" y="24489"/>
                    </a:cubicBezTo>
                    <a:cubicBezTo>
                      <a:pt x="79748" y="23607"/>
                      <a:pt x="78087" y="22829"/>
                      <a:pt x="76167" y="22154"/>
                    </a:cubicBezTo>
                    <a:cubicBezTo>
                      <a:pt x="74300" y="21428"/>
                      <a:pt x="72121" y="20857"/>
                      <a:pt x="69630" y="20338"/>
                    </a:cubicBezTo>
                    <a:cubicBezTo>
                      <a:pt x="67139" y="19820"/>
                      <a:pt x="64286" y="19612"/>
                      <a:pt x="61017" y="19612"/>
                    </a:cubicBezTo>
                    <a:cubicBezTo>
                      <a:pt x="55465" y="19612"/>
                      <a:pt x="50433" y="20598"/>
                      <a:pt x="45815" y="22569"/>
                    </a:cubicBezTo>
                    <a:cubicBezTo>
                      <a:pt x="41197" y="24541"/>
                      <a:pt x="37254" y="27395"/>
                      <a:pt x="33933" y="31130"/>
                    </a:cubicBezTo>
                    <a:cubicBezTo>
                      <a:pt x="30612" y="34866"/>
                      <a:pt x="28070" y="39432"/>
                      <a:pt x="26202" y="44828"/>
                    </a:cubicBezTo>
                    <a:cubicBezTo>
                      <a:pt x="24386" y="50223"/>
                      <a:pt x="23452" y="56346"/>
                      <a:pt x="23452" y="63298"/>
                    </a:cubicBezTo>
                    <a:cubicBezTo>
                      <a:pt x="23452" y="70251"/>
                      <a:pt x="24438" y="76477"/>
                      <a:pt x="26410" y="81873"/>
                    </a:cubicBezTo>
                    <a:cubicBezTo>
                      <a:pt x="28381" y="87269"/>
                      <a:pt x="31028" y="91834"/>
                      <a:pt x="34400" y="95570"/>
                    </a:cubicBezTo>
                    <a:cubicBezTo>
                      <a:pt x="37773" y="99306"/>
                      <a:pt x="41716" y="102107"/>
                      <a:pt x="46282" y="104079"/>
                    </a:cubicBezTo>
                    <a:cubicBezTo>
                      <a:pt x="50848" y="106051"/>
                      <a:pt x="55777" y="107036"/>
                      <a:pt x="61017" y="107036"/>
                    </a:cubicBezTo>
                    <a:cubicBezTo>
                      <a:pt x="64130" y="107036"/>
                      <a:pt x="66984" y="106881"/>
                      <a:pt x="69526" y="106517"/>
                    </a:cubicBezTo>
                    <a:cubicBezTo>
                      <a:pt x="72069" y="106154"/>
                      <a:pt x="74403" y="105635"/>
                      <a:pt x="76531" y="104909"/>
                    </a:cubicBezTo>
                    <a:cubicBezTo>
                      <a:pt x="78658" y="104183"/>
                      <a:pt x="80682" y="103197"/>
                      <a:pt x="82601" y="102055"/>
                    </a:cubicBezTo>
                    <a:cubicBezTo>
                      <a:pt x="84521" y="100862"/>
                      <a:pt x="86389" y="99461"/>
                      <a:pt x="88309" y="97749"/>
                    </a:cubicBezTo>
                    <a:cubicBezTo>
                      <a:pt x="88879" y="97230"/>
                      <a:pt x="89450" y="96815"/>
                      <a:pt x="90125" y="96504"/>
                    </a:cubicBezTo>
                    <a:cubicBezTo>
                      <a:pt x="90747" y="96192"/>
                      <a:pt x="91422" y="96037"/>
                      <a:pt x="92096" y="96037"/>
                    </a:cubicBez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06" name="Google Shape;1906;p89"/>
              <p:cNvSpPr/>
              <p:nvPr/>
            </p:nvSpPr>
            <p:spPr>
              <a:xfrm>
                <a:off x="5594809" y="3134669"/>
                <a:ext cx="86856" cy="90433"/>
              </a:xfrm>
              <a:custGeom>
                <a:avLst/>
                <a:gdLst/>
                <a:ahLst/>
                <a:cxnLst/>
                <a:rect l="l" t="t" r="r" b="b"/>
                <a:pathLst>
                  <a:path w="86856" h="90433" extrusionOk="0">
                    <a:moveTo>
                      <a:pt x="43584" y="0"/>
                    </a:moveTo>
                    <a:cubicBezTo>
                      <a:pt x="50069" y="0"/>
                      <a:pt x="56036" y="1038"/>
                      <a:pt x="61328" y="3165"/>
                    </a:cubicBezTo>
                    <a:cubicBezTo>
                      <a:pt x="66673" y="5292"/>
                      <a:pt x="71239" y="8250"/>
                      <a:pt x="75026" y="12141"/>
                    </a:cubicBezTo>
                    <a:cubicBezTo>
                      <a:pt x="78814" y="16032"/>
                      <a:pt x="81771" y="20754"/>
                      <a:pt x="83795" y="26357"/>
                    </a:cubicBezTo>
                    <a:cubicBezTo>
                      <a:pt x="85870" y="31960"/>
                      <a:pt x="86856" y="38187"/>
                      <a:pt x="86856" y="45087"/>
                    </a:cubicBezTo>
                    <a:cubicBezTo>
                      <a:pt x="86856" y="51988"/>
                      <a:pt x="85818" y="58318"/>
                      <a:pt x="83795" y="63921"/>
                    </a:cubicBezTo>
                    <a:cubicBezTo>
                      <a:pt x="81719" y="69524"/>
                      <a:pt x="78814" y="74298"/>
                      <a:pt x="75026" y="78189"/>
                    </a:cubicBezTo>
                    <a:cubicBezTo>
                      <a:pt x="71239" y="82132"/>
                      <a:pt x="66673" y="85141"/>
                      <a:pt x="61328" y="87269"/>
                    </a:cubicBezTo>
                    <a:cubicBezTo>
                      <a:pt x="55984" y="89396"/>
                      <a:pt x="50069" y="90434"/>
                      <a:pt x="43584" y="90434"/>
                    </a:cubicBezTo>
                    <a:cubicBezTo>
                      <a:pt x="37098" y="90434"/>
                      <a:pt x="31028" y="89396"/>
                      <a:pt x="25683" y="87269"/>
                    </a:cubicBezTo>
                    <a:cubicBezTo>
                      <a:pt x="20339" y="85141"/>
                      <a:pt x="15721" y="82132"/>
                      <a:pt x="11934" y="78189"/>
                    </a:cubicBezTo>
                    <a:cubicBezTo>
                      <a:pt x="8146" y="74246"/>
                      <a:pt x="5189" y="69472"/>
                      <a:pt x="3113" y="63921"/>
                    </a:cubicBezTo>
                    <a:cubicBezTo>
                      <a:pt x="1038" y="58318"/>
                      <a:pt x="0" y="52039"/>
                      <a:pt x="0" y="45087"/>
                    </a:cubicBezTo>
                    <a:cubicBezTo>
                      <a:pt x="0" y="38135"/>
                      <a:pt x="1038" y="31909"/>
                      <a:pt x="3113" y="26357"/>
                    </a:cubicBezTo>
                    <a:cubicBezTo>
                      <a:pt x="5189" y="20754"/>
                      <a:pt x="8146" y="16032"/>
                      <a:pt x="11934" y="12141"/>
                    </a:cubicBezTo>
                    <a:cubicBezTo>
                      <a:pt x="15721" y="8250"/>
                      <a:pt x="20287" y="5240"/>
                      <a:pt x="25683" y="3165"/>
                    </a:cubicBezTo>
                    <a:cubicBezTo>
                      <a:pt x="31028" y="1038"/>
                      <a:pt x="36994" y="0"/>
                      <a:pt x="43584" y="0"/>
                    </a:cubicBezTo>
                    <a:close/>
                    <a:moveTo>
                      <a:pt x="43584" y="74246"/>
                    </a:moveTo>
                    <a:cubicBezTo>
                      <a:pt x="50899" y="74246"/>
                      <a:pt x="56296" y="71807"/>
                      <a:pt x="59824" y="66878"/>
                    </a:cubicBezTo>
                    <a:cubicBezTo>
                      <a:pt x="63352" y="61949"/>
                      <a:pt x="65064" y="54789"/>
                      <a:pt x="65064" y="45295"/>
                    </a:cubicBezTo>
                    <a:cubicBezTo>
                      <a:pt x="65064" y="35800"/>
                      <a:pt x="63300" y="28588"/>
                      <a:pt x="59824" y="23659"/>
                    </a:cubicBezTo>
                    <a:cubicBezTo>
                      <a:pt x="56348" y="18730"/>
                      <a:pt x="50899" y="16188"/>
                      <a:pt x="43584" y="16188"/>
                    </a:cubicBezTo>
                    <a:cubicBezTo>
                      <a:pt x="36268" y="16188"/>
                      <a:pt x="30664" y="18678"/>
                      <a:pt x="27084" y="23659"/>
                    </a:cubicBezTo>
                    <a:cubicBezTo>
                      <a:pt x="23504" y="28640"/>
                      <a:pt x="21740" y="35852"/>
                      <a:pt x="21740" y="45295"/>
                    </a:cubicBezTo>
                    <a:cubicBezTo>
                      <a:pt x="21740" y="54738"/>
                      <a:pt x="23504" y="61898"/>
                      <a:pt x="27084" y="66826"/>
                    </a:cubicBezTo>
                    <a:cubicBezTo>
                      <a:pt x="30664" y="71755"/>
                      <a:pt x="36164" y="74246"/>
                      <a:pt x="43584" y="74246"/>
                    </a:cubicBez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07" name="Google Shape;1907;p89"/>
              <p:cNvSpPr/>
              <p:nvPr/>
            </p:nvSpPr>
            <p:spPr>
              <a:xfrm>
                <a:off x="5697801" y="3134669"/>
                <a:ext cx="76582" cy="89188"/>
              </a:xfrm>
              <a:custGeom>
                <a:avLst/>
                <a:gdLst/>
                <a:ahLst/>
                <a:cxnLst/>
                <a:rect l="l" t="t" r="r" b="b"/>
                <a:pathLst>
                  <a:path w="76582" h="89188" extrusionOk="0">
                    <a:moveTo>
                      <a:pt x="19872" y="12141"/>
                    </a:moveTo>
                    <a:cubicBezTo>
                      <a:pt x="21636" y="10377"/>
                      <a:pt x="23504" y="8717"/>
                      <a:pt x="25475" y="7212"/>
                    </a:cubicBezTo>
                    <a:cubicBezTo>
                      <a:pt x="27447" y="5707"/>
                      <a:pt x="29523" y="4410"/>
                      <a:pt x="31702" y="3373"/>
                    </a:cubicBezTo>
                    <a:cubicBezTo>
                      <a:pt x="33881" y="2335"/>
                      <a:pt x="36268" y="1505"/>
                      <a:pt x="38758" y="882"/>
                    </a:cubicBezTo>
                    <a:cubicBezTo>
                      <a:pt x="41249" y="260"/>
                      <a:pt x="43999" y="0"/>
                      <a:pt x="46956" y="0"/>
                    </a:cubicBezTo>
                    <a:cubicBezTo>
                      <a:pt x="51729" y="0"/>
                      <a:pt x="55984" y="830"/>
                      <a:pt x="59720" y="2439"/>
                    </a:cubicBezTo>
                    <a:cubicBezTo>
                      <a:pt x="63404" y="4047"/>
                      <a:pt x="66517" y="6330"/>
                      <a:pt x="69007" y="9287"/>
                    </a:cubicBezTo>
                    <a:cubicBezTo>
                      <a:pt x="71498" y="12245"/>
                      <a:pt x="73366" y="15721"/>
                      <a:pt x="74663" y="19820"/>
                    </a:cubicBezTo>
                    <a:cubicBezTo>
                      <a:pt x="75960" y="23919"/>
                      <a:pt x="76583" y="28380"/>
                      <a:pt x="76583" y="33309"/>
                    </a:cubicBezTo>
                    <a:lnTo>
                      <a:pt x="76583" y="89188"/>
                    </a:lnTo>
                    <a:lnTo>
                      <a:pt x="55413" y="89188"/>
                    </a:lnTo>
                    <a:lnTo>
                      <a:pt x="55413" y="33309"/>
                    </a:lnTo>
                    <a:cubicBezTo>
                      <a:pt x="55413" y="27965"/>
                      <a:pt x="54168" y="23815"/>
                      <a:pt x="51729" y="20857"/>
                    </a:cubicBezTo>
                    <a:cubicBezTo>
                      <a:pt x="49291" y="17900"/>
                      <a:pt x="45555" y="16447"/>
                      <a:pt x="40522" y="16447"/>
                    </a:cubicBezTo>
                    <a:cubicBezTo>
                      <a:pt x="36890" y="16447"/>
                      <a:pt x="33466" y="17277"/>
                      <a:pt x="30249" y="18938"/>
                    </a:cubicBezTo>
                    <a:cubicBezTo>
                      <a:pt x="27032" y="20598"/>
                      <a:pt x="24023" y="22829"/>
                      <a:pt x="21169" y="25683"/>
                    </a:cubicBezTo>
                    <a:lnTo>
                      <a:pt x="21169" y="89188"/>
                    </a:lnTo>
                    <a:lnTo>
                      <a:pt x="0" y="89188"/>
                    </a:lnTo>
                    <a:lnTo>
                      <a:pt x="0" y="1349"/>
                    </a:lnTo>
                    <a:lnTo>
                      <a:pt x="12919" y="1349"/>
                    </a:lnTo>
                    <a:cubicBezTo>
                      <a:pt x="15669" y="1349"/>
                      <a:pt x="17433" y="2646"/>
                      <a:pt x="18315" y="5188"/>
                    </a:cubicBezTo>
                    <a:lnTo>
                      <a:pt x="19768" y="12141"/>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08" name="Google Shape;1908;p89"/>
              <p:cNvSpPr/>
              <p:nvPr/>
            </p:nvSpPr>
            <p:spPr>
              <a:xfrm>
                <a:off x="5794411" y="3134669"/>
                <a:ext cx="76582" cy="89188"/>
              </a:xfrm>
              <a:custGeom>
                <a:avLst/>
                <a:gdLst/>
                <a:ahLst/>
                <a:cxnLst/>
                <a:rect l="l" t="t" r="r" b="b"/>
                <a:pathLst>
                  <a:path w="76582" h="89188" extrusionOk="0">
                    <a:moveTo>
                      <a:pt x="19872" y="12141"/>
                    </a:moveTo>
                    <a:cubicBezTo>
                      <a:pt x="21636" y="10377"/>
                      <a:pt x="23504" y="8717"/>
                      <a:pt x="25475" y="7212"/>
                    </a:cubicBezTo>
                    <a:cubicBezTo>
                      <a:pt x="27447" y="5707"/>
                      <a:pt x="29523" y="4410"/>
                      <a:pt x="31702" y="3373"/>
                    </a:cubicBezTo>
                    <a:cubicBezTo>
                      <a:pt x="33881" y="2335"/>
                      <a:pt x="36268" y="1505"/>
                      <a:pt x="38758" y="882"/>
                    </a:cubicBezTo>
                    <a:cubicBezTo>
                      <a:pt x="41249" y="260"/>
                      <a:pt x="43999" y="0"/>
                      <a:pt x="46956" y="0"/>
                    </a:cubicBezTo>
                    <a:cubicBezTo>
                      <a:pt x="51729" y="0"/>
                      <a:pt x="55984" y="830"/>
                      <a:pt x="59720" y="2439"/>
                    </a:cubicBezTo>
                    <a:cubicBezTo>
                      <a:pt x="63404" y="4047"/>
                      <a:pt x="66517" y="6330"/>
                      <a:pt x="69007" y="9287"/>
                    </a:cubicBezTo>
                    <a:cubicBezTo>
                      <a:pt x="71498" y="12245"/>
                      <a:pt x="73366" y="15721"/>
                      <a:pt x="74663" y="19820"/>
                    </a:cubicBezTo>
                    <a:cubicBezTo>
                      <a:pt x="75960" y="23919"/>
                      <a:pt x="76583" y="28380"/>
                      <a:pt x="76583" y="33309"/>
                    </a:cubicBezTo>
                    <a:lnTo>
                      <a:pt x="76583" y="89188"/>
                    </a:lnTo>
                    <a:lnTo>
                      <a:pt x="55413" y="89188"/>
                    </a:lnTo>
                    <a:lnTo>
                      <a:pt x="55413" y="33309"/>
                    </a:lnTo>
                    <a:cubicBezTo>
                      <a:pt x="55413" y="27965"/>
                      <a:pt x="54168" y="23815"/>
                      <a:pt x="51729" y="20857"/>
                    </a:cubicBezTo>
                    <a:cubicBezTo>
                      <a:pt x="49291" y="17900"/>
                      <a:pt x="45555" y="16447"/>
                      <a:pt x="40522" y="16447"/>
                    </a:cubicBezTo>
                    <a:cubicBezTo>
                      <a:pt x="36890" y="16447"/>
                      <a:pt x="33466" y="17277"/>
                      <a:pt x="30249" y="18938"/>
                    </a:cubicBezTo>
                    <a:cubicBezTo>
                      <a:pt x="27032" y="20598"/>
                      <a:pt x="24023" y="22829"/>
                      <a:pt x="21169" y="25683"/>
                    </a:cubicBezTo>
                    <a:lnTo>
                      <a:pt x="21169" y="89188"/>
                    </a:lnTo>
                    <a:lnTo>
                      <a:pt x="0" y="89188"/>
                    </a:lnTo>
                    <a:lnTo>
                      <a:pt x="0" y="1349"/>
                    </a:lnTo>
                    <a:lnTo>
                      <a:pt x="12919" y="1349"/>
                    </a:lnTo>
                    <a:cubicBezTo>
                      <a:pt x="15669" y="1349"/>
                      <a:pt x="17433" y="2646"/>
                      <a:pt x="18315" y="5188"/>
                    </a:cubicBezTo>
                    <a:lnTo>
                      <a:pt x="19768" y="12141"/>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09" name="Google Shape;1909;p89"/>
              <p:cNvSpPr/>
              <p:nvPr/>
            </p:nvSpPr>
            <p:spPr>
              <a:xfrm>
                <a:off x="5886248" y="3134669"/>
                <a:ext cx="80422" cy="90485"/>
              </a:xfrm>
              <a:custGeom>
                <a:avLst/>
                <a:gdLst/>
                <a:ahLst/>
                <a:cxnLst/>
                <a:rect l="l" t="t" r="r" b="b"/>
                <a:pathLst>
                  <a:path w="80422" h="90485" extrusionOk="0">
                    <a:moveTo>
                      <a:pt x="21065" y="47941"/>
                    </a:moveTo>
                    <a:cubicBezTo>
                      <a:pt x="21429" y="52455"/>
                      <a:pt x="22207" y="56346"/>
                      <a:pt x="23452" y="59615"/>
                    </a:cubicBezTo>
                    <a:cubicBezTo>
                      <a:pt x="24697" y="62883"/>
                      <a:pt x="26357" y="65633"/>
                      <a:pt x="28433" y="67760"/>
                    </a:cubicBezTo>
                    <a:cubicBezTo>
                      <a:pt x="30509" y="69887"/>
                      <a:pt x="32947" y="71496"/>
                      <a:pt x="35749" y="72534"/>
                    </a:cubicBezTo>
                    <a:cubicBezTo>
                      <a:pt x="38551" y="73571"/>
                      <a:pt x="41716" y="74090"/>
                      <a:pt x="45140" y="74090"/>
                    </a:cubicBezTo>
                    <a:cubicBezTo>
                      <a:pt x="48564" y="74090"/>
                      <a:pt x="51522" y="73675"/>
                      <a:pt x="54012" y="72897"/>
                    </a:cubicBezTo>
                    <a:cubicBezTo>
                      <a:pt x="56503" y="72119"/>
                      <a:pt x="58682" y="71237"/>
                      <a:pt x="60498" y="70251"/>
                    </a:cubicBezTo>
                    <a:cubicBezTo>
                      <a:pt x="62366" y="69265"/>
                      <a:pt x="63974" y="68383"/>
                      <a:pt x="65375" y="67605"/>
                    </a:cubicBezTo>
                    <a:cubicBezTo>
                      <a:pt x="66776" y="66826"/>
                      <a:pt x="68125" y="66411"/>
                      <a:pt x="69422" y="66411"/>
                    </a:cubicBezTo>
                    <a:cubicBezTo>
                      <a:pt x="71186" y="66411"/>
                      <a:pt x="72483" y="67086"/>
                      <a:pt x="73365" y="68383"/>
                    </a:cubicBezTo>
                    <a:lnTo>
                      <a:pt x="79436" y="76114"/>
                    </a:lnTo>
                    <a:cubicBezTo>
                      <a:pt x="77101" y="78863"/>
                      <a:pt x="74455" y="81146"/>
                      <a:pt x="71550" y="83014"/>
                    </a:cubicBezTo>
                    <a:cubicBezTo>
                      <a:pt x="68644" y="84882"/>
                      <a:pt x="65583" y="86335"/>
                      <a:pt x="62418" y="87476"/>
                    </a:cubicBezTo>
                    <a:cubicBezTo>
                      <a:pt x="59253" y="88566"/>
                      <a:pt x="56036" y="89396"/>
                      <a:pt x="52767" y="89811"/>
                    </a:cubicBezTo>
                    <a:cubicBezTo>
                      <a:pt x="49498" y="90278"/>
                      <a:pt x="46281" y="90485"/>
                      <a:pt x="43220" y="90485"/>
                    </a:cubicBezTo>
                    <a:cubicBezTo>
                      <a:pt x="37098" y="90485"/>
                      <a:pt x="31442" y="89448"/>
                      <a:pt x="26202" y="87476"/>
                    </a:cubicBezTo>
                    <a:cubicBezTo>
                      <a:pt x="20961" y="85453"/>
                      <a:pt x="16396" y="82443"/>
                      <a:pt x="12504" y="78500"/>
                    </a:cubicBezTo>
                    <a:cubicBezTo>
                      <a:pt x="8613" y="74557"/>
                      <a:pt x="5552" y="69628"/>
                      <a:pt x="3320" y="63765"/>
                    </a:cubicBezTo>
                    <a:cubicBezTo>
                      <a:pt x="1089" y="57902"/>
                      <a:pt x="0" y="51158"/>
                      <a:pt x="0" y="43427"/>
                    </a:cubicBezTo>
                    <a:cubicBezTo>
                      <a:pt x="0" y="37408"/>
                      <a:pt x="986" y="31805"/>
                      <a:pt x="2906" y="26513"/>
                    </a:cubicBezTo>
                    <a:cubicBezTo>
                      <a:pt x="4825" y="21220"/>
                      <a:pt x="7627" y="16655"/>
                      <a:pt x="11259" y="12712"/>
                    </a:cubicBezTo>
                    <a:cubicBezTo>
                      <a:pt x="14891" y="8820"/>
                      <a:pt x="19301" y="5707"/>
                      <a:pt x="24542" y="3424"/>
                    </a:cubicBezTo>
                    <a:cubicBezTo>
                      <a:pt x="29782" y="1141"/>
                      <a:pt x="35645" y="0"/>
                      <a:pt x="42234" y="0"/>
                    </a:cubicBezTo>
                    <a:cubicBezTo>
                      <a:pt x="47786" y="0"/>
                      <a:pt x="52871" y="882"/>
                      <a:pt x="57540" y="2646"/>
                    </a:cubicBezTo>
                    <a:cubicBezTo>
                      <a:pt x="62210" y="4410"/>
                      <a:pt x="66257" y="7004"/>
                      <a:pt x="69630" y="10377"/>
                    </a:cubicBezTo>
                    <a:cubicBezTo>
                      <a:pt x="73002" y="13801"/>
                      <a:pt x="75648" y="17952"/>
                      <a:pt x="77568" y="22881"/>
                    </a:cubicBezTo>
                    <a:cubicBezTo>
                      <a:pt x="79488" y="27810"/>
                      <a:pt x="80422" y="33465"/>
                      <a:pt x="80422" y="39795"/>
                    </a:cubicBezTo>
                    <a:cubicBezTo>
                      <a:pt x="80422" y="43012"/>
                      <a:pt x="80059" y="45139"/>
                      <a:pt x="79384" y="46280"/>
                    </a:cubicBezTo>
                    <a:cubicBezTo>
                      <a:pt x="78710" y="47370"/>
                      <a:pt x="77361" y="47941"/>
                      <a:pt x="75441" y="47941"/>
                    </a:cubicBezTo>
                    <a:lnTo>
                      <a:pt x="21065" y="47941"/>
                    </a:lnTo>
                    <a:close/>
                    <a:moveTo>
                      <a:pt x="61380" y="35177"/>
                    </a:moveTo>
                    <a:cubicBezTo>
                      <a:pt x="61380" y="32427"/>
                      <a:pt x="61017" y="29833"/>
                      <a:pt x="60239" y="27447"/>
                    </a:cubicBezTo>
                    <a:cubicBezTo>
                      <a:pt x="59460" y="25008"/>
                      <a:pt x="58319" y="22881"/>
                      <a:pt x="56762" y="21065"/>
                    </a:cubicBezTo>
                    <a:cubicBezTo>
                      <a:pt x="55206" y="19249"/>
                      <a:pt x="53286" y="17796"/>
                      <a:pt x="50899" y="16759"/>
                    </a:cubicBezTo>
                    <a:cubicBezTo>
                      <a:pt x="48513" y="15721"/>
                      <a:pt x="45763" y="15150"/>
                      <a:pt x="42649" y="15150"/>
                    </a:cubicBezTo>
                    <a:cubicBezTo>
                      <a:pt x="36527" y="15150"/>
                      <a:pt x="31754" y="16914"/>
                      <a:pt x="28226" y="20390"/>
                    </a:cubicBezTo>
                    <a:cubicBezTo>
                      <a:pt x="24697" y="23867"/>
                      <a:pt x="22466" y="28796"/>
                      <a:pt x="21532" y="35177"/>
                    </a:cubicBezTo>
                    <a:lnTo>
                      <a:pt x="61432" y="35177"/>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10" name="Google Shape;1910;p89"/>
              <p:cNvSpPr/>
              <p:nvPr/>
            </p:nvSpPr>
            <p:spPr>
              <a:xfrm>
                <a:off x="5977877" y="3134565"/>
                <a:ext cx="74040" cy="90485"/>
              </a:xfrm>
              <a:custGeom>
                <a:avLst/>
                <a:gdLst/>
                <a:ahLst/>
                <a:cxnLst/>
                <a:rect l="l" t="t" r="r" b="b"/>
                <a:pathLst>
                  <a:path w="74040" h="90485" extrusionOk="0">
                    <a:moveTo>
                      <a:pt x="67555" y="20027"/>
                    </a:moveTo>
                    <a:cubicBezTo>
                      <a:pt x="66932" y="20805"/>
                      <a:pt x="66309" y="21480"/>
                      <a:pt x="65738" y="21895"/>
                    </a:cubicBezTo>
                    <a:cubicBezTo>
                      <a:pt x="65116" y="22362"/>
                      <a:pt x="64286" y="22569"/>
                      <a:pt x="63144" y="22569"/>
                    </a:cubicBezTo>
                    <a:cubicBezTo>
                      <a:pt x="62003" y="22569"/>
                      <a:pt x="61017" y="22258"/>
                      <a:pt x="59979" y="21584"/>
                    </a:cubicBezTo>
                    <a:cubicBezTo>
                      <a:pt x="58941" y="20909"/>
                      <a:pt x="57748" y="20183"/>
                      <a:pt x="56296" y="19353"/>
                    </a:cubicBezTo>
                    <a:cubicBezTo>
                      <a:pt x="54843" y="18523"/>
                      <a:pt x="53182" y="17796"/>
                      <a:pt x="51211" y="17122"/>
                    </a:cubicBezTo>
                    <a:cubicBezTo>
                      <a:pt x="49239" y="16447"/>
                      <a:pt x="46801" y="16136"/>
                      <a:pt x="43895" y="16136"/>
                    </a:cubicBezTo>
                    <a:cubicBezTo>
                      <a:pt x="40159" y="16136"/>
                      <a:pt x="36942" y="16810"/>
                      <a:pt x="34141" y="18159"/>
                    </a:cubicBezTo>
                    <a:cubicBezTo>
                      <a:pt x="31339" y="19508"/>
                      <a:pt x="29004" y="21428"/>
                      <a:pt x="27188" y="23918"/>
                    </a:cubicBezTo>
                    <a:cubicBezTo>
                      <a:pt x="25320" y="26409"/>
                      <a:pt x="23971" y="29470"/>
                      <a:pt x="23037" y="33050"/>
                    </a:cubicBezTo>
                    <a:cubicBezTo>
                      <a:pt x="22103" y="36630"/>
                      <a:pt x="21688" y="40677"/>
                      <a:pt x="21688" y="45139"/>
                    </a:cubicBezTo>
                    <a:cubicBezTo>
                      <a:pt x="21688" y="49601"/>
                      <a:pt x="22207" y="54011"/>
                      <a:pt x="23193" y="57643"/>
                    </a:cubicBezTo>
                    <a:cubicBezTo>
                      <a:pt x="24179" y="61275"/>
                      <a:pt x="25631" y="64388"/>
                      <a:pt x="27499" y="66826"/>
                    </a:cubicBezTo>
                    <a:cubicBezTo>
                      <a:pt x="29367" y="69317"/>
                      <a:pt x="31650" y="71185"/>
                      <a:pt x="34348" y="72482"/>
                    </a:cubicBezTo>
                    <a:cubicBezTo>
                      <a:pt x="37046" y="73779"/>
                      <a:pt x="40056" y="74401"/>
                      <a:pt x="43428" y="74401"/>
                    </a:cubicBezTo>
                    <a:cubicBezTo>
                      <a:pt x="46801" y="74401"/>
                      <a:pt x="49498" y="73986"/>
                      <a:pt x="51626" y="73156"/>
                    </a:cubicBezTo>
                    <a:cubicBezTo>
                      <a:pt x="53753" y="72326"/>
                      <a:pt x="55465" y="71444"/>
                      <a:pt x="56866" y="70406"/>
                    </a:cubicBezTo>
                    <a:cubicBezTo>
                      <a:pt x="58267" y="69421"/>
                      <a:pt x="59512" y="68487"/>
                      <a:pt x="60602" y="67657"/>
                    </a:cubicBezTo>
                    <a:cubicBezTo>
                      <a:pt x="61640" y="66826"/>
                      <a:pt x="62833" y="66411"/>
                      <a:pt x="64130" y="66411"/>
                    </a:cubicBezTo>
                    <a:cubicBezTo>
                      <a:pt x="65842" y="66411"/>
                      <a:pt x="67139" y="67086"/>
                      <a:pt x="67970" y="68383"/>
                    </a:cubicBezTo>
                    <a:lnTo>
                      <a:pt x="74040" y="76114"/>
                    </a:lnTo>
                    <a:cubicBezTo>
                      <a:pt x="71705" y="78863"/>
                      <a:pt x="69163" y="81146"/>
                      <a:pt x="66413" y="83014"/>
                    </a:cubicBezTo>
                    <a:cubicBezTo>
                      <a:pt x="63663" y="84882"/>
                      <a:pt x="60810" y="86335"/>
                      <a:pt x="57904" y="87476"/>
                    </a:cubicBezTo>
                    <a:cubicBezTo>
                      <a:pt x="54947" y="88566"/>
                      <a:pt x="51937" y="89396"/>
                      <a:pt x="48824" y="89811"/>
                    </a:cubicBezTo>
                    <a:cubicBezTo>
                      <a:pt x="45711" y="90226"/>
                      <a:pt x="42598" y="90485"/>
                      <a:pt x="39536" y="90485"/>
                    </a:cubicBezTo>
                    <a:cubicBezTo>
                      <a:pt x="34141" y="90485"/>
                      <a:pt x="29004" y="89448"/>
                      <a:pt x="24230" y="87476"/>
                    </a:cubicBezTo>
                    <a:cubicBezTo>
                      <a:pt x="19457" y="85453"/>
                      <a:pt x="15254" y="82495"/>
                      <a:pt x="11622" y="78604"/>
                    </a:cubicBezTo>
                    <a:cubicBezTo>
                      <a:pt x="7990" y="74713"/>
                      <a:pt x="5189" y="69991"/>
                      <a:pt x="3113" y="64336"/>
                    </a:cubicBezTo>
                    <a:cubicBezTo>
                      <a:pt x="1038" y="58733"/>
                      <a:pt x="0" y="52299"/>
                      <a:pt x="0" y="45139"/>
                    </a:cubicBezTo>
                    <a:cubicBezTo>
                      <a:pt x="0" y="38705"/>
                      <a:pt x="934" y="32687"/>
                      <a:pt x="2802" y="27187"/>
                    </a:cubicBezTo>
                    <a:cubicBezTo>
                      <a:pt x="4670" y="21687"/>
                      <a:pt x="7368" y="16914"/>
                      <a:pt x="11000" y="12867"/>
                    </a:cubicBezTo>
                    <a:cubicBezTo>
                      <a:pt x="14580" y="8820"/>
                      <a:pt x="19042" y="5707"/>
                      <a:pt x="24334" y="3424"/>
                    </a:cubicBezTo>
                    <a:cubicBezTo>
                      <a:pt x="29627" y="1141"/>
                      <a:pt x="35749" y="0"/>
                      <a:pt x="42650" y="0"/>
                    </a:cubicBezTo>
                    <a:cubicBezTo>
                      <a:pt x="49550" y="0"/>
                      <a:pt x="54947" y="1038"/>
                      <a:pt x="59927" y="3165"/>
                    </a:cubicBezTo>
                    <a:cubicBezTo>
                      <a:pt x="64856" y="5292"/>
                      <a:pt x="69319" y="8301"/>
                      <a:pt x="73262" y="12245"/>
                    </a:cubicBezTo>
                    <a:lnTo>
                      <a:pt x="67710" y="19975"/>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11" name="Google Shape;1911;p89"/>
              <p:cNvSpPr/>
              <p:nvPr/>
            </p:nvSpPr>
            <p:spPr>
              <a:xfrm>
                <a:off x="6057521" y="3109142"/>
                <a:ext cx="59823" cy="116115"/>
              </a:xfrm>
              <a:custGeom>
                <a:avLst/>
                <a:gdLst/>
                <a:ahLst/>
                <a:cxnLst/>
                <a:rect l="l" t="t" r="r" b="b"/>
                <a:pathLst>
                  <a:path w="59823" h="116115" extrusionOk="0">
                    <a:moveTo>
                      <a:pt x="36786" y="116116"/>
                    </a:moveTo>
                    <a:cubicBezTo>
                      <a:pt x="29159" y="116116"/>
                      <a:pt x="23296" y="113937"/>
                      <a:pt x="19197" y="109631"/>
                    </a:cubicBezTo>
                    <a:cubicBezTo>
                      <a:pt x="15098" y="105324"/>
                      <a:pt x="13075" y="99357"/>
                      <a:pt x="13075" y="91782"/>
                    </a:cubicBezTo>
                    <a:lnTo>
                      <a:pt x="13075" y="42700"/>
                    </a:lnTo>
                    <a:lnTo>
                      <a:pt x="4099" y="42700"/>
                    </a:lnTo>
                    <a:cubicBezTo>
                      <a:pt x="2957" y="42700"/>
                      <a:pt x="1971" y="42337"/>
                      <a:pt x="1193" y="41611"/>
                    </a:cubicBezTo>
                    <a:cubicBezTo>
                      <a:pt x="415" y="40884"/>
                      <a:pt x="0" y="39743"/>
                      <a:pt x="0" y="38290"/>
                    </a:cubicBezTo>
                    <a:lnTo>
                      <a:pt x="0" y="29885"/>
                    </a:lnTo>
                    <a:lnTo>
                      <a:pt x="14113" y="27550"/>
                    </a:lnTo>
                    <a:lnTo>
                      <a:pt x="18575" y="3580"/>
                    </a:lnTo>
                    <a:cubicBezTo>
                      <a:pt x="18834" y="2439"/>
                      <a:pt x="19405" y="1556"/>
                      <a:pt x="20183" y="934"/>
                    </a:cubicBezTo>
                    <a:cubicBezTo>
                      <a:pt x="20961" y="311"/>
                      <a:pt x="21999" y="0"/>
                      <a:pt x="23244" y="0"/>
                    </a:cubicBezTo>
                    <a:lnTo>
                      <a:pt x="34192" y="0"/>
                    </a:lnTo>
                    <a:lnTo>
                      <a:pt x="34192" y="27654"/>
                    </a:lnTo>
                    <a:lnTo>
                      <a:pt x="57644" y="27654"/>
                    </a:lnTo>
                    <a:lnTo>
                      <a:pt x="57644" y="42700"/>
                    </a:lnTo>
                    <a:lnTo>
                      <a:pt x="34192" y="42700"/>
                    </a:lnTo>
                    <a:lnTo>
                      <a:pt x="34192" y="90278"/>
                    </a:lnTo>
                    <a:cubicBezTo>
                      <a:pt x="34192" y="93028"/>
                      <a:pt x="34867" y="95155"/>
                      <a:pt x="36216" y="96711"/>
                    </a:cubicBezTo>
                    <a:cubicBezTo>
                      <a:pt x="37565" y="98268"/>
                      <a:pt x="39381" y="99046"/>
                      <a:pt x="41716" y="99046"/>
                    </a:cubicBezTo>
                    <a:cubicBezTo>
                      <a:pt x="43013" y="99046"/>
                      <a:pt x="44102" y="98891"/>
                      <a:pt x="44984" y="98579"/>
                    </a:cubicBezTo>
                    <a:cubicBezTo>
                      <a:pt x="45866" y="98268"/>
                      <a:pt x="46645" y="97957"/>
                      <a:pt x="47319" y="97593"/>
                    </a:cubicBezTo>
                    <a:cubicBezTo>
                      <a:pt x="47994" y="97230"/>
                      <a:pt x="48564" y="96919"/>
                      <a:pt x="49083" y="96608"/>
                    </a:cubicBezTo>
                    <a:cubicBezTo>
                      <a:pt x="49602" y="96296"/>
                      <a:pt x="50121" y="96141"/>
                      <a:pt x="50640" y="96141"/>
                    </a:cubicBezTo>
                    <a:cubicBezTo>
                      <a:pt x="51262" y="96141"/>
                      <a:pt x="51781" y="96296"/>
                      <a:pt x="52196" y="96608"/>
                    </a:cubicBezTo>
                    <a:cubicBezTo>
                      <a:pt x="52611" y="96919"/>
                      <a:pt x="53027" y="97386"/>
                      <a:pt x="53494" y="98008"/>
                    </a:cubicBezTo>
                    <a:lnTo>
                      <a:pt x="59823" y="108281"/>
                    </a:lnTo>
                    <a:cubicBezTo>
                      <a:pt x="56762" y="110876"/>
                      <a:pt x="53182" y="112795"/>
                      <a:pt x="49187" y="114092"/>
                    </a:cubicBezTo>
                    <a:cubicBezTo>
                      <a:pt x="45192" y="115390"/>
                      <a:pt x="41041" y="116064"/>
                      <a:pt x="36786" y="116064"/>
                    </a:cubicBez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12" name="Google Shape;1912;p89"/>
              <p:cNvSpPr/>
              <p:nvPr/>
            </p:nvSpPr>
            <p:spPr>
              <a:xfrm>
                <a:off x="6123208" y="3134669"/>
                <a:ext cx="80422" cy="90485"/>
              </a:xfrm>
              <a:custGeom>
                <a:avLst/>
                <a:gdLst/>
                <a:ahLst/>
                <a:cxnLst/>
                <a:rect l="l" t="t" r="r" b="b"/>
                <a:pathLst>
                  <a:path w="80422" h="90485" extrusionOk="0">
                    <a:moveTo>
                      <a:pt x="21065" y="47941"/>
                    </a:moveTo>
                    <a:cubicBezTo>
                      <a:pt x="21429" y="52455"/>
                      <a:pt x="22207" y="56346"/>
                      <a:pt x="23452" y="59615"/>
                    </a:cubicBezTo>
                    <a:cubicBezTo>
                      <a:pt x="24697" y="62883"/>
                      <a:pt x="26358" y="65633"/>
                      <a:pt x="28433" y="67760"/>
                    </a:cubicBezTo>
                    <a:cubicBezTo>
                      <a:pt x="30509" y="69887"/>
                      <a:pt x="32947" y="71496"/>
                      <a:pt x="35749" y="72534"/>
                    </a:cubicBezTo>
                    <a:cubicBezTo>
                      <a:pt x="38551" y="73571"/>
                      <a:pt x="41716" y="74090"/>
                      <a:pt x="45140" y="74090"/>
                    </a:cubicBezTo>
                    <a:cubicBezTo>
                      <a:pt x="48564" y="74090"/>
                      <a:pt x="51522" y="73675"/>
                      <a:pt x="54012" y="72897"/>
                    </a:cubicBezTo>
                    <a:cubicBezTo>
                      <a:pt x="56503" y="72119"/>
                      <a:pt x="58682" y="71237"/>
                      <a:pt x="60498" y="70251"/>
                    </a:cubicBezTo>
                    <a:cubicBezTo>
                      <a:pt x="62366" y="69265"/>
                      <a:pt x="63975" y="68383"/>
                      <a:pt x="65375" y="67605"/>
                    </a:cubicBezTo>
                    <a:cubicBezTo>
                      <a:pt x="66776" y="66826"/>
                      <a:pt x="68125" y="66411"/>
                      <a:pt x="69422" y="66411"/>
                    </a:cubicBezTo>
                    <a:cubicBezTo>
                      <a:pt x="71186" y="66411"/>
                      <a:pt x="72483" y="67086"/>
                      <a:pt x="73366" y="68383"/>
                    </a:cubicBezTo>
                    <a:lnTo>
                      <a:pt x="79436" y="76114"/>
                    </a:lnTo>
                    <a:cubicBezTo>
                      <a:pt x="77101" y="78863"/>
                      <a:pt x="74455" y="81146"/>
                      <a:pt x="71550" y="83014"/>
                    </a:cubicBezTo>
                    <a:cubicBezTo>
                      <a:pt x="68644" y="84882"/>
                      <a:pt x="65583" y="86335"/>
                      <a:pt x="62418" y="87476"/>
                    </a:cubicBezTo>
                    <a:cubicBezTo>
                      <a:pt x="59253" y="88566"/>
                      <a:pt x="56036" y="89396"/>
                      <a:pt x="52767" y="89811"/>
                    </a:cubicBezTo>
                    <a:cubicBezTo>
                      <a:pt x="49498" y="90278"/>
                      <a:pt x="46281" y="90485"/>
                      <a:pt x="43220" y="90485"/>
                    </a:cubicBezTo>
                    <a:cubicBezTo>
                      <a:pt x="37098" y="90485"/>
                      <a:pt x="31442" y="89448"/>
                      <a:pt x="26202" y="87476"/>
                    </a:cubicBezTo>
                    <a:cubicBezTo>
                      <a:pt x="20961" y="85453"/>
                      <a:pt x="16396" y="82443"/>
                      <a:pt x="12504" y="78500"/>
                    </a:cubicBezTo>
                    <a:cubicBezTo>
                      <a:pt x="8613" y="74557"/>
                      <a:pt x="5552" y="69628"/>
                      <a:pt x="3321" y="63765"/>
                    </a:cubicBezTo>
                    <a:cubicBezTo>
                      <a:pt x="1090" y="57902"/>
                      <a:pt x="0" y="51158"/>
                      <a:pt x="0" y="43427"/>
                    </a:cubicBezTo>
                    <a:cubicBezTo>
                      <a:pt x="0" y="37408"/>
                      <a:pt x="986" y="31805"/>
                      <a:pt x="2906" y="26513"/>
                    </a:cubicBezTo>
                    <a:cubicBezTo>
                      <a:pt x="4825" y="21220"/>
                      <a:pt x="7627" y="16655"/>
                      <a:pt x="11259" y="12712"/>
                    </a:cubicBezTo>
                    <a:cubicBezTo>
                      <a:pt x="14891" y="8820"/>
                      <a:pt x="19301" y="5707"/>
                      <a:pt x="24542" y="3424"/>
                    </a:cubicBezTo>
                    <a:cubicBezTo>
                      <a:pt x="29782" y="1141"/>
                      <a:pt x="35645" y="0"/>
                      <a:pt x="42235" y="0"/>
                    </a:cubicBezTo>
                    <a:cubicBezTo>
                      <a:pt x="47786" y="0"/>
                      <a:pt x="52871" y="882"/>
                      <a:pt x="57541" y="2646"/>
                    </a:cubicBezTo>
                    <a:cubicBezTo>
                      <a:pt x="62210" y="4410"/>
                      <a:pt x="66257" y="7004"/>
                      <a:pt x="69630" y="10377"/>
                    </a:cubicBezTo>
                    <a:cubicBezTo>
                      <a:pt x="73002" y="13801"/>
                      <a:pt x="75649" y="17952"/>
                      <a:pt x="77568" y="22881"/>
                    </a:cubicBezTo>
                    <a:cubicBezTo>
                      <a:pt x="79488" y="27810"/>
                      <a:pt x="80422" y="33465"/>
                      <a:pt x="80422" y="39795"/>
                    </a:cubicBezTo>
                    <a:cubicBezTo>
                      <a:pt x="80422" y="43012"/>
                      <a:pt x="80059" y="45139"/>
                      <a:pt x="79384" y="46280"/>
                    </a:cubicBezTo>
                    <a:cubicBezTo>
                      <a:pt x="78710" y="47370"/>
                      <a:pt x="77361" y="47941"/>
                      <a:pt x="75441" y="47941"/>
                    </a:cubicBezTo>
                    <a:lnTo>
                      <a:pt x="21065" y="47941"/>
                    </a:lnTo>
                    <a:close/>
                    <a:moveTo>
                      <a:pt x="61380" y="35177"/>
                    </a:moveTo>
                    <a:cubicBezTo>
                      <a:pt x="61380" y="32427"/>
                      <a:pt x="61017" y="29833"/>
                      <a:pt x="60239" y="27447"/>
                    </a:cubicBezTo>
                    <a:cubicBezTo>
                      <a:pt x="59461" y="25008"/>
                      <a:pt x="58319" y="22881"/>
                      <a:pt x="56762" y="21065"/>
                    </a:cubicBezTo>
                    <a:cubicBezTo>
                      <a:pt x="55206" y="19249"/>
                      <a:pt x="53286" y="17796"/>
                      <a:pt x="50899" y="16759"/>
                    </a:cubicBezTo>
                    <a:cubicBezTo>
                      <a:pt x="48513" y="15721"/>
                      <a:pt x="45763" y="15150"/>
                      <a:pt x="42649" y="15150"/>
                    </a:cubicBezTo>
                    <a:cubicBezTo>
                      <a:pt x="36527" y="15150"/>
                      <a:pt x="31754" y="16914"/>
                      <a:pt x="28226" y="20390"/>
                    </a:cubicBezTo>
                    <a:cubicBezTo>
                      <a:pt x="24697" y="23867"/>
                      <a:pt x="22466" y="28796"/>
                      <a:pt x="21532" y="35177"/>
                    </a:cubicBezTo>
                    <a:lnTo>
                      <a:pt x="61432" y="35177"/>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13" name="Google Shape;1913;p89"/>
              <p:cNvSpPr/>
              <p:nvPr/>
            </p:nvSpPr>
            <p:spPr>
              <a:xfrm>
                <a:off x="6214941" y="3096638"/>
                <a:ext cx="80837" cy="128568"/>
              </a:xfrm>
              <a:custGeom>
                <a:avLst/>
                <a:gdLst/>
                <a:ahLst/>
                <a:cxnLst/>
                <a:rect l="l" t="t" r="r" b="b"/>
                <a:pathLst>
                  <a:path w="80837" h="128568" extrusionOk="0">
                    <a:moveTo>
                      <a:pt x="80785" y="0"/>
                    </a:moveTo>
                    <a:lnTo>
                      <a:pt x="80785" y="127219"/>
                    </a:lnTo>
                    <a:lnTo>
                      <a:pt x="67866" y="127219"/>
                    </a:lnTo>
                    <a:cubicBezTo>
                      <a:pt x="65064" y="127219"/>
                      <a:pt x="63300" y="125922"/>
                      <a:pt x="62574" y="123380"/>
                    </a:cubicBezTo>
                    <a:lnTo>
                      <a:pt x="60758" y="114923"/>
                    </a:lnTo>
                    <a:cubicBezTo>
                      <a:pt x="57230" y="118970"/>
                      <a:pt x="53130" y="122238"/>
                      <a:pt x="48564" y="124780"/>
                    </a:cubicBezTo>
                    <a:cubicBezTo>
                      <a:pt x="43999" y="127323"/>
                      <a:pt x="38603" y="128568"/>
                      <a:pt x="32532" y="128568"/>
                    </a:cubicBezTo>
                    <a:cubicBezTo>
                      <a:pt x="27758" y="128568"/>
                      <a:pt x="23348" y="127582"/>
                      <a:pt x="19353" y="125559"/>
                    </a:cubicBezTo>
                    <a:cubicBezTo>
                      <a:pt x="15358" y="123587"/>
                      <a:pt x="11934" y="120682"/>
                      <a:pt x="9028" y="116894"/>
                    </a:cubicBezTo>
                    <a:cubicBezTo>
                      <a:pt x="6122" y="113107"/>
                      <a:pt x="3943" y="108385"/>
                      <a:pt x="2335" y="102834"/>
                    </a:cubicBezTo>
                    <a:cubicBezTo>
                      <a:pt x="778" y="97230"/>
                      <a:pt x="0" y="90849"/>
                      <a:pt x="0" y="83637"/>
                    </a:cubicBezTo>
                    <a:cubicBezTo>
                      <a:pt x="0" y="77151"/>
                      <a:pt x="882" y="71081"/>
                      <a:pt x="2646" y="65477"/>
                    </a:cubicBezTo>
                    <a:cubicBezTo>
                      <a:pt x="4410" y="59874"/>
                      <a:pt x="6953" y="55049"/>
                      <a:pt x="10273" y="50950"/>
                    </a:cubicBezTo>
                    <a:cubicBezTo>
                      <a:pt x="13594" y="46851"/>
                      <a:pt x="17537" y="43634"/>
                      <a:pt x="22155" y="41299"/>
                    </a:cubicBezTo>
                    <a:cubicBezTo>
                      <a:pt x="26773" y="38965"/>
                      <a:pt x="31961" y="37823"/>
                      <a:pt x="37721" y="37823"/>
                    </a:cubicBezTo>
                    <a:cubicBezTo>
                      <a:pt x="42650" y="37823"/>
                      <a:pt x="46801" y="38602"/>
                      <a:pt x="50329" y="40158"/>
                    </a:cubicBezTo>
                    <a:cubicBezTo>
                      <a:pt x="53805" y="41715"/>
                      <a:pt x="56918" y="43790"/>
                      <a:pt x="59668" y="46384"/>
                    </a:cubicBezTo>
                    <a:lnTo>
                      <a:pt x="59668" y="52"/>
                    </a:lnTo>
                    <a:lnTo>
                      <a:pt x="80837" y="52"/>
                    </a:lnTo>
                    <a:close/>
                    <a:moveTo>
                      <a:pt x="59668" y="61845"/>
                    </a:moveTo>
                    <a:cubicBezTo>
                      <a:pt x="57281" y="58940"/>
                      <a:pt x="54687" y="56865"/>
                      <a:pt x="51833" y="55671"/>
                    </a:cubicBezTo>
                    <a:cubicBezTo>
                      <a:pt x="49032" y="54478"/>
                      <a:pt x="45970" y="53855"/>
                      <a:pt x="42701" y="53855"/>
                    </a:cubicBezTo>
                    <a:cubicBezTo>
                      <a:pt x="39433" y="53855"/>
                      <a:pt x="36631" y="54478"/>
                      <a:pt x="34037" y="55671"/>
                    </a:cubicBezTo>
                    <a:cubicBezTo>
                      <a:pt x="31494" y="56865"/>
                      <a:pt x="29263" y="58681"/>
                      <a:pt x="27447" y="61119"/>
                    </a:cubicBezTo>
                    <a:cubicBezTo>
                      <a:pt x="25631" y="63558"/>
                      <a:pt x="24230" y="66619"/>
                      <a:pt x="23244" y="70354"/>
                    </a:cubicBezTo>
                    <a:cubicBezTo>
                      <a:pt x="22259" y="74090"/>
                      <a:pt x="21792" y="78500"/>
                      <a:pt x="21792" y="83585"/>
                    </a:cubicBezTo>
                    <a:cubicBezTo>
                      <a:pt x="21792" y="88669"/>
                      <a:pt x="22207" y="93080"/>
                      <a:pt x="23037" y="96660"/>
                    </a:cubicBezTo>
                    <a:cubicBezTo>
                      <a:pt x="23867" y="100240"/>
                      <a:pt x="25061" y="103145"/>
                      <a:pt x="26565" y="105376"/>
                    </a:cubicBezTo>
                    <a:cubicBezTo>
                      <a:pt x="28122" y="107607"/>
                      <a:pt x="29990" y="109267"/>
                      <a:pt x="32221" y="110253"/>
                    </a:cubicBezTo>
                    <a:cubicBezTo>
                      <a:pt x="34452" y="111239"/>
                      <a:pt x="36942" y="111758"/>
                      <a:pt x="39692" y="111758"/>
                    </a:cubicBezTo>
                    <a:cubicBezTo>
                      <a:pt x="44102" y="111758"/>
                      <a:pt x="47838" y="110824"/>
                      <a:pt x="50899" y="109008"/>
                    </a:cubicBezTo>
                    <a:cubicBezTo>
                      <a:pt x="53961" y="107192"/>
                      <a:pt x="56918" y="104598"/>
                      <a:pt x="59616" y="101225"/>
                    </a:cubicBezTo>
                    <a:lnTo>
                      <a:pt x="59616" y="61845"/>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14" name="Google Shape;1914;p89"/>
              <p:cNvSpPr/>
              <p:nvPr/>
            </p:nvSpPr>
            <p:spPr>
              <a:xfrm>
                <a:off x="6361516" y="3100166"/>
                <a:ext cx="78087" cy="123794"/>
              </a:xfrm>
              <a:custGeom>
                <a:avLst/>
                <a:gdLst/>
                <a:ahLst/>
                <a:cxnLst/>
                <a:rect l="l" t="t" r="r" b="b"/>
                <a:pathLst>
                  <a:path w="78087" h="123794" extrusionOk="0">
                    <a:moveTo>
                      <a:pt x="23141" y="18263"/>
                    </a:moveTo>
                    <a:lnTo>
                      <a:pt x="23141" y="52610"/>
                    </a:lnTo>
                    <a:lnTo>
                      <a:pt x="66465" y="52610"/>
                    </a:lnTo>
                    <a:lnTo>
                      <a:pt x="66465" y="70354"/>
                    </a:lnTo>
                    <a:lnTo>
                      <a:pt x="23141" y="70354"/>
                    </a:lnTo>
                    <a:lnTo>
                      <a:pt x="23141" y="105376"/>
                    </a:lnTo>
                    <a:lnTo>
                      <a:pt x="78087" y="105376"/>
                    </a:lnTo>
                    <a:lnTo>
                      <a:pt x="78087" y="123795"/>
                    </a:lnTo>
                    <a:lnTo>
                      <a:pt x="0" y="123795"/>
                    </a:lnTo>
                    <a:lnTo>
                      <a:pt x="0" y="0"/>
                    </a:lnTo>
                    <a:lnTo>
                      <a:pt x="78087" y="0"/>
                    </a:lnTo>
                    <a:lnTo>
                      <a:pt x="78087" y="18315"/>
                    </a:lnTo>
                    <a:lnTo>
                      <a:pt x="23141" y="18315"/>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15" name="Google Shape;1915;p89"/>
              <p:cNvSpPr/>
              <p:nvPr/>
            </p:nvSpPr>
            <p:spPr>
              <a:xfrm>
                <a:off x="6448476" y="3134565"/>
                <a:ext cx="74040" cy="90485"/>
              </a:xfrm>
              <a:custGeom>
                <a:avLst/>
                <a:gdLst/>
                <a:ahLst/>
                <a:cxnLst/>
                <a:rect l="l" t="t" r="r" b="b"/>
                <a:pathLst>
                  <a:path w="74040" h="90485" extrusionOk="0">
                    <a:moveTo>
                      <a:pt x="67555" y="20027"/>
                    </a:moveTo>
                    <a:cubicBezTo>
                      <a:pt x="66932" y="20805"/>
                      <a:pt x="66309" y="21480"/>
                      <a:pt x="65738" y="21895"/>
                    </a:cubicBezTo>
                    <a:cubicBezTo>
                      <a:pt x="65116" y="22362"/>
                      <a:pt x="64286" y="22569"/>
                      <a:pt x="63144" y="22569"/>
                    </a:cubicBezTo>
                    <a:cubicBezTo>
                      <a:pt x="62003" y="22569"/>
                      <a:pt x="61017" y="22258"/>
                      <a:pt x="59979" y="21584"/>
                    </a:cubicBezTo>
                    <a:cubicBezTo>
                      <a:pt x="58941" y="20909"/>
                      <a:pt x="57748" y="20183"/>
                      <a:pt x="56295" y="19353"/>
                    </a:cubicBezTo>
                    <a:cubicBezTo>
                      <a:pt x="54843" y="18523"/>
                      <a:pt x="53182" y="17796"/>
                      <a:pt x="51211" y="17122"/>
                    </a:cubicBezTo>
                    <a:cubicBezTo>
                      <a:pt x="49239" y="16447"/>
                      <a:pt x="46801" y="16136"/>
                      <a:pt x="43895" y="16136"/>
                    </a:cubicBezTo>
                    <a:cubicBezTo>
                      <a:pt x="40159" y="16136"/>
                      <a:pt x="36942" y="16810"/>
                      <a:pt x="34141" y="18159"/>
                    </a:cubicBezTo>
                    <a:cubicBezTo>
                      <a:pt x="31339" y="19508"/>
                      <a:pt x="29004" y="21428"/>
                      <a:pt x="27188" y="23918"/>
                    </a:cubicBezTo>
                    <a:cubicBezTo>
                      <a:pt x="25320" y="26409"/>
                      <a:pt x="23971" y="29470"/>
                      <a:pt x="23037" y="33050"/>
                    </a:cubicBezTo>
                    <a:cubicBezTo>
                      <a:pt x="22103" y="36630"/>
                      <a:pt x="21688" y="40677"/>
                      <a:pt x="21688" y="45139"/>
                    </a:cubicBezTo>
                    <a:cubicBezTo>
                      <a:pt x="21688" y="49601"/>
                      <a:pt x="22207" y="54011"/>
                      <a:pt x="23193" y="57643"/>
                    </a:cubicBezTo>
                    <a:cubicBezTo>
                      <a:pt x="24178" y="61275"/>
                      <a:pt x="25631" y="64388"/>
                      <a:pt x="27499" y="66826"/>
                    </a:cubicBezTo>
                    <a:cubicBezTo>
                      <a:pt x="29367" y="69317"/>
                      <a:pt x="31650" y="71185"/>
                      <a:pt x="34348" y="72482"/>
                    </a:cubicBezTo>
                    <a:cubicBezTo>
                      <a:pt x="37046" y="73779"/>
                      <a:pt x="40055" y="74401"/>
                      <a:pt x="43428" y="74401"/>
                    </a:cubicBezTo>
                    <a:cubicBezTo>
                      <a:pt x="46801" y="74401"/>
                      <a:pt x="49498" y="73986"/>
                      <a:pt x="51626" y="73156"/>
                    </a:cubicBezTo>
                    <a:cubicBezTo>
                      <a:pt x="53753" y="72326"/>
                      <a:pt x="55465" y="71444"/>
                      <a:pt x="56866" y="70406"/>
                    </a:cubicBezTo>
                    <a:cubicBezTo>
                      <a:pt x="58267" y="69421"/>
                      <a:pt x="59512" y="68487"/>
                      <a:pt x="60602" y="67657"/>
                    </a:cubicBezTo>
                    <a:cubicBezTo>
                      <a:pt x="61640" y="66826"/>
                      <a:pt x="62833" y="66411"/>
                      <a:pt x="64130" y="66411"/>
                    </a:cubicBezTo>
                    <a:cubicBezTo>
                      <a:pt x="65842" y="66411"/>
                      <a:pt x="67139" y="67086"/>
                      <a:pt x="67969" y="68383"/>
                    </a:cubicBezTo>
                    <a:lnTo>
                      <a:pt x="74040" y="76114"/>
                    </a:lnTo>
                    <a:cubicBezTo>
                      <a:pt x="71705" y="78863"/>
                      <a:pt x="69163" y="81146"/>
                      <a:pt x="66413" y="83014"/>
                    </a:cubicBezTo>
                    <a:cubicBezTo>
                      <a:pt x="63663" y="84882"/>
                      <a:pt x="60809" y="86335"/>
                      <a:pt x="57904" y="87476"/>
                    </a:cubicBezTo>
                    <a:cubicBezTo>
                      <a:pt x="54946" y="88566"/>
                      <a:pt x="51937" y="89396"/>
                      <a:pt x="48824" y="89811"/>
                    </a:cubicBezTo>
                    <a:cubicBezTo>
                      <a:pt x="45711" y="90226"/>
                      <a:pt x="42598" y="90485"/>
                      <a:pt x="39536" y="90485"/>
                    </a:cubicBezTo>
                    <a:cubicBezTo>
                      <a:pt x="34141" y="90485"/>
                      <a:pt x="29004" y="89448"/>
                      <a:pt x="24230" y="87476"/>
                    </a:cubicBezTo>
                    <a:cubicBezTo>
                      <a:pt x="19457" y="85453"/>
                      <a:pt x="15254" y="82495"/>
                      <a:pt x="11622" y="78604"/>
                    </a:cubicBezTo>
                    <a:cubicBezTo>
                      <a:pt x="7990" y="74713"/>
                      <a:pt x="5189" y="69991"/>
                      <a:pt x="3113" y="64336"/>
                    </a:cubicBezTo>
                    <a:cubicBezTo>
                      <a:pt x="1038" y="58733"/>
                      <a:pt x="0" y="52299"/>
                      <a:pt x="0" y="45139"/>
                    </a:cubicBezTo>
                    <a:cubicBezTo>
                      <a:pt x="0" y="38705"/>
                      <a:pt x="934" y="32687"/>
                      <a:pt x="2802" y="27187"/>
                    </a:cubicBezTo>
                    <a:cubicBezTo>
                      <a:pt x="4670" y="21687"/>
                      <a:pt x="7368" y="16914"/>
                      <a:pt x="11000" y="12867"/>
                    </a:cubicBezTo>
                    <a:cubicBezTo>
                      <a:pt x="14580" y="8820"/>
                      <a:pt x="19042" y="5707"/>
                      <a:pt x="24334" y="3424"/>
                    </a:cubicBezTo>
                    <a:cubicBezTo>
                      <a:pt x="29627" y="1141"/>
                      <a:pt x="35749" y="0"/>
                      <a:pt x="42649" y="0"/>
                    </a:cubicBezTo>
                    <a:cubicBezTo>
                      <a:pt x="49550" y="0"/>
                      <a:pt x="54946" y="1038"/>
                      <a:pt x="59927" y="3165"/>
                    </a:cubicBezTo>
                    <a:cubicBezTo>
                      <a:pt x="64856" y="5292"/>
                      <a:pt x="69319" y="8301"/>
                      <a:pt x="73262" y="12245"/>
                    </a:cubicBezTo>
                    <a:lnTo>
                      <a:pt x="67710" y="19975"/>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16" name="Google Shape;1916;p89"/>
              <p:cNvSpPr/>
              <p:nvPr/>
            </p:nvSpPr>
            <p:spPr>
              <a:xfrm>
                <a:off x="6529365" y="3134669"/>
                <a:ext cx="86856" cy="90433"/>
              </a:xfrm>
              <a:custGeom>
                <a:avLst/>
                <a:gdLst/>
                <a:ahLst/>
                <a:cxnLst/>
                <a:rect l="l" t="t" r="r" b="b"/>
                <a:pathLst>
                  <a:path w="86856" h="90433" extrusionOk="0">
                    <a:moveTo>
                      <a:pt x="43584" y="0"/>
                    </a:moveTo>
                    <a:cubicBezTo>
                      <a:pt x="50069" y="0"/>
                      <a:pt x="56036" y="1038"/>
                      <a:pt x="61328" y="3165"/>
                    </a:cubicBezTo>
                    <a:cubicBezTo>
                      <a:pt x="66673" y="5292"/>
                      <a:pt x="71239" y="8250"/>
                      <a:pt x="75026" y="12141"/>
                    </a:cubicBezTo>
                    <a:cubicBezTo>
                      <a:pt x="78814" y="16032"/>
                      <a:pt x="81771" y="20754"/>
                      <a:pt x="83795" y="26357"/>
                    </a:cubicBezTo>
                    <a:cubicBezTo>
                      <a:pt x="85870" y="31960"/>
                      <a:pt x="86856" y="38187"/>
                      <a:pt x="86856" y="45087"/>
                    </a:cubicBezTo>
                    <a:cubicBezTo>
                      <a:pt x="86856" y="51988"/>
                      <a:pt x="85818" y="58318"/>
                      <a:pt x="83795" y="63921"/>
                    </a:cubicBezTo>
                    <a:cubicBezTo>
                      <a:pt x="81719" y="69524"/>
                      <a:pt x="78814" y="74298"/>
                      <a:pt x="75026" y="78189"/>
                    </a:cubicBezTo>
                    <a:cubicBezTo>
                      <a:pt x="71239" y="82132"/>
                      <a:pt x="66673" y="85141"/>
                      <a:pt x="61328" y="87269"/>
                    </a:cubicBezTo>
                    <a:cubicBezTo>
                      <a:pt x="55984" y="89396"/>
                      <a:pt x="50069" y="90434"/>
                      <a:pt x="43584" y="90434"/>
                    </a:cubicBezTo>
                    <a:cubicBezTo>
                      <a:pt x="37098" y="90434"/>
                      <a:pt x="31028" y="89396"/>
                      <a:pt x="25683" y="87269"/>
                    </a:cubicBezTo>
                    <a:cubicBezTo>
                      <a:pt x="20339" y="85141"/>
                      <a:pt x="15721" y="82132"/>
                      <a:pt x="11934" y="78189"/>
                    </a:cubicBezTo>
                    <a:cubicBezTo>
                      <a:pt x="8146" y="74246"/>
                      <a:pt x="5189" y="69472"/>
                      <a:pt x="3113" y="63921"/>
                    </a:cubicBezTo>
                    <a:cubicBezTo>
                      <a:pt x="1038" y="58318"/>
                      <a:pt x="0" y="52039"/>
                      <a:pt x="0" y="45087"/>
                    </a:cubicBezTo>
                    <a:cubicBezTo>
                      <a:pt x="0" y="38135"/>
                      <a:pt x="1038" y="31909"/>
                      <a:pt x="3113" y="26357"/>
                    </a:cubicBezTo>
                    <a:cubicBezTo>
                      <a:pt x="5189" y="20754"/>
                      <a:pt x="8146" y="16032"/>
                      <a:pt x="11934" y="12141"/>
                    </a:cubicBezTo>
                    <a:cubicBezTo>
                      <a:pt x="15721" y="8250"/>
                      <a:pt x="20287" y="5240"/>
                      <a:pt x="25683" y="3165"/>
                    </a:cubicBezTo>
                    <a:cubicBezTo>
                      <a:pt x="31028" y="1038"/>
                      <a:pt x="36994" y="0"/>
                      <a:pt x="43584" y="0"/>
                    </a:cubicBezTo>
                    <a:close/>
                    <a:moveTo>
                      <a:pt x="43584" y="74246"/>
                    </a:moveTo>
                    <a:cubicBezTo>
                      <a:pt x="50900" y="74246"/>
                      <a:pt x="56296" y="71807"/>
                      <a:pt x="59824" y="66878"/>
                    </a:cubicBezTo>
                    <a:cubicBezTo>
                      <a:pt x="63352" y="61949"/>
                      <a:pt x="65064" y="54789"/>
                      <a:pt x="65064" y="45295"/>
                    </a:cubicBezTo>
                    <a:cubicBezTo>
                      <a:pt x="65064" y="35800"/>
                      <a:pt x="63300" y="28588"/>
                      <a:pt x="59824" y="23659"/>
                    </a:cubicBezTo>
                    <a:cubicBezTo>
                      <a:pt x="56348" y="18730"/>
                      <a:pt x="50900" y="16188"/>
                      <a:pt x="43584" y="16188"/>
                    </a:cubicBezTo>
                    <a:cubicBezTo>
                      <a:pt x="36268" y="16188"/>
                      <a:pt x="30664" y="18678"/>
                      <a:pt x="27084" y="23659"/>
                    </a:cubicBezTo>
                    <a:cubicBezTo>
                      <a:pt x="23504" y="28640"/>
                      <a:pt x="21740" y="35852"/>
                      <a:pt x="21740" y="45295"/>
                    </a:cubicBezTo>
                    <a:cubicBezTo>
                      <a:pt x="21740" y="54738"/>
                      <a:pt x="23504" y="61898"/>
                      <a:pt x="27084" y="66826"/>
                    </a:cubicBezTo>
                    <a:cubicBezTo>
                      <a:pt x="30664" y="71755"/>
                      <a:pt x="36164" y="74246"/>
                      <a:pt x="43584" y="74246"/>
                    </a:cubicBez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17" name="Google Shape;1917;p89"/>
              <p:cNvSpPr/>
              <p:nvPr/>
            </p:nvSpPr>
            <p:spPr>
              <a:xfrm>
                <a:off x="6626234" y="3134565"/>
                <a:ext cx="65582" cy="90641"/>
              </a:xfrm>
              <a:custGeom>
                <a:avLst/>
                <a:gdLst/>
                <a:ahLst/>
                <a:cxnLst/>
                <a:rect l="l" t="t" r="r" b="b"/>
                <a:pathLst>
                  <a:path w="65582" h="90641" extrusionOk="0">
                    <a:moveTo>
                      <a:pt x="59772" y="18574"/>
                    </a:moveTo>
                    <a:cubicBezTo>
                      <a:pt x="59201" y="19508"/>
                      <a:pt x="58578" y="20131"/>
                      <a:pt x="57956" y="20494"/>
                    </a:cubicBezTo>
                    <a:cubicBezTo>
                      <a:pt x="57333" y="20857"/>
                      <a:pt x="56555" y="21065"/>
                      <a:pt x="55569" y="21065"/>
                    </a:cubicBezTo>
                    <a:cubicBezTo>
                      <a:pt x="54531" y="21065"/>
                      <a:pt x="53442" y="20805"/>
                      <a:pt x="52300" y="20183"/>
                    </a:cubicBezTo>
                    <a:cubicBezTo>
                      <a:pt x="51159" y="19560"/>
                      <a:pt x="49758" y="18989"/>
                      <a:pt x="48253" y="18263"/>
                    </a:cubicBezTo>
                    <a:cubicBezTo>
                      <a:pt x="46749" y="17537"/>
                      <a:pt x="44984" y="16914"/>
                      <a:pt x="43013" y="16343"/>
                    </a:cubicBezTo>
                    <a:cubicBezTo>
                      <a:pt x="41041" y="15773"/>
                      <a:pt x="38706" y="15461"/>
                      <a:pt x="36060" y="15461"/>
                    </a:cubicBezTo>
                    <a:cubicBezTo>
                      <a:pt x="31909" y="15461"/>
                      <a:pt x="28640" y="16343"/>
                      <a:pt x="26254" y="18107"/>
                    </a:cubicBezTo>
                    <a:cubicBezTo>
                      <a:pt x="23867" y="19871"/>
                      <a:pt x="22674" y="22206"/>
                      <a:pt x="22674" y="25060"/>
                    </a:cubicBezTo>
                    <a:cubicBezTo>
                      <a:pt x="22674" y="26928"/>
                      <a:pt x="23296" y="28536"/>
                      <a:pt x="24542" y="29833"/>
                    </a:cubicBezTo>
                    <a:cubicBezTo>
                      <a:pt x="25787" y="31130"/>
                      <a:pt x="27395" y="32220"/>
                      <a:pt x="29419" y="33206"/>
                    </a:cubicBezTo>
                    <a:cubicBezTo>
                      <a:pt x="31442" y="34191"/>
                      <a:pt x="33725" y="35022"/>
                      <a:pt x="36320" y="35800"/>
                    </a:cubicBezTo>
                    <a:cubicBezTo>
                      <a:pt x="38914" y="36578"/>
                      <a:pt x="41508" y="37408"/>
                      <a:pt x="44154" y="38342"/>
                    </a:cubicBezTo>
                    <a:cubicBezTo>
                      <a:pt x="46800" y="39276"/>
                      <a:pt x="49394" y="40314"/>
                      <a:pt x="51989" y="41455"/>
                    </a:cubicBezTo>
                    <a:cubicBezTo>
                      <a:pt x="54583" y="42597"/>
                      <a:pt x="56866" y="44101"/>
                      <a:pt x="58890" y="45917"/>
                    </a:cubicBezTo>
                    <a:cubicBezTo>
                      <a:pt x="60913" y="47733"/>
                      <a:pt x="62522" y="49860"/>
                      <a:pt x="63767" y="52403"/>
                    </a:cubicBezTo>
                    <a:cubicBezTo>
                      <a:pt x="65012" y="54945"/>
                      <a:pt x="65583" y="57954"/>
                      <a:pt x="65583" y="61482"/>
                    </a:cubicBezTo>
                    <a:cubicBezTo>
                      <a:pt x="65583" y="65685"/>
                      <a:pt x="64805" y="69576"/>
                      <a:pt x="63300" y="73156"/>
                    </a:cubicBezTo>
                    <a:cubicBezTo>
                      <a:pt x="61795" y="76736"/>
                      <a:pt x="59564" y="79797"/>
                      <a:pt x="56607" y="82392"/>
                    </a:cubicBezTo>
                    <a:cubicBezTo>
                      <a:pt x="53649" y="84986"/>
                      <a:pt x="49965" y="87009"/>
                      <a:pt x="45607" y="88462"/>
                    </a:cubicBezTo>
                    <a:cubicBezTo>
                      <a:pt x="41249" y="89915"/>
                      <a:pt x="36216" y="90641"/>
                      <a:pt x="30509" y="90641"/>
                    </a:cubicBezTo>
                    <a:cubicBezTo>
                      <a:pt x="27499" y="90641"/>
                      <a:pt x="24542" y="90382"/>
                      <a:pt x="21636" y="89811"/>
                    </a:cubicBezTo>
                    <a:cubicBezTo>
                      <a:pt x="18730" y="89240"/>
                      <a:pt x="15980" y="88514"/>
                      <a:pt x="13335" y="87528"/>
                    </a:cubicBezTo>
                    <a:cubicBezTo>
                      <a:pt x="10688" y="86542"/>
                      <a:pt x="8250" y="85401"/>
                      <a:pt x="5967" y="84104"/>
                    </a:cubicBezTo>
                    <a:cubicBezTo>
                      <a:pt x="3684" y="82807"/>
                      <a:pt x="1712" y="81354"/>
                      <a:pt x="0" y="79797"/>
                    </a:cubicBezTo>
                    <a:lnTo>
                      <a:pt x="4877" y="71755"/>
                    </a:lnTo>
                    <a:cubicBezTo>
                      <a:pt x="5500" y="70769"/>
                      <a:pt x="6226" y="70043"/>
                      <a:pt x="7108" y="69524"/>
                    </a:cubicBezTo>
                    <a:cubicBezTo>
                      <a:pt x="7990" y="69005"/>
                      <a:pt x="9028" y="68746"/>
                      <a:pt x="10377" y="68746"/>
                    </a:cubicBezTo>
                    <a:cubicBezTo>
                      <a:pt x="11726" y="68746"/>
                      <a:pt x="12919" y="69109"/>
                      <a:pt x="14113" y="69836"/>
                    </a:cubicBezTo>
                    <a:cubicBezTo>
                      <a:pt x="15306" y="70562"/>
                      <a:pt x="16655" y="71392"/>
                      <a:pt x="18160" y="72222"/>
                    </a:cubicBezTo>
                    <a:cubicBezTo>
                      <a:pt x="19664" y="73052"/>
                      <a:pt x="21532" y="73882"/>
                      <a:pt x="23608" y="74609"/>
                    </a:cubicBezTo>
                    <a:cubicBezTo>
                      <a:pt x="25683" y="75335"/>
                      <a:pt x="28329" y="75698"/>
                      <a:pt x="31546" y="75698"/>
                    </a:cubicBezTo>
                    <a:cubicBezTo>
                      <a:pt x="34037" y="75698"/>
                      <a:pt x="36216" y="75387"/>
                      <a:pt x="38032" y="74817"/>
                    </a:cubicBezTo>
                    <a:cubicBezTo>
                      <a:pt x="39848" y="74246"/>
                      <a:pt x="41300" y="73416"/>
                      <a:pt x="42494" y="72482"/>
                    </a:cubicBezTo>
                    <a:cubicBezTo>
                      <a:pt x="43687" y="71496"/>
                      <a:pt x="44517" y="70406"/>
                      <a:pt x="45088" y="69109"/>
                    </a:cubicBezTo>
                    <a:cubicBezTo>
                      <a:pt x="45607" y="67812"/>
                      <a:pt x="45918" y="66515"/>
                      <a:pt x="45918" y="65114"/>
                    </a:cubicBezTo>
                    <a:cubicBezTo>
                      <a:pt x="45918" y="63039"/>
                      <a:pt x="45296" y="61378"/>
                      <a:pt x="44102" y="60081"/>
                    </a:cubicBezTo>
                    <a:cubicBezTo>
                      <a:pt x="42857" y="58784"/>
                      <a:pt x="41249" y="57643"/>
                      <a:pt x="39225" y="56657"/>
                    </a:cubicBezTo>
                    <a:cubicBezTo>
                      <a:pt x="37202" y="55671"/>
                      <a:pt x="34867" y="54789"/>
                      <a:pt x="32272" y="54063"/>
                    </a:cubicBezTo>
                    <a:cubicBezTo>
                      <a:pt x="29678" y="53285"/>
                      <a:pt x="27032" y="52454"/>
                      <a:pt x="24334" y="51521"/>
                    </a:cubicBezTo>
                    <a:cubicBezTo>
                      <a:pt x="21636" y="50587"/>
                      <a:pt x="18990" y="49549"/>
                      <a:pt x="16396" y="48304"/>
                    </a:cubicBezTo>
                    <a:cubicBezTo>
                      <a:pt x="13801" y="47059"/>
                      <a:pt x="11466" y="45502"/>
                      <a:pt x="9443" y="43634"/>
                    </a:cubicBezTo>
                    <a:cubicBezTo>
                      <a:pt x="7420" y="41766"/>
                      <a:pt x="5811" y="39432"/>
                      <a:pt x="4566" y="36682"/>
                    </a:cubicBezTo>
                    <a:cubicBezTo>
                      <a:pt x="3321" y="33932"/>
                      <a:pt x="2750" y="30611"/>
                      <a:pt x="2750" y="26772"/>
                    </a:cubicBezTo>
                    <a:cubicBezTo>
                      <a:pt x="2750" y="23192"/>
                      <a:pt x="3476" y="19768"/>
                      <a:pt x="4877" y="16499"/>
                    </a:cubicBezTo>
                    <a:cubicBezTo>
                      <a:pt x="6278" y="13230"/>
                      <a:pt x="8405" y="10429"/>
                      <a:pt x="11155" y="7990"/>
                    </a:cubicBezTo>
                    <a:cubicBezTo>
                      <a:pt x="13905" y="5552"/>
                      <a:pt x="17381" y="3632"/>
                      <a:pt x="21532" y="2179"/>
                    </a:cubicBezTo>
                    <a:cubicBezTo>
                      <a:pt x="25683" y="726"/>
                      <a:pt x="30457" y="0"/>
                      <a:pt x="35853" y="0"/>
                    </a:cubicBezTo>
                    <a:cubicBezTo>
                      <a:pt x="41923" y="0"/>
                      <a:pt x="47423" y="986"/>
                      <a:pt x="52352" y="3009"/>
                    </a:cubicBezTo>
                    <a:cubicBezTo>
                      <a:pt x="57281" y="5033"/>
                      <a:pt x="61432" y="7627"/>
                      <a:pt x="64753" y="10896"/>
                    </a:cubicBezTo>
                    <a:lnTo>
                      <a:pt x="59979" y="18523"/>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18" name="Google Shape;1918;p89"/>
              <p:cNvSpPr/>
              <p:nvPr/>
            </p:nvSpPr>
            <p:spPr>
              <a:xfrm>
                <a:off x="6696072" y="3135966"/>
                <a:ext cx="89709" cy="116531"/>
              </a:xfrm>
              <a:custGeom>
                <a:avLst/>
                <a:gdLst/>
                <a:ahLst/>
                <a:cxnLst/>
                <a:rect l="l" t="t" r="r" b="b"/>
                <a:pathLst>
                  <a:path w="89709" h="116531" extrusionOk="0">
                    <a:moveTo>
                      <a:pt x="89710" y="52"/>
                    </a:moveTo>
                    <a:lnTo>
                      <a:pt x="41871" y="112017"/>
                    </a:lnTo>
                    <a:cubicBezTo>
                      <a:pt x="41249" y="113522"/>
                      <a:pt x="40419" y="114611"/>
                      <a:pt x="39433" y="115390"/>
                    </a:cubicBezTo>
                    <a:cubicBezTo>
                      <a:pt x="38447" y="116168"/>
                      <a:pt x="36891" y="116531"/>
                      <a:pt x="34867" y="116531"/>
                    </a:cubicBezTo>
                    <a:lnTo>
                      <a:pt x="19094" y="116531"/>
                    </a:lnTo>
                    <a:lnTo>
                      <a:pt x="35542" y="81250"/>
                    </a:lnTo>
                    <a:lnTo>
                      <a:pt x="0" y="0"/>
                    </a:lnTo>
                    <a:lnTo>
                      <a:pt x="18575" y="0"/>
                    </a:lnTo>
                    <a:cubicBezTo>
                      <a:pt x="20235" y="0"/>
                      <a:pt x="21532" y="415"/>
                      <a:pt x="22466" y="1193"/>
                    </a:cubicBezTo>
                    <a:cubicBezTo>
                      <a:pt x="23400" y="1972"/>
                      <a:pt x="24127" y="2905"/>
                      <a:pt x="24542" y="3943"/>
                    </a:cubicBezTo>
                    <a:lnTo>
                      <a:pt x="43220" y="49497"/>
                    </a:lnTo>
                    <a:cubicBezTo>
                      <a:pt x="43843" y="51054"/>
                      <a:pt x="44362" y="52558"/>
                      <a:pt x="44777" y="54115"/>
                    </a:cubicBezTo>
                    <a:cubicBezTo>
                      <a:pt x="45192" y="55671"/>
                      <a:pt x="45607" y="57228"/>
                      <a:pt x="46022" y="58836"/>
                    </a:cubicBezTo>
                    <a:cubicBezTo>
                      <a:pt x="46541" y="57228"/>
                      <a:pt x="47060" y="55671"/>
                      <a:pt x="47579" y="54063"/>
                    </a:cubicBezTo>
                    <a:cubicBezTo>
                      <a:pt x="48098" y="52506"/>
                      <a:pt x="48668" y="50950"/>
                      <a:pt x="49291" y="49393"/>
                    </a:cubicBezTo>
                    <a:lnTo>
                      <a:pt x="66932" y="3943"/>
                    </a:lnTo>
                    <a:cubicBezTo>
                      <a:pt x="67399" y="2802"/>
                      <a:pt x="68125" y="1868"/>
                      <a:pt x="69215" y="1141"/>
                    </a:cubicBezTo>
                    <a:cubicBezTo>
                      <a:pt x="70253" y="415"/>
                      <a:pt x="71446" y="52"/>
                      <a:pt x="72743" y="52"/>
                    </a:cubicBezTo>
                    <a:lnTo>
                      <a:pt x="89710" y="52"/>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19" name="Google Shape;1919;p89"/>
              <p:cNvSpPr/>
              <p:nvPr/>
            </p:nvSpPr>
            <p:spPr>
              <a:xfrm>
                <a:off x="6788324" y="3134565"/>
                <a:ext cx="65582" cy="90641"/>
              </a:xfrm>
              <a:custGeom>
                <a:avLst/>
                <a:gdLst/>
                <a:ahLst/>
                <a:cxnLst/>
                <a:rect l="l" t="t" r="r" b="b"/>
                <a:pathLst>
                  <a:path w="65582" h="90641" extrusionOk="0">
                    <a:moveTo>
                      <a:pt x="59772" y="18574"/>
                    </a:moveTo>
                    <a:cubicBezTo>
                      <a:pt x="59201" y="19508"/>
                      <a:pt x="58578" y="20131"/>
                      <a:pt x="57956" y="20494"/>
                    </a:cubicBezTo>
                    <a:cubicBezTo>
                      <a:pt x="57333" y="20857"/>
                      <a:pt x="56555" y="21065"/>
                      <a:pt x="55569" y="21065"/>
                    </a:cubicBezTo>
                    <a:cubicBezTo>
                      <a:pt x="54531" y="21065"/>
                      <a:pt x="53442" y="20805"/>
                      <a:pt x="52300" y="20183"/>
                    </a:cubicBezTo>
                    <a:cubicBezTo>
                      <a:pt x="51159" y="19560"/>
                      <a:pt x="49758" y="18989"/>
                      <a:pt x="48253" y="18263"/>
                    </a:cubicBezTo>
                    <a:cubicBezTo>
                      <a:pt x="46749" y="17537"/>
                      <a:pt x="44984" y="16914"/>
                      <a:pt x="43013" y="16343"/>
                    </a:cubicBezTo>
                    <a:cubicBezTo>
                      <a:pt x="41041" y="15773"/>
                      <a:pt x="38706" y="15461"/>
                      <a:pt x="36060" y="15461"/>
                    </a:cubicBezTo>
                    <a:cubicBezTo>
                      <a:pt x="31910" y="15461"/>
                      <a:pt x="28641" y="16343"/>
                      <a:pt x="26254" y="18107"/>
                    </a:cubicBezTo>
                    <a:cubicBezTo>
                      <a:pt x="23867" y="19871"/>
                      <a:pt x="22674" y="22206"/>
                      <a:pt x="22674" y="25060"/>
                    </a:cubicBezTo>
                    <a:cubicBezTo>
                      <a:pt x="22674" y="26928"/>
                      <a:pt x="23296" y="28536"/>
                      <a:pt x="24542" y="29833"/>
                    </a:cubicBezTo>
                    <a:cubicBezTo>
                      <a:pt x="25787" y="31130"/>
                      <a:pt x="27395" y="32220"/>
                      <a:pt x="29419" y="33206"/>
                    </a:cubicBezTo>
                    <a:cubicBezTo>
                      <a:pt x="31442" y="34191"/>
                      <a:pt x="33725" y="35022"/>
                      <a:pt x="36320" y="35800"/>
                    </a:cubicBezTo>
                    <a:cubicBezTo>
                      <a:pt x="38914" y="36578"/>
                      <a:pt x="41508" y="37408"/>
                      <a:pt x="44154" y="38342"/>
                    </a:cubicBezTo>
                    <a:cubicBezTo>
                      <a:pt x="46801" y="39276"/>
                      <a:pt x="49395" y="40314"/>
                      <a:pt x="51989" y="41455"/>
                    </a:cubicBezTo>
                    <a:cubicBezTo>
                      <a:pt x="54583" y="42597"/>
                      <a:pt x="56866" y="44101"/>
                      <a:pt x="58890" y="45917"/>
                    </a:cubicBezTo>
                    <a:cubicBezTo>
                      <a:pt x="60913" y="47733"/>
                      <a:pt x="62522" y="49860"/>
                      <a:pt x="63767" y="52403"/>
                    </a:cubicBezTo>
                    <a:cubicBezTo>
                      <a:pt x="65012" y="54945"/>
                      <a:pt x="65583" y="57954"/>
                      <a:pt x="65583" y="61482"/>
                    </a:cubicBezTo>
                    <a:cubicBezTo>
                      <a:pt x="65583" y="65685"/>
                      <a:pt x="64805" y="69576"/>
                      <a:pt x="63300" y="73156"/>
                    </a:cubicBezTo>
                    <a:cubicBezTo>
                      <a:pt x="61795" y="76736"/>
                      <a:pt x="59564" y="79797"/>
                      <a:pt x="56607" y="82392"/>
                    </a:cubicBezTo>
                    <a:cubicBezTo>
                      <a:pt x="53649" y="84986"/>
                      <a:pt x="49965" y="87009"/>
                      <a:pt x="45607" y="88462"/>
                    </a:cubicBezTo>
                    <a:cubicBezTo>
                      <a:pt x="41249" y="89915"/>
                      <a:pt x="36216" y="90641"/>
                      <a:pt x="30509" y="90641"/>
                    </a:cubicBezTo>
                    <a:cubicBezTo>
                      <a:pt x="27499" y="90641"/>
                      <a:pt x="24542" y="90382"/>
                      <a:pt x="21636" y="89811"/>
                    </a:cubicBezTo>
                    <a:cubicBezTo>
                      <a:pt x="18730" y="89240"/>
                      <a:pt x="15981" y="88514"/>
                      <a:pt x="13335" y="87528"/>
                    </a:cubicBezTo>
                    <a:cubicBezTo>
                      <a:pt x="10688" y="86542"/>
                      <a:pt x="8250" y="85401"/>
                      <a:pt x="5967" y="84104"/>
                    </a:cubicBezTo>
                    <a:cubicBezTo>
                      <a:pt x="3684" y="82807"/>
                      <a:pt x="1712" y="81354"/>
                      <a:pt x="0" y="79797"/>
                    </a:cubicBezTo>
                    <a:lnTo>
                      <a:pt x="4877" y="71755"/>
                    </a:lnTo>
                    <a:cubicBezTo>
                      <a:pt x="5500" y="70769"/>
                      <a:pt x="6226" y="70043"/>
                      <a:pt x="7108" y="69524"/>
                    </a:cubicBezTo>
                    <a:cubicBezTo>
                      <a:pt x="7990" y="69005"/>
                      <a:pt x="9028" y="68746"/>
                      <a:pt x="10377" y="68746"/>
                    </a:cubicBezTo>
                    <a:cubicBezTo>
                      <a:pt x="11726" y="68746"/>
                      <a:pt x="12919" y="69109"/>
                      <a:pt x="14113" y="69836"/>
                    </a:cubicBezTo>
                    <a:cubicBezTo>
                      <a:pt x="15306" y="70562"/>
                      <a:pt x="16655" y="71392"/>
                      <a:pt x="18160" y="72222"/>
                    </a:cubicBezTo>
                    <a:cubicBezTo>
                      <a:pt x="19664" y="73052"/>
                      <a:pt x="21532" y="73882"/>
                      <a:pt x="23608" y="74609"/>
                    </a:cubicBezTo>
                    <a:cubicBezTo>
                      <a:pt x="25683" y="75335"/>
                      <a:pt x="28329" y="75698"/>
                      <a:pt x="31546" y="75698"/>
                    </a:cubicBezTo>
                    <a:cubicBezTo>
                      <a:pt x="34037" y="75698"/>
                      <a:pt x="36216" y="75387"/>
                      <a:pt x="38032" y="74817"/>
                    </a:cubicBezTo>
                    <a:cubicBezTo>
                      <a:pt x="39848" y="74246"/>
                      <a:pt x="41301" y="73416"/>
                      <a:pt x="42494" y="72482"/>
                    </a:cubicBezTo>
                    <a:cubicBezTo>
                      <a:pt x="43687" y="71496"/>
                      <a:pt x="44518" y="70406"/>
                      <a:pt x="45088" y="69109"/>
                    </a:cubicBezTo>
                    <a:cubicBezTo>
                      <a:pt x="45607" y="67812"/>
                      <a:pt x="45918" y="66515"/>
                      <a:pt x="45918" y="65114"/>
                    </a:cubicBezTo>
                    <a:cubicBezTo>
                      <a:pt x="45918" y="63039"/>
                      <a:pt x="45296" y="61378"/>
                      <a:pt x="44102" y="60081"/>
                    </a:cubicBezTo>
                    <a:cubicBezTo>
                      <a:pt x="42857" y="58784"/>
                      <a:pt x="41249" y="57643"/>
                      <a:pt x="39225" y="56657"/>
                    </a:cubicBezTo>
                    <a:cubicBezTo>
                      <a:pt x="37202" y="55671"/>
                      <a:pt x="34867" y="54789"/>
                      <a:pt x="32272" y="54063"/>
                    </a:cubicBezTo>
                    <a:cubicBezTo>
                      <a:pt x="29678" y="53285"/>
                      <a:pt x="27032" y="52454"/>
                      <a:pt x="24334" y="51521"/>
                    </a:cubicBezTo>
                    <a:cubicBezTo>
                      <a:pt x="21636" y="50587"/>
                      <a:pt x="18990" y="49549"/>
                      <a:pt x="16396" y="48304"/>
                    </a:cubicBezTo>
                    <a:cubicBezTo>
                      <a:pt x="13801" y="47059"/>
                      <a:pt x="11467" y="45502"/>
                      <a:pt x="9443" y="43634"/>
                    </a:cubicBezTo>
                    <a:cubicBezTo>
                      <a:pt x="7420" y="41766"/>
                      <a:pt x="5811" y="39432"/>
                      <a:pt x="4566" y="36682"/>
                    </a:cubicBezTo>
                    <a:cubicBezTo>
                      <a:pt x="3321" y="33932"/>
                      <a:pt x="2750" y="30611"/>
                      <a:pt x="2750" y="26772"/>
                    </a:cubicBezTo>
                    <a:cubicBezTo>
                      <a:pt x="2750" y="23192"/>
                      <a:pt x="3476" y="19768"/>
                      <a:pt x="4877" y="16499"/>
                    </a:cubicBezTo>
                    <a:cubicBezTo>
                      <a:pt x="6278" y="13230"/>
                      <a:pt x="8405" y="10429"/>
                      <a:pt x="11155" y="7990"/>
                    </a:cubicBezTo>
                    <a:cubicBezTo>
                      <a:pt x="13905" y="5552"/>
                      <a:pt x="17381" y="3632"/>
                      <a:pt x="21532" y="2179"/>
                    </a:cubicBezTo>
                    <a:cubicBezTo>
                      <a:pt x="25683" y="726"/>
                      <a:pt x="30457" y="0"/>
                      <a:pt x="35853" y="0"/>
                    </a:cubicBezTo>
                    <a:cubicBezTo>
                      <a:pt x="41923" y="0"/>
                      <a:pt x="47423" y="986"/>
                      <a:pt x="52352" y="3009"/>
                    </a:cubicBezTo>
                    <a:cubicBezTo>
                      <a:pt x="57281" y="5033"/>
                      <a:pt x="61432" y="7627"/>
                      <a:pt x="64753" y="10896"/>
                    </a:cubicBezTo>
                    <a:lnTo>
                      <a:pt x="59979" y="18523"/>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20" name="Google Shape;1920;p89"/>
              <p:cNvSpPr/>
              <p:nvPr/>
            </p:nvSpPr>
            <p:spPr>
              <a:xfrm>
                <a:off x="6862260" y="3109142"/>
                <a:ext cx="59823" cy="116115"/>
              </a:xfrm>
              <a:custGeom>
                <a:avLst/>
                <a:gdLst/>
                <a:ahLst/>
                <a:cxnLst/>
                <a:rect l="l" t="t" r="r" b="b"/>
                <a:pathLst>
                  <a:path w="59823" h="116115" extrusionOk="0">
                    <a:moveTo>
                      <a:pt x="36786" y="116116"/>
                    </a:moveTo>
                    <a:cubicBezTo>
                      <a:pt x="29159" y="116116"/>
                      <a:pt x="23296" y="113937"/>
                      <a:pt x="19198" y="109631"/>
                    </a:cubicBezTo>
                    <a:cubicBezTo>
                      <a:pt x="15098" y="105324"/>
                      <a:pt x="13075" y="99357"/>
                      <a:pt x="13075" y="91782"/>
                    </a:cubicBezTo>
                    <a:lnTo>
                      <a:pt x="13075" y="42700"/>
                    </a:lnTo>
                    <a:lnTo>
                      <a:pt x="4099" y="42700"/>
                    </a:lnTo>
                    <a:cubicBezTo>
                      <a:pt x="2957" y="42700"/>
                      <a:pt x="1972" y="42337"/>
                      <a:pt x="1193" y="41611"/>
                    </a:cubicBezTo>
                    <a:cubicBezTo>
                      <a:pt x="415" y="40884"/>
                      <a:pt x="0" y="39743"/>
                      <a:pt x="0" y="38290"/>
                    </a:cubicBezTo>
                    <a:lnTo>
                      <a:pt x="0" y="29885"/>
                    </a:lnTo>
                    <a:lnTo>
                      <a:pt x="14113" y="27550"/>
                    </a:lnTo>
                    <a:lnTo>
                      <a:pt x="18575" y="3580"/>
                    </a:lnTo>
                    <a:cubicBezTo>
                      <a:pt x="18834" y="2439"/>
                      <a:pt x="19405" y="1556"/>
                      <a:pt x="20183" y="934"/>
                    </a:cubicBezTo>
                    <a:cubicBezTo>
                      <a:pt x="20961" y="311"/>
                      <a:pt x="21999" y="0"/>
                      <a:pt x="23244" y="0"/>
                    </a:cubicBezTo>
                    <a:lnTo>
                      <a:pt x="34192" y="0"/>
                    </a:lnTo>
                    <a:lnTo>
                      <a:pt x="34192" y="27654"/>
                    </a:lnTo>
                    <a:lnTo>
                      <a:pt x="57644" y="27654"/>
                    </a:lnTo>
                    <a:lnTo>
                      <a:pt x="57644" y="42700"/>
                    </a:lnTo>
                    <a:lnTo>
                      <a:pt x="34192" y="42700"/>
                    </a:lnTo>
                    <a:lnTo>
                      <a:pt x="34192" y="90278"/>
                    </a:lnTo>
                    <a:cubicBezTo>
                      <a:pt x="34192" y="93028"/>
                      <a:pt x="34867" y="95155"/>
                      <a:pt x="36216" y="96711"/>
                    </a:cubicBezTo>
                    <a:cubicBezTo>
                      <a:pt x="37565" y="98268"/>
                      <a:pt x="39381" y="99046"/>
                      <a:pt x="41716" y="99046"/>
                    </a:cubicBezTo>
                    <a:cubicBezTo>
                      <a:pt x="43013" y="99046"/>
                      <a:pt x="44102" y="98891"/>
                      <a:pt x="44984" y="98579"/>
                    </a:cubicBezTo>
                    <a:cubicBezTo>
                      <a:pt x="45866" y="98268"/>
                      <a:pt x="46645" y="97957"/>
                      <a:pt x="47319" y="97593"/>
                    </a:cubicBezTo>
                    <a:cubicBezTo>
                      <a:pt x="47994" y="97230"/>
                      <a:pt x="48564" y="96919"/>
                      <a:pt x="49083" y="96608"/>
                    </a:cubicBezTo>
                    <a:cubicBezTo>
                      <a:pt x="49602" y="96296"/>
                      <a:pt x="50121" y="96141"/>
                      <a:pt x="50640" y="96141"/>
                    </a:cubicBezTo>
                    <a:cubicBezTo>
                      <a:pt x="51263" y="96141"/>
                      <a:pt x="51781" y="96296"/>
                      <a:pt x="52196" y="96608"/>
                    </a:cubicBezTo>
                    <a:cubicBezTo>
                      <a:pt x="52612" y="96919"/>
                      <a:pt x="53027" y="97386"/>
                      <a:pt x="53494" y="98008"/>
                    </a:cubicBezTo>
                    <a:lnTo>
                      <a:pt x="59823" y="108281"/>
                    </a:lnTo>
                    <a:cubicBezTo>
                      <a:pt x="56762" y="110876"/>
                      <a:pt x="53182" y="112795"/>
                      <a:pt x="49187" y="114092"/>
                    </a:cubicBezTo>
                    <a:cubicBezTo>
                      <a:pt x="45192" y="115390"/>
                      <a:pt x="41041" y="116064"/>
                      <a:pt x="36786" y="116064"/>
                    </a:cubicBez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21" name="Google Shape;1921;p89"/>
              <p:cNvSpPr/>
              <p:nvPr/>
            </p:nvSpPr>
            <p:spPr>
              <a:xfrm>
                <a:off x="6927947" y="3134669"/>
                <a:ext cx="80422" cy="90485"/>
              </a:xfrm>
              <a:custGeom>
                <a:avLst/>
                <a:gdLst/>
                <a:ahLst/>
                <a:cxnLst/>
                <a:rect l="l" t="t" r="r" b="b"/>
                <a:pathLst>
                  <a:path w="80422" h="90485" extrusionOk="0">
                    <a:moveTo>
                      <a:pt x="21065" y="47941"/>
                    </a:moveTo>
                    <a:cubicBezTo>
                      <a:pt x="21429" y="52455"/>
                      <a:pt x="22207" y="56346"/>
                      <a:pt x="23453" y="59615"/>
                    </a:cubicBezTo>
                    <a:cubicBezTo>
                      <a:pt x="24698" y="62883"/>
                      <a:pt x="26358" y="65633"/>
                      <a:pt x="28433" y="67760"/>
                    </a:cubicBezTo>
                    <a:cubicBezTo>
                      <a:pt x="30509" y="69887"/>
                      <a:pt x="32947" y="71496"/>
                      <a:pt x="35749" y="72534"/>
                    </a:cubicBezTo>
                    <a:cubicBezTo>
                      <a:pt x="38551" y="73571"/>
                      <a:pt x="41716" y="74090"/>
                      <a:pt x="45140" y="74090"/>
                    </a:cubicBezTo>
                    <a:cubicBezTo>
                      <a:pt x="48565" y="74090"/>
                      <a:pt x="51522" y="73675"/>
                      <a:pt x="54012" y="72897"/>
                    </a:cubicBezTo>
                    <a:cubicBezTo>
                      <a:pt x="56503" y="72119"/>
                      <a:pt x="58682" y="71237"/>
                      <a:pt x="60498" y="70251"/>
                    </a:cubicBezTo>
                    <a:cubicBezTo>
                      <a:pt x="62366" y="69265"/>
                      <a:pt x="63975" y="68383"/>
                      <a:pt x="65376" y="67605"/>
                    </a:cubicBezTo>
                    <a:cubicBezTo>
                      <a:pt x="66777" y="66826"/>
                      <a:pt x="68126" y="66411"/>
                      <a:pt x="69423" y="66411"/>
                    </a:cubicBezTo>
                    <a:cubicBezTo>
                      <a:pt x="71187" y="66411"/>
                      <a:pt x="72484" y="67086"/>
                      <a:pt x="73366" y="68383"/>
                    </a:cubicBezTo>
                    <a:lnTo>
                      <a:pt x="79436" y="76114"/>
                    </a:lnTo>
                    <a:cubicBezTo>
                      <a:pt x="77102" y="78863"/>
                      <a:pt x="74455" y="81146"/>
                      <a:pt x="71550" y="83014"/>
                    </a:cubicBezTo>
                    <a:cubicBezTo>
                      <a:pt x="68644" y="84882"/>
                      <a:pt x="65583" y="86335"/>
                      <a:pt x="62418" y="87476"/>
                    </a:cubicBezTo>
                    <a:cubicBezTo>
                      <a:pt x="59253" y="88566"/>
                      <a:pt x="56036" y="89396"/>
                      <a:pt x="52767" y="89811"/>
                    </a:cubicBezTo>
                    <a:cubicBezTo>
                      <a:pt x="49498" y="90278"/>
                      <a:pt x="46281" y="90485"/>
                      <a:pt x="43220" y="90485"/>
                    </a:cubicBezTo>
                    <a:cubicBezTo>
                      <a:pt x="37098" y="90485"/>
                      <a:pt x="31442" y="89448"/>
                      <a:pt x="26202" y="87476"/>
                    </a:cubicBezTo>
                    <a:cubicBezTo>
                      <a:pt x="20961" y="85453"/>
                      <a:pt x="16396" y="82443"/>
                      <a:pt x="12505" y="78500"/>
                    </a:cubicBezTo>
                    <a:cubicBezTo>
                      <a:pt x="8613" y="74557"/>
                      <a:pt x="5552" y="69628"/>
                      <a:pt x="3321" y="63765"/>
                    </a:cubicBezTo>
                    <a:cubicBezTo>
                      <a:pt x="1090" y="57902"/>
                      <a:pt x="0" y="51158"/>
                      <a:pt x="0" y="43427"/>
                    </a:cubicBezTo>
                    <a:cubicBezTo>
                      <a:pt x="0" y="37408"/>
                      <a:pt x="986" y="31805"/>
                      <a:pt x="2906" y="26513"/>
                    </a:cubicBezTo>
                    <a:cubicBezTo>
                      <a:pt x="4825" y="21220"/>
                      <a:pt x="7627" y="16655"/>
                      <a:pt x="11259" y="12712"/>
                    </a:cubicBezTo>
                    <a:cubicBezTo>
                      <a:pt x="14891" y="8820"/>
                      <a:pt x="19301" y="5707"/>
                      <a:pt x="24542" y="3424"/>
                    </a:cubicBezTo>
                    <a:cubicBezTo>
                      <a:pt x="29782" y="1141"/>
                      <a:pt x="35645" y="0"/>
                      <a:pt x="42235" y="0"/>
                    </a:cubicBezTo>
                    <a:cubicBezTo>
                      <a:pt x="47786" y="0"/>
                      <a:pt x="52871" y="882"/>
                      <a:pt x="57541" y="2646"/>
                    </a:cubicBezTo>
                    <a:cubicBezTo>
                      <a:pt x="62211" y="4410"/>
                      <a:pt x="66258" y="7004"/>
                      <a:pt x="69630" y="10377"/>
                    </a:cubicBezTo>
                    <a:cubicBezTo>
                      <a:pt x="73002" y="13801"/>
                      <a:pt x="75649" y="17952"/>
                      <a:pt x="77568" y="22881"/>
                    </a:cubicBezTo>
                    <a:cubicBezTo>
                      <a:pt x="79488" y="27810"/>
                      <a:pt x="80422" y="33465"/>
                      <a:pt x="80422" y="39795"/>
                    </a:cubicBezTo>
                    <a:cubicBezTo>
                      <a:pt x="80422" y="43012"/>
                      <a:pt x="80059" y="45139"/>
                      <a:pt x="79384" y="46280"/>
                    </a:cubicBezTo>
                    <a:cubicBezTo>
                      <a:pt x="78710" y="47370"/>
                      <a:pt x="77361" y="47941"/>
                      <a:pt x="75441" y="47941"/>
                    </a:cubicBezTo>
                    <a:lnTo>
                      <a:pt x="21065" y="47941"/>
                    </a:lnTo>
                    <a:close/>
                    <a:moveTo>
                      <a:pt x="61380" y="35177"/>
                    </a:moveTo>
                    <a:cubicBezTo>
                      <a:pt x="61380" y="32427"/>
                      <a:pt x="61017" y="29833"/>
                      <a:pt x="60239" y="27447"/>
                    </a:cubicBezTo>
                    <a:cubicBezTo>
                      <a:pt x="59461" y="25008"/>
                      <a:pt x="58319" y="22881"/>
                      <a:pt x="56762" y="21065"/>
                    </a:cubicBezTo>
                    <a:cubicBezTo>
                      <a:pt x="55206" y="19249"/>
                      <a:pt x="53287" y="17796"/>
                      <a:pt x="50899" y="16759"/>
                    </a:cubicBezTo>
                    <a:cubicBezTo>
                      <a:pt x="48513" y="15721"/>
                      <a:pt x="45763" y="15150"/>
                      <a:pt x="42650" y="15150"/>
                    </a:cubicBezTo>
                    <a:cubicBezTo>
                      <a:pt x="36527" y="15150"/>
                      <a:pt x="31754" y="16914"/>
                      <a:pt x="28226" y="20390"/>
                    </a:cubicBezTo>
                    <a:cubicBezTo>
                      <a:pt x="24698" y="23867"/>
                      <a:pt x="22466" y="28796"/>
                      <a:pt x="21532" y="35177"/>
                    </a:cubicBezTo>
                    <a:lnTo>
                      <a:pt x="61432" y="35177"/>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sp>
            <p:nvSpPr>
              <p:cNvPr id="1922" name="Google Shape;1922;p89"/>
              <p:cNvSpPr/>
              <p:nvPr/>
            </p:nvSpPr>
            <p:spPr>
              <a:xfrm>
                <a:off x="7024142" y="3134617"/>
                <a:ext cx="123331" cy="89240"/>
              </a:xfrm>
              <a:custGeom>
                <a:avLst/>
                <a:gdLst/>
                <a:ahLst/>
                <a:cxnLst/>
                <a:rect l="l" t="t" r="r" b="b"/>
                <a:pathLst>
                  <a:path w="123331" h="89240" extrusionOk="0">
                    <a:moveTo>
                      <a:pt x="52" y="89240"/>
                    </a:moveTo>
                    <a:lnTo>
                      <a:pt x="52" y="1401"/>
                    </a:lnTo>
                    <a:lnTo>
                      <a:pt x="12971" y="1401"/>
                    </a:lnTo>
                    <a:cubicBezTo>
                      <a:pt x="15721" y="1401"/>
                      <a:pt x="17485" y="2698"/>
                      <a:pt x="18368" y="5240"/>
                    </a:cubicBezTo>
                    <a:lnTo>
                      <a:pt x="19717" y="11726"/>
                    </a:lnTo>
                    <a:cubicBezTo>
                      <a:pt x="21273" y="10014"/>
                      <a:pt x="22882" y="8457"/>
                      <a:pt x="24542" y="7004"/>
                    </a:cubicBezTo>
                    <a:cubicBezTo>
                      <a:pt x="26202" y="5551"/>
                      <a:pt x="28018" y="4358"/>
                      <a:pt x="29938" y="3320"/>
                    </a:cubicBezTo>
                    <a:cubicBezTo>
                      <a:pt x="31858" y="2283"/>
                      <a:pt x="33881" y="1505"/>
                      <a:pt x="36113" y="882"/>
                    </a:cubicBezTo>
                    <a:cubicBezTo>
                      <a:pt x="38291" y="259"/>
                      <a:pt x="40730" y="0"/>
                      <a:pt x="43325" y="0"/>
                    </a:cubicBezTo>
                    <a:cubicBezTo>
                      <a:pt x="48876" y="0"/>
                      <a:pt x="53390" y="1505"/>
                      <a:pt x="56970" y="4514"/>
                    </a:cubicBezTo>
                    <a:cubicBezTo>
                      <a:pt x="60550" y="7523"/>
                      <a:pt x="63196" y="11466"/>
                      <a:pt x="64960" y="16447"/>
                    </a:cubicBezTo>
                    <a:cubicBezTo>
                      <a:pt x="66309" y="13542"/>
                      <a:pt x="68021" y="11051"/>
                      <a:pt x="70097" y="8976"/>
                    </a:cubicBezTo>
                    <a:cubicBezTo>
                      <a:pt x="72172" y="6900"/>
                      <a:pt x="74404" y="5188"/>
                      <a:pt x="76842" y="3891"/>
                    </a:cubicBezTo>
                    <a:cubicBezTo>
                      <a:pt x="79281" y="2594"/>
                      <a:pt x="81927" y="1608"/>
                      <a:pt x="84677" y="986"/>
                    </a:cubicBezTo>
                    <a:cubicBezTo>
                      <a:pt x="87427" y="363"/>
                      <a:pt x="90228" y="52"/>
                      <a:pt x="93030" y="52"/>
                    </a:cubicBezTo>
                    <a:cubicBezTo>
                      <a:pt x="97907" y="52"/>
                      <a:pt x="102214" y="778"/>
                      <a:pt x="105950" y="2283"/>
                    </a:cubicBezTo>
                    <a:cubicBezTo>
                      <a:pt x="109737" y="3787"/>
                      <a:pt x="112902" y="5915"/>
                      <a:pt x="115445" y="8768"/>
                    </a:cubicBezTo>
                    <a:cubicBezTo>
                      <a:pt x="117987" y="11622"/>
                      <a:pt x="119959" y="15098"/>
                      <a:pt x="121308" y="19197"/>
                    </a:cubicBezTo>
                    <a:cubicBezTo>
                      <a:pt x="122657" y="23296"/>
                      <a:pt x="123331" y="28017"/>
                      <a:pt x="123331" y="33309"/>
                    </a:cubicBezTo>
                    <a:lnTo>
                      <a:pt x="123331" y="89188"/>
                    </a:lnTo>
                    <a:lnTo>
                      <a:pt x="102162" y="89188"/>
                    </a:lnTo>
                    <a:lnTo>
                      <a:pt x="102162" y="33309"/>
                    </a:lnTo>
                    <a:cubicBezTo>
                      <a:pt x="102162" y="27706"/>
                      <a:pt x="100917" y="23503"/>
                      <a:pt x="98479" y="20702"/>
                    </a:cubicBezTo>
                    <a:cubicBezTo>
                      <a:pt x="96040" y="17900"/>
                      <a:pt x="92408" y="16447"/>
                      <a:pt x="87686" y="16447"/>
                    </a:cubicBezTo>
                    <a:cubicBezTo>
                      <a:pt x="85507" y="16447"/>
                      <a:pt x="83484" y="16810"/>
                      <a:pt x="81667" y="17537"/>
                    </a:cubicBezTo>
                    <a:cubicBezTo>
                      <a:pt x="79799" y="18263"/>
                      <a:pt x="78191" y="19353"/>
                      <a:pt x="76790" y="20754"/>
                    </a:cubicBezTo>
                    <a:cubicBezTo>
                      <a:pt x="75389" y="22154"/>
                      <a:pt x="74300" y="23918"/>
                      <a:pt x="73522" y="25994"/>
                    </a:cubicBezTo>
                    <a:cubicBezTo>
                      <a:pt x="72743" y="28069"/>
                      <a:pt x="72328" y="30508"/>
                      <a:pt x="72328" y="33258"/>
                    </a:cubicBezTo>
                    <a:lnTo>
                      <a:pt x="72328" y="89136"/>
                    </a:lnTo>
                    <a:lnTo>
                      <a:pt x="51107" y="89136"/>
                    </a:lnTo>
                    <a:lnTo>
                      <a:pt x="51107" y="33258"/>
                    </a:lnTo>
                    <a:cubicBezTo>
                      <a:pt x="51107" y="27395"/>
                      <a:pt x="49914" y="23088"/>
                      <a:pt x="47579" y="20442"/>
                    </a:cubicBezTo>
                    <a:cubicBezTo>
                      <a:pt x="45192" y="17744"/>
                      <a:pt x="41768" y="16395"/>
                      <a:pt x="37202" y="16395"/>
                    </a:cubicBezTo>
                    <a:cubicBezTo>
                      <a:pt x="34141" y="16395"/>
                      <a:pt x="31235" y="17174"/>
                      <a:pt x="28589" y="18678"/>
                    </a:cubicBezTo>
                    <a:cubicBezTo>
                      <a:pt x="25943" y="20183"/>
                      <a:pt x="23452" y="22258"/>
                      <a:pt x="21170" y="24904"/>
                    </a:cubicBezTo>
                    <a:lnTo>
                      <a:pt x="21170" y="89188"/>
                    </a:lnTo>
                    <a:lnTo>
                      <a:pt x="0" y="89188"/>
                    </a:lnTo>
                    <a:close/>
                  </a:path>
                </a:pathLst>
              </a:custGeom>
              <a:solidFill>
                <a:srgbClr val="000000"/>
              </a:solidFill>
              <a:ln>
                <a:noFill/>
              </a:ln>
            </p:spPr>
            <p:txBody>
              <a:bodyPr spcFirstLastPara="1" wrap="square" lIns="84325" tIns="42125" rIns="84325" bIns="42125" anchor="t" anchorCtr="0">
                <a:noAutofit/>
              </a:bodyPr>
              <a:lstStyle/>
              <a:p>
                <a:pPr marL="0" marR="0" lvl="0" indent="0" algn="l" rtl="0">
                  <a:spcBef>
                    <a:spcPts val="0"/>
                  </a:spcBef>
                  <a:spcAft>
                    <a:spcPts val="0"/>
                  </a:spcAft>
                  <a:buNone/>
                </a:pPr>
                <a:endParaRPr sz="1721">
                  <a:solidFill>
                    <a:srgbClr val="000000"/>
                  </a:solidFill>
                  <a:latin typeface="Arial"/>
                  <a:ea typeface="Arial"/>
                  <a:cs typeface="Arial"/>
                  <a:sym typeface="Arial"/>
                </a:endParaRPr>
              </a:p>
            </p:txBody>
          </p:sp>
        </p:grpSp>
        <p:grpSp>
          <p:nvGrpSpPr>
            <p:cNvPr id="1923" name="Google Shape;1923;p89"/>
            <p:cNvGrpSpPr/>
            <p:nvPr/>
          </p:nvGrpSpPr>
          <p:grpSpPr>
            <a:xfrm>
              <a:off x="4415708" y="3494474"/>
              <a:ext cx="3225952" cy="102752"/>
              <a:chOff x="3341228" y="4949720"/>
              <a:chExt cx="4354099" cy="138685"/>
            </a:xfrm>
          </p:grpSpPr>
          <p:sp>
            <p:nvSpPr>
              <p:cNvPr id="1924" name="Google Shape;1924;p89"/>
              <p:cNvSpPr/>
              <p:nvPr/>
            </p:nvSpPr>
            <p:spPr>
              <a:xfrm>
                <a:off x="3341228" y="4957087"/>
                <a:ext cx="66257" cy="105012"/>
              </a:xfrm>
              <a:custGeom>
                <a:avLst/>
                <a:gdLst/>
                <a:ahLst/>
                <a:cxnLst/>
                <a:rect l="l" t="t" r="r" b="b"/>
                <a:pathLst>
                  <a:path w="66257" h="105012" extrusionOk="0">
                    <a:moveTo>
                      <a:pt x="19613" y="15513"/>
                    </a:moveTo>
                    <a:lnTo>
                      <a:pt x="19613" y="46592"/>
                    </a:lnTo>
                    <a:lnTo>
                      <a:pt x="58993" y="46592"/>
                    </a:lnTo>
                    <a:lnTo>
                      <a:pt x="58993" y="62209"/>
                    </a:lnTo>
                    <a:lnTo>
                      <a:pt x="19613" y="62209"/>
                    </a:lnTo>
                    <a:lnTo>
                      <a:pt x="19613" y="105013"/>
                    </a:lnTo>
                    <a:lnTo>
                      <a:pt x="0" y="105013"/>
                    </a:lnTo>
                    <a:lnTo>
                      <a:pt x="0" y="0"/>
                    </a:lnTo>
                    <a:lnTo>
                      <a:pt x="66257" y="0"/>
                    </a:lnTo>
                    <a:lnTo>
                      <a:pt x="66257" y="15565"/>
                    </a:lnTo>
                    <a:lnTo>
                      <a:pt x="19613" y="15565"/>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25" name="Google Shape;1925;p89"/>
              <p:cNvSpPr/>
              <p:nvPr/>
            </p:nvSpPr>
            <p:spPr>
              <a:xfrm>
                <a:off x="3414542" y="4987491"/>
                <a:ext cx="64960" cy="75750"/>
              </a:xfrm>
              <a:custGeom>
                <a:avLst/>
                <a:gdLst/>
                <a:ahLst/>
                <a:cxnLst/>
                <a:rect l="l" t="t" r="r" b="b"/>
                <a:pathLst>
                  <a:path w="64960" h="75750" extrusionOk="0">
                    <a:moveTo>
                      <a:pt x="64960" y="104"/>
                    </a:moveTo>
                    <a:lnTo>
                      <a:pt x="64960" y="74609"/>
                    </a:lnTo>
                    <a:lnTo>
                      <a:pt x="54012" y="74609"/>
                    </a:lnTo>
                    <a:cubicBezTo>
                      <a:pt x="51626" y="74609"/>
                      <a:pt x="50121" y="73520"/>
                      <a:pt x="49498" y="71340"/>
                    </a:cubicBezTo>
                    <a:lnTo>
                      <a:pt x="48253" y="65374"/>
                    </a:lnTo>
                    <a:cubicBezTo>
                      <a:pt x="45192" y="68487"/>
                      <a:pt x="41819" y="70977"/>
                      <a:pt x="38135" y="72897"/>
                    </a:cubicBezTo>
                    <a:cubicBezTo>
                      <a:pt x="34452" y="74817"/>
                      <a:pt x="30145" y="75751"/>
                      <a:pt x="25112" y="75751"/>
                    </a:cubicBezTo>
                    <a:cubicBezTo>
                      <a:pt x="21065" y="75751"/>
                      <a:pt x="17433" y="75076"/>
                      <a:pt x="14320" y="73675"/>
                    </a:cubicBezTo>
                    <a:cubicBezTo>
                      <a:pt x="11207" y="72274"/>
                      <a:pt x="8561" y="70354"/>
                      <a:pt x="6434" y="67812"/>
                    </a:cubicBezTo>
                    <a:cubicBezTo>
                      <a:pt x="4306" y="65270"/>
                      <a:pt x="2698" y="62313"/>
                      <a:pt x="1608" y="58836"/>
                    </a:cubicBezTo>
                    <a:cubicBezTo>
                      <a:pt x="519" y="55360"/>
                      <a:pt x="0" y="51573"/>
                      <a:pt x="0" y="47370"/>
                    </a:cubicBezTo>
                    <a:lnTo>
                      <a:pt x="0" y="0"/>
                    </a:lnTo>
                    <a:lnTo>
                      <a:pt x="17952" y="0"/>
                    </a:lnTo>
                    <a:lnTo>
                      <a:pt x="17952" y="47370"/>
                    </a:lnTo>
                    <a:cubicBezTo>
                      <a:pt x="17952" y="51936"/>
                      <a:pt x="18990" y="55464"/>
                      <a:pt x="21117" y="57954"/>
                    </a:cubicBezTo>
                    <a:cubicBezTo>
                      <a:pt x="23244" y="60445"/>
                      <a:pt x="26410" y="61690"/>
                      <a:pt x="30612" y="61690"/>
                    </a:cubicBezTo>
                    <a:cubicBezTo>
                      <a:pt x="33725" y="61690"/>
                      <a:pt x="36631" y="61015"/>
                      <a:pt x="39329" y="59615"/>
                    </a:cubicBezTo>
                    <a:cubicBezTo>
                      <a:pt x="42027" y="58214"/>
                      <a:pt x="44621" y="56346"/>
                      <a:pt x="47008" y="53907"/>
                    </a:cubicBezTo>
                    <a:lnTo>
                      <a:pt x="47008" y="0"/>
                    </a:lnTo>
                    <a:lnTo>
                      <a:pt x="64960"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26" name="Google Shape;1926;p89"/>
              <p:cNvSpPr/>
              <p:nvPr/>
            </p:nvSpPr>
            <p:spPr>
              <a:xfrm>
                <a:off x="3497143" y="4954182"/>
                <a:ext cx="17952" cy="107918"/>
              </a:xfrm>
              <a:custGeom>
                <a:avLst/>
                <a:gdLst/>
                <a:ahLst/>
                <a:cxnLst/>
                <a:rect l="l" t="t" r="r" b="b"/>
                <a:pathLst>
                  <a:path w="17952" h="107918" extrusionOk="0">
                    <a:moveTo>
                      <a:pt x="17952" y="0"/>
                    </a:moveTo>
                    <a:lnTo>
                      <a:pt x="17952" y="107918"/>
                    </a:lnTo>
                    <a:lnTo>
                      <a:pt x="0" y="107918"/>
                    </a:lnTo>
                    <a:lnTo>
                      <a:pt x="0" y="0"/>
                    </a:lnTo>
                    <a:lnTo>
                      <a:pt x="17952"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27" name="Google Shape;1927;p89"/>
              <p:cNvSpPr/>
              <p:nvPr/>
            </p:nvSpPr>
            <p:spPr>
              <a:xfrm>
                <a:off x="3532944" y="4954182"/>
                <a:ext cx="17952" cy="107918"/>
              </a:xfrm>
              <a:custGeom>
                <a:avLst/>
                <a:gdLst/>
                <a:ahLst/>
                <a:cxnLst/>
                <a:rect l="l" t="t" r="r" b="b"/>
                <a:pathLst>
                  <a:path w="17952" h="107918" extrusionOk="0">
                    <a:moveTo>
                      <a:pt x="17952" y="0"/>
                    </a:moveTo>
                    <a:lnTo>
                      <a:pt x="17952" y="107918"/>
                    </a:lnTo>
                    <a:lnTo>
                      <a:pt x="0" y="107918"/>
                    </a:lnTo>
                    <a:lnTo>
                      <a:pt x="0" y="0"/>
                    </a:lnTo>
                    <a:lnTo>
                      <a:pt x="17952"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28" name="Google Shape;1928;p89"/>
              <p:cNvSpPr/>
              <p:nvPr/>
            </p:nvSpPr>
            <p:spPr>
              <a:xfrm>
                <a:off x="3560080" y="4987543"/>
                <a:ext cx="76167" cy="98890"/>
              </a:xfrm>
              <a:custGeom>
                <a:avLst/>
                <a:gdLst/>
                <a:ahLst/>
                <a:cxnLst/>
                <a:rect l="l" t="t" r="r" b="b"/>
                <a:pathLst>
                  <a:path w="76167" h="98890" extrusionOk="0">
                    <a:moveTo>
                      <a:pt x="76167" y="52"/>
                    </a:moveTo>
                    <a:lnTo>
                      <a:pt x="35541" y="95051"/>
                    </a:lnTo>
                    <a:cubicBezTo>
                      <a:pt x="35022" y="96296"/>
                      <a:pt x="34296" y="97282"/>
                      <a:pt x="33466" y="97905"/>
                    </a:cubicBezTo>
                    <a:cubicBezTo>
                      <a:pt x="32636" y="98579"/>
                      <a:pt x="31339" y="98891"/>
                      <a:pt x="29575" y="98891"/>
                    </a:cubicBezTo>
                    <a:lnTo>
                      <a:pt x="16188" y="98891"/>
                    </a:lnTo>
                    <a:lnTo>
                      <a:pt x="30145" y="68954"/>
                    </a:lnTo>
                    <a:lnTo>
                      <a:pt x="0" y="0"/>
                    </a:lnTo>
                    <a:lnTo>
                      <a:pt x="15773" y="0"/>
                    </a:lnTo>
                    <a:cubicBezTo>
                      <a:pt x="17174" y="0"/>
                      <a:pt x="18264" y="363"/>
                      <a:pt x="19094" y="1038"/>
                    </a:cubicBezTo>
                    <a:cubicBezTo>
                      <a:pt x="19872" y="1712"/>
                      <a:pt x="20495" y="2491"/>
                      <a:pt x="20858" y="3373"/>
                    </a:cubicBezTo>
                    <a:lnTo>
                      <a:pt x="36683" y="42026"/>
                    </a:lnTo>
                    <a:cubicBezTo>
                      <a:pt x="37202" y="43323"/>
                      <a:pt x="37669" y="44620"/>
                      <a:pt x="38032" y="45969"/>
                    </a:cubicBezTo>
                    <a:cubicBezTo>
                      <a:pt x="38395" y="47266"/>
                      <a:pt x="38758" y="48615"/>
                      <a:pt x="39070" y="49964"/>
                    </a:cubicBezTo>
                    <a:cubicBezTo>
                      <a:pt x="39485" y="48615"/>
                      <a:pt x="39952" y="47266"/>
                      <a:pt x="40367" y="45917"/>
                    </a:cubicBezTo>
                    <a:cubicBezTo>
                      <a:pt x="40782" y="44568"/>
                      <a:pt x="41301" y="43271"/>
                      <a:pt x="41819" y="41974"/>
                    </a:cubicBezTo>
                    <a:lnTo>
                      <a:pt x="56762" y="3425"/>
                    </a:lnTo>
                    <a:cubicBezTo>
                      <a:pt x="57126" y="2439"/>
                      <a:pt x="57800" y="1660"/>
                      <a:pt x="58682" y="1038"/>
                    </a:cubicBezTo>
                    <a:cubicBezTo>
                      <a:pt x="59564" y="415"/>
                      <a:pt x="60602" y="104"/>
                      <a:pt x="61691" y="104"/>
                    </a:cubicBezTo>
                    <a:lnTo>
                      <a:pt x="76064" y="104"/>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29" name="Google Shape;1929;p89"/>
              <p:cNvSpPr/>
              <p:nvPr/>
            </p:nvSpPr>
            <p:spPr>
              <a:xfrm>
                <a:off x="3679052" y="4957087"/>
                <a:ext cx="113939" cy="105012"/>
              </a:xfrm>
              <a:custGeom>
                <a:avLst/>
                <a:gdLst/>
                <a:ahLst/>
                <a:cxnLst/>
                <a:rect l="l" t="t" r="r" b="b"/>
                <a:pathLst>
                  <a:path w="113939" h="105012" extrusionOk="0">
                    <a:moveTo>
                      <a:pt x="113940" y="0"/>
                    </a:moveTo>
                    <a:lnTo>
                      <a:pt x="113940" y="105013"/>
                    </a:lnTo>
                    <a:lnTo>
                      <a:pt x="96714" y="105013"/>
                    </a:lnTo>
                    <a:lnTo>
                      <a:pt x="96714" y="37149"/>
                    </a:lnTo>
                    <a:cubicBezTo>
                      <a:pt x="96714" y="34451"/>
                      <a:pt x="96870" y="31494"/>
                      <a:pt x="97129" y="28381"/>
                    </a:cubicBezTo>
                    <a:lnTo>
                      <a:pt x="65375" y="87995"/>
                    </a:lnTo>
                    <a:cubicBezTo>
                      <a:pt x="63871" y="90849"/>
                      <a:pt x="61588" y="92301"/>
                      <a:pt x="58475" y="92301"/>
                    </a:cubicBezTo>
                    <a:lnTo>
                      <a:pt x="55725" y="92301"/>
                    </a:lnTo>
                    <a:cubicBezTo>
                      <a:pt x="52612" y="92301"/>
                      <a:pt x="50329" y="90849"/>
                      <a:pt x="48824" y="87995"/>
                    </a:cubicBezTo>
                    <a:lnTo>
                      <a:pt x="16707" y="28121"/>
                    </a:lnTo>
                    <a:cubicBezTo>
                      <a:pt x="16863" y="29729"/>
                      <a:pt x="16967" y="31286"/>
                      <a:pt x="17070" y="32843"/>
                    </a:cubicBezTo>
                    <a:cubicBezTo>
                      <a:pt x="17174" y="34399"/>
                      <a:pt x="17226" y="35800"/>
                      <a:pt x="17226" y="37149"/>
                    </a:cubicBezTo>
                    <a:lnTo>
                      <a:pt x="17226" y="105013"/>
                    </a:lnTo>
                    <a:lnTo>
                      <a:pt x="0" y="105013"/>
                    </a:lnTo>
                    <a:lnTo>
                      <a:pt x="0" y="0"/>
                    </a:lnTo>
                    <a:lnTo>
                      <a:pt x="14735" y="0"/>
                    </a:lnTo>
                    <a:cubicBezTo>
                      <a:pt x="15617" y="0"/>
                      <a:pt x="16344" y="0"/>
                      <a:pt x="16967" y="52"/>
                    </a:cubicBezTo>
                    <a:cubicBezTo>
                      <a:pt x="17589" y="52"/>
                      <a:pt x="18160" y="208"/>
                      <a:pt x="18679" y="415"/>
                    </a:cubicBezTo>
                    <a:cubicBezTo>
                      <a:pt x="19198" y="623"/>
                      <a:pt x="19665" y="934"/>
                      <a:pt x="20080" y="1349"/>
                    </a:cubicBezTo>
                    <a:cubicBezTo>
                      <a:pt x="20495" y="1764"/>
                      <a:pt x="20910" y="2387"/>
                      <a:pt x="21273" y="3113"/>
                    </a:cubicBezTo>
                    <a:lnTo>
                      <a:pt x="52715" y="61431"/>
                    </a:lnTo>
                    <a:cubicBezTo>
                      <a:pt x="53546" y="62987"/>
                      <a:pt x="54324" y="64595"/>
                      <a:pt x="54998" y="66204"/>
                    </a:cubicBezTo>
                    <a:cubicBezTo>
                      <a:pt x="55673" y="67812"/>
                      <a:pt x="56399" y="69524"/>
                      <a:pt x="57074" y="71288"/>
                    </a:cubicBezTo>
                    <a:cubicBezTo>
                      <a:pt x="57748" y="69524"/>
                      <a:pt x="58475" y="67760"/>
                      <a:pt x="59201" y="66100"/>
                    </a:cubicBezTo>
                    <a:cubicBezTo>
                      <a:pt x="59927" y="64440"/>
                      <a:pt x="60706" y="62831"/>
                      <a:pt x="61536" y="61275"/>
                    </a:cubicBezTo>
                    <a:lnTo>
                      <a:pt x="92563" y="3113"/>
                    </a:lnTo>
                    <a:cubicBezTo>
                      <a:pt x="92926" y="2387"/>
                      <a:pt x="93341" y="1816"/>
                      <a:pt x="93808" y="1349"/>
                    </a:cubicBezTo>
                    <a:cubicBezTo>
                      <a:pt x="94275" y="882"/>
                      <a:pt x="94690" y="571"/>
                      <a:pt x="95209" y="415"/>
                    </a:cubicBezTo>
                    <a:cubicBezTo>
                      <a:pt x="95728" y="259"/>
                      <a:pt x="96299" y="104"/>
                      <a:pt x="96921" y="52"/>
                    </a:cubicBezTo>
                    <a:cubicBezTo>
                      <a:pt x="97544" y="52"/>
                      <a:pt x="98322" y="0"/>
                      <a:pt x="99153" y="0"/>
                    </a:cubicBezTo>
                    <a:lnTo>
                      <a:pt x="113888"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30" name="Google Shape;1930;p89"/>
              <p:cNvSpPr/>
              <p:nvPr/>
            </p:nvSpPr>
            <p:spPr>
              <a:xfrm>
                <a:off x="3805963" y="4986194"/>
                <a:ext cx="62262" cy="76995"/>
              </a:xfrm>
              <a:custGeom>
                <a:avLst/>
                <a:gdLst/>
                <a:ahLst/>
                <a:cxnLst/>
                <a:rect l="l" t="t" r="r" b="b"/>
                <a:pathLst>
                  <a:path w="62262" h="76995" extrusionOk="0">
                    <a:moveTo>
                      <a:pt x="3684" y="11778"/>
                    </a:moveTo>
                    <a:cubicBezTo>
                      <a:pt x="12245" y="3943"/>
                      <a:pt x="22570" y="0"/>
                      <a:pt x="34607" y="0"/>
                    </a:cubicBezTo>
                    <a:cubicBezTo>
                      <a:pt x="38966" y="0"/>
                      <a:pt x="42857" y="726"/>
                      <a:pt x="46282" y="2127"/>
                    </a:cubicBezTo>
                    <a:cubicBezTo>
                      <a:pt x="49706" y="3528"/>
                      <a:pt x="52612" y="5552"/>
                      <a:pt x="54998" y="8094"/>
                    </a:cubicBezTo>
                    <a:cubicBezTo>
                      <a:pt x="57385" y="10636"/>
                      <a:pt x="59201" y="13697"/>
                      <a:pt x="60394" y="17225"/>
                    </a:cubicBezTo>
                    <a:cubicBezTo>
                      <a:pt x="61640" y="20754"/>
                      <a:pt x="62262" y="24645"/>
                      <a:pt x="62262" y="28847"/>
                    </a:cubicBezTo>
                    <a:lnTo>
                      <a:pt x="62262" y="75906"/>
                    </a:lnTo>
                    <a:lnTo>
                      <a:pt x="54116" y="75906"/>
                    </a:lnTo>
                    <a:cubicBezTo>
                      <a:pt x="52404" y="75906"/>
                      <a:pt x="51107" y="75647"/>
                      <a:pt x="50173" y="75128"/>
                    </a:cubicBezTo>
                    <a:cubicBezTo>
                      <a:pt x="49239" y="74609"/>
                      <a:pt x="48513" y="73572"/>
                      <a:pt x="47994" y="72067"/>
                    </a:cubicBezTo>
                    <a:lnTo>
                      <a:pt x="46385" y="66671"/>
                    </a:lnTo>
                    <a:cubicBezTo>
                      <a:pt x="44518" y="68383"/>
                      <a:pt x="42650" y="69836"/>
                      <a:pt x="40886" y="71133"/>
                    </a:cubicBezTo>
                    <a:cubicBezTo>
                      <a:pt x="39070" y="72430"/>
                      <a:pt x="37202" y="73520"/>
                      <a:pt x="35282" y="74350"/>
                    </a:cubicBezTo>
                    <a:cubicBezTo>
                      <a:pt x="33362" y="75232"/>
                      <a:pt x="31287" y="75906"/>
                      <a:pt x="29056" y="76321"/>
                    </a:cubicBezTo>
                    <a:cubicBezTo>
                      <a:pt x="26825" y="76736"/>
                      <a:pt x="24438" y="76996"/>
                      <a:pt x="21740" y="76996"/>
                    </a:cubicBezTo>
                    <a:cubicBezTo>
                      <a:pt x="18575" y="76996"/>
                      <a:pt x="15669" y="76581"/>
                      <a:pt x="13023" y="75699"/>
                    </a:cubicBezTo>
                    <a:cubicBezTo>
                      <a:pt x="10377" y="74869"/>
                      <a:pt x="8042" y="73572"/>
                      <a:pt x="6123" y="71911"/>
                    </a:cubicBezTo>
                    <a:cubicBezTo>
                      <a:pt x="4203" y="70199"/>
                      <a:pt x="2698" y="68123"/>
                      <a:pt x="1609" y="65581"/>
                    </a:cubicBezTo>
                    <a:cubicBezTo>
                      <a:pt x="519" y="63039"/>
                      <a:pt x="0" y="60133"/>
                      <a:pt x="0" y="56813"/>
                    </a:cubicBezTo>
                    <a:cubicBezTo>
                      <a:pt x="0" y="54945"/>
                      <a:pt x="311" y="53025"/>
                      <a:pt x="934" y="51209"/>
                    </a:cubicBezTo>
                    <a:cubicBezTo>
                      <a:pt x="1557" y="49342"/>
                      <a:pt x="2594" y="47578"/>
                      <a:pt x="3995" y="45865"/>
                    </a:cubicBezTo>
                    <a:cubicBezTo>
                      <a:pt x="5448" y="44153"/>
                      <a:pt x="7264" y="42597"/>
                      <a:pt x="9547" y="41092"/>
                    </a:cubicBezTo>
                    <a:cubicBezTo>
                      <a:pt x="11830" y="39587"/>
                      <a:pt x="14632" y="38290"/>
                      <a:pt x="17952" y="37149"/>
                    </a:cubicBezTo>
                    <a:cubicBezTo>
                      <a:pt x="21273" y="36007"/>
                      <a:pt x="25113" y="35125"/>
                      <a:pt x="29523" y="34399"/>
                    </a:cubicBezTo>
                    <a:cubicBezTo>
                      <a:pt x="33933" y="33724"/>
                      <a:pt x="38966" y="33258"/>
                      <a:pt x="44621" y="33102"/>
                    </a:cubicBezTo>
                    <a:lnTo>
                      <a:pt x="44621" y="28744"/>
                    </a:lnTo>
                    <a:cubicBezTo>
                      <a:pt x="44621" y="23763"/>
                      <a:pt x="43532" y="20079"/>
                      <a:pt x="41404" y="17693"/>
                    </a:cubicBezTo>
                    <a:cubicBezTo>
                      <a:pt x="39277" y="15306"/>
                      <a:pt x="36216" y="14113"/>
                      <a:pt x="32169" y="14113"/>
                    </a:cubicBezTo>
                    <a:cubicBezTo>
                      <a:pt x="29263" y="14113"/>
                      <a:pt x="26877" y="14476"/>
                      <a:pt x="24957" y="15150"/>
                    </a:cubicBezTo>
                    <a:cubicBezTo>
                      <a:pt x="23037" y="15825"/>
                      <a:pt x="21377" y="16603"/>
                      <a:pt x="19924" y="17433"/>
                    </a:cubicBezTo>
                    <a:cubicBezTo>
                      <a:pt x="18471" y="18263"/>
                      <a:pt x="17174" y="19042"/>
                      <a:pt x="15981" y="19716"/>
                    </a:cubicBezTo>
                    <a:cubicBezTo>
                      <a:pt x="14787" y="20391"/>
                      <a:pt x="13490" y="20754"/>
                      <a:pt x="12037" y="20754"/>
                    </a:cubicBezTo>
                    <a:cubicBezTo>
                      <a:pt x="10792" y="20754"/>
                      <a:pt x="9703" y="20442"/>
                      <a:pt x="8821" y="19768"/>
                    </a:cubicBezTo>
                    <a:cubicBezTo>
                      <a:pt x="7938" y="19094"/>
                      <a:pt x="7264" y="18367"/>
                      <a:pt x="6693" y="17485"/>
                    </a:cubicBezTo>
                    <a:lnTo>
                      <a:pt x="3476" y="11726"/>
                    </a:lnTo>
                    <a:close/>
                    <a:moveTo>
                      <a:pt x="44777" y="44101"/>
                    </a:moveTo>
                    <a:cubicBezTo>
                      <a:pt x="39588" y="44361"/>
                      <a:pt x="35230" y="44776"/>
                      <a:pt x="31702" y="45450"/>
                    </a:cubicBezTo>
                    <a:cubicBezTo>
                      <a:pt x="28174" y="46125"/>
                      <a:pt x="25320" y="46955"/>
                      <a:pt x="23193" y="47941"/>
                    </a:cubicBezTo>
                    <a:cubicBezTo>
                      <a:pt x="21066" y="48978"/>
                      <a:pt x="19509" y="50120"/>
                      <a:pt x="18627" y="51521"/>
                    </a:cubicBezTo>
                    <a:cubicBezTo>
                      <a:pt x="17693" y="52870"/>
                      <a:pt x="17226" y="54374"/>
                      <a:pt x="17226" y="55931"/>
                    </a:cubicBezTo>
                    <a:cubicBezTo>
                      <a:pt x="17226" y="59096"/>
                      <a:pt x="18160" y="61327"/>
                      <a:pt x="20028" y="62676"/>
                    </a:cubicBezTo>
                    <a:cubicBezTo>
                      <a:pt x="21896" y="64025"/>
                      <a:pt x="24334" y="64699"/>
                      <a:pt x="27344" y="64699"/>
                    </a:cubicBezTo>
                    <a:cubicBezTo>
                      <a:pt x="31027" y="64699"/>
                      <a:pt x="34192" y="64025"/>
                      <a:pt x="36890" y="62728"/>
                    </a:cubicBezTo>
                    <a:cubicBezTo>
                      <a:pt x="39588" y="61431"/>
                      <a:pt x="42183" y="59355"/>
                      <a:pt x="44777" y="56657"/>
                    </a:cubicBezTo>
                    <a:lnTo>
                      <a:pt x="44777" y="44101"/>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31" name="Google Shape;1931;p89"/>
              <p:cNvSpPr/>
              <p:nvPr/>
            </p:nvSpPr>
            <p:spPr>
              <a:xfrm>
                <a:off x="3884829" y="4986350"/>
                <a:ext cx="64908" cy="75750"/>
              </a:xfrm>
              <a:custGeom>
                <a:avLst/>
                <a:gdLst/>
                <a:ahLst/>
                <a:cxnLst/>
                <a:rect l="l" t="t" r="r" b="b"/>
                <a:pathLst>
                  <a:path w="64908" h="75750" extrusionOk="0">
                    <a:moveTo>
                      <a:pt x="16759" y="10377"/>
                    </a:moveTo>
                    <a:cubicBezTo>
                      <a:pt x="18264" y="8872"/>
                      <a:pt x="19872" y="7471"/>
                      <a:pt x="21532" y="6174"/>
                    </a:cubicBezTo>
                    <a:cubicBezTo>
                      <a:pt x="23193" y="4877"/>
                      <a:pt x="24957" y="3787"/>
                      <a:pt x="26825" y="2905"/>
                    </a:cubicBezTo>
                    <a:cubicBezTo>
                      <a:pt x="28692" y="2024"/>
                      <a:pt x="30664" y="1297"/>
                      <a:pt x="32843" y="778"/>
                    </a:cubicBezTo>
                    <a:cubicBezTo>
                      <a:pt x="34971" y="259"/>
                      <a:pt x="37305" y="0"/>
                      <a:pt x="39796" y="0"/>
                    </a:cubicBezTo>
                    <a:cubicBezTo>
                      <a:pt x="43843" y="0"/>
                      <a:pt x="47475" y="675"/>
                      <a:pt x="50640" y="2075"/>
                    </a:cubicBezTo>
                    <a:cubicBezTo>
                      <a:pt x="53805" y="3476"/>
                      <a:pt x="56399" y="5396"/>
                      <a:pt x="58526" y="7886"/>
                    </a:cubicBezTo>
                    <a:cubicBezTo>
                      <a:pt x="60654" y="10377"/>
                      <a:pt x="62210" y="13334"/>
                      <a:pt x="63300" y="16810"/>
                    </a:cubicBezTo>
                    <a:cubicBezTo>
                      <a:pt x="64390" y="20286"/>
                      <a:pt x="64908" y="24074"/>
                      <a:pt x="64908" y="28277"/>
                    </a:cubicBezTo>
                    <a:lnTo>
                      <a:pt x="64908" y="75698"/>
                    </a:lnTo>
                    <a:lnTo>
                      <a:pt x="46956" y="75698"/>
                    </a:lnTo>
                    <a:lnTo>
                      <a:pt x="46956" y="28277"/>
                    </a:lnTo>
                    <a:cubicBezTo>
                      <a:pt x="46956" y="23711"/>
                      <a:pt x="45918" y="20183"/>
                      <a:pt x="43843" y="17692"/>
                    </a:cubicBezTo>
                    <a:cubicBezTo>
                      <a:pt x="41768" y="15202"/>
                      <a:pt x="38603" y="13957"/>
                      <a:pt x="34348" y="13957"/>
                    </a:cubicBezTo>
                    <a:cubicBezTo>
                      <a:pt x="31235" y="13957"/>
                      <a:pt x="28329" y="14683"/>
                      <a:pt x="25631" y="16084"/>
                    </a:cubicBezTo>
                    <a:cubicBezTo>
                      <a:pt x="22933" y="17485"/>
                      <a:pt x="20339" y="19404"/>
                      <a:pt x="17952" y="21843"/>
                    </a:cubicBezTo>
                    <a:lnTo>
                      <a:pt x="17952" y="75750"/>
                    </a:lnTo>
                    <a:lnTo>
                      <a:pt x="0" y="75750"/>
                    </a:lnTo>
                    <a:lnTo>
                      <a:pt x="0" y="1245"/>
                    </a:lnTo>
                    <a:lnTo>
                      <a:pt x="10948" y="1245"/>
                    </a:lnTo>
                    <a:cubicBezTo>
                      <a:pt x="13283" y="1245"/>
                      <a:pt x="14787" y="2335"/>
                      <a:pt x="15514" y="4514"/>
                    </a:cubicBezTo>
                    <a:lnTo>
                      <a:pt x="16759" y="10377"/>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32" name="Google Shape;1932;p89"/>
              <p:cNvSpPr/>
              <p:nvPr/>
            </p:nvSpPr>
            <p:spPr>
              <a:xfrm>
                <a:off x="3961048" y="4986194"/>
                <a:ext cx="62262" cy="76995"/>
              </a:xfrm>
              <a:custGeom>
                <a:avLst/>
                <a:gdLst/>
                <a:ahLst/>
                <a:cxnLst/>
                <a:rect l="l" t="t" r="r" b="b"/>
                <a:pathLst>
                  <a:path w="62262" h="76995" extrusionOk="0">
                    <a:moveTo>
                      <a:pt x="3684" y="11778"/>
                    </a:moveTo>
                    <a:cubicBezTo>
                      <a:pt x="12245" y="3943"/>
                      <a:pt x="22570" y="0"/>
                      <a:pt x="34607" y="0"/>
                    </a:cubicBezTo>
                    <a:cubicBezTo>
                      <a:pt x="38966" y="0"/>
                      <a:pt x="42857" y="726"/>
                      <a:pt x="46282" y="2127"/>
                    </a:cubicBezTo>
                    <a:cubicBezTo>
                      <a:pt x="49706" y="3528"/>
                      <a:pt x="52611" y="5552"/>
                      <a:pt x="54998" y="8094"/>
                    </a:cubicBezTo>
                    <a:cubicBezTo>
                      <a:pt x="57385" y="10636"/>
                      <a:pt x="59201" y="13697"/>
                      <a:pt x="60394" y="17225"/>
                    </a:cubicBezTo>
                    <a:cubicBezTo>
                      <a:pt x="61640" y="20754"/>
                      <a:pt x="62262" y="24645"/>
                      <a:pt x="62262" y="28847"/>
                    </a:cubicBezTo>
                    <a:lnTo>
                      <a:pt x="62262" y="75906"/>
                    </a:lnTo>
                    <a:lnTo>
                      <a:pt x="54116" y="75906"/>
                    </a:lnTo>
                    <a:cubicBezTo>
                      <a:pt x="52404" y="75906"/>
                      <a:pt x="51107" y="75647"/>
                      <a:pt x="50173" y="75128"/>
                    </a:cubicBezTo>
                    <a:cubicBezTo>
                      <a:pt x="49239" y="74609"/>
                      <a:pt x="48513" y="73572"/>
                      <a:pt x="47994" y="72067"/>
                    </a:cubicBezTo>
                    <a:lnTo>
                      <a:pt x="46385" y="66671"/>
                    </a:lnTo>
                    <a:cubicBezTo>
                      <a:pt x="44517" y="68383"/>
                      <a:pt x="42650" y="69836"/>
                      <a:pt x="40886" y="71133"/>
                    </a:cubicBezTo>
                    <a:cubicBezTo>
                      <a:pt x="39070" y="72430"/>
                      <a:pt x="37202" y="73520"/>
                      <a:pt x="35282" y="74350"/>
                    </a:cubicBezTo>
                    <a:cubicBezTo>
                      <a:pt x="33362" y="75232"/>
                      <a:pt x="31287" y="75906"/>
                      <a:pt x="29056" y="76321"/>
                    </a:cubicBezTo>
                    <a:cubicBezTo>
                      <a:pt x="26825" y="76736"/>
                      <a:pt x="24438" y="76996"/>
                      <a:pt x="21740" y="76996"/>
                    </a:cubicBezTo>
                    <a:cubicBezTo>
                      <a:pt x="18575" y="76996"/>
                      <a:pt x="15669" y="76581"/>
                      <a:pt x="13023" y="75699"/>
                    </a:cubicBezTo>
                    <a:cubicBezTo>
                      <a:pt x="10377" y="74869"/>
                      <a:pt x="8042" y="73572"/>
                      <a:pt x="6122" y="71911"/>
                    </a:cubicBezTo>
                    <a:cubicBezTo>
                      <a:pt x="4203" y="70199"/>
                      <a:pt x="2698" y="68123"/>
                      <a:pt x="1608" y="65581"/>
                    </a:cubicBezTo>
                    <a:cubicBezTo>
                      <a:pt x="519" y="63039"/>
                      <a:pt x="0" y="60133"/>
                      <a:pt x="0" y="56813"/>
                    </a:cubicBezTo>
                    <a:cubicBezTo>
                      <a:pt x="0" y="54945"/>
                      <a:pt x="311" y="53025"/>
                      <a:pt x="934" y="51209"/>
                    </a:cubicBezTo>
                    <a:cubicBezTo>
                      <a:pt x="1556" y="49342"/>
                      <a:pt x="2594" y="47578"/>
                      <a:pt x="3995" y="45865"/>
                    </a:cubicBezTo>
                    <a:cubicBezTo>
                      <a:pt x="5448" y="44153"/>
                      <a:pt x="7264" y="42597"/>
                      <a:pt x="9547" y="41092"/>
                    </a:cubicBezTo>
                    <a:cubicBezTo>
                      <a:pt x="11830" y="39587"/>
                      <a:pt x="14632" y="38290"/>
                      <a:pt x="17952" y="37149"/>
                    </a:cubicBezTo>
                    <a:cubicBezTo>
                      <a:pt x="21273" y="36007"/>
                      <a:pt x="25112" y="35125"/>
                      <a:pt x="29523" y="34399"/>
                    </a:cubicBezTo>
                    <a:cubicBezTo>
                      <a:pt x="33933" y="33724"/>
                      <a:pt x="38966" y="33258"/>
                      <a:pt x="44621" y="33102"/>
                    </a:cubicBezTo>
                    <a:lnTo>
                      <a:pt x="44621" y="28744"/>
                    </a:lnTo>
                    <a:cubicBezTo>
                      <a:pt x="44621" y="23763"/>
                      <a:pt x="43532" y="20079"/>
                      <a:pt x="41404" y="17693"/>
                    </a:cubicBezTo>
                    <a:cubicBezTo>
                      <a:pt x="39277" y="15306"/>
                      <a:pt x="36216" y="14113"/>
                      <a:pt x="32169" y="14113"/>
                    </a:cubicBezTo>
                    <a:cubicBezTo>
                      <a:pt x="29263" y="14113"/>
                      <a:pt x="26876" y="14476"/>
                      <a:pt x="24957" y="15150"/>
                    </a:cubicBezTo>
                    <a:cubicBezTo>
                      <a:pt x="23037" y="15825"/>
                      <a:pt x="21377" y="16603"/>
                      <a:pt x="19924" y="17433"/>
                    </a:cubicBezTo>
                    <a:cubicBezTo>
                      <a:pt x="18471" y="18263"/>
                      <a:pt x="17174" y="19042"/>
                      <a:pt x="15981" y="19716"/>
                    </a:cubicBezTo>
                    <a:cubicBezTo>
                      <a:pt x="14787" y="20391"/>
                      <a:pt x="13490" y="20754"/>
                      <a:pt x="12037" y="20754"/>
                    </a:cubicBezTo>
                    <a:cubicBezTo>
                      <a:pt x="10792" y="20754"/>
                      <a:pt x="9703" y="20442"/>
                      <a:pt x="8821" y="19768"/>
                    </a:cubicBezTo>
                    <a:cubicBezTo>
                      <a:pt x="7938" y="19094"/>
                      <a:pt x="7264" y="18367"/>
                      <a:pt x="6693" y="17485"/>
                    </a:cubicBezTo>
                    <a:lnTo>
                      <a:pt x="3476" y="11726"/>
                    </a:lnTo>
                    <a:close/>
                    <a:moveTo>
                      <a:pt x="44777" y="44101"/>
                    </a:moveTo>
                    <a:cubicBezTo>
                      <a:pt x="39588" y="44361"/>
                      <a:pt x="35230" y="44776"/>
                      <a:pt x="31702" y="45450"/>
                    </a:cubicBezTo>
                    <a:cubicBezTo>
                      <a:pt x="28174" y="46125"/>
                      <a:pt x="25320" y="46955"/>
                      <a:pt x="23193" y="47941"/>
                    </a:cubicBezTo>
                    <a:cubicBezTo>
                      <a:pt x="21065" y="48978"/>
                      <a:pt x="19509" y="50120"/>
                      <a:pt x="18627" y="51521"/>
                    </a:cubicBezTo>
                    <a:cubicBezTo>
                      <a:pt x="17693" y="52870"/>
                      <a:pt x="17226" y="54374"/>
                      <a:pt x="17226" y="55931"/>
                    </a:cubicBezTo>
                    <a:cubicBezTo>
                      <a:pt x="17226" y="59096"/>
                      <a:pt x="18160" y="61327"/>
                      <a:pt x="20028" y="62676"/>
                    </a:cubicBezTo>
                    <a:cubicBezTo>
                      <a:pt x="21896" y="64025"/>
                      <a:pt x="24334" y="64699"/>
                      <a:pt x="27343" y="64699"/>
                    </a:cubicBezTo>
                    <a:cubicBezTo>
                      <a:pt x="31027" y="64699"/>
                      <a:pt x="34192" y="64025"/>
                      <a:pt x="36890" y="62728"/>
                    </a:cubicBezTo>
                    <a:cubicBezTo>
                      <a:pt x="39588" y="61431"/>
                      <a:pt x="42183" y="59355"/>
                      <a:pt x="44777" y="56657"/>
                    </a:cubicBezTo>
                    <a:lnTo>
                      <a:pt x="44777" y="44101"/>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33" name="Google Shape;1933;p89"/>
              <p:cNvSpPr/>
              <p:nvPr/>
            </p:nvSpPr>
            <p:spPr>
              <a:xfrm>
                <a:off x="4034621" y="4986350"/>
                <a:ext cx="70667" cy="102055"/>
              </a:xfrm>
              <a:custGeom>
                <a:avLst/>
                <a:gdLst/>
                <a:ahLst/>
                <a:cxnLst/>
                <a:rect l="l" t="t" r="r" b="b"/>
                <a:pathLst>
                  <a:path w="70667" h="102055" extrusionOk="0">
                    <a:moveTo>
                      <a:pt x="70668" y="3787"/>
                    </a:moveTo>
                    <a:lnTo>
                      <a:pt x="70668" y="10481"/>
                    </a:lnTo>
                    <a:cubicBezTo>
                      <a:pt x="70668" y="12608"/>
                      <a:pt x="69370" y="13905"/>
                      <a:pt x="66828" y="14424"/>
                    </a:cubicBezTo>
                    <a:lnTo>
                      <a:pt x="60135" y="15669"/>
                    </a:lnTo>
                    <a:cubicBezTo>
                      <a:pt x="61173" y="18211"/>
                      <a:pt x="61640" y="21065"/>
                      <a:pt x="61640" y="24074"/>
                    </a:cubicBezTo>
                    <a:cubicBezTo>
                      <a:pt x="61640" y="27758"/>
                      <a:pt x="60913" y="31078"/>
                      <a:pt x="59409" y="34036"/>
                    </a:cubicBezTo>
                    <a:cubicBezTo>
                      <a:pt x="57904" y="36993"/>
                      <a:pt x="55880" y="39535"/>
                      <a:pt x="53286" y="41611"/>
                    </a:cubicBezTo>
                    <a:cubicBezTo>
                      <a:pt x="50692" y="43686"/>
                      <a:pt x="47579" y="45294"/>
                      <a:pt x="43999" y="46436"/>
                    </a:cubicBezTo>
                    <a:cubicBezTo>
                      <a:pt x="40419" y="47577"/>
                      <a:pt x="36579" y="48148"/>
                      <a:pt x="32480" y="48148"/>
                    </a:cubicBezTo>
                    <a:cubicBezTo>
                      <a:pt x="31027" y="48148"/>
                      <a:pt x="29626" y="48096"/>
                      <a:pt x="28277" y="47941"/>
                    </a:cubicBezTo>
                    <a:cubicBezTo>
                      <a:pt x="26928" y="47785"/>
                      <a:pt x="25579" y="47629"/>
                      <a:pt x="24282" y="47370"/>
                    </a:cubicBezTo>
                    <a:cubicBezTo>
                      <a:pt x="21947" y="48771"/>
                      <a:pt x="20806" y="50327"/>
                      <a:pt x="20806" y="52091"/>
                    </a:cubicBezTo>
                    <a:cubicBezTo>
                      <a:pt x="20806" y="53596"/>
                      <a:pt x="21481" y="54685"/>
                      <a:pt x="22881" y="55412"/>
                    </a:cubicBezTo>
                    <a:cubicBezTo>
                      <a:pt x="24282" y="56086"/>
                      <a:pt x="26098" y="56605"/>
                      <a:pt x="28381" y="56916"/>
                    </a:cubicBezTo>
                    <a:cubicBezTo>
                      <a:pt x="30664" y="57228"/>
                      <a:pt x="33258" y="57383"/>
                      <a:pt x="36164" y="57435"/>
                    </a:cubicBezTo>
                    <a:cubicBezTo>
                      <a:pt x="39070" y="57487"/>
                      <a:pt x="42027" y="57643"/>
                      <a:pt x="45088" y="57902"/>
                    </a:cubicBezTo>
                    <a:cubicBezTo>
                      <a:pt x="48149" y="58162"/>
                      <a:pt x="51107" y="58577"/>
                      <a:pt x="54012" y="59199"/>
                    </a:cubicBezTo>
                    <a:cubicBezTo>
                      <a:pt x="56918" y="59822"/>
                      <a:pt x="59512" y="60756"/>
                      <a:pt x="61795" y="62053"/>
                    </a:cubicBezTo>
                    <a:cubicBezTo>
                      <a:pt x="64078" y="63350"/>
                      <a:pt x="65894" y="65166"/>
                      <a:pt x="67295" y="67397"/>
                    </a:cubicBezTo>
                    <a:cubicBezTo>
                      <a:pt x="68696" y="69628"/>
                      <a:pt x="69370" y="72533"/>
                      <a:pt x="69370" y="76062"/>
                    </a:cubicBezTo>
                    <a:cubicBezTo>
                      <a:pt x="69370" y="79330"/>
                      <a:pt x="68540" y="82547"/>
                      <a:pt x="66932" y="85660"/>
                    </a:cubicBezTo>
                    <a:cubicBezTo>
                      <a:pt x="65323" y="88773"/>
                      <a:pt x="62937" y="91523"/>
                      <a:pt x="59876" y="93961"/>
                    </a:cubicBezTo>
                    <a:cubicBezTo>
                      <a:pt x="56814" y="96400"/>
                      <a:pt x="53027" y="98320"/>
                      <a:pt x="48565" y="99824"/>
                    </a:cubicBezTo>
                    <a:cubicBezTo>
                      <a:pt x="44102" y="101277"/>
                      <a:pt x="38966" y="102055"/>
                      <a:pt x="33258" y="102055"/>
                    </a:cubicBezTo>
                    <a:cubicBezTo>
                      <a:pt x="27551" y="102055"/>
                      <a:pt x="22726" y="101537"/>
                      <a:pt x="18575" y="100447"/>
                    </a:cubicBezTo>
                    <a:cubicBezTo>
                      <a:pt x="14424" y="99358"/>
                      <a:pt x="10948" y="97905"/>
                      <a:pt x="8198" y="96089"/>
                    </a:cubicBezTo>
                    <a:cubicBezTo>
                      <a:pt x="5448" y="94273"/>
                      <a:pt x="3373" y="92198"/>
                      <a:pt x="2024" y="89811"/>
                    </a:cubicBezTo>
                    <a:cubicBezTo>
                      <a:pt x="675" y="87424"/>
                      <a:pt x="0" y="84986"/>
                      <a:pt x="0" y="82392"/>
                    </a:cubicBezTo>
                    <a:cubicBezTo>
                      <a:pt x="0" y="78915"/>
                      <a:pt x="1038" y="76010"/>
                      <a:pt x="3165" y="73623"/>
                    </a:cubicBezTo>
                    <a:cubicBezTo>
                      <a:pt x="5292" y="71288"/>
                      <a:pt x="8146" y="69421"/>
                      <a:pt x="11830" y="68020"/>
                    </a:cubicBezTo>
                    <a:cubicBezTo>
                      <a:pt x="9858" y="66982"/>
                      <a:pt x="8250" y="65633"/>
                      <a:pt x="7108" y="63973"/>
                    </a:cubicBezTo>
                    <a:cubicBezTo>
                      <a:pt x="5967" y="62313"/>
                      <a:pt x="5344" y="60030"/>
                      <a:pt x="5344" y="57280"/>
                    </a:cubicBezTo>
                    <a:cubicBezTo>
                      <a:pt x="5344" y="56190"/>
                      <a:pt x="5552" y="54997"/>
                      <a:pt x="5967" y="53803"/>
                    </a:cubicBezTo>
                    <a:cubicBezTo>
                      <a:pt x="6382" y="52610"/>
                      <a:pt x="7005" y="51417"/>
                      <a:pt x="7783" y="50275"/>
                    </a:cubicBezTo>
                    <a:cubicBezTo>
                      <a:pt x="8561" y="49134"/>
                      <a:pt x="9599" y="47993"/>
                      <a:pt x="10792" y="46955"/>
                    </a:cubicBezTo>
                    <a:cubicBezTo>
                      <a:pt x="11985" y="45917"/>
                      <a:pt x="13438" y="44983"/>
                      <a:pt x="15099" y="44153"/>
                    </a:cubicBezTo>
                    <a:cubicBezTo>
                      <a:pt x="11311" y="42130"/>
                      <a:pt x="8354" y="39380"/>
                      <a:pt x="6174" y="36007"/>
                    </a:cubicBezTo>
                    <a:cubicBezTo>
                      <a:pt x="3995" y="32635"/>
                      <a:pt x="2957" y="28640"/>
                      <a:pt x="2957" y="24074"/>
                    </a:cubicBezTo>
                    <a:cubicBezTo>
                      <a:pt x="2957" y="20390"/>
                      <a:pt x="3684" y="17070"/>
                      <a:pt x="5189" y="14112"/>
                    </a:cubicBezTo>
                    <a:cubicBezTo>
                      <a:pt x="6641" y="11155"/>
                      <a:pt x="8717" y="8613"/>
                      <a:pt x="11363" y="6485"/>
                    </a:cubicBezTo>
                    <a:cubicBezTo>
                      <a:pt x="14009" y="4358"/>
                      <a:pt x="17122" y="2750"/>
                      <a:pt x="20754" y="1660"/>
                    </a:cubicBezTo>
                    <a:cubicBezTo>
                      <a:pt x="24386" y="571"/>
                      <a:pt x="28277" y="0"/>
                      <a:pt x="32532" y="0"/>
                    </a:cubicBezTo>
                    <a:cubicBezTo>
                      <a:pt x="35749" y="0"/>
                      <a:pt x="38706" y="311"/>
                      <a:pt x="41560" y="986"/>
                    </a:cubicBezTo>
                    <a:cubicBezTo>
                      <a:pt x="44362" y="1660"/>
                      <a:pt x="46956" y="2594"/>
                      <a:pt x="49239" y="3839"/>
                    </a:cubicBezTo>
                    <a:lnTo>
                      <a:pt x="70668" y="3839"/>
                    </a:lnTo>
                    <a:close/>
                    <a:moveTo>
                      <a:pt x="52767" y="79123"/>
                    </a:moveTo>
                    <a:cubicBezTo>
                      <a:pt x="52767" y="77670"/>
                      <a:pt x="52352" y="76477"/>
                      <a:pt x="51470" y="75543"/>
                    </a:cubicBezTo>
                    <a:cubicBezTo>
                      <a:pt x="50588" y="74609"/>
                      <a:pt x="49395" y="73882"/>
                      <a:pt x="47890" y="73416"/>
                    </a:cubicBezTo>
                    <a:cubicBezTo>
                      <a:pt x="46385" y="72897"/>
                      <a:pt x="44621" y="72533"/>
                      <a:pt x="42650" y="72274"/>
                    </a:cubicBezTo>
                    <a:cubicBezTo>
                      <a:pt x="40626" y="72015"/>
                      <a:pt x="38499" y="71859"/>
                      <a:pt x="36268" y="71703"/>
                    </a:cubicBezTo>
                    <a:cubicBezTo>
                      <a:pt x="34037" y="71600"/>
                      <a:pt x="31702" y="71496"/>
                      <a:pt x="29315" y="71392"/>
                    </a:cubicBezTo>
                    <a:cubicBezTo>
                      <a:pt x="26928" y="71288"/>
                      <a:pt x="24594" y="71081"/>
                      <a:pt x="22311" y="70822"/>
                    </a:cubicBezTo>
                    <a:cubicBezTo>
                      <a:pt x="20339" y="71911"/>
                      <a:pt x="18731" y="73260"/>
                      <a:pt x="17485" y="74764"/>
                    </a:cubicBezTo>
                    <a:cubicBezTo>
                      <a:pt x="16240" y="76269"/>
                      <a:pt x="15617" y="77981"/>
                      <a:pt x="15617" y="80005"/>
                    </a:cubicBezTo>
                    <a:cubicBezTo>
                      <a:pt x="15617" y="81302"/>
                      <a:pt x="15929" y="82547"/>
                      <a:pt x="16603" y="83689"/>
                    </a:cubicBezTo>
                    <a:cubicBezTo>
                      <a:pt x="17278" y="84830"/>
                      <a:pt x="18315" y="85816"/>
                      <a:pt x="19716" y="86646"/>
                    </a:cubicBezTo>
                    <a:cubicBezTo>
                      <a:pt x="21169" y="87476"/>
                      <a:pt x="22985" y="88099"/>
                      <a:pt x="25268" y="88566"/>
                    </a:cubicBezTo>
                    <a:cubicBezTo>
                      <a:pt x="27551" y="89032"/>
                      <a:pt x="30353" y="89240"/>
                      <a:pt x="33622" y="89240"/>
                    </a:cubicBezTo>
                    <a:cubicBezTo>
                      <a:pt x="36890" y="89240"/>
                      <a:pt x="39848" y="88981"/>
                      <a:pt x="42286" y="88462"/>
                    </a:cubicBezTo>
                    <a:cubicBezTo>
                      <a:pt x="44725" y="87943"/>
                      <a:pt x="46697" y="87269"/>
                      <a:pt x="48253" y="86335"/>
                    </a:cubicBezTo>
                    <a:cubicBezTo>
                      <a:pt x="49810" y="85401"/>
                      <a:pt x="51003" y="84363"/>
                      <a:pt x="51730" y="83118"/>
                    </a:cubicBezTo>
                    <a:cubicBezTo>
                      <a:pt x="52456" y="81872"/>
                      <a:pt x="52819" y="80524"/>
                      <a:pt x="52819" y="79071"/>
                    </a:cubicBezTo>
                    <a:close/>
                    <a:moveTo>
                      <a:pt x="32532" y="36682"/>
                    </a:moveTo>
                    <a:cubicBezTo>
                      <a:pt x="34763" y="36682"/>
                      <a:pt x="36683" y="36371"/>
                      <a:pt x="38343" y="35800"/>
                    </a:cubicBezTo>
                    <a:cubicBezTo>
                      <a:pt x="40003" y="35177"/>
                      <a:pt x="41352" y="34347"/>
                      <a:pt x="42442" y="33309"/>
                    </a:cubicBezTo>
                    <a:cubicBezTo>
                      <a:pt x="43532" y="32220"/>
                      <a:pt x="44362" y="30974"/>
                      <a:pt x="44933" y="29470"/>
                    </a:cubicBezTo>
                    <a:cubicBezTo>
                      <a:pt x="45503" y="27965"/>
                      <a:pt x="45763" y="26305"/>
                      <a:pt x="45763" y="24541"/>
                    </a:cubicBezTo>
                    <a:cubicBezTo>
                      <a:pt x="45763" y="20857"/>
                      <a:pt x="44673" y="17952"/>
                      <a:pt x="42442" y="15773"/>
                    </a:cubicBezTo>
                    <a:cubicBezTo>
                      <a:pt x="40263" y="13594"/>
                      <a:pt x="36942" y="12556"/>
                      <a:pt x="32532" y="12556"/>
                    </a:cubicBezTo>
                    <a:cubicBezTo>
                      <a:pt x="28122" y="12556"/>
                      <a:pt x="24801" y="13645"/>
                      <a:pt x="22622" y="15773"/>
                    </a:cubicBezTo>
                    <a:cubicBezTo>
                      <a:pt x="20443" y="17952"/>
                      <a:pt x="19301" y="20857"/>
                      <a:pt x="19301" y="24541"/>
                    </a:cubicBezTo>
                    <a:cubicBezTo>
                      <a:pt x="19301" y="26305"/>
                      <a:pt x="19561" y="27914"/>
                      <a:pt x="20131" y="29418"/>
                    </a:cubicBezTo>
                    <a:cubicBezTo>
                      <a:pt x="20702" y="30923"/>
                      <a:pt x="21532" y="32220"/>
                      <a:pt x="22622" y="33309"/>
                    </a:cubicBezTo>
                    <a:cubicBezTo>
                      <a:pt x="23712" y="34399"/>
                      <a:pt x="25112" y="35229"/>
                      <a:pt x="26773" y="35852"/>
                    </a:cubicBezTo>
                    <a:cubicBezTo>
                      <a:pt x="28433" y="36474"/>
                      <a:pt x="30353" y="36734"/>
                      <a:pt x="32532" y="36734"/>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34" name="Google Shape;1934;p89"/>
              <p:cNvSpPr/>
              <p:nvPr/>
            </p:nvSpPr>
            <p:spPr>
              <a:xfrm>
                <a:off x="4110841" y="4986350"/>
                <a:ext cx="68228" cy="76787"/>
              </a:xfrm>
              <a:custGeom>
                <a:avLst/>
                <a:gdLst/>
                <a:ahLst/>
                <a:cxnLst/>
                <a:rect l="l" t="t" r="r" b="b"/>
                <a:pathLst>
                  <a:path w="68228" h="76787" extrusionOk="0">
                    <a:moveTo>
                      <a:pt x="17952" y="40729"/>
                    </a:moveTo>
                    <a:cubicBezTo>
                      <a:pt x="18264" y="44568"/>
                      <a:pt x="18938" y="47837"/>
                      <a:pt x="19976" y="50639"/>
                    </a:cubicBezTo>
                    <a:cubicBezTo>
                      <a:pt x="21065" y="53440"/>
                      <a:pt x="22466" y="55723"/>
                      <a:pt x="24179" y="57539"/>
                    </a:cubicBezTo>
                    <a:cubicBezTo>
                      <a:pt x="25943" y="59355"/>
                      <a:pt x="28018" y="60704"/>
                      <a:pt x="30405" y="61586"/>
                    </a:cubicBezTo>
                    <a:cubicBezTo>
                      <a:pt x="32791" y="62468"/>
                      <a:pt x="35438" y="62935"/>
                      <a:pt x="38343" y="62935"/>
                    </a:cubicBezTo>
                    <a:cubicBezTo>
                      <a:pt x="41249" y="62935"/>
                      <a:pt x="43739" y="62572"/>
                      <a:pt x="45866" y="61897"/>
                    </a:cubicBezTo>
                    <a:cubicBezTo>
                      <a:pt x="47994" y="61223"/>
                      <a:pt x="49810" y="60445"/>
                      <a:pt x="51366" y="59666"/>
                    </a:cubicBezTo>
                    <a:cubicBezTo>
                      <a:pt x="52923" y="58836"/>
                      <a:pt x="54324" y="58110"/>
                      <a:pt x="55517" y="57435"/>
                    </a:cubicBezTo>
                    <a:cubicBezTo>
                      <a:pt x="56710" y="56761"/>
                      <a:pt x="57852" y="56398"/>
                      <a:pt x="58993" y="56398"/>
                    </a:cubicBezTo>
                    <a:cubicBezTo>
                      <a:pt x="60498" y="56398"/>
                      <a:pt x="61588" y="56968"/>
                      <a:pt x="62314" y="58058"/>
                    </a:cubicBezTo>
                    <a:lnTo>
                      <a:pt x="67451" y="64595"/>
                    </a:lnTo>
                    <a:cubicBezTo>
                      <a:pt x="65479" y="66930"/>
                      <a:pt x="63248" y="68850"/>
                      <a:pt x="60758" y="70458"/>
                    </a:cubicBezTo>
                    <a:cubicBezTo>
                      <a:pt x="58267" y="72015"/>
                      <a:pt x="55725" y="73312"/>
                      <a:pt x="53027" y="74246"/>
                    </a:cubicBezTo>
                    <a:cubicBezTo>
                      <a:pt x="50329" y="75180"/>
                      <a:pt x="47579" y="75854"/>
                      <a:pt x="44829" y="76217"/>
                    </a:cubicBezTo>
                    <a:cubicBezTo>
                      <a:pt x="42027" y="76632"/>
                      <a:pt x="39329" y="76788"/>
                      <a:pt x="36735" y="76788"/>
                    </a:cubicBezTo>
                    <a:cubicBezTo>
                      <a:pt x="31546" y="76788"/>
                      <a:pt x="26721" y="75906"/>
                      <a:pt x="22259" y="74194"/>
                    </a:cubicBezTo>
                    <a:cubicBezTo>
                      <a:pt x="17797" y="72482"/>
                      <a:pt x="13905" y="69939"/>
                      <a:pt x="10637" y="66567"/>
                    </a:cubicBezTo>
                    <a:cubicBezTo>
                      <a:pt x="7368" y="63194"/>
                      <a:pt x="4774" y="59044"/>
                      <a:pt x="2854" y="54063"/>
                    </a:cubicBezTo>
                    <a:cubicBezTo>
                      <a:pt x="986" y="49082"/>
                      <a:pt x="0" y="43323"/>
                      <a:pt x="0" y="36785"/>
                    </a:cubicBezTo>
                    <a:cubicBezTo>
                      <a:pt x="0" y="31701"/>
                      <a:pt x="830" y="26928"/>
                      <a:pt x="2491" y="22466"/>
                    </a:cubicBezTo>
                    <a:cubicBezTo>
                      <a:pt x="4151" y="18004"/>
                      <a:pt x="6486" y="14112"/>
                      <a:pt x="9599" y="10792"/>
                    </a:cubicBezTo>
                    <a:cubicBezTo>
                      <a:pt x="12660" y="7471"/>
                      <a:pt x="16448" y="4825"/>
                      <a:pt x="20858" y="2905"/>
                    </a:cubicBezTo>
                    <a:cubicBezTo>
                      <a:pt x="25268" y="986"/>
                      <a:pt x="30301" y="0"/>
                      <a:pt x="35853" y="0"/>
                    </a:cubicBezTo>
                    <a:cubicBezTo>
                      <a:pt x="40522" y="0"/>
                      <a:pt x="44881" y="726"/>
                      <a:pt x="48876" y="2231"/>
                    </a:cubicBezTo>
                    <a:cubicBezTo>
                      <a:pt x="52871" y="3735"/>
                      <a:pt x="56244" y="5915"/>
                      <a:pt x="59097" y="8820"/>
                    </a:cubicBezTo>
                    <a:cubicBezTo>
                      <a:pt x="61951" y="11674"/>
                      <a:pt x="64182" y="15254"/>
                      <a:pt x="65790" y="19404"/>
                    </a:cubicBezTo>
                    <a:cubicBezTo>
                      <a:pt x="67399" y="23607"/>
                      <a:pt x="68229" y="28380"/>
                      <a:pt x="68229" y="33724"/>
                    </a:cubicBezTo>
                    <a:cubicBezTo>
                      <a:pt x="68229" y="36423"/>
                      <a:pt x="67918" y="38290"/>
                      <a:pt x="67347" y="39224"/>
                    </a:cubicBezTo>
                    <a:cubicBezTo>
                      <a:pt x="66776" y="40158"/>
                      <a:pt x="65635" y="40625"/>
                      <a:pt x="64026" y="40625"/>
                    </a:cubicBezTo>
                    <a:lnTo>
                      <a:pt x="17900" y="40625"/>
                    </a:lnTo>
                    <a:close/>
                    <a:moveTo>
                      <a:pt x="52196" y="29937"/>
                    </a:moveTo>
                    <a:cubicBezTo>
                      <a:pt x="52196" y="27602"/>
                      <a:pt x="51885" y="25423"/>
                      <a:pt x="51211" y="23348"/>
                    </a:cubicBezTo>
                    <a:cubicBezTo>
                      <a:pt x="50536" y="21272"/>
                      <a:pt x="49602" y="19508"/>
                      <a:pt x="48253" y="17952"/>
                    </a:cubicBezTo>
                    <a:cubicBezTo>
                      <a:pt x="46904" y="16395"/>
                      <a:pt x="45296" y="15202"/>
                      <a:pt x="43272" y="14268"/>
                    </a:cubicBezTo>
                    <a:cubicBezTo>
                      <a:pt x="41249" y="13386"/>
                      <a:pt x="38914" y="12919"/>
                      <a:pt x="36268" y="12919"/>
                    </a:cubicBezTo>
                    <a:cubicBezTo>
                      <a:pt x="31079" y="12919"/>
                      <a:pt x="26980" y="14424"/>
                      <a:pt x="24023" y="17329"/>
                    </a:cubicBezTo>
                    <a:cubicBezTo>
                      <a:pt x="21065" y="20286"/>
                      <a:pt x="19146" y="24489"/>
                      <a:pt x="18315" y="29885"/>
                    </a:cubicBezTo>
                    <a:lnTo>
                      <a:pt x="52145" y="29885"/>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35" name="Google Shape;1935;p89"/>
              <p:cNvSpPr/>
              <p:nvPr/>
            </p:nvSpPr>
            <p:spPr>
              <a:xfrm>
                <a:off x="4188461" y="4954130"/>
                <a:ext cx="68644" cy="109059"/>
              </a:xfrm>
              <a:custGeom>
                <a:avLst/>
                <a:gdLst/>
                <a:ahLst/>
                <a:cxnLst/>
                <a:rect l="l" t="t" r="r" b="b"/>
                <a:pathLst>
                  <a:path w="68644" h="109059" extrusionOk="0">
                    <a:moveTo>
                      <a:pt x="68540" y="52"/>
                    </a:moveTo>
                    <a:lnTo>
                      <a:pt x="68540" y="107970"/>
                    </a:lnTo>
                    <a:lnTo>
                      <a:pt x="57593" y="107970"/>
                    </a:lnTo>
                    <a:cubicBezTo>
                      <a:pt x="55206" y="107970"/>
                      <a:pt x="53701" y="106881"/>
                      <a:pt x="53079" y="104701"/>
                    </a:cubicBezTo>
                    <a:lnTo>
                      <a:pt x="51574" y="97490"/>
                    </a:lnTo>
                    <a:cubicBezTo>
                      <a:pt x="48565" y="100914"/>
                      <a:pt x="45140" y="103716"/>
                      <a:pt x="41249" y="105843"/>
                    </a:cubicBezTo>
                    <a:cubicBezTo>
                      <a:pt x="37357" y="107970"/>
                      <a:pt x="32791" y="109060"/>
                      <a:pt x="27655" y="109060"/>
                    </a:cubicBezTo>
                    <a:cubicBezTo>
                      <a:pt x="23608" y="109060"/>
                      <a:pt x="19872" y="108230"/>
                      <a:pt x="16448" y="106518"/>
                    </a:cubicBezTo>
                    <a:cubicBezTo>
                      <a:pt x="13075" y="104805"/>
                      <a:pt x="10118" y="102367"/>
                      <a:pt x="7679" y="99150"/>
                    </a:cubicBezTo>
                    <a:cubicBezTo>
                      <a:pt x="5240" y="95933"/>
                      <a:pt x="3321" y="91938"/>
                      <a:pt x="2024" y="87217"/>
                    </a:cubicBezTo>
                    <a:cubicBezTo>
                      <a:pt x="675" y="82443"/>
                      <a:pt x="0" y="77048"/>
                      <a:pt x="0" y="70925"/>
                    </a:cubicBezTo>
                    <a:cubicBezTo>
                      <a:pt x="0" y="65426"/>
                      <a:pt x="726" y="60289"/>
                      <a:pt x="2231" y="55516"/>
                    </a:cubicBezTo>
                    <a:cubicBezTo>
                      <a:pt x="3736" y="50794"/>
                      <a:pt x="5863" y="46643"/>
                      <a:pt x="8717" y="43167"/>
                    </a:cubicBezTo>
                    <a:cubicBezTo>
                      <a:pt x="11519" y="39691"/>
                      <a:pt x="14891" y="36941"/>
                      <a:pt x="18834" y="34970"/>
                    </a:cubicBezTo>
                    <a:cubicBezTo>
                      <a:pt x="22778" y="32998"/>
                      <a:pt x="27188" y="32013"/>
                      <a:pt x="32065" y="32013"/>
                    </a:cubicBezTo>
                    <a:cubicBezTo>
                      <a:pt x="36216" y="32013"/>
                      <a:pt x="39796" y="32687"/>
                      <a:pt x="42753" y="33984"/>
                    </a:cubicBezTo>
                    <a:cubicBezTo>
                      <a:pt x="45711" y="35281"/>
                      <a:pt x="48357" y="37045"/>
                      <a:pt x="50692" y="39276"/>
                    </a:cubicBezTo>
                    <a:lnTo>
                      <a:pt x="50692" y="0"/>
                    </a:lnTo>
                    <a:lnTo>
                      <a:pt x="68644" y="0"/>
                    </a:lnTo>
                    <a:close/>
                    <a:moveTo>
                      <a:pt x="50588" y="52506"/>
                    </a:moveTo>
                    <a:cubicBezTo>
                      <a:pt x="48565" y="50016"/>
                      <a:pt x="46334" y="48304"/>
                      <a:pt x="43947" y="47266"/>
                    </a:cubicBezTo>
                    <a:cubicBezTo>
                      <a:pt x="41560" y="46229"/>
                      <a:pt x="38966" y="45762"/>
                      <a:pt x="36216" y="45762"/>
                    </a:cubicBezTo>
                    <a:cubicBezTo>
                      <a:pt x="33466" y="45762"/>
                      <a:pt x="31079" y="46281"/>
                      <a:pt x="28900" y="47266"/>
                    </a:cubicBezTo>
                    <a:cubicBezTo>
                      <a:pt x="26721" y="48252"/>
                      <a:pt x="24853" y="49809"/>
                      <a:pt x="23297" y="51884"/>
                    </a:cubicBezTo>
                    <a:cubicBezTo>
                      <a:pt x="21740" y="53959"/>
                      <a:pt x="20547" y="56553"/>
                      <a:pt x="19716" y="59718"/>
                    </a:cubicBezTo>
                    <a:cubicBezTo>
                      <a:pt x="18886" y="62883"/>
                      <a:pt x="18471" y="66619"/>
                      <a:pt x="18471" y="70925"/>
                    </a:cubicBezTo>
                    <a:cubicBezTo>
                      <a:pt x="18471" y="75232"/>
                      <a:pt x="18834" y="78967"/>
                      <a:pt x="19509" y="81976"/>
                    </a:cubicBezTo>
                    <a:cubicBezTo>
                      <a:pt x="20183" y="84986"/>
                      <a:pt x="21221" y="87476"/>
                      <a:pt x="22518" y="89396"/>
                    </a:cubicBezTo>
                    <a:cubicBezTo>
                      <a:pt x="23815" y="91316"/>
                      <a:pt x="25424" y="92665"/>
                      <a:pt x="27292" y="93547"/>
                    </a:cubicBezTo>
                    <a:cubicBezTo>
                      <a:pt x="29160" y="94377"/>
                      <a:pt x="31287" y="94844"/>
                      <a:pt x="33622" y="94844"/>
                    </a:cubicBezTo>
                    <a:cubicBezTo>
                      <a:pt x="37357" y="94844"/>
                      <a:pt x="40522" y="94065"/>
                      <a:pt x="43117" y="92509"/>
                    </a:cubicBezTo>
                    <a:cubicBezTo>
                      <a:pt x="45711" y="90952"/>
                      <a:pt x="48201" y="88773"/>
                      <a:pt x="50536" y="85920"/>
                    </a:cubicBezTo>
                    <a:lnTo>
                      <a:pt x="50536" y="52506"/>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36" name="Google Shape;1936;p89"/>
              <p:cNvSpPr/>
              <p:nvPr/>
            </p:nvSpPr>
            <p:spPr>
              <a:xfrm>
                <a:off x="4347593" y="4949720"/>
                <a:ext cx="13957" cy="137336"/>
              </a:xfrm>
              <a:custGeom>
                <a:avLst/>
                <a:gdLst/>
                <a:ahLst/>
                <a:cxnLst/>
                <a:rect l="l" t="t" r="r" b="b"/>
                <a:pathLst>
                  <a:path w="13957" h="137336" extrusionOk="0">
                    <a:moveTo>
                      <a:pt x="0" y="0"/>
                    </a:moveTo>
                    <a:lnTo>
                      <a:pt x="13957" y="0"/>
                    </a:lnTo>
                    <a:lnTo>
                      <a:pt x="13957" y="137336"/>
                    </a:lnTo>
                    <a:lnTo>
                      <a:pt x="0" y="137336"/>
                    </a:lnTo>
                    <a:lnTo>
                      <a:pt x="0"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37" name="Google Shape;1937;p89"/>
              <p:cNvSpPr/>
              <p:nvPr/>
            </p:nvSpPr>
            <p:spPr>
              <a:xfrm>
                <a:off x="4448873" y="4955946"/>
                <a:ext cx="88723" cy="107347"/>
              </a:xfrm>
              <a:custGeom>
                <a:avLst/>
                <a:gdLst/>
                <a:ahLst/>
                <a:cxnLst/>
                <a:rect l="l" t="t" r="r" b="b"/>
                <a:pathLst>
                  <a:path w="88723" h="107347" extrusionOk="0">
                    <a:moveTo>
                      <a:pt x="78191" y="81406"/>
                    </a:moveTo>
                    <a:cubicBezTo>
                      <a:pt x="79281" y="81406"/>
                      <a:pt x="80215" y="81821"/>
                      <a:pt x="81045" y="82651"/>
                    </a:cubicBezTo>
                    <a:lnTo>
                      <a:pt x="88724" y="91004"/>
                    </a:lnTo>
                    <a:cubicBezTo>
                      <a:pt x="84469" y="96296"/>
                      <a:pt x="79229" y="100343"/>
                      <a:pt x="73002" y="103145"/>
                    </a:cubicBezTo>
                    <a:cubicBezTo>
                      <a:pt x="66776" y="105947"/>
                      <a:pt x="59305" y="107348"/>
                      <a:pt x="50588" y="107348"/>
                    </a:cubicBezTo>
                    <a:cubicBezTo>
                      <a:pt x="42805" y="107348"/>
                      <a:pt x="35801" y="105999"/>
                      <a:pt x="29575" y="103352"/>
                    </a:cubicBezTo>
                    <a:cubicBezTo>
                      <a:pt x="23348" y="100706"/>
                      <a:pt x="18056" y="96971"/>
                      <a:pt x="13646" y="92249"/>
                    </a:cubicBezTo>
                    <a:cubicBezTo>
                      <a:pt x="9236" y="87528"/>
                      <a:pt x="5863" y="81821"/>
                      <a:pt x="3528" y="75232"/>
                    </a:cubicBezTo>
                    <a:cubicBezTo>
                      <a:pt x="1193" y="68642"/>
                      <a:pt x="0" y="61430"/>
                      <a:pt x="0" y="53648"/>
                    </a:cubicBezTo>
                    <a:cubicBezTo>
                      <a:pt x="0" y="45865"/>
                      <a:pt x="1245" y="38550"/>
                      <a:pt x="3788" y="31960"/>
                    </a:cubicBezTo>
                    <a:cubicBezTo>
                      <a:pt x="6278" y="25423"/>
                      <a:pt x="9858" y="19768"/>
                      <a:pt x="14424" y="14994"/>
                    </a:cubicBezTo>
                    <a:cubicBezTo>
                      <a:pt x="18990" y="10273"/>
                      <a:pt x="24438" y="6537"/>
                      <a:pt x="30820" y="3943"/>
                    </a:cubicBezTo>
                    <a:cubicBezTo>
                      <a:pt x="37150" y="1297"/>
                      <a:pt x="44206" y="0"/>
                      <a:pt x="51885" y="0"/>
                    </a:cubicBezTo>
                    <a:cubicBezTo>
                      <a:pt x="59564" y="0"/>
                      <a:pt x="66309" y="1245"/>
                      <a:pt x="72276" y="3787"/>
                    </a:cubicBezTo>
                    <a:cubicBezTo>
                      <a:pt x="78191" y="6330"/>
                      <a:pt x="83276" y="9598"/>
                      <a:pt x="87427" y="13645"/>
                    </a:cubicBezTo>
                    <a:lnTo>
                      <a:pt x="80889" y="22725"/>
                    </a:lnTo>
                    <a:cubicBezTo>
                      <a:pt x="80474" y="23296"/>
                      <a:pt x="80007" y="23814"/>
                      <a:pt x="79384" y="24230"/>
                    </a:cubicBezTo>
                    <a:cubicBezTo>
                      <a:pt x="78762" y="24645"/>
                      <a:pt x="77932" y="24904"/>
                      <a:pt x="76894" y="24904"/>
                    </a:cubicBezTo>
                    <a:cubicBezTo>
                      <a:pt x="76167" y="24904"/>
                      <a:pt x="75389" y="24697"/>
                      <a:pt x="74663" y="24282"/>
                    </a:cubicBezTo>
                    <a:cubicBezTo>
                      <a:pt x="73884" y="23866"/>
                      <a:pt x="73054" y="23348"/>
                      <a:pt x="72121" y="22777"/>
                    </a:cubicBezTo>
                    <a:cubicBezTo>
                      <a:pt x="71187" y="22154"/>
                      <a:pt x="70149" y="21480"/>
                      <a:pt x="68904" y="20805"/>
                    </a:cubicBezTo>
                    <a:cubicBezTo>
                      <a:pt x="67710" y="20079"/>
                      <a:pt x="66309" y="19404"/>
                      <a:pt x="64701" y="18834"/>
                    </a:cubicBezTo>
                    <a:cubicBezTo>
                      <a:pt x="63093" y="18211"/>
                      <a:pt x="61224" y="17744"/>
                      <a:pt x="59149" y="17329"/>
                    </a:cubicBezTo>
                    <a:cubicBezTo>
                      <a:pt x="57022" y="16914"/>
                      <a:pt x="54583" y="16706"/>
                      <a:pt x="51833" y="16706"/>
                    </a:cubicBezTo>
                    <a:cubicBezTo>
                      <a:pt x="47112" y="16706"/>
                      <a:pt x="42857" y="17537"/>
                      <a:pt x="38966" y="19197"/>
                    </a:cubicBezTo>
                    <a:cubicBezTo>
                      <a:pt x="35074" y="20857"/>
                      <a:pt x="31702" y="23296"/>
                      <a:pt x="28900" y="26461"/>
                    </a:cubicBezTo>
                    <a:cubicBezTo>
                      <a:pt x="26098" y="29625"/>
                      <a:pt x="23919" y="33517"/>
                      <a:pt x="22363" y="38083"/>
                    </a:cubicBezTo>
                    <a:cubicBezTo>
                      <a:pt x="20806" y="42648"/>
                      <a:pt x="20028" y="47889"/>
                      <a:pt x="20028" y="53752"/>
                    </a:cubicBezTo>
                    <a:cubicBezTo>
                      <a:pt x="20028" y="59614"/>
                      <a:pt x="20858" y="64907"/>
                      <a:pt x="22518" y="69524"/>
                    </a:cubicBezTo>
                    <a:cubicBezTo>
                      <a:pt x="24179" y="74142"/>
                      <a:pt x="26462" y="77981"/>
                      <a:pt x="29315" y="81146"/>
                    </a:cubicBezTo>
                    <a:cubicBezTo>
                      <a:pt x="32169" y="84311"/>
                      <a:pt x="35542" y="86698"/>
                      <a:pt x="39433" y="88358"/>
                    </a:cubicBezTo>
                    <a:cubicBezTo>
                      <a:pt x="43324" y="90018"/>
                      <a:pt x="47475" y="90849"/>
                      <a:pt x="51937" y="90849"/>
                    </a:cubicBezTo>
                    <a:cubicBezTo>
                      <a:pt x="54583" y="90849"/>
                      <a:pt x="57022" y="90693"/>
                      <a:pt x="59149" y="90433"/>
                    </a:cubicBezTo>
                    <a:cubicBezTo>
                      <a:pt x="61328" y="90122"/>
                      <a:pt x="63300" y="89707"/>
                      <a:pt x="65116" y="89032"/>
                    </a:cubicBezTo>
                    <a:cubicBezTo>
                      <a:pt x="66932" y="88410"/>
                      <a:pt x="68644" y="87580"/>
                      <a:pt x="70253" y="86594"/>
                    </a:cubicBezTo>
                    <a:cubicBezTo>
                      <a:pt x="71861" y="85608"/>
                      <a:pt x="73470" y="84363"/>
                      <a:pt x="75078" y="82910"/>
                    </a:cubicBezTo>
                    <a:cubicBezTo>
                      <a:pt x="75545" y="82495"/>
                      <a:pt x="76064" y="82132"/>
                      <a:pt x="76583" y="81872"/>
                    </a:cubicBezTo>
                    <a:cubicBezTo>
                      <a:pt x="77101" y="81613"/>
                      <a:pt x="77672" y="81457"/>
                      <a:pt x="78243" y="81457"/>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38" name="Google Shape;1938;p89"/>
              <p:cNvSpPr/>
              <p:nvPr/>
            </p:nvSpPr>
            <p:spPr>
              <a:xfrm>
                <a:off x="4547766" y="4986194"/>
                <a:ext cx="44776" cy="75906"/>
              </a:xfrm>
              <a:custGeom>
                <a:avLst/>
                <a:gdLst/>
                <a:ahLst/>
                <a:cxnLst/>
                <a:rect l="l" t="t" r="r" b="b"/>
                <a:pathLst>
                  <a:path w="44776" h="75906" extrusionOk="0">
                    <a:moveTo>
                      <a:pt x="16863" y="14320"/>
                    </a:moveTo>
                    <a:cubicBezTo>
                      <a:pt x="19198" y="9858"/>
                      <a:pt x="21948" y="6382"/>
                      <a:pt x="25165" y="3840"/>
                    </a:cubicBezTo>
                    <a:cubicBezTo>
                      <a:pt x="28381" y="1297"/>
                      <a:pt x="32117" y="0"/>
                      <a:pt x="36475" y="0"/>
                    </a:cubicBezTo>
                    <a:cubicBezTo>
                      <a:pt x="39900" y="0"/>
                      <a:pt x="42650" y="726"/>
                      <a:pt x="44777" y="2231"/>
                    </a:cubicBezTo>
                    <a:lnTo>
                      <a:pt x="43636" y="15669"/>
                    </a:lnTo>
                    <a:cubicBezTo>
                      <a:pt x="43376" y="16551"/>
                      <a:pt x="43065" y="17174"/>
                      <a:pt x="42598" y="17537"/>
                    </a:cubicBezTo>
                    <a:cubicBezTo>
                      <a:pt x="42131" y="17900"/>
                      <a:pt x="41508" y="18108"/>
                      <a:pt x="40730" y="18108"/>
                    </a:cubicBezTo>
                    <a:cubicBezTo>
                      <a:pt x="40004" y="18108"/>
                      <a:pt x="38914" y="18004"/>
                      <a:pt x="37513" y="17744"/>
                    </a:cubicBezTo>
                    <a:cubicBezTo>
                      <a:pt x="36112" y="17485"/>
                      <a:pt x="34711" y="17381"/>
                      <a:pt x="33310" y="17381"/>
                    </a:cubicBezTo>
                    <a:cubicBezTo>
                      <a:pt x="31339" y="17381"/>
                      <a:pt x="29575" y="17693"/>
                      <a:pt x="28018" y="18263"/>
                    </a:cubicBezTo>
                    <a:cubicBezTo>
                      <a:pt x="26462" y="18834"/>
                      <a:pt x="25061" y="19664"/>
                      <a:pt x="23867" y="20754"/>
                    </a:cubicBezTo>
                    <a:cubicBezTo>
                      <a:pt x="22622" y="21843"/>
                      <a:pt x="21532" y="23140"/>
                      <a:pt x="20599" y="24697"/>
                    </a:cubicBezTo>
                    <a:cubicBezTo>
                      <a:pt x="19665" y="26253"/>
                      <a:pt x="18782" y="28017"/>
                      <a:pt x="17952" y="29989"/>
                    </a:cubicBezTo>
                    <a:lnTo>
                      <a:pt x="17952" y="75906"/>
                    </a:lnTo>
                    <a:lnTo>
                      <a:pt x="0" y="75906"/>
                    </a:lnTo>
                    <a:lnTo>
                      <a:pt x="0" y="1401"/>
                    </a:lnTo>
                    <a:lnTo>
                      <a:pt x="10533" y="1401"/>
                    </a:lnTo>
                    <a:cubicBezTo>
                      <a:pt x="12349" y="1401"/>
                      <a:pt x="13646" y="1712"/>
                      <a:pt x="14372" y="2387"/>
                    </a:cubicBezTo>
                    <a:cubicBezTo>
                      <a:pt x="15099" y="3061"/>
                      <a:pt x="15566" y="4203"/>
                      <a:pt x="15825" y="5915"/>
                    </a:cubicBezTo>
                    <a:lnTo>
                      <a:pt x="16915" y="1432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39" name="Google Shape;1939;p89"/>
              <p:cNvSpPr/>
              <p:nvPr/>
            </p:nvSpPr>
            <p:spPr>
              <a:xfrm>
                <a:off x="4595500" y="4986454"/>
                <a:ext cx="73780" cy="76787"/>
              </a:xfrm>
              <a:custGeom>
                <a:avLst/>
                <a:gdLst/>
                <a:ahLst/>
                <a:cxnLst/>
                <a:rect l="l" t="t" r="r" b="b"/>
                <a:pathLst>
                  <a:path w="73780" h="76787" extrusionOk="0">
                    <a:moveTo>
                      <a:pt x="36994" y="0"/>
                    </a:moveTo>
                    <a:cubicBezTo>
                      <a:pt x="42494" y="0"/>
                      <a:pt x="47527" y="882"/>
                      <a:pt x="52093" y="2698"/>
                    </a:cubicBezTo>
                    <a:cubicBezTo>
                      <a:pt x="56607" y="4514"/>
                      <a:pt x="60498" y="7056"/>
                      <a:pt x="63715" y="10325"/>
                    </a:cubicBezTo>
                    <a:cubicBezTo>
                      <a:pt x="66932" y="13594"/>
                      <a:pt x="69422" y="17640"/>
                      <a:pt x="71186" y="22362"/>
                    </a:cubicBezTo>
                    <a:cubicBezTo>
                      <a:pt x="72951" y="27135"/>
                      <a:pt x="73781" y="32427"/>
                      <a:pt x="73781" y="38290"/>
                    </a:cubicBezTo>
                    <a:cubicBezTo>
                      <a:pt x="73781" y="44153"/>
                      <a:pt x="72899" y="49549"/>
                      <a:pt x="71186" y="54270"/>
                    </a:cubicBezTo>
                    <a:cubicBezTo>
                      <a:pt x="69474" y="58992"/>
                      <a:pt x="66984" y="63039"/>
                      <a:pt x="63715" y="66411"/>
                    </a:cubicBezTo>
                    <a:cubicBezTo>
                      <a:pt x="60446" y="69783"/>
                      <a:pt x="56607" y="72326"/>
                      <a:pt x="52093" y="74090"/>
                    </a:cubicBezTo>
                    <a:cubicBezTo>
                      <a:pt x="47579" y="75854"/>
                      <a:pt x="42546" y="76788"/>
                      <a:pt x="36994" y="76788"/>
                    </a:cubicBezTo>
                    <a:cubicBezTo>
                      <a:pt x="31442" y="76788"/>
                      <a:pt x="26358" y="75906"/>
                      <a:pt x="21792" y="74090"/>
                    </a:cubicBezTo>
                    <a:cubicBezTo>
                      <a:pt x="17226" y="72274"/>
                      <a:pt x="13335" y="69732"/>
                      <a:pt x="10118" y="66411"/>
                    </a:cubicBezTo>
                    <a:cubicBezTo>
                      <a:pt x="6901" y="63091"/>
                      <a:pt x="4410" y="59044"/>
                      <a:pt x="2646" y="54270"/>
                    </a:cubicBezTo>
                    <a:cubicBezTo>
                      <a:pt x="882" y="49497"/>
                      <a:pt x="0" y="44205"/>
                      <a:pt x="0" y="38290"/>
                    </a:cubicBezTo>
                    <a:cubicBezTo>
                      <a:pt x="0" y="32375"/>
                      <a:pt x="882" y="27135"/>
                      <a:pt x="2646" y="22362"/>
                    </a:cubicBezTo>
                    <a:cubicBezTo>
                      <a:pt x="4410" y="17640"/>
                      <a:pt x="6901" y="13594"/>
                      <a:pt x="10118" y="10325"/>
                    </a:cubicBezTo>
                    <a:cubicBezTo>
                      <a:pt x="13335" y="7056"/>
                      <a:pt x="17226" y="4514"/>
                      <a:pt x="21792" y="2698"/>
                    </a:cubicBezTo>
                    <a:cubicBezTo>
                      <a:pt x="26358" y="934"/>
                      <a:pt x="31390" y="0"/>
                      <a:pt x="36994" y="0"/>
                    </a:cubicBezTo>
                    <a:close/>
                    <a:moveTo>
                      <a:pt x="36994" y="62935"/>
                    </a:moveTo>
                    <a:cubicBezTo>
                      <a:pt x="43169" y="62935"/>
                      <a:pt x="47786" y="60860"/>
                      <a:pt x="50744" y="56709"/>
                    </a:cubicBezTo>
                    <a:cubicBezTo>
                      <a:pt x="53701" y="52558"/>
                      <a:pt x="55206" y="46436"/>
                      <a:pt x="55206" y="38394"/>
                    </a:cubicBezTo>
                    <a:cubicBezTo>
                      <a:pt x="55206" y="30352"/>
                      <a:pt x="53701" y="24230"/>
                      <a:pt x="50744" y="20027"/>
                    </a:cubicBezTo>
                    <a:cubicBezTo>
                      <a:pt x="47786" y="15824"/>
                      <a:pt x="43169" y="13697"/>
                      <a:pt x="36994" y="13697"/>
                    </a:cubicBezTo>
                    <a:cubicBezTo>
                      <a:pt x="30820" y="13697"/>
                      <a:pt x="26046" y="15824"/>
                      <a:pt x="23037" y="20079"/>
                    </a:cubicBezTo>
                    <a:cubicBezTo>
                      <a:pt x="20028" y="24334"/>
                      <a:pt x="18471" y="30456"/>
                      <a:pt x="18471" y="38446"/>
                    </a:cubicBezTo>
                    <a:cubicBezTo>
                      <a:pt x="18471" y="46436"/>
                      <a:pt x="19976" y="52506"/>
                      <a:pt x="23037" y="56709"/>
                    </a:cubicBezTo>
                    <a:cubicBezTo>
                      <a:pt x="26046" y="60912"/>
                      <a:pt x="30716" y="62987"/>
                      <a:pt x="36994" y="62987"/>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40" name="Google Shape;1940;p89"/>
              <p:cNvSpPr/>
              <p:nvPr/>
            </p:nvSpPr>
            <p:spPr>
              <a:xfrm>
                <a:off x="4677427" y="4986402"/>
                <a:ext cx="55621" cy="76839"/>
              </a:xfrm>
              <a:custGeom>
                <a:avLst/>
                <a:gdLst/>
                <a:ahLst/>
                <a:cxnLst/>
                <a:rect l="l" t="t" r="r" b="b"/>
                <a:pathLst>
                  <a:path w="55621" h="76839" extrusionOk="0">
                    <a:moveTo>
                      <a:pt x="50692" y="15721"/>
                    </a:moveTo>
                    <a:cubicBezTo>
                      <a:pt x="50225" y="16499"/>
                      <a:pt x="49706" y="17018"/>
                      <a:pt x="49187" y="17381"/>
                    </a:cubicBezTo>
                    <a:cubicBezTo>
                      <a:pt x="48668" y="17744"/>
                      <a:pt x="47994" y="17848"/>
                      <a:pt x="47164" y="17848"/>
                    </a:cubicBezTo>
                    <a:cubicBezTo>
                      <a:pt x="46282" y="17848"/>
                      <a:pt x="45348" y="17589"/>
                      <a:pt x="44362" y="17122"/>
                    </a:cubicBezTo>
                    <a:cubicBezTo>
                      <a:pt x="43376" y="16654"/>
                      <a:pt x="42235" y="16084"/>
                      <a:pt x="40886" y="15461"/>
                    </a:cubicBezTo>
                    <a:cubicBezTo>
                      <a:pt x="39588" y="14839"/>
                      <a:pt x="38084" y="14320"/>
                      <a:pt x="36423" y="13853"/>
                    </a:cubicBezTo>
                    <a:cubicBezTo>
                      <a:pt x="34763" y="13386"/>
                      <a:pt x="32791" y="13126"/>
                      <a:pt x="30509" y="13126"/>
                    </a:cubicBezTo>
                    <a:cubicBezTo>
                      <a:pt x="26980" y="13126"/>
                      <a:pt x="24179" y="13905"/>
                      <a:pt x="22207" y="15357"/>
                    </a:cubicBezTo>
                    <a:cubicBezTo>
                      <a:pt x="20183" y="16862"/>
                      <a:pt x="19198" y="18834"/>
                      <a:pt x="19198" y="21220"/>
                    </a:cubicBezTo>
                    <a:cubicBezTo>
                      <a:pt x="19198" y="22829"/>
                      <a:pt x="19717" y="24178"/>
                      <a:pt x="20754" y="25267"/>
                    </a:cubicBezTo>
                    <a:cubicBezTo>
                      <a:pt x="21792" y="26357"/>
                      <a:pt x="23193" y="27291"/>
                      <a:pt x="24905" y="28121"/>
                    </a:cubicBezTo>
                    <a:cubicBezTo>
                      <a:pt x="26617" y="28951"/>
                      <a:pt x="28589" y="29677"/>
                      <a:pt x="30768" y="30352"/>
                    </a:cubicBezTo>
                    <a:cubicBezTo>
                      <a:pt x="32947" y="31026"/>
                      <a:pt x="35178" y="31701"/>
                      <a:pt x="37409" y="32479"/>
                    </a:cubicBezTo>
                    <a:cubicBezTo>
                      <a:pt x="39640" y="33257"/>
                      <a:pt x="41871" y="34139"/>
                      <a:pt x="44051" y="35125"/>
                    </a:cubicBezTo>
                    <a:cubicBezTo>
                      <a:pt x="46230" y="36111"/>
                      <a:pt x="48202" y="37356"/>
                      <a:pt x="49914" y="38913"/>
                    </a:cubicBezTo>
                    <a:cubicBezTo>
                      <a:pt x="51626" y="40417"/>
                      <a:pt x="53027" y="42285"/>
                      <a:pt x="54065" y="44413"/>
                    </a:cubicBezTo>
                    <a:cubicBezTo>
                      <a:pt x="55102" y="46540"/>
                      <a:pt x="55621" y="49134"/>
                      <a:pt x="55621" y="52091"/>
                    </a:cubicBezTo>
                    <a:cubicBezTo>
                      <a:pt x="55621" y="55671"/>
                      <a:pt x="54998" y="58992"/>
                      <a:pt x="53701" y="62001"/>
                    </a:cubicBezTo>
                    <a:cubicBezTo>
                      <a:pt x="52404" y="65010"/>
                      <a:pt x="50536" y="67656"/>
                      <a:pt x="47994" y="69835"/>
                    </a:cubicBezTo>
                    <a:cubicBezTo>
                      <a:pt x="45451" y="72015"/>
                      <a:pt x="42390" y="73779"/>
                      <a:pt x="38655" y="74972"/>
                    </a:cubicBezTo>
                    <a:cubicBezTo>
                      <a:pt x="34971" y="76217"/>
                      <a:pt x="30664" y="76840"/>
                      <a:pt x="25839" y="76840"/>
                    </a:cubicBezTo>
                    <a:cubicBezTo>
                      <a:pt x="23245" y="76840"/>
                      <a:pt x="20754" y="76632"/>
                      <a:pt x="18316" y="76165"/>
                    </a:cubicBezTo>
                    <a:cubicBezTo>
                      <a:pt x="15877" y="75698"/>
                      <a:pt x="13542" y="75076"/>
                      <a:pt x="11259" y="74246"/>
                    </a:cubicBezTo>
                    <a:cubicBezTo>
                      <a:pt x="9028" y="73415"/>
                      <a:pt x="6953" y="72482"/>
                      <a:pt x="5033" y="71340"/>
                    </a:cubicBezTo>
                    <a:cubicBezTo>
                      <a:pt x="3113" y="70251"/>
                      <a:pt x="1453" y="69005"/>
                      <a:pt x="0" y="67708"/>
                    </a:cubicBezTo>
                    <a:lnTo>
                      <a:pt x="4151" y="60860"/>
                    </a:lnTo>
                    <a:cubicBezTo>
                      <a:pt x="4670" y="60030"/>
                      <a:pt x="5292" y="59407"/>
                      <a:pt x="6019" y="58992"/>
                    </a:cubicBezTo>
                    <a:cubicBezTo>
                      <a:pt x="6745" y="58577"/>
                      <a:pt x="7679" y="58317"/>
                      <a:pt x="8769" y="58317"/>
                    </a:cubicBezTo>
                    <a:cubicBezTo>
                      <a:pt x="9858" y="58317"/>
                      <a:pt x="10948" y="58629"/>
                      <a:pt x="11934" y="59251"/>
                    </a:cubicBezTo>
                    <a:cubicBezTo>
                      <a:pt x="12920" y="59874"/>
                      <a:pt x="14061" y="60548"/>
                      <a:pt x="15410" y="61275"/>
                    </a:cubicBezTo>
                    <a:cubicBezTo>
                      <a:pt x="16707" y="62001"/>
                      <a:pt x="18264" y="62675"/>
                      <a:pt x="20028" y="63298"/>
                    </a:cubicBezTo>
                    <a:cubicBezTo>
                      <a:pt x="21792" y="63921"/>
                      <a:pt x="24023" y="64232"/>
                      <a:pt x="26721" y="64232"/>
                    </a:cubicBezTo>
                    <a:cubicBezTo>
                      <a:pt x="28848" y="64232"/>
                      <a:pt x="30664" y="63973"/>
                      <a:pt x="32221" y="63454"/>
                    </a:cubicBezTo>
                    <a:cubicBezTo>
                      <a:pt x="33725" y="62935"/>
                      <a:pt x="35022" y="62261"/>
                      <a:pt x="36008" y="61430"/>
                    </a:cubicBezTo>
                    <a:cubicBezTo>
                      <a:pt x="36994" y="60600"/>
                      <a:pt x="37721" y="59666"/>
                      <a:pt x="38188" y="58577"/>
                    </a:cubicBezTo>
                    <a:cubicBezTo>
                      <a:pt x="38655" y="57487"/>
                      <a:pt x="38862" y="56346"/>
                      <a:pt x="38862" y="55204"/>
                    </a:cubicBezTo>
                    <a:cubicBezTo>
                      <a:pt x="38862" y="53440"/>
                      <a:pt x="38343" y="52039"/>
                      <a:pt x="37305" y="50898"/>
                    </a:cubicBezTo>
                    <a:cubicBezTo>
                      <a:pt x="36268" y="49808"/>
                      <a:pt x="34867" y="48823"/>
                      <a:pt x="33155" y="47993"/>
                    </a:cubicBezTo>
                    <a:cubicBezTo>
                      <a:pt x="31442" y="47162"/>
                      <a:pt x="29471" y="46436"/>
                      <a:pt x="27292" y="45762"/>
                    </a:cubicBezTo>
                    <a:cubicBezTo>
                      <a:pt x="25113" y="45087"/>
                      <a:pt x="22830" y="44413"/>
                      <a:pt x="20547" y="43634"/>
                    </a:cubicBezTo>
                    <a:cubicBezTo>
                      <a:pt x="18264" y="42856"/>
                      <a:pt x="15981" y="41974"/>
                      <a:pt x="13802" y="40936"/>
                    </a:cubicBezTo>
                    <a:cubicBezTo>
                      <a:pt x="11623" y="39899"/>
                      <a:pt x="9651" y="38550"/>
                      <a:pt x="7939" y="36993"/>
                    </a:cubicBezTo>
                    <a:cubicBezTo>
                      <a:pt x="6226" y="35385"/>
                      <a:pt x="4825" y="33413"/>
                      <a:pt x="3788" y="31130"/>
                    </a:cubicBezTo>
                    <a:cubicBezTo>
                      <a:pt x="2750" y="28795"/>
                      <a:pt x="2231" y="25994"/>
                      <a:pt x="2231" y="22725"/>
                    </a:cubicBezTo>
                    <a:cubicBezTo>
                      <a:pt x="2231" y="19664"/>
                      <a:pt x="2854" y="16758"/>
                      <a:pt x="4047" y="14009"/>
                    </a:cubicBezTo>
                    <a:cubicBezTo>
                      <a:pt x="5240" y="11259"/>
                      <a:pt x="7057" y="8820"/>
                      <a:pt x="9391" y="6797"/>
                    </a:cubicBezTo>
                    <a:cubicBezTo>
                      <a:pt x="11726" y="4721"/>
                      <a:pt x="14684" y="3113"/>
                      <a:pt x="18160" y="1868"/>
                    </a:cubicBezTo>
                    <a:cubicBezTo>
                      <a:pt x="21688" y="623"/>
                      <a:pt x="25735" y="0"/>
                      <a:pt x="30353" y="0"/>
                    </a:cubicBezTo>
                    <a:cubicBezTo>
                      <a:pt x="35490" y="0"/>
                      <a:pt x="40159" y="830"/>
                      <a:pt x="44362" y="2542"/>
                    </a:cubicBezTo>
                    <a:cubicBezTo>
                      <a:pt x="48565" y="4255"/>
                      <a:pt x="52093" y="6485"/>
                      <a:pt x="54895" y="9235"/>
                    </a:cubicBezTo>
                    <a:lnTo>
                      <a:pt x="50848" y="15721"/>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41" name="Google Shape;1941;p89"/>
              <p:cNvSpPr/>
              <p:nvPr/>
            </p:nvSpPr>
            <p:spPr>
              <a:xfrm>
                <a:off x="4740986" y="4986402"/>
                <a:ext cx="55621" cy="76839"/>
              </a:xfrm>
              <a:custGeom>
                <a:avLst/>
                <a:gdLst/>
                <a:ahLst/>
                <a:cxnLst/>
                <a:rect l="l" t="t" r="r" b="b"/>
                <a:pathLst>
                  <a:path w="55621" h="76839" extrusionOk="0">
                    <a:moveTo>
                      <a:pt x="50692" y="15721"/>
                    </a:moveTo>
                    <a:cubicBezTo>
                      <a:pt x="50225" y="16499"/>
                      <a:pt x="49706" y="17018"/>
                      <a:pt x="49187" y="17381"/>
                    </a:cubicBezTo>
                    <a:cubicBezTo>
                      <a:pt x="48668" y="17744"/>
                      <a:pt x="47994" y="17848"/>
                      <a:pt x="47164" y="17848"/>
                    </a:cubicBezTo>
                    <a:cubicBezTo>
                      <a:pt x="46282" y="17848"/>
                      <a:pt x="45348" y="17589"/>
                      <a:pt x="44362" y="17122"/>
                    </a:cubicBezTo>
                    <a:cubicBezTo>
                      <a:pt x="43376" y="16654"/>
                      <a:pt x="42235" y="16084"/>
                      <a:pt x="40886" y="15461"/>
                    </a:cubicBezTo>
                    <a:cubicBezTo>
                      <a:pt x="39588" y="14839"/>
                      <a:pt x="38084" y="14320"/>
                      <a:pt x="36423" y="13853"/>
                    </a:cubicBezTo>
                    <a:cubicBezTo>
                      <a:pt x="34763" y="13386"/>
                      <a:pt x="32791" y="13126"/>
                      <a:pt x="30509" y="13126"/>
                    </a:cubicBezTo>
                    <a:cubicBezTo>
                      <a:pt x="26980" y="13126"/>
                      <a:pt x="24179" y="13905"/>
                      <a:pt x="22207" y="15357"/>
                    </a:cubicBezTo>
                    <a:cubicBezTo>
                      <a:pt x="20183" y="16862"/>
                      <a:pt x="19198" y="18834"/>
                      <a:pt x="19198" y="21220"/>
                    </a:cubicBezTo>
                    <a:cubicBezTo>
                      <a:pt x="19198" y="22829"/>
                      <a:pt x="19717" y="24178"/>
                      <a:pt x="20754" y="25267"/>
                    </a:cubicBezTo>
                    <a:cubicBezTo>
                      <a:pt x="21792" y="26357"/>
                      <a:pt x="23193" y="27291"/>
                      <a:pt x="24905" y="28121"/>
                    </a:cubicBezTo>
                    <a:cubicBezTo>
                      <a:pt x="26617" y="28951"/>
                      <a:pt x="28589" y="29677"/>
                      <a:pt x="30768" y="30352"/>
                    </a:cubicBezTo>
                    <a:cubicBezTo>
                      <a:pt x="32947" y="31026"/>
                      <a:pt x="35178" y="31701"/>
                      <a:pt x="37409" y="32479"/>
                    </a:cubicBezTo>
                    <a:cubicBezTo>
                      <a:pt x="39640" y="33257"/>
                      <a:pt x="41871" y="34139"/>
                      <a:pt x="44051" y="35125"/>
                    </a:cubicBezTo>
                    <a:cubicBezTo>
                      <a:pt x="46230" y="36111"/>
                      <a:pt x="48202" y="37356"/>
                      <a:pt x="49914" y="38913"/>
                    </a:cubicBezTo>
                    <a:cubicBezTo>
                      <a:pt x="51626" y="40417"/>
                      <a:pt x="53027" y="42285"/>
                      <a:pt x="54065" y="44413"/>
                    </a:cubicBezTo>
                    <a:cubicBezTo>
                      <a:pt x="55102" y="46540"/>
                      <a:pt x="55621" y="49134"/>
                      <a:pt x="55621" y="52091"/>
                    </a:cubicBezTo>
                    <a:cubicBezTo>
                      <a:pt x="55621" y="55671"/>
                      <a:pt x="54998" y="58992"/>
                      <a:pt x="53701" y="62001"/>
                    </a:cubicBezTo>
                    <a:cubicBezTo>
                      <a:pt x="52404" y="65010"/>
                      <a:pt x="50536" y="67656"/>
                      <a:pt x="47994" y="69835"/>
                    </a:cubicBezTo>
                    <a:cubicBezTo>
                      <a:pt x="45451" y="72015"/>
                      <a:pt x="42390" y="73779"/>
                      <a:pt x="38655" y="74972"/>
                    </a:cubicBezTo>
                    <a:cubicBezTo>
                      <a:pt x="34971" y="76217"/>
                      <a:pt x="30664" y="76840"/>
                      <a:pt x="25839" y="76840"/>
                    </a:cubicBezTo>
                    <a:cubicBezTo>
                      <a:pt x="23245" y="76840"/>
                      <a:pt x="20754" y="76632"/>
                      <a:pt x="18316" y="76165"/>
                    </a:cubicBezTo>
                    <a:cubicBezTo>
                      <a:pt x="15877" y="75698"/>
                      <a:pt x="13542" y="75076"/>
                      <a:pt x="11259" y="74246"/>
                    </a:cubicBezTo>
                    <a:cubicBezTo>
                      <a:pt x="9028" y="73415"/>
                      <a:pt x="6901" y="72482"/>
                      <a:pt x="5033" y="71340"/>
                    </a:cubicBezTo>
                    <a:cubicBezTo>
                      <a:pt x="3113" y="70251"/>
                      <a:pt x="1453" y="69005"/>
                      <a:pt x="0" y="67708"/>
                    </a:cubicBezTo>
                    <a:lnTo>
                      <a:pt x="4151" y="60860"/>
                    </a:lnTo>
                    <a:cubicBezTo>
                      <a:pt x="4670" y="60030"/>
                      <a:pt x="5292" y="59407"/>
                      <a:pt x="6019" y="58992"/>
                    </a:cubicBezTo>
                    <a:cubicBezTo>
                      <a:pt x="6745" y="58577"/>
                      <a:pt x="7679" y="58317"/>
                      <a:pt x="8769" y="58317"/>
                    </a:cubicBezTo>
                    <a:cubicBezTo>
                      <a:pt x="9858" y="58317"/>
                      <a:pt x="10948" y="58629"/>
                      <a:pt x="11934" y="59251"/>
                    </a:cubicBezTo>
                    <a:cubicBezTo>
                      <a:pt x="12920" y="59874"/>
                      <a:pt x="14061" y="60548"/>
                      <a:pt x="15410" y="61275"/>
                    </a:cubicBezTo>
                    <a:cubicBezTo>
                      <a:pt x="16707" y="62001"/>
                      <a:pt x="18264" y="62675"/>
                      <a:pt x="20028" y="63298"/>
                    </a:cubicBezTo>
                    <a:cubicBezTo>
                      <a:pt x="21792" y="63921"/>
                      <a:pt x="24023" y="64232"/>
                      <a:pt x="26721" y="64232"/>
                    </a:cubicBezTo>
                    <a:cubicBezTo>
                      <a:pt x="28848" y="64232"/>
                      <a:pt x="30664" y="63973"/>
                      <a:pt x="32221" y="63454"/>
                    </a:cubicBezTo>
                    <a:cubicBezTo>
                      <a:pt x="33725" y="62935"/>
                      <a:pt x="35022" y="62261"/>
                      <a:pt x="36008" y="61430"/>
                    </a:cubicBezTo>
                    <a:cubicBezTo>
                      <a:pt x="36994" y="60600"/>
                      <a:pt x="37721" y="59666"/>
                      <a:pt x="38188" y="58577"/>
                    </a:cubicBezTo>
                    <a:cubicBezTo>
                      <a:pt x="38655" y="57487"/>
                      <a:pt x="38862" y="56346"/>
                      <a:pt x="38862" y="55204"/>
                    </a:cubicBezTo>
                    <a:cubicBezTo>
                      <a:pt x="38862" y="53440"/>
                      <a:pt x="38343" y="52039"/>
                      <a:pt x="37305" y="50898"/>
                    </a:cubicBezTo>
                    <a:cubicBezTo>
                      <a:pt x="36268" y="49808"/>
                      <a:pt x="34867" y="48823"/>
                      <a:pt x="33155" y="47993"/>
                    </a:cubicBezTo>
                    <a:cubicBezTo>
                      <a:pt x="31442" y="47162"/>
                      <a:pt x="29471" y="46436"/>
                      <a:pt x="27292" y="45762"/>
                    </a:cubicBezTo>
                    <a:cubicBezTo>
                      <a:pt x="25113" y="45087"/>
                      <a:pt x="22830" y="44413"/>
                      <a:pt x="20547" y="43634"/>
                    </a:cubicBezTo>
                    <a:cubicBezTo>
                      <a:pt x="18264" y="42856"/>
                      <a:pt x="15981" y="41974"/>
                      <a:pt x="13802" y="40936"/>
                    </a:cubicBezTo>
                    <a:cubicBezTo>
                      <a:pt x="11623" y="39899"/>
                      <a:pt x="9651" y="38550"/>
                      <a:pt x="7939" y="36993"/>
                    </a:cubicBezTo>
                    <a:cubicBezTo>
                      <a:pt x="6226" y="35385"/>
                      <a:pt x="4825" y="33413"/>
                      <a:pt x="3788" y="31130"/>
                    </a:cubicBezTo>
                    <a:cubicBezTo>
                      <a:pt x="2750" y="28795"/>
                      <a:pt x="2231" y="25994"/>
                      <a:pt x="2231" y="22725"/>
                    </a:cubicBezTo>
                    <a:cubicBezTo>
                      <a:pt x="2231" y="19664"/>
                      <a:pt x="2854" y="16758"/>
                      <a:pt x="4047" y="14009"/>
                    </a:cubicBezTo>
                    <a:cubicBezTo>
                      <a:pt x="5240" y="11259"/>
                      <a:pt x="7057" y="8820"/>
                      <a:pt x="9391" y="6797"/>
                    </a:cubicBezTo>
                    <a:cubicBezTo>
                      <a:pt x="11726" y="4721"/>
                      <a:pt x="14684" y="3113"/>
                      <a:pt x="18160" y="1868"/>
                    </a:cubicBezTo>
                    <a:cubicBezTo>
                      <a:pt x="21688" y="623"/>
                      <a:pt x="25735" y="0"/>
                      <a:pt x="30353" y="0"/>
                    </a:cubicBezTo>
                    <a:cubicBezTo>
                      <a:pt x="35490" y="0"/>
                      <a:pt x="40159" y="830"/>
                      <a:pt x="44362" y="2542"/>
                    </a:cubicBezTo>
                    <a:cubicBezTo>
                      <a:pt x="48565" y="4255"/>
                      <a:pt x="52093" y="6485"/>
                      <a:pt x="54895" y="9235"/>
                    </a:cubicBezTo>
                    <a:lnTo>
                      <a:pt x="50848" y="15721"/>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42" name="Google Shape;1942;p89"/>
              <p:cNvSpPr/>
              <p:nvPr/>
            </p:nvSpPr>
            <p:spPr>
              <a:xfrm>
                <a:off x="4809215" y="5010735"/>
                <a:ext cx="37616" cy="14942"/>
              </a:xfrm>
              <a:custGeom>
                <a:avLst/>
                <a:gdLst/>
                <a:ahLst/>
                <a:cxnLst/>
                <a:rect l="l" t="t" r="r" b="b"/>
                <a:pathLst>
                  <a:path w="37616" h="14942" extrusionOk="0">
                    <a:moveTo>
                      <a:pt x="0" y="0"/>
                    </a:moveTo>
                    <a:lnTo>
                      <a:pt x="37617" y="0"/>
                    </a:lnTo>
                    <a:lnTo>
                      <a:pt x="37617" y="14943"/>
                    </a:lnTo>
                    <a:lnTo>
                      <a:pt x="0" y="14943"/>
                    </a:lnTo>
                    <a:lnTo>
                      <a:pt x="0"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43" name="Google Shape;1943;p89"/>
              <p:cNvSpPr/>
              <p:nvPr/>
            </p:nvSpPr>
            <p:spPr>
              <a:xfrm>
                <a:off x="4860478" y="4955946"/>
                <a:ext cx="88723" cy="107347"/>
              </a:xfrm>
              <a:custGeom>
                <a:avLst/>
                <a:gdLst/>
                <a:ahLst/>
                <a:cxnLst/>
                <a:rect l="l" t="t" r="r" b="b"/>
                <a:pathLst>
                  <a:path w="88723" h="107347" extrusionOk="0">
                    <a:moveTo>
                      <a:pt x="78191" y="81406"/>
                    </a:moveTo>
                    <a:cubicBezTo>
                      <a:pt x="79280" y="81406"/>
                      <a:pt x="80215" y="81821"/>
                      <a:pt x="81045" y="82651"/>
                    </a:cubicBezTo>
                    <a:lnTo>
                      <a:pt x="88724" y="91004"/>
                    </a:lnTo>
                    <a:cubicBezTo>
                      <a:pt x="84469" y="96296"/>
                      <a:pt x="79229" y="100343"/>
                      <a:pt x="73002" y="103145"/>
                    </a:cubicBezTo>
                    <a:cubicBezTo>
                      <a:pt x="66776" y="105947"/>
                      <a:pt x="59305" y="107348"/>
                      <a:pt x="50588" y="107348"/>
                    </a:cubicBezTo>
                    <a:cubicBezTo>
                      <a:pt x="42805" y="107348"/>
                      <a:pt x="35801" y="105999"/>
                      <a:pt x="29575" y="103352"/>
                    </a:cubicBezTo>
                    <a:cubicBezTo>
                      <a:pt x="23348" y="100706"/>
                      <a:pt x="18056" y="96971"/>
                      <a:pt x="13646" y="92249"/>
                    </a:cubicBezTo>
                    <a:cubicBezTo>
                      <a:pt x="9235" y="87528"/>
                      <a:pt x="5863" y="81821"/>
                      <a:pt x="3528" y="75232"/>
                    </a:cubicBezTo>
                    <a:cubicBezTo>
                      <a:pt x="1193" y="68642"/>
                      <a:pt x="0" y="61430"/>
                      <a:pt x="0" y="53648"/>
                    </a:cubicBezTo>
                    <a:cubicBezTo>
                      <a:pt x="0" y="45865"/>
                      <a:pt x="1245" y="38550"/>
                      <a:pt x="3788" y="31960"/>
                    </a:cubicBezTo>
                    <a:cubicBezTo>
                      <a:pt x="6330" y="25371"/>
                      <a:pt x="9858" y="19768"/>
                      <a:pt x="14424" y="14994"/>
                    </a:cubicBezTo>
                    <a:cubicBezTo>
                      <a:pt x="18990" y="10273"/>
                      <a:pt x="24438" y="6537"/>
                      <a:pt x="30820" y="3943"/>
                    </a:cubicBezTo>
                    <a:cubicBezTo>
                      <a:pt x="37202" y="1349"/>
                      <a:pt x="44206" y="0"/>
                      <a:pt x="51885" y="0"/>
                    </a:cubicBezTo>
                    <a:cubicBezTo>
                      <a:pt x="59564" y="0"/>
                      <a:pt x="66309" y="1245"/>
                      <a:pt x="72276" y="3787"/>
                    </a:cubicBezTo>
                    <a:cubicBezTo>
                      <a:pt x="78243" y="6330"/>
                      <a:pt x="83276" y="9598"/>
                      <a:pt x="87426" y="13645"/>
                    </a:cubicBezTo>
                    <a:lnTo>
                      <a:pt x="80889" y="22725"/>
                    </a:lnTo>
                    <a:cubicBezTo>
                      <a:pt x="80474" y="23296"/>
                      <a:pt x="80007" y="23814"/>
                      <a:pt x="79384" y="24230"/>
                    </a:cubicBezTo>
                    <a:cubicBezTo>
                      <a:pt x="78762" y="24645"/>
                      <a:pt x="77932" y="24904"/>
                      <a:pt x="76894" y="24904"/>
                    </a:cubicBezTo>
                    <a:cubicBezTo>
                      <a:pt x="76167" y="24904"/>
                      <a:pt x="75441" y="24697"/>
                      <a:pt x="74663" y="24282"/>
                    </a:cubicBezTo>
                    <a:cubicBezTo>
                      <a:pt x="73884" y="23866"/>
                      <a:pt x="73054" y="23348"/>
                      <a:pt x="72120" y="22777"/>
                    </a:cubicBezTo>
                    <a:cubicBezTo>
                      <a:pt x="71186" y="22154"/>
                      <a:pt x="70149" y="21480"/>
                      <a:pt x="68903" y="20805"/>
                    </a:cubicBezTo>
                    <a:cubicBezTo>
                      <a:pt x="67658" y="20131"/>
                      <a:pt x="66309" y="19404"/>
                      <a:pt x="64701" y="18834"/>
                    </a:cubicBezTo>
                    <a:cubicBezTo>
                      <a:pt x="63092" y="18211"/>
                      <a:pt x="61224" y="17744"/>
                      <a:pt x="59149" y="17329"/>
                    </a:cubicBezTo>
                    <a:cubicBezTo>
                      <a:pt x="57022" y="16914"/>
                      <a:pt x="54583" y="16706"/>
                      <a:pt x="51833" y="16706"/>
                    </a:cubicBezTo>
                    <a:cubicBezTo>
                      <a:pt x="47112" y="16706"/>
                      <a:pt x="42857" y="17537"/>
                      <a:pt x="38966" y="19197"/>
                    </a:cubicBezTo>
                    <a:cubicBezTo>
                      <a:pt x="35074" y="20857"/>
                      <a:pt x="31702" y="23296"/>
                      <a:pt x="28900" y="26461"/>
                    </a:cubicBezTo>
                    <a:cubicBezTo>
                      <a:pt x="26098" y="29625"/>
                      <a:pt x="23919" y="33517"/>
                      <a:pt x="22363" y="38083"/>
                    </a:cubicBezTo>
                    <a:cubicBezTo>
                      <a:pt x="20806" y="42648"/>
                      <a:pt x="20028" y="47889"/>
                      <a:pt x="20028" y="53752"/>
                    </a:cubicBezTo>
                    <a:cubicBezTo>
                      <a:pt x="20028" y="59614"/>
                      <a:pt x="20858" y="64907"/>
                      <a:pt x="22518" y="69524"/>
                    </a:cubicBezTo>
                    <a:cubicBezTo>
                      <a:pt x="24178" y="74142"/>
                      <a:pt x="26461" y="77981"/>
                      <a:pt x="29315" y="81146"/>
                    </a:cubicBezTo>
                    <a:cubicBezTo>
                      <a:pt x="32169" y="84311"/>
                      <a:pt x="35541" y="86698"/>
                      <a:pt x="39433" y="88358"/>
                    </a:cubicBezTo>
                    <a:cubicBezTo>
                      <a:pt x="43324" y="90018"/>
                      <a:pt x="47475" y="90849"/>
                      <a:pt x="51937" y="90849"/>
                    </a:cubicBezTo>
                    <a:cubicBezTo>
                      <a:pt x="54583" y="90849"/>
                      <a:pt x="57022" y="90693"/>
                      <a:pt x="59149" y="90433"/>
                    </a:cubicBezTo>
                    <a:cubicBezTo>
                      <a:pt x="61328" y="90122"/>
                      <a:pt x="63300" y="89707"/>
                      <a:pt x="65116" y="89032"/>
                    </a:cubicBezTo>
                    <a:cubicBezTo>
                      <a:pt x="66932" y="88410"/>
                      <a:pt x="68644" y="87580"/>
                      <a:pt x="70252" y="86594"/>
                    </a:cubicBezTo>
                    <a:cubicBezTo>
                      <a:pt x="71861" y="85608"/>
                      <a:pt x="73469" y="84363"/>
                      <a:pt x="75078" y="82910"/>
                    </a:cubicBezTo>
                    <a:cubicBezTo>
                      <a:pt x="75545" y="82495"/>
                      <a:pt x="76064" y="82132"/>
                      <a:pt x="76583" y="81872"/>
                    </a:cubicBezTo>
                    <a:cubicBezTo>
                      <a:pt x="77101" y="81613"/>
                      <a:pt x="77672" y="81457"/>
                      <a:pt x="78243" y="81457"/>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44" name="Google Shape;1944;p89"/>
              <p:cNvSpPr/>
              <p:nvPr/>
            </p:nvSpPr>
            <p:spPr>
              <a:xfrm>
                <a:off x="4959682" y="4954182"/>
                <a:ext cx="17952" cy="107918"/>
              </a:xfrm>
              <a:custGeom>
                <a:avLst/>
                <a:gdLst/>
                <a:ahLst/>
                <a:cxnLst/>
                <a:rect l="l" t="t" r="r" b="b"/>
                <a:pathLst>
                  <a:path w="17952" h="107918" extrusionOk="0">
                    <a:moveTo>
                      <a:pt x="17952" y="0"/>
                    </a:moveTo>
                    <a:lnTo>
                      <a:pt x="17952" y="107918"/>
                    </a:lnTo>
                    <a:lnTo>
                      <a:pt x="0" y="107918"/>
                    </a:lnTo>
                    <a:lnTo>
                      <a:pt x="0" y="0"/>
                    </a:lnTo>
                    <a:lnTo>
                      <a:pt x="17952"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45" name="Google Shape;1945;p89"/>
              <p:cNvSpPr/>
              <p:nvPr/>
            </p:nvSpPr>
            <p:spPr>
              <a:xfrm>
                <a:off x="4991281" y="4986454"/>
                <a:ext cx="73676" cy="76787"/>
              </a:xfrm>
              <a:custGeom>
                <a:avLst/>
                <a:gdLst/>
                <a:ahLst/>
                <a:cxnLst/>
                <a:rect l="l" t="t" r="r" b="b"/>
                <a:pathLst>
                  <a:path w="73676" h="76787" extrusionOk="0">
                    <a:moveTo>
                      <a:pt x="36994" y="0"/>
                    </a:moveTo>
                    <a:cubicBezTo>
                      <a:pt x="42494" y="0"/>
                      <a:pt x="47527" y="882"/>
                      <a:pt x="52041" y="2698"/>
                    </a:cubicBezTo>
                    <a:cubicBezTo>
                      <a:pt x="56555" y="4514"/>
                      <a:pt x="60446" y="7056"/>
                      <a:pt x="63663" y="10325"/>
                    </a:cubicBezTo>
                    <a:cubicBezTo>
                      <a:pt x="66880" y="13594"/>
                      <a:pt x="69370" y="17640"/>
                      <a:pt x="71082" y="22362"/>
                    </a:cubicBezTo>
                    <a:cubicBezTo>
                      <a:pt x="72847" y="27135"/>
                      <a:pt x="73677" y="32427"/>
                      <a:pt x="73677" y="38290"/>
                    </a:cubicBezTo>
                    <a:cubicBezTo>
                      <a:pt x="73677" y="44153"/>
                      <a:pt x="72795" y="49549"/>
                      <a:pt x="71082" y="54270"/>
                    </a:cubicBezTo>
                    <a:cubicBezTo>
                      <a:pt x="69319" y="59044"/>
                      <a:pt x="66880" y="63039"/>
                      <a:pt x="63663" y="66411"/>
                    </a:cubicBezTo>
                    <a:cubicBezTo>
                      <a:pt x="60446" y="69783"/>
                      <a:pt x="56555" y="72326"/>
                      <a:pt x="52041" y="74090"/>
                    </a:cubicBezTo>
                    <a:cubicBezTo>
                      <a:pt x="47527" y="75854"/>
                      <a:pt x="42494" y="76788"/>
                      <a:pt x="36994" y="76788"/>
                    </a:cubicBezTo>
                    <a:cubicBezTo>
                      <a:pt x="31494" y="76788"/>
                      <a:pt x="26357" y="75906"/>
                      <a:pt x="21792" y="74090"/>
                    </a:cubicBezTo>
                    <a:cubicBezTo>
                      <a:pt x="17226" y="72274"/>
                      <a:pt x="13334" y="69732"/>
                      <a:pt x="10117" y="66411"/>
                    </a:cubicBezTo>
                    <a:cubicBezTo>
                      <a:pt x="6901" y="63091"/>
                      <a:pt x="4410" y="59044"/>
                      <a:pt x="2646" y="54270"/>
                    </a:cubicBezTo>
                    <a:cubicBezTo>
                      <a:pt x="882" y="49497"/>
                      <a:pt x="0" y="44205"/>
                      <a:pt x="0" y="38290"/>
                    </a:cubicBezTo>
                    <a:cubicBezTo>
                      <a:pt x="0" y="32375"/>
                      <a:pt x="882" y="27135"/>
                      <a:pt x="2646" y="22362"/>
                    </a:cubicBezTo>
                    <a:cubicBezTo>
                      <a:pt x="4410" y="17640"/>
                      <a:pt x="6901" y="13594"/>
                      <a:pt x="10117" y="10325"/>
                    </a:cubicBezTo>
                    <a:cubicBezTo>
                      <a:pt x="13334" y="7056"/>
                      <a:pt x="17226" y="4514"/>
                      <a:pt x="21792" y="2698"/>
                    </a:cubicBezTo>
                    <a:cubicBezTo>
                      <a:pt x="26357" y="934"/>
                      <a:pt x="31390" y="0"/>
                      <a:pt x="36994" y="0"/>
                    </a:cubicBezTo>
                    <a:close/>
                    <a:moveTo>
                      <a:pt x="36994" y="62935"/>
                    </a:moveTo>
                    <a:cubicBezTo>
                      <a:pt x="43168" y="62935"/>
                      <a:pt x="47786" y="60860"/>
                      <a:pt x="50744" y="56709"/>
                    </a:cubicBezTo>
                    <a:cubicBezTo>
                      <a:pt x="53701" y="52558"/>
                      <a:pt x="55206" y="46436"/>
                      <a:pt x="55206" y="38394"/>
                    </a:cubicBezTo>
                    <a:cubicBezTo>
                      <a:pt x="55206" y="30352"/>
                      <a:pt x="53701" y="24230"/>
                      <a:pt x="50744" y="20027"/>
                    </a:cubicBezTo>
                    <a:cubicBezTo>
                      <a:pt x="47786" y="15824"/>
                      <a:pt x="43168" y="13697"/>
                      <a:pt x="36994" y="13697"/>
                    </a:cubicBezTo>
                    <a:cubicBezTo>
                      <a:pt x="30819" y="13697"/>
                      <a:pt x="26046" y="15824"/>
                      <a:pt x="22985" y="20079"/>
                    </a:cubicBezTo>
                    <a:cubicBezTo>
                      <a:pt x="19976" y="24334"/>
                      <a:pt x="18419" y="30456"/>
                      <a:pt x="18419" y="38446"/>
                    </a:cubicBezTo>
                    <a:cubicBezTo>
                      <a:pt x="18419" y="46436"/>
                      <a:pt x="19924" y="52506"/>
                      <a:pt x="22985" y="56709"/>
                    </a:cubicBezTo>
                    <a:cubicBezTo>
                      <a:pt x="25994" y="60912"/>
                      <a:pt x="30664" y="62987"/>
                      <a:pt x="36994" y="62987"/>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46" name="Google Shape;1946;p89"/>
              <p:cNvSpPr/>
              <p:nvPr/>
            </p:nvSpPr>
            <p:spPr>
              <a:xfrm>
                <a:off x="5077721" y="4987491"/>
                <a:ext cx="64960" cy="75750"/>
              </a:xfrm>
              <a:custGeom>
                <a:avLst/>
                <a:gdLst/>
                <a:ahLst/>
                <a:cxnLst/>
                <a:rect l="l" t="t" r="r" b="b"/>
                <a:pathLst>
                  <a:path w="64960" h="75750" extrusionOk="0">
                    <a:moveTo>
                      <a:pt x="64960" y="104"/>
                    </a:moveTo>
                    <a:lnTo>
                      <a:pt x="64960" y="74609"/>
                    </a:lnTo>
                    <a:lnTo>
                      <a:pt x="54012" y="74609"/>
                    </a:lnTo>
                    <a:cubicBezTo>
                      <a:pt x="51626" y="74609"/>
                      <a:pt x="50121" y="73520"/>
                      <a:pt x="49498" y="71340"/>
                    </a:cubicBezTo>
                    <a:lnTo>
                      <a:pt x="48253" y="65374"/>
                    </a:lnTo>
                    <a:cubicBezTo>
                      <a:pt x="45192" y="68487"/>
                      <a:pt x="41819" y="70977"/>
                      <a:pt x="38135" y="72897"/>
                    </a:cubicBezTo>
                    <a:cubicBezTo>
                      <a:pt x="34452" y="74817"/>
                      <a:pt x="30145" y="75751"/>
                      <a:pt x="25113" y="75751"/>
                    </a:cubicBezTo>
                    <a:cubicBezTo>
                      <a:pt x="21065" y="75751"/>
                      <a:pt x="17433" y="75076"/>
                      <a:pt x="14320" y="73675"/>
                    </a:cubicBezTo>
                    <a:cubicBezTo>
                      <a:pt x="11207" y="72274"/>
                      <a:pt x="8561" y="70354"/>
                      <a:pt x="6434" y="67812"/>
                    </a:cubicBezTo>
                    <a:cubicBezTo>
                      <a:pt x="4307" y="65270"/>
                      <a:pt x="2698" y="62313"/>
                      <a:pt x="1608" y="58836"/>
                    </a:cubicBezTo>
                    <a:cubicBezTo>
                      <a:pt x="519" y="55360"/>
                      <a:pt x="0" y="51573"/>
                      <a:pt x="0" y="47370"/>
                    </a:cubicBezTo>
                    <a:lnTo>
                      <a:pt x="0" y="0"/>
                    </a:lnTo>
                    <a:lnTo>
                      <a:pt x="17952" y="0"/>
                    </a:lnTo>
                    <a:lnTo>
                      <a:pt x="17952" y="47370"/>
                    </a:lnTo>
                    <a:cubicBezTo>
                      <a:pt x="17952" y="51936"/>
                      <a:pt x="18990" y="55464"/>
                      <a:pt x="21117" y="57954"/>
                    </a:cubicBezTo>
                    <a:cubicBezTo>
                      <a:pt x="23244" y="60445"/>
                      <a:pt x="26410" y="61690"/>
                      <a:pt x="30612" y="61690"/>
                    </a:cubicBezTo>
                    <a:cubicBezTo>
                      <a:pt x="33725" y="61690"/>
                      <a:pt x="36631" y="61015"/>
                      <a:pt x="39329" y="59615"/>
                    </a:cubicBezTo>
                    <a:cubicBezTo>
                      <a:pt x="42027" y="58214"/>
                      <a:pt x="44621" y="56346"/>
                      <a:pt x="47008" y="53907"/>
                    </a:cubicBezTo>
                    <a:lnTo>
                      <a:pt x="47008" y="0"/>
                    </a:lnTo>
                    <a:lnTo>
                      <a:pt x="64960"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47" name="Google Shape;1947;p89"/>
              <p:cNvSpPr/>
              <p:nvPr/>
            </p:nvSpPr>
            <p:spPr>
              <a:xfrm>
                <a:off x="5156275" y="4954130"/>
                <a:ext cx="68643" cy="109059"/>
              </a:xfrm>
              <a:custGeom>
                <a:avLst/>
                <a:gdLst/>
                <a:ahLst/>
                <a:cxnLst/>
                <a:rect l="l" t="t" r="r" b="b"/>
                <a:pathLst>
                  <a:path w="68643" h="109059" extrusionOk="0">
                    <a:moveTo>
                      <a:pt x="68540" y="52"/>
                    </a:moveTo>
                    <a:lnTo>
                      <a:pt x="68540" y="107970"/>
                    </a:lnTo>
                    <a:lnTo>
                      <a:pt x="57592" y="107970"/>
                    </a:lnTo>
                    <a:cubicBezTo>
                      <a:pt x="55206" y="107970"/>
                      <a:pt x="53701" y="106881"/>
                      <a:pt x="53078" y="104701"/>
                    </a:cubicBezTo>
                    <a:lnTo>
                      <a:pt x="51574" y="97490"/>
                    </a:lnTo>
                    <a:cubicBezTo>
                      <a:pt x="48564" y="100914"/>
                      <a:pt x="45140" y="103716"/>
                      <a:pt x="41197" y="105843"/>
                    </a:cubicBezTo>
                    <a:cubicBezTo>
                      <a:pt x="37305" y="107970"/>
                      <a:pt x="32740" y="109060"/>
                      <a:pt x="27603" y="109060"/>
                    </a:cubicBezTo>
                    <a:cubicBezTo>
                      <a:pt x="23556" y="109060"/>
                      <a:pt x="19820" y="108230"/>
                      <a:pt x="16396" y="106518"/>
                    </a:cubicBezTo>
                    <a:cubicBezTo>
                      <a:pt x="13023" y="104805"/>
                      <a:pt x="10066" y="102367"/>
                      <a:pt x="7627" y="99150"/>
                    </a:cubicBezTo>
                    <a:cubicBezTo>
                      <a:pt x="5189" y="95933"/>
                      <a:pt x="3269" y="91938"/>
                      <a:pt x="1972" y="87217"/>
                    </a:cubicBezTo>
                    <a:cubicBezTo>
                      <a:pt x="675" y="82495"/>
                      <a:pt x="0" y="77048"/>
                      <a:pt x="0" y="70925"/>
                    </a:cubicBezTo>
                    <a:cubicBezTo>
                      <a:pt x="0" y="65426"/>
                      <a:pt x="726" y="60289"/>
                      <a:pt x="2231" y="55516"/>
                    </a:cubicBezTo>
                    <a:cubicBezTo>
                      <a:pt x="3736" y="50794"/>
                      <a:pt x="5863" y="46643"/>
                      <a:pt x="8717" y="43167"/>
                    </a:cubicBezTo>
                    <a:cubicBezTo>
                      <a:pt x="11518" y="39691"/>
                      <a:pt x="14891" y="36941"/>
                      <a:pt x="18834" y="34970"/>
                    </a:cubicBezTo>
                    <a:cubicBezTo>
                      <a:pt x="22777" y="32998"/>
                      <a:pt x="27188" y="32013"/>
                      <a:pt x="32065" y="32013"/>
                    </a:cubicBezTo>
                    <a:cubicBezTo>
                      <a:pt x="36216" y="32013"/>
                      <a:pt x="39796" y="32687"/>
                      <a:pt x="42753" y="33984"/>
                    </a:cubicBezTo>
                    <a:cubicBezTo>
                      <a:pt x="45711" y="35281"/>
                      <a:pt x="48357" y="37045"/>
                      <a:pt x="50692" y="39276"/>
                    </a:cubicBezTo>
                    <a:lnTo>
                      <a:pt x="50692" y="0"/>
                    </a:lnTo>
                    <a:lnTo>
                      <a:pt x="68644" y="0"/>
                    </a:lnTo>
                    <a:close/>
                    <a:moveTo>
                      <a:pt x="50640" y="52506"/>
                    </a:moveTo>
                    <a:cubicBezTo>
                      <a:pt x="48616" y="50016"/>
                      <a:pt x="46385" y="48304"/>
                      <a:pt x="43999" y="47266"/>
                    </a:cubicBezTo>
                    <a:cubicBezTo>
                      <a:pt x="41612" y="46229"/>
                      <a:pt x="39017" y="45762"/>
                      <a:pt x="36268" y="45762"/>
                    </a:cubicBezTo>
                    <a:cubicBezTo>
                      <a:pt x="33518" y="45762"/>
                      <a:pt x="31131" y="46281"/>
                      <a:pt x="28952" y="47266"/>
                    </a:cubicBezTo>
                    <a:cubicBezTo>
                      <a:pt x="26773" y="48252"/>
                      <a:pt x="24905" y="49809"/>
                      <a:pt x="23348" y="51884"/>
                    </a:cubicBezTo>
                    <a:cubicBezTo>
                      <a:pt x="21792" y="53959"/>
                      <a:pt x="20598" y="56553"/>
                      <a:pt x="19768" y="59718"/>
                    </a:cubicBezTo>
                    <a:cubicBezTo>
                      <a:pt x="18938" y="62883"/>
                      <a:pt x="18523" y="66619"/>
                      <a:pt x="18523" y="70925"/>
                    </a:cubicBezTo>
                    <a:cubicBezTo>
                      <a:pt x="18523" y="75232"/>
                      <a:pt x="18886" y="78967"/>
                      <a:pt x="19560" y="81976"/>
                    </a:cubicBezTo>
                    <a:cubicBezTo>
                      <a:pt x="20235" y="84986"/>
                      <a:pt x="21273" y="87476"/>
                      <a:pt x="22570" y="89396"/>
                    </a:cubicBezTo>
                    <a:cubicBezTo>
                      <a:pt x="23867" y="91316"/>
                      <a:pt x="25475" y="92665"/>
                      <a:pt x="27343" y="93547"/>
                    </a:cubicBezTo>
                    <a:cubicBezTo>
                      <a:pt x="29211" y="94377"/>
                      <a:pt x="31339" y="94844"/>
                      <a:pt x="33673" y="94844"/>
                    </a:cubicBezTo>
                    <a:cubicBezTo>
                      <a:pt x="37409" y="94844"/>
                      <a:pt x="40574" y="94065"/>
                      <a:pt x="43169" y="92509"/>
                    </a:cubicBezTo>
                    <a:cubicBezTo>
                      <a:pt x="45763" y="90952"/>
                      <a:pt x="48253" y="88773"/>
                      <a:pt x="50588" y="85920"/>
                    </a:cubicBezTo>
                    <a:lnTo>
                      <a:pt x="50588" y="52506"/>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48" name="Google Shape;1948;p89"/>
              <p:cNvSpPr/>
              <p:nvPr/>
            </p:nvSpPr>
            <p:spPr>
              <a:xfrm>
                <a:off x="5315407" y="4949720"/>
                <a:ext cx="13957" cy="137336"/>
              </a:xfrm>
              <a:custGeom>
                <a:avLst/>
                <a:gdLst/>
                <a:ahLst/>
                <a:cxnLst/>
                <a:rect l="l" t="t" r="r" b="b"/>
                <a:pathLst>
                  <a:path w="13957" h="137336" extrusionOk="0">
                    <a:moveTo>
                      <a:pt x="0" y="0"/>
                    </a:moveTo>
                    <a:lnTo>
                      <a:pt x="13957" y="0"/>
                    </a:lnTo>
                    <a:lnTo>
                      <a:pt x="13957" y="137336"/>
                    </a:lnTo>
                    <a:lnTo>
                      <a:pt x="0" y="137336"/>
                    </a:lnTo>
                    <a:lnTo>
                      <a:pt x="0"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49" name="Google Shape;1949;p89"/>
              <p:cNvSpPr/>
              <p:nvPr/>
            </p:nvSpPr>
            <p:spPr>
              <a:xfrm>
                <a:off x="5422758" y="4957087"/>
                <a:ext cx="19612" cy="105012"/>
              </a:xfrm>
              <a:custGeom>
                <a:avLst/>
                <a:gdLst/>
                <a:ahLst/>
                <a:cxnLst/>
                <a:rect l="l" t="t" r="r" b="b"/>
                <a:pathLst>
                  <a:path w="19612" h="105012" extrusionOk="0">
                    <a:moveTo>
                      <a:pt x="19612" y="105013"/>
                    </a:moveTo>
                    <a:lnTo>
                      <a:pt x="0" y="105013"/>
                    </a:lnTo>
                    <a:lnTo>
                      <a:pt x="0" y="0"/>
                    </a:lnTo>
                    <a:lnTo>
                      <a:pt x="19612" y="0"/>
                    </a:lnTo>
                    <a:lnTo>
                      <a:pt x="19612" y="105013"/>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50" name="Google Shape;1950;p89"/>
              <p:cNvSpPr/>
              <p:nvPr/>
            </p:nvSpPr>
            <p:spPr>
              <a:xfrm>
                <a:off x="5461672" y="4986350"/>
                <a:ext cx="64908" cy="75750"/>
              </a:xfrm>
              <a:custGeom>
                <a:avLst/>
                <a:gdLst/>
                <a:ahLst/>
                <a:cxnLst/>
                <a:rect l="l" t="t" r="r" b="b"/>
                <a:pathLst>
                  <a:path w="64908" h="75750" extrusionOk="0">
                    <a:moveTo>
                      <a:pt x="16759" y="10377"/>
                    </a:moveTo>
                    <a:cubicBezTo>
                      <a:pt x="18264" y="8872"/>
                      <a:pt x="19820" y="7471"/>
                      <a:pt x="21532" y="6174"/>
                    </a:cubicBezTo>
                    <a:cubicBezTo>
                      <a:pt x="23193" y="4877"/>
                      <a:pt x="24957" y="3787"/>
                      <a:pt x="26825" y="2905"/>
                    </a:cubicBezTo>
                    <a:cubicBezTo>
                      <a:pt x="28692" y="2024"/>
                      <a:pt x="30664" y="1297"/>
                      <a:pt x="32843" y="778"/>
                    </a:cubicBezTo>
                    <a:cubicBezTo>
                      <a:pt x="34971" y="259"/>
                      <a:pt x="37305" y="0"/>
                      <a:pt x="39796" y="0"/>
                    </a:cubicBezTo>
                    <a:cubicBezTo>
                      <a:pt x="43843" y="0"/>
                      <a:pt x="47475" y="675"/>
                      <a:pt x="50640" y="2075"/>
                    </a:cubicBezTo>
                    <a:cubicBezTo>
                      <a:pt x="53805" y="3476"/>
                      <a:pt x="56399" y="5396"/>
                      <a:pt x="58526" y="7886"/>
                    </a:cubicBezTo>
                    <a:cubicBezTo>
                      <a:pt x="60654" y="10377"/>
                      <a:pt x="62210" y="13334"/>
                      <a:pt x="63300" y="16810"/>
                    </a:cubicBezTo>
                    <a:cubicBezTo>
                      <a:pt x="64389" y="20286"/>
                      <a:pt x="64908" y="24074"/>
                      <a:pt x="64908" y="28277"/>
                    </a:cubicBezTo>
                    <a:lnTo>
                      <a:pt x="64908" y="75698"/>
                    </a:lnTo>
                    <a:lnTo>
                      <a:pt x="46956" y="75698"/>
                    </a:lnTo>
                    <a:lnTo>
                      <a:pt x="46956" y="28277"/>
                    </a:lnTo>
                    <a:cubicBezTo>
                      <a:pt x="46956" y="23711"/>
                      <a:pt x="45918" y="20183"/>
                      <a:pt x="43843" y="17692"/>
                    </a:cubicBezTo>
                    <a:cubicBezTo>
                      <a:pt x="41768" y="15202"/>
                      <a:pt x="38603" y="13957"/>
                      <a:pt x="34348" y="13957"/>
                    </a:cubicBezTo>
                    <a:cubicBezTo>
                      <a:pt x="31235" y="13957"/>
                      <a:pt x="28329" y="14683"/>
                      <a:pt x="25631" y="16084"/>
                    </a:cubicBezTo>
                    <a:cubicBezTo>
                      <a:pt x="22933" y="17485"/>
                      <a:pt x="20339" y="19404"/>
                      <a:pt x="17952" y="21843"/>
                    </a:cubicBezTo>
                    <a:lnTo>
                      <a:pt x="17952" y="75750"/>
                    </a:lnTo>
                    <a:lnTo>
                      <a:pt x="0" y="75750"/>
                    </a:lnTo>
                    <a:lnTo>
                      <a:pt x="0" y="1245"/>
                    </a:lnTo>
                    <a:lnTo>
                      <a:pt x="10948" y="1245"/>
                    </a:lnTo>
                    <a:cubicBezTo>
                      <a:pt x="13283" y="1245"/>
                      <a:pt x="14787" y="2335"/>
                      <a:pt x="15514" y="4514"/>
                    </a:cubicBezTo>
                    <a:lnTo>
                      <a:pt x="16759" y="10377"/>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51" name="Google Shape;1951;p89"/>
              <p:cNvSpPr/>
              <p:nvPr/>
            </p:nvSpPr>
            <p:spPr>
              <a:xfrm>
                <a:off x="5535815" y="4964818"/>
                <a:ext cx="50795" cy="98475"/>
              </a:xfrm>
              <a:custGeom>
                <a:avLst/>
                <a:gdLst/>
                <a:ahLst/>
                <a:cxnLst/>
                <a:rect l="l" t="t" r="r" b="b"/>
                <a:pathLst>
                  <a:path w="50795" h="98475" extrusionOk="0">
                    <a:moveTo>
                      <a:pt x="31287" y="98476"/>
                    </a:moveTo>
                    <a:cubicBezTo>
                      <a:pt x="24801" y="98476"/>
                      <a:pt x="19820" y="96660"/>
                      <a:pt x="16344" y="92976"/>
                    </a:cubicBezTo>
                    <a:cubicBezTo>
                      <a:pt x="12868" y="89344"/>
                      <a:pt x="11155" y="84259"/>
                      <a:pt x="11155" y="77826"/>
                    </a:cubicBezTo>
                    <a:lnTo>
                      <a:pt x="11155" y="36215"/>
                    </a:lnTo>
                    <a:lnTo>
                      <a:pt x="3528" y="36215"/>
                    </a:lnTo>
                    <a:cubicBezTo>
                      <a:pt x="2542" y="36215"/>
                      <a:pt x="1712" y="35904"/>
                      <a:pt x="1038" y="35281"/>
                    </a:cubicBezTo>
                    <a:cubicBezTo>
                      <a:pt x="363" y="34658"/>
                      <a:pt x="0" y="33724"/>
                      <a:pt x="0" y="32427"/>
                    </a:cubicBezTo>
                    <a:lnTo>
                      <a:pt x="0" y="25319"/>
                    </a:lnTo>
                    <a:lnTo>
                      <a:pt x="11985" y="23348"/>
                    </a:lnTo>
                    <a:lnTo>
                      <a:pt x="15773" y="3009"/>
                    </a:lnTo>
                    <a:cubicBezTo>
                      <a:pt x="16033" y="2024"/>
                      <a:pt x="16499" y="1297"/>
                      <a:pt x="17174" y="778"/>
                    </a:cubicBezTo>
                    <a:cubicBezTo>
                      <a:pt x="17849" y="260"/>
                      <a:pt x="18731" y="0"/>
                      <a:pt x="19768" y="0"/>
                    </a:cubicBezTo>
                    <a:lnTo>
                      <a:pt x="29056" y="0"/>
                    </a:lnTo>
                    <a:lnTo>
                      <a:pt x="29056" y="23452"/>
                    </a:lnTo>
                    <a:lnTo>
                      <a:pt x="48980" y="23452"/>
                    </a:lnTo>
                    <a:lnTo>
                      <a:pt x="48980" y="36215"/>
                    </a:lnTo>
                    <a:lnTo>
                      <a:pt x="29056" y="36215"/>
                    </a:lnTo>
                    <a:lnTo>
                      <a:pt x="29056" y="76581"/>
                    </a:lnTo>
                    <a:cubicBezTo>
                      <a:pt x="29056" y="78915"/>
                      <a:pt x="29627" y="80731"/>
                      <a:pt x="30768" y="82028"/>
                    </a:cubicBezTo>
                    <a:cubicBezTo>
                      <a:pt x="31910" y="83325"/>
                      <a:pt x="33466" y="84000"/>
                      <a:pt x="35438" y="84000"/>
                    </a:cubicBezTo>
                    <a:cubicBezTo>
                      <a:pt x="36527" y="84000"/>
                      <a:pt x="37461" y="83844"/>
                      <a:pt x="38239" y="83585"/>
                    </a:cubicBezTo>
                    <a:cubicBezTo>
                      <a:pt x="38966" y="83325"/>
                      <a:pt x="39640" y="83014"/>
                      <a:pt x="40211" y="82755"/>
                    </a:cubicBezTo>
                    <a:cubicBezTo>
                      <a:pt x="40782" y="82443"/>
                      <a:pt x="41249" y="82184"/>
                      <a:pt x="41716" y="81925"/>
                    </a:cubicBezTo>
                    <a:cubicBezTo>
                      <a:pt x="42131" y="81665"/>
                      <a:pt x="42598" y="81510"/>
                      <a:pt x="43013" y="81510"/>
                    </a:cubicBezTo>
                    <a:cubicBezTo>
                      <a:pt x="43532" y="81510"/>
                      <a:pt x="43999" y="81665"/>
                      <a:pt x="44310" y="81925"/>
                    </a:cubicBezTo>
                    <a:cubicBezTo>
                      <a:pt x="44673" y="82184"/>
                      <a:pt x="45036" y="82599"/>
                      <a:pt x="45400" y="83118"/>
                    </a:cubicBezTo>
                    <a:lnTo>
                      <a:pt x="50796" y="91834"/>
                    </a:lnTo>
                    <a:cubicBezTo>
                      <a:pt x="48202" y="94013"/>
                      <a:pt x="45192" y="95674"/>
                      <a:pt x="41768" y="96763"/>
                    </a:cubicBezTo>
                    <a:cubicBezTo>
                      <a:pt x="38395" y="97853"/>
                      <a:pt x="34867" y="98424"/>
                      <a:pt x="31235" y="98424"/>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52" name="Google Shape;1952;p89"/>
              <p:cNvSpPr/>
              <p:nvPr/>
            </p:nvSpPr>
            <p:spPr>
              <a:xfrm>
                <a:off x="5591281" y="4986350"/>
                <a:ext cx="68177" cy="76787"/>
              </a:xfrm>
              <a:custGeom>
                <a:avLst/>
                <a:gdLst/>
                <a:ahLst/>
                <a:cxnLst/>
                <a:rect l="l" t="t" r="r" b="b"/>
                <a:pathLst>
                  <a:path w="68177" h="76787" extrusionOk="0">
                    <a:moveTo>
                      <a:pt x="17952" y="40729"/>
                    </a:moveTo>
                    <a:cubicBezTo>
                      <a:pt x="18264" y="44568"/>
                      <a:pt x="18938" y="47837"/>
                      <a:pt x="19976" y="50639"/>
                    </a:cubicBezTo>
                    <a:cubicBezTo>
                      <a:pt x="21013" y="53440"/>
                      <a:pt x="22466" y="55723"/>
                      <a:pt x="24179" y="57539"/>
                    </a:cubicBezTo>
                    <a:cubicBezTo>
                      <a:pt x="25943" y="59355"/>
                      <a:pt x="27966" y="60704"/>
                      <a:pt x="30405" y="61586"/>
                    </a:cubicBezTo>
                    <a:cubicBezTo>
                      <a:pt x="32791" y="62468"/>
                      <a:pt x="35438" y="62935"/>
                      <a:pt x="38343" y="62935"/>
                    </a:cubicBezTo>
                    <a:cubicBezTo>
                      <a:pt x="41249" y="62935"/>
                      <a:pt x="43739" y="62572"/>
                      <a:pt x="45867" y="61897"/>
                    </a:cubicBezTo>
                    <a:cubicBezTo>
                      <a:pt x="47994" y="61223"/>
                      <a:pt x="49810" y="60445"/>
                      <a:pt x="51366" y="59666"/>
                    </a:cubicBezTo>
                    <a:cubicBezTo>
                      <a:pt x="52923" y="58836"/>
                      <a:pt x="54324" y="58110"/>
                      <a:pt x="55517" y="57435"/>
                    </a:cubicBezTo>
                    <a:cubicBezTo>
                      <a:pt x="56710" y="56761"/>
                      <a:pt x="57852" y="56398"/>
                      <a:pt x="58993" y="56398"/>
                    </a:cubicBezTo>
                    <a:cubicBezTo>
                      <a:pt x="60498" y="56398"/>
                      <a:pt x="61588" y="56968"/>
                      <a:pt x="62314" y="58058"/>
                    </a:cubicBezTo>
                    <a:lnTo>
                      <a:pt x="67451" y="64595"/>
                    </a:lnTo>
                    <a:cubicBezTo>
                      <a:pt x="65479" y="66930"/>
                      <a:pt x="63248" y="68850"/>
                      <a:pt x="60758" y="70458"/>
                    </a:cubicBezTo>
                    <a:cubicBezTo>
                      <a:pt x="58267" y="72015"/>
                      <a:pt x="55725" y="73312"/>
                      <a:pt x="53027" y="74246"/>
                    </a:cubicBezTo>
                    <a:cubicBezTo>
                      <a:pt x="50329" y="75180"/>
                      <a:pt x="47631" y="75854"/>
                      <a:pt x="44829" y="76217"/>
                    </a:cubicBezTo>
                    <a:cubicBezTo>
                      <a:pt x="42027" y="76632"/>
                      <a:pt x="39329" y="76788"/>
                      <a:pt x="36735" y="76788"/>
                    </a:cubicBezTo>
                    <a:cubicBezTo>
                      <a:pt x="31546" y="76788"/>
                      <a:pt x="26721" y="75906"/>
                      <a:pt x="22259" y="74194"/>
                    </a:cubicBezTo>
                    <a:cubicBezTo>
                      <a:pt x="17797" y="72482"/>
                      <a:pt x="13905" y="69939"/>
                      <a:pt x="10636" y="66567"/>
                    </a:cubicBezTo>
                    <a:cubicBezTo>
                      <a:pt x="7368" y="63194"/>
                      <a:pt x="4774" y="59044"/>
                      <a:pt x="2854" y="54063"/>
                    </a:cubicBezTo>
                    <a:cubicBezTo>
                      <a:pt x="986" y="49082"/>
                      <a:pt x="0" y="43323"/>
                      <a:pt x="0" y="36785"/>
                    </a:cubicBezTo>
                    <a:cubicBezTo>
                      <a:pt x="0" y="31701"/>
                      <a:pt x="830" y="26928"/>
                      <a:pt x="2491" y="22466"/>
                    </a:cubicBezTo>
                    <a:cubicBezTo>
                      <a:pt x="4151" y="18004"/>
                      <a:pt x="6486" y="14112"/>
                      <a:pt x="9547" y="10792"/>
                    </a:cubicBezTo>
                    <a:cubicBezTo>
                      <a:pt x="12608" y="7471"/>
                      <a:pt x="16396" y="4825"/>
                      <a:pt x="20806" y="2905"/>
                    </a:cubicBezTo>
                    <a:cubicBezTo>
                      <a:pt x="25216" y="986"/>
                      <a:pt x="30249" y="0"/>
                      <a:pt x="35801" y="0"/>
                    </a:cubicBezTo>
                    <a:cubicBezTo>
                      <a:pt x="40522" y="0"/>
                      <a:pt x="44829" y="726"/>
                      <a:pt x="48824" y="2231"/>
                    </a:cubicBezTo>
                    <a:cubicBezTo>
                      <a:pt x="52819" y="3735"/>
                      <a:pt x="56192" y="5915"/>
                      <a:pt x="59045" y="8820"/>
                    </a:cubicBezTo>
                    <a:cubicBezTo>
                      <a:pt x="61899" y="11674"/>
                      <a:pt x="64130" y="15254"/>
                      <a:pt x="65739" y="19404"/>
                    </a:cubicBezTo>
                    <a:cubicBezTo>
                      <a:pt x="67347" y="23607"/>
                      <a:pt x="68177" y="28380"/>
                      <a:pt x="68177" y="33724"/>
                    </a:cubicBezTo>
                    <a:cubicBezTo>
                      <a:pt x="68177" y="36423"/>
                      <a:pt x="67866" y="38290"/>
                      <a:pt x="67295" y="39224"/>
                    </a:cubicBezTo>
                    <a:cubicBezTo>
                      <a:pt x="66725" y="40158"/>
                      <a:pt x="65583" y="40625"/>
                      <a:pt x="63975" y="40625"/>
                    </a:cubicBezTo>
                    <a:lnTo>
                      <a:pt x="17849" y="40625"/>
                    </a:lnTo>
                    <a:close/>
                    <a:moveTo>
                      <a:pt x="52196" y="29937"/>
                    </a:moveTo>
                    <a:cubicBezTo>
                      <a:pt x="52196" y="27602"/>
                      <a:pt x="51885" y="25423"/>
                      <a:pt x="51211" y="23348"/>
                    </a:cubicBezTo>
                    <a:cubicBezTo>
                      <a:pt x="50536" y="21272"/>
                      <a:pt x="49550" y="19508"/>
                      <a:pt x="48253" y="17952"/>
                    </a:cubicBezTo>
                    <a:cubicBezTo>
                      <a:pt x="46956" y="16395"/>
                      <a:pt x="45296" y="15202"/>
                      <a:pt x="43272" y="14268"/>
                    </a:cubicBezTo>
                    <a:cubicBezTo>
                      <a:pt x="41249" y="13386"/>
                      <a:pt x="38914" y="12919"/>
                      <a:pt x="36268" y="12919"/>
                    </a:cubicBezTo>
                    <a:cubicBezTo>
                      <a:pt x="31079" y="12919"/>
                      <a:pt x="26980" y="14424"/>
                      <a:pt x="24023" y="17329"/>
                    </a:cubicBezTo>
                    <a:cubicBezTo>
                      <a:pt x="21065" y="20235"/>
                      <a:pt x="19146" y="24489"/>
                      <a:pt x="18316" y="29885"/>
                    </a:cubicBezTo>
                    <a:lnTo>
                      <a:pt x="52145" y="29885"/>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53" name="Google Shape;1953;p89"/>
              <p:cNvSpPr/>
              <p:nvPr/>
            </p:nvSpPr>
            <p:spPr>
              <a:xfrm>
                <a:off x="5672740" y="4986194"/>
                <a:ext cx="44828" cy="75906"/>
              </a:xfrm>
              <a:custGeom>
                <a:avLst/>
                <a:gdLst/>
                <a:ahLst/>
                <a:cxnLst/>
                <a:rect l="l" t="t" r="r" b="b"/>
                <a:pathLst>
                  <a:path w="44828" h="75906" extrusionOk="0">
                    <a:moveTo>
                      <a:pt x="16915" y="14320"/>
                    </a:moveTo>
                    <a:cubicBezTo>
                      <a:pt x="19250" y="9858"/>
                      <a:pt x="21999" y="6382"/>
                      <a:pt x="25216" y="3840"/>
                    </a:cubicBezTo>
                    <a:cubicBezTo>
                      <a:pt x="28433" y="1297"/>
                      <a:pt x="32169" y="0"/>
                      <a:pt x="36527" y="0"/>
                    </a:cubicBezTo>
                    <a:cubicBezTo>
                      <a:pt x="39952" y="0"/>
                      <a:pt x="42701" y="726"/>
                      <a:pt x="44829" y="2231"/>
                    </a:cubicBezTo>
                    <a:lnTo>
                      <a:pt x="43687" y="15669"/>
                    </a:lnTo>
                    <a:cubicBezTo>
                      <a:pt x="43428" y="16551"/>
                      <a:pt x="43117" y="17174"/>
                      <a:pt x="42650" y="17537"/>
                    </a:cubicBezTo>
                    <a:cubicBezTo>
                      <a:pt x="42183" y="17900"/>
                      <a:pt x="41560" y="18108"/>
                      <a:pt x="40782" y="18108"/>
                    </a:cubicBezTo>
                    <a:cubicBezTo>
                      <a:pt x="40056" y="18108"/>
                      <a:pt x="38966" y="18004"/>
                      <a:pt x="37565" y="17744"/>
                    </a:cubicBezTo>
                    <a:cubicBezTo>
                      <a:pt x="36112" y="17485"/>
                      <a:pt x="34763" y="17381"/>
                      <a:pt x="33362" y="17381"/>
                    </a:cubicBezTo>
                    <a:cubicBezTo>
                      <a:pt x="31390" y="17381"/>
                      <a:pt x="29627" y="17693"/>
                      <a:pt x="28070" y="18263"/>
                    </a:cubicBezTo>
                    <a:cubicBezTo>
                      <a:pt x="26513" y="18834"/>
                      <a:pt x="25113" y="19664"/>
                      <a:pt x="23867" y="20754"/>
                    </a:cubicBezTo>
                    <a:cubicBezTo>
                      <a:pt x="22622" y="21843"/>
                      <a:pt x="21532" y="23140"/>
                      <a:pt x="20599" y="24697"/>
                    </a:cubicBezTo>
                    <a:cubicBezTo>
                      <a:pt x="19664" y="26253"/>
                      <a:pt x="18782" y="28017"/>
                      <a:pt x="17952" y="29989"/>
                    </a:cubicBezTo>
                    <a:lnTo>
                      <a:pt x="17952" y="75906"/>
                    </a:lnTo>
                    <a:lnTo>
                      <a:pt x="0" y="75906"/>
                    </a:lnTo>
                    <a:lnTo>
                      <a:pt x="0" y="1401"/>
                    </a:lnTo>
                    <a:lnTo>
                      <a:pt x="10533" y="1401"/>
                    </a:lnTo>
                    <a:cubicBezTo>
                      <a:pt x="12349" y="1401"/>
                      <a:pt x="13646" y="1712"/>
                      <a:pt x="14372" y="2387"/>
                    </a:cubicBezTo>
                    <a:cubicBezTo>
                      <a:pt x="15099" y="3061"/>
                      <a:pt x="15566" y="4203"/>
                      <a:pt x="15825" y="5915"/>
                    </a:cubicBezTo>
                    <a:lnTo>
                      <a:pt x="16915" y="1432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54" name="Google Shape;1954;p89"/>
              <p:cNvSpPr/>
              <p:nvPr/>
            </p:nvSpPr>
            <p:spPr>
              <a:xfrm>
                <a:off x="5720527" y="4986454"/>
                <a:ext cx="73677" cy="76787"/>
              </a:xfrm>
              <a:custGeom>
                <a:avLst/>
                <a:gdLst/>
                <a:ahLst/>
                <a:cxnLst/>
                <a:rect l="l" t="t" r="r" b="b"/>
                <a:pathLst>
                  <a:path w="73677" h="76787" extrusionOk="0">
                    <a:moveTo>
                      <a:pt x="36994" y="0"/>
                    </a:moveTo>
                    <a:cubicBezTo>
                      <a:pt x="42494" y="0"/>
                      <a:pt x="47527" y="882"/>
                      <a:pt x="52041" y="2698"/>
                    </a:cubicBezTo>
                    <a:cubicBezTo>
                      <a:pt x="56555" y="4514"/>
                      <a:pt x="60446" y="7056"/>
                      <a:pt x="63663" y="10325"/>
                    </a:cubicBezTo>
                    <a:cubicBezTo>
                      <a:pt x="66880" y="13594"/>
                      <a:pt x="69370" y="17640"/>
                      <a:pt x="71083" y="22362"/>
                    </a:cubicBezTo>
                    <a:cubicBezTo>
                      <a:pt x="72847" y="27135"/>
                      <a:pt x="73677" y="32427"/>
                      <a:pt x="73677" y="38290"/>
                    </a:cubicBezTo>
                    <a:cubicBezTo>
                      <a:pt x="73677" y="44153"/>
                      <a:pt x="72795" y="49549"/>
                      <a:pt x="71083" y="54270"/>
                    </a:cubicBezTo>
                    <a:cubicBezTo>
                      <a:pt x="69319" y="59044"/>
                      <a:pt x="66880" y="63039"/>
                      <a:pt x="63663" y="66411"/>
                    </a:cubicBezTo>
                    <a:cubicBezTo>
                      <a:pt x="60446" y="69783"/>
                      <a:pt x="56555" y="72326"/>
                      <a:pt x="52041" y="74090"/>
                    </a:cubicBezTo>
                    <a:cubicBezTo>
                      <a:pt x="47527" y="75854"/>
                      <a:pt x="42494" y="76788"/>
                      <a:pt x="36994" y="76788"/>
                    </a:cubicBezTo>
                    <a:cubicBezTo>
                      <a:pt x="31494" y="76788"/>
                      <a:pt x="26357" y="75906"/>
                      <a:pt x="21792" y="74090"/>
                    </a:cubicBezTo>
                    <a:cubicBezTo>
                      <a:pt x="17226" y="72274"/>
                      <a:pt x="13335" y="69732"/>
                      <a:pt x="10118" y="66411"/>
                    </a:cubicBezTo>
                    <a:cubicBezTo>
                      <a:pt x="6901" y="63091"/>
                      <a:pt x="4410" y="59044"/>
                      <a:pt x="2646" y="54270"/>
                    </a:cubicBezTo>
                    <a:cubicBezTo>
                      <a:pt x="882" y="49497"/>
                      <a:pt x="0" y="44205"/>
                      <a:pt x="0" y="38290"/>
                    </a:cubicBezTo>
                    <a:cubicBezTo>
                      <a:pt x="0" y="32375"/>
                      <a:pt x="882" y="27135"/>
                      <a:pt x="2646" y="22362"/>
                    </a:cubicBezTo>
                    <a:cubicBezTo>
                      <a:pt x="4410" y="17640"/>
                      <a:pt x="6901" y="13594"/>
                      <a:pt x="10118" y="10325"/>
                    </a:cubicBezTo>
                    <a:cubicBezTo>
                      <a:pt x="13335" y="7056"/>
                      <a:pt x="17226" y="4514"/>
                      <a:pt x="21792" y="2698"/>
                    </a:cubicBezTo>
                    <a:cubicBezTo>
                      <a:pt x="26357" y="934"/>
                      <a:pt x="31390" y="0"/>
                      <a:pt x="36994" y="0"/>
                    </a:cubicBezTo>
                    <a:close/>
                    <a:moveTo>
                      <a:pt x="36994" y="62935"/>
                    </a:moveTo>
                    <a:cubicBezTo>
                      <a:pt x="43169" y="62935"/>
                      <a:pt x="47786" y="60860"/>
                      <a:pt x="50744" y="56709"/>
                    </a:cubicBezTo>
                    <a:cubicBezTo>
                      <a:pt x="53701" y="52558"/>
                      <a:pt x="55206" y="46436"/>
                      <a:pt x="55206" y="38394"/>
                    </a:cubicBezTo>
                    <a:cubicBezTo>
                      <a:pt x="55206" y="30352"/>
                      <a:pt x="53701" y="24230"/>
                      <a:pt x="50744" y="20027"/>
                    </a:cubicBezTo>
                    <a:cubicBezTo>
                      <a:pt x="47786" y="15824"/>
                      <a:pt x="43169" y="13697"/>
                      <a:pt x="36994" y="13697"/>
                    </a:cubicBezTo>
                    <a:cubicBezTo>
                      <a:pt x="30820" y="13697"/>
                      <a:pt x="26046" y="15824"/>
                      <a:pt x="22985" y="20079"/>
                    </a:cubicBezTo>
                    <a:cubicBezTo>
                      <a:pt x="19976" y="24334"/>
                      <a:pt x="18419" y="30456"/>
                      <a:pt x="18419" y="38446"/>
                    </a:cubicBezTo>
                    <a:cubicBezTo>
                      <a:pt x="18419" y="46436"/>
                      <a:pt x="19924" y="52506"/>
                      <a:pt x="22985" y="56709"/>
                    </a:cubicBezTo>
                    <a:cubicBezTo>
                      <a:pt x="25995" y="60912"/>
                      <a:pt x="30664" y="62987"/>
                      <a:pt x="36994" y="62987"/>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55" name="Google Shape;1955;p89"/>
              <p:cNvSpPr/>
              <p:nvPr/>
            </p:nvSpPr>
            <p:spPr>
              <a:xfrm>
                <a:off x="5807642" y="4986194"/>
                <a:ext cx="68592" cy="100239"/>
              </a:xfrm>
              <a:custGeom>
                <a:avLst/>
                <a:gdLst/>
                <a:ahLst/>
                <a:cxnLst/>
                <a:rect l="l" t="t" r="r" b="b"/>
                <a:pathLst>
                  <a:path w="68592" h="100239" extrusionOk="0">
                    <a:moveTo>
                      <a:pt x="17070" y="11570"/>
                    </a:moveTo>
                    <a:cubicBezTo>
                      <a:pt x="20131" y="8146"/>
                      <a:pt x="23556" y="5344"/>
                      <a:pt x="27447" y="3217"/>
                    </a:cubicBezTo>
                    <a:cubicBezTo>
                      <a:pt x="31339" y="1090"/>
                      <a:pt x="35853" y="0"/>
                      <a:pt x="41093" y="0"/>
                    </a:cubicBezTo>
                    <a:cubicBezTo>
                      <a:pt x="45140" y="0"/>
                      <a:pt x="48876" y="830"/>
                      <a:pt x="52248" y="2543"/>
                    </a:cubicBezTo>
                    <a:cubicBezTo>
                      <a:pt x="55621" y="4255"/>
                      <a:pt x="58527" y="6693"/>
                      <a:pt x="60965" y="9910"/>
                    </a:cubicBezTo>
                    <a:cubicBezTo>
                      <a:pt x="63404" y="13127"/>
                      <a:pt x="65272" y="17122"/>
                      <a:pt x="66621" y="21843"/>
                    </a:cubicBezTo>
                    <a:cubicBezTo>
                      <a:pt x="67969" y="26564"/>
                      <a:pt x="68592" y="31961"/>
                      <a:pt x="68592" y="38083"/>
                    </a:cubicBezTo>
                    <a:cubicBezTo>
                      <a:pt x="68592" y="43634"/>
                      <a:pt x="67866" y="48823"/>
                      <a:pt x="66361" y="53544"/>
                    </a:cubicBezTo>
                    <a:cubicBezTo>
                      <a:pt x="64856" y="58266"/>
                      <a:pt x="62729" y="62416"/>
                      <a:pt x="59927" y="65892"/>
                    </a:cubicBezTo>
                    <a:cubicBezTo>
                      <a:pt x="57126" y="69369"/>
                      <a:pt x="53753" y="72119"/>
                      <a:pt x="49810" y="74038"/>
                    </a:cubicBezTo>
                    <a:cubicBezTo>
                      <a:pt x="45867" y="76010"/>
                      <a:pt x="41456" y="76996"/>
                      <a:pt x="36579" y="76996"/>
                    </a:cubicBezTo>
                    <a:cubicBezTo>
                      <a:pt x="32428" y="76996"/>
                      <a:pt x="28848" y="76373"/>
                      <a:pt x="25891" y="75076"/>
                    </a:cubicBezTo>
                    <a:cubicBezTo>
                      <a:pt x="22933" y="73779"/>
                      <a:pt x="20287" y="72015"/>
                      <a:pt x="17952" y="69732"/>
                    </a:cubicBezTo>
                    <a:lnTo>
                      <a:pt x="17952" y="100240"/>
                    </a:lnTo>
                    <a:lnTo>
                      <a:pt x="0" y="100240"/>
                    </a:lnTo>
                    <a:lnTo>
                      <a:pt x="0" y="1401"/>
                    </a:lnTo>
                    <a:lnTo>
                      <a:pt x="10948" y="1401"/>
                    </a:lnTo>
                    <a:cubicBezTo>
                      <a:pt x="13283" y="1401"/>
                      <a:pt x="14787" y="2491"/>
                      <a:pt x="15514" y="4670"/>
                    </a:cubicBezTo>
                    <a:lnTo>
                      <a:pt x="16967" y="11570"/>
                    </a:lnTo>
                    <a:close/>
                    <a:moveTo>
                      <a:pt x="18004" y="56605"/>
                    </a:moveTo>
                    <a:cubicBezTo>
                      <a:pt x="20028" y="59096"/>
                      <a:pt x="22259" y="60808"/>
                      <a:pt x="24645" y="61846"/>
                    </a:cubicBezTo>
                    <a:cubicBezTo>
                      <a:pt x="27032" y="62883"/>
                      <a:pt x="29627" y="63350"/>
                      <a:pt x="32428" y="63350"/>
                    </a:cubicBezTo>
                    <a:cubicBezTo>
                      <a:pt x="35230" y="63350"/>
                      <a:pt x="37565" y="62832"/>
                      <a:pt x="39744" y="61846"/>
                    </a:cubicBezTo>
                    <a:cubicBezTo>
                      <a:pt x="41923" y="60860"/>
                      <a:pt x="43791" y="59252"/>
                      <a:pt x="45296" y="57176"/>
                    </a:cubicBezTo>
                    <a:cubicBezTo>
                      <a:pt x="46801" y="55101"/>
                      <a:pt x="47994" y="52455"/>
                      <a:pt x="48824" y="49290"/>
                    </a:cubicBezTo>
                    <a:cubicBezTo>
                      <a:pt x="49654" y="46125"/>
                      <a:pt x="50069" y="42389"/>
                      <a:pt x="50069" y="38083"/>
                    </a:cubicBezTo>
                    <a:cubicBezTo>
                      <a:pt x="50069" y="33776"/>
                      <a:pt x="49706" y="30041"/>
                      <a:pt x="49032" y="27032"/>
                    </a:cubicBezTo>
                    <a:cubicBezTo>
                      <a:pt x="48305" y="24022"/>
                      <a:pt x="47319" y="21532"/>
                      <a:pt x="46022" y="19664"/>
                    </a:cubicBezTo>
                    <a:cubicBezTo>
                      <a:pt x="44725" y="17796"/>
                      <a:pt x="43117" y="16395"/>
                      <a:pt x="41249" y="15514"/>
                    </a:cubicBezTo>
                    <a:cubicBezTo>
                      <a:pt x="39381" y="14631"/>
                      <a:pt x="37254" y="14216"/>
                      <a:pt x="34867" y="14216"/>
                    </a:cubicBezTo>
                    <a:cubicBezTo>
                      <a:pt x="31131" y="14216"/>
                      <a:pt x="27966" y="14994"/>
                      <a:pt x="25372" y="16603"/>
                    </a:cubicBezTo>
                    <a:cubicBezTo>
                      <a:pt x="22778" y="18159"/>
                      <a:pt x="20287" y="20391"/>
                      <a:pt x="17952" y="23244"/>
                    </a:cubicBezTo>
                    <a:lnTo>
                      <a:pt x="17952" y="56657"/>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56" name="Google Shape;1956;p89"/>
              <p:cNvSpPr/>
              <p:nvPr/>
            </p:nvSpPr>
            <p:spPr>
              <a:xfrm>
                <a:off x="5885781" y="4986350"/>
                <a:ext cx="68177" cy="76787"/>
              </a:xfrm>
              <a:custGeom>
                <a:avLst/>
                <a:gdLst/>
                <a:ahLst/>
                <a:cxnLst/>
                <a:rect l="l" t="t" r="r" b="b"/>
                <a:pathLst>
                  <a:path w="68177" h="76787" extrusionOk="0">
                    <a:moveTo>
                      <a:pt x="17952" y="40729"/>
                    </a:moveTo>
                    <a:cubicBezTo>
                      <a:pt x="18264" y="44568"/>
                      <a:pt x="18938" y="47837"/>
                      <a:pt x="19976" y="50639"/>
                    </a:cubicBezTo>
                    <a:cubicBezTo>
                      <a:pt x="21013" y="53440"/>
                      <a:pt x="22466" y="55723"/>
                      <a:pt x="24179" y="57539"/>
                    </a:cubicBezTo>
                    <a:cubicBezTo>
                      <a:pt x="25943" y="59355"/>
                      <a:pt x="27966" y="60704"/>
                      <a:pt x="30405" y="61586"/>
                    </a:cubicBezTo>
                    <a:cubicBezTo>
                      <a:pt x="32791" y="62468"/>
                      <a:pt x="35438" y="62935"/>
                      <a:pt x="38343" y="62935"/>
                    </a:cubicBezTo>
                    <a:cubicBezTo>
                      <a:pt x="41249" y="62935"/>
                      <a:pt x="43739" y="62572"/>
                      <a:pt x="45867" y="61897"/>
                    </a:cubicBezTo>
                    <a:cubicBezTo>
                      <a:pt x="47994" y="61223"/>
                      <a:pt x="49810" y="60445"/>
                      <a:pt x="51366" y="59666"/>
                    </a:cubicBezTo>
                    <a:cubicBezTo>
                      <a:pt x="52923" y="58836"/>
                      <a:pt x="54324" y="58110"/>
                      <a:pt x="55517" y="57435"/>
                    </a:cubicBezTo>
                    <a:cubicBezTo>
                      <a:pt x="56710" y="56761"/>
                      <a:pt x="57852" y="56398"/>
                      <a:pt x="58993" y="56398"/>
                    </a:cubicBezTo>
                    <a:cubicBezTo>
                      <a:pt x="60498" y="56398"/>
                      <a:pt x="61588" y="56968"/>
                      <a:pt x="62314" y="58058"/>
                    </a:cubicBezTo>
                    <a:lnTo>
                      <a:pt x="67451" y="64595"/>
                    </a:lnTo>
                    <a:cubicBezTo>
                      <a:pt x="65479" y="66930"/>
                      <a:pt x="63248" y="68850"/>
                      <a:pt x="60758" y="70458"/>
                    </a:cubicBezTo>
                    <a:cubicBezTo>
                      <a:pt x="58267" y="72015"/>
                      <a:pt x="55725" y="73312"/>
                      <a:pt x="53027" y="74246"/>
                    </a:cubicBezTo>
                    <a:cubicBezTo>
                      <a:pt x="50329" y="75180"/>
                      <a:pt x="47631" y="75854"/>
                      <a:pt x="44829" y="76217"/>
                    </a:cubicBezTo>
                    <a:cubicBezTo>
                      <a:pt x="42027" y="76632"/>
                      <a:pt x="39329" y="76788"/>
                      <a:pt x="36735" y="76788"/>
                    </a:cubicBezTo>
                    <a:cubicBezTo>
                      <a:pt x="31546" y="76788"/>
                      <a:pt x="26721" y="75906"/>
                      <a:pt x="22259" y="74194"/>
                    </a:cubicBezTo>
                    <a:cubicBezTo>
                      <a:pt x="17797" y="72482"/>
                      <a:pt x="13905" y="69939"/>
                      <a:pt x="10636" y="66567"/>
                    </a:cubicBezTo>
                    <a:cubicBezTo>
                      <a:pt x="7368" y="63194"/>
                      <a:pt x="4773" y="59044"/>
                      <a:pt x="2854" y="54063"/>
                    </a:cubicBezTo>
                    <a:cubicBezTo>
                      <a:pt x="986" y="49082"/>
                      <a:pt x="0" y="43323"/>
                      <a:pt x="0" y="36785"/>
                    </a:cubicBezTo>
                    <a:cubicBezTo>
                      <a:pt x="0" y="31701"/>
                      <a:pt x="830" y="26928"/>
                      <a:pt x="2490" y="22466"/>
                    </a:cubicBezTo>
                    <a:cubicBezTo>
                      <a:pt x="4151" y="18004"/>
                      <a:pt x="6486" y="14112"/>
                      <a:pt x="9547" y="10792"/>
                    </a:cubicBezTo>
                    <a:cubicBezTo>
                      <a:pt x="12608" y="7471"/>
                      <a:pt x="16396" y="4825"/>
                      <a:pt x="20806" y="2905"/>
                    </a:cubicBezTo>
                    <a:cubicBezTo>
                      <a:pt x="25216" y="986"/>
                      <a:pt x="30249" y="0"/>
                      <a:pt x="35801" y="0"/>
                    </a:cubicBezTo>
                    <a:cubicBezTo>
                      <a:pt x="40522" y="0"/>
                      <a:pt x="44829" y="726"/>
                      <a:pt x="48824" y="2231"/>
                    </a:cubicBezTo>
                    <a:cubicBezTo>
                      <a:pt x="52819" y="3735"/>
                      <a:pt x="56192" y="5915"/>
                      <a:pt x="59045" y="8820"/>
                    </a:cubicBezTo>
                    <a:cubicBezTo>
                      <a:pt x="61899" y="11674"/>
                      <a:pt x="64130" y="15254"/>
                      <a:pt x="65738" y="19404"/>
                    </a:cubicBezTo>
                    <a:cubicBezTo>
                      <a:pt x="67347" y="23607"/>
                      <a:pt x="68177" y="28380"/>
                      <a:pt x="68177" y="33724"/>
                    </a:cubicBezTo>
                    <a:cubicBezTo>
                      <a:pt x="68177" y="36423"/>
                      <a:pt x="67866" y="38290"/>
                      <a:pt x="67295" y="39224"/>
                    </a:cubicBezTo>
                    <a:cubicBezTo>
                      <a:pt x="66724" y="40158"/>
                      <a:pt x="65583" y="40625"/>
                      <a:pt x="63975" y="40625"/>
                    </a:cubicBezTo>
                    <a:lnTo>
                      <a:pt x="17849" y="40625"/>
                    </a:lnTo>
                    <a:close/>
                    <a:moveTo>
                      <a:pt x="52145" y="29937"/>
                    </a:moveTo>
                    <a:cubicBezTo>
                      <a:pt x="52145" y="27602"/>
                      <a:pt x="51833" y="25423"/>
                      <a:pt x="51159" y="23348"/>
                    </a:cubicBezTo>
                    <a:cubicBezTo>
                      <a:pt x="50484" y="21272"/>
                      <a:pt x="49498" y="19508"/>
                      <a:pt x="48201" y="17952"/>
                    </a:cubicBezTo>
                    <a:cubicBezTo>
                      <a:pt x="46904" y="16395"/>
                      <a:pt x="45244" y="15202"/>
                      <a:pt x="43220" y="14268"/>
                    </a:cubicBezTo>
                    <a:cubicBezTo>
                      <a:pt x="41197" y="13386"/>
                      <a:pt x="38862" y="12919"/>
                      <a:pt x="36216" y="12919"/>
                    </a:cubicBezTo>
                    <a:cubicBezTo>
                      <a:pt x="31027" y="12919"/>
                      <a:pt x="26928" y="14424"/>
                      <a:pt x="23971" y="17329"/>
                    </a:cubicBezTo>
                    <a:cubicBezTo>
                      <a:pt x="21013" y="20235"/>
                      <a:pt x="19094" y="24489"/>
                      <a:pt x="18264" y="29885"/>
                    </a:cubicBezTo>
                    <a:lnTo>
                      <a:pt x="52093" y="29885"/>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57" name="Google Shape;1957;p89"/>
              <p:cNvSpPr/>
              <p:nvPr/>
            </p:nvSpPr>
            <p:spPr>
              <a:xfrm>
                <a:off x="5967241" y="4986194"/>
                <a:ext cx="44828" cy="75906"/>
              </a:xfrm>
              <a:custGeom>
                <a:avLst/>
                <a:gdLst/>
                <a:ahLst/>
                <a:cxnLst/>
                <a:rect l="l" t="t" r="r" b="b"/>
                <a:pathLst>
                  <a:path w="44828" h="75906" extrusionOk="0">
                    <a:moveTo>
                      <a:pt x="16915" y="14320"/>
                    </a:moveTo>
                    <a:cubicBezTo>
                      <a:pt x="19250" y="9858"/>
                      <a:pt x="21999" y="6382"/>
                      <a:pt x="25216" y="3840"/>
                    </a:cubicBezTo>
                    <a:cubicBezTo>
                      <a:pt x="28433" y="1297"/>
                      <a:pt x="32169" y="0"/>
                      <a:pt x="36527" y="0"/>
                    </a:cubicBezTo>
                    <a:cubicBezTo>
                      <a:pt x="39952" y="0"/>
                      <a:pt x="42701" y="726"/>
                      <a:pt x="44829" y="2231"/>
                    </a:cubicBezTo>
                    <a:lnTo>
                      <a:pt x="43687" y="15669"/>
                    </a:lnTo>
                    <a:cubicBezTo>
                      <a:pt x="43428" y="16551"/>
                      <a:pt x="43117" y="17174"/>
                      <a:pt x="42649" y="17537"/>
                    </a:cubicBezTo>
                    <a:cubicBezTo>
                      <a:pt x="42183" y="17900"/>
                      <a:pt x="41560" y="18108"/>
                      <a:pt x="40782" y="18108"/>
                    </a:cubicBezTo>
                    <a:cubicBezTo>
                      <a:pt x="40055" y="18108"/>
                      <a:pt x="38966" y="18004"/>
                      <a:pt x="37565" y="17744"/>
                    </a:cubicBezTo>
                    <a:cubicBezTo>
                      <a:pt x="36112" y="17485"/>
                      <a:pt x="34763" y="17381"/>
                      <a:pt x="33362" y="17381"/>
                    </a:cubicBezTo>
                    <a:cubicBezTo>
                      <a:pt x="31390" y="17381"/>
                      <a:pt x="29627" y="17693"/>
                      <a:pt x="28070" y="18263"/>
                    </a:cubicBezTo>
                    <a:cubicBezTo>
                      <a:pt x="26513" y="18834"/>
                      <a:pt x="25112" y="19664"/>
                      <a:pt x="23867" y="20754"/>
                    </a:cubicBezTo>
                    <a:cubicBezTo>
                      <a:pt x="22622" y="21843"/>
                      <a:pt x="21532" y="23140"/>
                      <a:pt x="20598" y="24697"/>
                    </a:cubicBezTo>
                    <a:cubicBezTo>
                      <a:pt x="19664" y="26253"/>
                      <a:pt x="18782" y="28017"/>
                      <a:pt x="17952" y="29989"/>
                    </a:cubicBezTo>
                    <a:lnTo>
                      <a:pt x="17952" y="75906"/>
                    </a:lnTo>
                    <a:lnTo>
                      <a:pt x="0" y="75906"/>
                    </a:lnTo>
                    <a:lnTo>
                      <a:pt x="0" y="1401"/>
                    </a:lnTo>
                    <a:lnTo>
                      <a:pt x="10533" y="1401"/>
                    </a:lnTo>
                    <a:cubicBezTo>
                      <a:pt x="12349" y="1401"/>
                      <a:pt x="13646" y="1712"/>
                      <a:pt x="14372" y="2387"/>
                    </a:cubicBezTo>
                    <a:cubicBezTo>
                      <a:pt x="15098" y="3061"/>
                      <a:pt x="15566" y="4203"/>
                      <a:pt x="15825" y="5915"/>
                    </a:cubicBezTo>
                    <a:lnTo>
                      <a:pt x="16915" y="1432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58" name="Google Shape;1958;p89"/>
              <p:cNvSpPr/>
              <p:nvPr/>
            </p:nvSpPr>
            <p:spPr>
              <a:xfrm>
                <a:off x="6014716" y="4986194"/>
                <a:ext cx="62262" cy="76995"/>
              </a:xfrm>
              <a:custGeom>
                <a:avLst/>
                <a:gdLst/>
                <a:ahLst/>
                <a:cxnLst/>
                <a:rect l="l" t="t" r="r" b="b"/>
                <a:pathLst>
                  <a:path w="62262" h="76995" extrusionOk="0">
                    <a:moveTo>
                      <a:pt x="3684" y="11778"/>
                    </a:moveTo>
                    <a:cubicBezTo>
                      <a:pt x="12245" y="3943"/>
                      <a:pt x="22570" y="0"/>
                      <a:pt x="34607" y="0"/>
                    </a:cubicBezTo>
                    <a:cubicBezTo>
                      <a:pt x="38966" y="0"/>
                      <a:pt x="42857" y="726"/>
                      <a:pt x="46281" y="2127"/>
                    </a:cubicBezTo>
                    <a:cubicBezTo>
                      <a:pt x="49706" y="3528"/>
                      <a:pt x="52611" y="5552"/>
                      <a:pt x="54998" y="8094"/>
                    </a:cubicBezTo>
                    <a:cubicBezTo>
                      <a:pt x="57385" y="10636"/>
                      <a:pt x="59201" y="13697"/>
                      <a:pt x="60394" y="17225"/>
                    </a:cubicBezTo>
                    <a:cubicBezTo>
                      <a:pt x="61639" y="20754"/>
                      <a:pt x="62262" y="24645"/>
                      <a:pt x="62262" y="28847"/>
                    </a:cubicBezTo>
                    <a:lnTo>
                      <a:pt x="62262" y="75906"/>
                    </a:lnTo>
                    <a:lnTo>
                      <a:pt x="54116" y="75906"/>
                    </a:lnTo>
                    <a:cubicBezTo>
                      <a:pt x="52404" y="75906"/>
                      <a:pt x="51107" y="75647"/>
                      <a:pt x="50173" y="75128"/>
                    </a:cubicBezTo>
                    <a:cubicBezTo>
                      <a:pt x="49239" y="74609"/>
                      <a:pt x="48513" y="73572"/>
                      <a:pt x="47994" y="72067"/>
                    </a:cubicBezTo>
                    <a:lnTo>
                      <a:pt x="46385" y="66671"/>
                    </a:lnTo>
                    <a:cubicBezTo>
                      <a:pt x="44517" y="68383"/>
                      <a:pt x="42649" y="69836"/>
                      <a:pt x="40885" y="71133"/>
                    </a:cubicBezTo>
                    <a:cubicBezTo>
                      <a:pt x="39121" y="72430"/>
                      <a:pt x="37254" y="73520"/>
                      <a:pt x="35282" y="74350"/>
                    </a:cubicBezTo>
                    <a:cubicBezTo>
                      <a:pt x="33362" y="75232"/>
                      <a:pt x="31287" y="75906"/>
                      <a:pt x="29056" y="76321"/>
                    </a:cubicBezTo>
                    <a:cubicBezTo>
                      <a:pt x="26876" y="76788"/>
                      <a:pt x="24438" y="76996"/>
                      <a:pt x="21740" y="76996"/>
                    </a:cubicBezTo>
                    <a:cubicBezTo>
                      <a:pt x="18575" y="76996"/>
                      <a:pt x="15669" y="76581"/>
                      <a:pt x="13023" y="75699"/>
                    </a:cubicBezTo>
                    <a:cubicBezTo>
                      <a:pt x="10377" y="74869"/>
                      <a:pt x="8042" y="73572"/>
                      <a:pt x="6122" y="71911"/>
                    </a:cubicBezTo>
                    <a:cubicBezTo>
                      <a:pt x="4203" y="70199"/>
                      <a:pt x="2698" y="68123"/>
                      <a:pt x="1608" y="65581"/>
                    </a:cubicBezTo>
                    <a:cubicBezTo>
                      <a:pt x="519" y="63039"/>
                      <a:pt x="0" y="60133"/>
                      <a:pt x="0" y="56813"/>
                    </a:cubicBezTo>
                    <a:cubicBezTo>
                      <a:pt x="0" y="54945"/>
                      <a:pt x="311" y="53025"/>
                      <a:pt x="934" y="51209"/>
                    </a:cubicBezTo>
                    <a:cubicBezTo>
                      <a:pt x="1556" y="49393"/>
                      <a:pt x="2594" y="47578"/>
                      <a:pt x="3995" y="45865"/>
                    </a:cubicBezTo>
                    <a:cubicBezTo>
                      <a:pt x="5448" y="44153"/>
                      <a:pt x="7264" y="42597"/>
                      <a:pt x="9547" y="41092"/>
                    </a:cubicBezTo>
                    <a:cubicBezTo>
                      <a:pt x="11830" y="39587"/>
                      <a:pt x="14631" y="38290"/>
                      <a:pt x="17952" y="37149"/>
                    </a:cubicBezTo>
                    <a:cubicBezTo>
                      <a:pt x="21273" y="36059"/>
                      <a:pt x="25112" y="35125"/>
                      <a:pt x="29522" y="34399"/>
                    </a:cubicBezTo>
                    <a:cubicBezTo>
                      <a:pt x="33933" y="33724"/>
                      <a:pt x="38966" y="33258"/>
                      <a:pt x="44621" y="33102"/>
                    </a:cubicBezTo>
                    <a:lnTo>
                      <a:pt x="44621" y="28744"/>
                    </a:lnTo>
                    <a:cubicBezTo>
                      <a:pt x="44621" y="23763"/>
                      <a:pt x="43531" y="20079"/>
                      <a:pt x="41404" y="17693"/>
                    </a:cubicBezTo>
                    <a:cubicBezTo>
                      <a:pt x="39277" y="15306"/>
                      <a:pt x="36216" y="14113"/>
                      <a:pt x="32169" y="14113"/>
                    </a:cubicBezTo>
                    <a:cubicBezTo>
                      <a:pt x="29263" y="14113"/>
                      <a:pt x="26876" y="14476"/>
                      <a:pt x="24957" y="15150"/>
                    </a:cubicBezTo>
                    <a:cubicBezTo>
                      <a:pt x="23037" y="15825"/>
                      <a:pt x="21377" y="16603"/>
                      <a:pt x="19924" y="17433"/>
                    </a:cubicBezTo>
                    <a:cubicBezTo>
                      <a:pt x="18471" y="18263"/>
                      <a:pt x="17174" y="19042"/>
                      <a:pt x="15980" y="19716"/>
                    </a:cubicBezTo>
                    <a:cubicBezTo>
                      <a:pt x="14787" y="20391"/>
                      <a:pt x="13490" y="20754"/>
                      <a:pt x="12037" y="20754"/>
                    </a:cubicBezTo>
                    <a:cubicBezTo>
                      <a:pt x="10792" y="20754"/>
                      <a:pt x="9703" y="20442"/>
                      <a:pt x="8820" y="19768"/>
                    </a:cubicBezTo>
                    <a:cubicBezTo>
                      <a:pt x="7938" y="19094"/>
                      <a:pt x="7264" y="18367"/>
                      <a:pt x="6693" y="17485"/>
                    </a:cubicBezTo>
                    <a:lnTo>
                      <a:pt x="3476" y="11726"/>
                    </a:lnTo>
                    <a:close/>
                    <a:moveTo>
                      <a:pt x="44829" y="44101"/>
                    </a:moveTo>
                    <a:cubicBezTo>
                      <a:pt x="39640" y="44361"/>
                      <a:pt x="35282" y="44776"/>
                      <a:pt x="31754" y="45450"/>
                    </a:cubicBezTo>
                    <a:cubicBezTo>
                      <a:pt x="28225" y="46125"/>
                      <a:pt x="25372" y="46955"/>
                      <a:pt x="23244" y="47941"/>
                    </a:cubicBezTo>
                    <a:cubicBezTo>
                      <a:pt x="21117" y="48978"/>
                      <a:pt x="19612" y="50120"/>
                      <a:pt x="18679" y="51521"/>
                    </a:cubicBezTo>
                    <a:cubicBezTo>
                      <a:pt x="17745" y="52870"/>
                      <a:pt x="17278" y="54374"/>
                      <a:pt x="17278" y="55931"/>
                    </a:cubicBezTo>
                    <a:cubicBezTo>
                      <a:pt x="17278" y="59096"/>
                      <a:pt x="18211" y="61327"/>
                      <a:pt x="20080" y="62676"/>
                    </a:cubicBezTo>
                    <a:cubicBezTo>
                      <a:pt x="21947" y="64025"/>
                      <a:pt x="24386" y="64699"/>
                      <a:pt x="27395" y="64699"/>
                    </a:cubicBezTo>
                    <a:cubicBezTo>
                      <a:pt x="31079" y="64699"/>
                      <a:pt x="34244" y="64025"/>
                      <a:pt x="36942" y="62728"/>
                    </a:cubicBezTo>
                    <a:cubicBezTo>
                      <a:pt x="39640" y="61379"/>
                      <a:pt x="42234" y="59355"/>
                      <a:pt x="44829" y="56657"/>
                    </a:cubicBezTo>
                    <a:lnTo>
                      <a:pt x="44829" y="44101"/>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59" name="Google Shape;1959;p89"/>
              <p:cNvSpPr/>
              <p:nvPr/>
            </p:nvSpPr>
            <p:spPr>
              <a:xfrm>
                <a:off x="6093633" y="4954286"/>
                <a:ext cx="68540" cy="108955"/>
              </a:xfrm>
              <a:custGeom>
                <a:avLst/>
                <a:gdLst/>
                <a:ahLst/>
                <a:cxnLst/>
                <a:rect l="l" t="t" r="r" b="b"/>
                <a:pathLst>
                  <a:path w="68540" h="108955" extrusionOk="0">
                    <a:moveTo>
                      <a:pt x="17900" y="42441"/>
                    </a:moveTo>
                    <a:cubicBezTo>
                      <a:pt x="20910" y="39276"/>
                      <a:pt x="24230" y="36785"/>
                      <a:pt x="27862" y="34918"/>
                    </a:cubicBezTo>
                    <a:cubicBezTo>
                      <a:pt x="31494" y="33050"/>
                      <a:pt x="35697" y="32116"/>
                      <a:pt x="40419" y="32116"/>
                    </a:cubicBezTo>
                    <a:cubicBezTo>
                      <a:pt x="44725" y="32116"/>
                      <a:pt x="48616" y="32946"/>
                      <a:pt x="52093" y="34658"/>
                    </a:cubicBezTo>
                    <a:cubicBezTo>
                      <a:pt x="55569" y="36371"/>
                      <a:pt x="58527" y="38809"/>
                      <a:pt x="60965" y="41974"/>
                    </a:cubicBezTo>
                    <a:cubicBezTo>
                      <a:pt x="63404" y="45139"/>
                      <a:pt x="65272" y="48978"/>
                      <a:pt x="66569" y="53492"/>
                    </a:cubicBezTo>
                    <a:cubicBezTo>
                      <a:pt x="67866" y="58006"/>
                      <a:pt x="68540" y="63039"/>
                      <a:pt x="68540" y="68694"/>
                    </a:cubicBezTo>
                    <a:cubicBezTo>
                      <a:pt x="68540" y="74764"/>
                      <a:pt x="67814" y="80264"/>
                      <a:pt x="66309" y="85193"/>
                    </a:cubicBezTo>
                    <a:cubicBezTo>
                      <a:pt x="64805" y="90122"/>
                      <a:pt x="62677" y="94377"/>
                      <a:pt x="59876" y="97853"/>
                    </a:cubicBezTo>
                    <a:cubicBezTo>
                      <a:pt x="57074" y="101381"/>
                      <a:pt x="53753" y="104079"/>
                      <a:pt x="49810" y="106051"/>
                    </a:cubicBezTo>
                    <a:cubicBezTo>
                      <a:pt x="45867" y="107970"/>
                      <a:pt x="41508" y="108956"/>
                      <a:pt x="36735" y="108956"/>
                    </a:cubicBezTo>
                    <a:cubicBezTo>
                      <a:pt x="34400" y="108956"/>
                      <a:pt x="32324" y="108748"/>
                      <a:pt x="30405" y="108281"/>
                    </a:cubicBezTo>
                    <a:cubicBezTo>
                      <a:pt x="28485" y="107814"/>
                      <a:pt x="26773" y="107192"/>
                      <a:pt x="25165" y="106362"/>
                    </a:cubicBezTo>
                    <a:cubicBezTo>
                      <a:pt x="23556" y="105531"/>
                      <a:pt x="22103" y="104546"/>
                      <a:pt x="20754" y="103352"/>
                    </a:cubicBezTo>
                    <a:cubicBezTo>
                      <a:pt x="19405" y="102159"/>
                      <a:pt x="18160" y="100862"/>
                      <a:pt x="16967" y="99409"/>
                    </a:cubicBezTo>
                    <a:lnTo>
                      <a:pt x="16188" y="104442"/>
                    </a:lnTo>
                    <a:cubicBezTo>
                      <a:pt x="15877" y="105687"/>
                      <a:pt x="15410" y="106621"/>
                      <a:pt x="14684" y="107140"/>
                    </a:cubicBezTo>
                    <a:cubicBezTo>
                      <a:pt x="13957" y="107659"/>
                      <a:pt x="13023" y="107918"/>
                      <a:pt x="11830" y="107918"/>
                    </a:cubicBezTo>
                    <a:lnTo>
                      <a:pt x="0" y="107918"/>
                    </a:lnTo>
                    <a:lnTo>
                      <a:pt x="0" y="0"/>
                    </a:lnTo>
                    <a:lnTo>
                      <a:pt x="17952" y="0"/>
                    </a:lnTo>
                    <a:lnTo>
                      <a:pt x="17952" y="42545"/>
                    </a:lnTo>
                    <a:close/>
                    <a:moveTo>
                      <a:pt x="17900" y="88514"/>
                    </a:moveTo>
                    <a:cubicBezTo>
                      <a:pt x="19924" y="91004"/>
                      <a:pt x="22155" y="92716"/>
                      <a:pt x="24542" y="93754"/>
                    </a:cubicBezTo>
                    <a:cubicBezTo>
                      <a:pt x="26928" y="94791"/>
                      <a:pt x="29471" y="95259"/>
                      <a:pt x="32117" y="95259"/>
                    </a:cubicBezTo>
                    <a:cubicBezTo>
                      <a:pt x="34763" y="95259"/>
                      <a:pt x="37357" y="94740"/>
                      <a:pt x="39536" y="93754"/>
                    </a:cubicBezTo>
                    <a:cubicBezTo>
                      <a:pt x="41716" y="92768"/>
                      <a:pt x="43636" y="91212"/>
                      <a:pt x="45140" y="89084"/>
                    </a:cubicBezTo>
                    <a:cubicBezTo>
                      <a:pt x="46697" y="86957"/>
                      <a:pt x="47890" y="84311"/>
                      <a:pt x="48720" y="81042"/>
                    </a:cubicBezTo>
                    <a:cubicBezTo>
                      <a:pt x="49550" y="77774"/>
                      <a:pt x="49965" y="73882"/>
                      <a:pt x="49965" y="69317"/>
                    </a:cubicBezTo>
                    <a:cubicBezTo>
                      <a:pt x="49965" y="61119"/>
                      <a:pt x="48616" y="55204"/>
                      <a:pt x="45919" y="51573"/>
                    </a:cubicBezTo>
                    <a:cubicBezTo>
                      <a:pt x="43220" y="47889"/>
                      <a:pt x="39329" y="46073"/>
                      <a:pt x="34244" y="46073"/>
                    </a:cubicBezTo>
                    <a:cubicBezTo>
                      <a:pt x="30820" y="46073"/>
                      <a:pt x="27810" y="46851"/>
                      <a:pt x="25216" y="48459"/>
                    </a:cubicBezTo>
                    <a:cubicBezTo>
                      <a:pt x="22622" y="50016"/>
                      <a:pt x="20183" y="52247"/>
                      <a:pt x="17900" y="55101"/>
                    </a:cubicBezTo>
                    <a:lnTo>
                      <a:pt x="17900" y="88514"/>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60" name="Google Shape;1960;p89"/>
              <p:cNvSpPr/>
              <p:nvPr/>
            </p:nvSpPr>
            <p:spPr>
              <a:xfrm>
                <a:off x="6175975" y="4954182"/>
                <a:ext cx="17952" cy="107918"/>
              </a:xfrm>
              <a:custGeom>
                <a:avLst/>
                <a:gdLst/>
                <a:ahLst/>
                <a:cxnLst/>
                <a:rect l="l" t="t" r="r" b="b"/>
                <a:pathLst>
                  <a:path w="17952" h="107918" extrusionOk="0">
                    <a:moveTo>
                      <a:pt x="17952" y="0"/>
                    </a:moveTo>
                    <a:lnTo>
                      <a:pt x="17952" y="107918"/>
                    </a:lnTo>
                    <a:lnTo>
                      <a:pt x="0" y="107918"/>
                    </a:lnTo>
                    <a:lnTo>
                      <a:pt x="0" y="0"/>
                    </a:lnTo>
                    <a:lnTo>
                      <a:pt x="17952"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61" name="Google Shape;1961;p89"/>
              <p:cNvSpPr/>
              <p:nvPr/>
            </p:nvSpPr>
            <p:spPr>
              <a:xfrm>
                <a:off x="6207417" y="4986350"/>
                <a:ext cx="68177" cy="76787"/>
              </a:xfrm>
              <a:custGeom>
                <a:avLst/>
                <a:gdLst/>
                <a:ahLst/>
                <a:cxnLst/>
                <a:rect l="l" t="t" r="r" b="b"/>
                <a:pathLst>
                  <a:path w="68177" h="76787" extrusionOk="0">
                    <a:moveTo>
                      <a:pt x="17952" y="40729"/>
                    </a:moveTo>
                    <a:cubicBezTo>
                      <a:pt x="18264" y="44568"/>
                      <a:pt x="18938" y="47837"/>
                      <a:pt x="19976" y="50639"/>
                    </a:cubicBezTo>
                    <a:cubicBezTo>
                      <a:pt x="21013" y="53440"/>
                      <a:pt x="22466" y="55723"/>
                      <a:pt x="24179" y="57539"/>
                    </a:cubicBezTo>
                    <a:cubicBezTo>
                      <a:pt x="25943" y="59355"/>
                      <a:pt x="27966" y="60704"/>
                      <a:pt x="30405" y="61586"/>
                    </a:cubicBezTo>
                    <a:cubicBezTo>
                      <a:pt x="32791" y="62468"/>
                      <a:pt x="35438" y="62935"/>
                      <a:pt x="38343" y="62935"/>
                    </a:cubicBezTo>
                    <a:cubicBezTo>
                      <a:pt x="41249" y="62935"/>
                      <a:pt x="43739" y="62572"/>
                      <a:pt x="45867" y="61897"/>
                    </a:cubicBezTo>
                    <a:cubicBezTo>
                      <a:pt x="47994" y="61223"/>
                      <a:pt x="49810" y="60445"/>
                      <a:pt x="51366" y="59666"/>
                    </a:cubicBezTo>
                    <a:cubicBezTo>
                      <a:pt x="52923" y="58836"/>
                      <a:pt x="54324" y="58110"/>
                      <a:pt x="55517" y="57435"/>
                    </a:cubicBezTo>
                    <a:cubicBezTo>
                      <a:pt x="56710" y="56761"/>
                      <a:pt x="57852" y="56398"/>
                      <a:pt x="58993" y="56398"/>
                    </a:cubicBezTo>
                    <a:cubicBezTo>
                      <a:pt x="60498" y="56398"/>
                      <a:pt x="61588" y="56968"/>
                      <a:pt x="62314" y="58058"/>
                    </a:cubicBezTo>
                    <a:lnTo>
                      <a:pt x="67451" y="64595"/>
                    </a:lnTo>
                    <a:cubicBezTo>
                      <a:pt x="65479" y="66930"/>
                      <a:pt x="63248" y="68850"/>
                      <a:pt x="60758" y="70458"/>
                    </a:cubicBezTo>
                    <a:cubicBezTo>
                      <a:pt x="58267" y="72015"/>
                      <a:pt x="55725" y="73312"/>
                      <a:pt x="53027" y="74246"/>
                    </a:cubicBezTo>
                    <a:cubicBezTo>
                      <a:pt x="50329" y="75180"/>
                      <a:pt x="47631" y="75854"/>
                      <a:pt x="44829" y="76217"/>
                    </a:cubicBezTo>
                    <a:cubicBezTo>
                      <a:pt x="42027" y="76632"/>
                      <a:pt x="39329" y="76788"/>
                      <a:pt x="36735" y="76788"/>
                    </a:cubicBezTo>
                    <a:cubicBezTo>
                      <a:pt x="31546" y="76788"/>
                      <a:pt x="26721" y="75906"/>
                      <a:pt x="22259" y="74194"/>
                    </a:cubicBezTo>
                    <a:cubicBezTo>
                      <a:pt x="17797" y="72482"/>
                      <a:pt x="13905" y="69939"/>
                      <a:pt x="10636" y="66567"/>
                    </a:cubicBezTo>
                    <a:cubicBezTo>
                      <a:pt x="7368" y="63194"/>
                      <a:pt x="4774" y="59044"/>
                      <a:pt x="2854" y="54063"/>
                    </a:cubicBezTo>
                    <a:cubicBezTo>
                      <a:pt x="986" y="49082"/>
                      <a:pt x="0" y="43323"/>
                      <a:pt x="0" y="36785"/>
                    </a:cubicBezTo>
                    <a:cubicBezTo>
                      <a:pt x="0" y="31701"/>
                      <a:pt x="830" y="26928"/>
                      <a:pt x="2491" y="22466"/>
                    </a:cubicBezTo>
                    <a:cubicBezTo>
                      <a:pt x="4151" y="18004"/>
                      <a:pt x="6486" y="14112"/>
                      <a:pt x="9547" y="10792"/>
                    </a:cubicBezTo>
                    <a:cubicBezTo>
                      <a:pt x="12608" y="7471"/>
                      <a:pt x="16396" y="4825"/>
                      <a:pt x="20806" y="2905"/>
                    </a:cubicBezTo>
                    <a:cubicBezTo>
                      <a:pt x="25216" y="986"/>
                      <a:pt x="30249" y="0"/>
                      <a:pt x="35801" y="0"/>
                    </a:cubicBezTo>
                    <a:cubicBezTo>
                      <a:pt x="40522" y="0"/>
                      <a:pt x="44829" y="726"/>
                      <a:pt x="48824" y="2231"/>
                    </a:cubicBezTo>
                    <a:cubicBezTo>
                      <a:pt x="52819" y="3735"/>
                      <a:pt x="56192" y="5915"/>
                      <a:pt x="59045" y="8820"/>
                    </a:cubicBezTo>
                    <a:cubicBezTo>
                      <a:pt x="61899" y="11674"/>
                      <a:pt x="64130" y="15254"/>
                      <a:pt x="65739" y="19404"/>
                    </a:cubicBezTo>
                    <a:cubicBezTo>
                      <a:pt x="67347" y="23607"/>
                      <a:pt x="68177" y="28380"/>
                      <a:pt x="68177" y="33724"/>
                    </a:cubicBezTo>
                    <a:cubicBezTo>
                      <a:pt x="68177" y="36423"/>
                      <a:pt x="67866" y="38290"/>
                      <a:pt x="67295" y="39224"/>
                    </a:cubicBezTo>
                    <a:cubicBezTo>
                      <a:pt x="66725" y="40158"/>
                      <a:pt x="65583" y="40625"/>
                      <a:pt x="63975" y="40625"/>
                    </a:cubicBezTo>
                    <a:lnTo>
                      <a:pt x="17849" y="40625"/>
                    </a:lnTo>
                    <a:close/>
                    <a:moveTo>
                      <a:pt x="52145" y="29937"/>
                    </a:moveTo>
                    <a:cubicBezTo>
                      <a:pt x="52145" y="27602"/>
                      <a:pt x="51833" y="25423"/>
                      <a:pt x="51159" y="23348"/>
                    </a:cubicBezTo>
                    <a:cubicBezTo>
                      <a:pt x="50484" y="21272"/>
                      <a:pt x="49499" y="19508"/>
                      <a:pt x="48202" y="17952"/>
                    </a:cubicBezTo>
                    <a:cubicBezTo>
                      <a:pt x="46904" y="16395"/>
                      <a:pt x="45244" y="15202"/>
                      <a:pt x="43220" y="14268"/>
                    </a:cubicBezTo>
                    <a:cubicBezTo>
                      <a:pt x="41197" y="13386"/>
                      <a:pt x="38862" y="12919"/>
                      <a:pt x="36216" y="12919"/>
                    </a:cubicBezTo>
                    <a:cubicBezTo>
                      <a:pt x="31028" y="12919"/>
                      <a:pt x="26928" y="14424"/>
                      <a:pt x="23971" y="17329"/>
                    </a:cubicBezTo>
                    <a:cubicBezTo>
                      <a:pt x="21013" y="20235"/>
                      <a:pt x="19094" y="24489"/>
                      <a:pt x="18264" y="29885"/>
                    </a:cubicBezTo>
                    <a:lnTo>
                      <a:pt x="52093" y="29885"/>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62" name="Google Shape;1962;p89"/>
              <p:cNvSpPr/>
              <p:nvPr/>
            </p:nvSpPr>
            <p:spPr>
              <a:xfrm>
                <a:off x="6361983" y="4949720"/>
                <a:ext cx="13957" cy="137336"/>
              </a:xfrm>
              <a:custGeom>
                <a:avLst/>
                <a:gdLst/>
                <a:ahLst/>
                <a:cxnLst/>
                <a:rect l="l" t="t" r="r" b="b"/>
                <a:pathLst>
                  <a:path w="13957" h="137336" extrusionOk="0">
                    <a:moveTo>
                      <a:pt x="0" y="0"/>
                    </a:moveTo>
                    <a:lnTo>
                      <a:pt x="13957" y="0"/>
                    </a:lnTo>
                    <a:lnTo>
                      <a:pt x="13957" y="137336"/>
                    </a:lnTo>
                    <a:lnTo>
                      <a:pt x="0" y="137336"/>
                    </a:lnTo>
                    <a:lnTo>
                      <a:pt x="0"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63" name="Google Shape;1963;p89"/>
              <p:cNvSpPr/>
              <p:nvPr/>
            </p:nvSpPr>
            <p:spPr>
              <a:xfrm>
                <a:off x="6460980" y="4955998"/>
                <a:ext cx="71030" cy="107295"/>
              </a:xfrm>
              <a:custGeom>
                <a:avLst/>
                <a:gdLst/>
                <a:ahLst/>
                <a:cxnLst/>
                <a:rect l="l" t="t" r="r" b="b"/>
                <a:pathLst>
                  <a:path w="71030" h="107295" extrusionOk="0">
                    <a:moveTo>
                      <a:pt x="64286" y="20183"/>
                    </a:moveTo>
                    <a:cubicBezTo>
                      <a:pt x="63715" y="21220"/>
                      <a:pt x="63093" y="21947"/>
                      <a:pt x="62418" y="22414"/>
                    </a:cubicBezTo>
                    <a:cubicBezTo>
                      <a:pt x="61743" y="22881"/>
                      <a:pt x="60965" y="23088"/>
                      <a:pt x="59979" y="23088"/>
                    </a:cubicBezTo>
                    <a:cubicBezTo>
                      <a:pt x="58942" y="23088"/>
                      <a:pt x="57852" y="22725"/>
                      <a:pt x="56659" y="21947"/>
                    </a:cubicBezTo>
                    <a:cubicBezTo>
                      <a:pt x="55465" y="21220"/>
                      <a:pt x="54065" y="20338"/>
                      <a:pt x="52404" y="19456"/>
                    </a:cubicBezTo>
                    <a:cubicBezTo>
                      <a:pt x="50744" y="18522"/>
                      <a:pt x="48824" y="17692"/>
                      <a:pt x="46645" y="16966"/>
                    </a:cubicBezTo>
                    <a:cubicBezTo>
                      <a:pt x="44466" y="16188"/>
                      <a:pt x="41819" y="15824"/>
                      <a:pt x="38862" y="15824"/>
                    </a:cubicBezTo>
                    <a:cubicBezTo>
                      <a:pt x="36164" y="15824"/>
                      <a:pt x="33777" y="16136"/>
                      <a:pt x="31754" y="16810"/>
                    </a:cubicBezTo>
                    <a:cubicBezTo>
                      <a:pt x="29730" y="17485"/>
                      <a:pt x="28018" y="18367"/>
                      <a:pt x="26617" y="19508"/>
                    </a:cubicBezTo>
                    <a:cubicBezTo>
                      <a:pt x="25216" y="20650"/>
                      <a:pt x="24231" y="22051"/>
                      <a:pt x="23504" y="23711"/>
                    </a:cubicBezTo>
                    <a:cubicBezTo>
                      <a:pt x="22778" y="25371"/>
                      <a:pt x="22466" y="27135"/>
                      <a:pt x="22466" y="29055"/>
                    </a:cubicBezTo>
                    <a:cubicBezTo>
                      <a:pt x="22466" y="31545"/>
                      <a:pt x="23141" y="33569"/>
                      <a:pt x="24542" y="35229"/>
                    </a:cubicBezTo>
                    <a:cubicBezTo>
                      <a:pt x="25943" y="36889"/>
                      <a:pt x="27759" y="38290"/>
                      <a:pt x="30042" y="39432"/>
                    </a:cubicBezTo>
                    <a:cubicBezTo>
                      <a:pt x="32325" y="40573"/>
                      <a:pt x="34919" y="41611"/>
                      <a:pt x="37825" y="42544"/>
                    </a:cubicBezTo>
                    <a:cubicBezTo>
                      <a:pt x="40730" y="43478"/>
                      <a:pt x="43688" y="44464"/>
                      <a:pt x="46749" y="45502"/>
                    </a:cubicBezTo>
                    <a:cubicBezTo>
                      <a:pt x="49810" y="46540"/>
                      <a:pt x="52767" y="47733"/>
                      <a:pt x="55673" y="49134"/>
                    </a:cubicBezTo>
                    <a:cubicBezTo>
                      <a:pt x="58579" y="50535"/>
                      <a:pt x="61173" y="52247"/>
                      <a:pt x="63456" y="54374"/>
                    </a:cubicBezTo>
                    <a:cubicBezTo>
                      <a:pt x="65739" y="56501"/>
                      <a:pt x="67555" y="59043"/>
                      <a:pt x="68956" y="62105"/>
                    </a:cubicBezTo>
                    <a:cubicBezTo>
                      <a:pt x="70356" y="65166"/>
                      <a:pt x="71031" y="68850"/>
                      <a:pt x="71031" y="73208"/>
                    </a:cubicBezTo>
                    <a:cubicBezTo>
                      <a:pt x="71031" y="77981"/>
                      <a:pt x="70201" y="82391"/>
                      <a:pt x="68592" y="86542"/>
                    </a:cubicBezTo>
                    <a:cubicBezTo>
                      <a:pt x="66984" y="90693"/>
                      <a:pt x="64597" y="94273"/>
                      <a:pt x="61484" y="97386"/>
                    </a:cubicBezTo>
                    <a:cubicBezTo>
                      <a:pt x="58371" y="100447"/>
                      <a:pt x="54531" y="102885"/>
                      <a:pt x="50017" y="104650"/>
                    </a:cubicBezTo>
                    <a:cubicBezTo>
                      <a:pt x="45503" y="106413"/>
                      <a:pt x="40367" y="107296"/>
                      <a:pt x="34556" y="107296"/>
                    </a:cubicBezTo>
                    <a:cubicBezTo>
                      <a:pt x="31235" y="107296"/>
                      <a:pt x="27914" y="106984"/>
                      <a:pt x="24697" y="106310"/>
                    </a:cubicBezTo>
                    <a:cubicBezTo>
                      <a:pt x="21429" y="105635"/>
                      <a:pt x="18316" y="104701"/>
                      <a:pt x="15358" y="103508"/>
                    </a:cubicBezTo>
                    <a:cubicBezTo>
                      <a:pt x="12401" y="102315"/>
                      <a:pt x="9599" y="100862"/>
                      <a:pt x="6953" y="99150"/>
                    </a:cubicBezTo>
                    <a:cubicBezTo>
                      <a:pt x="4358" y="97438"/>
                      <a:pt x="2024" y="95570"/>
                      <a:pt x="0" y="93494"/>
                    </a:cubicBezTo>
                    <a:lnTo>
                      <a:pt x="5759" y="84103"/>
                    </a:lnTo>
                    <a:cubicBezTo>
                      <a:pt x="6226" y="83429"/>
                      <a:pt x="6849" y="82858"/>
                      <a:pt x="7627" y="82391"/>
                    </a:cubicBezTo>
                    <a:cubicBezTo>
                      <a:pt x="8405" y="81924"/>
                      <a:pt x="9236" y="81717"/>
                      <a:pt x="10118" y="81717"/>
                    </a:cubicBezTo>
                    <a:cubicBezTo>
                      <a:pt x="11311" y="81717"/>
                      <a:pt x="12660" y="82236"/>
                      <a:pt x="14061" y="83222"/>
                    </a:cubicBezTo>
                    <a:cubicBezTo>
                      <a:pt x="15462" y="84207"/>
                      <a:pt x="17122" y="85297"/>
                      <a:pt x="19094" y="86542"/>
                    </a:cubicBezTo>
                    <a:cubicBezTo>
                      <a:pt x="21014" y="87735"/>
                      <a:pt x="23297" y="88877"/>
                      <a:pt x="25891" y="89862"/>
                    </a:cubicBezTo>
                    <a:cubicBezTo>
                      <a:pt x="28485" y="90848"/>
                      <a:pt x="31598" y="91367"/>
                      <a:pt x="35230" y="91367"/>
                    </a:cubicBezTo>
                    <a:cubicBezTo>
                      <a:pt x="40782" y="91367"/>
                      <a:pt x="45088" y="90070"/>
                      <a:pt x="48150" y="87424"/>
                    </a:cubicBezTo>
                    <a:cubicBezTo>
                      <a:pt x="51211" y="84778"/>
                      <a:pt x="52716" y="80991"/>
                      <a:pt x="52716" y="76062"/>
                    </a:cubicBezTo>
                    <a:cubicBezTo>
                      <a:pt x="52716" y="73312"/>
                      <a:pt x="52041" y="71029"/>
                      <a:pt x="50640" y="69317"/>
                    </a:cubicBezTo>
                    <a:cubicBezTo>
                      <a:pt x="49239" y="67553"/>
                      <a:pt x="47423" y="66100"/>
                      <a:pt x="45140" y="64906"/>
                    </a:cubicBezTo>
                    <a:cubicBezTo>
                      <a:pt x="42857" y="63713"/>
                      <a:pt x="40263" y="62727"/>
                      <a:pt x="37357" y="61897"/>
                    </a:cubicBezTo>
                    <a:cubicBezTo>
                      <a:pt x="34452" y="61067"/>
                      <a:pt x="31494" y="60185"/>
                      <a:pt x="28485" y="59199"/>
                    </a:cubicBezTo>
                    <a:cubicBezTo>
                      <a:pt x="25476" y="58213"/>
                      <a:pt x="22518" y="57072"/>
                      <a:pt x="19613" y="55723"/>
                    </a:cubicBezTo>
                    <a:cubicBezTo>
                      <a:pt x="16707" y="54374"/>
                      <a:pt x="14113" y="52610"/>
                      <a:pt x="11830" y="50431"/>
                    </a:cubicBezTo>
                    <a:cubicBezTo>
                      <a:pt x="9547" y="48252"/>
                      <a:pt x="7731" y="45502"/>
                      <a:pt x="6330" y="42233"/>
                    </a:cubicBezTo>
                    <a:cubicBezTo>
                      <a:pt x="4929" y="38964"/>
                      <a:pt x="4255" y="34918"/>
                      <a:pt x="4255" y="30144"/>
                    </a:cubicBezTo>
                    <a:cubicBezTo>
                      <a:pt x="4255" y="26305"/>
                      <a:pt x="5033" y="22569"/>
                      <a:pt x="6538" y="18937"/>
                    </a:cubicBezTo>
                    <a:cubicBezTo>
                      <a:pt x="8042" y="15305"/>
                      <a:pt x="10273" y="12089"/>
                      <a:pt x="13179" y="9287"/>
                    </a:cubicBezTo>
                    <a:cubicBezTo>
                      <a:pt x="16085" y="6485"/>
                      <a:pt x="19665" y="4203"/>
                      <a:pt x="23919" y="2542"/>
                    </a:cubicBezTo>
                    <a:cubicBezTo>
                      <a:pt x="28174" y="830"/>
                      <a:pt x="33051" y="0"/>
                      <a:pt x="38603" y="0"/>
                    </a:cubicBezTo>
                    <a:cubicBezTo>
                      <a:pt x="44777" y="0"/>
                      <a:pt x="50536" y="985"/>
                      <a:pt x="55725" y="2905"/>
                    </a:cubicBezTo>
                    <a:cubicBezTo>
                      <a:pt x="60965" y="4825"/>
                      <a:pt x="65427" y="7575"/>
                      <a:pt x="69111" y="11051"/>
                    </a:cubicBezTo>
                    <a:lnTo>
                      <a:pt x="64234" y="20286"/>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64" name="Google Shape;1964;p89"/>
              <p:cNvSpPr/>
              <p:nvPr/>
            </p:nvSpPr>
            <p:spPr>
              <a:xfrm>
                <a:off x="6541558" y="4986350"/>
                <a:ext cx="68177" cy="76787"/>
              </a:xfrm>
              <a:custGeom>
                <a:avLst/>
                <a:gdLst/>
                <a:ahLst/>
                <a:cxnLst/>
                <a:rect l="l" t="t" r="r" b="b"/>
                <a:pathLst>
                  <a:path w="68177" h="76787" extrusionOk="0">
                    <a:moveTo>
                      <a:pt x="17952" y="40729"/>
                    </a:moveTo>
                    <a:cubicBezTo>
                      <a:pt x="18264" y="44568"/>
                      <a:pt x="18938" y="47837"/>
                      <a:pt x="19976" y="50639"/>
                    </a:cubicBezTo>
                    <a:cubicBezTo>
                      <a:pt x="21013" y="53440"/>
                      <a:pt x="22466" y="55723"/>
                      <a:pt x="24178" y="57539"/>
                    </a:cubicBezTo>
                    <a:cubicBezTo>
                      <a:pt x="25943" y="59355"/>
                      <a:pt x="27966" y="60704"/>
                      <a:pt x="30405" y="61586"/>
                    </a:cubicBezTo>
                    <a:cubicBezTo>
                      <a:pt x="32791" y="62468"/>
                      <a:pt x="35438" y="62935"/>
                      <a:pt x="38343" y="62935"/>
                    </a:cubicBezTo>
                    <a:cubicBezTo>
                      <a:pt x="41249" y="62935"/>
                      <a:pt x="43739" y="62572"/>
                      <a:pt x="45866" y="61897"/>
                    </a:cubicBezTo>
                    <a:cubicBezTo>
                      <a:pt x="47994" y="61223"/>
                      <a:pt x="49810" y="60445"/>
                      <a:pt x="51366" y="59666"/>
                    </a:cubicBezTo>
                    <a:cubicBezTo>
                      <a:pt x="52923" y="58836"/>
                      <a:pt x="54324" y="58110"/>
                      <a:pt x="55517" y="57435"/>
                    </a:cubicBezTo>
                    <a:cubicBezTo>
                      <a:pt x="56710" y="56761"/>
                      <a:pt x="57852" y="56398"/>
                      <a:pt x="58993" y="56398"/>
                    </a:cubicBezTo>
                    <a:cubicBezTo>
                      <a:pt x="60498" y="56398"/>
                      <a:pt x="61588" y="56968"/>
                      <a:pt x="62314" y="58058"/>
                    </a:cubicBezTo>
                    <a:lnTo>
                      <a:pt x="67451" y="64595"/>
                    </a:lnTo>
                    <a:cubicBezTo>
                      <a:pt x="65479" y="66930"/>
                      <a:pt x="63248" y="68850"/>
                      <a:pt x="60758" y="70458"/>
                    </a:cubicBezTo>
                    <a:cubicBezTo>
                      <a:pt x="58267" y="72015"/>
                      <a:pt x="55725" y="73312"/>
                      <a:pt x="53027" y="74246"/>
                    </a:cubicBezTo>
                    <a:cubicBezTo>
                      <a:pt x="50329" y="75180"/>
                      <a:pt x="47631" y="75854"/>
                      <a:pt x="44829" y="76217"/>
                    </a:cubicBezTo>
                    <a:cubicBezTo>
                      <a:pt x="42027" y="76632"/>
                      <a:pt x="39329" y="76788"/>
                      <a:pt x="36735" y="76788"/>
                    </a:cubicBezTo>
                    <a:cubicBezTo>
                      <a:pt x="31546" y="76788"/>
                      <a:pt x="26721" y="75906"/>
                      <a:pt x="22259" y="74194"/>
                    </a:cubicBezTo>
                    <a:cubicBezTo>
                      <a:pt x="17797" y="72482"/>
                      <a:pt x="13905" y="69939"/>
                      <a:pt x="10636" y="66567"/>
                    </a:cubicBezTo>
                    <a:cubicBezTo>
                      <a:pt x="7368" y="63194"/>
                      <a:pt x="4773" y="59044"/>
                      <a:pt x="2854" y="54063"/>
                    </a:cubicBezTo>
                    <a:cubicBezTo>
                      <a:pt x="986" y="49082"/>
                      <a:pt x="0" y="43323"/>
                      <a:pt x="0" y="36785"/>
                    </a:cubicBezTo>
                    <a:cubicBezTo>
                      <a:pt x="0" y="31701"/>
                      <a:pt x="830" y="26928"/>
                      <a:pt x="2490" y="22466"/>
                    </a:cubicBezTo>
                    <a:cubicBezTo>
                      <a:pt x="4151" y="18004"/>
                      <a:pt x="6486" y="14112"/>
                      <a:pt x="9547" y="10792"/>
                    </a:cubicBezTo>
                    <a:cubicBezTo>
                      <a:pt x="12608" y="7471"/>
                      <a:pt x="16396" y="4825"/>
                      <a:pt x="20806" y="2905"/>
                    </a:cubicBezTo>
                    <a:cubicBezTo>
                      <a:pt x="25216" y="986"/>
                      <a:pt x="30249" y="0"/>
                      <a:pt x="35801" y="0"/>
                    </a:cubicBezTo>
                    <a:cubicBezTo>
                      <a:pt x="40522" y="0"/>
                      <a:pt x="44829" y="726"/>
                      <a:pt x="48824" y="2231"/>
                    </a:cubicBezTo>
                    <a:cubicBezTo>
                      <a:pt x="52819" y="3735"/>
                      <a:pt x="56192" y="5915"/>
                      <a:pt x="59045" y="8820"/>
                    </a:cubicBezTo>
                    <a:cubicBezTo>
                      <a:pt x="61899" y="11674"/>
                      <a:pt x="64130" y="15254"/>
                      <a:pt x="65738" y="19404"/>
                    </a:cubicBezTo>
                    <a:cubicBezTo>
                      <a:pt x="67347" y="23607"/>
                      <a:pt x="68177" y="28380"/>
                      <a:pt x="68177" y="33724"/>
                    </a:cubicBezTo>
                    <a:cubicBezTo>
                      <a:pt x="68177" y="36423"/>
                      <a:pt x="67866" y="38290"/>
                      <a:pt x="67295" y="39224"/>
                    </a:cubicBezTo>
                    <a:cubicBezTo>
                      <a:pt x="66724" y="40158"/>
                      <a:pt x="65583" y="40625"/>
                      <a:pt x="63975" y="40625"/>
                    </a:cubicBezTo>
                    <a:lnTo>
                      <a:pt x="17849" y="40625"/>
                    </a:lnTo>
                    <a:close/>
                    <a:moveTo>
                      <a:pt x="52145" y="29937"/>
                    </a:moveTo>
                    <a:cubicBezTo>
                      <a:pt x="52145" y="27602"/>
                      <a:pt x="51833" y="25423"/>
                      <a:pt x="51159" y="23348"/>
                    </a:cubicBezTo>
                    <a:cubicBezTo>
                      <a:pt x="50484" y="21272"/>
                      <a:pt x="49498" y="19508"/>
                      <a:pt x="48201" y="17952"/>
                    </a:cubicBezTo>
                    <a:cubicBezTo>
                      <a:pt x="46904" y="16395"/>
                      <a:pt x="45244" y="15202"/>
                      <a:pt x="43220" y="14268"/>
                    </a:cubicBezTo>
                    <a:cubicBezTo>
                      <a:pt x="41197" y="13386"/>
                      <a:pt x="38862" y="12919"/>
                      <a:pt x="36216" y="12919"/>
                    </a:cubicBezTo>
                    <a:cubicBezTo>
                      <a:pt x="31027" y="12919"/>
                      <a:pt x="26928" y="14424"/>
                      <a:pt x="23971" y="17329"/>
                    </a:cubicBezTo>
                    <a:cubicBezTo>
                      <a:pt x="21013" y="20235"/>
                      <a:pt x="19094" y="24489"/>
                      <a:pt x="18264" y="29885"/>
                    </a:cubicBezTo>
                    <a:lnTo>
                      <a:pt x="52093" y="29885"/>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65" name="Google Shape;1965;p89"/>
              <p:cNvSpPr/>
              <p:nvPr/>
            </p:nvSpPr>
            <p:spPr>
              <a:xfrm>
                <a:off x="6618918" y="4986454"/>
                <a:ext cx="62833" cy="76787"/>
              </a:xfrm>
              <a:custGeom>
                <a:avLst/>
                <a:gdLst/>
                <a:ahLst/>
                <a:cxnLst/>
                <a:rect l="l" t="t" r="r" b="b"/>
                <a:pathLst>
                  <a:path w="62833" h="76787" extrusionOk="0">
                    <a:moveTo>
                      <a:pt x="57437" y="16914"/>
                    </a:moveTo>
                    <a:cubicBezTo>
                      <a:pt x="56918" y="17588"/>
                      <a:pt x="56399" y="18107"/>
                      <a:pt x="55880" y="18522"/>
                    </a:cubicBezTo>
                    <a:cubicBezTo>
                      <a:pt x="55362" y="18885"/>
                      <a:pt x="54635" y="19093"/>
                      <a:pt x="53649" y="19093"/>
                    </a:cubicBezTo>
                    <a:cubicBezTo>
                      <a:pt x="52716" y="19093"/>
                      <a:pt x="51833" y="18834"/>
                      <a:pt x="50951" y="18263"/>
                    </a:cubicBezTo>
                    <a:cubicBezTo>
                      <a:pt x="50069" y="17692"/>
                      <a:pt x="49032" y="17070"/>
                      <a:pt x="47838" y="16395"/>
                    </a:cubicBezTo>
                    <a:cubicBezTo>
                      <a:pt x="46645" y="15669"/>
                      <a:pt x="45192" y="15046"/>
                      <a:pt x="43532" y="14527"/>
                    </a:cubicBezTo>
                    <a:cubicBezTo>
                      <a:pt x="41871" y="13957"/>
                      <a:pt x="39796" y="13697"/>
                      <a:pt x="37305" y="13697"/>
                    </a:cubicBezTo>
                    <a:cubicBezTo>
                      <a:pt x="34141" y="13697"/>
                      <a:pt x="31391" y="14268"/>
                      <a:pt x="29004" y="15409"/>
                    </a:cubicBezTo>
                    <a:cubicBezTo>
                      <a:pt x="26617" y="16551"/>
                      <a:pt x="24645" y="18159"/>
                      <a:pt x="23089" y="20338"/>
                    </a:cubicBezTo>
                    <a:cubicBezTo>
                      <a:pt x="21532" y="22465"/>
                      <a:pt x="20339" y="25060"/>
                      <a:pt x="19561" y="28069"/>
                    </a:cubicBezTo>
                    <a:cubicBezTo>
                      <a:pt x="18782" y="31078"/>
                      <a:pt x="18419" y="34503"/>
                      <a:pt x="18419" y="38342"/>
                    </a:cubicBezTo>
                    <a:cubicBezTo>
                      <a:pt x="18419" y="42182"/>
                      <a:pt x="18834" y="45865"/>
                      <a:pt x="19665" y="48926"/>
                    </a:cubicBezTo>
                    <a:cubicBezTo>
                      <a:pt x="20495" y="52039"/>
                      <a:pt x="21740" y="54633"/>
                      <a:pt x="23348" y="56709"/>
                    </a:cubicBezTo>
                    <a:cubicBezTo>
                      <a:pt x="24957" y="58836"/>
                      <a:pt x="26876" y="60393"/>
                      <a:pt x="29159" y="61482"/>
                    </a:cubicBezTo>
                    <a:cubicBezTo>
                      <a:pt x="31442" y="62572"/>
                      <a:pt x="33985" y="63143"/>
                      <a:pt x="36839" y="63143"/>
                    </a:cubicBezTo>
                    <a:cubicBezTo>
                      <a:pt x="39692" y="63143"/>
                      <a:pt x="42027" y="62779"/>
                      <a:pt x="43791" y="62105"/>
                    </a:cubicBezTo>
                    <a:cubicBezTo>
                      <a:pt x="45555" y="61430"/>
                      <a:pt x="47060" y="60652"/>
                      <a:pt x="48253" y="59770"/>
                    </a:cubicBezTo>
                    <a:cubicBezTo>
                      <a:pt x="49447" y="58940"/>
                      <a:pt x="50536" y="58162"/>
                      <a:pt x="51418" y="57435"/>
                    </a:cubicBezTo>
                    <a:cubicBezTo>
                      <a:pt x="52300" y="56761"/>
                      <a:pt x="53338" y="56398"/>
                      <a:pt x="54428" y="56398"/>
                    </a:cubicBezTo>
                    <a:cubicBezTo>
                      <a:pt x="55880" y="56398"/>
                      <a:pt x="56970" y="56968"/>
                      <a:pt x="57696" y="58058"/>
                    </a:cubicBezTo>
                    <a:lnTo>
                      <a:pt x="62833" y="64595"/>
                    </a:lnTo>
                    <a:cubicBezTo>
                      <a:pt x="60862" y="66930"/>
                      <a:pt x="58682" y="68850"/>
                      <a:pt x="56348" y="70458"/>
                    </a:cubicBezTo>
                    <a:cubicBezTo>
                      <a:pt x="54013" y="72015"/>
                      <a:pt x="51626" y="73312"/>
                      <a:pt x="49135" y="74246"/>
                    </a:cubicBezTo>
                    <a:cubicBezTo>
                      <a:pt x="46645" y="75180"/>
                      <a:pt x="44050" y="75854"/>
                      <a:pt x="41456" y="76217"/>
                    </a:cubicBezTo>
                    <a:cubicBezTo>
                      <a:pt x="38810" y="76632"/>
                      <a:pt x="36216" y="76788"/>
                      <a:pt x="33570" y="76788"/>
                    </a:cubicBezTo>
                    <a:cubicBezTo>
                      <a:pt x="28952" y="76788"/>
                      <a:pt x="24645" y="75906"/>
                      <a:pt x="20547" y="74194"/>
                    </a:cubicBezTo>
                    <a:cubicBezTo>
                      <a:pt x="16499" y="72482"/>
                      <a:pt x="12919" y="69991"/>
                      <a:pt x="9858" y="66671"/>
                    </a:cubicBezTo>
                    <a:cubicBezTo>
                      <a:pt x="6797" y="63402"/>
                      <a:pt x="4410" y="59355"/>
                      <a:pt x="2646" y="54582"/>
                    </a:cubicBezTo>
                    <a:cubicBezTo>
                      <a:pt x="882" y="49808"/>
                      <a:pt x="0" y="44361"/>
                      <a:pt x="0" y="38290"/>
                    </a:cubicBezTo>
                    <a:cubicBezTo>
                      <a:pt x="0" y="32842"/>
                      <a:pt x="778" y="27758"/>
                      <a:pt x="2335" y="23088"/>
                    </a:cubicBezTo>
                    <a:cubicBezTo>
                      <a:pt x="3891" y="18419"/>
                      <a:pt x="6226" y="14372"/>
                      <a:pt x="9288" y="10947"/>
                    </a:cubicBezTo>
                    <a:cubicBezTo>
                      <a:pt x="12349" y="7523"/>
                      <a:pt x="16137" y="4877"/>
                      <a:pt x="20599" y="2905"/>
                    </a:cubicBezTo>
                    <a:cubicBezTo>
                      <a:pt x="25113" y="986"/>
                      <a:pt x="30301" y="0"/>
                      <a:pt x="36164" y="0"/>
                    </a:cubicBezTo>
                    <a:cubicBezTo>
                      <a:pt x="42027" y="0"/>
                      <a:pt x="46593" y="882"/>
                      <a:pt x="50796" y="2698"/>
                    </a:cubicBezTo>
                    <a:cubicBezTo>
                      <a:pt x="54998" y="4514"/>
                      <a:pt x="58734" y="7056"/>
                      <a:pt x="62107" y="10377"/>
                    </a:cubicBezTo>
                    <a:lnTo>
                      <a:pt x="57385" y="16914"/>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66" name="Google Shape;1966;p89"/>
              <p:cNvSpPr/>
              <p:nvPr/>
            </p:nvSpPr>
            <p:spPr>
              <a:xfrm>
                <a:off x="6691973" y="4987491"/>
                <a:ext cx="64960" cy="75750"/>
              </a:xfrm>
              <a:custGeom>
                <a:avLst/>
                <a:gdLst/>
                <a:ahLst/>
                <a:cxnLst/>
                <a:rect l="l" t="t" r="r" b="b"/>
                <a:pathLst>
                  <a:path w="64960" h="75750" extrusionOk="0">
                    <a:moveTo>
                      <a:pt x="64960" y="104"/>
                    </a:moveTo>
                    <a:lnTo>
                      <a:pt x="64960" y="74609"/>
                    </a:lnTo>
                    <a:lnTo>
                      <a:pt x="54012" y="74609"/>
                    </a:lnTo>
                    <a:cubicBezTo>
                      <a:pt x="51626" y="74609"/>
                      <a:pt x="50121" y="73520"/>
                      <a:pt x="49498" y="71340"/>
                    </a:cubicBezTo>
                    <a:lnTo>
                      <a:pt x="48253" y="65374"/>
                    </a:lnTo>
                    <a:cubicBezTo>
                      <a:pt x="45192" y="68487"/>
                      <a:pt x="41819" y="70977"/>
                      <a:pt x="38135" y="72897"/>
                    </a:cubicBezTo>
                    <a:cubicBezTo>
                      <a:pt x="34452" y="74817"/>
                      <a:pt x="30145" y="75751"/>
                      <a:pt x="25113" y="75751"/>
                    </a:cubicBezTo>
                    <a:cubicBezTo>
                      <a:pt x="21065" y="75751"/>
                      <a:pt x="17433" y="75076"/>
                      <a:pt x="14320" y="73675"/>
                    </a:cubicBezTo>
                    <a:cubicBezTo>
                      <a:pt x="11207" y="72274"/>
                      <a:pt x="8561" y="70354"/>
                      <a:pt x="6434" y="67812"/>
                    </a:cubicBezTo>
                    <a:cubicBezTo>
                      <a:pt x="4307" y="65270"/>
                      <a:pt x="2698" y="62313"/>
                      <a:pt x="1608" y="58836"/>
                    </a:cubicBezTo>
                    <a:cubicBezTo>
                      <a:pt x="519" y="55360"/>
                      <a:pt x="0" y="51573"/>
                      <a:pt x="0" y="47370"/>
                    </a:cubicBezTo>
                    <a:lnTo>
                      <a:pt x="0" y="0"/>
                    </a:lnTo>
                    <a:lnTo>
                      <a:pt x="17952" y="0"/>
                    </a:lnTo>
                    <a:lnTo>
                      <a:pt x="17952" y="47370"/>
                    </a:lnTo>
                    <a:cubicBezTo>
                      <a:pt x="17952" y="51936"/>
                      <a:pt x="18990" y="55464"/>
                      <a:pt x="21117" y="57954"/>
                    </a:cubicBezTo>
                    <a:cubicBezTo>
                      <a:pt x="23244" y="60445"/>
                      <a:pt x="26410" y="61690"/>
                      <a:pt x="30612" y="61690"/>
                    </a:cubicBezTo>
                    <a:cubicBezTo>
                      <a:pt x="33725" y="61690"/>
                      <a:pt x="36631" y="61015"/>
                      <a:pt x="39329" y="59615"/>
                    </a:cubicBezTo>
                    <a:cubicBezTo>
                      <a:pt x="42027" y="58214"/>
                      <a:pt x="44621" y="56346"/>
                      <a:pt x="47008" y="53907"/>
                    </a:cubicBezTo>
                    <a:lnTo>
                      <a:pt x="47008" y="0"/>
                    </a:lnTo>
                    <a:lnTo>
                      <a:pt x="64960"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67" name="Google Shape;1967;p89"/>
              <p:cNvSpPr/>
              <p:nvPr/>
            </p:nvSpPr>
            <p:spPr>
              <a:xfrm>
                <a:off x="6774367" y="4986194"/>
                <a:ext cx="44828" cy="75906"/>
              </a:xfrm>
              <a:custGeom>
                <a:avLst/>
                <a:gdLst/>
                <a:ahLst/>
                <a:cxnLst/>
                <a:rect l="l" t="t" r="r" b="b"/>
                <a:pathLst>
                  <a:path w="44828" h="75906" extrusionOk="0">
                    <a:moveTo>
                      <a:pt x="16915" y="14320"/>
                    </a:moveTo>
                    <a:cubicBezTo>
                      <a:pt x="19250" y="9858"/>
                      <a:pt x="21999" y="6382"/>
                      <a:pt x="25216" y="3840"/>
                    </a:cubicBezTo>
                    <a:cubicBezTo>
                      <a:pt x="28433" y="1297"/>
                      <a:pt x="32169" y="0"/>
                      <a:pt x="36527" y="0"/>
                    </a:cubicBezTo>
                    <a:cubicBezTo>
                      <a:pt x="39952" y="0"/>
                      <a:pt x="42701" y="726"/>
                      <a:pt x="44829" y="2231"/>
                    </a:cubicBezTo>
                    <a:lnTo>
                      <a:pt x="43687" y="15669"/>
                    </a:lnTo>
                    <a:cubicBezTo>
                      <a:pt x="43428" y="16551"/>
                      <a:pt x="43117" y="17174"/>
                      <a:pt x="42649" y="17537"/>
                    </a:cubicBezTo>
                    <a:cubicBezTo>
                      <a:pt x="42183" y="17900"/>
                      <a:pt x="41560" y="18108"/>
                      <a:pt x="40782" y="18108"/>
                    </a:cubicBezTo>
                    <a:cubicBezTo>
                      <a:pt x="40055" y="18108"/>
                      <a:pt x="38966" y="18004"/>
                      <a:pt x="37565" y="17744"/>
                    </a:cubicBezTo>
                    <a:cubicBezTo>
                      <a:pt x="36112" y="17485"/>
                      <a:pt x="34763" y="17381"/>
                      <a:pt x="33362" y="17381"/>
                    </a:cubicBezTo>
                    <a:cubicBezTo>
                      <a:pt x="31390" y="17381"/>
                      <a:pt x="29627" y="17693"/>
                      <a:pt x="28070" y="18263"/>
                    </a:cubicBezTo>
                    <a:cubicBezTo>
                      <a:pt x="26513" y="18834"/>
                      <a:pt x="25113" y="19664"/>
                      <a:pt x="23867" y="20754"/>
                    </a:cubicBezTo>
                    <a:cubicBezTo>
                      <a:pt x="22622" y="21843"/>
                      <a:pt x="21532" y="23140"/>
                      <a:pt x="20598" y="24697"/>
                    </a:cubicBezTo>
                    <a:cubicBezTo>
                      <a:pt x="19664" y="26253"/>
                      <a:pt x="18782" y="28017"/>
                      <a:pt x="17952" y="29989"/>
                    </a:cubicBezTo>
                    <a:lnTo>
                      <a:pt x="17952" y="75906"/>
                    </a:lnTo>
                    <a:lnTo>
                      <a:pt x="0" y="75906"/>
                    </a:lnTo>
                    <a:lnTo>
                      <a:pt x="0" y="1401"/>
                    </a:lnTo>
                    <a:lnTo>
                      <a:pt x="10533" y="1401"/>
                    </a:lnTo>
                    <a:cubicBezTo>
                      <a:pt x="12349" y="1401"/>
                      <a:pt x="13646" y="1712"/>
                      <a:pt x="14372" y="2387"/>
                    </a:cubicBezTo>
                    <a:cubicBezTo>
                      <a:pt x="15098" y="3061"/>
                      <a:pt x="15566" y="4203"/>
                      <a:pt x="15825" y="5915"/>
                    </a:cubicBezTo>
                    <a:lnTo>
                      <a:pt x="16915" y="1432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68" name="Google Shape;1968;p89"/>
              <p:cNvSpPr/>
              <p:nvPr/>
            </p:nvSpPr>
            <p:spPr>
              <a:xfrm>
                <a:off x="6821997" y="4986350"/>
                <a:ext cx="68177" cy="76787"/>
              </a:xfrm>
              <a:custGeom>
                <a:avLst/>
                <a:gdLst/>
                <a:ahLst/>
                <a:cxnLst/>
                <a:rect l="l" t="t" r="r" b="b"/>
                <a:pathLst>
                  <a:path w="68177" h="76787" extrusionOk="0">
                    <a:moveTo>
                      <a:pt x="17952" y="40729"/>
                    </a:moveTo>
                    <a:cubicBezTo>
                      <a:pt x="18264" y="44568"/>
                      <a:pt x="18938" y="47837"/>
                      <a:pt x="19976" y="50639"/>
                    </a:cubicBezTo>
                    <a:cubicBezTo>
                      <a:pt x="21013" y="53440"/>
                      <a:pt x="22466" y="55723"/>
                      <a:pt x="24179" y="57539"/>
                    </a:cubicBezTo>
                    <a:cubicBezTo>
                      <a:pt x="25943" y="59355"/>
                      <a:pt x="27966" y="60704"/>
                      <a:pt x="30405" y="61586"/>
                    </a:cubicBezTo>
                    <a:cubicBezTo>
                      <a:pt x="32791" y="62468"/>
                      <a:pt x="35438" y="62935"/>
                      <a:pt x="38343" y="62935"/>
                    </a:cubicBezTo>
                    <a:cubicBezTo>
                      <a:pt x="41249" y="62935"/>
                      <a:pt x="43739" y="62572"/>
                      <a:pt x="45867" y="61897"/>
                    </a:cubicBezTo>
                    <a:cubicBezTo>
                      <a:pt x="47994" y="61223"/>
                      <a:pt x="49810" y="60445"/>
                      <a:pt x="51366" y="59666"/>
                    </a:cubicBezTo>
                    <a:cubicBezTo>
                      <a:pt x="52923" y="58836"/>
                      <a:pt x="54324" y="58110"/>
                      <a:pt x="55517" y="57435"/>
                    </a:cubicBezTo>
                    <a:cubicBezTo>
                      <a:pt x="56710" y="56761"/>
                      <a:pt x="57852" y="56398"/>
                      <a:pt x="58993" y="56398"/>
                    </a:cubicBezTo>
                    <a:cubicBezTo>
                      <a:pt x="60498" y="56398"/>
                      <a:pt x="61588" y="56968"/>
                      <a:pt x="62314" y="58058"/>
                    </a:cubicBezTo>
                    <a:lnTo>
                      <a:pt x="67451" y="64595"/>
                    </a:lnTo>
                    <a:cubicBezTo>
                      <a:pt x="65479" y="66930"/>
                      <a:pt x="63248" y="68850"/>
                      <a:pt x="60758" y="70458"/>
                    </a:cubicBezTo>
                    <a:cubicBezTo>
                      <a:pt x="58267" y="72015"/>
                      <a:pt x="55725" y="73312"/>
                      <a:pt x="53027" y="74246"/>
                    </a:cubicBezTo>
                    <a:cubicBezTo>
                      <a:pt x="50329" y="75180"/>
                      <a:pt x="47631" y="75854"/>
                      <a:pt x="44829" y="76217"/>
                    </a:cubicBezTo>
                    <a:cubicBezTo>
                      <a:pt x="42027" y="76632"/>
                      <a:pt x="39329" y="76788"/>
                      <a:pt x="36735" y="76788"/>
                    </a:cubicBezTo>
                    <a:cubicBezTo>
                      <a:pt x="31546" y="76788"/>
                      <a:pt x="26721" y="75906"/>
                      <a:pt x="22259" y="74194"/>
                    </a:cubicBezTo>
                    <a:cubicBezTo>
                      <a:pt x="17797" y="72482"/>
                      <a:pt x="13905" y="69939"/>
                      <a:pt x="10636" y="66567"/>
                    </a:cubicBezTo>
                    <a:cubicBezTo>
                      <a:pt x="7368" y="63194"/>
                      <a:pt x="4773" y="59044"/>
                      <a:pt x="2854" y="54063"/>
                    </a:cubicBezTo>
                    <a:cubicBezTo>
                      <a:pt x="986" y="49082"/>
                      <a:pt x="0" y="43323"/>
                      <a:pt x="0" y="36785"/>
                    </a:cubicBezTo>
                    <a:cubicBezTo>
                      <a:pt x="0" y="31701"/>
                      <a:pt x="830" y="26928"/>
                      <a:pt x="2490" y="22466"/>
                    </a:cubicBezTo>
                    <a:cubicBezTo>
                      <a:pt x="4151" y="18004"/>
                      <a:pt x="6486" y="14112"/>
                      <a:pt x="9547" y="10792"/>
                    </a:cubicBezTo>
                    <a:cubicBezTo>
                      <a:pt x="12608" y="7471"/>
                      <a:pt x="16396" y="4825"/>
                      <a:pt x="20806" y="2905"/>
                    </a:cubicBezTo>
                    <a:cubicBezTo>
                      <a:pt x="25216" y="986"/>
                      <a:pt x="30249" y="0"/>
                      <a:pt x="35801" y="0"/>
                    </a:cubicBezTo>
                    <a:cubicBezTo>
                      <a:pt x="40522" y="0"/>
                      <a:pt x="44829" y="726"/>
                      <a:pt x="48824" y="2231"/>
                    </a:cubicBezTo>
                    <a:cubicBezTo>
                      <a:pt x="52819" y="3735"/>
                      <a:pt x="56192" y="5915"/>
                      <a:pt x="59045" y="8820"/>
                    </a:cubicBezTo>
                    <a:cubicBezTo>
                      <a:pt x="61899" y="11674"/>
                      <a:pt x="64130" y="15254"/>
                      <a:pt x="65738" y="19404"/>
                    </a:cubicBezTo>
                    <a:cubicBezTo>
                      <a:pt x="67347" y="23607"/>
                      <a:pt x="68177" y="28380"/>
                      <a:pt x="68177" y="33724"/>
                    </a:cubicBezTo>
                    <a:cubicBezTo>
                      <a:pt x="68177" y="36423"/>
                      <a:pt x="67866" y="38290"/>
                      <a:pt x="67295" y="39224"/>
                    </a:cubicBezTo>
                    <a:cubicBezTo>
                      <a:pt x="66724" y="40158"/>
                      <a:pt x="65583" y="40625"/>
                      <a:pt x="63975" y="40625"/>
                    </a:cubicBezTo>
                    <a:lnTo>
                      <a:pt x="17849" y="40625"/>
                    </a:lnTo>
                    <a:close/>
                    <a:moveTo>
                      <a:pt x="52145" y="29937"/>
                    </a:moveTo>
                    <a:cubicBezTo>
                      <a:pt x="52145" y="27602"/>
                      <a:pt x="51833" y="25423"/>
                      <a:pt x="51159" y="23348"/>
                    </a:cubicBezTo>
                    <a:cubicBezTo>
                      <a:pt x="50484" y="21272"/>
                      <a:pt x="49498" y="19508"/>
                      <a:pt x="48201" y="17952"/>
                    </a:cubicBezTo>
                    <a:cubicBezTo>
                      <a:pt x="46904" y="16395"/>
                      <a:pt x="45244" y="15202"/>
                      <a:pt x="43220" y="14268"/>
                    </a:cubicBezTo>
                    <a:cubicBezTo>
                      <a:pt x="41197" y="13386"/>
                      <a:pt x="38862" y="12919"/>
                      <a:pt x="36216" y="12919"/>
                    </a:cubicBezTo>
                    <a:cubicBezTo>
                      <a:pt x="31027" y="12919"/>
                      <a:pt x="26928" y="14424"/>
                      <a:pt x="23971" y="17329"/>
                    </a:cubicBezTo>
                    <a:cubicBezTo>
                      <a:pt x="21013" y="20235"/>
                      <a:pt x="19094" y="24489"/>
                      <a:pt x="18264" y="29885"/>
                    </a:cubicBezTo>
                    <a:lnTo>
                      <a:pt x="52093" y="29885"/>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69" name="Google Shape;1969;p89"/>
              <p:cNvSpPr/>
              <p:nvPr/>
            </p:nvSpPr>
            <p:spPr>
              <a:xfrm>
                <a:off x="6976563" y="4949720"/>
                <a:ext cx="13956" cy="137336"/>
              </a:xfrm>
              <a:custGeom>
                <a:avLst/>
                <a:gdLst/>
                <a:ahLst/>
                <a:cxnLst/>
                <a:rect l="l" t="t" r="r" b="b"/>
                <a:pathLst>
                  <a:path w="13956" h="137336" extrusionOk="0">
                    <a:moveTo>
                      <a:pt x="0" y="0"/>
                    </a:moveTo>
                    <a:lnTo>
                      <a:pt x="13957" y="0"/>
                    </a:lnTo>
                    <a:lnTo>
                      <a:pt x="13957" y="137336"/>
                    </a:lnTo>
                    <a:lnTo>
                      <a:pt x="0" y="137336"/>
                    </a:lnTo>
                    <a:lnTo>
                      <a:pt x="0"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70" name="Google Shape;1970;p89"/>
              <p:cNvSpPr/>
              <p:nvPr/>
            </p:nvSpPr>
            <p:spPr>
              <a:xfrm>
                <a:off x="7077687" y="4955790"/>
                <a:ext cx="92822" cy="107451"/>
              </a:xfrm>
              <a:custGeom>
                <a:avLst/>
                <a:gdLst/>
                <a:ahLst/>
                <a:cxnLst/>
                <a:rect l="l" t="t" r="r" b="b"/>
                <a:pathLst>
                  <a:path w="92822" h="107451" extrusionOk="0">
                    <a:moveTo>
                      <a:pt x="92823" y="53648"/>
                    </a:moveTo>
                    <a:lnTo>
                      <a:pt x="92823" y="96141"/>
                    </a:lnTo>
                    <a:cubicBezTo>
                      <a:pt x="87478" y="100084"/>
                      <a:pt x="81823" y="102938"/>
                      <a:pt x="75804" y="104753"/>
                    </a:cubicBezTo>
                    <a:cubicBezTo>
                      <a:pt x="69785" y="106570"/>
                      <a:pt x="63300" y="107451"/>
                      <a:pt x="56451" y="107451"/>
                    </a:cubicBezTo>
                    <a:cubicBezTo>
                      <a:pt x="47890" y="107451"/>
                      <a:pt x="40107" y="106102"/>
                      <a:pt x="33155" y="103456"/>
                    </a:cubicBezTo>
                    <a:cubicBezTo>
                      <a:pt x="26202" y="100810"/>
                      <a:pt x="20287" y="97075"/>
                      <a:pt x="15358" y="92353"/>
                    </a:cubicBezTo>
                    <a:cubicBezTo>
                      <a:pt x="10429" y="87632"/>
                      <a:pt x="6641" y="81925"/>
                      <a:pt x="3995" y="75335"/>
                    </a:cubicBezTo>
                    <a:cubicBezTo>
                      <a:pt x="1349" y="68746"/>
                      <a:pt x="0" y="61534"/>
                      <a:pt x="0" y="53752"/>
                    </a:cubicBezTo>
                    <a:cubicBezTo>
                      <a:pt x="0" y="45969"/>
                      <a:pt x="1297" y="38602"/>
                      <a:pt x="3839" y="32012"/>
                    </a:cubicBezTo>
                    <a:cubicBezTo>
                      <a:pt x="6382" y="25423"/>
                      <a:pt x="10065" y="19768"/>
                      <a:pt x="14787" y="14994"/>
                    </a:cubicBezTo>
                    <a:cubicBezTo>
                      <a:pt x="19509" y="10221"/>
                      <a:pt x="25216" y="6589"/>
                      <a:pt x="31961" y="3943"/>
                    </a:cubicBezTo>
                    <a:cubicBezTo>
                      <a:pt x="38706" y="1349"/>
                      <a:pt x="46230" y="0"/>
                      <a:pt x="54635" y="0"/>
                    </a:cubicBezTo>
                    <a:cubicBezTo>
                      <a:pt x="58890" y="0"/>
                      <a:pt x="62885" y="363"/>
                      <a:pt x="66568" y="1038"/>
                    </a:cubicBezTo>
                    <a:cubicBezTo>
                      <a:pt x="70252" y="1712"/>
                      <a:pt x="73729" y="2646"/>
                      <a:pt x="76894" y="3839"/>
                    </a:cubicBezTo>
                    <a:cubicBezTo>
                      <a:pt x="80058" y="5033"/>
                      <a:pt x="82964" y="6485"/>
                      <a:pt x="85559" y="8146"/>
                    </a:cubicBezTo>
                    <a:cubicBezTo>
                      <a:pt x="88153" y="9858"/>
                      <a:pt x="90591" y="11726"/>
                      <a:pt x="92771" y="13749"/>
                    </a:cubicBezTo>
                    <a:lnTo>
                      <a:pt x="87167" y="22621"/>
                    </a:lnTo>
                    <a:cubicBezTo>
                      <a:pt x="86285" y="24022"/>
                      <a:pt x="85144" y="24904"/>
                      <a:pt x="83743" y="25215"/>
                    </a:cubicBezTo>
                    <a:cubicBezTo>
                      <a:pt x="82342" y="25527"/>
                      <a:pt x="80785" y="25215"/>
                      <a:pt x="79177" y="24178"/>
                    </a:cubicBezTo>
                    <a:cubicBezTo>
                      <a:pt x="77568" y="23244"/>
                      <a:pt x="75960" y="22362"/>
                      <a:pt x="74403" y="21428"/>
                    </a:cubicBezTo>
                    <a:cubicBezTo>
                      <a:pt x="72795" y="20494"/>
                      <a:pt x="71031" y="19716"/>
                      <a:pt x="69059" y="19041"/>
                    </a:cubicBezTo>
                    <a:cubicBezTo>
                      <a:pt x="67087" y="18367"/>
                      <a:pt x="64908" y="17796"/>
                      <a:pt x="62469" y="17381"/>
                    </a:cubicBezTo>
                    <a:cubicBezTo>
                      <a:pt x="60031" y="16966"/>
                      <a:pt x="57230" y="16707"/>
                      <a:pt x="54013" y="16707"/>
                    </a:cubicBezTo>
                    <a:cubicBezTo>
                      <a:pt x="48824" y="16707"/>
                      <a:pt x="44154" y="17589"/>
                      <a:pt x="39951" y="19301"/>
                    </a:cubicBezTo>
                    <a:cubicBezTo>
                      <a:pt x="35749" y="21065"/>
                      <a:pt x="32169" y="23555"/>
                      <a:pt x="29211" y="26772"/>
                    </a:cubicBezTo>
                    <a:cubicBezTo>
                      <a:pt x="26254" y="30041"/>
                      <a:pt x="23971" y="33932"/>
                      <a:pt x="22362" y="38446"/>
                    </a:cubicBezTo>
                    <a:cubicBezTo>
                      <a:pt x="20754" y="43012"/>
                      <a:pt x="19976" y="48096"/>
                      <a:pt x="19976" y="53700"/>
                    </a:cubicBezTo>
                    <a:cubicBezTo>
                      <a:pt x="19976" y="59718"/>
                      <a:pt x="20858" y="65062"/>
                      <a:pt x="22570" y="69784"/>
                    </a:cubicBezTo>
                    <a:cubicBezTo>
                      <a:pt x="24282" y="74505"/>
                      <a:pt x="26721" y="78500"/>
                      <a:pt x="29834" y="81769"/>
                    </a:cubicBezTo>
                    <a:cubicBezTo>
                      <a:pt x="32947" y="85038"/>
                      <a:pt x="36734" y="87528"/>
                      <a:pt x="41145" y="89240"/>
                    </a:cubicBezTo>
                    <a:cubicBezTo>
                      <a:pt x="45555" y="90952"/>
                      <a:pt x="50484" y="91834"/>
                      <a:pt x="55880" y="91834"/>
                    </a:cubicBezTo>
                    <a:cubicBezTo>
                      <a:pt x="59772" y="91834"/>
                      <a:pt x="63196" y="91419"/>
                      <a:pt x="66257" y="90589"/>
                    </a:cubicBezTo>
                    <a:cubicBezTo>
                      <a:pt x="69319" y="89759"/>
                      <a:pt x="72276" y="88670"/>
                      <a:pt x="75182" y="87269"/>
                    </a:cubicBezTo>
                    <a:lnTo>
                      <a:pt x="75182" y="68227"/>
                    </a:lnTo>
                    <a:lnTo>
                      <a:pt x="61951" y="68227"/>
                    </a:lnTo>
                    <a:cubicBezTo>
                      <a:pt x="60705" y="68227"/>
                      <a:pt x="59720" y="67864"/>
                      <a:pt x="58993" y="67190"/>
                    </a:cubicBezTo>
                    <a:cubicBezTo>
                      <a:pt x="58267" y="66515"/>
                      <a:pt x="57955" y="65633"/>
                      <a:pt x="57955" y="64595"/>
                    </a:cubicBezTo>
                    <a:lnTo>
                      <a:pt x="57955" y="53544"/>
                    </a:lnTo>
                    <a:lnTo>
                      <a:pt x="92823" y="53544"/>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71" name="Google Shape;1971;p89"/>
              <p:cNvSpPr/>
              <p:nvPr/>
            </p:nvSpPr>
            <p:spPr>
              <a:xfrm>
                <a:off x="7181406" y="4986454"/>
                <a:ext cx="73676" cy="76787"/>
              </a:xfrm>
              <a:custGeom>
                <a:avLst/>
                <a:gdLst/>
                <a:ahLst/>
                <a:cxnLst/>
                <a:rect l="l" t="t" r="r" b="b"/>
                <a:pathLst>
                  <a:path w="73676" h="76787" extrusionOk="0">
                    <a:moveTo>
                      <a:pt x="36994" y="0"/>
                    </a:moveTo>
                    <a:cubicBezTo>
                      <a:pt x="42494" y="0"/>
                      <a:pt x="47527" y="882"/>
                      <a:pt x="52041" y="2698"/>
                    </a:cubicBezTo>
                    <a:cubicBezTo>
                      <a:pt x="56555" y="4514"/>
                      <a:pt x="60446" y="7056"/>
                      <a:pt x="63663" y="10325"/>
                    </a:cubicBezTo>
                    <a:cubicBezTo>
                      <a:pt x="66880" y="13594"/>
                      <a:pt x="69370" y="17640"/>
                      <a:pt x="71082" y="22362"/>
                    </a:cubicBezTo>
                    <a:cubicBezTo>
                      <a:pt x="72847" y="27135"/>
                      <a:pt x="73677" y="32427"/>
                      <a:pt x="73677" y="38290"/>
                    </a:cubicBezTo>
                    <a:cubicBezTo>
                      <a:pt x="73677" y="44153"/>
                      <a:pt x="72795" y="49549"/>
                      <a:pt x="71082" y="54270"/>
                    </a:cubicBezTo>
                    <a:cubicBezTo>
                      <a:pt x="69319" y="59044"/>
                      <a:pt x="66880" y="63039"/>
                      <a:pt x="63663" y="66411"/>
                    </a:cubicBezTo>
                    <a:cubicBezTo>
                      <a:pt x="60446" y="69783"/>
                      <a:pt x="56555" y="72326"/>
                      <a:pt x="52041" y="74090"/>
                    </a:cubicBezTo>
                    <a:cubicBezTo>
                      <a:pt x="47527" y="75854"/>
                      <a:pt x="42494" y="76788"/>
                      <a:pt x="36994" y="76788"/>
                    </a:cubicBezTo>
                    <a:cubicBezTo>
                      <a:pt x="31494" y="76788"/>
                      <a:pt x="26357" y="75906"/>
                      <a:pt x="21792" y="74090"/>
                    </a:cubicBezTo>
                    <a:cubicBezTo>
                      <a:pt x="17226" y="72274"/>
                      <a:pt x="13334" y="69732"/>
                      <a:pt x="10117" y="66411"/>
                    </a:cubicBezTo>
                    <a:cubicBezTo>
                      <a:pt x="6901" y="63091"/>
                      <a:pt x="4410" y="59044"/>
                      <a:pt x="2646" y="54270"/>
                    </a:cubicBezTo>
                    <a:cubicBezTo>
                      <a:pt x="882" y="49497"/>
                      <a:pt x="0" y="44205"/>
                      <a:pt x="0" y="38290"/>
                    </a:cubicBezTo>
                    <a:cubicBezTo>
                      <a:pt x="0" y="32375"/>
                      <a:pt x="882" y="27135"/>
                      <a:pt x="2646" y="22362"/>
                    </a:cubicBezTo>
                    <a:cubicBezTo>
                      <a:pt x="4410" y="17640"/>
                      <a:pt x="6901" y="13594"/>
                      <a:pt x="10117" y="10325"/>
                    </a:cubicBezTo>
                    <a:cubicBezTo>
                      <a:pt x="13334" y="7056"/>
                      <a:pt x="17226" y="4514"/>
                      <a:pt x="21792" y="2698"/>
                    </a:cubicBezTo>
                    <a:cubicBezTo>
                      <a:pt x="26357" y="934"/>
                      <a:pt x="31390" y="0"/>
                      <a:pt x="36994" y="0"/>
                    </a:cubicBezTo>
                    <a:close/>
                    <a:moveTo>
                      <a:pt x="36994" y="62935"/>
                    </a:moveTo>
                    <a:cubicBezTo>
                      <a:pt x="43168" y="62935"/>
                      <a:pt x="47786" y="60860"/>
                      <a:pt x="50744" y="56709"/>
                    </a:cubicBezTo>
                    <a:cubicBezTo>
                      <a:pt x="53701" y="52558"/>
                      <a:pt x="55206" y="46436"/>
                      <a:pt x="55206" y="38394"/>
                    </a:cubicBezTo>
                    <a:cubicBezTo>
                      <a:pt x="55206" y="30352"/>
                      <a:pt x="53701" y="24230"/>
                      <a:pt x="50744" y="20027"/>
                    </a:cubicBezTo>
                    <a:cubicBezTo>
                      <a:pt x="47786" y="15824"/>
                      <a:pt x="43168" y="13697"/>
                      <a:pt x="36994" y="13697"/>
                    </a:cubicBezTo>
                    <a:cubicBezTo>
                      <a:pt x="30819" y="13697"/>
                      <a:pt x="26046" y="15824"/>
                      <a:pt x="22985" y="20079"/>
                    </a:cubicBezTo>
                    <a:cubicBezTo>
                      <a:pt x="19976" y="24334"/>
                      <a:pt x="18419" y="30456"/>
                      <a:pt x="18419" y="38446"/>
                    </a:cubicBezTo>
                    <a:cubicBezTo>
                      <a:pt x="18419" y="46436"/>
                      <a:pt x="19924" y="52506"/>
                      <a:pt x="22985" y="56709"/>
                    </a:cubicBezTo>
                    <a:cubicBezTo>
                      <a:pt x="25995" y="60912"/>
                      <a:pt x="30664" y="62987"/>
                      <a:pt x="36994" y="62987"/>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72" name="Google Shape;1972;p89"/>
              <p:cNvSpPr/>
              <p:nvPr/>
            </p:nvSpPr>
            <p:spPr>
              <a:xfrm>
                <a:off x="7258040" y="4987595"/>
                <a:ext cx="75440" cy="74505"/>
              </a:xfrm>
              <a:custGeom>
                <a:avLst/>
                <a:gdLst/>
                <a:ahLst/>
                <a:cxnLst/>
                <a:rect l="l" t="t" r="r" b="b"/>
                <a:pathLst>
                  <a:path w="75440" h="74505" extrusionOk="0">
                    <a:moveTo>
                      <a:pt x="75441" y="0"/>
                    </a:moveTo>
                    <a:lnTo>
                      <a:pt x="45866" y="74505"/>
                    </a:lnTo>
                    <a:lnTo>
                      <a:pt x="29574" y="74505"/>
                    </a:lnTo>
                    <a:lnTo>
                      <a:pt x="0" y="0"/>
                    </a:lnTo>
                    <a:lnTo>
                      <a:pt x="14839" y="0"/>
                    </a:lnTo>
                    <a:cubicBezTo>
                      <a:pt x="16188" y="0"/>
                      <a:pt x="17329" y="311"/>
                      <a:pt x="18212" y="934"/>
                    </a:cubicBezTo>
                    <a:cubicBezTo>
                      <a:pt x="19093" y="1556"/>
                      <a:pt x="19716" y="2387"/>
                      <a:pt x="19976" y="3321"/>
                    </a:cubicBezTo>
                    <a:lnTo>
                      <a:pt x="34348" y="43115"/>
                    </a:lnTo>
                    <a:cubicBezTo>
                      <a:pt x="35126" y="45450"/>
                      <a:pt x="35801" y="47733"/>
                      <a:pt x="36372" y="49964"/>
                    </a:cubicBezTo>
                    <a:cubicBezTo>
                      <a:pt x="36942" y="52195"/>
                      <a:pt x="37461" y="54426"/>
                      <a:pt x="37876" y="56657"/>
                    </a:cubicBezTo>
                    <a:cubicBezTo>
                      <a:pt x="38343" y="54426"/>
                      <a:pt x="38914" y="52195"/>
                      <a:pt x="39485" y="49964"/>
                    </a:cubicBezTo>
                    <a:cubicBezTo>
                      <a:pt x="40055" y="47733"/>
                      <a:pt x="40782" y="45450"/>
                      <a:pt x="41612" y="43115"/>
                    </a:cubicBezTo>
                    <a:lnTo>
                      <a:pt x="56295" y="3321"/>
                    </a:lnTo>
                    <a:cubicBezTo>
                      <a:pt x="56658" y="2335"/>
                      <a:pt x="57229" y="1556"/>
                      <a:pt x="58111" y="934"/>
                    </a:cubicBezTo>
                    <a:cubicBezTo>
                      <a:pt x="58993" y="311"/>
                      <a:pt x="60031" y="0"/>
                      <a:pt x="61224" y="0"/>
                    </a:cubicBezTo>
                    <a:lnTo>
                      <a:pt x="75389" y="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73" name="Google Shape;1973;p89"/>
              <p:cNvSpPr/>
              <p:nvPr/>
            </p:nvSpPr>
            <p:spPr>
              <a:xfrm>
                <a:off x="7336231" y="4986350"/>
                <a:ext cx="68177" cy="76787"/>
              </a:xfrm>
              <a:custGeom>
                <a:avLst/>
                <a:gdLst/>
                <a:ahLst/>
                <a:cxnLst/>
                <a:rect l="l" t="t" r="r" b="b"/>
                <a:pathLst>
                  <a:path w="68177" h="76787" extrusionOk="0">
                    <a:moveTo>
                      <a:pt x="17952" y="40729"/>
                    </a:moveTo>
                    <a:cubicBezTo>
                      <a:pt x="18264" y="44568"/>
                      <a:pt x="18938" y="47837"/>
                      <a:pt x="19976" y="50639"/>
                    </a:cubicBezTo>
                    <a:cubicBezTo>
                      <a:pt x="21014" y="53440"/>
                      <a:pt x="22467" y="55723"/>
                      <a:pt x="24179" y="57539"/>
                    </a:cubicBezTo>
                    <a:cubicBezTo>
                      <a:pt x="25943" y="59355"/>
                      <a:pt x="27966" y="60704"/>
                      <a:pt x="30405" y="61586"/>
                    </a:cubicBezTo>
                    <a:cubicBezTo>
                      <a:pt x="32792" y="62468"/>
                      <a:pt x="35438" y="62935"/>
                      <a:pt x="38343" y="62935"/>
                    </a:cubicBezTo>
                    <a:cubicBezTo>
                      <a:pt x="41249" y="62935"/>
                      <a:pt x="43739" y="62572"/>
                      <a:pt x="45866" y="61897"/>
                    </a:cubicBezTo>
                    <a:cubicBezTo>
                      <a:pt x="47994" y="61223"/>
                      <a:pt x="49810" y="60445"/>
                      <a:pt x="51366" y="59666"/>
                    </a:cubicBezTo>
                    <a:cubicBezTo>
                      <a:pt x="52923" y="58836"/>
                      <a:pt x="54324" y="58110"/>
                      <a:pt x="55518" y="57435"/>
                    </a:cubicBezTo>
                    <a:cubicBezTo>
                      <a:pt x="56711" y="56761"/>
                      <a:pt x="57852" y="56398"/>
                      <a:pt x="58993" y="56398"/>
                    </a:cubicBezTo>
                    <a:cubicBezTo>
                      <a:pt x="60498" y="56398"/>
                      <a:pt x="61588" y="56968"/>
                      <a:pt x="62314" y="58058"/>
                    </a:cubicBezTo>
                    <a:lnTo>
                      <a:pt x="67451" y="64595"/>
                    </a:lnTo>
                    <a:cubicBezTo>
                      <a:pt x="65479" y="66930"/>
                      <a:pt x="63248" y="68850"/>
                      <a:pt x="60757" y="70458"/>
                    </a:cubicBezTo>
                    <a:cubicBezTo>
                      <a:pt x="58267" y="72015"/>
                      <a:pt x="55725" y="73312"/>
                      <a:pt x="53027" y="74246"/>
                    </a:cubicBezTo>
                    <a:cubicBezTo>
                      <a:pt x="50329" y="75180"/>
                      <a:pt x="47631" y="75854"/>
                      <a:pt x="44829" y="76217"/>
                    </a:cubicBezTo>
                    <a:cubicBezTo>
                      <a:pt x="42027" y="76632"/>
                      <a:pt x="39329" y="76788"/>
                      <a:pt x="36735" y="76788"/>
                    </a:cubicBezTo>
                    <a:cubicBezTo>
                      <a:pt x="31547" y="76788"/>
                      <a:pt x="26721" y="75906"/>
                      <a:pt x="22259" y="74194"/>
                    </a:cubicBezTo>
                    <a:cubicBezTo>
                      <a:pt x="17797" y="72482"/>
                      <a:pt x="13906" y="69939"/>
                      <a:pt x="10637" y="66567"/>
                    </a:cubicBezTo>
                    <a:cubicBezTo>
                      <a:pt x="7368" y="63194"/>
                      <a:pt x="4774" y="59044"/>
                      <a:pt x="2854" y="54063"/>
                    </a:cubicBezTo>
                    <a:cubicBezTo>
                      <a:pt x="986" y="49082"/>
                      <a:pt x="0" y="43323"/>
                      <a:pt x="0" y="36785"/>
                    </a:cubicBezTo>
                    <a:cubicBezTo>
                      <a:pt x="0" y="31701"/>
                      <a:pt x="830" y="26928"/>
                      <a:pt x="2490" y="22466"/>
                    </a:cubicBezTo>
                    <a:cubicBezTo>
                      <a:pt x="4151" y="18004"/>
                      <a:pt x="6486" y="14112"/>
                      <a:pt x="9547" y="10792"/>
                    </a:cubicBezTo>
                    <a:cubicBezTo>
                      <a:pt x="12608" y="7471"/>
                      <a:pt x="16396" y="4825"/>
                      <a:pt x="20806" y="2905"/>
                    </a:cubicBezTo>
                    <a:cubicBezTo>
                      <a:pt x="25216" y="986"/>
                      <a:pt x="30249" y="0"/>
                      <a:pt x="35801" y="0"/>
                    </a:cubicBezTo>
                    <a:cubicBezTo>
                      <a:pt x="40523" y="0"/>
                      <a:pt x="44829" y="726"/>
                      <a:pt x="48824" y="2231"/>
                    </a:cubicBezTo>
                    <a:cubicBezTo>
                      <a:pt x="52819" y="3735"/>
                      <a:pt x="56192" y="5915"/>
                      <a:pt x="59045" y="8820"/>
                    </a:cubicBezTo>
                    <a:cubicBezTo>
                      <a:pt x="61899" y="11674"/>
                      <a:pt x="64130" y="15254"/>
                      <a:pt x="65739" y="19404"/>
                    </a:cubicBezTo>
                    <a:cubicBezTo>
                      <a:pt x="67347" y="23607"/>
                      <a:pt x="68177" y="28380"/>
                      <a:pt x="68177" y="33724"/>
                    </a:cubicBezTo>
                    <a:cubicBezTo>
                      <a:pt x="68177" y="36423"/>
                      <a:pt x="67866" y="38290"/>
                      <a:pt x="67295" y="39224"/>
                    </a:cubicBezTo>
                    <a:cubicBezTo>
                      <a:pt x="66724" y="40158"/>
                      <a:pt x="65583" y="40625"/>
                      <a:pt x="63975" y="40625"/>
                    </a:cubicBezTo>
                    <a:lnTo>
                      <a:pt x="17849" y="40625"/>
                    </a:lnTo>
                    <a:close/>
                    <a:moveTo>
                      <a:pt x="52145" y="29937"/>
                    </a:moveTo>
                    <a:cubicBezTo>
                      <a:pt x="52145" y="27602"/>
                      <a:pt x="51833" y="25423"/>
                      <a:pt x="51159" y="23348"/>
                    </a:cubicBezTo>
                    <a:cubicBezTo>
                      <a:pt x="50484" y="21272"/>
                      <a:pt x="49499" y="19508"/>
                      <a:pt x="48202" y="17952"/>
                    </a:cubicBezTo>
                    <a:cubicBezTo>
                      <a:pt x="46904" y="16395"/>
                      <a:pt x="45244" y="15202"/>
                      <a:pt x="43221" y="14268"/>
                    </a:cubicBezTo>
                    <a:cubicBezTo>
                      <a:pt x="41197" y="13386"/>
                      <a:pt x="38862" y="12919"/>
                      <a:pt x="36216" y="12919"/>
                    </a:cubicBezTo>
                    <a:cubicBezTo>
                      <a:pt x="31027" y="12919"/>
                      <a:pt x="26929" y="14424"/>
                      <a:pt x="23971" y="17329"/>
                    </a:cubicBezTo>
                    <a:cubicBezTo>
                      <a:pt x="21014" y="20235"/>
                      <a:pt x="19094" y="24489"/>
                      <a:pt x="18264" y="29885"/>
                    </a:cubicBezTo>
                    <a:lnTo>
                      <a:pt x="52093" y="29885"/>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74" name="Google Shape;1974;p89"/>
              <p:cNvSpPr/>
              <p:nvPr/>
            </p:nvSpPr>
            <p:spPr>
              <a:xfrm>
                <a:off x="7417639" y="4986194"/>
                <a:ext cx="44828" cy="75906"/>
              </a:xfrm>
              <a:custGeom>
                <a:avLst/>
                <a:gdLst/>
                <a:ahLst/>
                <a:cxnLst/>
                <a:rect l="l" t="t" r="r" b="b"/>
                <a:pathLst>
                  <a:path w="44828" h="75906" extrusionOk="0">
                    <a:moveTo>
                      <a:pt x="16915" y="14320"/>
                    </a:moveTo>
                    <a:cubicBezTo>
                      <a:pt x="19249" y="9858"/>
                      <a:pt x="21999" y="6382"/>
                      <a:pt x="25216" y="3840"/>
                    </a:cubicBezTo>
                    <a:cubicBezTo>
                      <a:pt x="28433" y="1297"/>
                      <a:pt x="32169" y="0"/>
                      <a:pt x="36527" y="0"/>
                    </a:cubicBezTo>
                    <a:cubicBezTo>
                      <a:pt x="39951" y="0"/>
                      <a:pt x="42701" y="726"/>
                      <a:pt x="44829" y="2231"/>
                    </a:cubicBezTo>
                    <a:lnTo>
                      <a:pt x="43687" y="15669"/>
                    </a:lnTo>
                    <a:cubicBezTo>
                      <a:pt x="43428" y="16551"/>
                      <a:pt x="43116" y="17174"/>
                      <a:pt x="42649" y="17537"/>
                    </a:cubicBezTo>
                    <a:cubicBezTo>
                      <a:pt x="42183" y="17900"/>
                      <a:pt x="41560" y="18108"/>
                      <a:pt x="40782" y="18108"/>
                    </a:cubicBezTo>
                    <a:cubicBezTo>
                      <a:pt x="40055" y="18108"/>
                      <a:pt x="38966" y="18004"/>
                      <a:pt x="37565" y="17744"/>
                    </a:cubicBezTo>
                    <a:cubicBezTo>
                      <a:pt x="36112" y="17485"/>
                      <a:pt x="34763" y="17381"/>
                      <a:pt x="33362" y="17381"/>
                    </a:cubicBezTo>
                    <a:cubicBezTo>
                      <a:pt x="31390" y="17381"/>
                      <a:pt x="29626" y="17693"/>
                      <a:pt x="28069" y="18263"/>
                    </a:cubicBezTo>
                    <a:cubicBezTo>
                      <a:pt x="26513" y="18834"/>
                      <a:pt x="25112" y="19664"/>
                      <a:pt x="23867" y="20754"/>
                    </a:cubicBezTo>
                    <a:cubicBezTo>
                      <a:pt x="22622" y="21843"/>
                      <a:pt x="21532" y="23140"/>
                      <a:pt x="20598" y="24697"/>
                    </a:cubicBezTo>
                    <a:cubicBezTo>
                      <a:pt x="19664" y="26253"/>
                      <a:pt x="18782" y="28017"/>
                      <a:pt x="17952" y="29989"/>
                    </a:cubicBezTo>
                    <a:lnTo>
                      <a:pt x="17952" y="75906"/>
                    </a:lnTo>
                    <a:lnTo>
                      <a:pt x="0" y="75906"/>
                    </a:lnTo>
                    <a:lnTo>
                      <a:pt x="0" y="1401"/>
                    </a:lnTo>
                    <a:lnTo>
                      <a:pt x="10532" y="1401"/>
                    </a:lnTo>
                    <a:cubicBezTo>
                      <a:pt x="12349" y="1401"/>
                      <a:pt x="13646" y="1712"/>
                      <a:pt x="14372" y="2387"/>
                    </a:cubicBezTo>
                    <a:cubicBezTo>
                      <a:pt x="15098" y="3061"/>
                      <a:pt x="15566" y="4203"/>
                      <a:pt x="15825" y="5915"/>
                    </a:cubicBezTo>
                    <a:lnTo>
                      <a:pt x="16915" y="14320"/>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75" name="Google Shape;1975;p89"/>
              <p:cNvSpPr/>
              <p:nvPr/>
            </p:nvSpPr>
            <p:spPr>
              <a:xfrm>
                <a:off x="7471548" y="4986350"/>
                <a:ext cx="64907" cy="75750"/>
              </a:xfrm>
              <a:custGeom>
                <a:avLst/>
                <a:gdLst/>
                <a:ahLst/>
                <a:cxnLst/>
                <a:rect l="l" t="t" r="r" b="b"/>
                <a:pathLst>
                  <a:path w="64907" h="75750" extrusionOk="0">
                    <a:moveTo>
                      <a:pt x="16759" y="10377"/>
                    </a:moveTo>
                    <a:cubicBezTo>
                      <a:pt x="18263" y="8872"/>
                      <a:pt x="19820" y="7471"/>
                      <a:pt x="21532" y="6174"/>
                    </a:cubicBezTo>
                    <a:cubicBezTo>
                      <a:pt x="23193" y="4877"/>
                      <a:pt x="24956" y="3787"/>
                      <a:pt x="26824" y="2905"/>
                    </a:cubicBezTo>
                    <a:cubicBezTo>
                      <a:pt x="28692" y="2024"/>
                      <a:pt x="30664" y="1297"/>
                      <a:pt x="32843" y="778"/>
                    </a:cubicBezTo>
                    <a:cubicBezTo>
                      <a:pt x="34971" y="259"/>
                      <a:pt x="37305" y="0"/>
                      <a:pt x="39796" y="0"/>
                    </a:cubicBezTo>
                    <a:cubicBezTo>
                      <a:pt x="43843" y="0"/>
                      <a:pt x="47474" y="675"/>
                      <a:pt x="50639" y="2075"/>
                    </a:cubicBezTo>
                    <a:cubicBezTo>
                      <a:pt x="53805" y="3476"/>
                      <a:pt x="56399" y="5396"/>
                      <a:pt x="58526" y="7886"/>
                    </a:cubicBezTo>
                    <a:cubicBezTo>
                      <a:pt x="60653" y="10377"/>
                      <a:pt x="62210" y="13334"/>
                      <a:pt x="63300" y="16810"/>
                    </a:cubicBezTo>
                    <a:cubicBezTo>
                      <a:pt x="64389" y="20286"/>
                      <a:pt x="64908" y="24074"/>
                      <a:pt x="64908" y="28277"/>
                    </a:cubicBezTo>
                    <a:lnTo>
                      <a:pt x="64908" y="75698"/>
                    </a:lnTo>
                    <a:lnTo>
                      <a:pt x="46956" y="75698"/>
                    </a:lnTo>
                    <a:lnTo>
                      <a:pt x="46956" y="28277"/>
                    </a:lnTo>
                    <a:cubicBezTo>
                      <a:pt x="46956" y="23711"/>
                      <a:pt x="45918" y="20183"/>
                      <a:pt x="43843" y="17692"/>
                    </a:cubicBezTo>
                    <a:cubicBezTo>
                      <a:pt x="41767" y="15202"/>
                      <a:pt x="38602" y="13957"/>
                      <a:pt x="34348" y="13957"/>
                    </a:cubicBezTo>
                    <a:cubicBezTo>
                      <a:pt x="31234" y="13957"/>
                      <a:pt x="28329" y="14683"/>
                      <a:pt x="25631" y="16084"/>
                    </a:cubicBezTo>
                    <a:cubicBezTo>
                      <a:pt x="22933" y="17485"/>
                      <a:pt x="20339" y="19404"/>
                      <a:pt x="17952" y="21843"/>
                    </a:cubicBezTo>
                    <a:lnTo>
                      <a:pt x="17952" y="75750"/>
                    </a:lnTo>
                    <a:lnTo>
                      <a:pt x="0" y="75750"/>
                    </a:lnTo>
                    <a:lnTo>
                      <a:pt x="0" y="1245"/>
                    </a:lnTo>
                    <a:lnTo>
                      <a:pt x="10948" y="1245"/>
                    </a:lnTo>
                    <a:cubicBezTo>
                      <a:pt x="13282" y="1245"/>
                      <a:pt x="14787" y="2335"/>
                      <a:pt x="15514" y="4514"/>
                    </a:cubicBezTo>
                    <a:lnTo>
                      <a:pt x="16759" y="10377"/>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76" name="Google Shape;1976;p89"/>
              <p:cNvSpPr/>
              <p:nvPr/>
            </p:nvSpPr>
            <p:spPr>
              <a:xfrm>
                <a:off x="7549064" y="4986350"/>
                <a:ext cx="68177" cy="76787"/>
              </a:xfrm>
              <a:custGeom>
                <a:avLst/>
                <a:gdLst/>
                <a:ahLst/>
                <a:cxnLst/>
                <a:rect l="l" t="t" r="r" b="b"/>
                <a:pathLst>
                  <a:path w="68177" h="76787" extrusionOk="0">
                    <a:moveTo>
                      <a:pt x="17952" y="40729"/>
                    </a:moveTo>
                    <a:cubicBezTo>
                      <a:pt x="18264" y="44568"/>
                      <a:pt x="18938" y="47837"/>
                      <a:pt x="19976" y="50639"/>
                    </a:cubicBezTo>
                    <a:cubicBezTo>
                      <a:pt x="21014" y="53440"/>
                      <a:pt x="22466" y="55723"/>
                      <a:pt x="24179" y="57539"/>
                    </a:cubicBezTo>
                    <a:cubicBezTo>
                      <a:pt x="25943" y="59355"/>
                      <a:pt x="27966" y="60704"/>
                      <a:pt x="30405" y="61586"/>
                    </a:cubicBezTo>
                    <a:cubicBezTo>
                      <a:pt x="32791" y="62468"/>
                      <a:pt x="35437" y="62935"/>
                      <a:pt x="38343" y="62935"/>
                    </a:cubicBezTo>
                    <a:cubicBezTo>
                      <a:pt x="41248" y="62935"/>
                      <a:pt x="43739" y="62572"/>
                      <a:pt x="45866" y="61897"/>
                    </a:cubicBezTo>
                    <a:cubicBezTo>
                      <a:pt x="47994" y="61223"/>
                      <a:pt x="49810" y="60445"/>
                      <a:pt x="51366" y="59666"/>
                    </a:cubicBezTo>
                    <a:cubicBezTo>
                      <a:pt x="52923" y="58836"/>
                      <a:pt x="54324" y="58110"/>
                      <a:pt x="55517" y="57435"/>
                    </a:cubicBezTo>
                    <a:cubicBezTo>
                      <a:pt x="56711" y="56761"/>
                      <a:pt x="57852" y="56398"/>
                      <a:pt x="58993" y="56398"/>
                    </a:cubicBezTo>
                    <a:cubicBezTo>
                      <a:pt x="60498" y="56398"/>
                      <a:pt x="61588" y="56968"/>
                      <a:pt x="62314" y="58058"/>
                    </a:cubicBezTo>
                    <a:lnTo>
                      <a:pt x="67451" y="64595"/>
                    </a:lnTo>
                    <a:cubicBezTo>
                      <a:pt x="65479" y="66930"/>
                      <a:pt x="63248" y="68850"/>
                      <a:pt x="60757" y="70458"/>
                    </a:cubicBezTo>
                    <a:cubicBezTo>
                      <a:pt x="58267" y="72015"/>
                      <a:pt x="55725" y="73312"/>
                      <a:pt x="53027" y="74246"/>
                    </a:cubicBezTo>
                    <a:cubicBezTo>
                      <a:pt x="50328" y="75180"/>
                      <a:pt x="47631" y="75854"/>
                      <a:pt x="44829" y="76217"/>
                    </a:cubicBezTo>
                    <a:cubicBezTo>
                      <a:pt x="42027" y="76632"/>
                      <a:pt x="39329" y="76788"/>
                      <a:pt x="36734" y="76788"/>
                    </a:cubicBezTo>
                    <a:cubicBezTo>
                      <a:pt x="31546" y="76788"/>
                      <a:pt x="26721" y="75906"/>
                      <a:pt x="22259" y="74194"/>
                    </a:cubicBezTo>
                    <a:cubicBezTo>
                      <a:pt x="17797" y="72482"/>
                      <a:pt x="13906" y="69939"/>
                      <a:pt x="10637" y="66567"/>
                    </a:cubicBezTo>
                    <a:cubicBezTo>
                      <a:pt x="7368" y="63194"/>
                      <a:pt x="4774" y="59044"/>
                      <a:pt x="2854" y="54063"/>
                    </a:cubicBezTo>
                    <a:cubicBezTo>
                      <a:pt x="986" y="49082"/>
                      <a:pt x="0" y="43323"/>
                      <a:pt x="0" y="36785"/>
                    </a:cubicBezTo>
                    <a:cubicBezTo>
                      <a:pt x="0" y="31701"/>
                      <a:pt x="830" y="26928"/>
                      <a:pt x="2490" y="22466"/>
                    </a:cubicBezTo>
                    <a:cubicBezTo>
                      <a:pt x="4151" y="18004"/>
                      <a:pt x="6486" y="14112"/>
                      <a:pt x="9547" y="10792"/>
                    </a:cubicBezTo>
                    <a:cubicBezTo>
                      <a:pt x="12608" y="7471"/>
                      <a:pt x="16396" y="4825"/>
                      <a:pt x="20806" y="2905"/>
                    </a:cubicBezTo>
                    <a:cubicBezTo>
                      <a:pt x="25216" y="986"/>
                      <a:pt x="30249" y="0"/>
                      <a:pt x="35801" y="0"/>
                    </a:cubicBezTo>
                    <a:cubicBezTo>
                      <a:pt x="40523" y="0"/>
                      <a:pt x="44829" y="726"/>
                      <a:pt x="48824" y="2231"/>
                    </a:cubicBezTo>
                    <a:cubicBezTo>
                      <a:pt x="52819" y="3735"/>
                      <a:pt x="56191" y="5915"/>
                      <a:pt x="59045" y="8820"/>
                    </a:cubicBezTo>
                    <a:cubicBezTo>
                      <a:pt x="61899" y="11674"/>
                      <a:pt x="64130" y="15254"/>
                      <a:pt x="65739" y="19404"/>
                    </a:cubicBezTo>
                    <a:cubicBezTo>
                      <a:pt x="67347" y="23607"/>
                      <a:pt x="68177" y="28380"/>
                      <a:pt x="68177" y="33724"/>
                    </a:cubicBezTo>
                    <a:cubicBezTo>
                      <a:pt x="68177" y="36423"/>
                      <a:pt x="67866" y="38290"/>
                      <a:pt x="67295" y="39224"/>
                    </a:cubicBezTo>
                    <a:cubicBezTo>
                      <a:pt x="66724" y="40158"/>
                      <a:pt x="65583" y="40625"/>
                      <a:pt x="63974" y="40625"/>
                    </a:cubicBezTo>
                    <a:lnTo>
                      <a:pt x="17848" y="40625"/>
                    </a:lnTo>
                    <a:close/>
                    <a:moveTo>
                      <a:pt x="52145" y="29937"/>
                    </a:moveTo>
                    <a:cubicBezTo>
                      <a:pt x="52145" y="27602"/>
                      <a:pt x="51833" y="25423"/>
                      <a:pt x="51159" y="23348"/>
                    </a:cubicBezTo>
                    <a:cubicBezTo>
                      <a:pt x="50484" y="21272"/>
                      <a:pt x="49499" y="19508"/>
                      <a:pt x="48202" y="17952"/>
                    </a:cubicBezTo>
                    <a:cubicBezTo>
                      <a:pt x="46904" y="16395"/>
                      <a:pt x="45244" y="15202"/>
                      <a:pt x="43220" y="14268"/>
                    </a:cubicBezTo>
                    <a:cubicBezTo>
                      <a:pt x="41197" y="13386"/>
                      <a:pt x="38862" y="12919"/>
                      <a:pt x="36216" y="12919"/>
                    </a:cubicBezTo>
                    <a:cubicBezTo>
                      <a:pt x="31027" y="12919"/>
                      <a:pt x="26928" y="14424"/>
                      <a:pt x="23971" y="17329"/>
                    </a:cubicBezTo>
                    <a:cubicBezTo>
                      <a:pt x="21014" y="20235"/>
                      <a:pt x="19094" y="24489"/>
                      <a:pt x="18264" y="29885"/>
                    </a:cubicBezTo>
                    <a:lnTo>
                      <a:pt x="52093" y="29885"/>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77" name="Google Shape;1977;p89"/>
              <p:cNvSpPr/>
              <p:nvPr/>
            </p:nvSpPr>
            <p:spPr>
              <a:xfrm>
                <a:off x="7626684" y="4954130"/>
                <a:ext cx="68643" cy="109059"/>
              </a:xfrm>
              <a:custGeom>
                <a:avLst/>
                <a:gdLst/>
                <a:ahLst/>
                <a:cxnLst/>
                <a:rect l="l" t="t" r="r" b="b"/>
                <a:pathLst>
                  <a:path w="68643" h="109059" extrusionOk="0">
                    <a:moveTo>
                      <a:pt x="68541" y="52"/>
                    </a:moveTo>
                    <a:lnTo>
                      <a:pt x="68541" y="107970"/>
                    </a:lnTo>
                    <a:lnTo>
                      <a:pt x="57593" y="107970"/>
                    </a:lnTo>
                    <a:cubicBezTo>
                      <a:pt x="55206" y="107970"/>
                      <a:pt x="53702" y="106881"/>
                      <a:pt x="53078" y="104701"/>
                    </a:cubicBezTo>
                    <a:lnTo>
                      <a:pt x="51574" y="97490"/>
                    </a:lnTo>
                    <a:cubicBezTo>
                      <a:pt x="48564" y="100914"/>
                      <a:pt x="45140" y="103716"/>
                      <a:pt x="41197" y="105843"/>
                    </a:cubicBezTo>
                    <a:cubicBezTo>
                      <a:pt x="37306" y="107970"/>
                      <a:pt x="32740" y="109060"/>
                      <a:pt x="27603" y="109060"/>
                    </a:cubicBezTo>
                    <a:cubicBezTo>
                      <a:pt x="23556" y="109060"/>
                      <a:pt x="19820" y="108230"/>
                      <a:pt x="16396" y="106518"/>
                    </a:cubicBezTo>
                    <a:cubicBezTo>
                      <a:pt x="13023" y="104805"/>
                      <a:pt x="10066" y="102367"/>
                      <a:pt x="7628" y="99150"/>
                    </a:cubicBezTo>
                    <a:cubicBezTo>
                      <a:pt x="5189" y="95933"/>
                      <a:pt x="3269" y="91938"/>
                      <a:pt x="1972" y="87217"/>
                    </a:cubicBezTo>
                    <a:cubicBezTo>
                      <a:pt x="675" y="82495"/>
                      <a:pt x="0" y="77048"/>
                      <a:pt x="0" y="70925"/>
                    </a:cubicBezTo>
                    <a:cubicBezTo>
                      <a:pt x="0" y="65426"/>
                      <a:pt x="726" y="60289"/>
                      <a:pt x="2231" y="55516"/>
                    </a:cubicBezTo>
                    <a:cubicBezTo>
                      <a:pt x="3736" y="50794"/>
                      <a:pt x="5863" y="46643"/>
                      <a:pt x="8717" y="43167"/>
                    </a:cubicBezTo>
                    <a:cubicBezTo>
                      <a:pt x="11519" y="39691"/>
                      <a:pt x="14891" y="36941"/>
                      <a:pt x="18834" y="34970"/>
                    </a:cubicBezTo>
                    <a:cubicBezTo>
                      <a:pt x="22778" y="32998"/>
                      <a:pt x="27188" y="32013"/>
                      <a:pt x="32065" y="32013"/>
                    </a:cubicBezTo>
                    <a:cubicBezTo>
                      <a:pt x="36216" y="32013"/>
                      <a:pt x="39796" y="32687"/>
                      <a:pt x="42753" y="33984"/>
                    </a:cubicBezTo>
                    <a:cubicBezTo>
                      <a:pt x="45711" y="35281"/>
                      <a:pt x="48357" y="37045"/>
                      <a:pt x="50692" y="39276"/>
                    </a:cubicBezTo>
                    <a:lnTo>
                      <a:pt x="50692" y="0"/>
                    </a:lnTo>
                    <a:lnTo>
                      <a:pt x="68644" y="0"/>
                    </a:lnTo>
                    <a:close/>
                    <a:moveTo>
                      <a:pt x="50588" y="52506"/>
                    </a:moveTo>
                    <a:cubicBezTo>
                      <a:pt x="48564" y="50016"/>
                      <a:pt x="46334" y="48304"/>
                      <a:pt x="43947" y="47266"/>
                    </a:cubicBezTo>
                    <a:cubicBezTo>
                      <a:pt x="41560" y="46229"/>
                      <a:pt x="38966" y="45762"/>
                      <a:pt x="36216" y="45762"/>
                    </a:cubicBezTo>
                    <a:cubicBezTo>
                      <a:pt x="33466" y="45762"/>
                      <a:pt x="31079" y="46281"/>
                      <a:pt x="28900" y="47266"/>
                    </a:cubicBezTo>
                    <a:cubicBezTo>
                      <a:pt x="26721" y="48252"/>
                      <a:pt x="24853" y="49809"/>
                      <a:pt x="23296" y="51884"/>
                    </a:cubicBezTo>
                    <a:cubicBezTo>
                      <a:pt x="21740" y="53959"/>
                      <a:pt x="20547" y="56553"/>
                      <a:pt x="19717" y="59718"/>
                    </a:cubicBezTo>
                    <a:cubicBezTo>
                      <a:pt x="18886" y="62883"/>
                      <a:pt x="18471" y="66619"/>
                      <a:pt x="18471" y="70925"/>
                    </a:cubicBezTo>
                    <a:cubicBezTo>
                      <a:pt x="18471" y="75232"/>
                      <a:pt x="18834" y="78967"/>
                      <a:pt x="19509" y="81976"/>
                    </a:cubicBezTo>
                    <a:cubicBezTo>
                      <a:pt x="20183" y="84986"/>
                      <a:pt x="21221" y="87476"/>
                      <a:pt x="22519" y="89396"/>
                    </a:cubicBezTo>
                    <a:cubicBezTo>
                      <a:pt x="23816" y="91316"/>
                      <a:pt x="25424" y="92665"/>
                      <a:pt x="27292" y="93547"/>
                    </a:cubicBezTo>
                    <a:cubicBezTo>
                      <a:pt x="29159" y="94377"/>
                      <a:pt x="31287" y="94844"/>
                      <a:pt x="33621" y="94844"/>
                    </a:cubicBezTo>
                    <a:cubicBezTo>
                      <a:pt x="37358" y="94844"/>
                      <a:pt x="40523" y="94065"/>
                      <a:pt x="43117" y="92509"/>
                    </a:cubicBezTo>
                    <a:cubicBezTo>
                      <a:pt x="45711" y="90952"/>
                      <a:pt x="48202" y="88773"/>
                      <a:pt x="50536" y="85920"/>
                    </a:cubicBezTo>
                    <a:lnTo>
                      <a:pt x="50536" y="52506"/>
                    </a:ln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grpSp>
        <p:sp>
          <p:nvSpPr>
            <p:cNvPr id="1978" name="Google Shape;1978;p89"/>
            <p:cNvSpPr/>
            <p:nvPr/>
          </p:nvSpPr>
          <p:spPr>
            <a:xfrm>
              <a:off x="7473503" y="2344830"/>
              <a:ext cx="854232" cy="946988"/>
            </a:xfrm>
            <a:custGeom>
              <a:avLst/>
              <a:gdLst/>
              <a:ahLst/>
              <a:cxnLst/>
              <a:rect l="l" t="t" r="r" b="b"/>
              <a:pathLst>
                <a:path w="1279748" h="1279714" extrusionOk="0">
                  <a:moveTo>
                    <a:pt x="1227863" y="1279714"/>
                  </a:moveTo>
                  <a:lnTo>
                    <a:pt x="51885" y="1279714"/>
                  </a:lnTo>
                  <a:cubicBezTo>
                    <a:pt x="23244" y="1279714"/>
                    <a:pt x="0" y="1256470"/>
                    <a:pt x="0" y="1227830"/>
                  </a:cubicBezTo>
                  <a:lnTo>
                    <a:pt x="0" y="51884"/>
                  </a:lnTo>
                  <a:cubicBezTo>
                    <a:pt x="0" y="23244"/>
                    <a:pt x="23244" y="0"/>
                    <a:pt x="51885" y="0"/>
                  </a:cubicBezTo>
                  <a:lnTo>
                    <a:pt x="1227863" y="0"/>
                  </a:lnTo>
                  <a:cubicBezTo>
                    <a:pt x="1256503" y="0"/>
                    <a:pt x="1279748" y="23244"/>
                    <a:pt x="1279748" y="51884"/>
                  </a:cubicBezTo>
                  <a:lnTo>
                    <a:pt x="1279748" y="1227830"/>
                  </a:lnTo>
                  <a:cubicBezTo>
                    <a:pt x="1279748" y="1256470"/>
                    <a:pt x="1256503" y="1279714"/>
                    <a:pt x="1227863" y="1279714"/>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79" name="Google Shape;1979;p89"/>
            <p:cNvSpPr/>
            <p:nvPr/>
          </p:nvSpPr>
          <p:spPr>
            <a:xfrm>
              <a:off x="3723554" y="2344830"/>
              <a:ext cx="854232" cy="946988"/>
            </a:xfrm>
            <a:custGeom>
              <a:avLst/>
              <a:gdLst/>
              <a:ahLst/>
              <a:cxnLst/>
              <a:rect l="l" t="t" r="r" b="b"/>
              <a:pathLst>
                <a:path w="1279748" h="1279714" extrusionOk="0">
                  <a:moveTo>
                    <a:pt x="1227915" y="1279714"/>
                  </a:moveTo>
                  <a:lnTo>
                    <a:pt x="51885" y="1279714"/>
                  </a:lnTo>
                  <a:cubicBezTo>
                    <a:pt x="23245" y="1279714"/>
                    <a:pt x="0" y="1256470"/>
                    <a:pt x="0" y="1227830"/>
                  </a:cubicBezTo>
                  <a:lnTo>
                    <a:pt x="0" y="51884"/>
                  </a:lnTo>
                  <a:cubicBezTo>
                    <a:pt x="0" y="23244"/>
                    <a:pt x="23245" y="0"/>
                    <a:pt x="51885" y="0"/>
                  </a:cubicBezTo>
                  <a:lnTo>
                    <a:pt x="1227863" y="0"/>
                  </a:lnTo>
                  <a:cubicBezTo>
                    <a:pt x="1256503" y="0"/>
                    <a:pt x="1279748" y="23244"/>
                    <a:pt x="1279748" y="51884"/>
                  </a:cubicBezTo>
                  <a:lnTo>
                    <a:pt x="1279748" y="1227830"/>
                  </a:lnTo>
                  <a:cubicBezTo>
                    <a:pt x="1279748" y="1256470"/>
                    <a:pt x="1256503" y="1279714"/>
                    <a:pt x="1227863" y="1279714"/>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80" name="Google Shape;1980;p89"/>
            <p:cNvSpPr/>
            <p:nvPr/>
          </p:nvSpPr>
          <p:spPr>
            <a:xfrm>
              <a:off x="4664502" y="2344830"/>
              <a:ext cx="854231" cy="946988"/>
            </a:xfrm>
            <a:custGeom>
              <a:avLst/>
              <a:gdLst/>
              <a:ahLst/>
              <a:cxnLst/>
              <a:rect l="l" t="t" r="r" b="b"/>
              <a:pathLst>
                <a:path w="1279747" h="1279714" extrusionOk="0">
                  <a:moveTo>
                    <a:pt x="1227863" y="1279714"/>
                  </a:moveTo>
                  <a:lnTo>
                    <a:pt x="51885" y="1279714"/>
                  </a:lnTo>
                  <a:cubicBezTo>
                    <a:pt x="23245" y="1279714"/>
                    <a:pt x="0" y="1256470"/>
                    <a:pt x="0" y="1227830"/>
                  </a:cubicBezTo>
                  <a:lnTo>
                    <a:pt x="0" y="51884"/>
                  </a:lnTo>
                  <a:cubicBezTo>
                    <a:pt x="0" y="23244"/>
                    <a:pt x="23245" y="0"/>
                    <a:pt x="51885" y="0"/>
                  </a:cubicBezTo>
                  <a:lnTo>
                    <a:pt x="1227863" y="0"/>
                  </a:lnTo>
                  <a:cubicBezTo>
                    <a:pt x="1256504" y="0"/>
                    <a:pt x="1279748" y="23244"/>
                    <a:pt x="1279748" y="51884"/>
                  </a:cubicBezTo>
                  <a:lnTo>
                    <a:pt x="1279748" y="1227830"/>
                  </a:lnTo>
                  <a:cubicBezTo>
                    <a:pt x="1279748" y="1256470"/>
                    <a:pt x="1256504" y="1279714"/>
                    <a:pt x="1227863" y="1279714"/>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81" name="Google Shape;1981;p89"/>
            <p:cNvSpPr/>
            <p:nvPr/>
          </p:nvSpPr>
          <p:spPr>
            <a:xfrm>
              <a:off x="6537157" y="2344830"/>
              <a:ext cx="854231" cy="946988"/>
            </a:xfrm>
            <a:custGeom>
              <a:avLst/>
              <a:gdLst/>
              <a:ahLst/>
              <a:cxnLst/>
              <a:rect l="l" t="t" r="r" b="b"/>
              <a:pathLst>
                <a:path w="1279747" h="1279714" extrusionOk="0">
                  <a:moveTo>
                    <a:pt x="1227863" y="1279714"/>
                  </a:moveTo>
                  <a:lnTo>
                    <a:pt x="51885" y="1279714"/>
                  </a:lnTo>
                  <a:cubicBezTo>
                    <a:pt x="23244" y="1279714"/>
                    <a:pt x="0" y="1256470"/>
                    <a:pt x="0" y="1227830"/>
                  </a:cubicBezTo>
                  <a:lnTo>
                    <a:pt x="0" y="51884"/>
                  </a:lnTo>
                  <a:cubicBezTo>
                    <a:pt x="0" y="23244"/>
                    <a:pt x="23244" y="0"/>
                    <a:pt x="51885" y="0"/>
                  </a:cubicBezTo>
                  <a:lnTo>
                    <a:pt x="1227863" y="0"/>
                  </a:lnTo>
                  <a:cubicBezTo>
                    <a:pt x="1256503" y="0"/>
                    <a:pt x="1279748" y="23244"/>
                    <a:pt x="1279748" y="51884"/>
                  </a:cubicBezTo>
                  <a:lnTo>
                    <a:pt x="1279748" y="1227830"/>
                  </a:lnTo>
                  <a:cubicBezTo>
                    <a:pt x="1279748" y="1256470"/>
                    <a:pt x="1256503" y="1279714"/>
                    <a:pt x="1227863" y="1279714"/>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82" name="Google Shape;1982;p89"/>
            <p:cNvSpPr/>
            <p:nvPr/>
          </p:nvSpPr>
          <p:spPr>
            <a:xfrm>
              <a:off x="5602197" y="2344830"/>
              <a:ext cx="854232" cy="946988"/>
            </a:xfrm>
            <a:custGeom>
              <a:avLst/>
              <a:gdLst/>
              <a:ahLst/>
              <a:cxnLst/>
              <a:rect l="l" t="t" r="r" b="b"/>
              <a:pathLst>
                <a:path w="1279748" h="1279714" extrusionOk="0">
                  <a:moveTo>
                    <a:pt x="1227863" y="1279714"/>
                  </a:moveTo>
                  <a:lnTo>
                    <a:pt x="51885" y="1279714"/>
                  </a:lnTo>
                  <a:cubicBezTo>
                    <a:pt x="23244" y="1279714"/>
                    <a:pt x="0" y="1256470"/>
                    <a:pt x="0" y="1227830"/>
                  </a:cubicBezTo>
                  <a:lnTo>
                    <a:pt x="0" y="51884"/>
                  </a:lnTo>
                  <a:cubicBezTo>
                    <a:pt x="0" y="23244"/>
                    <a:pt x="23244" y="0"/>
                    <a:pt x="51885" y="0"/>
                  </a:cubicBezTo>
                  <a:lnTo>
                    <a:pt x="1227863" y="0"/>
                  </a:lnTo>
                  <a:cubicBezTo>
                    <a:pt x="1256503" y="0"/>
                    <a:pt x="1279748" y="23244"/>
                    <a:pt x="1279748" y="51884"/>
                  </a:cubicBezTo>
                  <a:lnTo>
                    <a:pt x="1279748" y="1227830"/>
                  </a:lnTo>
                  <a:cubicBezTo>
                    <a:pt x="1279748" y="1256470"/>
                    <a:pt x="1256503" y="1279714"/>
                    <a:pt x="1227863" y="1279714"/>
                  </a:cubicBezTo>
                  <a:close/>
                </a:path>
              </a:pathLst>
            </a:custGeom>
            <a:solidFill>
              <a:srgbClr val="FFFFFF"/>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83" name="Google Shape;1983;p89"/>
            <p:cNvSpPr/>
            <p:nvPr/>
          </p:nvSpPr>
          <p:spPr>
            <a:xfrm>
              <a:off x="4879137" y="2477119"/>
              <a:ext cx="426338" cy="425559"/>
            </a:xfrm>
            <a:custGeom>
              <a:avLst/>
              <a:gdLst/>
              <a:ahLst/>
              <a:cxnLst/>
              <a:rect l="l" t="t" r="r" b="b"/>
              <a:pathLst>
                <a:path w="576133" h="575080" extrusionOk="0">
                  <a:moveTo>
                    <a:pt x="576133" y="525064"/>
                  </a:moveTo>
                  <a:cubicBezTo>
                    <a:pt x="576133" y="532172"/>
                    <a:pt x="570374" y="537931"/>
                    <a:pt x="563266" y="537931"/>
                  </a:cubicBezTo>
                  <a:lnTo>
                    <a:pt x="62885" y="537931"/>
                  </a:lnTo>
                  <a:lnTo>
                    <a:pt x="62885" y="562213"/>
                  </a:lnTo>
                  <a:cubicBezTo>
                    <a:pt x="62885" y="569321"/>
                    <a:pt x="57126" y="575080"/>
                    <a:pt x="50017" y="575080"/>
                  </a:cubicBezTo>
                  <a:cubicBezTo>
                    <a:pt x="42909" y="575080"/>
                    <a:pt x="37150" y="569321"/>
                    <a:pt x="37150" y="562213"/>
                  </a:cubicBezTo>
                  <a:lnTo>
                    <a:pt x="37150" y="537931"/>
                  </a:lnTo>
                  <a:lnTo>
                    <a:pt x="12868" y="537931"/>
                  </a:lnTo>
                  <a:cubicBezTo>
                    <a:pt x="5759" y="537931"/>
                    <a:pt x="0" y="532172"/>
                    <a:pt x="0" y="525064"/>
                  </a:cubicBezTo>
                  <a:cubicBezTo>
                    <a:pt x="0" y="517956"/>
                    <a:pt x="5759" y="512197"/>
                    <a:pt x="12868" y="512197"/>
                  </a:cubicBezTo>
                  <a:lnTo>
                    <a:pt x="37150" y="512197"/>
                  </a:lnTo>
                  <a:lnTo>
                    <a:pt x="37150" y="12867"/>
                  </a:lnTo>
                  <a:cubicBezTo>
                    <a:pt x="37150" y="5759"/>
                    <a:pt x="42909" y="0"/>
                    <a:pt x="50017" y="0"/>
                  </a:cubicBezTo>
                  <a:cubicBezTo>
                    <a:pt x="57126" y="0"/>
                    <a:pt x="62885" y="5759"/>
                    <a:pt x="62885" y="12867"/>
                  </a:cubicBezTo>
                  <a:lnTo>
                    <a:pt x="62885" y="512197"/>
                  </a:lnTo>
                  <a:lnTo>
                    <a:pt x="563266" y="512197"/>
                  </a:lnTo>
                  <a:cubicBezTo>
                    <a:pt x="570374" y="512197"/>
                    <a:pt x="576133" y="517956"/>
                    <a:pt x="576133" y="525064"/>
                  </a:cubicBezTo>
                  <a:close/>
                  <a:moveTo>
                    <a:pt x="242200" y="251429"/>
                  </a:moveTo>
                  <a:cubicBezTo>
                    <a:pt x="236233" y="251429"/>
                    <a:pt x="231408" y="256254"/>
                    <a:pt x="231408" y="262221"/>
                  </a:cubicBezTo>
                  <a:lnTo>
                    <a:pt x="231408" y="452479"/>
                  </a:lnTo>
                  <a:cubicBezTo>
                    <a:pt x="231408" y="458445"/>
                    <a:pt x="236233" y="463271"/>
                    <a:pt x="242200" y="463271"/>
                  </a:cubicBezTo>
                  <a:lnTo>
                    <a:pt x="287444" y="463271"/>
                  </a:lnTo>
                  <a:cubicBezTo>
                    <a:pt x="293411" y="463271"/>
                    <a:pt x="298236" y="458445"/>
                    <a:pt x="298236" y="452479"/>
                  </a:cubicBezTo>
                  <a:lnTo>
                    <a:pt x="298236" y="262221"/>
                  </a:lnTo>
                  <a:cubicBezTo>
                    <a:pt x="298236" y="256254"/>
                    <a:pt x="293411" y="251429"/>
                    <a:pt x="287444" y="251429"/>
                  </a:cubicBezTo>
                  <a:lnTo>
                    <a:pt x="242200" y="251429"/>
                  </a:lnTo>
                  <a:close/>
                  <a:moveTo>
                    <a:pt x="131944" y="463322"/>
                  </a:moveTo>
                  <a:lnTo>
                    <a:pt x="177188" y="463322"/>
                  </a:lnTo>
                  <a:cubicBezTo>
                    <a:pt x="183155" y="463322"/>
                    <a:pt x="187980" y="458497"/>
                    <a:pt x="187980" y="452531"/>
                  </a:cubicBezTo>
                  <a:lnTo>
                    <a:pt x="187980" y="330137"/>
                  </a:lnTo>
                  <a:cubicBezTo>
                    <a:pt x="187980" y="324170"/>
                    <a:pt x="183155" y="319345"/>
                    <a:pt x="177188" y="319345"/>
                  </a:cubicBezTo>
                  <a:lnTo>
                    <a:pt x="131944" y="319345"/>
                  </a:lnTo>
                  <a:cubicBezTo>
                    <a:pt x="125977" y="319345"/>
                    <a:pt x="121152" y="324170"/>
                    <a:pt x="121152" y="330137"/>
                  </a:cubicBezTo>
                  <a:lnTo>
                    <a:pt x="121152" y="452531"/>
                  </a:lnTo>
                  <a:cubicBezTo>
                    <a:pt x="121152" y="458497"/>
                    <a:pt x="125977" y="463322"/>
                    <a:pt x="131944" y="463322"/>
                  </a:cubicBezTo>
                  <a:close/>
                  <a:moveTo>
                    <a:pt x="352508" y="319293"/>
                  </a:moveTo>
                  <a:cubicBezTo>
                    <a:pt x="346541" y="319293"/>
                    <a:pt x="341716" y="324118"/>
                    <a:pt x="341716" y="330085"/>
                  </a:cubicBezTo>
                  <a:lnTo>
                    <a:pt x="341716" y="452479"/>
                  </a:lnTo>
                  <a:cubicBezTo>
                    <a:pt x="341716" y="458445"/>
                    <a:pt x="346541" y="463271"/>
                    <a:pt x="352508" y="463271"/>
                  </a:cubicBezTo>
                  <a:lnTo>
                    <a:pt x="397752" y="463271"/>
                  </a:lnTo>
                  <a:cubicBezTo>
                    <a:pt x="403719" y="463271"/>
                    <a:pt x="408544" y="458445"/>
                    <a:pt x="408544" y="452479"/>
                  </a:cubicBezTo>
                  <a:lnTo>
                    <a:pt x="408544" y="330085"/>
                  </a:lnTo>
                  <a:cubicBezTo>
                    <a:pt x="408544" y="324118"/>
                    <a:pt x="403719" y="319293"/>
                    <a:pt x="397752" y="319293"/>
                  </a:cubicBezTo>
                  <a:lnTo>
                    <a:pt x="352508" y="319293"/>
                  </a:lnTo>
                  <a:close/>
                  <a:moveTo>
                    <a:pt x="451972" y="239599"/>
                  </a:moveTo>
                  <a:lnTo>
                    <a:pt x="451972" y="452479"/>
                  </a:lnTo>
                  <a:cubicBezTo>
                    <a:pt x="451972" y="458445"/>
                    <a:pt x="456797" y="463271"/>
                    <a:pt x="462764" y="463271"/>
                  </a:cubicBezTo>
                  <a:lnTo>
                    <a:pt x="508008" y="463271"/>
                  </a:lnTo>
                  <a:cubicBezTo>
                    <a:pt x="513975" y="463271"/>
                    <a:pt x="518800" y="458445"/>
                    <a:pt x="518800" y="452479"/>
                  </a:cubicBezTo>
                  <a:lnTo>
                    <a:pt x="518800" y="239599"/>
                  </a:lnTo>
                  <a:cubicBezTo>
                    <a:pt x="518800" y="233633"/>
                    <a:pt x="513975" y="228808"/>
                    <a:pt x="508008" y="228808"/>
                  </a:cubicBezTo>
                  <a:lnTo>
                    <a:pt x="462764" y="228808"/>
                  </a:lnTo>
                  <a:cubicBezTo>
                    <a:pt x="456797" y="228808"/>
                    <a:pt x="451972" y="233633"/>
                    <a:pt x="451972" y="239599"/>
                  </a:cubicBezTo>
                  <a:close/>
                  <a:moveTo>
                    <a:pt x="145849" y="253556"/>
                  </a:moveTo>
                  <a:cubicBezTo>
                    <a:pt x="148703" y="253556"/>
                    <a:pt x="151557" y="252622"/>
                    <a:pt x="153943" y="250703"/>
                  </a:cubicBezTo>
                  <a:lnTo>
                    <a:pt x="271723" y="155651"/>
                  </a:lnTo>
                  <a:lnTo>
                    <a:pt x="362055" y="246189"/>
                  </a:lnTo>
                  <a:cubicBezTo>
                    <a:pt x="366984" y="251170"/>
                    <a:pt x="375026" y="251221"/>
                    <a:pt x="380111" y="246396"/>
                  </a:cubicBezTo>
                  <a:lnTo>
                    <a:pt x="492598" y="138270"/>
                  </a:lnTo>
                  <a:cubicBezTo>
                    <a:pt x="497735" y="133341"/>
                    <a:pt x="497890" y="125196"/>
                    <a:pt x="492961" y="120059"/>
                  </a:cubicBezTo>
                  <a:cubicBezTo>
                    <a:pt x="488032" y="114923"/>
                    <a:pt x="479886" y="114767"/>
                    <a:pt x="474749" y="119696"/>
                  </a:cubicBezTo>
                  <a:lnTo>
                    <a:pt x="371394" y="219053"/>
                  </a:lnTo>
                  <a:lnTo>
                    <a:pt x="281788" y="129295"/>
                  </a:lnTo>
                  <a:cubicBezTo>
                    <a:pt x="277119" y="124625"/>
                    <a:pt x="269699" y="124210"/>
                    <a:pt x="264563" y="128360"/>
                  </a:cubicBezTo>
                  <a:lnTo>
                    <a:pt x="137755" y="230727"/>
                  </a:lnTo>
                  <a:cubicBezTo>
                    <a:pt x="132204" y="235189"/>
                    <a:pt x="131373" y="243283"/>
                    <a:pt x="135836" y="248835"/>
                  </a:cubicBezTo>
                  <a:cubicBezTo>
                    <a:pt x="138378" y="252000"/>
                    <a:pt x="142114" y="253608"/>
                    <a:pt x="145849" y="253608"/>
                  </a:cubicBezTo>
                  <a:close/>
                </a:path>
              </a:pathLst>
            </a:custGeom>
            <a:solidFill>
              <a:srgbClr val="29B5E8"/>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84" name="Google Shape;1984;p89"/>
            <p:cNvSpPr/>
            <p:nvPr/>
          </p:nvSpPr>
          <p:spPr>
            <a:xfrm>
              <a:off x="3939687" y="2589335"/>
              <a:ext cx="423344" cy="197422"/>
            </a:xfrm>
            <a:custGeom>
              <a:avLst/>
              <a:gdLst/>
              <a:ahLst/>
              <a:cxnLst/>
              <a:rect l="l" t="t" r="r" b="b"/>
              <a:pathLst>
                <a:path w="572086" h="266786" extrusionOk="0">
                  <a:moveTo>
                    <a:pt x="508527" y="52"/>
                  </a:moveTo>
                  <a:lnTo>
                    <a:pt x="436302" y="52"/>
                  </a:lnTo>
                  <a:cubicBezTo>
                    <a:pt x="433968" y="52"/>
                    <a:pt x="431737" y="363"/>
                    <a:pt x="429557" y="778"/>
                  </a:cubicBezTo>
                  <a:cubicBezTo>
                    <a:pt x="428883" y="882"/>
                    <a:pt x="428208" y="1090"/>
                    <a:pt x="427586" y="1245"/>
                  </a:cubicBezTo>
                  <a:cubicBezTo>
                    <a:pt x="426029" y="1660"/>
                    <a:pt x="424525" y="2127"/>
                    <a:pt x="423020" y="2698"/>
                  </a:cubicBezTo>
                  <a:cubicBezTo>
                    <a:pt x="422345" y="2957"/>
                    <a:pt x="421671" y="3165"/>
                    <a:pt x="421048" y="3476"/>
                  </a:cubicBezTo>
                  <a:cubicBezTo>
                    <a:pt x="419180" y="4358"/>
                    <a:pt x="417313" y="5344"/>
                    <a:pt x="415548" y="6537"/>
                  </a:cubicBezTo>
                  <a:cubicBezTo>
                    <a:pt x="414770" y="7056"/>
                    <a:pt x="414044" y="7679"/>
                    <a:pt x="413317" y="8198"/>
                  </a:cubicBezTo>
                  <a:cubicBezTo>
                    <a:pt x="412280" y="8976"/>
                    <a:pt x="411242" y="9806"/>
                    <a:pt x="410204" y="10688"/>
                  </a:cubicBezTo>
                  <a:cubicBezTo>
                    <a:pt x="409270" y="11518"/>
                    <a:pt x="408388" y="12348"/>
                    <a:pt x="407506" y="13230"/>
                  </a:cubicBezTo>
                  <a:cubicBezTo>
                    <a:pt x="406780" y="14009"/>
                    <a:pt x="406002" y="14787"/>
                    <a:pt x="405275" y="15617"/>
                  </a:cubicBezTo>
                  <a:cubicBezTo>
                    <a:pt x="403252" y="17900"/>
                    <a:pt x="401280" y="20339"/>
                    <a:pt x="399464" y="23036"/>
                  </a:cubicBezTo>
                  <a:cubicBezTo>
                    <a:pt x="399256" y="23348"/>
                    <a:pt x="399049" y="23607"/>
                    <a:pt x="398841" y="23867"/>
                  </a:cubicBezTo>
                  <a:lnTo>
                    <a:pt x="209876" y="23867"/>
                  </a:lnTo>
                  <a:cubicBezTo>
                    <a:pt x="209876" y="23867"/>
                    <a:pt x="209876" y="23867"/>
                    <a:pt x="209876" y="23867"/>
                  </a:cubicBezTo>
                  <a:cubicBezTo>
                    <a:pt x="208319" y="21636"/>
                    <a:pt x="206814" y="19612"/>
                    <a:pt x="205258" y="17744"/>
                  </a:cubicBezTo>
                  <a:cubicBezTo>
                    <a:pt x="205102" y="17537"/>
                    <a:pt x="204946" y="17329"/>
                    <a:pt x="204791" y="17174"/>
                  </a:cubicBezTo>
                  <a:cubicBezTo>
                    <a:pt x="203286" y="15409"/>
                    <a:pt x="201781" y="13853"/>
                    <a:pt x="200277" y="12400"/>
                  </a:cubicBezTo>
                  <a:cubicBezTo>
                    <a:pt x="200069" y="12193"/>
                    <a:pt x="199862" y="11985"/>
                    <a:pt x="199602" y="11778"/>
                  </a:cubicBezTo>
                  <a:cubicBezTo>
                    <a:pt x="198150" y="10429"/>
                    <a:pt x="196697" y="9235"/>
                    <a:pt x="195296" y="8198"/>
                  </a:cubicBezTo>
                  <a:cubicBezTo>
                    <a:pt x="194985" y="7990"/>
                    <a:pt x="194725" y="7783"/>
                    <a:pt x="194414" y="7575"/>
                  </a:cubicBezTo>
                  <a:cubicBezTo>
                    <a:pt x="193065" y="6589"/>
                    <a:pt x="191716" y="5707"/>
                    <a:pt x="190367" y="4981"/>
                  </a:cubicBezTo>
                  <a:cubicBezTo>
                    <a:pt x="190004" y="4773"/>
                    <a:pt x="189640" y="4618"/>
                    <a:pt x="189277" y="4410"/>
                  </a:cubicBezTo>
                  <a:cubicBezTo>
                    <a:pt x="188032" y="3788"/>
                    <a:pt x="186787" y="3165"/>
                    <a:pt x="185593" y="2698"/>
                  </a:cubicBezTo>
                  <a:cubicBezTo>
                    <a:pt x="185074" y="2490"/>
                    <a:pt x="184607" y="2335"/>
                    <a:pt x="184089" y="2179"/>
                  </a:cubicBezTo>
                  <a:cubicBezTo>
                    <a:pt x="183051" y="1816"/>
                    <a:pt x="181961" y="1453"/>
                    <a:pt x="180924" y="1193"/>
                  </a:cubicBezTo>
                  <a:cubicBezTo>
                    <a:pt x="180197" y="986"/>
                    <a:pt x="179471" y="882"/>
                    <a:pt x="178796" y="778"/>
                  </a:cubicBezTo>
                  <a:cubicBezTo>
                    <a:pt x="178018" y="623"/>
                    <a:pt x="177292" y="467"/>
                    <a:pt x="176565" y="363"/>
                  </a:cubicBezTo>
                  <a:cubicBezTo>
                    <a:pt x="175112" y="208"/>
                    <a:pt x="173764" y="104"/>
                    <a:pt x="172414" y="104"/>
                  </a:cubicBezTo>
                  <a:lnTo>
                    <a:pt x="96818" y="104"/>
                  </a:lnTo>
                  <a:cubicBezTo>
                    <a:pt x="84469" y="104"/>
                    <a:pt x="73158" y="6330"/>
                    <a:pt x="63559" y="18056"/>
                  </a:cubicBezTo>
                  <a:cubicBezTo>
                    <a:pt x="53961" y="29729"/>
                    <a:pt x="46074" y="46903"/>
                    <a:pt x="40574" y="68642"/>
                  </a:cubicBezTo>
                  <a:cubicBezTo>
                    <a:pt x="38810" y="75543"/>
                    <a:pt x="43013" y="82547"/>
                    <a:pt x="49914" y="84311"/>
                  </a:cubicBezTo>
                  <a:cubicBezTo>
                    <a:pt x="50951" y="84571"/>
                    <a:pt x="52041" y="84726"/>
                    <a:pt x="53079" y="84726"/>
                  </a:cubicBezTo>
                  <a:cubicBezTo>
                    <a:pt x="53079" y="84726"/>
                    <a:pt x="53079" y="84726"/>
                    <a:pt x="53079" y="84726"/>
                  </a:cubicBezTo>
                  <a:cubicBezTo>
                    <a:pt x="53079" y="84726"/>
                    <a:pt x="53079" y="84726"/>
                    <a:pt x="53079" y="84726"/>
                  </a:cubicBezTo>
                  <a:cubicBezTo>
                    <a:pt x="58838" y="84726"/>
                    <a:pt x="64078" y="80835"/>
                    <a:pt x="65583" y="74972"/>
                  </a:cubicBezTo>
                  <a:cubicBezTo>
                    <a:pt x="69837" y="58110"/>
                    <a:pt x="75389" y="45865"/>
                    <a:pt x="80993" y="37771"/>
                  </a:cubicBezTo>
                  <a:cubicBezTo>
                    <a:pt x="86596" y="29729"/>
                    <a:pt x="92304" y="25890"/>
                    <a:pt x="96818" y="25890"/>
                  </a:cubicBezTo>
                  <a:lnTo>
                    <a:pt x="133552" y="25890"/>
                  </a:lnTo>
                  <a:cubicBezTo>
                    <a:pt x="130076" y="31338"/>
                    <a:pt x="126859" y="37616"/>
                    <a:pt x="123954" y="44672"/>
                  </a:cubicBezTo>
                  <a:cubicBezTo>
                    <a:pt x="123954" y="44776"/>
                    <a:pt x="123850" y="44931"/>
                    <a:pt x="123798" y="45035"/>
                  </a:cubicBezTo>
                  <a:cubicBezTo>
                    <a:pt x="122449" y="48304"/>
                    <a:pt x="121204" y="51728"/>
                    <a:pt x="120062" y="55360"/>
                  </a:cubicBezTo>
                  <a:cubicBezTo>
                    <a:pt x="119855" y="56034"/>
                    <a:pt x="119595" y="56761"/>
                    <a:pt x="119388" y="57487"/>
                  </a:cubicBezTo>
                  <a:cubicBezTo>
                    <a:pt x="118298" y="60963"/>
                    <a:pt x="117261" y="64543"/>
                    <a:pt x="116275" y="68331"/>
                  </a:cubicBezTo>
                  <a:cubicBezTo>
                    <a:pt x="116275" y="68435"/>
                    <a:pt x="116223" y="68590"/>
                    <a:pt x="116171" y="68694"/>
                  </a:cubicBezTo>
                  <a:cubicBezTo>
                    <a:pt x="114407" y="75595"/>
                    <a:pt x="118610" y="82599"/>
                    <a:pt x="125510" y="84363"/>
                  </a:cubicBezTo>
                  <a:cubicBezTo>
                    <a:pt x="126600" y="84622"/>
                    <a:pt x="127638" y="84778"/>
                    <a:pt x="128675" y="84778"/>
                  </a:cubicBezTo>
                  <a:cubicBezTo>
                    <a:pt x="128675" y="84778"/>
                    <a:pt x="128675" y="84778"/>
                    <a:pt x="128675" y="84778"/>
                  </a:cubicBezTo>
                  <a:cubicBezTo>
                    <a:pt x="128675" y="84778"/>
                    <a:pt x="128675" y="84778"/>
                    <a:pt x="128675" y="84778"/>
                  </a:cubicBezTo>
                  <a:cubicBezTo>
                    <a:pt x="129972" y="84778"/>
                    <a:pt x="131218" y="84519"/>
                    <a:pt x="132411" y="84156"/>
                  </a:cubicBezTo>
                  <a:cubicBezTo>
                    <a:pt x="132567" y="84156"/>
                    <a:pt x="132722" y="84156"/>
                    <a:pt x="132826" y="84104"/>
                  </a:cubicBezTo>
                  <a:cubicBezTo>
                    <a:pt x="136821" y="82755"/>
                    <a:pt x="140038" y="79434"/>
                    <a:pt x="141128" y="75076"/>
                  </a:cubicBezTo>
                  <a:cubicBezTo>
                    <a:pt x="142632" y="69161"/>
                    <a:pt x="144293" y="64025"/>
                    <a:pt x="146057" y="59251"/>
                  </a:cubicBezTo>
                  <a:cubicBezTo>
                    <a:pt x="154307" y="36682"/>
                    <a:pt x="164891" y="25994"/>
                    <a:pt x="172363" y="25994"/>
                  </a:cubicBezTo>
                  <a:cubicBezTo>
                    <a:pt x="172363" y="25994"/>
                    <a:pt x="172466" y="25994"/>
                    <a:pt x="172518" y="25994"/>
                  </a:cubicBezTo>
                  <a:cubicBezTo>
                    <a:pt x="173245" y="25994"/>
                    <a:pt x="173971" y="26098"/>
                    <a:pt x="174697" y="26305"/>
                  </a:cubicBezTo>
                  <a:cubicBezTo>
                    <a:pt x="174853" y="26305"/>
                    <a:pt x="175009" y="26409"/>
                    <a:pt x="175164" y="26461"/>
                  </a:cubicBezTo>
                  <a:cubicBezTo>
                    <a:pt x="175839" y="26668"/>
                    <a:pt x="176462" y="26876"/>
                    <a:pt x="177136" y="27187"/>
                  </a:cubicBezTo>
                  <a:cubicBezTo>
                    <a:pt x="177240" y="27187"/>
                    <a:pt x="177292" y="27291"/>
                    <a:pt x="177395" y="27343"/>
                  </a:cubicBezTo>
                  <a:cubicBezTo>
                    <a:pt x="178122" y="27706"/>
                    <a:pt x="178900" y="28173"/>
                    <a:pt x="179627" y="28692"/>
                  </a:cubicBezTo>
                  <a:cubicBezTo>
                    <a:pt x="179627" y="28692"/>
                    <a:pt x="179730" y="28795"/>
                    <a:pt x="179782" y="28795"/>
                  </a:cubicBezTo>
                  <a:cubicBezTo>
                    <a:pt x="180560" y="29366"/>
                    <a:pt x="181339" y="29989"/>
                    <a:pt x="182117" y="30715"/>
                  </a:cubicBezTo>
                  <a:cubicBezTo>
                    <a:pt x="182117" y="30715"/>
                    <a:pt x="182117" y="30715"/>
                    <a:pt x="182117" y="30715"/>
                  </a:cubicBezTo>
                  <a:cubicBezTo>
                    <a:pt x="179886" y="32324"/>
                    <a:pt x="177759" y="34347"/>
                    <a:pt x="175683" y="36526"/>
                  </a:cubicBezTo>
                  <a:cubicBezTo>
                    <a:pt x="175164" y="37097"/>
                    <a:pt x="174646" y="37719"/>
                    <a:pt x="174127" y="38290"/>
                  </a:cubicBezTo>
                  <a:cubicBezTo>
                    <a:pt x="172622" y="40054"/>
                    <a:pt x="171169" y="41922"/>
                    <a:pt x="169716" y="43998"/>
                  </a:cubicBezTo>
                  <a:cubicBezTo>
                    <a:pt x="169094" y="44879"/>
                    <a:pt x="168523" y="45762"/>
                    <a:pt x="167952" y="46695"/>
                  </a:cubicBezTo>
                  <a:cubicBezTo>
                    <a:pt x="166655" y="48771"/>
                    <a:pt x="165410" y="51054"/>
                    <a:pt x="164217" y="53388"/>
                  </a:cubicBezTo>
                  <a:cubicBezTo>
                    <a:pt x="163698" y="54426"/>
                    <a:pt x="163179" y="55360"/>
                    <a:pt x="162660" y="56398"/>
                  </a:cubicBezTo>
                  <a:cubicBezTo>
                    <a:pt x="161104" y="59718"/>
                    <a:pt x="159651" y="63246"/>
                    <a:pt x="158302" y="67086"/>
                  </a:cubicBezTo>
                  <a:cubicBezTo>
                    <a:pt x="158250" y="67241"/>
                    <a:pt x="158198" y="67345"/>
                    <a:pt x="158146" y="67501"/>
                  </a:cubicBezTo>
                  <a:cubicBezTo>
                    <a:pt x="155811" y="74194"/>
                    <a:pt x="159339" y="81561"/>
                    <a:pt x="166033" y="83948"/>
                  </a:cubicBezTo>
                  <a:cubicBezTo>
                    <a:pt x="167434" y="84467"/>
                    <a:pt x="168886" y="84674"/>
                    <a:pt x="170287" y="84674"/>
                  </a:cubicBezTo>
                  <a:cubicBezTo>
                    <a:pt x="170287" y="84674"/>
                    <a:pt x="170287" y="84674"/>
                    <a:pt x="170287" y="84674"/>
                  </a:cubicBezTo>
                  <a:cubicBezTo>
                    <a:pt x="170287" y="84674"/>
                    <a:pt x="170287" y="84674"/>
                    <a:pt x="170287" y="84674"/>
                  </a:cubicBezTo>
                  <a:cubicBezTo>
                    <a:pt x="175579" y="84674"/>
                    <a:pt x="180612" y="81354"/>
                    <a:pt x="182428" y="76062"/>
                  </a:cubicBezTo>
                  <a:cubicBezTo>
                    <a:pt x="185593" y="67034"/>
                    <a:pt x="189225" y="60445"/>
                    <a:pt x="192598" y="56138"/>
                  </a:cubicBezTo>
                  <a:cubicBezTo>
                    <a:pt x="196022" y="51832"/>
                    <a:pt x="199187" y="49757"/>
                    <a:pt x="201574" y="49757"/>
                  </a:cubicBezTo>
                  <a:lnTo>
                    <a:pt x="204116" y="49757"/>
                  </a:lnTo>
                  <a:cubicBezTo>
                    <a:pt x="204116" y="49757"/>
                    <a:pt x="204116" y="49757"/>
                    <a:pt x="204116" y="49757"/>
                  </a:cubicBezTo>
                  <a:lnTo>
                    <a:pt x="385870" y="49757"/>
                  </a:lnTo>
                  <a:cubicBezTo>
                    <a:pt x="385870" y="49757"/>
                    <a:pt x="385870" y="49757"/>
                    <a:pt x="385870" y="49808"/>
                  </a:cubicBezTo>
                  <a:cubicBezTo>
                    <a:pt x="383691" y="55671"/>
                    <a:pt x="381823" y="61897"/>
                    <a:pt x="380163" y="68383"/>
                  </a:cubicBezTo>
                  <a:cubicBezTo>
                    <a:pt x="380059" y="68746"/>
                    <a:pt x="379955" y="69109"/>
                    <a:pt x="379903" y="69472"/>
                  </a:cubicBezTo>
                  <a:cubicBezTo>
                    <a:pt x="378347" y="75750"/>
                    <a:pt x="376998" y="82236"/>
                    <a:pt x="375908" y="88929"/>
                  </a:cubicBezTo>
                  <a:cubicBezTo>
                    <a:pt x="375804" y="89552"/>
                    <a:pt x="375701" y="90226"/>
                    <a:pt x="375597" y="90849"/>
                  </a:cubicBezTo>
                  <a:cubicBezTo>
                    <a:pt x="374559" y="97386"/>
                    <a:pt x="373781" y="104027"/>
                    <a:pt x="373210" y="110772"/>
                  </a:cubicBezTo>
                  <a:cubicBezTo>
                    <a:pt x="373158" y="111446"/>
                    <a:pt x="373106" y="112173"/>
                    <a:pt x="373055" y="112847"/>
                  </a:cubicBezTo>
                  <a:cubicBezTo>
                    <a:pt x="372536" y="119644"/>
                    <a:pt x="372276" y="126441"/>
                    <a:pt x="372276" y="133238"/>
                  </a:cubicBezTo>
                  <a:cubicBezTo>
                    <a:pt x="372276" y="133341"/>
                    <a:pt x="372276" y="133445"/>
                    <a:pt x="372276" y="133497"/>
                  </a:cubicBezTo>
                  <a:cubicBezTo>
                    <a:pt x="372276" y="133549"/>
                    <a:pt x="372276" y="133705"/>
                    <a:pt x="372276" y="133756"/>
                  </a:cubicBezTo>
                  <a:cubicBezTo>
                    <a:pt x="372276" y="140553"/>
                    <a:pt x="372587" y="147350"/>
                    <a:pt x="373055" y="154095"/>
                  </a:cubicBezTo>
                  <a:cubicBezTo>
                    <a:pt x="373055" y="154769"/>
                    <a:pt x="373158" y="155496"/>
                    <a:pt x="373210" y="156170"/>
                  </a:cubicBezTo>
                  <a:cubicBezTo>
                    <a:pt x="373729" y="162915"/>
                    <a:pt x="374559" y="169556"/>
                    <a:pt x="375597" y="176094"/>
                  </a:cubicBezTo>
                  <a:cubicBezTo>
                    <a:pt x="375701" y="176768"/>
                    <a:pt x="375804" y="177391"/>
                    <a:pt x="375908" y="178065"/>
                  </a:cubicBezTo>
                  <a:cubicBezTo>
                    <a:pt x="376998" y="184706"/>
                    <a:pt x="378347" y="191192"/>
                    <a:pt x="379903" y="197470"/>
                  </a:cubicBezTo>
                  <a:cubicBezTo>
                    <a:pt x="380007" y="197833"/>
                    <a:pt x="380111" y="198196"/>
                    <a:pt x="380163" y="198559"/>
                  </a:cubicBezTo>
                  <a:cubicBezTo>
                    <a:pt x="381823" y="205045"/>
                    <a:pt x="383691" y="211219"/>
                    <a:pt x="385870" y="217134"/>
                  </a:cubicBezTo>
                  <a:cubicBezTo>
                    <a:pt x="385870" y="217134"/>
                    <a:pt x="385870" y="217186"/>
                    <a:pt x="385870" y="217237"/>
                  </a:cubicBezTo>
                  <a:lnTo>
                    <a:pt x="247700" y="217237"/>
                  </a:lnTo>
                  <a:cubicBezTo>
                    <a:pt x="240592" y="217237"/>
                    <a:pt x="234832" y="222997"/>
                    <a:pt x="234832" y="230105"/>
                  </a:cubicBezTo>
                  <a:cubicBezTo>
                    <a:pt x="234832" y="237213"/>
                    <a:pt x="240592" y="242972"/>
                    <a:pt x="247700" y="242972"/>
                  </a:cubicBezTo>
                  <a:lnTo>
                    <a:pt x="398582" y="242972"/>
                  </a:lnTo>
                  <a:cubicBezTo>
                    <a:pt x="398841" y="243335"/>
                    <a:pt x="399049" y="243646"/>
                    <a:pt x="399308" y="243958"/>
                  </a:cubicBezTo>
                  <a:cubicBezTo>
                    <a:pt x="401124" y="246552"/>
                    <a:pt x="403044" y="248990"/>
                    <a:pt x="405016" y="251221"/>
                  </a:cubicBezTo>
                  <a:cubicBezTo>
                    <a:pt x="405742" y="252052"/>
                    <a:pt x="406468" y="252882"/>
                    <a:pt x="407247" y="253608"/>
                  </a:cubicBezTo>
                  <a:cubicBezTo>
                    <a:pt x="408129" y="254490"/>
                    <a:pt x="409011" y="255320"/>
                    <a:pt x="409945" y="256150"/>
                  </a:cubicBezTo>
                  <a:cubicBezTo>
                    <a:pt x="410983" y="257032"/>
                    <a:pt x="412020" y="257863"/>
                    <a:pt x="413058" y="258641"/>
                  </a:cubicBezTo>
                  <a:cubicBezTo>
                    <a:pt x="413784" y="259211"/>
                    <a:pt x="414511" y="259834"/>
                    <a:pt x="415289" y="260301"/>
                  </a:cubicBezTo>
                  <a:cubicBezTo>
                    <a:pt x="417053" y="261494"/>
                    <a:pt x="418921" y="262480"/>
                    <a:pt x="420789" y="263362"/>
                  </a:cubicBezTo>
                  <a:cubicBezTo>
                    <a:pt x="421463" y="263674"/>
                    <a:pt x="422138" y="263881"/>
                    <a:pt x="422760" y="264140"/>
                  </a:cubicBezTo>
                  <a:cubicBezTo>
                    <a:pt x="424265" y="264711"/>
                    <a:pt x="425770" y="265230"/>
                    <a:pt x="427326" y="265593"/>
                  </a:cubicBezTo>
                  <a:cubicBezTo>
                    <a:pt x="428001" y="265749"/>
                    <a:pt x="428623" y="265956"/>
                    <a:pt x="429298" y="266060"/>
                  </a:cubicBezTo>
                  <a:cubicBezTo>
                    <a:pt x="431477" y="266475"/>
                    <a:pt x="433708" y="266787"/>
                    <a:pt x="436043" y="266787"/>
                  </a:cubicBezTo>
                  <a:lnTo>
                    <a:pt x="508267" y="266787"/>
                  </a:lnTo>
                  <a:cubicBezTo>
                    <a:pt x="549724" y="266787"/>
                    <a:pt x="572086" y="198041"/>
                    <a:pt x="572086" y="133393"/>
                  </a:cubicBezTo>
                  <a:cubicBezTo>
                    <a:pt x="572086" y="68746"/>
                    <a:pt x="549724" y="0"/>
                    <a:pt x="508267" y="0"/>
                  </a:cubicBezTo>
                  <a:close/>
                  <a:moveTo>
                    <a:pt x="470495" y="133445"/>
                  </a:moveTo>
                  <a:cubicBezTo>
                    <a:pt x="470495" y="67760"/>
                    <a:pt x="493013" y="25838"/>
                    <a:pt x="508527" y="25786"/>
                  </a:cubicBezTo>
                  <a:cubicBezTo>
                    <a:pt x="524040" y="25786"/>
                    <a:pt x="546559" y="67708"/>
                    <a:pt x="546559" y="133445"/>
                  </a:cubicBezTo>
                  <a:cubicBezTo>
                    <a:pt x="546559" y="199182"/>
                    <a:pt x="524040" y="241052"/>
                    <a:pt x="508527" y="241104"/>
                  </a:cubicBezTo>
                  <a:cubicBezTo>
                    <a:pt x="493013" y="241104"/>
                    <a:pt x="470495" y="199182"/>
                    <a:pt x="470495" y="133445"/>
                  </a:cubicBezTo>
                  <a:close/>
                  <a:moveTo>
                    <a:pt x="398271" y="133445"/>
                  </a:moveTo>
                  <a:cubicBezTo>
                    <a:pt x="398271" y="67760"/>
                    <a:pt x="420789" y="25786"/>
                    <a:pt x="436302" y="25786"/>
                  </a:cubicBezTo>
                  <a:lnTo>
                    <a:pt x="469717" y="25786"/>
                  </a:lnTo>
                  <a:cubicBezTo>
                    <a:pt x="467797" y="28795"/>
                    <a:pt x="466033" y="32064"/>
                    <a:pt x="464321" y="35489"/>
                  </a:cubicBezTo>
                  <a:cubicBezTo>
                    <a:pt x="463957" y="36215"/>
                    <a:pt x="463646" y="36941"/>
                    <a:pt x="463283" y="37668"/>
                  </a:cubicBezTo>
                  <a:cubicBezTo>
                    <a:pt x="461934" y="40521"/>
                    <a:pt x="460689" y="43427"/>
                    <a:pt x="459443" y="46488"/>
                  </a:cubicBezTo>
                  <a:cubicBezTo>
                    <a:pt x="459080" y="47370"/>
                    <a:pt x="458769" y="48252"/>
                    <a:pt x="458406" y="49186"/>
                  </a:cubicBezTo>
                  <a:cubicBezTo>
                    <a:pt x="457212" y="52403"/>
                    <a:pt x="456071" y="55775"/>
                    <a:pt x="455033" y="59199"/>
                  </a:cubicBezTo>
                  <a:cubicBezTo>
                    <a:pt x="454826" y="59874"/>
                    <a:pt x="454618" y="60497"/>
                    <a:pt x="454410" y="61223"/>
                  </a:cubicBezTo>
                  <a:cubicBezTo>
                    <a:pt x="451972" y="69576"/>
                    <a:pt x="450000" y="78397"/>
                    <a:pt x="448444" y="87528"/>
                  </a:cubicBezTo>
                  <a:cubicBezTo>
                    <a:pt x="448236" y="88669"/>
                    <a:pt x="448080" y="89811"/>
                    <a:pt x="447925" y="90952"/>
                  </a:cubicBezTo>
                  <a:cubicBezTo>
                    <a:pt x="447406" y="94325"/>
                    <a:pt x="446939" y="97749"/>
                    <a:pt x="446524" y="101225"/>
                  </a:cubicBezTo>
                  <a:cubicBezTo>
                    <a:pt x="446368" y="102626"/>
                    <a:pt x="446213" y="104027"/>
                    <a:pt x="446057" y="105428"/>
                  </a:cubicBezTo>
                  <a:cubicBezTo>
                    <a:pt x="445694" y="108852"/>
                    <a:pt x="445434" y="112277"/>
                    <a:pt x="445227" y="115753"/>
                  </a:cubicBezTo>
                  <a:cubicBezTo>
                    <a:pt x="445123" y="116998"/>
                    <a:pt x="445071" y="118243"/>
                    <a:pt x="444967" y="119488"/>
                  </a:cubicBezTo>
                  <a:cubicBezTo>
                    <a:pt x="444760" y="124158"/>
                    <a:pt x="444604" y="128828"/>
                    <a:pt x="444604" y="133445"/>
                  </a:cubicBezTo>
                  <a:cubicBezTo>
                    <a:pt x="444604" y="138063"/>
                    <a:pt x="444760" y="142784"/>
                    <a:pt x="444967" y="147402"/>
                  </a:cubicBezTo>
                  <a:cubicBezTo>
                    <a:pt x="445019" y="148647"/>
                    <a:pt x="445123" y="149892"/>
                    <a:pt x="445227" y="151138"/>
                  </a:cubicBezTo>
                  <a:cubicBezTo>
                    <a:pt x="445434" y="154562"/>
                    <a:pt x="445694" y="157986"/>
                    <a:pt x="446057" y="161411"/>
                  </a:cubicBezTo>
                  <a:cubicBezTo>
                    <a:pt x="446213" y="162811"/>
                    <a:pt x="446368" y="164212"/>
                    <a:pt x="446524" y="165613"/>
                  </a:cubicBezTo>
                  <a:cubicBezTo>
                    <a:pt x="446939" y="169038"/>
                    <a:pt x="447406" y="172462"/>
                    <a:pt x="447925" y="175834"/>
                  </a:cubicBezTo>
                  <a:cubicBezTo>
                    <a:pt x="448080" y="176976"/>
                    <a:pt x="448236" y="178169"/>
                    <a:pt x="448444" y="179310"/>
                  </a:cubicBezTo>
                  <a:cubicBezTo>
                    <a:pt x="449948" y="188442"/>
                    <a:pt x="451972" y="197262"/>
                    <a:pt x="454410" y="205564"/>
                  </a:cubicBezTo>
                  <a:cubicBezTo>
                    <a:pt x="454618" y="206238"/>
                    <a:pt x="454826" y="206913"/>
                    <a:pt x="455033" y="207587"/>
                  </a:cubicBezTo>
                  <a:cubicBezTo>
                    <a:pt x="456071" y="211012"/>
                    <a:pt x="457212" y="214332"/>
                    <a:pt x="458406" y="217549"/>
                  </a:cubicBezTo>
                  <a:cubicBezTo>
                    <a:pt x="458769" y="218483"/>
                    <a:pt x="459080" y="219365"/>
                    <a:pt x="459443" y="220247"/>
                  </a:cubicBezTo>
                  <a:cubicBezTo>
                    <a:pt x="460637" y="223308"/>
                    <a:pt x="461882" y="226213"/>
                    <a:pt x="463231" y="229015"/>
                  </a:cubicBezTo>
                  <a:cubicBezTo>
                    <a:pt x="463594" y="229741"/>
                    <a:pt x="463905" y="230520"/>
                    <a:pt x="464269" y="231194"/>
                  </a:cubicBezTo>
                  <a:cubicBezTo>
                    <a:pt x="465981" y="234619"/>
                    <a:pt x="467745" y="237887"/>
                    <a:pt x="469665" y="240896"/>
                  </a:cubicBezTo>
                  <a:lnTo>
                    <a:pt x="436251" y="240896"/>
                  </a:lnTo>
                  <a:cubicBezTo>
                    <a:pt x="420737" y="240896"/>
                    <a:pt x="398219" y="198974"/>
                    <a:pt x="398219" y="133238"/>
                  </a:cubicBezTo>
                  <a:close/>
                  <a:moveTo>
                    <a:pt x="6071" y="151449"/>
                  </a:moveTo>
                  <a:cubicBezTo>
                    <a:pt x="6071" y="144341"/>
                    <a:pt x="11830" y="138582"/>
                    <a:pt x="18938" y="138582"/>
                  </a:cubicBezTo>
                  <a:lnTo>
                    <a:pt x="118402" y="138582"/>
                  </a:lnTo>
                  <a:cubicBezTo>
                    <a:pt x="125510" y="138582"/>
                    <a:pt x="131270" y="144341"/>
                    <a:pt x="131270" y="151449"/>
                  </a:cubicBezTo>
                  <a:cubicBezTo>
                    <a:pt x="131270" y="155029"/>
                    <a:pt x="129817" y="158246"/>
                    <a:pt x="127482" y="160580"/>
                  </a:cubicBezTo>
                  <a:cubicBezTo>
                    <a:pt x="125147" y="162915"/>
                    <a:pt x="121930" y="164368"/>
                    <a:pt x="118350" y="164368"/>
                  </a:cubicBezTo>
                  <a:lnTo>
                    <a:pt x="18886" y="164368"/>
                  </a:lnTo>
                  <a:cubicBezTo>
                    <a:pt x="15306" y="164368"/>
                    <a:pt x="12089" y="162915"/>
                    <a:pt x="9754" y="160580"/>
                  </a:cubicBezTo>
                  <a:cubicBezTo>
                    <a:pt x="7420" y="158246"/>
                    <a:pt x="5967" y="155029"/>
                    <a:pt x="5967" y="151449"/>
                  </a:cubicBezTo>
                  <a:close/>
                  <a:moveTo>
                    <a:pt x="245261" y="204007"/>
                  </a:moveTo>
                  <a:lnTo>
                    <a:pt x="215842" y="236642"/>
                  </a:lnTo>
                  <a:cubicBezTo>
                    <a:pt x="213300" y="239444"/>
                    <a:pt x="209772" y="240896"/>
                    <a:pt x="206244" y="240896"/>
                  </a:cubicBezTo>
                  <a:cubicBezTo>
                    <a:pt x="203182" y="240896"/>
                    <a:pt x="200069" y="239807"/>
                    <a:pt x="197631" y="237576"/>
                  </a:cubicBezTo>
                  <a:cubicBezTo>
                    <a:pt x="197631" y="237576"/>
                    <a:pt x="197631" y="237576"/>
                    <a:pt x="197631" y="237576"/>
                  </a:cubicBezTo>
                  <a:cubicBezTo>
                    <a:pt x="197631" y="237576"/>
                    <a:pt x="197631" y="237576"/>
                    <a:pt x="197631" y="237576"/>
                  </a:cubicBezTo>
                  <a:cubicBezTo>
                    <a:pt x="192338" y="232803"/>
                    <a:pt x="191923" y="224657"/>
                    <a:pt x="196697" y="219365"/>
                  </a:cubicBezTo>
                  <a:lnTo>
                    <a:pt x="206711" y="208210"/>
                  </a:lnTo>
                  <a:lnTo>
                    <a:pt x="44777" y="208210"/>
                  </a:lnTo>
                  <a:cubicBezTo>
                    <a:pt x="41197" y="208210"/>
                    <a:pt x="37980" y="206757"/>
                    <a:pt x="35645" y="204422"/>
                  </a:cubicBezTo>
                  <a:cubicBezTo>
                    <a:pt x="33310" y="202087"/>
                    <a:pt x="31857" y="198871"/>
                    <a:pt x="31857" y="195291"/>
                  </a:cubicBezTo>
                  <a:cubicBezTo>
                    <a:pt x="31857" y="188183"/>
                    <a:pt x="37617" y="182423"/>
                    <a:pt x="44725" y="182423"/>
                  </a:cubicBezTo>
                  <a:lnTo>
                    <a:pt x="206659" y="182423"/>
                  </a:lnTo>
                  <a:lnTo>
                    <a:pt x="196645" y="171268"/>
                  </a:lnTo>
                  <a:cubicBezTo>
                    <a:pt x="191871" y="165976"/>
                    <a:pt x="192286" y="157831"/>
                    <a:pt x="197579" y="153057"/>
                  </a:cubicBezTo>
                  <a:cubicBezTo>
                    <a:pt x="200225" y="150671"/>
                    <a:pt x="203597" y="149581"/>
                    <a:pt x="206918" y="149789"/>
                  </a:cubicBezTo>
                  <a:cubicBezTo>
                    <a:pt x="209720" y="149944"/>
                    <a:pt x="212366" y="151189"/>
                    <a:pt x="214545" y="153109"/>
                  </a:cubicBezTo>
                  <a:cubicBezTo>
                    <a:pt x="214908" y="153472"/>
                    <a:pt x="215427" y="153628"/>
                    <a:pt x="215739" y="153991"/>
                  </a:cubicBezTo>
                  <a:lnTo>
                    <a:pt x="215739" y="153991"/>
                  </a:lnTo>
                  <a:cubicBezTo>
                    <a:pt x="215739" y="153991"/>
                    <a:pt x="215739" y="153991"/>
                    <a:pt x="215739" y="153991"/>
                  </a:cubicBezTo>
                  <a:lnTo>
                    <a:pt x="245157" y="186626"/>
                  </a:lnTo>
                  <a:cubicBezTo>
                    <a:pt x="245728" y="187249"/>
                    <a:pt x="246040" y="188027"/>
                    <a:pt x="246455" y="188753"/>
                  </a:cubicBezTo>
                  <a:cubicBezTo>
                    <a:pt x="246455" y="188753"/>
                    <a:pt x="246455" y="188753"/>
                    <a:pt x="246455" y="188753"/>
                  </a:cubicBezTo>
                  <a:cubicBezTo>
                    <a:pt x="246818" y="189324"/>
                    <a:pt x="247233" y="189843"/>
                    <a:pt x="247492" y="190465"/>
                  </a:cubicBezTo>
                  <a:cubicBezTo>
                    <a:pt x="247492" y="190465"/>
                    <a:pt x="247492" y="190465"/>
                    <a:pt x="247492" y="190465"/>
                  </a:cubicBezTo>
                  <a:cubicBezTo>
                    <a:pt x="247492" y="190465"/>
                    <a:pt x="247492" y="190465"/>
                    <a:pt x="247492" y="190465"/>
                  </a:cubicBezTo>
                  <a:cubicBezTo>
                    <a:pt x="248738" y="193527"/>
                    <a:pt x="248738" y="196951"/>
                    <a:pt x="247492" y="200012"/>
                  </a:cubicBezTo>
                  <a:cubicBezTo>
                    <a:pt x="247492" y="200012"/>
                    <a:pt x="247492" y="200012"/>
                    <a:pt x="247492" y="200012"/>
                  </a:cubicBezTo>
                  <a:cubicBezTo>
                    <a:pt x="247492" y="200012"/>
                    <a:pt x="247492" y="200012"/>
                    <a:pt x="247492" y="200012"/>
                  </a:cubicBezTo>
                  <a:cubicBezTo>
                    <a:pt x="247233" y="200583"/>
                    <a:pt x="246818" y="201050"/>
                    <a:pt x="246507" y="201621"/>
                  </a:cubicBezTo>
                  <a:cubicBezTo>
                    <a:pt x="246507" y="201621"/>
                    <a:pt x="246455" y="201724"/>
                    <a:pt x="246403" y="201776"/>
                  </a:cubicBezTo>
                  <a:cubicBezTo>
                    <a:pt x="245988" y="202502"/>
                    <a:pt x="245676" y="203229"/>
                    <a:pt x="245106" y="203903"/>
                  </a:cubicBezTo>
                  <a:close/>
                  <a:moveTo>
                    <a:pt x="173867" y="138582"/>
                  </a:moveTo>
                  <a:cubicBezTo>
                    <a:pt x="173971" y="142992"/>
                    <a:pt x="174334" y="147402"/>
                    <a:pt x="174749" y="151864"/>
                  </a:cubicBezTo>
                  <a:cubicBezTo>
                    <a:pt x="175009" y="154458"/>
                    <a:pt x="175216" y="157052"/>
                    <a:pt x="175579" y="159698"/>
                  </a:cubicBezTo>
                  <a:cubicBezTo>
                    <a:pt x="176513" y="166755"/>
                    <a:pt x="171584" y="173240"/>
                    <a:pt x="164528" y="174174"/>
                  </a:cubicBezTo>
                  <a:cubicBezTo>
                    <a:pt x="163957" y="174226"/>
                    <a:pt x="163386" y="174278"/>
                    <a:pt x="162816" y="174278"/>
                  </a:cubicBezTo>
                  <a:cubicBezTo>
                    <a:pt x="159651" y="174278"/>
                    <a:pt x="156641" y="173084"/>
                    <a:pt x="154358" y="171113"/>
                  </a:cubicBezTo>
                  <a:cubicBezTo>
                    <a:pt x="154047" y="170853"/>
                    <a:pt x="153891" y="170438"/>
                    <a:pt x="153580" y="170127"/>
                  </a:cubicBezTo>
                  <a:cubicBezTo>
                    <a:pt x="152802" y="169349"/>
                    <a:pt x="152024" y="168519"/>
                    <a:pt x="151505" y="167533"/>
                  </a:cubicBezTo>
                  <a:cubicBezTo>
                    <a:pt x="151090" y="166755"/>
                    <a:pt x="150934" y="165821"/>
                    <a:pt x="150675" y="164939"/>
                  </a:cubicBezTo>
                  <a:cubicBezTo>
                    <a:pt x="150467" y="164316"/>
                    <a:pt x="150156" y="163745"/>
                    <a:pt x="150052" y="163071"/>
                  </a:cubicBezTo>
                  <a:cubicBezTo>
                    <a:pt x="150052" y="163071"/>
                    <a:pt x="150052" y="163071"/>
                    <a:pt x="150052" y="163071"/>
                  </a:cubicBezTo>
                  <a:cubicBezTo>
                    <a:pt x="150052" y="163071"/>
                    <a:pt x="150052" y="163071"/>
                    <a:pt x="150052" y="163071"/>
                  </a:cubicBezTo>
                  <a:cubicBezTo>
                    <a:pt x="149844" y="161618"/>
                    <a:pt x="149741" y="160217"/>
                    <a:pt x="149585" y="158764"/>
                  </a:cubicBezTo>
                  <a:cubicBezTo>
                    <a:pt x="148859" y="152175"/>
                    <a:pt x="148288" y="145638"/>
                    <a:pt x="148132" y="139256"/>
                  </a:cubicBezTo>
                  <a:cubicBezTo>
                    <a:pt x="147925" y="132148"/>
                    <a:pt x="153580" y="126233"/>
                    <a:pt x="160688" y="126026"/>
                  </a:cubicBezTo>
                  <a:cubicBezTo>
                    <a:pt x="160688" y="126026"/>
                    <a:pt x="160688" y="126026"/>
                    <a:pt x="160688" y="126026"/>
                  </a:cubicBezTo>
                  <a:cubicBezTo>
                    <a:pt x="160688" y="126026"/>
                    <a:pt x="160688" y="126026"/>
                    <a:pt x="160688" y="126026"/>
                  </a:cubicBezTo>
                  <a:cubicBezTo>
                    <a:pt x="167900" y="125663"/>
                    <a:pt x="173764" y="131422"/>
                    <a:pt x="173919" y="138582"/>
                  </a:cubicBezTo>
                  <a:close/>
                  <a:moveTo>
                    <a:pt x="22259" y="106258"/>
                  </a:moveTo>
                  <a:cubicBezTo>
                    <a:pt x="22259" y="99150"/>
                    <a:pt x="28018" y="93391"/>
                    <a:pt x="35126" y="93391"/>
                  </a:cubicBezTo>
                  <a:lnTo>
                    <a:pt x="265030" y="93391"/>
                  </a:lnTo>
                  <a:lnTo>
                    <a:pt x="255016" y="82236"/>
                  </a:lnTo>
                  <a:cubicBezTo>
                    <a:pt x="250242" y="76944"/>
                    <a:pt x="250657" y="68798"/>
                    <a:pt x="255950" y="64025"/>
                  </a:cubicBezTo>
                  <a:cubicBezTo>
                    <a:pt x="256728" y="63298"/>
                    <a:pt x="257662" y="62935"/>
                    <a:pt x="258544" y="62468"/>
                  </a:cubicBezTo>
                  <a:cubicBezTo>
                    <a:pt x="263629" y="59718"/>
                    <a:pt x="270062" y="60445"/>
                    <a:pt x="274161" y="64958"/>
                  </a:cubicBezTo>
                  <a:lnTo>
                    <a:pt x="288897" y="81302"/>
                  </a:lnTo>
                  <a:lnTo>
                    <a:pt x="303632" y="97645"/>
                  </a:lnTo>
                  <a:cubicBezTo>
                    <a:pt x="304203" y="98268"/>
                    <a:pt x="304514" y="99046"/>
                    <a:pt x="304929" y="99773"/>
                  </a:cubicBezTo>
                  <a:cubicBezTo>
                    <a:pt x="304929" y="99773"/>
                    <a:pt x="304929" y="99773"/>
                    <a:pt x="304929" y="99824"/>
                  </a:cubicBezTo>
                  <a:cubicBezTo>
                    <a:pt x="305241" y="100395"/>
                    <a:pt x="305707" y="100862"/>
                    <a:pt x="305915" y="101485"/>
                  </a:cubicBezTo>
                  <a:cubicBezTo>
                    <a:pt x="305915" y="101485"/>
                    <a:pt x="305915" y="101485"/>
                    <a:pt x="305915" y="101485"/>
                  </a:cubicBezTo>
                  <a:cubicBezTo>
                    <a:pt x="305915" y="101485"/>
                    <a:pt x="305915" y="101485"/>
                    <a:pt x="305915" y="101485"/>
                  </a:cubicBezTo>
                  <a:cubicBezTo>
                    <a:pt x="307160" y="104546"/>
                    <a:pt x="307160" y="107970"/>
                    <a:pt x="305915" y="111031"/>
                  </a:cubicBezTo>
                  <a:cubicBezTo>
                    <a:pt x="305915" y="111031"/>
                    <a:pt x="305915" y="111031"/>
                    <a:pt x="305915" y="111031"/>
                  </a:cubicBezTo>
                  <a:cubicBezTo>
                    <a:pt x="305915" y="111031"/>
                    <a:pt x="305915" y="111031"/>
                    <a:pt x="305915" y="111031"/>
                  </a:cubicBezTo>
                  <a:cubicBezTo>
                    <a:pt x="305656" y="111654"/>
                    <a:pt x="305241" y="112121"/>
                    <a:pt x="304929" y="112692"/>
                  </a:cubicBezTo>
                  <a:cubicBezTo>
                    <a:pt x="304929" y="112692"/>
                    <a:pt x="304929" y="112744"/>
                    <a:pt x="304929" y="112795"/>
                  </a:cubicBezTo>
                  <a:cubicBezTo>
                    <a:pt x="304514" y="113522"/>
                    <a:pt x="304203" y="114248"/>
                    <a:pt x="303632" y="114923"/>
                  </a:cubicBezTo>
                  <a:lnTo>
                    <a:pt x="276859" y="144652"/>
                  </a:lnTo>
                  <a:lnTo>
                    <a:pt x="274213" y="147609"/>
                  </a:lnTo>
                  <a:lnTo>
                    <a:pt x="274213" y="147609"/>
                  </a:lnTo>
                  <a:cubicBezTo>
                    <a:pt x="274213" y="147609"/>
                    <a:pt x="274213" y="147609"/>
                    <a:pt x="274213" y="147609"/>
                  </a:cubicBezTo>
                  <a:cubicBezTo>
                    <a:pt x="273902" y="147921"/>
                    <a:pt x="273487" y="148076"/>
                    <a:pt x="273176" y="148388"/>
                  </a:cubicBezTo>
                  <a:cubicBezTo>
                    <a:pt x="272138" y="149322"/>
                    <a:pt x="271048" y="150255"/>
                    <a:pt x="269803" y="150826"/>
                  </a:cubicBezTo>
                  <a:cubicBezTo>
                    <a:pt x="269803" y="150826"/>
                    <a:pt x="269803" y="150826"/>
                    <a:pt x="269803" y="150826"/>
                  </a:cubicBezTo>
                  <a:cubicBezTo>
                    <a:pt x="268195" y="151501"/>
                    <a:pt x="266430" y="151864"/>
                    <a:pt x="264718" y="151916"/>
                  </a:cubicBezTo>
                  <a:cubicBezTo>
                    <a:pt x="263162" y="151916"/>
                    <a:pt x="261657" y="151656"/>
                    <a:pt x="260152" y="151086"/>
                  </a:cubicBezTo>
                  <a:cubicBezTo>
                    <a:pt x="258700" y="150515"/>
                    <a:pt x="257299" y="149685"/>
                    <a:pt x="256053" y="148595"/>
                  </a:cubicBezTo>
                  <a:cubicBezTo>
                    <a:pt x="250761" y="143822"/>
                    <a:pt x="250346" y="135676"/>
                    <a:pt x="255119" y="130384"/>
                  </a:cubicBezTo>
                  <a:lnTo>
                    <a:pt x="265133" y="119229"/>
                  </a:lnTo>
                  <a:lnTo>
                    <a:pt x="35230" y="119229"/>
                  </a:lnTo>
                  <a:cubicBezTo>
                    <a:pt x="28122" y="119229"/>
                    <a:pt x="22363" y="113470"/>
                    <a:pt x="22363" y="106362"/>
                  </a:cubicBezTo>
                  <a:close/>
                  <a:moveTo>
                    <a:pt x="185230" y="242609"/>
                  </a:moveTo>
                  <a:cubicBezTo>
                    <a:pt x="185230" y="249717"/>
                    <a:pt x="179471" y="255476"/>
                    <a:pt x="172363" y="255476"/>
                  </a:cubicBezTo>
                  <a:lnTo>
                    <a:pt x="12919" y="255476"/>
                  </a:lnTo>
                  <a:cubicBezTo>
                    <a:pt x="9339" y="255476"/>
                    <a:pt x="6122" y="254023"/>
                    <a:pt x="3788" y="251688"/>
                  </a:cubicBezTo>
                  <a:cubicBezTo>
                    <a:pt x="1453" y="249354"/>
                    <a:pt x="0" y="246137"/>
                    <a:pt x="0" y="242557"/>
                  </a:cubicBezTo>
                  <a:cubicBezTo>
                    <a:pt x="0" y="235449"/>
                    <a:pt x="5759" y="229690"/>
                    <a:pt x="12868" y="229690"/>
                  </a:cubicBezTo>
                  <a:lnTo>
                    <a:pt x="172311" y="229690"/>
                  </a:lnTo>
                  <a:cubicBezTo>
                    <a:pt x="175891" y="229690"/>
                    <a:pt x="179108" y="231142"/>
                    <a:pt x="181442" y="233477"/>
                  </a:cubicBezTo>
                  <a:cubicBezTo>
                    <a:pt x="183777" y="235812"/>
                    <a:pt x="185230" y="239029"/>
                    <a:pt x="185230" y="242609"/>
                  </a:cubicBezTo>
                  <a:close/>
                </a:path>
              </a:pathLst>
            </a:custGeom>
            <a:solidFill>
              <a:srgbClr val="29B5E8"/>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85" name="Google Shape;1985;p89"/>
            <p:cNvSpPr/>
            <p:nvPr/>
          </p:nvSpPr>
          <p:spPr>
            <a:xfrm>
              <a:off x="7713458" y="2479810"/>
              <a:ext cx="375703" cy="423870"/>
            </a:xfrm>
            <a:custGeom>
              <a:avLst/>
              <a:gdLst/>
              <a:ahLst/>
              <a:cxnLst/>
              <a:rect l="l" t="t" r="r" b="b"/>
              <a:pathLst>
                <a:path w="507707" h="572797" extrusionOk="0">
                  <a:moveTo>
                    <a:pt x="253854" y="486255"/>
                  </a:moveTo>
                  <a:cubicBezTo>
                    <a:pt x="229987" y="486255"/>
                    <a:pt x="210582" y="505660"/>
                    <a:pt x="210582" y="529526"/>
                  </a:cubicBezTo>
                  <a:cubicBezTo>
                    <a:pt x="210582" y="553393"/>
                    <a:pt x="229987" y="572797"/>
                    <a:pt x="253854" y="572797"/>
                  </a:cubicBezTo>
                  <a:cubicBezTo>
                    <a:pt x="277721" y="572797"/>
                    <a:pt x="297127" y="553393"/>
                    <a:pt x="297127" y="529526"/>
                  </a:cubicBezTo>
                  <a:cubicBezTo>
                    <a:pt x="297127" y="505660"/>
                    <a:pt x="277721" y="486255"/>
                    <a:pt x="253854" y="486255"/>
                  </a:cubicBezTo>
                  <a:close/>
                  <a:moveTo>
                    <a:pt x="253854" y="547063"/>
                  </a:moveTo>
                  <a:cubicBezTo>
                    <a:pt x="244203" y="547063"/>
                    <a:pt x="236369" y="539228"/>
                    <a:pt x="236369" y="529578"/>
                  </a:cubicBezTo>
                  <a:cubicBezTo>
                    <a:pt x="236369" y="519928"/>
                    <a:pt x="244203" y="512093"/>
                    <a:pt x="253854" y="512093"/>
                  </a:cubicBezTo>
                  <a:cubicBezTo>
                    <a:pt x="263504" y="512093"/>
                    <a:pt x="271339" y="519928"/>
                    <a:pt x="271339" y="529578"/>
                  </a:cubicBezTo>
                  <a:cubicBezTo>
                    <a:pt x="271339" y="539228"/>
                    <a:pt x="263504" y="547063"/>
                    <a:pt x="253854" y="547063"/>
                  </a:cubicBezTo>
                  <a:close/>
                  <a:moveTo>
                    <a:pt x="486092" y="370502"/>
                  </a:moveTo>
                  <a:cubicBezTo>
                    <a:pt x="486092" y="370502"/>
                    <a:pt x="486092" y="370502"/>
                    <a:pt x="486092" y="370502"/>
                  </a:cubicBezTo>
                  <a:cubicBezTo>
                    <a:pt x="469593" y="360956"/>
                    <a:pt x="449409" y="363757"/>
                    <a:pt x="435868" y="375742"/>
                  </a:cubicBezTo>
                  <a:lnTo>
                    <a:pt x="412000" y="360904"/>
                  </a:lnTo>
                  <a:cubicBezTo>
                    <a:pt x="422740" y="338282"/>
                    <a:pt x="428863" y="313067"/>
                    <a:pt x="428863" y="286399"/>
                  </a:cubicBezTo>
                  <a:cubicBezTo>
                    <a:pt x="428863" y="259730"/>
                    <a:pt x="422274" y="232751"/>
                    <a:pt x="410807" y="209507"/>
                  </a:cubicBezTo>
                  <a:lnTo>
                    <a:pt x="433740" y="195291"/>
                  </a:lnTo>
                  <a:cubicBezTo>
                    <a:pt x="441938" y="203592"/>
                    <a:pt x="453093" y="208106"/>
                    <a:pt x="464508" y="208106"/>
                  </a:cubicBezTo>
                  <a:cubicBezTo>
                    <a:pt x="471824" y="208106"/>
                    <a:pt x="479295" y="206238"/>
                    <a:pt x="486092" y="202295"/>
                  </a:cubicBezTo>
                  <a:cubicBezTo>
                    <a:pt x="506742" y="190362"/>
                    <a:pt x="513850" y="163849"/>
                    <a:pt x="501917" y="143199"/>
                  </a:cubicBezTo>
                  <a:cubicBezTo>
                    <a:pt x="489983" y="122550"/>
                    <a:pt x="463470" y="115441"/>
                    <a:pt x="442768" y="127375"/>
                  </a:cubicBezTo>
                  <a:cubicBezTo>
                    <a:pt x="426632" y="136714"/>
                    <a:pt x="418901" y="154873"/>
                    <a:pt x="421910" y="172254"/>
                  </a:cubicBezTo>
                  <a:lnTo>
                    <a:pt x="397835" y="187197"/>
                  </a:lnTo>
                  <a:cubicBezTo>
                    <a:pt x="368572" y="144860"/>
                    <a:pt x="321201" y="116116"/>
                    <a:pt x="267033" y="112069"/>
                  </a:cubicBezTo>
                  <a:lnTo>
                    <a:pt x="267033" y="84259"/>
                  </a:lnTo>
                  <a:cubicBezTo>
                    <a:pt x="284414" y="78656"/>
                    <a:pt x="297127" y="62468"/>
                    <a:pt x="297127" y="43271"/>
                  </a:cubicBezTo>
                  <a:cubicBezTo>
                    <a:pt x="297127" y="19404"/>
                    <a:pt x="277721" y="0"/>
                    <a:pt x="253854" y="0"/>
                  </a:cubicBezTo>
                  <a:cubicBezTo>
                    <a:pt x="229987" y="0"/>
                    <a:pt x="210582" y="19404"/>
                    <a:pt x="210582" y="43271"/>
                  </a:cubicBezTo>
                  <a:cubicBezTo>
                    <a:pt x="210582" y="62728"/>
                    <a:pt x="223553" y="79019"/>
                    <a:pt x="241298" y="84467"/>
                  </a:cubicBezTo>
                  <a:lnTo>
                    <a:pt x="241298" y="112069"/>
                  </a:lnTo>
                  <a:cubicBezTo>
                    <a:pt x="186144" y="116012"/>
                    <a:pt x="137943" y="145482"/>
                    <a:pt x="108731" y="188857"/>
                  </a:cubicBezTo>
                  <a:lnTo>
                    <a:pt x="85331" y="174330"/>
                  </a:lnTo>
                  <a:cubicBezTo>
                    <a:pt x="89378" y="156326"/>
                    <a:pt x="81751" y="137077"/>
                    <a:pt x="64940" y="127375"/>
                  </a:cubicBezTo>
                  <a:cubicBezTo>
                    <a:pt x="44290" y="115441"/>
                    <a:pt x="17724" y="122550"/>
                    <a:pt x="5791" y="143199"/>
                  </a:cubicBezTo>
                  <a:cubicBezTo>
                    <a:pt x="-6143" y="163849"/>
                    <a:pt x="966" y="190362"/>
                    <a:pt x="21616" y="202347"/>
                  </a:cubicBezTo>
                  <a:cubicBezTo>
                    <a:pt x="28413" y="206290"/>
                    <a:pt x="35832" y="208158"/>
                    <a:pt x="43200" y="208158"/>
                  </a:cubicBezTo>
                  <a:cubicBezTo>
                    <a:pt x="53940" y="208158"/>
                    <a:pt x="64421" y="204111"/>
                    <a:pt x="72464" y="196743"/>
                  </a:cubicBezTo>
                  <a:lnTo>
                    <a:pt x="96020" y="211375"/>
                  </a:lnTo>
                  <a:cubicBezTo>
                    <a:pt x="85123" y="234152"/>
                    <a:pt x="78845" y="259575"/>
                    <a:pt x="78845" y="286450"/>
                  </a:cubicBezTo>
                  <a:cubicBezTo>
                    <a:pt x="78845" y="313326"/>
                    <a:pt x="84656" y="336985"/>
                    <a:pt x="94878" y="359140"/>
                  </a:cubicBezTo>
                  <a:lnTo>
                    <a:pt x="70336" y="374394"/>
                  </a:lnTo>
                  <a:cubicBezTo>
                    <a:pt x="56794" y="363550"/>
                    <a:pt x="37493" y="361371"/>
                    <a:pt x="21616" y="370554"/>
                  </a:cubicBezTo>
                  <a:cubicBezTo>
                    <a:pt x="21616" y="370554"/>
                    <a:pt x="21616" y="370554"/>
                    <a:pt x="21616" y="370554"/>
                  </a:cubicBezTo>
                  <a:cubicBezTo>
                    <a:pt x="966" y="382487"/>
                    <a:pt x="-6143" y="409000"/>
                    <a:pt x="5791" y="429702"/>
                  </a:cubicBezTo>
                  <a:cubicBezTo>
                    <a:pt x="13781" y="443555"/>
                    <a:pt x="28361" y="451337"/>
                    <a:pt x="43356" y="451337"/>
                  </a:cubicBezTo>
                  <a:cubicBezTo>
                    <a:pt x="50672" y="451337"/>
                    <a:pt x="58091" y="449469"/>
                    <a:pt x="64888" y="445526"/>
                  </a:cubicBezTo>
                  <a:cubicBezTo>
                    <a:pt x="82529" y="435357"/>
                    <a:pt x="90157" y="414552"/>
                    <a:pt x="84656" y="395821"/>
                  </a:cubicBezTo>
                  <a:lnTo>
                    <a:pt x="107278" y="381761"/>
                  </a:lnTo>
                  <a:cubicBezTo>
                    <a:pt x="138513" y="429650"/>
                    <a:pt x="192526" y="461403"/>
                    <a:pt x="253854" y="461403"/>
                  </a:cubicBezTo>
                  <a:cubicBezTo>
                    <a:pt x="315183" y="461403"/>
                    <a:pt x="367949" y="430376"/>
                    <a:pt x="399392" y="383421"/>
                  </a:cubicBezTo>
                  <a:lnTo>
                    <a:pt x="422585" y="397845"/>
                  </a:lnTo>
                  <a:cubicBezTo>
                    <a:pt x="418226" y="416004"/>
                    <a:pt x="425801" y="435668"/>
                    <a:pt x="442820" y="445474"/>
                  </a:cubicBezTo>
                  <a:cubicBezTo>
                    <a:pt x="449617" y="449366"/>
                    <a:pt x="457036" y="451233"/>
                    <a:pt x="464352" y="451233"/>
                  </a:cubicBezTo>
                  <a:cubicBezTo>
                    <a:pt x="479347" y="451233"/>
                    <a:pt x="493927" y="443451"/>
                    <a:pt x="501917" y="429598"/>
                  </a:cubicBezTo>
                  <a:cubicBezTo>
                    <a:pt x="513850" y="408948"/>
                    <a:pt x="506742" y="382384"/>
                    <a:pt x="486092" y="370450"/>
                  </a:cubicBezTo>
                  <a:close/>
                  <a:moveTo>
                    <a:pt x="455687" y="149685"/>
                  </a:moveTo>
                  <a:cubicBezTo>
                    <a:pt x="458437" y="148076"/>
                    <a:pt x="461447" y="147350"/>
                    <a:pt x="464404" y="147350"/>
                  </a:cubicBezTo>
                  <a:cubicBezTo>
                    <a:pt x="470475" y="147350"/>
                    <a:pt x="476390" y="150515"/>
                    <a:pt x="479606" y="156118"/>
                  </a:cubicBezTo>
                  <a:cubicBezTo>
                    <a:pt x="484432" y="164472"/>
                    <a:pt x="481578" y="175212"/>
                    <a:pt x="473225" y="180037"/>
                  </a:cubicBezTo>
                  <a:cubicBezTo>
                    <a:pt x="464871" y="184862"/>
                    <a:pt x="454131" y="182008"/>
                    <a:pt x="449306" y="173655"/>
                  </a:cubicBezTo>
                  <a:cubicBezTo>
                    <a:pt x="444480" y="165302"/>
                    <a:pt x="447334" y="154562"/>
                    <a:pt x="455687" y="149737"/>
                  </a:cubicBezTo>
                  <a:close/>
                  <a:moveTo>
                    <a:pt x="58455" y="173551"/>
                  </a:moveTo>
                  <a:cubicBezTo>
                    <a:pt x="53629" y="181905"/>
                    <a:pt x="42889" y="184810"/>
                    <a:pt x="34535" y="179985"/>
                  </a:cubicBezTo>
                  <a:cubicBezTo>
                    <a:pt x="26182" y="175160"/>
                    <a:pt x="23276" y="164420"/>
                    <a:pt x="28101" y="156066"/>
                  </a:cubicBezTo>
                  <a:cubicBezTo>
                    <a:pt x="31318" y="150463"/>
                    <a:pt x="37233" y="147298"/>
                    <a:pt x="43304" y="147298"/>
                  </a:cubicBezTo>
                  <a:cubicBezTo>
                    <a:pt x="46261" y="147298"/>
                    <a:pt x="49271" y="148076"/>
                    <a:pt x="52020" y="149633"/>
                  </a:cubicBezTo>
                  <a:cubicBezTo>
                    <a:pt x="60374" y="154458"/>
                    <a:pt x="63228" y="165198"/>
                    <a:pt x="58455" y="173551"/>
                  </a:cubicBezTo>
                  <a:close/>
                  <a:moveTo>
                    <a:pt x="52020" y="423112"/>
                  </a:moveTo>
                  <a:cubicBezTo>
                    <a:pt x="43667" y="427989"/>
                    <a:pt x="32927" y="425084"/>
                    <a:pt x="28101" y="416731"/>
                  </a:cubicBezTo>
                  <a:cubicBezTo>
                    <a:pt x="23276" y="408377"/>
                    <a:pt x="26130" y="397637"/>
                    <a:pt x="34483" y="392812"/>
                  </a:cubicBezTo>
                  <a:cubicBezTo>
                    <a:pt x="42837" y="387987"/>
                    <a:pt x="53577" y="390841"/>
                    <a:pt x="58403" y="399194"/>
                  </a:cubicBezTo>
                  <a:cubicBezTo>
                    <a:pt x="63228" y="407547"/>
                    <a:pt x="60374" y="418287"/>
                    <a:pt x="52020" y="423112"/>
                  </a:cubicBezTo>
                  <a:close/>
                  <a:moveTo>
                    <a:pt x="236317" y="43271"/>
                  </a:moveTo>
                  <a:cubicBezTo>
                    <a:pt x="236317" y="33621"/>
                    <a:pt x="244151" y="25786"/>
                    <a:pt x="253802" y="25786"/>
                  </a:cubicBezTo>
                  <a:cubicBezTo>
                    <a:pt x="263453" y="25786"/>
                    <a:pt x="271287" y="33621"/>
                    <a:pt x="271287" y="43271"/>
                  </a:cubicBezTo>
                  <a:cubicBezTo>
                    <a:pt x="271287" y="52921"/>
                    <a:pt x="263453" y="60756"/>
                    <a:pt x="253802" y="60756"/>
                  </a:cubicBezTo>
                  <a:cubicBezTo>
                    <a:pt x="244151" y="60756"/>
                    <a:pt x="236317" y="52921"/>
                    <a:pt x="236317" y="43271"/>
                  </a:cubicBezTo>
                  <a:close/>
                  <a:moveTo>
                    <a:pt x="253854" y="435616"/>
                  </a:moveTo>
                  <a:cubicBezTo>
                    <a:pt x="171564" y="435616"/>
                    <a:pt x="104632" y="368686"/>
                    <a:pt x="104632" y="286399"/>
                  </a:cubicBezTo>
                  <a:cubicBezTo>
                    <a:pt x="104632" y="204111"/>
                    <a:pt x="171564" y="137181"/>
                    <a:pt x="253854" y="137181"/>
                  </a:cubicBezTo>
                  <a:cubicBezTo>
                    <a:pt x="336144" y="137181"/>
                    <a:pt x="403076" y="204111"/>
                    <a:pt x="403076" y="286399"/>
                  </a:cubicBezTo>
                  <a:cubicBezTo>
                    <a:pt x="403076" y="368686"/>
                    <a:pt x="336144" y="435616"/>
                    <a:pt x="253854" y="435616"/>
                  </a:cubicBezTo>
                  <a:close/>
                  <a:moveTo>
                    <a:pt x="479606" y="416731"/>
                  </a:moveTo>
                  <a:cubicBezTo>
                    <a:pt x="474781" y="425084"/>
                    <a:pt x="464041" y="427989"/>
                    <a:pt x="455687" y="423164"/>
                  </a:cubicBezTo>
                  <a:cubicBezTo>
                    <a:pt x="447334" y="418339"/>
                    <a:pt x="444480" y="407599"/>
                    <a:pt x="449254" y="399246"/>
                  </a:cubicBezTo>
                  <a:cubicBezTo>
                    <a:pt x="452471" y="393642"/>
                    <a:pt x="458386" y="390477"/>
                    <a:pt x="464456" y="390477"/>
                  </a:cubicBezTo>
                  <a:cubicBezTo>
                    <a:pt x="467413" y="390477"/>
                    <a:pt x="470423" y="391256"/>
                    <a:pt x="473173" y="392812"/>
                  </a:cubicBezTo>
                  <a:cubicBezTo>
                    <a:pt x="481526" y="397637"/>
                    <a:pt x="484380" y="408377"/>
                    <a:pt x="479606" y="416731"/>
                  </a:cubicBezTo>
                  <a:close/>
                  <a:moveTo>
                    <a:pt x="43252" y="349749"/>
                  </a:moveTo>
                  <a:cubicBezTo>
                    <a:pt x="36144" y="349749"/>
                    <a:pt x="30385" y="343990"/>
                    <a:pt x="30385" y="336882"/>
                  </a:cubicBezTo>
                  <a:lnTo>
                    <a:pt x="30385" y="235864"/>
                  </a:lnTo>
                  <a:cubicBezTo>
                    <a:pt x="30385" y="228756"/>
                    <a:pt x="36144" y="222996"/>
                    <a:pt x="43252" y="222996"/>
                  </a:cubicBezTo>
                  <a:cubicBezTo>
                    <a:pt x="50360" y="222996"/>
                    <a:pt x="56120" y="228756"/>
                    <a:pt x="56120" y="235864"/>
                  </a:cubicBezTo>
                  <a:lnTo>
                    <a:pt x="56120" y="336882"/>
                  </a:lnTo>
                  <a:cubicBezTo>
                    <a:pt x="56120" y="343990"/>
                    <a:pt x="50360" y="349749"/>
                    <a:pt x="43252" y="349749"/>
                  </a:cubicBezTo>
                  <a:close/>
                  <a:moveTo>
                    <a:pt x="464404" y="223827"/>
                  </a:moveTo>
                  <a:cubicBezTo>
                    <a:pt x="471513" y="223827"/>
                    <a:pt x="477272" y="229586"/>
                    <a:pt x="477272" y="236694"/>
                  </a:cubicBezTo>
                  <a:lnTo>
                    <a:pt x="477272" y="336726"/>
                  </a:lnTo>
                  <a:cubicBezTo>
                    <a:pt x="477272" y="343834"/>
                    <a:pt x="471513" y="349593"/>
                    <a:pt x="464404" y="349593"/>
                  </a:cubicBezTo>
                  <a:cubicBezTo>
                    <a:pt x="457296" y="349593"/>
                    <a:pt x="451536" y="343834"/>
                    <a:pt x="451536" y="336726"/>
                  </a:cubicBezTo>
                  <a:lnTo>
                    <a:pt x="451536" y="236694"/>
                  </a:lnTo>
                  <a:cubicBezTo>
                    <a:pt x="451536" y="229586"/>
                    <a:pt x="457296" y="223827"/>
                    <a:pt x="464404" y="223827"/>
                  </a:cubicBezTo>
                  <a:close/>
                  <a:moveTo>
                    <a:pt x="202903" y="500160"/>
                  </a:moveTo>
                  <a:cubicBezTo>
                    <a:pt x="200516" y="504311"/>
                    <a:pt x="196210" y="506593"/>
                    <a:pt x="191747" y="506593"/>
                  </a:cubicBezTo>
                  <a:cubicBezTo>
                    <a:pt x="189568" y="506593"/>
                    <a:pt x="187337" y="506023"/>
                    <a:pt x="185314" y="504881"/>
                  </a:cubicBezTo>
                  <a:lnTo>
                    <a:pt x="98510" y="454762"/>
                  </a:lnTo>
                  <a:cubicBezTo>
                    <a:pt x="92335" y="451182"/>
                    <a:pt x="90208" y="443347"/>
                    <a:pt x="93788" y="437173"/>
                  </a:cubicBezTo>
                  <a:cubicBezTo>
                    <a:pt x="97369" y="430999"/>
                    <a:pt x="105203" y="428872"/>
                    <a:pt x="111377" y="432452"/>
                  </a:cubicBezTo>
                  <a:lnTo>
                    <a:pt x="198181" y="482571"/>
                  </a:lnTo>
                  <a:cubicBezTo>
                    <a:pt x="204356" y="486151"/>
                    <a:pt x="206483" y="493986"/>
                    <a:pt x="202903" y="500160"/>
                  </a:cubicBezTo>
                  <a:close/>
                  <a:moveTo>
                    <a:pt x="305168" y="72897"/>
                  </a:moveTo>
                  <a:cubicBezTo>
                    <a:pt x="308749" y="66723"/>
                    <a:pt x="316584" y="64595"/>
                    <a:pt x="322758" y="68175"/>
                  </a:cubicBezTo>
                  <a:lnTo>
                    <a:pt x="409354" y="118191"/>
                  </a:lnTo>
                  <a:cubicBezTo>
                    <a:pt x="415528" y="121771"/>
                    <a:pt x="417656" y="129606"/>
                    <a:pt x="414075" y="135780"/>
                  </a:cubicBezTo>
                  <a:cubicBezTo>
                    <a:pt x="411689" y="139931"/>
                    <a:pt x="407331" y="142214"/>
                    <a:pt x="402920" y="142214"/>
                  </a:cubicBezTo>
                  <a:cubicBezTo>
                    <a:pt x="400741" y="142214"/>
                    <a:pt x="398510" y="141643"/>
                    <a:pt x="396486" y="140501"/>
                  </a:cubicBezTo>
                  <a:lnTo>
                    <a:pt x="309890" y="90485"/>
                  </a:lnTo>
                  <a:cubicBezTo>
                    <a:pt x="303715" y="86905"/>
                    <a:pt x="301589" y="79071"/>
                    <a:pt x="305168" y="72897"/>
                  </a:cubicBezTo>
                  <a:close/>
                  <a:moveTo>
                    <a:pt x="413557" y="437328"/>
                  </a:moveTo>
                  <a:cubicBezTo>
                    <a:pt x="417136" y="443503"/>
                    <a:pt x="415010" y="451389"/>
                    <a:pt x="408835" y="454917"/>
                  </a:cubicBezTo>
                  <a:lnTo>
                    <a:pt x="322343" y="504829"/>
                  </a:lnTo>
                  <a:cubicBezTo>
                    <a:pt x="320319" y="506023"/>
                    <a:pt x="318088" y="506542"/>
                    <a:pt x="315909" y="506542"/>
                  </a:cubicBezTo>
                  <a:cubicBezTo>
                    <a:pt x="311446" y="506542"/>
                    <a:pt x="307140" y="504259"/>
                    <a:pt x="304754" y="500108"/>
                  </a:cubicBezTo>
                  <a:cubicBezTo>
                    <a:pt x="301173" y="493934"/>
                    <a:pt x="303301" y="486047"/>
                    <a:pt x="309475" y="482519"/>
                  </a:cubicBezTo>
                  <a:lnTo>
                    <a:pt x="395967" y="432607"/>
                  </a:lnTo>
                  <a:cubicBezTo>
                    <a:pt x="402142" y="429027"/>
                    <a:pt x="410028" y="431154"/>
                    <a:pt x="413557" y="437328"/>
                  </a:cubicBezTo>
                  <a:close/>
                  <a:moveTo>
                    <a:pt x="93788" y="135676"/>
                  </a:moveTo>
                  <a:cubicBezTo>
                    <a:pt x="90208" y="129502"/>
                    <a:pt x="92335" y="121616"/>
                    <a:pt x="98510" y="118087"/>
                  </a:cubicBezTo>
                  <a:lnTo>
                    <a:pt x="184950" y="68175"/>
                  </a:lnTo>
                  <a:cubicBezTo>
                    <a:pt x="191125" y="64595"/>
                    <a:pt x="199012" y="66723"/>
                    <a:pt x="202539" y="72897"/>
                  </a:cubicBezTo>
                  <a:cubicBezTo>
                    <a:pt x="206120" y="79071"/>
                    <a:pt x="203992" y="86957"/>
                    <a:pt x="197818" y="90485"/>
                  </a:cubicBezTo>
                  <a:lnTo>
                    <a:pt x="111377" y="140398"/>
                  </a:lnTo>
                  <a:cubicBezTo>
                    <a:pt x="109354" y="141591"/>
                    <a:pt x="107122" y="142110"/>
                    <a:pt x="104944" y="142110"/>
                  </a:cubicBezTo>
                  <a:cubicBezTo>
                    <a:pt x="100482" y="142110"/>
                    <a:pt x="96175" y="139775"/>
                    <a:pt x="93788" y="135676"/>
                  </a:cubicBezTo>
                  <a:close/>
                  <a:moveTo>
                    <a:pt x="307192" y="238043"/>
                  </a:moveTo>
                  <a:lnTo>
                    <a:pt x="364318" y="274725"/>
                  </a:lnTo>
                  <a:cubicBezTo>
                    <a:pt x="368001" y="277111"/>
                    <a:pt x="370233" y="281158"/>
                    <a:pt x="370233" y="285568"/>
                  </a:cubicBezTo>
                  <a:cubicBezTo>
                    <a:pt x="370233" y="289979"/>
                    <a:pt x="368001" y="294025"/>
                    <a:pt x="364318" y="296412"/>
                  </a:cubicBezTo>
                  <a:lnTo>
                    <a:pt x="307192" y="333094"/>
                  </a:lnTo>
                  <a:cubicBezTo>
                    <a:pt x="305013" y="334495"/>
                    <a:pt x="302626" y="335117"/>
                    <a:pt x="300240" y="335117"/>
                  </a:cubicBezTo>
                  <a:cubicBezTo>
                    <a:pt x="295985" y="335117"/>
                    <a:pt x="291834" y="333042"/>
                    <a:pt x="289395" y="329203"/>
                  </a:cubicBezTo>
                  <a:cubicBezTo>
                    <a:pt x="285556" y="323236"/>
                    <a:pt x="287268" y="315246"/>
                    <a:pt x="293287" y="311407"/>
                  </a:cubicBezTo>
                  <a:lnTo>
                    <a:pt x="333498" y="285568"/>
                  </a:lnTo>
                  <a:lnTo>
                    <a:pt x="293287" y="259730"/>
                  </a:lnTo>
                  <a:cubicBezTo>
                    <a:pt x="287320" y="255891"/>
                    <a:pt x="285556" y="247901"/>
                    <a:pt x="289395" y="241934"/>
                  </a:cubicBezTo>
                  <a:cubicBezTo>
                    <a:pt x="293235" y="235916"/>
                    <a:pt x="301225" y="234203"/>
                    <a:pt x="307192" y="238043"/>
                  </a:cubicBezTo>
                  <a:close/>
                  <a:moveTo>
                    <a:pt x="214421" y="259730"/>
                  </a:moveTo>
                  <a:lnTo>
                    <a:pt x="174210" y="285568"/>
                  </a:lnTo>
                  <a:lnTo>
                    <a:pt x="214421" y="311407"/>
                  </a:lnTo>
                  <a:cubicBezTo>
                    <a:pt x="220388" y="315246"/>
                    <a:pt x="222152" y="323236"/>
                    <a:pt x="218313" y="329203"/>
                  </a:cubicBezTo>
                  <a:cubicBezTo>
                    <a:pt x="215822" y="333042"/>
                    <a:pt x="211671" y="335117"/>
                    <a:pt x="207469" y="335117"/>
                  </a:cubicBezTo>
                  <a:cubicBezTo>
                    <a:pt x="205082" y="335117"/>
                    <a:pt x="202643" y="334443"/>
                    <a:pt x="200516" y="333094"/>
                  </a:cubicBezTo>
                  <a:lnTo>
                    <a:pt x="143391" y="296412"/>
                  </a:lnTo>
                  <a:cubicBezTo>
                    <a:pt x="139706" y="294025"/>
                    <a:pt x="137476" y="289979"/>
                    <a:pt x="137476" y="285568"/>
                  </a:cubicBezTo>
                  <a:cubicBezTo>
                    <a:pt x="137476" y="281158"/>
                    <a:pt x="139706" y="277111"/>
                    <a:pt x="143391" y="274725"/>
                  </a:cubicBezTo>
                  <a:lnTo>
                    <a:pt x="200516" y="238043"/>
                  </a:lnTo>
                  <a:cubicBezTo>
                    <a:pt x="206483" y="234203"/>
                    <a:pt x="214473" y="235916"/>
                    <a:pt x="218313" y="241934"/>
                  </a:cubicBezTo>
                  <a:cubicBezTo>
                    <a:pt x="222152" y="247901"/>
                    <a:pt x="220440" y="255891"/>
                    <a:pt x="214421" y="259730"/>
                  </a:cubicBezTo>
                  <a:close/>
                  <a:moveTo>
                    <a:pt x="278603" y="235552"/>
                  </a:moveTo>
                  <a:lnTo>
                    <a:pt x="254425" y="342952"/>
                  </a:lnTo>
                  <a:cubicBezTo>
                    <a:pt x="253075" y="348919"/>
                    <a:pt x="247732" y="353017"/>
                    <a:pt x="241869" y="353017"/>
                  </a:cubicBezTo>
                  <a:cubicBezTo>
                    <a:pt x="240935" y="353017"/>
                    <a:pt x="240001" y="352914"/>
                    <a:pt x="239015" y="352706"/>
                  </a:cubicBezTo>
                  <a:cubicBezTo>
                    <a:pt x="232062" y="351150"/>
                    <a:pt x="227704" y="344249"/>
                    <a:pt x="229260" y="337297"/>
                  </a:cubicBezTo>
                  <a:lnTo>
                    <a:pt x="253439" y="229897"/>
                  </a:lnTo>
                  <a:cubicBezTo>
                    <a:pt x="254995" y="222945"/>
                    <a:pt x="261896" y="218587"/>
                    <a:pt x="268849" y="220143"/>
                  </a:cubicBezTo>
                  <a:cubicBezTo>
                    <a:pt x="275801" y="221699"/>
                    <a:pt x="280160" y="228600"/>
                    <a:pt x="278603" y="235552"/>
                  </a:cubicBezTo>
                  <a:close/>
                </a:path>
              </a:pathLst>
            </a:custGeom>
            <a:solidFill>
              <a:srgbClr val="29B5E8"/>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86" name="Google Shape;1986;p89"/>
            <p:cNvSpPr/>
            <p:nvPr/>
          </p:nvSpPr>
          <p:spPr>
            <a:xfrm>
              <a:off x="6757380" y="2479464"/>
              <a:ext cx="415165" cy="415308"/>
            </a:xfrm>
            <a:custGeom>
              <a:avLst/>
              <a:gdLst/>
              <a:ahLst/>
              <a:cxnLst/>
              <a:rect l="l" t="t" r="r" b="b"/>
              <a:pathLst>
                <a:path w="561034" h="561227" extrusionOk="0">
                  <a:moveTo>
                    <a:pt x="379229" y="3476"/>
                  </a:moveTo>
                  <a:cubicBezTo>
                    <a:pt x="384728" y="28744"/>
                    <a:pt x="404601" y="48615"/>
                    <a:pt x="429869" y="54115"/>
                  </a:cubicBezTo>
                  <a:cubicBezTo>
                    <a:pt x="431529" y="54478"/>
                    <a:pt x="431529" y="56761"/>
                    <a:pt x="429869" y="57124"/>
                  </a:cubicBezTo>
                  <a:cubicBezTo>
                    <a:pt x="404601" y="62624"/>
                    <a:pt x="384728" y="82495"/>
                    <a:pt x="379229" y="107763"/>
                  </a:cubicBezTo>
                  <a:cubicBezTo>
                    <a:pt x="378865" y="109423"/>
                    <a:pt x="376583" y="109423"/>
                    <a:pt x="376219" y="107763"/>
                  </a:cubicBezTo>
                  <a:cubicBezTo>
                    <a:pt x="370720" y="82495"/>
                    <a:pt x="350847" y="62624"/>
                    <a:pt x="325579" y="57124"/>
                  </a:cubicBezTo>
                  <a:cubicBezTo>
                    <a:pt x="323919" y="56761"/>
                    <a:pt x="323919" y="54478"/>
                    <a:pt x="325579" y="54115"/>
                  </a:cubicBezTo>
                  <a:cubicBezTo>
                    <a:pt x="350847" y="48615"/>
                    <a:pt x="370720" y="28744"/>
                    <a:pt x="376219" y="3476"/>
                  </a:cubicBezTo>
                  <a:cubicBezTo>
                    <a:pt x="376583" y="1816"/>
                    <a:pt x="378865" y="1816"/>
                    <a:pt x="379229" y="3476"/>
                  </a:cubicBezTo>
                  <a:close/>
                  <a:moveTo>
                    <a:pt x="245054" y="437899"/>
                  </a:moveTo>
                  <a:cubicBezTo>
                    <a:pt x="265912" y="341759"/>
                    <a:pt x="341560" y="266112"/>
                    <a:pt x="437704" y="245203"/>
                  </a:cubicBezTo>
                  <a:cubicBezTo>
                    <a:pt x="446628" y="243283"/>
                    <a:pt x="452854" y="235604"/>
                    <a:pt x="452854" y="226525"/>
                  </a:cubicBezTo>
                  <a:cubicBezTo>
                    <a:pt x="452854" y="217445"/>
                    <a:pt x="446628" y="209818"/>
                    <a:pt x="437704" y="207847"/>
                  </a:cubicBezTo>
                  <a:cubicBezTo>
                    <a:pt x="341560" y="186937"/>
                    <a:pt x="265964" y="111291"/>
                    <a:pt x="245054" y="15150"/>
                  </a:cubicBezTo>
                  <a:cubicBezTo>
                    <a:pt x="243134" y="6226"/>
                    <a:pt x="235455" y="0"/>
                    <a:pt x="226427" y="0"/>
                  </a:cubicBezTo>
                  <a:cubicBezTo>
                    <a:pt x="217399" y="0"/>
                    <a:pt x="209720" y="6226"/>
                    <a:pt x="207800" y="15150"/>
                  </a:cubicBezTo>
                  <a:lnTo>
                    <a:pt x="207800" y="15150"/>
                  </a:lnTo>
                  <a:cubicBezTo>
                    <a:pt x="186890" y="111291"/>
                    <a:pt x="111294" y="186937"/>
                    <a:pt x="15150" y="207847"/>
                  </a:cubicBezTo>
                  <a:cubicBezTo>
                    <a:pt x="6226" y="209766"/>
                    <a:pt x="0" y="217445"/>
                    <a:pt x="0" y="226525"/>
                  </a:cubicBezTo>
                  <a:cubicBezTo>
                    <a:pt x="0" y="235604"/>
                    <a:pt x="6226" y="243231"/>
                    <a:pt x="15150" y="245203"/>
                  </a:cubicBezTo>
                  <a:cubicBezTo>
                    <a:pt x="111294" y="266112"/>
                    <a:pt x="186890" y="341759"/>
                    <a:pt x="207800" y="437899"/>
                  </a:cubicBezTo>
                  <a:cubicBezTo>
                    <a:pt x="209720" y="446823"/>
                    <a:pt x="217399" y="452998"/>
                    <a:pt x="226427" y="452998"/>
                  </a:cubicBezTo>
                  <a:cubicBezTo>
                    <a:pt x="235455" y="452998"/>
                    <a:pt x="243134" y="446771"/>
                    <a:pt x="245054" y="437847"/>
                  </a:cubicBezTo>
                  <a:close/>
                  <a:moveTo>
                    <a:pt x="226427" y="45243"/>
                  </a:moveTo>
                  <a:cubicBezTo>
                    <a:pt x="253615" y="131370"/>
                    <a:pt x="321585" y="199286"/>
                    <a:pt x="407714" y="226525"/>
                  </a:cubicBezTo>
                  <a:cubicBezTo>
                    <a:pt x="321585" y="253764"/>
                    <a:pt x="253667" y="321680"/>
                    <a:pt x="226427" y="407807"/>
                  </a:cubicBezTo>
                  <a:cubicBezTo>
                    <a:pt x="199187" y="321680"/>
                    <a:pt x="131269" y="253712"/>
                    <a:pt x="45140" y="226525"/>
                  </a:cubicBezTo>
                  <a:cubicBezTo>
                    <a:pt x="131269" y="199286"/>
                    <a:pt x="199187" y="131370"/>
                    <a:pt x="226427" y="45243"/>
                  </a:cubicBezTo>
                  <a:close/>
                  <a:moveTo>
                    <a:pt x="232964" y="20650"/>
                  </a:moveTo>
                  <a:cubicBezTo>
                    <a:pt x="232964" y="20650"/>
                    <a:pt x="232964" y="20650"/>
                    <a:pt x="232964" y="20650"/>
                  </a:cubicBezTo>
                  <a:cubicBezTo>
                    <a:pt x="232964" y="20650"/>
                    <a:pt x="232964" y="20650"/>
                    <a:pt x="232964" y="20650"/>
                  </a:cubicBezTo>
                  <a:lnTo>
                    <a:pt x="232964" y="20650"/>
                  </a:lnTo>
                  <a:close/>
                  <a:moveTo>
                    <a:pt x="451246" y="350112"/>
                  </a:moveTo>
                  <a:cubicBezTo>
                    <a:pt x="440246" y="400647"/>
                    <a:pt x="400502" y="440390"/>
                    <a:pt x="350018" y="451389"/>
                  </a:cubicBezTo>
                  <a:cubicBezTo>
                    <a:pt x="346697" y="452115"/>
                    <a:pt x="346697" y="456733"/>
                    <a:pt x="350018" y="457459"/>
                  </a:cubicBezTo>
                  <a:cubicBezTo>
                    <a:pt x="400554" y="468459"/>
                    <a:pt x="440298" y="508202"/>
                    <a:pt x="451246" y="558737"/>
                  </a:cubicBezTo>
                  <a:cubicBezTo>
                    <a:pt x="451972" y="562057"/>
                    <a:pt x="456589" y="562057"/>
                    <a:pt x="457316" y="558737"/>
                  </a:cubicBezTo>
                  <a:cubicBezTo>
                    <a:pt x="468315" y="508202"/>
                    <a:pt x="508060" y="468459"/>
                    <a:pt x="558544" y="457459"/>
                  </a:cubicBezTo>
                  <a:cubicBezTo>
                    <a:pt x="561865" y="456733"/>
                    <a:pt x="561865" y="452115"/>
                    <a:pt x="558544" y="451389"/>
                  </a:cubicBezTo>
                  <a:cubicBezTo>
                    <a:pt x="508008" y="440390"/>
                    <a:pt x="468263" y="400647"/>
                    <a:pt x="457316" y="350112"/>
                  </a:cubicBezTo>
                  <a:cubicBezTo>
                    <a:pt x="456589" y="346791"/>
                    <a:pt x="451972" y="346791"/>
                    <a:pt x="451246" y="350112"/>
                  </a:cubicBezTo>
                  <a:close/>
                </a:path>
              </a:pathLst>
            </a:custGeom>
            <a:solidFill>
              <a:srgbClr val="29B5E8"/>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grpSp>
          <p:nvGrpSpPr>
            <p:cNvPr id="1987" name="Google Shape;1987;p89"/>
            <p:cNvGrpSpPr/>
            <p:nvPr/>
          </p:nvGrpSpPr>
          <p:grpSpPr>
            <a:xfrm>
              <a:off x="3873252" y="3001625"/>
              <a:ext cx="555867" cy="204851"/>
              <a:chOff x="2218329" y="4284517"/>
              <a:chExt cx="750259" cy="276489"/>
            </a:xfrm>
          </p:grpSpPr>
          <p:sp>
            <p:nvSpPr>
              <p:cNvPr id="1988" name="Google Shape;1988;p89"/>
              <p:cNvSpPr/>
              <p:nvPr/>
            </p:nvSpPr>
            <p:spPr>
              <a:xfrm>
                <a:off x="2445949" y="4284517"/>
                <a:ext cx="93237" cy="105012"/>
              </a:xfrm>
              <a:custGeom>
                <a:avLst/>
                <a:gdLst/>
                <a:ahLst/>
                <a:cxnLst/>
                <a:rect l="l" t="t" r="r" b="b"/>
                <a:pathLst>
                  <a:path w="93237" h="105012" extrusionOk="0">
                    <a:moveTo>
                      <a:pt x="93238" y="52455"/>
                    </a:moveTo>
                    <a:cubicBezTo>
                      <a:pt x="93238" y="60133"/>
                      <a:pt x="91940" y="67242"/>
                      <a:pt x="89398" y="73675"/>
                    </a:cubicBezTo>
                    <a:cubicBezTo>
                      <a:pt x="86804" y="80109"/>
                      <a:pt x="83224" y="85660"/>
                      <a:pt x="78554" y="90330"/>
                    </a:cubicBezTo>
                    <a:cubicBezTo>
                      <a:pt x="73884" y="94999"/>
                      <a:pt x="68333" y="98579"/>
                      <a:pt x="61795" y="101173"/>
                    </a:cubicBezTo>
                    <a:cubicBezTo>
                      <a:pt x="55258" y="103768"/>
                      <a:pt x="47994" y="105013"/>
                      <a:pt x="40003" y="105013"/>
                    </a:cubicBezTo>
                    <a:lnTo>
                      <a:pt x="0" y="105013"/>
                    </a:lnTo>
                    <a:lnTo>
                      <a:pt x="0" y="0"/>
                    </a:lnTo>
                    <a:lnTo>
                      <a:pt x="40003" y="0"/>
                    </a:lnTo>
                    <a:cubicBezTo>
                      <a:pt x="47994" y="0"/>
                      <a:pt x="55258" y="1297"/>
                      <a:pt x="61795" y="3891"/>
                    </a:cubicBezTo>
                    <a:cubicBezTo>
                      <a:pt x="68333" y="6485"/>
                      <a:pt x="73936" y="10117"/>
                      <a:pt x="78554" y="14735"/>
                    </a:cubicBezTo>
                    <a:cubicBezTo>
                      <a:pt x="83224" y="19353"/>
                      <a:pt x="86804" y="24904"/>
                      <a:pt x="89398" y="31338"/>
                    </a:cubicBezTo>
                    <a:cubicBezTo>
                      <a:pt x="91940" y="37772"/>
                      <a:pt x="93238" y="44828"/>
                      <a:pt x="93238" y="52558"/>
                    </a:cubicBezTo>
                    <a:close/>
                    <a:moveTo>
                      <a:pt x="73210" y="52455"/>
                    </a:moveTo>
                    <a:cubicBezTo>
                      <a:pt x="73210" y="46695"/>
                      <a:pt x="72432" y="41507"/>
                      <a:pt x="70927" y="36941"/>
                    </a:cubicBezTo>
                    <a:cubicBezTo>
                      <a:pt x="69422" y="32376"/>
                      <a:pt x="67191" y="28484"/>
                      <a:pt x="64338" y="25319"/>
                    </a:cubicBezTo>
                    <a:cubicBezTo>
                      <a:pt x="61432" y="22154"/>
                      <a:pt x="57956" y="19716"/>
                      <a:pt x="53857" y="18004"/>
                    </a:cubicBezTo>
                    <a:cubicBezTo>
                      <a:pt x="49758" y="16292"/>
                      <a:pt x="45140" y="15461"/>
                      <a:pt x="40003" y="15461"/>
                    </a:cubicBezTo>
                    <a:lnTo>
                      <a:pt x="19613" y="15461"/>
                    </a:lnTo>
                    <a:lnTo>
                      <a:pt x="19613" y="89396"/>
                    </a:lnTo>
                    <a:lnTo>
                      <a:pt x="40003" y="89396"/>
                    </a:lnTo>
                    <a:cubicBezTo>
                      <a:pt x="45140" y="89396"/>
                      <a:pt x="49758" y="88566"/>
                      <a:pt x="53857" y="86853"/>
                    </a:cubicBezTo>
                    <a:cubicBezTo>
                      <a:pt x="57956" y="85142"/>
                      <a:pt x="61432" y="82755"/>
                      <a:pt x="64338" y="79538"/>
                    </a:cubicBezTo>
                    <a:cubicBezTo>
                      <a:pt x="67191" y="76373"/>
                      <a:pt x="69422" y="72482"/>
                      <a:pt x="70927" y="67916"/>
                    </a:cubicBezTo>
                    <a:cubicBezTo>
                      <a:pt x="72432" y="63350"/>
                      <a:pt x="73210" y="58162"/>
                      <a:pt x="73210" y="52403"/>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89" name="Google Shape;1989;p89"/>
              <p:cNvSpPr/>
              <p:nvPr/>
            </p:nvSpPr>
            <p:spPr>
              <a:xfrm>
                <a:off x="2546347" y="4313572"/>
                <a:ext cx="62262" cy="76995"/>
              </a:xfrm>
              <a:custGeom>
                <a:avLst/>
                <a:gdLst/>
                <a:ahLst/>
                <a:cxnLst/>
                <a:rect l="l" t="t" r="r" b="b"/>
                <a:pathLst>
                  <a:path w="62262" h="76995" extrusionOk="0">
                    <a:moveTo>
                      <a:pt x="3684" y="11778"/>
                    </a:moveTo>
                    <a:cubicBezTo>
                      <a:pt x="12245" y="3943"/>
                      <a:pt x="22570" y="0"/>
                      <a:pt x="34607" y="0"/>
                    </a:cubicBezTo>
                    <a:cubicBezTo>
                      <a:pt x="38966" y="0"/>
                      <a:pt x="42857" y="726"/>
                      <a:pt x="46282" y="2127"/>
                    </a:cubicBezTo>
                    <a:cubicBezTo>
                      <a:pt x="49706" y="3528"/>
                      <a:pt x="52612" y="5552"/>
                      <a:pt x="54998" y="8094"/>
                    </a:cubicBezTo>
                    <a:cubicBezTo>
                      <a:pt x="57385" y="10636"/>
                      <a:pt x="59201" y="13697"/>
                      <a:pt x="60394" y="17225"/>
                    </a:cubicBezTo>
                    <a:cubicBezTo>
                      <a:pt x="61640" y="20754"/>
                      <a:pt x="62262" y="24645"/>
                      <a:pt x="62262" y="28847"/>
                    </a:cubicBezTo>
                    <a:lnTo>
                      <a:pt x="62262" y="75906"/>
                    </a:lnTo>
                    <a:lnTo>
                      <a:pt x="54116" y="75906"/>
                    </a:lnTo>
                    <a:cubicBezTo>
                      <a:pt x="52404" y="75906"/>
                      <a:pt x="51107" y="75647"/>
                      <a:pt x="50173" y="75128"/>
                    </a:cubicBezTo>
                    <a:cubicBezTo>
                      <a:pt x="49239" y="74609"/>
                      <a:pt x="48513" y="73571"/>
                      <a:pt x="47994" y="72067"/>
                    </a:cubicBezTo>
                    <a:lnTo>
                      <a:pt x="46385" y="66671"/>
                    </a:lnTo>
                    <a:cubicBezTo>
                      <a:pt x="44517" y="68383"/>
                      <a:pt x="42650" y="69836"/>
                      <a:pt x="40886" y="71133"/>
                    </a:cubicBezTo>
                    <a:cubicBezTo>
                      <a:pt x="39121" y="72430"/>
                      <a:pt x="37254" y="73519"/>
                      <a:pt x="35282" y="74349"/>
                    </a:cubicBezTo>
                    <a:cubicBezTo>
                      <a:pt x="33362" y="75232"/>
                      <a:pt x="31287" y="75906"/>
                      <a:pt x="29056" y="76321"/>
                    </a:cubicBezTo>
                    <a:cubicBezTo>
                      <a:pt x="26877" y="76788"/>
                      <a:pt x="24438" y="76996"/>
                      <a:pt x="21740" y="76996"/>
                    </a:cubicBezTo>
                    <a:cubicBezTo>
                      <a:pt x="18575" y="76996"/>
                      <a:pt x="15669" y="76580"/>
                      <a:pt x="13023" y="75698"/>
                    </a:cubicBezTo>
                    <a:cubicBezTo>
                      <a:pt x="10377" y="74868"/>
                      <a:pt x="8042" y="73571"/>
                      <a:pt x="6122" y="71911"/>
                    </a:cubicBezTo>
                    <a:cubicBezTo>
                      <a:pt x="4203" y="70199"/>
                      <a:pt x="2698" y="68124"/>
                      <a:pt x="1608" y="65581"/>
                    </a:cubicBezTo>
                    <a:cubicBezTo>
                      <a:pt x="519" y="63039"/>
                      <a:pt x="0" y="60133"/>
                      <a:pt x="0" y="56813"/>
                    </a:cubicBezTo>
                    <a:cubicBezTo>
                      <a:pt x="0" y="54945"/>
                      <a:pt x="311" y="53025"/>
                      <a:pt x="934" y="51209"/>
                    </a:cubicBezTo>
                    <a:cubicBezTo>
                      <a:pt x="1557" y="49393"/>
                      <a:pt x="2594" y="47578"/>
                      <a:pt x="3995" y="45865"/>
                    </a:cubicBezTo>
                    <a:cubicBezTo>
                      <a:pt x="5448" y="44153"/>
                      <a:pt x="7264" y="42597"/>
                      <a:pt x="9547" y="41092"/>
                    </a:cubicBezTo>
                    <a:cubicBezTo>
                      <a:pt x="11830" y="39588"/>
                      <a:pt x="14632" y="38290"/>
                      <a:pt x="17952" y="37149"/>
                    </a:cubicBezTo>
                    <a:cubicBezTo>
                      <a:pt x="21273" y="36059"/>
                      <a:pt x="25112" y="35125"/>
                      <a:pt x="29523" y="34399"/>
                    </a:cubicBezTo>
                    <a:cubicBezTo>
                      <a:pt x="33933" y="33725"/>
                      <a:pt x="38966" y="33258"/>
                      <a:pt x="44621" y="33102"/>
                    </a:cubicBezTo>
                    <a:lnTo>
                      <a:pt x="44621" y="28744"/>
                    </a:lnTo>
                    <a:cubicBezTo>
                      <a:pt x="44621" y="23763"/>
                      <a:pt x="43532" y="20079"/>
                      <a:pt x="41404" y="17692"/>
                    </a:cubicBezTo>
                    <a:cubicBezTo>
                      <a:pt x="39277" y="15306"/>
                      <a:pt x="36216" y="14112"/>
                      <a:pt x="32169" y="14112"/>
                    </a:cubicBezTo>
                    <a:cubicBezTo>
                      <a:pt x="29263" y="14112"/>
                      <a:pt x="26877" y="14476"/>
                      <a:pt x="24957" y="15150"/>
                    </a:cubicBezTo>
                    <a:cubicBezTo>
                      <a:pt x="23037" y="15825"/>
                      <a:pt x="21377" y="16603"/>
                      <a:pt x="19924" y="17433"/>
                    </a:cubicBezTo>
                    <a:cubicBezTo>
                      <a:pt x="18471" y="18263"/>
                      <a:pt x="17174" y="19041"/>
                      <a:pt x="15981" y="19716"/>
                    </a:cubicBezTo>
                    <a:cubicBezTo>
                      <a:pt x="14787" y="20390"/>
                      <a:pt x="13490" y="20754"/>
                      <a:pt x="12037" y="20754"/>
                    </a:cubicBezTo>
                    <a:cubicBezTo>
                      <a:pt x="10792" y="20754"/>
                      <a:pt x="9703" y="20442"/>
                      <a:pt x="8820" y="19768"/>
                    </a:cubicBezTo>
                    <a:cubicBezTo>
                      <a:pt x="7938" y="19093"/>
                      <a:pt x="7264" y="18367"/>
                      <a:pt x="6693" y="17485"/>
                    </a:cubicBezTo>
                    <a:lnTo>
                      <a:pt x="3476" y="11726"/>
                    </a:lnTo>
                    <a:close/>
                    <a:moveTo>
                      <a:pt x="44777" y="44101"/>
                    </a:moveTo>
                    <a:cubicBezTo>
                      <a:pt x="39588" y="44361"/>
                      <a:pt x="35230" y="44776"/>
                      <a:pt x="31702" y="45450"/>
                    </a:cubicBezTo>
                    <a:cubicBezTo>
                      <a:pt x="28174" y="46125"/>
                      <a:pt x="25320" y="46955"/>
                      <a:pt x="23193" y="47941"/>
                    </a:cubicBezTo>
                    <a:cubicBezTo>
                      <a:pt x="21065" y="48978"/>
                      <a:pt x="19561" y="50120"/>
                      <a:pt x="18627" y="51521"/>
                    </a:cubicBezTo>
                    <a:cubicBezTo>
                      <a:pt x="17693" y="52870"/>
                      <a:pt x="17226" y="54374"/>
                      <a:pt x="17226" y="55931"/>
                    </a:cubicBezTo>
                    <a:cubicBezTo>
                      <a:pt x="17226" y="59096"/>
                      <a:pt x="18160" y="61327"/>
                      <a:pt x="20028" y="62676"/>
                    </a:cubicBezTo>
                    <a:cubicBezTo>
                      <a:pt x="21896" y="64025"/>
                      <a:pt x="24334" y="64699"/>
                      <a:pt x="27344" y="64699"/>
                    </a:cubicBezTo>
                    <a:cubicBezTo>
                      <a:pt x="31027" y="64699"/>
                      <a:pt x="34192" y="64025"/>
                      <a:pt x="36890" y="62728"/>
                    </a:cubicBezTo>
                    <a:cubicBezTo>
                      <a:pt x="39588" y="61378"/>
                      <a:pt x="42183" y="59355"/>
                      <a:pt x="44777" y="56657"/>
                    </a:cubicBezTo>
                    <a:lnTo>
                      <a:pt x="44777" y="4410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90" name="Google Shape;1990;p89"/>
              <p:cNvSpPr/>
              <p:nvPr/>
            </p:nvSpPr>
            <p:spPr>
              <a:xfrm>
                <a:off x="2618000" y="4292144"/>
                <a:ext cx="50795" cy="98475"/>
              </a:xfrm>
              <a:custGeom>
                <a:avLst/>
                <a:gdLst/>
                <a:ahLst/>
                <a:cxnLst/>
                <a:rect l="l" t="t" r="r" b="b"/>
                <a:pathLst>
                  <a:path w="50795" h="98475" extrusionOk="0">
                    <a:moveTo>
                      <a:pt x="31287" y="98476"/>
                    </a:moveTo>
                    <a:cubicBezTo>
                      <a:pt x="24801" y="98476"/>
                      <a:pt x="19820" y="96660"/>
                      <a:pt x="16344" y="92976"/>
                    </a:cubicBezTo>
                    <a:cubicBezTo>
                      <a:pt x="12868" y="89344"/>
                      <a:pt x="11155" y="84259"/>
                      <a:pt x="11155" y="77826"/>
                    </a:cubicBezTo>
                    <a:lnTo>
                      <a:pt x="11155" y="36215"/>
                    </a:lnTo>
                    <a:lnTo>
                      <a:pt x="3528" y="36215"/>
                    </a:lnTo>
                    <a:cubicBezTo>
                      <a:pt x="2542" y="36215"/>
                      <a:pt x="1712" y="35904"/>
                      <a:pt x="1038" y="35281"/>
                    </a:cubicBezTo>
                    <a:cubicBezTo>
                      <a:pt x="363" y="34659"/>
                      <a:pt x="0" y="33724"/>
                      <a:pt x="0" y="32427"/>
                    </a:cubicBezTo>
                    <a:lnTo>
                      <a:pt x="0" y="25319"/>
                    </a:lnTo>
                    <a:lnTo>
                      <a:pt x="11985" y="23348"/>
                    </a:lnTo>
                    <a:lnTo>
                      <a:pt x="15773" y="3009"/>
                    </a:lnTo>
                    <a:cubicBezTo>
                      <a:pt x="16033" y="2024"/>
                      <a:pt x="16500" y="1297"/>
                      <a:pt x="17174" y="778"/>
                    </a:cubicBezTo>
                    <a:cubicBezTo>
                      <a:pt x="17849" y="260"/>
                      <a:pt x="18731" y="0"/>
                      <a:pt x="19768" y="0"/>
                    </a:cubicBezTo>
                    <a:lnTo>
                      <a:pt x="29056" y="0"/>
                    </a:lnTo>
                    <a:lnTo>
                      <a:pt x="29056" y="23452"/>
                    </a:lnTo>
                    <a:lnTo>
                      <a:pt x="48980" y="23452"/>
                    </a:lnTo>
                    <a:lnTo>
                      <a:pt x="48980" y="36215"/>
                    </a:lnTo>
                    <a:lnTo>
                      <a:pt x="29056" y="36215"/>
                    </a:lnTo>
                    <a:lnTo>
                      <a:pt x="29056" y="76581"/>
                    </a:lnTo>
                    <a:cubicBezTo>
                      <a:pt x="29056" y="78915"/>
                      <a:pt x="29626" y="80731"/>
                      <a:pt x="30768" y="82028"/>
                    </a:cubicBezTo>
                    <a:cubicBezTo>
                      <a:pt x="31909" y="83326"/>
                      <a:pt x="33466" y="84000"/>
                      <a:pt x="35438" y="84000"/>
                    </a:cubicBezTo>
                    <a:cubicBezTo>
                      <a:pt x="36527" y="84000"/>
                      <a:pt x="37461" y="83844"/>
                      <a:pt x="38239" y="83585"/>
                    </a:cubicBezTo>
                    <a:cubicBezTo>
                      <a:pt x="38966" y="83326"/>
                      <a:pt x="39640" y="83014"/>
                      <a:pt x="40211" y="82755"/>
                    </a:cubicBezTo>
                    <a:cubicBezTo>
                      <a:pt x="40782" y="82443"/>
                      <a:pt x="41249" y="82184"/>
                      <a:pt x="41716" y="81925"/>
                    </a:cubicBezTo>
                    <a:cubicBezTo>
                      <a:pt x="42131" y="81665"/>
                      <a:pt x="42598" y="81509"/>
                      <a:pt x="43013" y="81509"/>
                    </a:cubicBezTo>
                    <a:cubicBezTo>
                      <a:pt x="43532" y="81509"/>
                      <a:pt x="43999" y="81665"/>
                      <a:pt x="44310" y="81925"/>
                    </a:cubicBezTo>
                    <a:cubicBezTo>
                      <a:pt x="44673" y="82184"/>
                      <a:pt x="45036" y="82599"/>
                      <a:pt x="45400" y="83118"/>
                    </a:cubicBezTo>
                    <a:lnTo>
                      <a:pt x="50796" y="91835"/>
                    </a:lnTo>
                    <a:cubicBezTo>
                      <a:pt x="48201" y="94014"/>
                      <a:pt x="45192" y="95674"/>
                      <a:pt x="41768" y="96763"/>
                    </a:cubicBezTo>
                    <a:cubicBezTo>
                      <a:pt x="38395" y="97853"/>
                      <a:pt x="34867" y="98424"/>
                      <a:pt x="31235" y="98424"/>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91" name="Google Shape;1991;p89"/>
              <p:cNvSpPr/>
              <p:nvPr/>
            </p:nvSpPr>
            <p:spPr>
              <a:xfrm>
                <a:off x="2673103" y="4313572"/>
                <a:ext cx="62262" cy="76995"/>
              </a:xfrm>
              <a:custGeom>
                <a:avLst/>
                <a:gdLst/>
                <a:ahLst/>
                <a:cxnLst/>
                <a:rect l="l" t="t" r="r" b="b"/>
                <a:pathLst>
                  <a:path w="62262" h="76995" extrusionOk="0">
                    <a:moveTo>
                      <a:pt x="3684" y="11778"/>
                    </a:moveTo>
                    <a:cubicBezTo>
                      <a:pt x="12245" y="3943"/>
                      <a:pt x="22570" y="0"/>
                      <a:pt x="34607" y="0"/>
                    </a:cubicBezTo>
                    <a:cubicBezTo>
                      <a:pt x="38966" y="0"/>
                      <a:pt x="42857" y="726"/>
                      <a:pt x="46282" y="2127"/>
                    </a:cubicBezTo>
                    <a:cubicBezTo>
                      <a:pt x="49706" y="3528"/>
                      <a:pt x="52612" y="5552"/>
                      <a:pt x="54998" y="8094"/>
                    </a:cubicBezTo>
                    <a:cubicBezTo>
                      <a:pt x="57385" y="10636"/>
                      <a:pt x="59201" y="13697"/>
                      <a:pt x="60394" y="17225"/>
                    </a:cubicBezTo>
                    <a:cubicBezTo>
                      <a:pt x="61640" y="20754"/>
                      <a:pt x="62262" y="24645"/>
                      <a:pt x="62262" y="28847"/>
                    </a:cubicBezTo>
                    <a:lnTo>
                      <a:pt x="62262" y="75906"/>
                    </a:lnTo>
                    <a:lnTo>
                      <a:pt x="54116" y="75906"/>
                    </a:lnTo>
                    <a:cubicBezTo>
                      <a:pt x="52404" y="75906"/>
                      <a:pt x="51107" y="75647"/>
                      <a:pt x="50173" y="75128"/>
                    </a:cubicBezTo>
                    <a:cubicBezTo>
                      <a:pt x="49239" y="74609"/>
                      <a:pt x="48513" y="73571"/>
                      <a:pt x="47994" y="72067"/>
                    </a:cubicBezTo>
                    <a:lnTo>
                      <a:pt x="46385" y="66671"/>
                    </a:lnTo>
                    <a:cubicBezTo>
                      <a:pt x="44517" y="68383"/>
                      <a:pt x="42650" y="69836"/>
                      <a:pt x="40885" y="71133"/>
                    </a:cubicBezTo>
                    <a:cubicBezTo>
                      <a:pt x="39121" y="72430"/>
                      <a:pt x="37254" y="73519"/>
                      <a:pt x="35282" y="74349"/>
                    </a:cubicBezTo>
                    <a:cubicBezTo>
                      <a:pt x="33362" y="75232"/>
                      <a:pt x="31287" y="75906"/>
                      <a:pt x="29056" y="76321"/>
                    </a:cubicBezTo>
                    <a:cubicBezTo>
                      <a:pt x="26876" y="76788"/>
                      <a:pt x="24438" y="76996"/>
                      <a:pt x="21740" y="76996"/>
                    </a:cubicBezTo>
                    <a:cubicBezTo>
                      <a:pt x="18575" y="76996"/>
                      <a:pt x="15669" y="76580"/>
                      <a:pt x="13023" y="75698"/>
                    </a:cubicBezTo>
                    <a:cubicBezTo>
                      <a:pt x="10377" y="74868"/>
                      <a:pt x="8042" y="73571"/>
                      <a:pt x="6122" y="71911"/>
                    </a:cubicBezTo>
                    <a:cubicBezTo>
                      <a:pt x="4203" y="70199"/>
                      <a:pt x="2698" y="68124"/>
                      <a:pt x="1608" y="65581"/>
                    </a:cubicBezTo>
                    <a:cubicBezTo>
                      <a:pt x="519" y="63039"/>
                      <a:pt x="0" y="60133"/>
                      <a:pt x="0" y="56813"/>
                    </a:cubicBezTo>
                    <a:cubicBezTo>
                      <a:pt x="0" y="54945"/>
                      <a:pt x="311" y="53025"/>
                      <a:pt x="934" y="51209"/>
                    </a:cubicBezTo>
                    <a:cubicBezTo>
                      <a:pt x="1556" y="49393"/>
                      <a:pt x="2594" y="47578"/>
                      <a:pt x="3995" y="45865"/>
                    </a:cubicBezTo>
                    <a:cubicBezTo>
                      <a:pt x="5448" y="44153"/>
                      <a:pt x="7264" y="42597"/>
                      <a:pt x="9547" y="41092"/>
                    </a:cubicBezTo>
                    <a:cubicBezTo>
                      <a:pt x="11830" y="39588"/>
                      <a:pt x="14632" y="38290"/>
                      <a:pt x="17952" y="37149"/>
                    </a:cubicBezTo>
                    <a:cubicBezTo>
                      <a:pt x="21273" y="36059"/>
                      <a:pt x="25112" y="35125"/>
                      <a:pt x="29523" y="34399"/>
                    </a:cubicBezTo>
                    <a:cubicBezTo>
                      <a:pt x="33933" y="33725"/>
                      <a:pt x="38966" y="33258"/>
                      <a:pt x="44621" y="33102"/>
                    </a:cubicBezTo>
                    <a:lnTo>
                      <a:pt x="44621" y="28744"/>
                    </a:lnTo>
                    <a:cubicBezTo>
                      <a:pt x="44621" y="23763"/>
                      <a:pt x="43532" y="20079"/>
                      <a:pt x="41404" y="17692"/>
                    </a:cubicBezTo>
                    <a:cubicBezTo>
                      <a:pt x="39277" y="15306"/>
                      <a:pt x="36216" y="14112"/>
                      <a:pt x="32169" y="14112"/>
                    </a:cubicBezTo>
                    <a:cubicBezTo>
                      <a:pt x="29263" y="14112"/>
                      <a:pt x="26876" y="14476"/>
                      <a:pt x="24957" y="15150"/>
                    </a:cubicBezTo>
                    <a:cubicBezTo>
                      <a:pt x="23037" y="15825"/>
                      <a:pt x="21377" y="16603"/>
                      <a:pt x="19924" y="17433"/>
                    </a:cubicBezTo>
                    <a:cubicBezTo>
                      <a:pt x="18471" y="18263"/>
                      <a:pt x="17174" y="19041"/>
                      <a:pt x="15981" y="19716"/>
                    </a:cubicBezTo>
                    <a:cubicBezTo>
                      <a:pt x="14787" y="20390"/>
                      <a:pt x="13490" y="20754"/>
                      <a:pt x="12037" y="20754"/>
                    </a:cubicBezTo>
                    <a:cubicBezTo>
                      <a:pt x="10792" y="20754"/>
                      <a:pt x="9703" y="20442"/>
                      <a:pt x="8820" y="19768"/>
                    </a:cubicBezTo>
                    <a:cubicBezTo>
                      <a:pt x="7938" y="19093"/>
                      <a:pt x="7264" y="18367"/>
                      <a:pt x="6693" y="17485"/>
                    </a:cubicBezTo>
                    <a:lnTo>
                      <a:pt x="3476" y="11726"/>
                    </a:lnTo>
                    <a:close/>
                    <a:moveTo>
                      <a:pt x="44777" y="44101"/>
                    </a:moveTo>
                    <a:cubicBezTo>
                      <a:pt x="39588" y="44361"/>
                      <a:pt x="35230" y="44776"/>
                      <a:pt x="31702" y="45450"/>
                    </a:cubicBezTo>
                    <a:cubicBezTo>
                      <a:pt x="28174" y="46125"/>
                      <a:pt x="25320" y="46955"/>
                      <a:pt x="23193" y="47941"/>
                    </a:cubicBezTo>
                    <a:cubicBezTo>
                      <a:pt x="21065" y="48978"/>
                      <a:pt x="19561" y="50120"/>
                      <a:pt x="18627" y="51521"/>
                    </a:cubicBezTo>
                    <a:cubicBezTo>
                      <a:pt x="17693" y="52870"/>
                      <a:pt x="17226" y="54374"/>
                      <a:pt x="17226" y="55931"/>
                    </a:cubicBezTo>
                    <a:cubicBezTo>
                      <a:pt x="17226" y="59096"/>
                      <a:pt x="18160" y="61327"/>
                      <a:pt x="20028" y="62676"/>
                    </a:cubicBezTo>
                    <a:cubicBezTo>
                      <a:pt x="21896" y="64025"/>
                      <a:pt x="24334" y="64699"/>
                      <a:pt x="27343" y="64699"/>
                    </a:cubicBezTo>
                    <a:cubicBezTo>
                      <a:pt x="31027" y="64699"/>
                      <a:pt x="34192" y="64025"/>
                      <a:pt x="36890" y="62728"/>
                    </a:cubicBezTo>
                    <a:cubicBezTo>
                      <a:pt x="39588" y="61378"/>
                      <a:pt x="42183" y="59355"/>
                      <a:pt x="44777" y="56657"/>
                    </a:cubicBezTo>
                    <a:lnTo>
                      <a:pt x="44777" y="4410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92" name="Google Shape;1992;p89"/>
              <p:cNvSpPr/>
              <p:nvPr/>
            </p:nvSpPr>
            <p:spPr>
              <a:xfrm>
                <a:off x="2218329" y="4429740"/>
                <a:ext cx="66257" cy="105013"/>
              </a:xfrm>
              <a:custGeom>
                <a:avLst/>
                <a:gdLst/>
                <a:ahLst/>
                <a:cxnLst/>
                <a:rect l="l" t="t" r="r" b="b"/>
                <a:pathLst>
                  <a:path w="66257" h="105013" extrusionOk="0">
                    <a:moveTo>
                      <a:pt x="19613" y="15514"/>
                    </a:moveTo>
                    <a:lnTo>
                      <a:pt x="19613" y="44620"/>
                    </a:lnTo>
                    <a:lnTo>
                      <a:pt x="56347" y="44620"/>
                    </a:lnTo>
                    <a:lnTo>
                      <a:pt x="56347" y="59666"/>
                    </a:lnTo>
                    <a:lnTo>
                      <a:pt x="19613" y="59666"/>
                    </a:lnTo>
                    <a:lnTo>
                      <a:pt x="19613" y="89396"/>
                    </a:lnTo>
                    <a:lnTo>
                      <a:pt x="66257" y="89396"/>
                    </a:lnTo>
                    <a:lnTo>
                      <a:pt x="66257" y="105013"/>
                    </a:lnTo>
                    <a:lnTo>
                      <a:pt x="0" y="105013"/>
                    </a:lnTo>
                    <a:lnTo>
                      <a:pt x="0" y="0"/>
                    </a:lnTo>
                    <a:lnTo>
                      <a:pt x="66257" y="0"/>
                    </a:lnTo>
                    <a:lnTo>
                      <a:pt x="66257" y="15565"/>
                    </a:lnTo>
                    <a:lnTo>
                      <a:pt x="19613" y="15565"/>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93" name="Google Shape;1993;p89"/>
              <p:cNvSpPr/>
              <p:nvPr/>
            </p:nvSpPr>
            <p:spPr>
              <a:xfrm>
                <a:off x="2297454" y="4459003"/>
                <a:ext cx="64908" cy="75750"/>
              </a:xfrm>
              <a:custGeom>
                <a:avLst/>
                <a:gdLst/>
                <a:ahLst/>
                <a:cxnLst/>
                <a:rect l="l" t="t" r="r" b="b"/>
                <a:pathLst>
                  <a:path w="64908" h="75750" extrusionOk="0">
                    <a:moveTo>
                      <a:pt x="16759" y="10377"/>
                    </a:moveTo>
                    <a:cubicBezTo>
                      <a:pt x="18264" y="8872"/>
                      <a:pt x="19820" y="7471"/>
                      <a:pt x="21532" y="6174"/>
                    </a:cubicBezTo>
                    <a:cubicBezTo>
                      <a:pt x="23193" y="4877"/>
                      <a:pt x="24957" y="3787"/>
                      <a:pt x="26825" y="2905"/>
                    </a:cubicBezTo>
                    <a:cubicBezTo>
                      <a:pt x="28692" y="2024"/>
                      <a:pt x="30664" y="1297"/>
                      <a:pt x="32843" y="778"/>
                    </a:cubicBezTo>
                    <a:cubicBezTo>
                      <a:pt x="34971" y="259"/>
                      <a:pt x="37305" y="0"/>
                      <a:pt x="39796" y="0"/>
                    </a:cubicBezTo>
                    <a:cubicBezTo>
                      <a:pt x="43843" y="0"/>
                      <a:pt x="47475" y="675"/>
                      <a:pt x="50640" y="2075"/>
                    </a:cubicBezTo>
                    <a:cubicBezTo>
                      <a:pt x="53805" y="3476"/>
                      <a:pt x="56399" y="5396"/>
                      <a:pt x="58526" y="7886"/>
                    </a:cubicBezTo>
                    <a:cubicBezTo>
                      <a:pt x="60654" y="10377"/>
                      <a:pt x="62210" y="13334"/>
                      <a:pt x="63300" y="16810"/>
                    </a:cubicBezTo>
                    <a:cubicBezTo>
                      <a:pt x="64390" y="20287"/>
                      <a:pt x="64908" y="24074"/>
                      <a:pt x="64908" y="28277"/>
                    </a:cubicBezTo>
                    <a:lnTo>
                      <a:pt x="64908" y="75699"/>
                    </a:lnTo>
                    <a:lnTo>
                      <a:pt x="46956" y="75699"/>
                    </a:lnTo>
                    <a:lnTo>
                      <a:pt x="46956" y="28277"/>
                    </a:lnTo>
                    <a:cubicBezTo>
                      <a:pt x="46956" y="23711"/>
                      <a:pt x="45918" y="20183"/>
                      <a:pt x="43843" y="17693"/>
                    </a:cubicBezTo>
                    <a:cubicBezTo>
                      <a:pt x="41768" y="15202"/>
                      <a:pt x="38603" y="13957"/>
                      <a:pt x="34348" y="13957"/>
                    </a:cubicBezTo>
                    <a:cubicBezTo>
                      <a:pt x="31235" y="13957"/>
                      <a:pt x="28329" y="14683"/>
                      <a:pt x="25631" y="16084"/>
                    </a:cubicBezTo>
                    <a:cubicBezTo>
                      <a:pt x="22933" y="17485"/>
                      <a:pt x="20339" y="19404"/>
                      <a:pt x="17952" y="21843"/>
                    </a:cubicBezTo>
                    <a:lnTo>
                      <a:pt x="17952" y="75751"/>
                    </a:lnTo>
                    <a:lnTo>
                      <a:pt x="0" y="75751"/>
                    </a:lnTo>
                    <a:lnTo>
                      <a:pt x="0" y="1245"/>
                    </a:lnTo>
                    <a:lnTo>
                      <a:pt x="10948" y="1245"/>
                    </a:lnTo>
                    <a:cubicBezTo>
                      <a:pt x="13283" y="1245"/>
                      <a:pt x="14787" y="2335"/>
                      <a:pt x="15514" y="4514"/>
                    </a:cubicBezTo>
                    <a:lnTo>
                      <a:pt x="16759" y="10377"/>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94" name="Google Shape;1994;p89"/>
              <p:cNvSpPr/>
              <p:nvPr/>
            </p:nvSpPr>
            <p:spPr>
              <a:xfrm>
                <a:off x="2374088" y="4458951"/>
                <a:ext cx="70771" cy="102055"/>
              </a:xfrm>
              <a:custGeom>
                <a:avLst/>
                <a:gdLst/>
                <a:ahLst/>
                <a:cxnLst/>
                <a:rect l="l" t="t" r="r" b="b"/>
                <a:pathLst>
                  <a:path w="70771" h="102055" extrusionOk="0">
                    <a:moveTo>
                      <a:pt x="70668" y="3788"/>
                    </a:moveTo>
                    <a:lnTo>
                      <a:pt x="70668" y="10481"/>
                    </a:lnTo>
                    <a:cubicBezTo>
                      <a:pt x="70668" y="12608"/>
                      <a:pt x="69370" y="13905"/>
                      <a:pt x="66828" y="14424"/>
                    </a:cubicBezTo>
                    <a:lnTo>
                      <a:pt x="60135" y="15669"/>
                    </a:lnTo>
                    <a:cubicBezTo>
                      <a:pt x="61173" y="18211"/>
                      <a:pt x="61640" y="21065"/>
                      <a:pt x="61640" y="24074"/>
                    </a:cubicBezTo>
                    <a:cubicBezTo>
                      <a:pt x="61640" y="27758"/>
                      <a:pt x="60913" y="31078"/>
                      <a:pt x="59409" y="34036"/>
                    </a:cubicBezTo>
                    <a:cubicBezTo>
                      <a:pt x="57956" y="36993"/>
                      <a:pt x="55880" y="39535"/>
                      <a:pt x="53286" y="41611"/>
                    </a:cubicBezTo>
                    <a:cubicBezTo>
                      <a:pt x="50692" y="43686"/>
                      <a:pt x="47579" y="45295"/>
                      <a:pt x="43999" y="46436"/>
                    </a:cubicBezTo>
                    <a:cubicBezTo>
                      <a:pt x="40419" y="47578"/>
                      <a:pt x="36579" y="48148"/>
                      <a:pt x="32480" y="48148"/>
                    </a:cubicBezTo>
                    <a:cubicBezTo>
                      <a:pt x="31027" y="48148"/>
                      <a:pt x="29626" y="48096"/>
                      <a:pt x="28277" y="47941"/>
                    </a:cubicBezTo>
                    <a:cubicBezTo>
                      <a:pt x="26928" y="47785"/>
                      <a:pt x="25579" y="47629"/>
                      <a:pt x="24282" y="47370"/>
                    </a:cubicBezTo>
                    <a:cubicBezTo>
                      <a:pt x="21947" y="48771"/>
                      <a:pt x="20806" y="50327"/>
                      <a:pt x="20806" y="52092"/>
                    </a:cubicBezTo>
                    <a:cubicBezTo>
                      <a:pt x="20806" y="53596"/>
                      <a:pt x="21480" y="54686"/>
                      <a:pt x="22881" y="55412"/>
                    </a:cubicBezTo>
                    <a:cubicBezTo>
                      <a:pt x="24282" y="56086"/>
                      <a:pt x="26098" y="56605"/>
                      <a:pt x="28381" y="56917"/>
                    </a:cubicBezTo>
                    <a:cubicBezTo>
                      <a:pt x="30664" y="57228"/>
                      <a:pt x="33258" y="57383"/>
                      <a:pt x="36164" y="57435"/>
                    </a:cubicBezTo>
                    <a:cubicBezTo>
                      <a:pt x="39070" y="57487"/>
                      <a:pt x="42027" y="57643"/>
                      <a:pt x="45088" y="57903"/>
                    </a:cubicBezTo>
                    <a:cubicBezTo>
                      <a:pt x="48149" y="58162"/>
                      <a:pt x="51107" y="58577"/>
                      <a:pt x="54012" y="59200"/>
                    </a:cubicBezTo>
                    <a:cubicBezTo>
                      <a:pt x="56918" y="59822"/>
                      <a:pt x="59512" y="60756"/>
                      <a:pt x="61795" y="62053"/>
                    </a:cubicBezTo>
                    <a:cubicBezTo>
                      <a:pt x="64078" y="63350"/>
                      <a:pt x="65894" y="65166"/>
                      <a:pt x="67295" y="67397"/>
                    </a:cubicBezTo>
                    <a:cubicBezTo>
                      <a:pt x="68696" y="69628"/>
                      <a:pt x="69370" y="72534"/>
                      <a:pt x="69370" y="76062"/>
                    </a:cubicBezTo>
                    <a:cubicBezTo>
                      <a:pt x="69370" y="79331"/>
                      <a:pt x="68540" y="82547"/>
                      <a:pt x="66932" y="85660"/>
                    </a:cubicBezTo>
                    <a:cubicBezTo>
                      <a:pt x="65323" y="88773"/>
                      <a:pt x="62937" y="91523"/>
                      <a:pt x="59875" y="93962"/>
                    </a:cubicBezTo>
                    <a:cubicBezTo>
                      <a:pt x="56814" y="96400"/>
                      <a:pt x="53027" y="98320"/>
                      <a:pt x="48565" y="99824"/>
                    </a:cubicBezTo>
                    <a:cubicBezTo>
                      <a:pt x="44102" y="101277"/>
                      <a:pt x="38966" y="102056"/>
                      <a:pt x="33258" y="102056"/>
                    </a:cubicBezTo>
                    <a:cubicBezTo>
                      <a:pt x="27551" y="102056"/>
                      <a:pt x="22726" y="101537"/>
                      <a:pt x="18575" y="100447"/>
                    </a:cubicBezTo>
                    <a:cubicBezTo>
                      <a:pt x="14424" y="99358"/>
                      <a:pt x="10948" y="97905"/>
                      <a:pt x="8198" y="96089"/>
                    </a:cubicBezTo>
                    <a:cubicBezTo>
                      <a:pt x="5448" y="94273"/>
                      <a:pt x="3373" y="92198"/>
                      <a:pt x="2024" y="89811"/>
                    </a:cubicBezTo>
                    <a:cubicBezTo>
                      <a:pt x="675" y="87424"/>
                      <a:pt x="0" y="84986"/>
                      <a:pt x="0" y="82392"/>
                    </a:cubicBezTo>
                    <a:cubicBezTo>
                      <a:pt x="0" y="78915"/>
                      <a:pt x="1038" y="76010"/>
                      <a:pt x="3165" y="73623"/>
                    </a:cubicBezTo>
                    <a:cubicBezTo>
                      <a:pt x="5292" y="71288"/>
                      <a:pt x="8146" y="69421"/>
                      <a:pt x="11830" y="68020"/>
                    </a:cubicBezTo>
                    <a:cubicBezTo>
                      <a:pt x="9858" y="66982"/>
                      <a:pt x="8250" y="65633"/>
                      <a:pt x="7108" y="63973"/>
                    </a:cubicBezTo>
                    <a:cubicBezTo>
                      <a:pt x="5967" y="62261"/>
                      <a:pt x="5344" y="60030"/>
                      <a:pt x="5344" y="57280"/>
                    </a:cubicBezTo>
                    <a:cubicBezTo>
                      <a:pt x="5344" y="56190"/>
                      <a:pt x="5552" y="54997"/>
                      <a:pt x="5967" y="53803"/>
                    </a:cubicBezTo>
                    <a:cubicBezTo>
                      <a:pt x="6382" y="52610"/>
                      <a:pt x="7005" y="51417"/>
                      <a:pt x="7783" y="50275"/>
                    </a:cubicBezTo>
                    <a:cubicBezTo>
                      <a:pt x="8561" y="49134"/>
                      <a:pt x="9599" y="47993"/>
                      <a:pt x="10792" y="46955"/>
                    </a:cubicBezTo>
                    <a:cubicBezTo>
                      <a:pt x="11985" y="45917"/>
                      <a:pt x="13438" y="44983"/>
                      <a:pt x="15099" y="44153"/>
                    </a:cubicBezTo>
                    <a:cubicBezTo>
                      <a:pt x="11311" y="42130"/>
                      <a:pt x="8354" y="39380"/>
                      <a:pt x="6226" y="36007"/>
                    </a:cubicBezTo>
                    <a:cubicBezTo>
                      <a:pt x="4099" y="32635"/>
                      <a:pt x="3009" y="28640"/>
                      <a:pt x="3009" y="24074"/>
                    </a:cubicBezTo>
                    <a:cubicBezTo>
                      <a:pt x="3009" y="20390"/>
                      <a:pt x="3736" y="17070"/>
                      <a:pt x="5240" y="14113"/>
                    </a:cubicBezTo>
                    <a:cubicBezTo>
                      <a:pt x="6745" y="11155"/>
                      <a:pt x="8769" y="8613"/>
                      <a:pt x="11415" y="6485"/>
                    </a:cubicBezTo>
                    <a:cubicBezTo>
                      <a:pt x="14061" y="4358"/>
                      <a:pt x="17174" y="2750"/>
                      <a:pt x="20806" y="1660"/>
                    </a:cubicBezTo>
                    <a:cubicBezTo>
                      <a:pt x="24438" y="571"/>
                      <a:pt x="28329" y="0"/>
                      <a:pt x="32636" y="0"/>
                    </a:cubicBezTo>
                    <a:cubicBezTo>
                      <a:pt x="35853" y="0"/>
                      <a:pt x="38810" y="311"/>
                      <a:pt x="41664" y="986"/>
                    </a:cubicBezTo>
                    <a:cubicBezTo>
                      <a:pt x="44466" y="1660"/>
                      <a:pt x="47060" y="2594"/>
                      <a:pt x="49343" y="3839"/>
                    </a:cubicBezTo>
                    <a:lnTo>
                      <a:pt x="70771" y="3839"/>
                    </a:lnTo>
                    <a:close/>
                    <a:moveTo>
                      <a:pt x="52819" y="79123"/>
                    </a:moveTo>
                    <a:cubicBezTo>
                      <a:pt x="52819" y="77670"/>
                      <a:pt x="52404" y="76477"/>
                      <a:pt x="51522" y="75543"/>
                    </a:cubicBezTo>
                    <a:cubicBezTo>
                      <a:pt x="50640" y="74609"/>
                      <a:pt x="49447" y="73882"/>
                      <a:pt x="47942" y="73416"/>
                    </a:cubicBezTo>
                    <a:cubicBezTo>
                      <a:pt x="46437" y="72949"/>
                      <a:pt x="44673" y="72534"/>
                      <a:pt x="42701" y="72274"/>
                    </a:cubicBezTo>
                    <a:cubicBezTo>
                      <a:pt x="40678" y="72015"/>
                      <a:pt x="38551" y="71859"/>
                      <a:pt x="36320" y="71703"/>
                    </a:cubicBezTo>
                    <a:cubicBezTo>
                      <a:pt x="34089" y="71600"/>
                      <a:pt x="31754" y="71496"/>
                      <a:pt x="29367" y="71392"/>
                    </a:cubicBezTo>
                    <a:cubicBezTo>
                      <a:pt x="26980" y="71288"/>
                      <a:pt x="24645" y="71081"/>
                      <a:pt x="22363" y="70822"/>
                    </a:cubicBezTo>
                    <a:cubicBezTo>
                      <a:pt x="20391" y="71911"/>
                      <a:pt x="18782" y="73260"/>
                      <a:pt x="17537" y="74765"/>
                    </a:cubicBezTo>
                    <a:cubicBezTo>
                      <a:pt x="16292" y="76269"/>
                      <a:pt x="15669" y="77982"/>
                      <a:pt x="15669" y="80005"/>
                    </a:cubicBezTo>
                    <a:cubicBezTo>
                      <a:pt x="15669" y="81302"/>
                      <a:pt x="15981" y="82547"/>
                      <a:pt x="16655" y="83689"/>
                    </a:cubicBezTo>
                    <a:cubicBezTo>
                      <a:pt x="17330" y="84830"/>
                      <a:pt x="18367" y="85816"/>
                      <a:pt x="19768" y="86646"/>
                    </a:cubicBezTo>
                    <a:cubicBezTo>
                      <a:pt x="21169" y="87476"/>
                      <a:pt x="23037" y="88099"/>
                      <a:pt x="25320" y="88566"/>
                    </a:cubicBezTo>
                    <a:cubicBezTo>
                      <a:pt x="27603" y="89033"/>
                      <a:pt x="30405" y="89240"/>
                      <a:pt x="33674" y="89240"/>
                    </a:cubicBezTo>
                    <a:cubicBezTo>
                      <a:pt x="36942" y="89240"/>
                      <a:pt x="39900" y="88981"/>
                      <a:pt x="42338" y="88462"/>
                    </a:cubicBezTo>
                    <a:cubicBezTo>
                      <a:pt x="44777" y="87943"/>
                      <a:pt x="46749" y="87269"/>
                      <a:pt x="48357" y="86335"/>
                    </a:cubicBezTo>
                    <a:cubicBezTo>
                      <a:pt x="49914" y="85453"/>
                      <a:pt x="51055" y="84363"/>
                      <a:pt x="51833" y="83118"/>
                    </a:cubicBezTo>
                    <a:cubicBezTo>
                      <a:pt x="52560" y="81873"/>
                      <a:pt x="52923" y="80524"/>
                      <a:pt x="52923" y="79071"/>
                    </a:cubicBezTo>
                    <a:close/>
                    <a:moveTo>
                      <a:pt x="32532" y="36734"/>
                    </a:moveTo>
                    <a:cubicBezTo>
                      <a:pt x="34763" y="36734"/>
                      <a:pt x="36683" y="36423"/>
                      <a:pt x="38343" y="35852"/>
                    </a:cubicBezTo>
                    <a:cubicBezTo>
                      <a:pt x="40004" y="35229"/>
                      <a:pt x="41352" y="34399"/>
                      <a:pt x="42442" y="33361"/>
                    </a:cubicBezTo>
                    <a:cubicBezTo>
                      <a:pt x="43532" y="32272"/>
                      <a:pt x="44362" y="31027"/>
                      <a:pt x="44933" y="29522"/>
                    </a:cubicBezTo>
                    <a:cubicBezTo>
                      <a:pt x="45503" y="28017"/>
                      <a:pt x="45763" y="26357"/>
                      <a:pt x="45763" y="24593"/>
                    </a:cubicBezTo>
                    <a:cubicBezTo>
                      <a:pt x="45763" y="20909"/>
                      <a:pt x="44673" y="18004"/>
                      <a:pt x="42442" y="15825"/>
                    </a:cubicBezTo>
                    <a:cubicBezTo>
                      <a:pt x="40263" y="13645"/>
                      <a:pt x="36942" y="12608"/>
                      <a:pt x="32532" y="12608"/>
                    </a:cubicBezTo>
                    <a:cubicBezTo>
                      <a:pt x="28122" y="12608"/>
                      <a:pt x="24801" y="13697"/>
                      <a:pt x="22622" y="15825"/>
                    </a:cubicBezTo>
                    <a:cubicBezTo>
                      <a:pt x="20443" y="18004"/>
                      <a:pt x="19301" y="20909"/>
                      <a:pt x="19301" y="24593"/>
                    </a:cubicBezTo>
                    <a:cubicBezTo>
                      <a:pt x="19301" y="26357"/>
                      <a:pt x="19561" y="27965"/>
                      <a:pt x="20131" y="29470"/>
                    </a:cubicBezTo>
                    <a:cubicBezTo>
                      <a:pt x="20702" y="30975"/>
                      <a:pt x="21532" y="32272"/>
                      <a:pt x="22622" y="33361"/>
                    </a:cubicBezTo>
                    <a:cubicBezTo>
                      <a:pt x="23711" y="34451"/>
                      <a:pt x="25112" y="35281"/>
                      <a:pt x="26773" y="35904"/>
                    </a:cubicBezTo>
                    <a:cubicBezTo>
                      <a:pt x="28433" y="36526"/>
                      <a:pt x="30353" y="36786"/>
                      <a:pt x="32532" y="36786"/>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95" name="Google Shape;1995;p89"/>
              <p:cNvSpPr/>
              <p:nvPr/>
            </p:nvSpPr>
            <p:spPr>
              <a:xfrm>
                <a:off x="2454199" y="4427042"/>
                <a:ext cx="22933" cy="107658"/>
              </a:xfrm>
              <a:custGeom>
                <a:avLst/>
                <a:gdLst/>
                <a:ahLst/>
                <a:cxnLst/>
                <a:rect l="l" t="t" r="r" b="b"/>
                <a:pathLst>
                  <a:path w="22933" h="107658" extrusionOk="0">
                    <a:moveTo>
                      <a:pt x="22933" y="11466"/>
                    </a:moveTo>
                    <a:cubicBezTo>
                      <a:pt x="22933" y="13023"/>
                      <a:pt x="22622" y="14475"/>
                      <a:pt x="21999" y="15824"/>
                    </a:cubicBezTo>
                    <a:cubicBezTo>
                      <a:pt x="21377" y="17174"/>
                      <a:pt x="20546" y="18367"/>
                      <a:pt x="19509" y="19404"/>
                    </a:cubicBezTo>
                    <a:cubicBezTo>
                      <a:pt x="18471" y="20442"/>
                      <a:pt x="17226" y="21220"/>
                      <a:pt x="15825" y="21843"/>
                    </a:cubicBezTo>
                    <a:cubicBezTo>
                      <a:pt x="14424" y="22465"/>
                      <a:pt x="12919" y="22725"/>
                      <a:pt x="11311" y="22725"/>
                    </a:cubicBezTo>
                    <a:cubicBezTo>
                      <a:pt x="9703" y="22725"/>
                      <a:pt x="8302" y="22414"/>
                      <a:pt x="6901" y="21843"/>
                    </a:cubicBezTo>
                    <a:cubicBezTo>
                      <a:pt x="5500" y="21220"/>
                      <a:pt x="4306" y="20442"/>
                      <a:pt x="3321" y="19404"/>
                    </a:cubicBezTo>
                    <a:cubicBezTo>
                      <a:pt x="2283" y="18367"/>
                      <a:pt x="1505" y="17225"/>
                      <a:pt x="882" y="15824"/>
                    </a:cubicBezTo>
                    <a:cubicBezTo>
                      <a:pt x="259" y="14475"/>
                      <a:pt x="0" y="13023"/>
                      <a:pt x="0" y="11466"/>
                    </a:cubicBezTo>
                    <a:cubicBezTo>
                      <a:pt x="0" y="9910"/>
                      <a:pt x="311" y="8353"/>
                      <a:pt x="882" y="6952"/>
                    </a:cubicBezTo>
                    <a:cubicBezTo>
                      <a:pt x="1505" y="5552"/>
                      <a:pt x="2283" y="4358"/>
                      <a:pt x="3321" y="3320"/>
                    </a:cubicBezTo>
                    <a:cubicBezTo>
                      <a:pt x="4358" y="2283"/>
                      <a:pt x="5552" y="1505"/>
                      <a:pt x="6901" y="882"/>
                    </a:cubicBezTo>
                    <a:cubicBezTo>
                      <a:pt x="8302" y="259"/>
                      <a:pt x="9754" y="0"/>
                      <a:pt x="11311" y="0"/>
                    </a:cubicBezTo>
                    <a:cubicBezTo>
                      <a:pt x="12868" y="0"/>
                      <a:pt x="14424" y="311"/>
                      <a:pt x="15825" y="882"/>
                    </a:cubicBezTo>
                    <a:cubicBezTo>
                      <a:pt x="17226" y="1505"/>
                      <a:pt x="18471" y="2283"/>
                      <a:pt x="19509" y="3320"/>
                    </a:cubicBezTo>
                    <a:cubicBezTo>
                      <a:pt x="20546" y="4358"/>
                      <a:pt x="21377" y="5552"/>
                      <a:pt x="21999" y="6952"/>
                    </a:cubicBezTo>
                    <a:cubicBezTo>
                      <a:pt x="22622" y="8353"/>
                      <a:pt x="22933" y="9858"/>
                      <a:pt x="22933" y="11466"/>
                    </a:cubicBezTo>
                    <a:close/>
                    <a:moveTo>
                      <a:pt x="20495" y="33154"/>
                    </a:moveTo>
                    <a:lnTo>
                      <a:pt x="20495" y="107659"/>
                    </a:lnTo>
                    <a:lnTo>
                      <a:pt x="2490" y="107659"/>
                    </a:lnTo>
                    <a:lnTo>
                      <a:pt x="2490" y="33154"/>
                    </a:lnTo>
                    <a:lnTo>
                      <a:pt x="20495" y="33154"/>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96" name="Google Shape;1996;p89"/>
              <p:cNvSpPr/>
              <p:nvPr/>
            </p:nvSpPr>
            <p:spPr>
              <a:xfrm>
                <a:off x="2493009" y="4459003"/>
                <a:ext cx="64908" cy="75750"/>
              </a:xfrm>
              <a:custGeom>
                <a:avLst/>
                <a:gdLst/>
                <a:ahLst/>
                <a:cxnLst/>
                <a:rect l="l" t="t" r="r" b="b"/>
                <a:pathLst>
                  <a:path w="64908" h="75750" extrusionOk="0">
                    <a:moveTo>
                      <a:pt x="16759" y="10377"/>
                    </a:moveTo>
                    <a:cubicBezTo>
                      <a:pt x="18264" y="8872"/>
                      <a:pt x="19820" y="7471"/>
                      <a:pt x="21532" y="6174"/>
                    </a:cubicBezTo>
                    <a:cubicBezTo>
                      <a:pt x="23193" y="4877"/>
                      <a:pt x="24957" y="3787"/>
                      <a:pt x="26825" y="2905"/>
                    </a:cubicBezTo>
                    <a:cubicBezTo>
                      <a:pt x="28692" y="2024"/>
                      <a:pt x="30664" y="1297"/>
                      <a:pt x="32843" y="778"/>
                    </a:cubicBezTo>
                    <a:cubicBezTo>
                      <a:pt x="34971" y="259"/>
                      <a:pt x="37305" y="0"/>
                      <a:pt x="39796" y="0"/>
                    </a:cubicBezTo>
                    <a:cubicBezTo>
                      <a:pt x="43843" y="0"/>
                      <a:pt x="47475" y="675"/>
                      <a:pt x="50640" y="2075"/>
                    </a:cubicBezTo>
                    <a:cubicBezTo>
                      <a:pt x="53805" y="3476"/>
                      <a:pt x="56399" y="5396"/>
                      <a:pt x="58526" y="7886"/>
                    </a:cubicBezTo>
                    <a:cubicBezTo>
                      <a:pt x="60654" y="10377"/>
                      <a:pt x="62210" y="13334"/>
                      <a:pt x="63300" y="16810"/>
                    </a:cubicBezTo>
                    <a:cubicBezTo>
                      <a:pt x="64390" y="20287"/>
                      <a:pt x="64908" y="24074"/>
                      <a:pt x="64908" y="28277"/>
                    </a:cubicBezTo>
                    <a:lnTo>
                      <a:pt x="64908" y="75699"/>
                    </a:lnTo>
                    <a:lnTo>
                      <a:pt x="46956" y="75699"/>
                    </a:lnTo>
                    <a:lnTo>
                      <a:pt x="46956" y="28277"/>
                    </a:lnTo>
                    <a:cubicBezTo>
                      <a:pt x="46956" y="23711"/>
                      <a:pt x="45918" y="20183"/>
                      <a:pt x="43843" y="17693"/>
                    </a:cubicBezTo>
                    <a:cubicBezTo>
                      <a:pt x="41768" y="15202"/>
                      <a:pt x="38603" y="13957"/>
                      <a:pt x="34348" y="13957"/>
                    </a:cubicBezTo>
                    <a:cubicBezTo>
                      <a:pt x="31235" y="13957"/>
                      <a:pt x="28329" y="14683"/>
                      <a:pt x="25631" y="16084"/>
                    </a:cubicBezTo>
                    <a:cubicBezTo>
                      <a:pt x="22933" y="17485"/>
                      <a:pt x="20339" y="19404"/>
                      <a:pt x="17952" y="21843"/>
                    </a:cubicBezTo>
                    <a:lnTo>
                      <a:pt x="17952" y="75751"/>
                    </a:lnTo>
                    <a:lnTo>
                      <a:pt x="0" y="75751"/>
                    </a:lnTo>
                    <a:lnTo>
                      <a:pt x="0" y="1245"/>
                    </a:lnTo>
                    <a:lnTo>
                      <a:pt x="10948" y="1245"/>
                    </a:lnTo>
                    <a:cubicBezTo>
                      <a:pt x="13283" y="1245"/>
                      <a:pt x="14787" y="2335"/>
                      <a:pt x="15514" y="4514"/>
                    </a:cubicBezTo>
                    <a:lnTo>
                      <a:pt x="16759" y="10377"/>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97" name="Google Shape;1997;p89"/>
              <p:cNvSpPr/>
              <p:nvPr/>
            </p:nvSpPr>
            <p:spPr>
              <a:xfrm>
                <a:off x="2570785" y="4459003"/>
                <a:ext cx="68177" cy="76787"/>
              </a:xfrm>
              <a:custGeom>
                <a:avLst/>
                <a:gdLst/>
                <a:ahLst/>
                <a:cxnLst/>
                <a:rect l="l" t="t" r="r" b="b"/>
                <a:pathLst>
                  <a:path w="68177" h="76787" extrusionOk="0">
                    <a:moveTo>
                      <a:pt x="17952" y="40729"/>
                    </a:moveTo>
                    <a:cubicBezTo>
                      <a:pt x="18264" y="44568"/>
                      <a:pt x="18938" y="47837"/>
                      <a:pt x="19976" y="50639"/>
                    </a:cubicBezTo>
                    <a:cubicBezTo>
                      <a:pt x="21014" y="53440"/>
                      <a:pt x="22466" y="55723"/>
                      <a:pt x="24178" y="57539"/>
                    </a:cubicBezTo>
                    <a:cubicBezTo>
                      <a:pt x="25943" y="59355"/>
                      <a:pt x="27966" y="60704"/>
                      <a:pt x="30405" y="61586"/>
                    </a:cubicBezTo>
                    <a:cubicBezTo>
                      <a:pt x="32791" y="62468"/>
                      <a:pt x="35438" y="62935"/>
                      <a:pt x="38343" y="62935"/>
                    </a:cubicBezTo>
                    <a:cubicBezTo>
                      <a:pt x="41249" y="62935"/>
                      <a:pt x="43739" y="62572"/>
                      <a:pt x="45866" y="61897"/>
                    </a:cubicBezTo>
                    <a:cubicBezTo>
                      <a:pt x="47994" y="61223"/>
                      <a:pt x="49810" y="60445"/>
                      <a:pt x="51366" y="59666"/>
                    </a:cubicBezTo>
                    <a:cubicBezTo>
                      <a:pt x="52923" y="58836"/>
                      <a:pt x="54324" y="58110"/>
                      <a:pt x="55517" y="57435"/>
                    </a:cubicBezTo>
                    <a:cubicBezTo>
                      <a:pt x="56710" y="56761"/>
                      <a:pt x="57852" y="56398"/>
                      <a:pt x="58993" y="56398"/>
                    </a:cubicBezTo>
                    <a:cubicBezTo>
                      <a:pt x="60498" y="56398"/>
                      <a:pt x="61588" y="56968"/>
                      <a:pt x="62314" y="58058"/>
                    </a:cubicBezTo>
                    <a:lnTo>
                      <a:pt x="67451" y="64595"/>
                    </a:lnTo>
                    <a:cubicBezTo>
                      <a:pt x="65479" y="66930"/>
                      <a:pt x="63248" y="68850"/>
                      <a:pt x="60758" y="70458"/>
                    </a:cubicBezTo>
                    <a:cubicBezTo>
                      <a:pt x="58267" y="72015"/>
                      <a:pt x="55725" y="73312"/>
                      <a:pt x="53027" y="74246"/>
                    </a:cubicBezTo>
                    <a:cubicBezTo>
                      <a:pt x="50329" y="75180"/>
                      <a:pt x="47631" y="75854"/>
                      <a:pt x="44829" y="76217"/>
                    </a:cubicBezTo>
                    <a:cubicBezTo>
                      <a:pt x="42027" y="76632"/>
                      <a:pt x="39329" y="76788"/>
                      <a:pt x="36735" y="76788"/>
                    </a:cubicBezTo>
                    <a:cubicBezTo>
                      <a:pt x="31546" y="76788"/>
                      <a:pt x="26721" y="75906"/>
                      <a:pt x="22259" y="74194"/>
                    </a:cubicBezTo>
                    <a:cubicBezTo>
                      <a:pt x="17797" y="72482"/>
                      <a:pt x="13905" y="69939"/>
                      <a:pt x="10636" y="66567"/>
                    </a:cubicBezTo>
                    <a:cubicBezTo>
                      <a:pt x="7368" y="63194"/>
                      <a:pt x="4773" y="59044"/>
                      <a:pt x="2854" y="54063"/>
                    </a:cubicBezTo>
                    <a:cubicBezTo>
                      <a:pt x="986" y="49082"/>
                      <a:pt x="0" y="43323"/>
                      <a:pt x="0" y="36786"/>
                    </a:cubicBezTo>
                    <a:cubicBezTo>
                      <a:pt x="0" y="31701"/>
                      <a:pt x="830" y="26928"/>
                      <a:pt x="2490" y="22466"/>
                    </a:cubicBezTo>
                    <a:cubicBezTo>
                      <a:pt x="4151" y="18004"/>
                      <a:pt x="6486" y="14113"/>
                      <a:pt x="9547" y="10792"/>
                    </a:cubicBezTo>
                    <a:cubicBezTo>
                      <a:pt x="12608" y="7471"/>
                      <a:pt x="16396" y="4825"/>
                      <a:pt x="20806" y="2905"/>
                    </a:cubicBezTo>
                    <a:cubicBezTo>
                      <a:pt x="25216" y="986"/>
                      <a:pt x="30249" y="0"/>
                      <a:pt x="35801" y="0"/>
                    </a:cubicBezTo>
                    <a:cubicBezTo>
                      <a:pt x="40522" y="0"/>
                      <a:pt x="44829" y="726"/>
                      <a:pt x="48824" y="2231"/>
                    </a:cubicBezTo>
                    <a:cubicBezTo>
                      <a:pt x="52819" y="3736"/>
                      <a:pt x="56192" y="5915"/>
                      <a:pt x="59045" y="8820"/>
                    </a:cubicBezTo>
                    <a:cubicBezTo>
                      <a:pt x="61899" y="11674"/>
                      <a:pt x="64130" y="15254"/>
                      <a:pt x="65739" y="19404"/>
                    </a:cubicBezTo>
                    <a:cubicBezTo>
                      <a:pt x="67347" y="23607"/>
                      <a:pt x="68177" y="28381"/>
                      <a:pt x="68177" y="33724"/>
                    </a:cubicBezTo>
                    <a:cubicBezTo>
                      <a:pt x="68177" y="36423"/>
                      <a:pt x="67866" y="38290"/>
                      <a:pt x="67295" y="39224"/>
                    </a:cubicBezTo>
                    <a:cubicBezTo>
                      <a:pt x="66724" y="40158"/>
                      <a:pt x="65583" y="40625"/>
                      <a:pt x="63974" y="40625"/>
                    </a:cubicBezTo>
                    <a:lnTo>
                      <a:pt x="17849" y="40625"/>
                    </a:lnTo>
                    <a:close/>
                    <a:moveTo>
                      <a:pt x="52145" y="29885"/>
                    </a:moveTo>
                    <a:cubicBezTo>
                      <a:pt x="52145" y="27550"/>
                      <a:pt x="51833" y="25371"/>
                      <a:pt x="51159" y="23296"/>
                    </a:cubicBezTo>
                    <a:cubicBezTo>
                      <a:pt x="50484" y="21221"/>
                      <a:pt x="49498" y="19456"/>
                      <a:pt x="48201" y="17900"/>
                    </a:cubicBezTo>
                    <a:cubicBezTo>
                      <a:pt x="46904" y="16344"/>
                      <a:pt x="45244" y="15150"/>
                      <a:pt x="43220" y="14216"/>
                    </a:cubicBezTo>
                    <a:cubicBezTo>
                      <a:pt x="41197" y="13334"/>
                      <a:pt x="38862" y="12867"/>
                      <a:pt x="36216" y="12867"/>
                    </a:cubicBezTo>
                    <a:cubicBezTo>
                      <a:pt x="31027" y="12867"/>
                      <a:pt x="26928" y="14372"/>
                      <a:pt x="23971" y="17277"/>
                    </a:cubicBezTo>
                    <a:cubicBezTo>
                      <a:pt x="21014" y="20183"/>
                      <a:pt x="19094" y="24437"/>
                      <a:pt x="18264" y="29833"/>
                    </a:cubicBezTo>
                    <a:lnTo>
                      <a:pt x="52093" y="29833"/>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98" name="Google Shape;1998;p89"/>
              <p:cNvSpPr/>
              <p:nvPr/>
            </p:nvSpPr>
            <p:spPr>
              <a:xfrm>
                <a:off x="2648353" y="4459003"/>
                <a:ext cx="68177" cy="76787"/>
              </a:xfrm>
              <a:custGeom>
                <a:avLst/>
                <a:gdLst/>
                <a:ahLst/>
                <a:cxnLst/>
                <a:rect l="l" t="t" r="r" b="b"/>
                <a:pathLst>
                  <a:path w="68177" h="76787" extrusionOk="0">
                    <a:moveTo>
                      <a:pt x="17952" y="40729"/>
                    </a:moveTo>
                    <a:cubicBezTo>
                      <a:pt x="18264" y="44568"/>
                      <a:pt x="18938" y="47837"/>
                      <a:pt x="19976" y="50639"/>
                    </a:cubicBezTo>
                    <a:cubicBezTo>
                      <a:pt x="21014" y="53440"/>
                      <a:pt x="22466" y="55723"/>
                      <a:pt x="24179" y="57539"/>
                    </a:cubicBezTo>
                    <a:cubicBezTo>
                      <a:pt x="25943" y="59355"/>
                      <a:pt x="27966" y="60704"/>
                      <a:pt x="30405" y="61586"/>
                    </a:cubicBezTo>
                    <a:cubicBezTo>
                      <a:pt x="32791" y="62468"/>
                      <a:pt x="35438" y="62935"/>
                      <a:pt x="38343" y="62935"/>
                    </a:cubicBezTo>
                    <a:cubicBezTo>
                      <a:pt x="41249" y="62935"/>
                      <a:pt x="43739" y="62572"/>
                      <a:pt x="45866" y="61897"/>
                    </a:cubicBezTo>
                    <a:cubicBezTo>
                      <a:pt x="47994" y="61223"/>
                      <a:pt x="49810" y="60445"/>
                      <a:pt x="51366" y="59666"/>
                    </a:cubicBezTo>
                    <a:cubicBezTo>
                      <a:pt x="52923" y="58836"/>
                      <a:pt x="54324" y="58110"/>
                      <a:pt x="55517" y="57435"/>
                    </a:cubicBezTo>
                    <a:cubicBezTo>
                      <a:pt x="56710" y="56761"/>
                      <a:pt x="57852" y="56398"/>
                      <a:pt x="58993" y="56398"/>
                    </a:cubicBezTo>
                    <a:cubicBezTo>
                      <a:pt x="60498" y="56398"/>
                      <a:pt x="61588" y="56968"/>
                      <a:pt x="62314" y="58058"/>
                    </a:cubicBezTo>
                    <a:lnTo>
                      <a:pt x="67451" y="64595"/>
                    </a:lnTo>
                    <a:cubicBezTo>
                      <a:pt x="65479" y="66930"/>
                      <a:pt x="63248" y="68850"/>
                      <a:pt x="60758" y="70458"/>
                    </a:cubicBezTo>
                    <a:cubicBezTo>
                      <a:pt x="58267" y="72015"/>
                      <a:pt x="55725" y="73312"/>
                      <a:pt x="53027" y="74246"/>
                    </a:cubicBezTo>
                    <a:cubicBezTo>
                      <a:pt x="50329" y="75180"/>
                      <a:pt x="47631" y="75854"/>
                      <a:pt x="44829" y="76217"/>
                    </a:cubicBezTo>
                    <a:cubicBezTo>
                      <a:pt x="42027" y="76632"/>
                      <a:pt x="39329" y="76788"/>
                      <a:pt x="36735" y="76788"/>
                    </a:cubicBezTo>
                    <a:cubicBezTo>
                      <a:pt x="31546" y="76788"/>
                      <a:pt x="26721" y="75906"/>
                      <a:pt x="22259" y="74194"/>
                    </a:cubicBezTo>
                    <a:cubicBezTo>
                      <a:pt x="17797" y="72482"/>
                      <a:pt x="13905" y="69939"/>
                      <a:pt x="10636" y="66567"/>
                    </a:cubicBezTo>
                    <a:cubicBezTo>
                      <a:pt x="7368" y="63194"/>
                      <a:pt x="4773" y="59044"/>
                      <a:pt x="2854" y="54063"/>
                    </a:cubicBezTo>
                    <a:cubicBezTo>
                      <a:pt x="986" y="49082"/>
                      <a:pt x="0" y="43323"/>
                      <a:pt x="0" y="36786"/>
                    </a:cubicBezTo>
                    <a:cubicBezTo>
                      <a:pt x="0" y="31701"/>
                      <a:pt x="830" y="26928"/>
                      <a:pt x="2490" y="22466"/>
                    </a:cubicBezTo>
                    <a:cubicBezTo>
                      <a:pt x="4151" y="18004"/>
                      <a:pt x="6486" y="14113"/>
                      <a:pt x="9547" y="10792"/>
                    </a:cubicBezTo>
                    <a:cubicBezTo>
                      <a:pt x="12608" y="7471"/>
                      <a:pt x="16396" y="4825"/>
                      <a:pt x="20806" y="2905"/>
                    </a:cubicBezTo>
                    <a:cubicBezTo>
                      <a:pt x="25216" y="986"/>
                      <a:pt x="30249" y="0"/>
                      <a:pt x="35801" y="0"/>
                    </a:cubicBezTo>
                    <a:cubicBezTo>
                      <a:pt x="40522" y="0"/>
                      <a:pt x="44829" y="726"/>
                      <a:pt x="48824" y="2231"/>
                    </a:cubicBezTo>
                    <a:cubicBezTo>
                      <a:pt x="52819" y="3736"/>
                      <a:pt x="56192" y="5915"/>
                      <a:pt x="59045" y="8820"/>
                    </a:cubicBezTo>
                    <a:cubicBezTo>
                      <a:pt x="61899" y="11674"/>
                      <a:pt x="64130" y="15254"/>
                      <a:pt x="65739" y="19404"/>
                    </a:cubicBezTo>
                    <a:cubicBezTo>
                      <a:pt x="67347" y="23607"/>
                      <a:pt x="68177" y="28381"/>
                      <a:pt x="68177" y="33724"/>
                    </a:cubicBezTo>
                    <a:cubicBezTo>
                      <a:pt x="68177" y="36423"/>
                      <a:pt x="67866" y="38290"/>
                      <a:pt x="67295" y="39224"/>
                    </a:cubicBezTo>
                    <a:cubicBezTo>
                      <a:pt x="66724" y="40158"/>
                      <a:pt x="65583" y="40625"/>
                      <a:pt x="63974" y="40625"/>
                    </a:cubicBezTo>
                    <a:lnTo>
                      <a:pt x="17849" y="40625"/>
                    </a:lnTo>
                    <a:close/>
                    <a:moveTo>
                      <a:pt x="52145" y="29885"/>
                    </a:moveTo>
                    <a:cubicBezTo>
                      <a:pt x="52145" y="27550"/>
                      <a:pt x="51833" y="25371"/>
                      <a:pt x="51159" y="23296"/>
                    </a:cubicBezTo>
                    <a:cubicBezTo>
                      <a:pt x="50484" y="21221"/>
                      <a:pt x="49498" y="19456"/>
                      <a:pt x="48201" y="17900"/>
                    </a:cubicBezTo>
                    <a:cubicBezTo>
                      <a:pt x="46904" y="16344"/>
                      <a:pt x="45244" y="15150"/>
                      <a:pt x="43220" y="14216"/>
                    </a:cubicBezTo>
                    <a:cubicBezTo>
                      <a:pt x="41197" y="13334"/>
                      <a:pt x="38862" y="12867"/>
                      <a:pt x="36216" y="12867"/>
                    </a:cubicBezTo>
                    <a:cubicBezTo>
                      <a:pt x="31027" y="12867"/>
                      <a:pt x="26928" y="14372"/>
                      <a:pt x="23971" y="17277"/>
                    </a:cubicBezTo>
                    <a:cubicBezTo>
                      <a:pt x="21014" y="20183"/>
                      <a:pt x="19094" y="24437"/>
                      <a:pt x="18264" y="29833"/>
                    </a:cubicBezTo>
                    <a:lnTo>
                      <a:pt x="52093" y="29833"/>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1999" name="Google Shape;1999;p89"/>
              <p:cNvSpPr/>
              <p:nvPr/>
            </p:nvSpPr>
            <p:spPr>
              <a:xfrm>
                <a:off x="2730072" y="4458847"/>
                <a:ext cx="44828" cy="75906"/>
              </a:xfrm>
              <a:custGeom>
                <a:avLst/>
                <a:gdLst/>
                <a:ahLst/>
                <a:cxnLst/>
                <a:rect l="l" t="t" r="r" b="b"/>
                <a:pathLst>
                  <a:path w="44828" h="75906" extrusionOk="0">
                    <a:moveTo>
                      <a:pt x="16915" y="14320"/>
                    </a:moveTo>
                    <a:cubicBezTo>
                      <a:pt x="19249" y="9858"/>
                      <a:pt x="21999" y="6382"/>
                      <a:pt x="25216" y="3839"/>
                    </a:cubicBezTo>
                    <a:cubicBezTo>
                      <a:pt x="28433" y="1297"/>
                      <a:pt x="32169" y="0"/>
                      <a:pt x="36527" y="0"/>
                    </a:cubicBezTo>
                    <a:cubicBezTo>
                      <a:pt x="39952" y="0"/>
                      <a:pt x="42701" y="726"/>
                      <a:pt x="44829" y="2231"/>
                    </a:cubicBezTo>
                    <a:lnTo>
                      <a:pt x="43687" y="15669"/>
                    </a:lnTo>
                    <a:cubicBezTo>
                      <a:pt x="43428" y="16551"/>
                      <a:pt x="43117" y="17174"/>
                      <a:pt x="42650" y="17537"/>
                    </a:cubicBezTo>
                    <a:cubicBezTo>
                      <a:pt x="42183" y="17900"/>
                      <a:pt x="41560" y="18107"/>
                      <a:pt x="40782" y="18107"/>
                    </a:cubicBezTo>
                    <a:cubicBezTo>
                      <a:pt x="40055" y="18107"/>
                      <a:pt x="38966" y="18004"/>
                      <a:pt x="37565" y="17744"/>
                    </a:cubicBezTo>
                    <a:cubicBezTo>
                      <a:pt x="36112" y="17485"/>
                      <a:pt x="34763" y="17381"/>
                      <a:pt x="33362" y="17381"/>
                    </a:cubicBezTo>
                    <a:cubicBezTo>
                      <a:pt x="31391" y="17381"/>
                      <a:pt x="29626" y="17692"/>
                      <a:pt x="28070" y="18263"/>
                    </a:cubicBezTo>
                    <a:cubicBezTo>
                      <a:pt x="26513" y="18834"/>
                      <a:pt x="25112" y="19664"/>
                      <a:pt x="23867" y="20754"/>
                    </a:cubicBezTo>
                    <a:cubicBezTo>
                      <a:pt x="22622" y="21843"/>
                      <a:pt x="21532" y="23140"/>
                      <a:pt x="20598" y="24696"/>
                    </a:cubicBezTo>
                    <a:cubicBezTo>
                      <a:pt x="19664" y="26253"/>
                      <a:pt x="18782" y="28017"/>
                      <a:pt x="17952" y="29989"/>
                    </a:cubicBezTo>
                    <a:lnTo>
                      <a:pt x="17952" y="75906"/>
                    </a:lnTo>
                    <a:lnTo>
                      <a:pt x="0" y="75906"/>
                    </a:lnTo>
                    <a:lnTo>
                      <a:pt x="0" y="1401"/>
                    </a:lnTo>
                    <a:lnTo>
                      <a:pt x="10533" y="1401"/>
                    </a:lnTo>
                    <a:cubicBezTo>
                      <a:pt x="12349" y="1401"/>
                      <a:pt x="13646" y="1712"/>
                      <a:pt x="14372" y="2386"/>
                    </a:cubicBezTo>
                    <a:cubicBezTo>
                      <a:pt x="15099" y="3061"/>
                      <a:pt x="15566" y="4203"/>
                      <a:pt x="15825" y="5915"/>
                    </a:cubicBezTo>
                    <a:lnTo>
                      <a:pt x="16915" y="14320"/>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00" name="Google Shape;2000;p89"/>
              <p:cNvSpPr/>
              <p:nvPr/>
            </p:nvSpPr>
            <p:spPr>
              <a:xfrm>
                <a:off x="2782425" y="4427042"/>
                <a:ext cx="22933" cy="107658"/>
              </a:xfrm>
              <a:custGeom>
                <a:avLst/>
                <a:gdLst/>
                <a:ahLst/>
                <a:cxnLst/>
                <a:rect l="l" t="t" r="r" b="b"/>
                <a:pathLst>
                  <a:path w="22933" h="107658" extrusionOk="0">
                    <a:moveTo>
                      <a:pt x="22933" y="11466"/>
                    </a:moveTo>
                    <a:cubicBezTo>
                      <a:pt x="22933" y="13023"/>
                      <a:pt x="22622" y="14475"/>
                      <a:pt x="21999" y="15824"/>
                    </a:cubicBezTo>
                    <a:cubicBezTo>
                      <a:pt x="21377" y="17174"/>
                      <a:pt x="20547" y="18367"/>
                      <a:pt x="19509" y="19404"/>
                    </a:cubicBezTo>
                    <a:cubicBezTo>
                      <a:pt x="18471" y="20442"/>
                      <a:pt x="17226" y="21220"/>
                      <a:pt x="15825" y="21843"/>
                    </a:cubicBezTo>
                    <a:cubicBezTo>
                      <a:pt x="14424" y="22465"/>
                      <a:pt x="12919" y="22725"/>
                      <a:pt x="11311" y="22725"/>
                    </a:cubicBezTo>
                    <a:cubicBezTo>
                      <a:pt x="9703" y="22725"/>
                      <a:pt x="8302" y="22414"/>
                      <a:pt x="6901" y="21843"/>
                    </a:cubicBezTo>
                    <a:cubicBezTo>
                      <a:pt x="5500" y="21220"/>
                      <a:pt x="4306" y="20442"/>
                      <a:pt x="3321" y="19404"/>
                    </a:cubicBezTo>
                    <a:cubicBezTo>
                      <a:pt x="2283" y="18367"/>
                      <a:pt x="1505" y="17225"/>
                      <a:pt x="882" y="15824"/>
                    </a:cubicBezTo>
                    <a:cubicBezTo>
                      <a:pt x="259" y="14475"/>
                      <a:pt x="0" y="13023"/>
                      <a:pt x="0" y="11466"/>
                    </a:cubicBezTo>
                    <a:cubicBezTo>
                      <a:pt x="0" y="9910"/>
                      <a:pt x="311" y="8353"/>
                      <a:pt x="882" y="6952"/>
                    </a:cubicBezTo>
                    <a:cubicBezTo>
                      <a:pt x="1505" y="5552"/>
                      <a:pt x="2283" y="4358"/>
                      <a:pt x="3321" y="3320"/>
                    </a:cubicBezTo>
                    <a:cubicBezTo>
                      <a:pt x="4358" y="2283"/>
                      <a:pt x="5552" y="1505"/>
                      <a:pt x="6901" y="882"/>
                    </a:cubicBezTo>
                    <a:cubicBezTo>
                      <a:pt x="8302" y="259"/>
                      <a:pt x="9754" y="0"/>
                      <a:pt x="11311" y="0"/>
                    </a:cubicBezTo>
                    <a:cubicBezTo>
                      <a:pt x="12868" y="0"/>
                      <a:pt x="14424" y="311"/>
                      <a:pt x="15825" y="882"/>
                    </a:cubicBezTo>
                    <a:cubicBezTo>
                      <a:pt x="17226" y="1505"/>
                      <a:pt x="18471" y="2283"/>
                      <a:pt x="19509" y="3320"/>
                    </a:cubicBezTo>
                    <a:cubicBezTo>
                      <a:pt x="20547" y="4358"/>
                      <a:pt x="21377" y="5552"/>
                      <a:pt x="21999" y="6952"/>
                    </a:cubicBezTo>
                    <a:cubicBezTo>
                      <a:pt x="22622" y="8353"/>
                      <a:pt x="22933" y="9858"/>
                      <a:pt x="22933" y="11466"/>
                    </a:cubicBezTo>
                    <a:close/>
                    <a:moveTo>
                      <a:pt x="20443" y="33154"/>
                    </a:moveTo>
                    <a:lnTo>
                      <a:pt x="20443" y="107659"/>
                    </a:lnTo>
                    <a:lnTo>
                      <a:pt x="2439" y="107659"/>
                    </a:lnTo>
                    <a:lnTo>
                      <a:pt x="2439" y="33154"/>
                    </a:lnTo>
                    <a:lnTo>
                      <a:pt x="20443" y="33154"/>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01" name="Google Shape;2001;p89"/>
              <p:cNvSpPr/>
              <p:nvPr/>
            </p:nvSpPr>
            <p:spPr>
              <a:xfrm>
                <a:off x="2821183" y="4459003"/>
                <a:ext cx="64908" cy="75750"/>
              </a:xfrm>
              <a:custGeom>
                <a:avLst/>
                <a:gdLst/>
                <a:ahLst/>
                <a:cxnLst/>
                <a:rect l="l" t="t" r="r" b="b"/>
                <a:pathLst>
                  <a:path w="64908" h="75750" extrusionOk="0">
                    <a:moveTo>
                      <a:pt x="16759" y="10377"/>
                    </a:moveTo>
                    <a:cubicBezTo>
                      <a:pt x="18264" y="8872"/>
                      <a:pt x="19820" y="7471"/>
                      <a:pt x="21532" y="6174"/>
                    </a:cubicBezTo>
                    <a:cubicBezTo>
                      <a:pt x="23193" y="4877"/>
                      <a:pt x="24957" y="3787"/>
                      <a:pt x="26825" y="2905"/>
                    </a:cubicBezTo>
                    <a:cubicBezTo>
                      <a:pt x="28692" y="2024"/>
                      <a:pt x="30664" y="1297"/>
                      <a:pt x="32843" y="778"/>
                    </a:cubicBezTo>
                    <a:cubicBezTo>
                      <a:pt x="34971" y="259"/>
                      <a:pt x="37305" y="0"/>
                      <a:pt x="39796" y="0"/>
                    </a:cubicBezTo>
                    <a:cubicBezTo>
                      <a:pt x="43843" y="0"/>
                      <a:pt x="47475" y="675"/>
                      <a:pt x="50640" y="2075"/>
                    </a:cubicBezTo>
                    <a:cubicBezTo>
                      <a:pt x="53805" y="3476"/>
                      <a:pt x="56399" y="5396"/>
                      <a:pt x="58526" y="7886"/>
                    </a:cubicBezTo>
                    <a:cubicBezTo>
                      <a:pt x="60654" y="10377"/>
                      <a:pt x="62210" y="13334"/>
                      <a:pt x="63300" y="16810"/>
                    </a:cubicBezTo>
                    <a:cubicBezTo>
                      <a:pt x="64390" y="20287"/>
                      <a:pt x="64908" y="24074"/>
                      <a:pt x="64908" y="28277"/>
                    </a:cubicBezTo>
                    <a:lnTo>
                      <a:pt x="64908" y="75699"/>
                    </a:lnTo>
                    <a:lnTo>
                      <a:pt x="46956" y="75699"/>
                    </a:lnTo>
                    <a:lnTo>
                      <a:pt x="46956" y="28277"/>
                    </a:lnTo>
                    <a:cubicBezTo>
                      <a:pt x="46956" y="23711"/>
                      <a:pt x="45918" y="20183"/>
                      <a:pt x="43843" y="17693"/>
                    </a:cubicBezTo>
                    <a:cubicBezTo>
                      <a:pt x="41768" y="15202"/>
                      <a:pt x="38603" y="13957"/>
                      <a:pt x="34348" y="13957"/>
                    </a:cubicBezTo>
                    <a:cubicBezTo>
                      <a:pt x="31235" y="13957"/>
                      <a:pt x="28329" y="14683"/>
                      <a:pt x="25631" y="16084"/>
                    </a:cubicBezTo>
                    <a:cubicBezTo>
                      <a:pt x="22933" y="17485"/>
                      <a:pt x="20339" y="19404"/>
                      <a:pt x="17952" y="21843"/>
                    </a:cubicBezTo>
                    <a:lnTo>
                      <a:pt x="17952" y="75751"/>
                    </a:lnTo>
                    <a:lnTo>
                      <a:pt x="0" y="75751"/>
                    </a:lnTo>
                    <a:lnTo>
                      <a:pt x="0" y="1245"/>
                    </a:lnTo>
                    <a:lnTo>
                      <a:pt x="10948" y="1245"/>
                    </a:lnTo>
                    <a:cubicBezTo>
                      <a:pt x="13283" y="1245"/>
                      <a:pt x="14787" y="2335"/>
                      <a:pt x="15514" y="4514"/>
                    </a:cubicBezTo>
                    <a:lnTo>
                      <a:pt x="16759" y="10377"/>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02" name="Google Shape;2002;p89"/>
              <p:cNvSpPr/>
              <p:nvPr/>
            </p:nvSpPr>
            <p:spPr>
              <a:xfrm>
                <a:off x="2897817" y="4458951"/>
                <a:ext cx="70771" cy="102055"/>
              </a:xfrm>
              <a:custGeom>
                <a:avLst/>
                <a:gdLst/>
                <a:ahLst/>
                <a:cxnLst/>
                <a:rect l="l" t="t" r="r" b="b"/>
                <a:pathLst>
                  <a:path w="70771" h="102055" extrusionOk="0">
                    <a:moveTo>
                      <a:pt x="70668" y="3788"/>
                    </a:moveTo>
                    <a:lnTo>
                      <a:pt x="70668" y="10481"/>
                    </a:lnTo>
                    <a:cubicBezTo>
                      <a:pt x="70668" y="12608"/>
                      <a:pt x="69371" y="13905"/>
                      <a:pt x="66828" y="14424"/>
                    </a:cubicBezTo>
                    <a:lnTo>
                      <a:pt x="60135" y="15669"/>
                    </a:lnTo>
                    <a:cubicBezTo>
                      <a:pt x="61173" y="18211"/>
                      <a:pt x="61640" y="21065"/>
                      <a:pt x="61640" y="24074"/>
                    </a:cubicBezTo>
                    <a:cubicBezTo>
                      <a:pt x="61640" y="27758"/>
                      <a:pt x="60913" y="31078"/>
                      <a:pt x="59409" y="34036"/>
                    </a:cubicBezTo>
                    <a:cubicBezTo>
                      <a:pt x="57956" y="36993"/>
                      <a:pt x="55880" y="39535"/>
                      <a:pt x="53286" y="41611"/>
                    </a:cubicBezTo>
                    <a:cubicBezTo>
                      <a:pt x="50692" y="43686"/>
                      <a:pt x="47579" y="45295"/>
                      <a:pt x="43999" y="46436"/>
                    </a:cubicBezTo>
                    <a:cubicBezTo>
                      <a:pt x="40419" y="47578"/>
                      <a:pt x="36579" y="48148"/>
                      <a:pt x="32480" y="48148"/>
                    </a:cubicBezTo>
                    <a:cubicBezTo>
                      <a:pt x="31027" y="48148"/>
                      <a:pt x="29626" y="48096"/>
                      <a:pt x="28277" y="47941"/>
                    </a:cubicBezTo>
                    <a:cubicBezTo>
                      <a:pt x="26928" y="47785"/>
                      <a:pt x="25579" y="47629"/>
                      <a:pt x="24282" y="47370"/>
                    </a:cubicBezTo>
                    <a:cubicBezTo>
                      <a:pt x="21947" y="48771"/>
                      <a:pt x="20806" y="50327"/>
                      <a:pt x="20806" y="52092"/>
                    </a:cubicBezTo>
                    <a:cubicBezTo>
                      <a:pt x="20806" y="53596"/>
                      <a:pt x="21480" y="54686"/>
                      <a:pt x="22881" y="55412"/>
                    </a:cubicBezTo>
                    <a:cubicBezTo>
                      <a:pt x="24282" y="56086"/>
                      <a:pt x="26098" y="56605"/>
                      <a:pt x="28381" y="56917"/>
                    </a:cubicBezTo>
                    <a:cubicBezTo>
                      <a:pt x="30664" y="57228"/>
                      <a:pt x="33258" y="57383"/>
                      <a:pt x="36164" y="57435"/>
                    </a:cubicBezTo>
                    <a:cubicBezTo>
                      <a:pt x="39070" y="57487"/>
                      <a:pt x="42027" y="57643"/>
                      <a:pt x="45088" y="57903"/>
                    </a:cubicBezTo>
                    <a:cubicBezTo>
                      <a:pt x="48149" y="58162"/>
                      <a:pt x="51107" y="58577"/>
                      <a:pt x="54012" y="59200"/>
                    </a:cubicBezTo>
                    <a:cubicBezTo>
                      <a:pt x="56918" y="59822"/>
                      <a:pt x="59512" y="60756"/>
                      <a:pt x="61795" y="62053"/>
                    </a:cubicBezTo>
                    <a:cubicBezTo>
                      <a:pt x="64078" y="63350"/>
                      <a:pt x="65894" y="65166"/>
                      <a:pt x="67295" y="67397"/>
                    </a:cubicBezTo>
                    <a:cubicBezTo>
                      <a:pt x="68696" y="69628"/>
                      <a:pt x="69371" y="72534"/>
                      <a:pt x="69371" y="76062"/>
                    </a:cubicBezTo>
                    <a:cubicBezTo>
                      <a:pt x="69371" y="79331"/>
                      <a:pt x="68540" y="82547"/>
                      <a:pt x="66932" y="85660"/>
                    </a:cubicBezTo>
                    <a:cubicBezTo>
                      <a:pt x="65324" y="88773"/>
                      <a:pt x="62937" y="91523"/>
                      <a:pt x="59875" y="93962"/>
                    </a:cubicBezTo>
                    <a:cubicBezTo>
                      <a:pt x="56814" y="96400"/>
                      <a:pt x="53027" y="98320"/>
                      <a:pt x="48565" y="99824"/>
                    </a:cubicBezTo>
                    <a:cubicBezTo>
                      <a:pt x="44102" y="101277"/>
                      <a:pt x="38966" y="102056"/>
                      <a:pt x="33258" y="102056"/>
                    </a:cubicBezTo>
                    <a:cubicBezTo>
                      <a:pt x="27551" y="102056"/>
                      <a:pt x="22726" y="101537"/>
                      <a:pt x="18575" y="100447"/>
                    </a:cubicBezTo>
                    <a:cubicBezTo>
                      <a:pt x="14424" y="99358"/>
                      <a:pt x="10948" y="97905"/>
                      <a:pt x="8198" y="96089"/>
                    </a:cubicBezTo>
                    <a:cubicBezTo>
                      <a:pt x="5448" y="94273"/>
                      <a:pt x="3373" y="92198"/>
                      <a:pt x="2024" y="89811"/>
                    </a:cubicBezTo>
                    <a:cubicBezTo>
                      <a:pt x="674" y="87424"/>
                      <a:pt x="0" y="84986"/>
                      <a:pt x="0" y="82392"/>
                    </a:cubicBezTo>
                    <a:cubicBezTo>
                      <a:pt x="0" y="78915"/>
                      <a:pt x="1038" y="76010"/>
                      <a:pt x="3165" y="73623"/>
                    </a:cubicBezTo>
                    <a:cubicBezTo>
                      <a:pt x="5292" y="71288"/>
                      <a:pt x="8146" y="69421"/>
                      <a:pt x="11830" y="68020"/>
                    </a:cubicBezTo>
                    <a:cubicBezTo>
                      <a:pt x="9858" y="66982"/>
                      <a:pt x="8250" y="65633"/>
                      <a:pt x="7108" y="63973"/>
                    </a:cubicBezTo>
                    <a:cubicBezTo>
                      <a:pt x="5967" y="62261"/>
                      <a:pt x="5344" y="60030"/>
                      <a:pt x="5344" y="57280"/>
                    </a:cubicBezTo>
                    <a:cubicBezTo>
                      <a:pt x="5344" y="56190"/>
                      <a:pt x="5552" y="54997"/>
                      <a:pt x="5967" y="53803"/>
                    </a:cubicBezTo>
                    <a:cubicBezTo>
                      <a:pt x="6382" y="52610"/>
                      <a:pt x="7004" y="51417"/>
                      <a:pt x="7783" y="50275"/>
                    </a:cubicBezTo>
                    <a:cubicBezTo>
                      <a:pt x="8561" y="49134"/>
                      <a:pt x="9599" y="47993"/>
                      <a:pt x="10792" y="46955"/>
                    </a:cubicBezTo>
                    <a:cubicBezTo>
                      <a:pt x="11985" y="45917"/>
                      <a:pt x="13438" y="44983"/>
                      <a:pt x="15099" y="44153"/>
                    </a:cubicBezTo>
                    <a:cubicBezTo>
                      <a:pt x="11311" y="42130"/>
                      <a:pt x="8354" y="39380"/>
                      <a:pt x="6226" y="36007"/>
                    </a:cubicBezTo>
                    <a:cubicBezTo>
                      <a:pt x="4099" y="32635"/>
                      <a:pt x="3009" y="28640"/>
                      <a:pt x="3009" y="24074"/>
                    </a:cubicBezTo>
                    <a:cubicBezTo>
                      <a:pt x="3009" y="20390"/>
                      <a:pt x="3736" y="17070"/>
                      <a:pt x="5240" y="14113"/>
                    </a:cubicBezTo>
                    <a:cubicBezTo>
                      <a:pt x="6745" y="11155"/>
                      <a:pt x="8769" y="8613"/>
                      <a:pt x="11415" y="6485"/>
                    </a:cubicBezTo>
                    <a:cubicBezTo>
                      <a:pt x="14061" y="4358"/>
                      <a:pt x="17174" y="2750"/>
                      <a:pt x="20806" y="1660"/>
                    </a:cubicBezTo>
                    <a:cubicBezTo>
                      <a:pt x="24438" y="571"/>
                      <a:pt x="28329" y="0"/>
                      <a:pt x="32636" y="0"/>
                    </a:cubicBezTo>
                    <a:cubicBezTo>
                      <a:pt x="35853" y="0"/>
                      <a:pt x="38810" y="311"/>
                      <a:pt x="41664" y="986"/>
                    </a:cubicBezTo>
                    <a:cubicBezTo>
                      <a:pt x="44466" y="1660"/>
                      <a:pt x="47060" y="2594"/>
                      <a:pt x="49343" y="3839"/>
                    </a:cubicBezTo>
                    <a:lnTo>
                      <a:pt x="70771" y="3839"/>
                    </a:lnTo>
                    <a:close/>
                    <a:moveTo>
                      <a:pt x="52819" y="79123"/>
                    </a:moveTo>
                    <a:cubicBezTo>
                      <a:pt x="52819" y="77670"/>
                      <a:pt x="52404" y="76477"/>
                      <a:pt x="51522" y="75543"/>
                    </a:cubicBezTo>
                    <a:cubicBezTo>
                      <a:pt x="50640" y="74609"/>
                      <a:pt x="49447" y="73882"/>
                      <a:pt x="47942" y="73416"/>
                    </a:cubicBezTo>
                    <a:cubicBezTo>
                      <a:pt x="46437" y="72949"/>
                      <a:pt x="44673" y="72534"/>
                      <a:pt x="42701" y="72274"/>
                    </a:cubicBezTo>
                    <a:cubicBezTo>
                      <a:pt x="40678" y="72015"/>
                      <a:pt x="38551" y="71859"/>
                      <a:pt x="36320" y="71703"/>
                    </a:cubicBezTo>
                    <a:cubicBezTo>
                      <a:pt x="34089" y="71600"/>
                      <a:pt x="31754" y="71496"/>
                      <a:pt x="29367" y="71392"/>
                    </a:cubicBezTo>
                    <a:cubicBezTo>
                      <a:pt x="26980" y="71288"/>
                      <a:pt x="24645" y="71081"/>
                      <a:pt x="22363" y="70822"/>
                    </a:cubicBezTo>
                    <a:cubicBezTo>
                      <a:pt x="20391" y="71911"/>
                      <a:pt x="18782" y="73260"/>
                      <a:pt x="17537" y="74765"/>
                    </a:cubicBezTo>
                    <a:cubicBezTo>
                      <a:pt x="16292" y="76269"/>
                      <a:pt x="15669" y="77982"/>
                      <a:pt x="15669" y="80005"/>
                    </a:cubicBezTo>
                    <a:cubicBezTo>
                      <a:pt x="15669" y="81302"/>
                      <a:pt x="15981" y="82547"/>
                      <a:pt x="16655" y="83689"/>
                    </a:cubicBezTo>
                    <a:cubicBezTo>
                      <a:pt x="17330" y="84830"/>
                      <a:pt x="18367" y="85816"/>
                      <a:pt x="19768" y="86646"/>
                    </a:cubicBezTo>
                    <a:cubicBezTo>
                      <a:pt x="21169" y="87476"/>
                      <a:pt x="23037" y="88099"/>
                      <a:pt x="25320" y="88566"/>
                    </a:cubicBezTo>
                    <a:cubicBezTo>
                      <a:pt x="27603" y="89033"/>
                      <a:pt x="30405" y="89240"/>
                      <a:pt x="33673" y="89240"/>
                    </a:cubicBezTo>
                    <a:cubicBezTo>
                      <a:pt x="36942" y="89240"/>
                      <a:pt x="39900" y="88981"/>
                      <a:pt x="42338" y="88462"/>
                    </a:cubicBezTo>
                    <a:cubicBezTo>
                      <a:pt x="44777" y="87943"/>
                      <a:pt x="46749" y="87269"/>
                      <a:pt x="48357" y="86335"/>
                    </a:cubicBezTo>
                    <a:cubicBezTo>
                      <a:pt x="49914" y="85453"/>
                      <a:pt x="51055" y="84363"/>
                      <a:pt x="51833" y="83118"/>
                    </a:cubicBezTo>
                    <a:cubicBezTo>
                      <a:pt x="52560" y="81873"/>
                      <a:pt x="52923" y="80524"/>
                      <a:pt x="52923" y="79071"/>
                    </a:cubicBezTo>
                    <a:close/>
                    <a:moveTo>
                      <a:pt x="32532" y="36734"/>
                    </a:moveTo>
                    <a:cubicBezTo>
                      <a:pt x="34763" y="36734"/>
                      <a:pt x="36683" y="36423"/>
                      <a:pt x="38343" y="35852"/>
                    </a:cubicBezTo>
                    <a:cubicBezTo>
                      <a:pt x="40003" y="35229"/>
                      <a:pt x="41352" y="34399"/>
                      <a:pt x="42442" y="33361"/>
                    </a:cubicBezTo>
                    <a:cubicBezTo>
                      <a:pt x="43532" y="32272"/>
                      <a:pt x="44362" y="31027"/>
                      <a:pt x="44933" y="29522"/>
                    </a:cubicBezTo>
                    <a:cubicBezTo>
                      <a:pt x="45503" y="28017"/>
                      <a:pt x="45763" y="26357"/>
                      <a:pt x="45763" y="24593"/>
                    </a:cubicBezTo>
                    <a:cubicBezTo>
                      <a:pt x="45763" y="20909"/>
                      <a:pt x="44673" y="18004"/>
                      <a:pt x="42442" y="15825"/>
                    </a:cubicBezTo>
                    <a:cubicBezTo>
                      <a:pt x="40263" y="13645"/>
                      <a:pt x="36942" y="12608"/>
                      <a:pt x="32532" y="12608"/>
                    </a:cubicBezTo>
                    <a:cubicBezTo>
                      <a:pt x="28122" y="12608"/>
                      <a:pt x="24801" y="13697"/>
                      <a:pt x="22622" y="15825"/>
                    </a:cubicBezTo>
                    <a:cubicBezTo>
                      <a:pt x="20443" y="18004"/>
                      <a:pt x="19301" y="20909"/>
                      <a:pt x="19301" y="24593"/>
                    </a:cubicBezTo>
                    <a:cubicBezTo>
                      <a:pt x="19301" y="26357"/>
                      <a:pt x="19561" y="27965"/>
                      <a:pt x="20131" y="29470"/>
                    </a:cubicBezTo>
                    <a:cubicBezTo>
                      <a:pt x="20702" y="30975"/>
                      <a:pt x="21532" y="32272"/>
                      <a:pt x="22622" y="33361"/>
                    </a:cubicBezTo>
                    <a:cubicBezTo>
                      <a:pt x="23711" y="34451"/>
                      <a:pt x="25112" y="35281"/>
                      <a:pt x="26773" y="35904"/>
                    </a:cubicBezTo>
                    <a:cubicBezTo>
                      <a:pt x="28433" y="36526"/>
                      <a:pt x="30353" y="36786"/>
                      <a:pt x="32532" y="36786"/>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grpSp>
        <p:grpSp>
          <p:nvGrpSpPr>
            <p:cNvPr id="2003" name="Google Shape;2003;p89"/>
            <p:cNvGrpSpPr/>
            <p:nvPr/>
          </p:nvGrpSpPr>
          <p:grpSpPr>
            <a:xfrm>
              <a:off x="7550620" y="2998282"/>
              <a:ext cx="700176" cy="188551"/>
              <a:chOff x="7960566" y="4280004"/>
              <a:chExt cx="945035" cy="254489"/>
            </a:xfrm>
          </p:grpSpPr>
          <p:sp>
            <p:nvSpPr>
              <p:cNvPr id="2004" name="Google Shape;2004;p89"/>
              <p:cNvSpPr/>
              <p:nvPr/>
            </p:nvSpPr>
            <p:spPr>
              <a:xfrm>
                <a:off x="7960566" y="4283065"/>
                <a:ext cx="102524" cy="105012"/>
              </a:xfrm>
              <a:custGeom>
                <a:avLst/>
                <a:gdLst/>
                <a:ahLst/>
                <a:cxnLst/>
                <a:rect l="l" t="t" r="r" b="b"/>
                <a:pathLst>
                  <a:path w="102524" h="105012" extrusionOk="0">
                    <a:moveTo>
                      <a:pt x="102473" y="105013"/>
                    </a:moveTo>
                    <a:lnTo>
                      <a:pt x="87374" y="105013"/>
                    </a:lnTo>
                    <a:cubicBezTo>
                      <a:pt x="85662" y="105013"/>
                      <a:pt x="84313" y="104598"/>
                      <a:pt x="83223" y="103716"/>
                    </a:cubicBezTo>
                    <a:cubicBezTo>
                      <a:pt x="82134" y="102834"/>
                      <a:pt x="81356" y="101796"/>
                      <a:pt x="80837" y="100551"/>
                    </a:cubicBezTo>
                    <a:lnTo>
                      <a:pt x="73002" y="79123"/>
                    </a:lnTo>
                    <a:lnTo>
                      <a:pt x="29470" y="79123"/>
                    </a:lnTo>
                    <a:lnTo>
                      <a:pt x="21636" y="100551"/>
                    </a:lnTo>
                    <a:cubicBezTo>
                      <a:pt x="21273" y="101640"/>
                      <a:pt x="20494" y="102678"/>
                      <a:pt x="19405" y="103612"/>
                    </a:cubicBezTo>
                    <a:cubicBezTo>
                      <a:pt x="18315" y="104546"/>
                      <a:pt x="16914" y="105013"/>
                      <a:pt x="15254" y="105013"/>
                    </a:cubicBezTo>
                    <a:lnTo>
                      <a:pt x="0" y="105013"/>
                    </a:lnTo>
                    <a:lnTo>
                      <a:pt x="41352" y="0"/>
                    </a:lnTo>
                    <a:lnTo>
                      <a:pt x="61276" y="0"/>
                    </a:lnTo>
                    <a:lnTo>
                      <a:pt x="102525" y="105013"/>
                    </a:lnTo>
                    <a:close/>
                    <a:moveTo>
                      <a:pt x="67969" y="65322"/>
                    </a:moveTo>
                    <a:lnTo>
                      <a:pt x="55205" y="30404"/>
                    </a:lnTo>
                    <a:cubicBezTo>
                      <a:pt x="54583" y="28848"/>
                      <a:pt x="53908" y="27032"/>
                      <a:pt x="53234" y="24904"/>
                    </a:cubicBezTo>
                    <a:cubicBezTo>
                      <a:pt x="52559" y="22777"/>
                      <a:pt x="51885" y="20494"/>
                      <a:pt x="51211" y="18004"/>
                    </a:cubicBezTo>
                    <a:cubicBezTo>
                      <a:pt x="50588" y="20494"/>
                      <a:pt x="49914" y="22777"/>
                      <a:pt x="49239" y="24956"/>
                    </a:cubicBezTo>
                    <a:cubicBezTo>
                      <a:pt x="48564" y="27135"/>
                      <a:pt x="47890" y="29003"/>
                      <a:pt x="47267" y="30560"/>
                    </a:cubicBezTo>
                    <a:lnTo>
                      <a:pt x="34555" y="65374"/>
                    </a:lnTo>
                    <a:lnTo>
                      <a:pt x="67969" y="65374"/>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05" name="Google Shape;2005;p89"/>
              <p:cNvSpPr/>
              <p:nvPr/>
            </p:nvSpPr>
            <p:spPr>
              <a:xfrm>
                <a:off x="8070925" y="4312120"/>
                <a:ext cx="68592" cy="100239"/>
              </a:xfrm>
              <a:custGeom>
                <a:avLst/>
                <a:gdLst/>
                <a:ahLst/>
                <a:cxnLst/>
                <a:rect l="l" t="t" r="r" b="b"/>
                <a:pathLst>
                  <a:path w="68592" h="100239" extrusionOk="0">
                    <a:moveTo>
                      <a:pt x="17070" y="11570"/>
                    </a:moveTo>
                    <a:cubicBezTo>
                      <a:pt x="20131" y="8146"/>
                      <a:pt x="23556" y="5344"/>
                      <a:pt x="27447" y="3217"/>
                    </a:cubicBezTo>
                    <a:cubicBezTo>
                      <a:pt x="31339" y="1090"/>
                      <a:pt x="35853" y="0"/>
                      <a:pt x="41093" y="0"/>
                    </a:cubicBezTo>
                    <a:cubicBezTo>
                      <a:pt x="45140" y="0"/>
                      <a:pt x="48876" y="830"/>
                      <a:pt x="52249" y="2542"/>
                    </a:cubicBezTo>
                    <a:cubicBezTo>
                      <a:pt x="55621" y="4255"/>
                      <a:pt x="58527" y="6693"/>
                      <a:pt x="60965" y="9910"/>
                    </a:cubicBezTo>
                    <a:cubicBezTo>
                      <a:pt x="63404" y="13127"/>
                      <a:pt x="65272" y="17122"/>
                      <a:pt x="66621" y="21843"/>
                    </a:cubicBezTo>
                    <a:cubicBezTo>
                      <a:pt x="67970" y="26564"/>
                      <a:pt x="68593" y="31960"/>
                      <a:pt x="68593" y="38083"/>
                    </a:cubicBezTo>
                    <a:cubicBezTo>
                      <a:pt x="68593" y="43634"/>
                      <a:pt x="67866" y="48823"/>
                      <a:pt x="66361" y="53544"/>
                    </a:cubicBezTo>
                    <a:cubicBezTo>
                      <a:pt x="64856" y="58265"/>
                      <a:pt x="62730" y="62416"/>
                      <a:pt x="59928" y="65892"/>
                    </a:cubicBezTo>
                    <a:cubicBezTo>
                      <a:pt x="57126" y="69369"/>
                      <a:pt x="53753" y="72119"/>
                      <a:pt x="49810" y="74038"/>
                    </a:cubicBezTo>
                    <a:cubicBezTo>
                      <a:pt x="45867" y="76010"/>
                      <a:pt x="41456" y="76996"/>
                      <a:pt x="36579" y="76996"/>
                    </a:cubicBezTo>
                    <a:cubicBezTo>
                      <a:pt x="32428" y="76996"/>
                      <a:pt x="28848" y="76373"/>
                      <a:pt x="25891" y="75076"/>
                    </a:cubicBezTo>
                    <a:cubicBezTo>
                      <a:pt x="22933" y="73779"/>
                      <a:pt x="20287" y="72015"/>
                      <a:pt x="17953" y="69732"/>
                    </a:cubicBezTo>
                    <a:lnTo>
                      <a:pt x="17953" y="100240"/>
                    </a:lnTo>
                    <a:lnTo>
                      <a:pt x="0" y="100240"/>
                    </a:lnTo>
                    <a:lnTo>
                      <a:pt x="0" y="1401"/>
                    </a:lnTo>
                    <a:lnTo>
                      <a:pt x="10948" y="1401"/>
                    </a:lnTo>
                    <a:cubicBezTo>
                      <a:pt x="13283" y="1401"/>
                      <a:pt x="14788" y="2490"/>
                      <a:pt x="15514" y="4670"/>
                    </a:cubicBezTo>
                    <a:lnTo>
                      <a:pt x="16967" y="11570"/>
                    </a:lnTo>
                    <a:close/>
                    <a:moveTo>
                      <a:pt x="18005" y="56605"/>
                    </a:moveTo>
                    <a:cubicBezTo>
                      <a:pt x="20028" y="59096"/>
                      <a:pt x="22259" y="60808"/>
                      <a:pt x="24645" y="61845"/>
                    </a:cubicBezTo>
                    <a:cubicBezTo>
                      <a:pt x="27033" y="62883"/>
                      <a:pt x="29627" y="63350"/>
                      <a:pt x="32428" y="63350"/>
                    </a:cubicBezTo>
                    <a:cubicBezTo>
                      <a:pt x="35230" y="63350"/>
                      <a:pt x="37565" y="62831"/>
                      <a:pt x="39744" y="61845"/>
                    </a:cubicBezTo>
                    <a:cubicBezTo>
                      <a:pt x="41924" y="60860"/>
                      <a:pt x="43791" y="59251"/>
                      <a:pt x="45296" y="57176"/>
                    </a:cubicBezTo>
                    <a:cubicBezTo>
                      <a:pt x="46801" y="55101"/>
                      <a:pt x="47994" y="52454"/>
                      <a:pt x="48824" y="49290"/>
                    </a:cubicBezTo>
                    <a:cubicBezTo>
                      <a:pt x="49654" y="46125"/>
                      <a:pt x="50069" y="42389"/>
                      <a:pt x="50069" y="38083"/>
                    </a:cubicBezTo>
                    <a:cubicBezTo>
                      <a:pt x="50069" y="33776"/>
                      <a:pt x="49706" y="30041"/>
                      <a:pt x="49032" y="27032"/>
                    </a:cubicBezTo>
                    <a:cubicBezTo>
                      <a:pt x="48305" y="24022"/>
                      <a:pt x="47319" y="21532"/>
                      <a:pt x="46022" y="19664"/>
                    </a:cubicBezTo>
                    <a:cubicBezTo>
                      <a:pt x="44725" y="17796"/>
                      <a:pt x="43117" y="16395"/>
                      <a:pt x="41249" y="15513"/>
                    </a:cubicBezTo>
                    <a:cubicBezTo>
                      <a:pt x="39381" y="14631"/>
                      <a:pt x="37254" y="14216"/>
                      <a:pt x="34867" y="14216"/>
                    </a:cubicBezTo>
                    <a:cubicBezTo>
                      <a:pt x="31131" y="14216"/>
                      <a:pt x="27966" y="14994"/>
                      <a:pt x="25372" y="16603"/>
                    </a:cubicBezTo>
                    <a:cubicBezTo>
                      <a:pt x="22778" y="18159"/>
                      <a:pt x="20287" y="20390"/>
                      <a:pt x="17953" y="23244"/>
                    </a:cubicBezTo>
                    <a:lnTo>
                      <a:pt x="17953" y="56657"/>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06" name="Google Shape;2006;p89"/>
              <p:cNvSpPr/>
              <p:nvPr/>
            </p:nvSpPr>
            <p:spPr>
              <a:xfrm>
                <a:off x="8153423" y="4312120"/>
                <a:ext cx="68592" cy="100239"/>
              </a:xfrm>
              <a:custGeom>
                <a:avLst/>
                <a:gdLst/>
                <a:ahLst/>
                <a:cxnLst/>
                <a:rect l="l" t="t" r="r" b="b"/>
                <a:pathLst>
                  <a:path w="68592" h="100239" extrusionOk="0">
                    <a:moveTo>
                      <a:pt x="17070" y="11570"/>
                    </a:moveTo>
                    <a:cubicBezTo>
                      <a:pt x="20131" y="8146"/>
                      <a:pt x="23556" y="5344"/>
                      <a:pt x="27447" y="3217"/>
                    </a:cubicBezTo>
                    <a:cubicBezTo>
                      <a:pt x="31339" y="1090"/>
                      <a:pt x="35853" y="0"/>
                      <a:pt x="41093" y="0"/>
                    </a:cubicBezTo>
                    <a:cubicBezTo>
                      <a:pt x="45140" y="0"/>
                      <a:pt x="48876" y="830"/>
                      <a:pt x="52249" y="2542"/>
                    </a:cubicBezTo>
                    <a:cubicBezTo>
                      <a:pt x="55621" y="4255"/>
                      <a:pt x="58527" y="6693"/>
                      <a:pt x="60965" y="9910"/>
                    </a:cubicBezTo>
                    <a:cubicBezTo>
                      <a:pt x="63404" y="13127"/>
                      <a:pt x="65272" y="17122"/>
                      <a:pt x="66620" y="21843"/>
                    </a:cubicBezTo>
                    <a:cubicBezTo>
                      <a:pt x="67969" y="26564"/>
                      <a:pt x="68592" y="31960"/>
                      <a:pt x="68592" y="38083"/>
                    </a:cubicBezTo>
                    <a:cubicBezTo>
                      <a:pt x="68592" y="43634"/>
                      <a:pt x="67866" y="48823"/>
                      <a:pt x="66361" y="53544"/>
                    </a:cubicBezTo>
                    <a:cubicBezTo>
                      <a:pt x="64856" y="58265"/>
                      <a:pt x="62729" y="62416"/>
                      <a:pt x="59928" y="65892"/>
                    </a:cubicBezTo>
                    <a:cubicBezTo>
                      <a:pt x="57126" y="69369"/>
                      <a:pt x="53753" y="72119"/>
                      <a:pt x="49810" y="74038"/>
                    </a:cubicBezTo>
                    <a:cubicBezTo>
                      <a:pt x="45866" y="76010"/>
                      <a:pt x="41456" y="76996"/>
                      <a:pt x="36579" y="76996"/>
                    </a:cubicBezTo>
                    <a:cubicBezTo>
                      <a:pt x="32428" y="76996"/>
                      <a:pt x="28848" y="76373"/>
                      <a:pt x="25891" y="75076"/>
                    </a:cubicBezTo>
                    <a:cubicBezTo>
                      <a:pt x="22933" y="73779"/>
                      <a:pt x="20287" y="72015"/>
                      <a:pt x="17952" y="69732"/>
                    </a:cubicBezTo>
                    <a:lnTo>
                      <a:pt x="17952" y="100240"/>
                    </a:lnTo>
                    <a:lnTo>
                      <a:pt x="0" y="100240"/>
                    </a:lnTo>
                    <a:lnTo>
                      <a:pt x="0" y="1401"/>
                    </a:lnTo>
                    <a:lnTo>
                      <a:pt x="10948" y="1401"/>
                    </a:lnTo>
                    <a:cubicBezTo>
                      <a:pt x="13283" y="1401"/>
                      <a:pt x="14787" y="2490"/>
                      <a:pt x="15514" y="4670"/>
                    </a:cubicBezTo>
                    <a:lnTo>
                      <a:pt x="16967" y="11570"/>
                    </a:lnTo>
                    <a:close/>
                    <a:moveTo>
                      <a:pt x="18004" y="56605"/>
                    </a:moveTo>
                    <a:cubicBezTo>
                      <a:pt x="20028" y="59096"/>
                      <a:pt x="22259" y="60808"/>
                      <a:pt x="24645" y="61845"/>
                    </a:cubicBezTo>
                    <a:cubicBezTo>
                      <a:pt x="27032" y="62883"/>
                      <a:pt x="29626" y="63350"/>
                      <a:pt x="32428" y="63350"/>
                    </a:cubicBezTo>
                    <a:cubicBezTo>
                      <a:pt x="35230" y="63350"/>
                      <a:pt x="37565" y="62831"/>
                      <a:pt x="39744" y="61845"/>
                    </a:cubicBezTo>
                    <a:cubicBezTo>
                      <a:pt x="41924" y="60860"/>
                      <a:pt x="43791" y="59251"/>
                      <a:pt x="45296" y="57176"/>
                    </a:cubicBezTo>
                    <a:cubicBezTo>
                      <a:pt x="46801" y="55101"/>
                      <a:pt x="47994" y="52454"/>
                      <a:pt x="48824" y="49290"/>
                    </a:cubicBezTo>
                    <a:cubicBezTo>
                      <a:pt x="49654" y="46125"/>
                      <a:pt x="50069" y="42389"/>
                      <a:pt x="50069" y="38083"/>
                    </a:cubicBezTo>
                    <a:cubicBezTo>
                      <a:pt x="50069" y="33776"/>
                      <a:pt x="49706" y="30041"/>
                      <a:pt x="49032" y="27032"/>
                    </a:cubicBezTo>
                    <a:cubicBezTo>
                      <a:pt x="48305" y="24022"/>
                      <a:pt x="47319" y="21532"/>
                      <a:pt x="46022" y="19664"/>
                    </a:cubicBezTo>
                    <a:cubicBezTo>
                      <a:pt x="44725" y="17796"/>
                      <a:pt x="43117" y="16395"/>
                      <a:pt x="41249" y="15513"/>
                    </a:cubicBezTo>
                    <a:cubicBezTo>
                      <a:pt x="39381" y="14631"/>
                      <a:pt x="37254" y="14216"/>
                      <a:pt x="34867" y="14216"/>
                    </a:cubicBezTo>
                    <a:cubicBezTo>
                      <a:pt x="31131" y="14216"/>
                      <a:pt x="27966" y="14994"/>
                      <a:pt x="25372" y="16603"/>
                    </a:cubicBezTo>
                    <a:cubicBezTo>
                      <a:pt x="22778" y="18159"/>
                      <a:pt x="20287" y="20390"/>
                      <a:pt x="17952" y="23244"/>
                    </a:cubicBezTo>
                    <a:lnTo>
                      <a:pt x="17952" y="56657"/>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07" name="Google Shape;2007;p89"/>
              <p:cNvSpPr/>
              <p:nvPr/>
            </p:nvSpPr>
            <p:spPr>
              <a:xfrm>
                <a:off x="8236231" y="4280107"/>
                <a:ext cx="17952" cy="107918"/>
              </a:xfrm>
              <a:custGeom>
                <a:avLst/>
                <a:gdLst/>
                <a:ahLst/>
                <a:cxnLst/>
                <a:rect l="l" t="t" r="r" b="b"/>
                <a:pathLst>
                  <a:path w="17952" h="107918" extrusionOk="0">
                    <a:moveTo>
                      <a:pt x="17953" y="0"/>
                    </a:moveTo>
                    <a:lnTo>
                      <a:pt x="17953" y="107918"/>
                    </a:lnTo>
                    <a:lnTo>
                      <a:pt x="0" y="107918"/>
                    </a:lnTo>
                    <a:lnTo>
                      <a:pt x="0" y="0"/>
                    </a:lnTo>
                    <a:lnTo>
                      <a:pt x="17953" y="0"/>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08" name="Google Shape;2008;p89"/>
              <p:cNvSpPr/>
              <p:nvPr/>
            </p:nvSpPr>
            <p:spPr>
              <a:xfrm>
                <a:off x="8270268" y="4280367"/>
                <a:ext cx="22933" cy="107658"/>
              </a:xfrm>
              <a:custGeom>
                <a:avLst/>
                <a:gdLst/>
                <a:ahLst/>
                <a:cxnLst/>
                <a:rect l="l" t="t" r="r" b="b"/>
                <a:pathLst>
                  <a:path w="22933" h="107658" extrusionOk="0">
                    <a:moveTo>
                      <a:pt x="22933" y="11466"/>
                    </a:moveTo>
                    <a:cubicBezTo>
                      <a:pt x="22933" y="13023"/>
                      <a:pt x="22622" y="14476"/>
                      <a:pt x="21999" y="15824"/>
                    </a:cubicBezTo>
                    <a:cubicBezTo>
                      <a:pt x="21377" y="17174"/>
                      <a:pt x="20546" y="18367"/>
                      <a:pt x="19509" y="19404"/>
                    </a:cubicBezTo>
                    <a:cubicBezTo>
                      <a:pt x="18471" y="20442"/>
                      <a:pt x="17226" y="21220"/>
                      <a:pt x="15825" y="21843"/>
                    </a:cubicBezTo>
                    <a:cubicBezTo>
                      <a:pt x="14424" y="22466"/>
                      <a:pt x="12919" y="22725"/>
                      <a:pt x="11311" y="22725"/>
                    </a:cubicBezTo>
                    <a:cubicBezTo>
                      <a:pt x="9703" y="22725"/>
                      <a:pt x="8302" y="22414"/>
                      <a:pt x="6901" y="21843"/>
                    </a:cubicBezTo>
                    <a:cubicBezTo>
                      <a:pt x="5500" y="21220"/>
                      <a:pt x="4306" y="20442"/>
                      <a:pt x="3321" y="19404"/>
                    </a:cubicBezTo>
                    <a:cubicBezTo>
                      <a:pt x="2283" y="18367"/>
                      <a:pt x="1505" y="17225"/>
                      <a:pt x="882" y="15824"/>
                    </a:cubicBezTo>
                    <a:cubicBezTo>
                      <a:pt x="260" y="14476"/>
                      <a:pt x="0" y="13023"/>
                      <a:pt x="0" y="11466"/>
                    </a:cubicBezTo>
                    <a:cubicBezTo>
                      <a:pt x="0" y="9910"/>
                      <a:pt x="312" y="8353"/>
                      <a:pt x="882" y="6952"/>
                    </a:cubicBezTo>
                    <a:cubicBezTo>
                      <a:pt x="1505" y="5552"/>
                      <a:pt x="2283" y="4358"/>
                      <a:pt x="3321" y="3321"/>
                    </a:cubicBezTo>
                    <a:cubicBezTo>
                      <a:pt x="4358" y="2283"/>
                      <a:pt x="5551" y="1505"/>
                      <a:pt x="6901" y="882"/>
                    </a:cubicBezTo>
                    <a:cubicBezTo>
                      <a:pt x="8302" y="259"/>
                      <a:pt x="9754" y="0"/>
                      <a:pt x="11311" y="0"/>
                    </a:cubicBezTo>
                    <a:cubicBezTo>
                      <a:pt x="12867" y="0"/>
                      <a:pt x="14424" y="311"/>
                      <a:pt x="15825" y="882"/>
                    </a:cubicBezTo>
                    <a:cubicBezTo>
                      <a:pt x="17226" y="1505"/>
                      <a:pt x="18471" y="2283"/>
                      <a:pt x="19509" y="3321"/>
                    </a:cubicBezTo>
                    <a:cubicBezTo>
                      <a:pt x="20546" y="4358"/>
                      <a:pt x="21377" y="5552"/>
                      <a:pt x="21999" y="6952"/>
                    </a:cubicBezTo>
                    <a:cubicBezTo>
                      <a:pt x="22622" y="8353"/>
                      <a:pt x="22933" y="9858"/>
                      <a:pt x="22933" y="11466"/>
                    </a:cubicBezTo>
                    <a:close/>
                    <a:moveTo>
                      <a:pt x="20442" y="33154"/>
                    </a:moveTo>
                    <a:lnTo>
                      <a:pt x="20442" y="107659"/>
                    </a:lnTo>
                    <a:lnTo>
                      <a:pt x="2438" y="107659"/>
                    </a:lnTo>
                    <a:lnTo>
                      <a:pt x="2438" y="33154"/>
                    </a:lnTo>
                    <a:lnTo>
                      <a:pt x="20442" y="33154"/>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09" name="Google Shape;2009;p89"/>
              <p:cNvSpPr/>
              <p:nvPr/>
            </p:nvSpPr>
            <p:spPr>
              <a:xfrm>
                <a:off x="8304979" y="4312379"/>
                <a:ext cx="62833" cy="76788"/>
              </a:xfrm>
              <a:custGeom>
                <a:avLst/>
                <a:gdLst/>
                <a:ahLst/>
                <a:cxnLst/>
                <a:rect l="l" t="t" r="r" b="b"/>
                <a:pathLst>
                  <a:path w="62833" h="76788" extrusionOk="0">
                    <a:moveTo>
                      <a:pt x="57437" y="16914"/>
                    </a:moveTo>
                    <a:cubicBezTo>
                      <a:pt x="56919" y="17589"/>
                      <a:pt x="56400" y="18107"/>
                      <a:pt x="55880" y="18522"/>
                    </a:cubicBezTo>
                    <a:cubicBezTo>
                      <a:pt x="55362" y="18886"/>
                      <a:pt x="54635" y="19093"/>
                      <a:pt x="53650" y="19093"/>
                    </a:cubicBezTo>
                    <a:cubicBezTo>
                      <a:pt x="52716" y="19093"/>
                      <a:pt x="51834" y="18834"/>
                      <a:pt x="50952" y="18263"/>
                    </a:cubicBezTo>
                    <a:cubicBezTo>
                      <a:pt x="50069" y="17692"/>
                      <a:pt x="49032" y="17070"/>
                      <a:pt x="47839" y="16395"/>
                    </a:cubicBezTo>
                    <a:cubicBezTo>
                      <a:pt x="46645" y="15669"/>
                      <a:pt x="45192" y="15046"/>
                      <a:pt x="43532" y="14527"/>
                    </a:cubicBezTo>
                    <a:cubicBezTo>
                      <a:pt x="41872" y="13957"/>
                      <a:pt x="39796" y="13697"/>
                      <a:pt x="37306" y="13697"/>
                    </a:cubicBezTo>
                    <a:cubicBezTo>
                      <a:pt x="34141" y="13697"/>
                      <a:pt x="31391" y="14268"/>
                      <a:pt x="29004" y="15409"/>
                    </a:cubicBezTo>
                    <a:cubicBezTo>
                      <a:pt x="26617" y="16551"/>
                      <a:pt x="24645" y="18159"/>
                      <a:pt x="23089" y="20338"/>
                    </a:cubicBezTo>
                    <a:cubicBezTo>
                      <a:pt x="21532" y="22466"/>
                      <a:pt x="20339" y="25060"/>
                      <a:pt x="19561" y="28069"/>
                    </a:cubicBezTo>
                    <a:cubicBezTo>
                      <a:pt x="18783" y="31078"/>
                      <a:pt x="18419" y="34503"/>
                      <a:pt x="18419" y="38342"/>
                    </a:cubicBezTo>
                    <a:cubicBezTo>
                      <a:pt x="18419" y="42181"/>
                      <a:pt x="18834" y="45865"/>
                      <a:pt x="19665" y="48926"/>
                    </a:cubicBezTo>
                    <a:cubicBezTo>
                      <a:pt x="20495" y="52039"/>
                      <a:pt x="21740" y="54634"/>
                      <a:pt x="23348" y="56709"/>
                    </a:cubicBezTo>
                    <a:cubicBezTo>
                      <a:pt x="24957" y="58836"/>
                      <a:pt x="26877" y="60393"/>
                      <a:pt x="29160" y="61482"/>
                    </a:cubicBezTo>
                    <a:cubicBezTo>
                      <a:pt x="31443" y="62572"/>
                      <a:pt x="33985" y="63143"/>
                      <a:pt x="36839" y="63143"/>
                    </a:cubicBezTo>
                    <a:cubicBezTo>
                      <a:pt x="39692" y="63143"/>
                      <a:pt x="42028" y="62779"/>
                      <a:pt x="43791" y="62105"/>
                    </a:cubicBezTo>
                    <a:cubicBezTo>
                      <a:pt x="45555" y="61430"/>
                      <a:pt x="47060" y="60652"/>
                      <a:pt x="48253" y="59770"/>
                    </a:cubicBezTo>
                    <a:cubicBezTo>
                      <a:pt x="49447" y="58940"/>
                      <a:pt x="50537" y="58162"/>
                      <a:pt x="51418" y="57435"/>
                    </a:cubicBezTo>
                    <a:cubicBezTo>
                      <a:pt x="52301" y="56761"/>
                      <a:pt x="53338" y="56398"/>
                      <a:pt x="54428" y="56398"/>
                    </a:cubicBezTo>
                    <a:cubicBezTo>
                      <a:pt x="55880" y="56398"/>
                      <a:pt x="56970" y="56968"/>
                      <a:pt x="57697" y="58058"/>
                    </a:cubicBezTo>
                    <a:lnTo>
                      <a:pt x="62834" y="64595"/>
                    </a:lnTo>
                    <a:cubicBezTo>
                      <a:pt x="60862" y="66930"/>
                      <a:pt x="58682" y="68850"/>
                      <a:pt x="56348" y="70458"/>
                    </a:cubicBezTo>
                    <a:cubicBezTo>
                      <a:pt x="54013" y="72015"/>
                      <a:pt x="51626" y="73312"/>
                      <a:pt x="49136" y="74246"/>
                    </a:cubicBezTo>
                    <a:cubicBezTo>
                      <a:pt x="46645" y="75179"/>
                      <a:pt x="44051" y="75854"/>
                      <a:pt x="41457" y="76217"/>
                    </a:cubicBezTo>
                    <a:cubicBezTo>
                      <a:pt x="38811" y="76632"/>
                      <a:pt x="36216" y="76788"/>
                      <a:pt x="33570" y="76788"/>
                    </a:cubicBezTo>
                    <a:cubicBezTo>
                      <a:pt x="28952" y="76788"/>
                      <a:pt x="24645" y="75906"/>
                      <a:pt x="20547" y="74194"/>
                    </a:cubicBezTo>
                    <a:cubicBezTo>
                      <a:pt x="16500" y="72482"/>
                      <a:pt x="12920" y="69991"/>
                      <a:pt x="9858" y="66671"/>
                    </a:cubicBezTo>
                    <a:cubicBezTo>
                      <a:pt x="6797" y="63402"/>
                      <a:pt x="4411" y="59355"/>
                      <a:pt x="2646" y="54582"/>
                    </a:cubicBezTo>
                    <a:cubicBezTo>
                      <a:pt x="882" y="49808"/>
                      <a:pt x="0" y="44361"/>
                      <a:pt x="0" y="38290"/>
                    </a:cubicBezTo>
                    <a:cubicBezTo>
                      <a:pt x="0" y="32842"/>
                      <a:pt x="778" y="27758"/>
                      <a:pt x="2335" y="23088"/>
                    </a:cubicBezTo>
                    <a:cubicBezTo>
                      <a:pt x="3891" y="18419"/>
                      <a:pt x="6227" y="14372"/>
                      <a:pt x="9288" y="10947"/>
                    </a:cubicBezTo>
                    <a:cubicBezTo>
                      <a:pt x="12349" y="7523"/>
                      <a:pt x="16137" y="4877"/>
                      <a:pt x="20599" y="2905"/>
                    </a:cubicBezTo>
                    <a:cubicBezTo>
                      <a:pt x="25113" y="986"/>
                      <a:pt x="30301" y="0"/>
                      <a:pt x="36164" y="0"/>
                    </a:cubicBezTo>
                    <a:cubicBezTo>
                      <a:pt x="42028" y="0"/>
                      <a:pt x="46593" y="882"/>
                      <a:pt x="50796" y="2698"/>
                    </a:cubicBezTo>
                    <a:cubicBezTo>
                      <a:pt x="54999" y="4514"/>
                      <a:pt x="58734" y="7056"/>
                      <a:pt x="62107" y="10377"/>
                    </a:cubicBezTo>
                    <a:lnTo>
                      <a:pt x="57385" y="16914"/>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10" name="Google Shape;2010;p89"/>
              <p:cNvSpPr/>
              <p:nvPr/>
            </p:nvSpPr>
            <p:spPr>
              <a:xfrm>
                <a:off x="8373624" y="4312120"/>
                <a:ext cx="62262" cy="76995"/>
              </a:xfrm>
              <a:custGeom>
                <a:avLst/>
                <a:gdLst/>
                <a:ahLst/>
                <a:cxnLst/>
                <a:rect l="l" t="t" r="r" b="b"/>
                <a:pathLst>
                  <a:path w="62262" h="76995" extrusionOk="0">
                    <a:moveTo>
                      <a:pt x="3684" y="11778"/>
                    </a:moveTo>
                    <a:cubicBezTo>
                      <a:pt x="12245" y="3943"/>
                      <a:pt x="22570" y="0"/>
                      <a:pt x="34607" y="0"/>
                    </a:cubicBezTo>
                    <a:cubicBezTo>
                      <a:pt x="38966" y="0"/>
                      <a:pt x="42857" y="726"/>
                      <a:pt x="46281" y="2127"/>
                    </a:cubicBezTo>
                    <a:cubicBezTo>
                      <a:pt x="49706" y="3528"/>
                      <a:pt x="52612" y="5552"/>
                      <a:pt x="54998" y="8094"/>
                    </a:cubicBezTo>
                    <a:cubicBezTo>
                      <a:pt x="57385" y="10636"/>
                      <a:pt x="59201" y="13697"/>
                      <a:pt x="60394" y="17225"/>
                    </a:cubicBezTo>
                    <a:cubicBezTo>
                      <a:pt x="61640" y="20754"/>
                      <a:pt x="62262" y="24645"/>
                      <a:pt x="62262" y="28847"/>
                    </a:cubicBezTo>
                    <a:lnTo>
                      <a:pt x="62262" y="75906"/>
                    </a:lnTo>
                    <a:lnTo>
                      <a:pt x="54116" y="75906"/>
                    </a:lnTo>
                    <a:cubicBezTo>
                      <a:pt x="52404" y="75906"/>
                      <a:pt x="51107" y="75647"/>
                      <a:pt x="50173" y="75128"/>
                    </a:cubicBezTo>
                    <a:cubicBezTo>
                      <a:pt x="49239" y="74609"/>
                      <a:pt x="48513" y="73571"/>
                      <a:pt x="47994" y="72067"/>
                    </a:cubicBezTo>
                    <a:lnTo>
                      <a:pt x="46385" y="66671"/>
                    </a:lnTo>
                    <a:cubicBezTo>
                      <a:pt x="44517" y="68383"/>
                      <a:pt x="42649" y="69836"/>
                      <a:pt x="40886" y="71133"/>
                    </a:cubicBezTo>
                    <a:cubicBezTo>
                      <a:pt x="39121" y="72430"/>
                      <a:pt x="37253" y="73519"/>
                      <a:pt x="35282" y="74350"/>
                    </a:cubicBezTo>
                    <a:cubicBezTo>
                      <a:pt x="33362" y="75232"/>
                      <a:pt x="31286" y="75906"/>
                      <a:pt x="29056" y="76321"/>
                    </a:cubicBezTo>
                    <a:cubicBezTo>
                      <a:pt x="26876" y="76788"/>
                      <a:pt x="24438" y="76996"/>
                      <a:pt x="21740" y="76996"/>
                    </a:cubicBezTo>
                    <a:cubicBezTo>
                      <a:pt x="18575" y="76996"/>
                      <a:pt x="15669" y="76581"/>
                      <a:pt x="13023" y="75699"/>
                    </a:cubicBezTo>
                    <a:cubicBezTo>
                      <a:pt x="10377" y="74868"/>
                      <a:pt x="8042" y="73571"/>
                      <a:pt x="6122" y="71911"/>
                    </a:cubicBezTo>
                    <a:cubicBezTo>
                      <a:pt x="4202" y="70199"/>
                      <a:pt x="2697" y="68123"/>
                      <a:pt x="1608" y="65581"/>
                    </a:cubicBezTo>
                    <a:cubicBezTo>
                      <a:pt x="519" y="63039"/>
                      <a:pt x="0" y="60133"/>
                      <a:pt x="0" y="56813"/>
                    </a:cubicBezTo>
                    <a:cubicBezTo>
                      <a:pt x="0" y="54945"/>
                      <a:pt x="311" y="53025"/>
                      <a:pt x="934" y="51209"/>
                    </a:cubicBezTo>
                    <a:cubicBezTo>
                      <a:pt x="1556" y="49393"/>
                      <a:pt x="2594" y="47577"/>
                      <a:pt x="3995" y="45865"/>
                    </a:cubicBezTo>
                    <a:cubicBezTo>
                      <a:pt x="5448" y="44153"/>
                      <a:pt x="7263" y="42597"/>
                      <a:pt x="9547" y="41092"/>
                    </a:cubicBezTo>
                    <a:cubicBezTo>
                      <a:pt x="11829" y="39587"/>
                      <a:pt x="14631" y="38290"/>
                      <a:pt x="17952" y="37149"/>
                    </a:cubicBezTo>
                    <a:cubicBezTo>
                      <a:pt x="21273" y="36059"/>
                      <a:pt x="25112" y="35125"/>
                      <a:pt x="29522" y="34399"/>
                    </a:cubicBezTo>
                    <a:cubicBezTo>
                      <a:pt x="33932" y="33724"/>
                      <a:pt x="38966" y="33258"/>
                      <a:pt x="44621" y="33102"/>
                    </a:cubicBezTo>
                    <a:lnTo>
                      <a:pt x="44621" y="28744"/>
                    </a:lnTo>
                    <a:cubicBezTo>
                      <a:pt x="44621" y="23763"/>
                      <a:pt x="43532" y="20079"/>
                      <a:pt x="41404" y="17692"/>
                    </a:cubicBezTo>
                    <a:cubicBezTo>
                      <a:pt x="39277" y="15306"/>
                      <a:pt x="36216" y="14112"/>
                      <a:pt x="32169" y="14112"/>
                    </a:cubicBezTo>
                    <a:cubicBezTo>
                      <a:pt x="29263" y="14112"/>
                      <a:pt x="26876" y="14476"/>
                      <a:pt x="24956" y="15150"/>
                    </a:cubicBezTo>
                    <a:cubicBezTo>
                      <a:pt x="23037" y="15825"/>
                      <a:pt x="21377" y="16603"/>
                      <a:pt x="19924" y="17433"/>
                    </a:cubicBezTo>
                    <a:cubicBezTo>
                      <a:pt x="18471" y="18263"/>
                      <a:pt x="17174" y="19041"/>
                      <a:pt x="15980" y="19716"/>
                    </a:cubicBezTo>
                    <a:cubicBezTo>
                      <a:pt x="14787" y="20390"/>
                      <a:pt x="13490" y="20754"/>
                      <a:pt x="12037" y="20754"/>
                    </a:cubicBezTo>
                    <a:cubicBezTo>
                      <a:pt x="10792" y="20754"/>
                      <a:pt x="9703" y="20442"/>
                      <a:pt x="8820" y="19768"/>
                    </a:cubicBezTo>
                    <a:cubicBezTo>
                      <a:pt x="7938" y="19093"/>
                      <a:pt x="7263" y="18367"/>
                      <a:pt x="6693" y="17485"/>
                    </a:cubicBezTo>
                    <a:lnTo>
                      <a:pt x="3476" y="11726"/>
                    </a:lnTo>
                    <a:close/>
                    <a:moveTo>
                      <a:pt x="44777" y="44101"/>
                    </a:moveTo>
                    <a:cubicBezTo>
                      <a:pt x="39588" y="44361"/>
                      <a:pt x="35230" y="44776"/>
                      <a:pt x="31702" y="45450"/>
                    </a:cubicBezTo>
                    <a:cubicBezTo>
                      <a:pt x="28173" y="46125"/>
                      <a:pt x="25320" y="46955"/>
                      <a:pt x="23193" y="47941"/>
                    </a:cubicBezTo>
                    <a:cubicBezTo>
                      <a:pt x="21065" y="48978"/>
                      <a:pt x="19560" y="50120"/>
                      <a:pt x="18627" y="51521"/>
                    </a:cubicBezTo>
                    <a:cubicBezTo>
                      <a:pt x="17692" y="52870"/>
                      <a:pt x="17226" y="54374"/>
                      <a:pt x="17226" y="55931"/>
                    </a:cubicBezTo>
                    <a:cubicBezTo>
                      <a:pt x="17226" y="59096"/>
                      <a:pt x="18160" y="61327"/>
                      <a:pt x="20028" y="62676"/>
                    </a:cubicBezTo>
                    <a:cubicBezTo>
                      <a:pt x="21895" y="64025"/>
                      <a:pt x="24334" y="64699"/>
                      <a:pt x="27343" y="64699"/>
                    </a:cubicBezTo>
                    <a:cubicBezTo>
                      <a:pt x="31027" y="64699"/>
                      <a:pt x="34192" y="64025"/>
                      <a:pt x="36890" y="62728"/>
                    </a:cubicBezTo>
                    <a:cubicBezTo>
                      <a:pt x="39588" y="61379"/>
                      <a:pt x="42183" y="59355"/>
                      <a:pt x="44777" y="56657"/>
                    </a:cubicBezTo>
                    <a:lnTo>
                      <a:pt x="44777" y="4410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11" name="Google Shape;2011;p89"/>
              <p:cNvSpPr/>
              <p:nvPr/>
            </p:nvSpPr>
            <p:spPr>
              <a:xfrm>
                <a:off x="8445329" y="4280004"/>
                <a:ext cx="84728" cy="109215"/>
              </a:xfrm>
              <a:custGeom>
                <a:avLst/>
                <a:gdLst/>
                <a:ahLst/>
                <a:cxnLst/>
                <a:rect l="l" t="t" r="r" b="b"/>
                <a:pathLst>
                  <a:path w="84728" h="109215" extrusionOk="0">
                    <a:moveTo>
                      <a:pt x="81615" y="108074"/>
                    </a:moveTo>
                    <a:lnTo>
                      <a:pt x="63663" y="108074"/>
                    </a:lnTo>
                    <a:lnTo>
                      <a:pt x="63663" y="47007"/>
                    </a:lnTo>
                    <a:lnTo>
                      <a:pt x="29108" y="47007"/>
                    </a:lnTo>
                    <a:lnTo>
                      <a:pt x="29108" y="87372"/>
                    </a:lnTo>
                    <a:cubicBezTo>
                      <a:pt x="29108" y="89707"/>
                      <a:pt x="29678" y="91523"/>
                      <a:pt x="30820" y="92820"/>
                    </a:cubicBezTo>
                    <a:cubicBezTo>
                      <a:pt x="31961" y="94117"/>
                      <a:pt x="33518" y="94792"/>
                      <a:pt x="35489" y="94792"/>
                    </a:cubicBezTo>
                    <a:cubicBezTo>
                      <a:pt x="36579" y="94792"/>
                      <a:pt x="37513" y="94636"/>
                      <a:pt x="38291" y="94377"/>
                    </a:cubicBezTo>
                    <a:cubicBezTo>
                      <a:pt x="39018" y="94117"/>
                      <a:pt x="39692" y="93806"/>
                      <a:pt x="40263" y="93547"/>
                    </a:cubicBezTo>
                    <a:cubicBezTo>
                      <a:pt x="40834" y="93235"/>
                      <a:pt x="41300" y="92976"/>
                      <a:pt x="41768" y="92716"/>
                    </a:cubicBezTo>
                    <a:cubicBezTo>
                      <a:pt x="42183" y="92457"/>
                      <a:pt x="42649" y="92301"/>
                      <a:pt x="43065" y="92301"/>
                    </a:cubicBezTo>
                    <a:cubicBezTo>
                      <a:pt x="43584" y="92301"/>
                      <a:pt x="44050" y="92457"/>
                      <a:pt x="44362" y="92716"/>
                    </a:cubicBezTo>
                    <a:cubicBezTo>
                      <a:pt x="44725" y="92976"/>
                      <a:pt x="45089" y="93391"/>
                      <a:pt x="45451" y="93910"/>
                    </a:cubicBezTo>
                    <a:lnTo>
                      <a:pt x="50848" y="102626"/>
                    </a:lnTo>
                    <a:cubicBezTo>
                      <a:pt x="48253" y="104805"/>
                      <a:pt x="45244" y="106466"/>
                      <a:pt x="41820" y="107555"/>
                    </a:cubicBezTo>
                    <a:cubicBezTo>
                      <a:pt x="38447" y="108645"/>
                      <a:pt x="34919" y="109215"/>
                      <a:pt x="31287" y="109215"/>
                    </a:cubicBezTo>
                    <a:cubicBezTo>
                      <a:pt x="24801" y="109215"/>
                      <a:pt x="19820" y="107400"/>
                      <a:pt x="16344" y="103716"/>
                    </a:cubicBezTo>
                    <a:cubicBezTo>
                      <a:pt x="12867" y="100084"/>
                      <a:pt x="11155" y="94999"/>
                      <a:pt x="11155" y="88566"/>
                    </a:cubicBezTo>
                    <a:lnTo>
                      <a:pt x="11155" y="46955"/>
                    </a:lnTo>
                    <a:lnTo>
                      <a:pt x="3528" y="46955"/>
                    </a:lnTo>
                    <a:cubicBezTo>
                      <a:pt x="2542" y="46955"/>
                      <a:pt x="1712" y="46644"/>
                      <a:pt x="1037" y="46021"/>
                    </a:cubicBezTo>
                    <a:cubicBezTo>
                      <a:pt x="364" y="45398"/>
                      <a:pt x="0" y="44464"/>
                      <a:pt x="0" y="43167"/>
                    </a:cubicBezTo>
                    <a:lnTo>
                      <a:pt x="0" y="36059"/>
                    </a:lnTo>
                    <a:lnTo>
                      <a:pt x="11986" y="34036"/>
                    </a:lnTo>
                    <a:lnTo>
                      <a:pt x="15773" y="13749"/>
                    </a:lnTo>
                    <a:cubicBezTo>
                      <a:pt x="16032" y="12764"/>
                      <a:pt x="16500" y="12037"/>
                      <a:pt x="17174" y="11518"/>
                    </a:cubicBezTo>
                    <a:cubicBezTo>
                      <a:pt x="17849" y="10999"/>
                      <a:pt x="18730" y="10740"/>
                      <a:pt x="19769" y="10740"/>
                    </a:cubicBezTo>
                    <a:lnTo>
                      <a:pt x="29056" y="10740"/>
                    </a:lnTo>
                    <a:lnTo>
                      <a:pt x="29056" y="34191"/>
                    </a:lnTo>
                    <a:lnTo>
                      <a:pt x="81563" y="34191"/>
                    </a:lnTo>
                    <a:lnTo>
                      <a:pt x="81563" y="108074"/>
                    </a:lnTo>
                    <a:close/>
                    <a:moveTo>
                      <a:pt x="84728" y="11518"/>
                    </a:moveTo>
                    <a:cubicBezTo>
                      <a:pt x="84728" y="13075"/>
                      <a:pt x="84417" y="14528"/>
                      <a:pt x="83795" y="15928"/>
                    </a:cubicBezTo>
                    <a:cubicBezTo>
                      <a:pt x="83172" y="17329"/>
                      <a:pt x="82342" y="18523"/>
                      <a:pt x="81304" y="19508"/>
                    </a:cubicBezTo>
                    <a:cubicBezTo>
                      <a:pt x="80266" y="20546"/>
                      <a:pt x="79021" y="21324"/>
                      <a:pt x="77620" y="21947"/>
                    </a:cubicBezTo>
                    <a:cubicBezTo>
                      <a:pt x="76168" y="22569"/>
                      <a:pt x="74663" y="22829"/>
                      <a:pt x="73054" y="22829"/>
                    </a:cubicBezTo>
                    <a:cubicBezTo>
                      <a:pt x="71446" y="22829"/>
                      <a:pt x="70045" y="22518"/>
                      <a:pt x="68696" y="21947"/>
                    </a:cubicBezTo>
                    <a:cubicBezTo>
                      <a:pt x="67347" y="21324"/>
                      <a:pt x="66154" y="20546"/>
                      <a:pt x="65116" y="19508"/>
                    </a:cubicBezTo>
                    <a:cubicBezTo>
                      <a:pt x="64078" y="18471"/>
                      <a:pt x="63300" y="17277"/>
                      <a:pt x="62677" y="15928"/>
                    </a:cubicBezTo>
                    <a:cubicBezTo>
                      <a:pt x="62054" y="14528"/>
                      <a:pt x="61795" y="13075"/>
                      <a:pt x="61795" y="11518"/>
                    </a:cubicBezTo>
                    <a:cubicBezTo>
                      <a:pt x="61795" y="9962"/>
                      <a:pt x="62106" y="8457"/>
                      <a:pt x="62677" y="7056"/>
                    </a:cubicBezTo>
                    <a:cubicBezTo>
                      <a:pt x="63300" y="5655"/>
                      <a:pt x="64078" y="4462"/>
                      <a:pt x="65116" y="3424"/>
                    </a:cubicBezTo>
                    <a:cubicBezTo>
                      <a:pt x="66154" y="2387"/>
                      <a:pt x="67295" y="1557"/>
                      <a:pt x="68696" y="934"/>
                    </a:cubicBezTo>
                    <a:cubicBezTo>
                      <a:pt x="70045" y="311"/>
                      <a:pt x="71498" y="0"/>
                      <a:pt x="73054" y="0"/>
                    </a:cubicBezTo>
                    <a:cubicBezTo>
                      <a:pt x="74611" y="0"/>
                      <a:pt x="76168" y="311"/>
                      <a:pt x="77620" y="934"/>
                    </a:cubicBezTo>
                    <a:cubicBezTo>
                      <a:pt x="79073" y="1557"/>
                      <a:pt x="80266" y="2387"/>
                      <a:pt x="81304" y="3424"/>
                    </a:cubicBezTo>
                    <a:cubicBezTo>
                      <a:pt x="82342" y="4462"/>
                      <a:pt x="83172" y="5655"/>
                      <a:pt x="83795" y="7056"/>
                    </a:cubicBezTo>
                    <a:cubicBezTo>
                      <a:pt x="84417" y="8457"/>
                      <a:pt x="84728" y="9910"/>
                      <a:pt x="84728" y="11518"/>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12" name="Google Shape;2012;p89"/>
              <p:cNvSpPr/>
              <p:nvPr/>
            </p:nvSpPr>
            <p:spPr>
              <a:xfrm>
                <a:off x="8541212" y="4312379"/>
                <a:ext cx="73677" cy="76788"/>
              </a:xfrm>
              <a:custGeom>
                <a:avLst/>
                <a:gdLst/>
                <a:ahLst/>
                <a:cxnLst/>
                <a:rect l="l" t="t" r="r" b="b"/>
                <a:pathLst>
                  <a:path w="73677" h="76788" extrusionOk="0">
                    <a:moveTo>
                      <a:pt x="36994" y="0"/>
                    </a:moveTo>
                    <a:cubicBezTo>
                      <a:pt x="42494" y="0"/>
                      <a:pt x="47527" y="882"/>
                      <a:pt x="52041" y="2698"/>
                    </a:cubicBezTo>
                    <a:cubicBezTo>
                      <a:pt x="56555" y="4514"/>
                      <a:pt x="60446" y="7056"/>
                      <a:pt x="63663" y="10325"/>
                    </a:cubicBezTo>
                    <a:cubicBezTo>
                      <a:pt x="66880" y="13594"/>
                      <a:pt x="69370" y="17640"/>
                      <a:pt x="71083" y="22362"/>
                    </a:cubicBezTo>
                    <a:cubicBezTo>
                      <a:pt x="72847" y="27135"/>
                      <a:pt x="73677" y="32427"/>
                      <a:pt x="73677" y="38290"/>
                    </a:cubicBezTo>
                    <a:cubicBezTo>
                      <a:pt x="73677" y="44153"/>
                      <a:pt x="72795" y="49549"/>
                      <a:pt x="71083" y="54270"/>
                    </a:cubicBezTo>
                    <a:cubicBezTo>
                      <a:pt x="69319" y="59044"/>
                      <a:pt x="66880" y="63039"/>
                      <a:pt x="63663" y="66411"/>
                    </a:cubicBezTo>
                    <a:cubicBezTo>
                      <a:pt x="60446" y="69784"/>
                      <a:pt x="56555" y="72326"/>
                      <a:pt x="52041" y="74090"/>
                    </a:cubicBezTo>
                    <a:cubicBezTo>
                      <a:pt x="47527" y="75854"/>
                      <a:pt x="42494" y="76788"/>
                      <a:pt x="36994" y="76788"/>
                    </a:cubicBezTo>
                    <a:cubicBezTo>
                      <a:pt x="31495" y="76788"/>
                      <a:pt x="26358" y="75906"/>
                      <a:pt x="21792" y="74090"/>
                    </a:cubicBezTo>
                    <a:cubicBezTo>
                      <a:pt x="17226" y="72274"/>
                      <a:pt x="13335" y="69732"/>
                      <a:pt x="10118" y="66411"/>
                    </a:cubicBezTo>
                    <a:cubicBezTo>
                      <a:pt x="6901" y="63091"/>
                      <a:pt x="4410" y="59044"/>
                      <a:pt x="2646" y="54270"/>
                    </a:cubicBezTo>
                    <a:cubicBezTo>
                      <a:pt x="882" y="49497"/>
                      <a:pt x="0" y="44205"/>
                      <a:pt x="0" y="38290"/>
                    </a:cubicBezTo>
                    <a:cubicBezTo>
                      <a:pt x="0" y="32375"/>
                      <a:pt x="882" y="27135"/>
                      <a:pt x="2646" y="22362"/>
                    </a:cubicBezTo>
                    <a:cubicBezTo>
                      <a:pt x="4410" y="17640"/>
                      <a:pt x="6901" y="13594"/>
                      <a:pt x="10118" y="10325"/>
                    </a:cubicBezTo>
                    <a:cubicBezTo>
                      <a:pt x="13335" y="7056"/>
                      <a:pt x="17226" y="4514"/>
                      <a:pt x="21792" y="2698"/>
                    </a:cubicBezTo>
                    <a:cubicBezTo>
                      <a:pt x="26358" y="934"/>
                      <a:pt x="31391" y="0"/>
                      <a:pt x="36994" y="0"/>
                    </a:cubicBezTo>
                    <a:close/>
                    <a:moveTo>
                      <a:pt x="36994" y="62935"/>
                    </a:moveTo>
                    <a:cubicBezTo>
                      <a:pt x="43169" y="62935"/>
                      <a:pt x="47787" y="60860"/>
                      <a:pt x="50744" y="56709"/>
                    </a:cubicBezTo>
                    <a:cubicBezTo>
                      <a:pt x="53701" y="52558"/>
                      <a:pt x="55206" y="46436"/>
                      <a:pt x="55206" y="38394"/>
                    </a:cubicBezTo>
                    <a:cubicBezTo>
                      <a:pt x="55206" y="30352"/>
                      <a:pt x="53701" y="24230"/>
                      <a:pt x="50744" y="20027"/>
                    </a:cubicBezTo>
                    <a:cubicBezTo>
                      <a:pt x="47787" y="15824"/>
                      <a:pt x="43169" y="13697"/>
                      <a:pt x="36994" y="13697"/>
                    </a:cubicBezTo>
                    <a:cubicBezTo>
                      <a:pt x="30820" y="13697"/>
                      <a:pt x="26046" y="15824"/>
                      <a:pt x="22985" y="20079"/>
                    </a:cubicBezTo>
                    <a:cubicBezTo>
                      <a:pt x="19976" y="24334"/>
                      <a:pt x="18419" y="30456"/>
                      <a:pt x="18419" y="38446"/>
                    </a:cubicBezTo>
                    <a:cubicBezTo>
                      <a:pt x="18419" y="46436"/>
                      <a:pt x="19924" y="52506"/>
                      <a:pt x="22985" y="56709"/>
                    </a:cubicBezTo>
                    <a:cubicBezTo>
                      <a:pt x="25995" y="60911"/>
                      <a:pt x="30664" y="62987"/>
                      <a:pt x="36994" y="62987"/>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13" name="Google Shape;2013;p89"/>
              <p:cNvSpPr/>
              <p:nvPr/>
            </p:nvSpPr>
            <p:spPr>
              <a:xfrm>
                <a:off x="8628743" y="4312327"/>
                <a:ext cx="64908" cy="75750"/>
              </a:xfrm>
              <a:custGeom>
                <a:avLst/>
                <a:gdLst/>
                <a:ahLst/>
                <a:cxnLst/>
                <a:rect l="l" t="t" r="r" b="b"/>
                <a:pathLst>
                  <a:path w="64908" h="75750" extrusionOk="0">
                    <a:moveTo>
                      <a:pt x="16759" y="10377"/>
                    </a:moveTo>
                    <a:cubicBezTo>
                      <a:pt x="18264" y="8872"/>
                      <a:pt x="19820" y="7471"/>
                      <a:pt x="21532" y="6174"/>
                    </a:cubicBezTo>
                    <a:cubicBezTo>
                      <a:pt x="23193" y="4877"/>
                      <a:pt x="24957" y="3788"/>
                      <a:pt x="26825" y="2905"/>
                    </a:cubicBezTo>
                    <a:cubicBezTo>
                      <a:pt x="28693" y="2023"/>
                      <a:pt x="30664" y="1297"/>
                      <a:pt x="32844" y="778"/>
                    </a:cubicBezTo>
                    <a:cubicBezTo>
                      <a:pt x="34971" y="259"/>
                      <a:pt x="37306" y="0"/>
                      <a:pt x="39796" y="0"/>
                    </a:cubicBezTo>
                    <a:cubicBezTo>
                      <a:pt x="43843" y="0"/>
                      <a:pt x="47475" y="675"/>
                      <a:pt x="50640" y="2075"/>
                    </a:cubicBezTo>
                    <a:cubicBezTo>
                      <a:pt x="53805" y="3476"/>
                      <a:pt x="56399" y="5396"/>
                      <a:pt x="58527" y="7886"/>
                    </a:cubicBezTo>
                    <a:cubicBezTo>
                      <a:pt x="60654" y="10377"/>
                      <a:pt x="62210" y="13334"/>
                      <a:pt x="63300" y="16810"/>
                    </a:cubicBezTo>
                    <a:cubicBezTo>
                      <a:pt x="64390" y="20287"/>
                      <a:pt x="64908" y="24074"/>
                      <a:pt x="64908" y="28277"/>
                    </a:cubicBezTo>
                    <a:lnTo>
                      <a:pt x="64908" y="75698"/>
                    </a:lnTo>
                    <a:lnTo>
                      <a:pt x="46956" y="75698"/>
                    </a:lnTo>
                    <a:lnTo>
                      <a:pt x="46956" y="28277"/>
                    </a:lnTo>
                    <a:cubicBezTo>
                      <a:pt x="46956" y="23711"/>
                      <a:pt x="45918" y="20183"/>
                      <a:pt x="43843" y="17692"/>
                    </a:cubicBezTo>
                    <a:cubicBezTo>
                      <a:pt x="41768" y="15202"/>
                      <a:pt x="38603" y="13957"/>
                      <a:pt x="34348" y="13957"/>
                    </a:cubicBezTo>
                    <a:cubicBezTo>
                      <a:pt x="31235" y="13957"/>
                      <a:pt x="28330" y="14683"/>
                      <a:pt x="25632" y="16084"/>
                    </a:cubicBezTo>
                    <a:cubicBezTo>
                      <a:pt x="22933" y="17485"/>
                      <a:pt x="20339" y="19404"/>
                      <a:pt x="17953" y="21843"/>
                    </a:cubicBezTo>
                    <a:lnTo>
                      <a:pt x="17953" y="75750"/>
                    </a:lnTo>
                    <a:lnTo>
                      <a:pt x="0" y="75750"/>
                    </a:lnTo>
                    <a:lnTo>
                      <a:pt x="0" y="1245"/>
                    </a:lnTo>
                    <a:lnTo>
                      <a:pt x="10948" y="1245"/>
                    </a:lnTo>
                    <a:cubicBezTo>
                      <a:pt x="13283" y="1245"/>
                      <a:pt x="14787" y="2335"/>
                      <a:pt x="15514" y="4514"/>
                    </a:cubicBezTo>
                    <a:lnTo>
                      <a:pt x="16759" y="10377"/>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14" name="Google Shape;2014;p89"/>
              <p:cNvSpPr/>
              <p:nvPr/>
            </p:nvSpPr>
            <p:spPr>
              <a:xfrm>
                <a:off x="8705429" y="4312327"/>
                <a:ext cx="55620" cy="76840"/>
              </a:xfrm>
              <a:custGeom>
                <a:avLst/>
                <a:gdLst/>
                <a:ahLst/>
                <a:cxnLst/>
                <a:rect l="l" t="t" r="r" b="b"/>
                <a:pathLst>
                  <a:path w="55620" h="76840" extrusionOk="0">
                    <a:moveTo>
                      <a:pt x="50692" y="15721"/>
                    </a:moveTo>
                    <a:cubicBezTo>
                      <a:pt x="50225" y="16499"/>
                      <a:pt x="49706" y="17018"/>
                      <a:pt x="49187" y="17381"/>
                    </a:cubicBezTo>
                    <a:cubicBezTo>
                      <a:pt x="48668" y="17744"/>
                      <a:pt x="47994" y="17848"/>
                      <a:pt x="47163" y="17848"/>
                    </a:cubicBezTo>
                    <a:cubicBezTo>
                      <a:pt x="46282" y="17848"/>
                      <a:pt x="45348" y="17589"/>
                      <a:pt x="44362" y="17122"/>
                    </a:cubicBezTo>
                    <a:cubicBezTo>
                      <a:pt x="43376" y="16655"/>
                      <a:pt x="42235" y="16084"/>
                      <a:pt x="40886" y="15461"/>
                    </a:cubicBezTo>
                    <a:cubicBezTo>
                      <a:pt x="39588" y="14839"/>
                      <a:pt x="38084" y="14320"/>
                      <a:pt x="36423" y="13853"/>
                    </a:cubicBezTo>
                    <a:cubicBezTo>
                      <a:pt x="34763" y="13386"/>
                      <a:pt x="32791" y="13127"/>
                      <a:pt x="30509" y="13127"/>
                    </a:cubicBezTo>
                    <a:cubicBezTo>
                      <a:pt x="26980" y="13127"/>
                      <a:pt x="24179" y="13905"/>
                      <a:pt x="22207" y="15358"/>
                    </a:cubicBezTo>
                    <a:cubicBezTo>
                      <a:pt x="20183" y="16862"/>
                      <a:pt x="19197" y="18834"/>
                      <a:pt x="19197" y="21220"/>
                    </a:cubicBezTo>
                    <a:cubicBezTo>
                      <a:pt x="19197" y="22829"/>
                      <a:pt x="19717" y="24178"/>
                      <a:pt x="20754" y="25267"/>
                    </a:cubicBezTo>
                    <a:cubicBezTo>
                      <a:pt x="21792" y="26357"/>
                      <a:pt x="23193" y="27291"/>
                      <a:pt x="24905" y="28121"/>
                    </a:cubicBezTo>
                    <a:cubicBezTo>
                      <a:pt x="26617" y="28951"/>
                      <a:pt x="28589" y="29678"/>
                      <a:pt x="30768" y="30352"/>
                    </a:cubicBezTo>
                    <a:cubicBezTo>
                      <a:pt x="32947" y="31027"/>
                      <a:pt x="35178" y="31701"/>
                      <a:pt x="37409" y="32479"/>
                    </a:cubicBezTo>
                    <a:cubicBezTo>
                      <a:pt x="39640" y="33258"/>
                      <a:pt x="41871" y="34139"/>
                      <a:pt x="44050" y="35125"/>
                    </a:cubicBezTo>
                    <a:cubicBezTo>
                      <a:pt x="46230" y="36111"/>
                      <a:pt x="48202" y="37356"/>
                      <a:pt x="49914" y="38913"/>
                    </a:cubicBezTo>
                    <a:cubicBezTo>
                      <a:pt x="51626" y="40418"/>
                      <a:pt x="53027" y="42285"/>
                      <a:pt x="54065" y="44413"/>
                    </a:cubicBezTo>
                    <a:cubicBezTo>
                      <a:pt x="55102" y="46540"/>
                      <a:pt x="55621" y="49134"/>
                      <a:pt x="55621" y="52091"/>
                    </a:cubicBezTo>
                    <a:cubicBezTo>
                      <a:pt x="55621" y="55671"/>
                      <a:pt x="54998" y="58992"/>
                      <a:pt x="53701" y="62001"/>
                    </a:cubicBezTo>
                    <a:cubicBezTo>
                      <a:pt x="52404" y="65010"/>
                      <a:pt x="50536" y="67657"/>
                      <a:pt x="47994" y="69836"/>
                    </a:cubicBezTo>
                    <a:cubicBezTo>
                      <a:pt x="45451" y="72015"/>
                      <a:pt x="42390" y="73779"/>
                      <a:pt x="38654" y="74972"/>
                    </a:cubicBezTo>
                    <a:cubicBezTo>
                      <a:pt x="34971" y="76217"/>
                      <a:pt x="30664" y="76840"/>
                      <a:pt x="25839" y="76840"/>
                    </a:cubicBezTo>
                    <a:cubicBezTo>
                      <a:pt x="23244" y="76840"/>
                      <a:pt x="20754" y="76632"/>
                      <a:pt x="18316" y="76166"/>
                    </a:cubicBezTo>
                    <a:cubicBezTo>
                      <a:pt x="15877" y="75698"/>
                      <a:pt x="13542" y="75076"/>
                      <a:pt x="11259" y="74246"/>
                    </a:cubicBezTo>
                    <a:cubicBezTo>
                      <a:pt x="9028" y="73416"/>
                      <a:pt x="6901" y="72482"/>
                      <a:pt x="5033" y="71340"/>
                    </a:cubicBezTo>
                    <a:cubicBezTo>
                      <a:pt x="3113" y="70251"/>
                      <a:pt x="1453" y="69006"/>
                      <a:pt x="0" y="67708"/>
                    </a:cubicBezTo>
                    <a:lnTo>
                      <a:pt x="4151" y="60860"/>
                    </a:lnTo>
                    <a:cubicBezTo>
                      <a:pt x="4670" y="60029"/>
                      <a:pt x="5292" y="59407"/>
                      <a:pt x="6019" y="58992"/>
                    </a:cubicBezTo>
                    <a:cubicBezTo>
                      <a:pt x="6745" y="58577"/>
                      <a:pt x="7679" y="58318"/>
                      <a:pt x="8769" y="58318"/>
                    </a:cubicBezTo>
                    <a:cubicBezTo>
                      <a:pt x="9858" y="58318"/>
                      <a:pt x="10948" y="58629"/>
                      <a:pt x="11934" y="59251"/>
                    </a:cubicBezTo>
                    <a:cubicBezTo>
                      <a:pt x="12919" y="59874"/>
                      <a:pt x="14061" y="60548"/>
                      <a:pt x="15410" y="61275"/>
                    </a:cubicBezTo>
                    <a:cubicBezTo>
                      <a:pt x="16707" y="62001"/>
                      <a:pt x="18264" y="62676"/>
                      <a:pt x="20028" y="63298"/>
                    </a:cubicBezTo>
                    <a:cubicBezTo>
                      <a:pt x="21792" y="63921"/>
                      <a:pt x="24023" y="64232"/>
                      <a:pt x="26721" y="64232"/>
                    </a:cubicBezTo>
                    <a:cubicBezTo>
                      <a:pt x="28848" y="64232"/>
                      <a:pt x="30664" y="63973"/>
                      <a:pt x="32220" y="63454"/>
                    </a:cubicBezTo>
                    <a:cubicBezTo>
                      <a:pt x="33725" y="62935"/>
                      <a:pt x="35022" y="62260"/>
                      <a:pt x="36009" y="61430"/>
                    </a:cubicBezTo>
                    <a:cubicBezTo>
                      <a:pt x="36994" y="60600"/>
                      <a:pt x="37721" y="59666"/>
                      <a:pt x="38187" y="58577"/>
                    </a:cubicBezTo>
                    <a:cubicBezTo>
                      <a:pt x="38654" y="57487"/>
                      <a:pt x="38862" y="56346"/>
                      <a:pt x="38862" y="55204"/>
                    </a:cubicBezTo>
                    <a:cubicBezTo>
                      <a:pt x="38862" y="53440"/>
                      <a:pt x="38343" y="52039"/>
                      <a:pt x="37306" y="50898"/>
                    </a:cubicBezTo>
                    <a:cubicBezTo>
                      <a:pt x="36268" y="49808"/>
                      <a:pt x="34867" y="48823"/>
                      <a:pt x="33155" y="47992"/>
                    </a:cubicBezTo>
                    <a:cubicBezTo>
                      <a:pt x="31443" y="47162"/>
                      <a:pt x="29471" y="46436"/>
                      <a:pt x="27292" y="45761"/>
                    </a:cubicBezTo>
                    <a:cubicBezTo>
                      <a:pt x="25112" y="45087"/>
                      <a:pt x="22830" y="44413"/>
                      <a:pt x="20546" y="43634"/>
                    </a:cubicBezTo>
                    <a:cubicBezTo>
                      <a:pt x="18264" y="42856"/>
                      <a:pt x="15980" y="41974"/>
                      <a:pt x="13802" y="40936"/>
                    </a:cubicBezTo>
                    <a:cubicBezTo>
                      <a:pt x="11622" y="39899"/>
                      <a:pt x="9651" y="38550"/>
                      <a:pt x="7939" y="36993"/>
                    </a:cubicBezTo>
                    <a:cubicBezTo>
                      <a:pt x="6226" y="35385"/>
                      <a:pt x="4826" y="33413"/>
                      <a:pt x="3788" y="31130"/>
                    </a:cubicBezTo>
                    <a:cubicBezTo>
                      <a:pt x="2750" y="28795"/>
                      <a:pt x="2231" y="25994"/>
                      <a:pt x="2231" y="22725"/>
                    </a:cubicBezTo>
                    <a:cubicBezTo>
                      <a:pt x="2231" y="19664"/>
                      <a:pt x="2854" y="16759"/>
                      <a:pt x="4047" y="14009"/>
                    </a:cubicBezTo>
                    <a:cubicBezTo>
                      <a:pt x="5240" y="11259"/>
                      <a:pt x="7056" y="8820"/>
                      <a:pt x="9392" y="6797"/>
                    </a:cubicBezTo>
                    <a:cubicBezTo>
                      <a:pt x="11726" y="4721"/>
                      <a:pt x="14683" y="3113"/>
                      <a:pt x="18160" y="1868"/>
                    </a:cubicBezTo>
                    <a:cubicBezTo>
                      <a:pt x="21688" y="623"/>
                      <a:pt x="25735" y="0"/>
                      <a:pt x="30353" y="0"/>
                    </a:cubicBezTo>
                    <a:cubicBezTo>
                      <a:pt x="35489" y="0"/>
                      <a:pt x="40159" y="830"/>
                      <a:pt x="44362" y="2542"/>
                    </a:cubicBezTo>
                    <a:cubicBezTo>
                      <a:pt x="48564" y="4255"/>
                      <a:pt x="52093" y="6485"/>
                      <a:pt x="54894" y="9235"/>
                    </a:cubicBezTo>
                    <a:lnTo>
                      <a:pt x="50848" y="1572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15" name="Google Shape;2015;p89"/>
              <p:cNvSpPr/>
              <p:nvPr/>
            </p:nvSpPr>
            <p:spPr>
              <a:xfrm>
                <a:off x="8806242" y="4281768"/>
                <a:ext cx="99359" cy="107503"/>
              </a:xfrm>
              <a:custGeom>
                <a:avLst/>
                <a:gdLst/>
                <a:ahLst/>
                <a:cxnLst/>
                <a:rect l="l" t="t" r="r" b="b"/>
                <a:pathLst>
                  <a:path w="99359" h="107503" extrusionOk="0">
                    <a:moveTo>
                      <a:pt x="99360" y="106310"/>
                    </a:moveTo>
                    <a:lnTo>
                      <a:pt x="81771" y="106310"/>
                    </a:lnTo>
                    <a:cubicBezTo>
                      <a:pt x="79955" y="106310"/>
                      <a:pt x="78450" y="106103"/>
                      <a:pt x="77308" y="105636"/>
                    </a:cubicBezTo>
                    <a:cubicBezTo>
                      <a:pt x="76167" y="105220"/>
                      <a:pt x="74974" y="104286"/>
                      <a:pt x="73729" y="102886"/>
                    </a:cubicBezTo>
                    <a:lnTo>
                      <a:pt x="66465" y="95414"/>
                    </a:lnTo>
                    <a:cubicBezTo>
                      <a:pt x="61847" y="99202"/>
                      <a:pt x="56710" y="102159"/>
                      <a:pt x="51003" y="104286"/>
                    </a:cubicBezTo>
                    <a:cubicBezTo>
                      <a:pt x="45296" y="106414"/>
                      <a:pt x="39121" y="107503"/>
                      <a:pt x="32480" y="107503"/>
                    </a:cubicBezTo>
                    <a:cubicBezTo>
                      <a:pt x="28433" y="107503"/>
                      <a:pt x="24490" y="106829"/>
                      <a:pt x="20598" y="105428"/>
                    </a:cubicBezTo>
                    <a:cubicBezTo>
                      <a:pt x="16707" y="104027"/>
                      <a:pt x="13230" y="102056"/>
                      <a:pt x="10169" y="99409"/>
                    </a:cubicBezTo>
                    <a:cubicBezTo>
                      <a:pt x="7108" y="96815"/>
                      <a:pt x="4669" y="93650"/>
                      <a:pt x="2801" y="89915"/>
                    </a:cubicBezTo>
                    <a:cubicBezTo>
                      <a:pt x="934" y="86179"/>
                      <a:pt x="0" y="82028"/>
                      <a:pt x="0" y="77359"/>
                    </a:cubicBezTo>
                    <a:cubicBezTo>
                      <a:pt x="0" y="74090"/>
                      <a:pt x="519" y="70977"/>
                      <a:pt x="1608" y="68020"/>
                    </a:cubicBezTo>
                    <a:cubicBezTo>
                      <a:pt x="2697" y="65062"/>
                      <a:pt x="4150" y="62364"/>
                      <a:pt x="6018" y="59822"/>
                    </a:cubicBezTo>
                    <a:cubicBezTo>
                      <a:pt x="7886" y="57280"/>
                      <a:pt x="10169" y="55049"/>
                      <a:pt x="12764" y="53025"/>
                    </a:cubicBezTo>
                    <a:cubicBezTo>
                      <a:pt x="15358" y="51002"/>
                      <a:pt x="18212" y="49290"/>
                      <a:pt x="21325" y="47837"/>
                    </a:cubicBezTo>
                    <a:cubicBezTo>
                      <a:pt x="18730" y="44205"/>
                      <a:pt x="16811" y="40677"/>
                      <a:pt x="15669" y="37201"/>
                    </a:cubicBezTo>
                    <a:cubicBezTo>
                      <a:pt x="14527" y="33724"/>
                      <a:pt x="13905" y="30300"/>
                      <a:pt x="13905" y="26824"/>
                    </a:cubicBezTo>
                    <a:cubicBezTo>
                      <a:pt x="13905" y="23192"/>
                      <a:pt x="14579" y="19716"/>
                      <a:pt x="15877" y="16447"/>
                    </a:cubicBezTo>
                    <a:cubicBezTo>
                      <a:pt x="17174" y="13179"/>
                      <a:pt x="19145" y="10325"/>
                      <a:pt x="21636" y="7886"/>
                    </a:cubicBezTo>
                    <a:cubicBezTo>
                      <a:pt x="24178" y="5448"/>
                      <a:pt x="27240" y="3528"/>
                      <a:pt x="30923" y="2127"/>
                    </a:cubicBezTo>
                    <a:cubicBezTo>
                      <a:pt x="34607" y="726"/>
                      <a:pt x="38758" y="0"/>
                      <a:pt x="43428" y="0"/>
                    </a:cubicBezTo>
                    <a:cubicBezTo>
                      <a:pt x="47682" y="0"/>
                      <a:pt x="51522" y="675"/>
                      <a:pt x="54894" y="1972"/>
                    </a:cubicBezTo>
                    <a:cubicBezTo>
                      <a:pt x="58267" y="3269"/>
                      <a:pt x="61120" y="5033"/>
                      <a:pt x="63559" y="7212"/>
                    </a:cubicBezTo>
                    <a:cubicBezTo>
                      <a:pt x="65998" y="9391"/>
                      <a:pt x="67866" y="11881"/>
                      <a:pt x="69215" y="14683"/>
                    </a:cubicBezTo>
                    <a:cubicBezTo>
                      <a:pt x="70616" y="17485"/>
                      <a:pt x="71394" y="20390"/>
                      <a:pt x="71653" y="23400"/>
                    </a:cubicBezTo>
                    <a:lnTo>
                      <a:pt x="60239" y="25786"/>
                    </a:lnTo>
                    <a:cubicBezTo>
                      <a:pt x="58111" y="26201"/>
                      <a:pt x="56554" y="25319"/>
                      <a:pt x="55569" y="23036"/>
                    </a:cubicBezTo>
                    <a:cubicBezTo>
                      <a:pt x="55154" y="21791"/>
                      <a:pt x="54583" y="20598"/>
                      <a:pt x="53857" y="19456"/>
                    </a:cubicBezTo>
                    <a:cubicBezTo>
                      <a:pt x="53130" y="18315"/>
                      <a:pt x="52300" y="17329"/>
                      <a:pt x="51366" y="16499"/>
                    </a:cubicBezTo>
                    <a:cubicBezTo>
                      <a:pt x="50432" y="15669"/>
                      <a:pt x="49239" y="14994"/>
                      <a:pt x="47942" y="14476"/>
                    </a:cubicBezTo>
                    <a:cubicBezTo>
                      <a:pt x="46645" y="13957"/>
                      <a:pt x="45140" y="13697"/>
                      <a:pt x="43428" y="13697"/>
                    </a:cubicBezTo>
                    <a:cubicBezTo>
                      <a:pt x="41404" y="13697"/>
                      <a:pt x="39588" y="14061"/>
                      <a:pt x="37980" y="14735"/>
                    </a:cubicBezTo>
                    <a:cubicBezTo>
                      <a:pt x="36372" y="15409"/>
                      <a:pt x="35022" y="16395"/>
                      <a:pt x="33932" y="17589"/>
                    </a:cubicBezTo>
                    <a:cubicBezTo>
                      <a:pt x="32843" y="18782"/>
                      <a:pt x="32013" y="20183"/>
                      <a:pt x="31442" y="21739"/>
                    </a:cubicBezTo>
                    <a:cubicBezTo>
                      <a:pt x="30871" y="23296"/>
                      <a:pt x="30560" y="24956"/>
                      <a:pt x="30560" y="26720"/>
                    </a:cubicBezTo>
                    <a:cubicBezTo>
                      <a:pt x="30560" y="28173"/>
                      <a:pt x="30716" y="29574"/>
                      <a:pt x="30975" y="30923"/>
                    </a:cubicBezTo>
                    <a:cubicBezTo>
                      <a:pt x="31286" y="32272"/>
                      <a:pt x="31754" y="33621"/>
                      <a:pt x="32428" y="34970"/>
                    </a:cubicBezTo>
                    <a:cubicBezTo>
                      <a:pt x="33103" y="36319"/>
                      <a:pt x="33984" y="37720"/>
                      <a:pt x="35074" y="39172"/>
                    </a:cubicBezTo>
                    <a:cubicBezTo>
                      <a:pt x="36164" y="40625"/>
                      <a:pt x="37513" y="42130"/>
                      <a:pt x="39121" y="43790"/>
                    </a:cubicBezTo>
                    <a:lnTo>
                      <a:pt x="67035" y="72793"/>
                    </a:lnTo>
                    <a:cubicBezTo>
                      <a:pt x="68644" y="69732"/>
                      <a:pt x="69941" y="66515"/>
                      <a:pt x="70875" y="63143"/>
                    </a:cubicBezTo>
                    <a:cubicBezTo>
                      <a:pt x="71861" y="59770"/>
                      <a:pt x="72483" y="56294"/>
                      <a:pt x="72742" y="52818"/>
                    </a:cubicBezTo>
                    <a:cubicBezTo>
                      <a:pt x="72898" y="51728"/>
                      <a:pt x="73262" y="50794"/>
                      <a:pt x="73884" y="50120"/>
                    </a:cubicBezTo>
                    <a:cubicBezTo>
                      <a:pt x="74507" y="49445"/>
                      <a:pt x="75389" y="49082"/>
                      <a:pt x="76479" y="49082"/>
                    </a:cubicBezTo>
                    <a:lnTo>
                      <a:pt x="87685" y="49082"/>
                    </a:lnTo>
                    <a:cubicBezTo>
                      <a:pt x="87685" y="55464"/>
                      <a:pt x="86700" y="61586"/>
                      <a:pt x="84936" y="67397"/>
                    </a:cubicBezTo>
                    <a:cubicBezTo>
                      <a:pt x="83120" y="73208"/>
                      <a:pt x="80577" y="78552"/>
                      <a:pt x="77256" y="83429"/>
                    </a:cubicBezTo>
                    <a:lnTo>
                      <a:pt x="99256" y="106258"/>
                    </a:lnTo>
                    <a:close/>
                    <a:moveTo>
                      <a:pt x="29418" y="57176"/>
                    </a:moveTo>
                    <a:cubicBezTo>
                      <a:pt x="25527" y="59718"/>
                      <a:pt x="22726" y="62520"/>
                      <a:pt x="20961" y="65685"/>
                    </a:cubicBezTo>
                    <a:cubicBezTo>
                      <a:pt x="19197" y="68850"/>
                      <a:pt x="18315" y="72274"/>
                      <a:pt x="18315" y="75906"/>
                    </a:cubicBezTo>
                    <a:cubicBezTo>
                      <a:pt x="18315" y="78552"/>
                      <a:pt x="18782" y="80939"/>
                      <a:pt x="19716" y="83118"/>
                    </a:cubicBezTo>
                    <a:cubicBezTo>
                      <a:pt x="20650" y="85245"/>
                      <a:pt x="21895" y="87061"/>
                      <a:pt x="23452" y="88514"/>
                    </a:cubicBezTo>
                    <a:cubicBezTo>
                      <a:pt x="25008" y="89967"/>
                      <a:pt x="26876" y="91108"/>
                      <a:pt x="28952" y="91938"/>
                    </a:cubicBezTo>
                    <a:cubicBezTo>
                      <a:pt x="31079" y="92716"/>
                      <a:pt x="33310" y="93132"/>
                      <a:pt x="35697" y="93132"/>
                    </a:cubicBezTo>
                    <a:cubicBezTo>
                      <a:pt x="39951" y="93132"/>
                      <a:pt x="43843" y="92457"/>
                      <a:pt x="47371" y="91160"/>
                    </a:cubicBezTo>
                    <a:cubicBezTo>
                      <a:pt x="50899" y="89811"/>
                      <a:pt x="54116" y="87995"/>
                      <a:pt x="56970" y="85608"/>
                    </a:cubicBezTo>
                    <a:lnTo>
                      <a:pt x="29418" y="57228"/>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16" name="Google Shape;2016;p89"/>
              <p:cNvSpPr/>
              <p:nvPr/>
            </p:nvSpPr>
            <p:spPr>
              <a:xfrm>
                <a:off x="8001970" y="4427146"/>
                <a:ext cx="88723" cy="107347"/>
              </a:xfrm>
              <a:custGeom>
                <a:avLst/>
                <a:gdLst/>
                <a:ahLst/>
                <a:cxnLst/>
                <a:rect l="l" t="t" r="r" b="b"/>
                <a:pathLst>
                  <a:path w="88723" h="107347" extrusionOk="0">
                    <a:moveTo>
                      <a:pt x="78191" y="81406"/>
                    </a:moveTo>
                    <a:cubicBezTo>
                      <a:pt x="79280" y="81406"/>
                      <a:pt x="80214" y="81821"/>
                      <a:pt x="81045" y="82651"/>
                    </a:cubicBezTo>
                    <a:lnTo>
                      <a:pt x="88724" y="91004"/>
                    </a:lnTo>
                    <a:cubicBezTo>
                      <a:pt x="84469" y="96296"/>
                      <a:pt x="79229" y="100343"/>
                      <a:pt x="73002" y="103145"/>
                    </a:cubicBezTo>
                    <a:cubicBezTo>
                      <a:pt x="66776" y="105947"/>
                      <a:pt x="59304" y="107348"/>
                      <a:pt x="50588" y="107348"/>
                    </a:cubicBezTo>
                    <a:cubicBezTo>
                      <a:pt x="42805" y="107348"/>
                      <a:pt x="35800" y="105999"/>
                      <a:pt x="29574" y="103353"/>
                    </a:cubicBezTo>
                    <a:cubicBezTo>
                      <a:pt x="23348" y="100707"/>
                      <a:pt x="18056" y="96971"/>
                      <a:pt x="13646" y="92250"/>
                    </a:cubicBezTo>
                    <a:cubicBezTo>
                      <a:pt x="9235" y="87528"/>
                      <a:pt x="5863" y="81821"/>
                      <a:pt x="3528" y="75232"/>
                    </a:cubicBezTo>
                    <a:cubicBezTo>
                      <a:pt x="1193" y="68642"/>
                      <a:pt x="0" y="61431"/>
                      <a:pt x="0" y="53648"/>
                    </a:cubicBezTo>
                    <a:cubicBezTo>
                      <a:pt x="0" y="45865"/>
                      <a:pt x="1245" y="38550"/>
                      <a:pt x="3788" y="31961"/>
                    </a:cubicBezTo>
                    <a:cubicBezTo>
                      <a:pt x="6330" y="25371"/>
                      <a:pt x="9858" y="19768"/>
                      <a:pt x="14424" y="14994"/>
                    </a:cubicBezTo>
                    <a:cubicBezTo>
                      <a:pt x="18990" y="10273"/>
                      <a:pt x="24438" y="6537"/>
                      <a:pt x="30819" y="3943"/>
                    </a:cubicBezTo>
                    <a:cubicBezTo>
                      <a:pt x="37201" y="1349"/>
                      <a:pt x="44206" y="0"/>
                      <a:pt x="51885" y="0"/>
                    </a:cubicBezTo>
                    <a:cubicBezTo>
                      <a:pt x="59564" y="0"/>
                      <a:pt x="66309" y="1245"/>
                      <a:pt x="72276" y="3788"/>
                    </a:cubicBezTo>
                    <a:cubicBezTo>
                      <a:pt x="78243" y="6330"/>
                      <a:pt x="83275" y="9599"/>
                      <a:pt x="87426" y="13645"/>
                    </a:cubicBezTo>
                    <a:lnTo>
                      <a:pt x="80889" y="22725"/>
                    </a:lnTo>
                    <a:cubicBezTo>
                      <a:pt x="80474" y="23296"/>
                      <a:pt x="80007" y="23815"/>
                      <a:pt x="79384" y="24230"/>
                    </a:cubicBezTo>
                    <a:cubicBezTo>
                      <a:pt x="78761" y="24645"/>
                      <a:pt x="77932" y="24904"/>
                      <a:pt x="76894" y="24904"/>
                    </a:cubicBezTo>
                    <a:cubicBezTo>
                      <a:pt x="76167" y="24904"/>
                      <a:pt x="75441" y="24697"/>
                      <a:pt x="74663" y="24282"/>
                    </a:cubicBezTo>
                    <a:cubicBezTo>
                      <a:pt x="73884" y="23867"/>
                      <a:pt x="73054" y="23348"/>
                      <a:pt x="72120" y="22777"/>
                    </a:cubicBezTo>
                    <a:cubicBezTo>
                      <a:pt x="71186" y="22154"/>
                      <a:pt x="70149" y="21480"/>
                      <a:pt x="68903" y="20805"/>
                    </a:cubicBezTo>
                    <a:cubicBezTo>
                      <a:pt x="67658" y="20131"/>
                      <a:pt x="66309" y="19405"/>
                      <a:pt x="64701" y="18834"/>
                    </a:cubicBezTo>
                    <a:cubicBezTo>
                      <a:pt x="63092" y="18211"/>
                      <a:pt x="61224" y="17744"/>
                      <a:pt x="59149" y="17329"/>
                    </a:cubicBezTo>
                    <a:cubicBezTo>
                      <a:pt x="57022" y="16914"/>
                      <a:pt x="54583" y="16707"/>
                      <a:pt x="51833" y="16707"/>
                    </a:cubicBezTo>
                    <a:cubicBezTo>
                      <a:pt x="47112" y="16707"/>
                      <a:pt x="42857" y="17537"/>
                      <a:pt x="38966" y="19197"/>
                    </a:cubicBezTo>
                    <a:cubicBezTo>
                      <a:pt x="35074" y="20857"/>
                      <a:pt x="31702" y="23296"/>
                      <a:pt x="28900" y="26461"/>
                    </a:cubicBezTo>
                    <a:cubicBezTo>
                      <a:pt x="26098" y="29626"/>
                      <a:pt x="23919" y="33517"/>
                      <a:pt x="22362" y="38083"/>
                    </a:cubicBezTo>
                    <a:cubicBezTo>
                      <a:pt x="20806" y="42649"/>
                      <a:pt x="20028" y="47889"/>
                      <a:pt x="20028" y="53752"/>
                    </a:cubicBezTo>
                    <a:cubicBezTo>
                      <a:pt x="20028" y="59615"/>
                      <a:pt x="20858" y="64907"/>
                      <a:pt x="22518" y="69524"/>
                    </a:cubicBezTo>
                    <a:cubicBezTo>
                      <a:pt x="24178" y="74142"/>
                      <a:pt x="26461" y="77982"/>
                      <a:pt x="29315" y="81146"/>
                    </a:cubicBezTo>
                    <a:cubicBezTo>
                      <a:pt x="32169" y="84311"/>
                      <a:pt x="35541" y="86698"/>
                      <a:pt x="39433" y="88358"/>
                    </a:cubicBezTo>
                    <a:cubicBezTo>
                      <a:pt x="43324" y="90019"/>
                      <a:pt x="47474" y="90849"/>
                      <a:pt x="51937" y="90849"/>
                    </a:cubicBezTo>
                    <a:cubicBezTo>
                      <a:pt x="54583" y="90849"/>
                      <a:pt x="57022" y="90693"/>
                      <a:pt x="59149" y="90434"/>
                    </a:cubicBezTo>
                    <a:cubicBezTo>
                      <a:pt x="61328" y="90122"/>
                      <a:pt x="63300" y="89707"/>
                      <a:pt x="65116" y="89033"/>
                    </a:cubicBezTo>
                    <a:cubicBezTo>
                      <a:pt x="66931" y="88410"/>
                      <a:pt x="68644" y="87580"/>
                      <a:pt x="70252" y="86594"/>
                    </a:cubicBezTo>
                    <a:cubicBezTo>
                      <a:pt x="71861" y="85608"/>
                      <a:pt x="73469" y="84363"/>
                      <a:pt x="75078" y="82911"/>
                    </a:cubicBezTo>
                    <a:cubicBezTo>
                      <a:pt x="75544" y="82495"/>
                      <a:pt x="76063" y="82132"/>
                      <a:pt x="76583" y="81873"/>
                    </a:cubicBezTo>
                    <a:cubicBezTo>
                      <a:pt x="77101" y="81613"/>
                      <a:pt x="77672" y="81458"/>
                      <a:pt x="78243" y="81458"/>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17" name="Google Shape;2017;p89"/>
              <p:cNvSpPr/>
              <p:nvPr/>
            </p:nvSpPr>
            <p:spPr>
              <a:xfrm>
                <a:off x="8095778" y="4457654"/>
                <a:ext cx="73676" cy="76788"/>
              </a:xfrm>
              <a:custGeom>
                <a:avLst/>
                <a:gdLst/>
                <a:ahLst/>
                <a:cxnLst/>
                <a:rect l="l" t="t" r="r" b="b"/>
                <a:pathLst>
                  <a:path w="73676" h="76788" extrusionOk="0">
                    <a:moveTo>
                      <a:pt x="36994" y="0"/>
                    </a:moveTo>
                    <a:cubicBezTo>
                      <a:pt x="42494" y="0"/>
                      <a:pt x="47527" y="882"/>
                      <a:pt x="52041" y="2698"/>
                    </a:cubicBezTo>
                    <a:cubicBezTo>
                      <a:pt x="56555" y="4514"/>
                      <a:pt x="60446" y="7056"/>
                      <a:pt x="63663" y="10325"/>
                    </a:cubicBezTo>
                    <a:cubicBezTo>
                      <a:pt x="66880" y="13594"/>
                      <a:pt x="69370" y="17641"/>
                      <a:pt x="71082" y="22362"/>
                    </a:cubicBezTo>
                    <a:cubicBezTo>
                      <a:pt x="72847" y="27135"/>
                      <a:pt x="73677" y="32427"/>
                      <a:pt x="73677" y="38290"/>
                    </a:cubicBezTo>
                    <a:cubicBezTo>
                      <a:pt x="73677" y="44153"/>
                      <a:pt x="72795" y="49549"/>
                      <a:pt x="71082" y="54271"/>
                    </a:cubicBezTo>
                    <a:cubicBezTo>
                      <a:pt x="69319" y="59044"/>
                      <a:pt x="66880" y="63039"/>
                      <a:pt x="63663" y="66412"/>
                    </a:cubicBezTo>
                    <a:cubicBezTo>
                      <a:pt x="60446" y="69784"/>
                      <a:pt x="56555" y="72326"/>
                      <a:pt x="52041" y="74090"/>
                    </a:cubicBezTo>
                    <a:cubicBezTo>
                      <a:pt x="47527" y="75854"/>
                      <a:pt x="42494" y="76788"/>
                      <a:pt x="36994" y="76788"/>
                    </a:cubicBezTo>
                    <a:cubicBezTo>
                      <a:pt x="31494" y="76788"/>
                      <a:pt x="26357" y="75906"/>
                      <a:pt x="21792" y="74090"/>
                    </a:cubicBezTo>
                    <a:cubicBezTo>
                      <a:pt x="17226" y="72274"/>
                      <a:pt x="13334" y="69732"/>
                      <a:pt x="10117" y="66412"/>
                    </a:cubicBezTo>
                    <a:cubicBezTo>
                      <a:pt x="6901" y="63091"/>
                      <a:pt x="4410" y="59044"/>
                      <a:pt x="2646" y="54271"/>
                    </a:cubicBezTo>
                    <a:cubicBezTo>
                      <a:pt x="882" y="49497"/>
                      <a:pt x="0" y="44205"/>
                      <a:pt x="0" y="38290"/>
                    </a:cubicBezTo>
                    <a:cubicBezTo>
                      <a:pt x="0" y="32375"/>
                      <a:pt x="882" y="27135"/>
                      <a:pt x="2646" y="22362"/>
                    </a:cubicBezTo>
                    <a:cubicBezTo>
                      <a:pt x="4410" y="17641"/>
                      <a:pt x="6901" y="13594"/>
                      <a:pt x="10117" y="10325"/>
                    </a:cubicBezTo>
                    <a:cubicBezTo>
                      <a:pt x="13334" y="7056"/>
                      <a:pt x="17226" y="4514"/>
                      <a:pt x="21792" y="2698"/>
                    </a:cubicBezTo>
                    <a:cubicBezTo>
                      <a:pt x="26357" y="934"/>
                      <a:pt x="31391" y="0"/>
                      <a:pt x="36994" y="0"/>
                    </a:cubicBezTo>
                    <a:close/>
                    <a:moveTo>
                      <a:pt x="36994" y="62935"/>
                    </a:moveTo>
                    <a:cubicBezTo>
                      <a:pt x="43168" y="62935"/>
                      <a:pt x="47786" y="60860"/>
                      <a:pt x="50744" y="56709"/>
                    </a:cubicBezTo>
                    <a:cubicBezTo>
                      <a:pt x="53701" y="52558"/>
                      <a:pt x="55206" y="46436"/>
                      <a:pt x="55206" y="38394"/>
                    </a:cubicBezTo>
                    <a:cubicBezTo>
                      <a:pt x="55206" y="30352"/>
                      <a:pt x="53701" y="24230"/>
                      <a:pt x="50744" y="20027"/>
                    </a:cubicBezTo>
                    <a:cubicBezTo>
                      <a:pt x="47786" y="15825"/>
                      <a:pt x="43168" y="13697"/>
                      <a:pt x="36994" y="13697"/>
                    </a:cubicBezTo>
                    <a:cubicBezTo>
                      <a:pt x="30820" y="13697"/>
                      <a:pt x="26046" y="15825"/>
                      <a:pt x="22985" y="20079"/>
                    </a:cubicBezTo>
                    <a:cubicBezTo>
                      <a:pt x="19976" y="24334"/>
                      <a:pt x="18419" y="30456"/>
                      <a:pt x="18419" y="38446"/>
                    </a:cubicBezTo>
                    <a:cubicBezTo>
                      <a:pt x="18419" y="46436"/>
                      <a:pt x="19924" y="52506"/>
                      <a:pt x="22985" y="56709"/>
                    </a:cubicBezTo>
                    <a:cubicBezTo>
                      <a:pt x="25995" y="60912"/>
                      <a:pt x="30664" y="62987"/>
                      <a:pt x="36994" y="62987"/>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18" name="Google Shape;2018;p89"/>
              <p:cNvSpPr/>
              <p:nvPr/>
            </p:nvSpPr>
            <p:spPr>
              <a:xfrm>
                <a:off x="8183464" y="4425382"/>
                <a:ext cx="17952" cy="107918"/>
              </a:xfrm>
              <a:custGeom>
                <a:avLst/>
                <a:gdLst/>
                <a:ahLst/>
                <a:cxnLst/>
                <a:rect l="l" t="t" r="r" b="b"/>
                <a:pathLst>
                  <a:path w="17952" h="107918" extrusionOk="0">
                    <a:moveTo>
                      <a:pt x="17952" y="0"/>
                    </a:moveTo>
                    <a:lnTo>
                      <a:pt x="17952" y="107918"/>
                    </a:lnTo>
                    <a:lnTo>
                      <a:pt x="0" y="107918"/>
                    </a:lnTo>
                    <a:lnTo>
                      <a:pt x="0" y="0"/>
                    </a:lnTo>
                    <a:lnTo>
                      <a:pt x="17952" y="0"/>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19" name="Google Shape;2019;p89"/>
              <p:cNvSpPr/>
              <p:nvPr/>
            </p:nvSpPr>
            <p:spPr>
              <a:xfrm>
                <a:off x="8219576" y="4425382"/>
                <a:ext cx="17952" cy="107918"/>
              </a:xfrm>
              <a:custGeom>
                <a:avLst/>
                <a:gdLst/>
                <a:ahLst/>
                <a:cxnLst/>
                <a:rect l="l" t="t" r="r" b="b"/>
                <a:pathLst>
                  <a:path w="17952" h="107918" extrusionOk="0">
                    <a:moveTo>
                      <a:pt x="17952" y="0"/>
                    </a:moveTo>
                    <a:lnTo>
                      <a:pt x="17952" y="107918"/>
                    </a:lnTo>
                    <a:lnTo>
                      <a:pt x="0" y="107918"/>
                    </a:lnTo>
                    <a:lnTo>
                      <a:pt x="0" y="0"/>
                    </a:lnTo>
                    <a:lnTo>
                      <a:pt x="17952" y="0"/>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20" name="Google Shape;2020;p89"/>
              <p:cNvSpPr/>
              <p:nvPr/>
            </p:nvSpPr>
            <p:spPr>
              <a:xfrm>
                <a:off x="8250033" y="4457394"/>
                <a:ext cx="62262" cy="76995"/>
              </a:xfrm>
              <a:custGeom>
                <a:avLst/>
                <a:gdLst/>
                <a:ahLst/>
                <a:cxnLst/>
                <a:rect l="l" t="t" r="r" b="b"/>
                <a:pathLst>
                  <a:path w="62262" h="76995" extrusionOk="0">
                    <a:moveTo>
                      <a:pt x="3684" y="11778"/>
                    </a:moveTo>
                    <a:cubicBezTo>
                      <a:pt x="12245" y="3943"/>
                      <a:pt x="22570" y="0"/>
                      <a:pt x="34608" y="0"/>
                    </a:cubicBezTo>
                    <a:cubicBezTo>
                      <a:pt x="38966" y="0"/>
                      <a:pt x="42857" y="726"/>
                      <a:pt x="46282" y="2127"/>
                    </a:cubicBezTo>
                    <a:cubicBezTo>
                      <a:pt x="49706" y="3528"/>
                      <a:pt x="52612" y="5552"/>
                      <a:pt x="54998" y="8094"/>
                    </a:cubicBezTo>
                    <a:cubicBezTo>
                      <a:pt x="57385" y="10636"/>
                      <a:pt x="59201" y="13697"/>
                      <a:pt x="60394" y="17225"/>
                    </a:cubicBezTo>
                    <a:cubicBezTo>
                      <a:pt x="61640" y="20754"/>
                      <a:pt x="62262" y="24645"/>
                      <a:pt x="62262" y="28847"/>
                    </a:cubicBezTo>
                    <a:lnTo>
                      <a:pt x="62262" y="75906"/>
                    </a:lnTo>
                    <a:lnTo>
                      <a:pt x="54117" y="75906"/>
                    </a:lnTo>
                    <a:cubicBezTo>
                      <a:pt x="52404" y="75906"/>
                      <a:pt x="51107" y="75647"/>
                      <a:pt x="50173" y="75128"/>
                    </a:cubicBezTo>
                    <a:cubicBezTo>
                      <a:pt x="49239" y="74609"/>
                      <a:pt x="48513" y="73571"/>
                      <a:pt x="47994" y="72067"/>
                    </a:cubicBezTo>
                    <a:lnTo>
                      <a:pt x="46386" y="66671"/>
                    </a:lnTo>
                    <a:cubicBezTo>
                      <a:pt x="44518" y="68383"/>
                      <a:pt x="42649" y="69836"/>
                      <a:pt x="40886" y="71133"/>
                    </a:cubicBezTo>
                    <a:cubicBezTo>
                      <a:pt x="39122" y="72430"/>
                      <a:pt x="37254" y="73519"/>
                      <a:pt x="35282" y="74350"/>
                    </a:cubicBezTo>
                    <a:cubicBezTo>
                      <a:pt x="33362" y="75232"/>
                      <a:pt x="31287" y="75906"/>
                      <a:pt x="29056" y="76321"/>
                    </a:cubicBezTo>
                    <a:cubicBezTo>
                      <a:pt x="26877" y="76788"/>
                      <a:pt x="24438" y="76996"/>
                      <a:pt x="21740" y="76996"/>
                    </a:cubicBezTo>
                    <a:cubicBezTo>
                      <a:pt x="18575" y="76996"/>
                      <a:pt x="15669" y="76581"/>
                      <a:pt x="13023" y="75699"/>
                    </a:cubicBezTo>
                    <a:cubicBezTo>
                      <a:pt x="10377" y="74868"/>
                      <a:pt x="8042" y="73571"/>
                      <a:pt x="6123" y="71911"/>
                    </a:cubicBezTo>
                    <a:cubicBezTo>
                      <a:pt x="4203" y="70199"/>
                      <a:pt x="2698" y="68123"/>
                      <a:pt x="1609" y="65581"/>
                    </a:cubicBezTo>
                    <a:cubicBezTo>
                      <a:pt x="519" y="63039"/>
                      <a:pt x="0" y="60133"/>
                      <a:pt x="0" y="56813"/>
                    </a:cubicBezTo>
                    <a:cubicBezTo>
                      <a:pt x="0" y="54945"/>
                      <a:pt x="312" y="53025"/>
                      <a:pt x="934" y="51209"/>
                    </a:cubicBezTo>
                    <a:cubicBezTo>
                      <a:pt x="1557" y="49393"/>
                      <a:pt x="2594" y="47577"/>
                      <a:pt x="3995" y="45865"/>
                    </a:cubicBezTo>
                    <a:cubicBezTo>
                      <a:pt x="5448" y="44153"/>
                      <a:pt x="7264" y="42597"/>
                      <a:pt x="9547" y="41092"/>
                    </a:cubicBezTo>
                    <a:cubicBezTo>
                      <a:pt x="11830" y="39587"/>
                      <a:pt x="14632" y="38290"/>
                      <a:pt x="17953" y="37149"/>
                    </a:cubicBezTo>
                    <a:cubicBezTo>
                      <a:pt x="21273" y="36059"/>
                      <a:pt x="25112" y="35125"/>
                      <a:pt x="29523" y="34399"/>
                    </a:cubicBezTo>
                    <a:cubicBezTo>
                      <a:pt x="33933" y="33724"/>
                      <a:pt x="38966" y="33258"/>
                      <a:pt x="44621" y="33102"/>
                    </a:cubicBezTo>
                    <a:lnTo>
                      <a:pt x="44621" y="28744"/>
                    </a:lnTo>
                    <a:cubicBezTo>
                      <a:pt x="44621" y="23763"/>
                      <a:pt x="43532" y="20079"/>
                      <a:pt x="41404" y="17693"/>
                    </a:cubicBezTo>
                    <a:cubicBezTo>
                      <a:pt x="39277" y="15306"/>
                      <a:pt x="36216" y="14113"/>
                      <a:pt x="32169" y="14113"/>
                    </a:cubicBezTo>
                    <a:cubicBezTo>
                      <a:pt x="29263" y="14113"/>
                      <a:pt x="26877" y="14475"/>
                      <a:pt x="24957" y="15150"/>
                    </a:cubicBezTo>
                    <a:cubicBezTo>
                      <a:pt x="23037" y="15824"/>
                      <a:pt x="21377" y="16603"/>
                      <a:pt x="19924" y="17433"/>
                    </a:cubicBezTo>
                    <a:cubicBezTo>
                      <a:pt x="18471" y="18263"/>
                      <a:pt x="17174" y="19041"/>
                      <a:pt x="15981" y="19716"/>
                    </a:cubicBezTo>
                    <a:cubicBezTo>
                      <a:pt x="14787" y="20390"/>
                      <a:pt x="13490" y="20754"/>
                      <a:pt x="12038" y="20754"/>
                    </a:cubicBezTo>
                    <a:cubicBezTo>
                      <a:pt x="10793" y="20754"/>
                      <a:pt x="9703" y="20442"/>
                      <a:pt x="8821" y="19768"/>
                    </a:cubicBezTo>
                    <a:cubicBezTo>
                      <a:pt x="7939" y="19093"/>
                      <a:pt x="7264" y="18367"/>
                      <a:pt x="6693" y="17485"/>
                    </a:cubicBezTo>
                    <a:lnTo>
                      <a:pt x="3477" y="11726"/>
                    </a:lnTo>
                    <a:close/>
                    <a:moveTo>
                      <a:pt x="44777" y="44101"/>
                    </a:moveTo>
                    <a:cubicBezTo>
                      <a:pt x="39588" y="44361"/>
                      <a:pt x="35230" y="44776"/>
                      <a:pt x="31702" y="45450"/>
                    </a:cubicBezTo>
                    <a:cubicBezTo>
                      <a:pt x="28174" y="46125"/>
                      <a:pt x="25320" y="46955"/>
                      <a:pt x="23193" y="47941"/>
                    </a:cubicBezTo>
                    <a:cubicBezTo>
                      <a:pt x="21066" y="48978"/>
                      <a:pt x="19561" y="50120"/>
                      <a:pt x="18627" y="51521"/>
                    </a:cubicBezTo>
                    <a:cubicBezTo>
                      <a:pt x="17693" y="52870"/>
                      <a:pt x="17226" y="54374"/>
                      <a:pt x="17226" y="55931"/>
                    </a:cubicBezTo>
                    <a:cubicBezTo>
                      <a:pt x="17226" y="59096"/>
                      <a:pt x="18160" y="61327"/>
                      <a:pt x="20028" y="62676"/>
                    </a:cubicBezTo>
                    <a:cubicBezTo>
                      <a:pt x="21895" y="64025"/>
                      <a:pt x="24334" y="64699"/>
                      <a:pt x="27344" y="64699"/>
                    </a:cubicBezTo>
                    <a:cubicBezTo>
                      <a:pt x="31027" y="64699"/>
                      <a:pt x="34192" y="64025"/>
                      <a:pt x="36890" y="62728"/>
                    </a:cubicBezTo>
                    <a:cubicBezTo>
                      <a:pt x="39588" y="61379"/>
                      <a:pt x="42183" y="59355"/>
                      <a:pt x="44777" y="56657"/>
                    </a:cubicBezTo>
                    <a:lnTo>
                      <a:pt x="44777" y="4410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21" name="Google Shape;2021;p89"/>
              <p:cNvSpPr/>
              <p:nvPr/>
            </p:nvSpPr>
            <p:spPr>
              <a:xfrm>
                <a:off x="8329210" y="4425538"/>
                <a:ext cx="68540" cy="108955"/>
              </a:xfrm>
              <a:custGeom>
                <a:avLst/>
                <a:gdLst/>
                <a:ahLst/>
                <a:cxnLst/>
                <a:rect l="l" t="t" r="r" b="b"/>
                <a:pathLst>
                  <a:path w="68540" h="108955" extrusionOk="0">
                    <a:moveTo>
                      <a:pt x="17901" y="42441"/>
                    </a:moveTo>
                    <a:cubicBezTo>
                      <a:pt x="20910" y="39276"/>
                      <a:pt x="24231" y="36786"/>
                      <a:pt x="27862" y="34918"/>
                    </a:cubicBezTo>
                    <a:cubicBezTo>
                      <a:pt x="31495" y="33050"/>
                      <a:pt x="35697" y="32116"/>
                      <a:pt x="40419" y="32116"/>
                    </a:cubicBezTo>
                    <a:cubicBezTo>
                      <a:pt x="44725" y="32116"/>
                      <a:pt x="48616" y="32946"/>
                      <a:pt x="52093" y="34658"/>
                    </a:cubicBezTo>
                    <a:cubicBezTo>
                      <a:pt x="55569" y="36371"/>
                      <a:pt x="58527" y="38809"/>
                      <a:pt x="60965" y="41974"/>
                    </a:cubicBezTo>
                    <a:cubicBezTo>
                      <a:pt x="63404" y="45139"/>
                      <a:pt x="65271" y="48978"/>
                      <a:pt x="66568" y="53492"/>
                    </a:cubicBezTo>
                    <a:cubicBezTo>
                      <a:pt x="67866" y="58006"/>
                      <a:pt x="68540" y="63039"/>
                      <a:pt x="68540" y="68694"/>
                    </a:cubicBezTo>
                    <a:cubicBezTo>
                      <a:pt x="68540" y="74765"/>
                      <a:pt x="67814" y="80264"/>
                      <a:pt x="66309" y="85193"/>
                    </a:cubicBezTo>
                    <a:cubicBezTo>
                      <a:pt x="64805" y="90122"/>
                      <a:pt x="62677" y="94377"/>
                      <a:pt x="59876" y="97853"/>
                    </a:cubicBezTo>
                    <a:cubicBezTo>
                      <a:pt x="57074" y="101381"/>
                      <a:pt x="53753" y="104079"/>
                      <a:pt x="49810" y="106051"/>
                    </a:cubicBezTo>
                    <a:cubicBezTo>
                      <a:pt x="45866" y="107970"/>
                      <a:pt x="41508" y="108956"/>
                      <a:pt x="36734" y="108956"/>
                    </a:cubicBezTo>
                    <a:cubicBezTo>
                      <a:pt x="34400" y="108956"/>
                      <a:pt x="32324" y="108749"/>
                      <a:pt x="30405" y="108281"/>
                    </a:cubicBezTo>
                    <a:cubicBezTo>
                      <a:pt x="28485" y="107815"/>
                      <a:pt x="26773" y="107192"/>
                      <a:pt x="25164" y="106362"/>
                    </a:cubicBezTo>
                    <a:cubicBezTo>
                      <a:pt x="23556" y="105532"/>
                      <a:pt x="22103" y="104546"/>
                      <a:pt x="20754" y="103353"/>
                    </a:cubicBezTo>
                    <a:cubicBezTo>
                      <a:pt x="19405" y="102159"/>
                      <a:pt x="18160" y="100862"/>
                      <a:pt x="16967" y="99410"/>
                    </a:cubicBezTo>
                    <a:lnTo>
                      <a:pt x="16188" y="104442"/>
                    </a:lnTo>
                    <a:cubicBezTo>
                      <a:pt x="15877" y="105687"/>
                      <a:pt x="15410" y="106621"/>
                      <a:pt x="14683" y="107140"/>
                    </a:cubicBezTo>
                    <a:cubicBezTo>
                      <a:pt x="13957" y="107659"/>
                      <a:pt x="13023" y="107919"/>
                      <a:pt x="11830" y="107919"/>
                    </a:cubicBezTo>
                    <a:lnTo>
                      <a:pt x="0" y="107919"/>
                    </a:lnTo>
                    <a:lnTo>
                      <a:pt x="0" y="0"/>
                    </a:lnTo>
                    <a:lnTo>
                      <a:pt x="17952" y="0"/>
                    </a:lnTo>
                    <a:lnTo>
                      <a:pt x="17952" y="42545"/>
                    </a:lnTo>
                    <a:close/>
                    <a:moveTo>
                      <a:pt x="17901" y="88462"/>
                    </a:moveTo>
                    <a:cubicBezTo>
                      <a:pt x="19924" y="90952"/>
                      <a:pt x="22155" y="92665"/>
                      <a:pt x="24542" y="93702"/>
                    </a:cubicBezTo>
                    <a:cubicBezTo>
                      <a:pt x="26929" y="94740"/>
                      <a:pt x="29471" y="95207"/>
                      <a:pt x="32117" y="95207"/>
                    </a:cubicBezTo>
                    <a:cubicBezTo>
                      <a:pt x="34763" y="95207"/>
                      <a:pt x="37358" y="94688"/>
                      <a:pt x="39536" y="93702"/>
                    </a:cubicBezTo>
                    <a:cubicBezTo>
                      <a:pt x="41716" y="92716"/>
                      <a:pt x="43636" y="91160"/>
                      <a:pt x="45140" y="89033"/>
                    </a:cubicBezTo>
                    <a:cubicBezTo>
                      <a:pt x="46697" y="86905"/>
                      <a:pt x="47890" y="84260"/>
                      <a:pt x="48720" y="80991"/>
                    </a:cubicBezTo>
                    <a:cubicBezTo>
                      <a:pt x="49551" y="77722"/>
                      <a:pt x="49965" y="73831"/>
                      <a:pt x="49965" y="69265"/>
                    </a:cubicBezTo>
                    <a:cubicBezTo>
                      <a:pt x="49965" y="61067"/>
                      <a:pt x="48616" y="55153"/>
                      <a:pt x="45918" y="51521"/>
                    </a:cubicBezTo>
                    <a:cubicBezTo>
                      <a:pt x="43220" y="47837"/>
                      <a:pt x="39329" y="46021"/>
                      <a:pt x="34244" y="46021"/>
                    </a:cubicBezTo>
                    <a:cubicBezTo>
                      <a:pt x="30820" y="46021"/>
                      <a:pt x="27810" y="46799"/>
                      <a:pt x="25216" y="48408"/>
                    </a:cubicBezTo>
                    <a:cubicBezTo>
                      <a:pt x="22622" y="49964"/>
                      <a:pt x="20183" y="52195"/>
                      <a:pt x="17901" y="55049"/>
                    </a:cubicBezTo>
                    <a:lnTo>
                      <a:pt x="17901" y="88462"/>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22" name="Google Shape;2022;p89"/>
              <p:cNvSpPr/>
              <p:nvPr/>
            </p:nvSpPr>
            <p:spPr>
              <a:xfrm>
                <a:off x="8407608" y="4457654"/>
                <a:ext cx="73677" cy="76788"/>
              </a:xfrm>
              <a:custGeom>
                <a:avLst/>
                <a:gdLst/>
                <a:ahLst/>
                <a:cxnLst/>
                <a:rect l="l" t="t" r="r" b="b"/>
                <a:pathLst>
                  <a:path w="73677" h="76788" extrusionOk="0">
                    <a:moveTo>
                      <a:pt x="36994" y="0"/>
                    </a:moveTo>
                    <a:cubicBezTo>
                      <a:pt x="42494" y="0"/>
                      <a:pt x="47527" y="882"/>
                      <a:pt x="52041" y="2698"/>
                    </a:cubicBezTo>
                    <a:cubicBezTo>
                      <a:pt x="56555" y="4514"/>
                      <a:pt x="60446" y="7056"/>
                      <a:pt x="63663" y="10325"/>
                    </a:cubicBezTo>
                    <a:cubicBezTo>
                      <a:pt x="66880" y="13594"/>
                      <a:pt x="69370" y="17641"/>
                      <a:pt x="71083" y="22362"/>
                    </a:cubicBezTo>
                    <a:cubicBezTo>
                      <a:pt x="72847" y="27135"/>
                      <a:pt x="73677" y="32427"/>
                      <a:pt x="73677" y="38290"/>
                    </a:cubicBezTo>
                    <a:cubicBezTo>
                      <a:pt x="73677" y="44153"/>
                      <a:pt x="72795" y="49549"/>
                      <a:pt x="71083" y="54271"/>
                    </a:cubicBezTo>
                    <a:cubicBezTo>
                      <a:pt x="69319" y="59044"/>
                      <a:pt x="66880" y="63039"/>
                      <a:pt x="63663" y="66412"/>
                    </a:cubicBezTo>
                    <a:cubicBezTo>
                      <a:pt x="60446" y="69784"/>
                      <a:pt x="56555" y="72326"/>
                      <a:pt x="52041" y="74090"/>
                    </a:cubicBezTo>
                    <a:cubicBezTo>
                      <a:pt x="47527" y="75854"/>
                      <a:pt x="42494" y="76788"/>
                      <a:pt x="36994" y="76788"/>
                    </a:cubicBezTo>
                    <a:cubicBezTo>
                      <a:pt x="31495" y="76788"/>
                      <a:pt x="26358" y="75906"/>
                      <a:pt x="21792" y="74090"/>
                    </a:cubicBezTo>
                    <a:cubicBezTo>
                      <a:pt x="17226" y="72274"/>
                      <a:pt x="13335" y="69732"/>
                      <a:pt x="10118" y="66412"/>
                    </a:cubicBezTo>
                    <a:cubicBezTo>
                      <a:pt x="6901" y="63091"/>
                      <a:pt x="4410" y="59044"/>
                      <a:pt x="2646" y="54271"/>
                    </a:cubicBezTo>
                    <a:cubicBezTo>
                      <a:pt x="882" y="49497"/>
                      <a:pt x="0" y="44205"/>
                      <a:pt x="0" y="38290"/>
                    </a:cubicBezTo>
                    <a:cubicBezTo>
                      <a:pt x="0" y="32375"/>
                      <a:pt x="882" y="27135"/>
                      <a:pt x="2646" y="22362"/>
                    </a:cubicBezTo>
                    <a:cubicBezTo>
                      <a:pt x="4410" y="17641"/>
                      <a:pt x="6901" y="13594"/>
                      <a:pt x="10118" y="10325"/>
                    </a:cubicBezTo>
                    <a:cubicBezTo>
                      <a:pt x="13335" y="7056"/>
                      <a:pt x="17226" y="4514"/>
                      <a:pt x="21792" y="2698"/>
                    </a:cubicBezTo>
                    <a:cubicBezTo>
                      <a:pt x="26358" y="934"/>
                      <a:pt x="31391" y="0"/>
                      <a:pt x="36994" y="0"/>
                    </a:cubicBezTo>
                    <a:close/>
                    <a:moveTo>
                      <a:pt x="36994" y="62935"/>
                    </a:moveTo>
                    <a:cubicBezTo>
                      <a:pt x="43169" y="62935"/>
                      <a:pt x="47787" y="60860"/>
                      <a:pt x="50744" y="56709"/>
                    </a:cubicBezTo>
                    <a:cubicBezTo>
                      <a:pt x="53701" y="52558"/>
                      <a:pt x="55206" y="46436"/>
                      <a:pt x="55206" y="38394"/>
                    </a:cubicBezTo>
                    <a:cubicBezTo>
                      <a:pt x="55206" y="30352"/>
                      <a:pt x="53701" y="24230"/>
                      <a:pt x="50744" y="20027"/>
                    </a:cubicBezTo>
                    <a:cubicBezTo>
                      <a:pt x="47787" y="15825"/>
                      <a:pt x="43169" y="13697"/>
                      <a:pt x="36994" y="13697"/>
                    </a:cubicBezTo>
                    <a:cubicBezTo>
                      <a:pt x="30820" y="13697"/>
                      <a:pt x="26046" y="15825"/>
                      <a:pt x="22985" y="20079"/>
                    </a:cubicBezTo>
                    <a:cubicBezTo>
                      <a:pt x="19976" y="24334"/>
                      <a:pt x="18419" y="30456"/>
                      <a:pt x="18419" y="38446"/>
                    </a:cubicBezTo>
                    <a:cubicBezTo>
                      <a:pt x="18419" y="46436"/>
                      <a:pt x="19924" y="52506"/>
                      <a:pt x="22985" y="56709"/>
                    </a:cubicBezTo>
                    <a:cubicBezTo>
                      <a:pt x="25995" y="60912"/>
                      <a:pt x="30664" y="62987"/>
                      <a:pt x="36994" y="62987"/>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23" name="Google Shape;2023;p89"/>
              <p:cNvSpPr/>
              <p:nvPr/>
            </p:nvSpPr>
            <p:spPr>
              <a:xfrm>
                <a:off x="8495086" y="4457394"/>
                <a:ext cx="44828" cy="75906"/>
              </a:xfrm>
              <a:custGeom>
                <a:avLst/>
                <a:gdLst/>
                <a:ahLst/>
                <a:cxnLst/>
                <a:rect l="l" t="t" r="r" b="b"/>
                <a:pathLst>
                  <a:path w="44828" h="75906" extrusionOk="0">
                    <a:moveTo>
                      <a:pt x="16915" y="14320"/>
                    </a:moveTo>
                    <a:cubicBezTo>
                      <a:pt x="19250" y="9858"/>
                      <a:pt x="21999" y="6382"/>
                      <a:pt x="25216" y="3839"/>
                    </a:cubicBezTo>
                    <a:cubicBezTo>
                      <a:pt x="28434" y="1297"/>
                      <a:pt x="32169" y="0"/>
                      <a:pt x="36527" y="0"/>
                    </a:cubicBezTo>
                    <a:cubicBezTo>
                      <a:pt x="39952" y="0"/>
                      <a:pt x="42702" y="726"/>
                      <a:pt x="44829" y="2231"/>
                    </a:cubicBezTo>
                    <a:lnTo>
                      <a:pt x="43688" y="15669"/>
                    </a:lnTo>
                    <a:cubicBezTo>
                      <a:pt x="43428" y="16551"/>
                      <a:pt x="43117" y="17174"/>
                      <a:pt x="42650" y="17537"/>
                    </a:cubicBezTo>
                    <a:cubicBezTo>
                      <a:pt x="42183" y="17900"/>
                      <a:pt x="41560" y="18107"/>
                      <a:pt x="40782" y="18107"/>
                    </a:cubicBezTo>
                    <a:cubicBezTo>
                      <a:pt x="40056" y="18107"/>
                      <a:pt x="38966" y="18004"/>
                      <a:pt x="37565" y="17744"/>
                    </a:cubicBezTo>
                    <a:cubicBezTo>
                      <a:pt x="36113" y="17485"/>
                      <a:pt x="34763" y="17381"/>
                      <a:pt x="33362" y="17381"/>
                    </a:cubicBezTo>
                    <a:cubicBezTo>
                      <a:pt x="31391" y="17381"/>
                      <a:pt x="29627" y="17693"/>
                      <a:pt x="28070" y="18263"/>
                    </a:cubicBezTo>
                    <a:cubicBezTo>
                      <a:pt x="26513" y="18834"/>
                      <a:pt x="25113" y="19664"/>
                      <a:pt x="23868" y="20754"/>
                    </a:cubicBezTo>
                    <a:cubicBezTo>
                      <a:pt x="22622" y="21843"/>
                      <a:pt x="21532" y="23140"/>
                      <a:pt x="20599" y="24697"/>
                    </a:cubicBezTo>
                    <a:cubicBezTo>
                      <a:pt x="19665" y="26253"/>
                      <a:pt x="18782" y="28017"/>
                      <a:pt x="17953" y="29989"/>
                    </a:cubicBezTo>
                    <a:lnTo>
                      <a:pt x="17953" y="75906"/>
                    </a:lnTo>
                    <a:lnTo>
                      <a:pt x="0" y="75906"/>
                    </a:lnTo>
                    <a:lnTo>
                      <a:pt x="0" y="1401"/>
                    </a:lnTo>
                    <a:lnTo>
                      <a:pt x="10533" y="1401"/>
                    </a:lnTo>
                    <a:cubicBezTo>
                      <a:pt x="12349" y="1401"/>
                      <a:pt x="13646" y="1712"/>
                      <a:pt x="14372" y="2387"/>
                    </a:cubicBezTo>
                    <a:cubicBezTo>
                      <a:pt x="15099" y="3061"/>
                      <a:pt x="15566" y="4203"/>
                      <a:pt x="15825" y="5915"/>
                    </a:cubicBezTo>
                    <a:lnTo>
                      <a:pt x="16915" y="14320"/>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24" name="Google Shape;2024;p89"/>
              <p:cNvSpPr/>
              <p:nvPr/>
            </p:nvSpPr>
            <p:spPr>
              <a:xfrm>
                <a:off x="8542873" y="4457394"/>
                <a:ext cx="62262" cy="76995"/>
              </a:xfrm>
              <a:custGeom>
                <a:avLst/>
                <a:gdLst/>
                <a:ahLst/>
                <a:cxnLst/>
                <a:rect l="l" t="t" r="r" b="b"/>
                <a:pathLst>
                  <a:path w="62262" h="76995" extrusionOk="0">
                    <a:moveTo>
                      <a:pt x="3684" y="11778"/>
                    </a:moveTo>
                    <a:cubicBezTo>
                      <a:pt x="12245" y="3943"/>
                      <a:pt x="22570" y="0"/>
                      <a:pt x="34607" y="0"/>
                    </a:cubicBezTo>
                    <a:cubicBezTo>
                      <a:pt x="38966" y="0"/>
                      <a:pt x="42857" y="726"/>
                      <a:pt x="46281" y="2127"/>
                    </a:cubicBezTo>
                    <a:cubicBezTo>
                      <a:pt x="49706" y="3528"/>
                      <a:pt x="52612" y="5552"/>
                      <a:pt x="54998" y="8094"/>
                    </a:cubicBezTo>
                    <a:cubicBezTo>
                      <a:pt x="57385" y="10636"/>
                      <a:pt x="59201" y="13697"/>
                      <a:pt x="60394" y="17225"/>
                    </a:cubicBezTo>
                    <a:cubicBezTo>
                      <a:pt x="61640" y="20754"/>
                      <a:pt x="62262" y="24645"/>
                      <a:pt x="62262" y="28847"/>
                    </a:cubicBezTo>
                    <a:lnTo>
                      <a:pt x="62262" y="75906"/>
                    </a:lnTo>
                    <a:lnTo>
                      <a:pt x="54116" y="75906"/>
                    </a:lnTo>
                    <a:cubicBezTo>
                      <a:pt x="52404" y="75906"/>
                      <a:pt x="51107" y="75647"/>
                      <a:pt x="50173" y="75128"/>
                    </a:cubicBezTo>
                    <a:cubicBezTo>
                      <a:pt x="49239" y="74609"/>
                      <a:pt x="48513" y="73571"/>
                      <a:pt x="47994" y="72067"/>
                    </a:cubicBezTo>
                    <a:lnTo>
                      <a:pt x="46385" y="66671"/>
                    </a:lnTo>
                    <a:cubicBezTo>
                      <a:pt x="44517" y="68383"/>
                      <a:pt x="42649" y="69836"/>
                      <a:pt x="40886" y="71133"/>
                    </a:cubicBezTo>
                    <a:cubicBezTo>
                      <a:pt x="39121" y="72430"/>
                      <a:pt x="37253" y="73519"/>
                      <a:pt x="35282" y="74350"/>
                    </a:cubicBezTo>
                    <a:cubicBezTo>
                      <a:pt x="33362" y="75232"/>
                      <a:pt x="31286" y="75906"/>
                      <a:pt x="29056" y="76321"/>
                    </a:cubicBezTo>
                    <a:cubicBezTo>
                      <a:pt x="26876" y="76788"/>
                      <a:pt x="24438" y="76996"/>
                      <a:pt x="21740" y="76996"/>
                    </a:cubicBezTo>
                    <a:cubicBezTo>
                      <a:pt x="18575" y="76996"/>
                      <a:pt x="15669" y="76581"/>
                      <a:pt x="13023" y="75699"/>
                    </a:cubicBezTo>
                    <a:cubicBezTo>
                      <a:pt x="10377" y="74868"/>
                      <a:pt x="8042" y="73571"/>
                      <a:pt x="6122" y="71911"/>
                    </a:cubicBezTo>
                    <a:cubicBezTo>
                      <a:pt x="4202" y="70199"/>
                      <a:pt x="2698" y="68123"/>
                      <a:pt x="1608" y="65581"/>
                    </a:cubicBezTo>
                    <a:cubicBezTo>
                      <a:pt x="519" y="63039"/>
                      <a:pt x="0" y="60133"/>
                      <a:pt x="0" y="56813"/>
                    </a:cubicBezTo>
                    <a:cubicBezTo>
                      <a:pt x="0" y="54945"/>
                      <a:pt x="311" y="53025"/>
                      <a:pt x="934" y="51209"/>
                    </a:cubicBezTo>
                    <a:cubicBezTo>
                      <a:pt x="1556" y="49393"/>
                      <a:pt x="2594" y="47577"/>
                      <a:pt x="3995" y="45865"/>
                    </a:cubicBezTo>
                    <a:cubicBezTo>
                      <a:pt x="5448" y="44153"/>
                      <a:pt x="7263" y="42597"/>
                      <a:pt x="9547" y="41092"/>
                    </a:cubicBezTo>
                    <a:cubicBezTo>
                      <a:pt x="11829" y="39587"/>
                      <a:pt x="14631" y="38290"/>
                      <a:pt x="17952" y="37149"/>
                    </a:cubicBezTo>
                    <a:cubicBezTo>
                      <a:pt x="21273" y="36059"/>
                      <a:pt x="25112" y="35125"/>
                      <a:pt x="29522" y="34399"/>
                    </a:cubicBezTo>
                    <a:cubicBezTo>
                      <a:pt x="33932" y="33724"/>
                      <a:pt x="38966" y="33258"/>
                      <a:pt x="44621" y="33102"/>
                    </a:cubicBezTo>
                    <a:lnTo>
                      <a:pt x="44621" y="28744"/>
                    </a:lnTo>
                    <a:cubicBezTo>
                      <a:pt x="44621" y="23763"/>
                      <a:pt x="43532" y="20079"/>
                      <a:pt x="41404" y="17693"/>
                    </a:cubicBezTo>
                    <a:cubicBezTo>
                      <a:pt x="39277" y="15306"/>
                      <a:pt x="36216" y="14113"/>
                      <a:pt x="32169" y="14113"/>
                    </a:cubicBezTo>
                    <a:cubicBezTo>
                      <a:pt x="29263" y="14113"/>
                      <a:pt x="26876" y="14475"/>
                      <a:pt x="24956" y="15150"/>
                    </a:cubicBezTo>
                    <a:cubicBezTo>
                      <a:pt x="23037" y="15824"/>
                      <a:pt x="21377" y="16603"/>
                      <a:pt x="19924" y="17433"/>
                    </a:cubicBezTo>
                    <a:cubicBezTo>
                      <a:pt x="18471" y="18263"/>
                      <a:pt x="17174" y="19041"/>
                      <a:pt x="15980" y="19716"/>
                    </a:cubicBezTo>
                    <a:cubicBezTo>
                      <a:pt x="14787" y="20390"/>
                      <a:pt x="13490" y="20754"/>
                      <a:pt x="12037" y="20754"/>
                    </a:cubicBezTo>
                    <a:cubicBezTo>
                      <a:pt x="10792" y="20754"/>
                      <a:pt x="9703" y="20442"/>
                      <a:pt x="8820" y="19768"/>
                    </a:cubicBezTo>
                    <a:cubicBezTo>
                      <a:pt x="7938" y="19093"/>
                      <a:pt x="7263" y="18367"/>
                      <a:pt x="6693" y="17485"/>
                    </a:cubicBezTo>
                    <a:lnTo>
                      <a:pt x="3476" y="11726"/>
                    </a:lnTo>
                    <a:close/>
                    <a:moveTo>
                      <a:pt x="44829" y="44101"/>
                    </a:moveTo>
                    <a:cubicBezTo>
                      <a:pt x="39640" y="44361"/>
                      <a:pt x="35282" y="44776"/>
                      <a:pt x="31754" y="45450"/>
                    </a:cubicBezTo>
                    <a:cubicBezTo>
                      <a:pt x="28225" y="46125"/>
                      <a:pt x="25372" y="46955"/>
                      <a:pt x="23244" y="47941"/>
                    </a:cubicBezTo>
                    <a:cubicBezTo>
                      <a:pt x="21117" y="48978"/>
                      <a:pt x="19612" y="50120"/>
                      <a:pt x="18679" y="51521"/>
                    </a:cubicBezTo>
                    <a:cubicBezTo>
                      <a:pt x="17744" y="52870"/>
                      <a:pt x="17278" y="54374"/>
                      <a:pt x="17278" y="55931"/>
                    </a:cubicBezTo>
                    <a:cubicBezTo>
                      <a:pt x="17278" y="59096"/>
                      <a:pt x="18212" y="61327"/>
                      <a:pt x="20080" y="62676"/>
                    </a:cubicBezTo>
                    <a:cubicBezTo>
                      <a:pt x="21947" y="64025"/>
                      <a:pt x="24386" y="64699"/>
                      <a:pt x="27395" y="64699"/>
                    </a:cubicBezTo>
                    <a:cubicBezTo>
                      <a:pt x="31079" y="64699"/>
                      <a:pt x="34244" y="64025"/>
                      <a:pt x="36942" y="62728"/>
                    </a:cubicBezTo>
                    <a:cubicBezTo>
                      <a:pt x="39640" y="61379"/>
                      <a:pt x="42235" y="59355"/>
                      <a:pt x="44829" y="56657"/>
                    </a:cubicBezTo>
                    <a:lnTo>
                      <a:pt x="44829" y="4410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25" name="Google Shape;2025;p89"/>
              <p:cNvSpPr/>
              <p:nvPr/>
            </p:nvSpPr>
            <p:spPr>
              <a:xfrm>
                <a:off x="8614578" y="4425278"/>
                <a:ext cx="84780" cy="109215"/>
              </a:xfrm>
              <a:custGeom>
                <a:avLst/>
                <a:gdLst/>
                <a:ahLst/>
                <a:cxnLst/>
                <a:rect l="l" t="t" r="r" b="b"/>
                <a:pathLst>
                  <a:path w="84780" h="109215" extrusionOk="0">
                    <a:moveTo>
                      <a:pt x="81615" y="108074"/>
                    </a:moveTo>
                    <a:lnTo>
                      <a:pt x="63663" y="108074"/>
                    </a:lnTo>
                    <a:lnTo>
                      <a:pt x="63663" y="47007"/>
                    </a:lnTo>
                    <a:lnTo>
                      <a:pt x="29108" y="47007"/>
                    </a:lnTo>
                    <a:lnTo>
                      <a:pt x="29108" y="87372"/>
                    </a:lnTo>
                    <a:cubicBezTo>
                      <a:pt x="29108" y="89707"/>
                      <a:pt x="29678" y="91523"/>
                      <a:pt x="30820" y="92820"/>
                    </a:cubicBezTo>
                    <a:cubicBezTo>
                      <a:pt x="31961" y="94117"/>
                      <a:pt x="33518" y="94792"/>
                      <a:pt x="35489" y="94792"/>
                    </a:cubicBezTo>
                    <a:cubicBezTo>
                      <a:pt x="36579" y="94792"/>
                      <a:pt x="37513" y="94636"/>
                      <a:pt x="38291" y="94377"/>
                    </a:cubicBezTo>
                    <a:cubicBezTo>
                      <a:pt x="39018" y="94117"/>
                      <a:pt x="39692" y="93806"/>
                      <a:pt x="40263" y="93547"/>
                    </a:cubicBezTo>
                    <a:cubicBezTo>
                      <a:pt x="40834" y="93235"/>
                      <a:pt x="41300" y="92976"/>
                      <a:pt x="41768" y="92716"/>
                    </a:cubicBezTo>
                    <a:cubicBezTo>
                      <a:pt x="42183" y="92457"/>
                      <a:pt x="42649" y="92301"/>
                      <a:pt x="43065" y="92301"/>
                    </a:cubicBezTo>
                    <a:cubicBezTo>
                      <a:pt x="43584" y="92301"/>
                      <a:pt x="44050" y="92457"/>
                      <a:pt x="44362" y="92716"/>
                    </a:cubicBezTo>
                    <a:cubicBezTo>
                      <a:pt x="44725" y="92976"/>
                      <a:pt x="45089" y="93391"/>
                      <a:pt x="45451" y="93910"/>
                    </a:cubicBezTo>
                    <a:lnTo>
                      <a:pt x="50848" y="102626"/>
                    </a:lnTo>
                    <a:cubicBezTo>
                      <a:pt x="48253" y="104805"/>
                      <a:pt x="45244" y="106466"/>
                      <a:pt x="41820" y="107555"/>
                    </a:cubicBezTo>
                    <a:cubicBezTo>
                      <a:pt x="38447" y="108645"/>
                      <a:pt x="34919" y="109215"/>
                      <a:pt x="31287" y="109215"/>
                    </a:cubicBezTo>
                    <a:cubicBezTo>
                      <a:pt x="24801" y="109215"/>
                      <a:pt x="19820" y="107400"/>
                      <a:pt x="16344" y="103716"/>
                    </a:cubicBezTo>
                    <a:cubicBezTo>
                      <a:pt x="12867" y="100084"/>
                      <a:pt x="11155" y="94999"/>
                      <a:pt x="11155" y="88566"/>
                    </a:cubicBezTo>
                    <a:lnTo>
                      <a:pt x="11155" y="46955"/>
                    </a:lnTo>
                    <a:lnTo>
                      <a:pt x="3528" y="46955"/>
                    </a:lnTo>
                    <a:cubicBezTo>
                      <a:pt x="2542" y="46955"/>
                      <a:pt x="1712" y="46643"/>
                      <a:pt x="1038" y="46021"/>
                    </a:cubicBezTo>
                    <a:cubicBezTo>
                      <a:pt x="364" y="45398"/>
                      <a:pt x="0" y="44464"/>
                      <a:pt x="0" y="43167"/>
                    </a:cubicBezTo>
                    <a:lnTo>
                      <a:pt x="0" y="36059"/>
                    </a:lnTo>
                    <a:lnTo>
                      <a:pt x="11986" y="34036"/>
                    </a:lnTo>
                    <a:lnTo>
                      <a:pt x="15773" y="13749"/>
                    </a:lnTo>
                    <a:cubicBezTo>
                      <a:pt x="16032" y="12764"/>
                      <a:pt x="16500" y="12037"/>
                      <a:pt x="17174" y="11518"/>
                    </a:cubicBezTo>
                    <a:cubicBezTo>
                      <a:pt x="17849" y="10999"/>
                      <a:pt x="18730" y="10740"/>
                      <a:pt x="19769" y="10740"/>
                    </a:cubicBezTo>
                    <a:lnTo>
                      <a:pt x="29056" y="10740"/>
                    </a:lnTo>
                    <a:lnTo>
                      <a:pt x="29056" y="34192"/>
                    </a:lnTo>
                    <a:lnTo>
                      <a:pt x="81563" y="34192"/>
                    </a:lnTo>
                    <a:lnTo>
                      <a:pt x="81563" y="108074"/>
                    </a:lnTo>
                    <a:close/>
                    <a:moveTo>
                      <a:pt x="84780" y="11518"/>
                    </a:moveTo>
                    <a:cubicBezTo>
                      <a:pt x="84780" y="13075"/>
                      <a:pt x="84469" y="14527"/>
                      <a:pt x="83847" y="15928"/>
                    </a:cubicBezTo>
                    <a:cubicBezTo>
                      <a:pt x="83224" y="17329"/>
                      <a:pt x="82394" y="18523"/>
                      <a:pt x="81356" y="19508"/>
                    </a:cubicBezTo>
                    <a:cubicBezTo>
                      <a:pt x="80318" y="20546"/>
                      <a:pt x="79073" y="21324"/>
                      <a:pt x="77672" y="21947"/>
                    </a:cubicBezTo>
                    <a:cubicBezTo>
                      <a:pt x="76220" y="22570"/>
                      <a:pt x="74715" y="22829"/>
                      <a:pt x="73106" y="22829"/>
                    </a:cubicBezTo>
                    <a:cubicBezTo>
                      <a:pt x="71498" y="22829"/>
                      <a:pt x="70097" y="22518"/>
                      <a:pt x="68748" y="21947"/>
                    </a:cubicBezTo>
                    <a:cubicBezTo>
                      <a:pt x="67399" y="21324"/>
                      <a:pt x="66206" y="20546"/>
                      <a:pt x="65168" y="19508"/>
                    </a:cubicBezTo>
                    <a:cubicBezTo>
                      <a:pt x="64130" y="18471"/>
                      <a:pt x="63352" y="17277"/>
                      <a:pt x="62729" y="15928"/>
                    </a:cubicBezTo>
                    <a:cubicBezTo>
                      <a:pt x="62106" y="14527"/>
                      <a:pt x="61847" y="13075"/>
                      <a:pt x="61847" y="11518"/>
                    </a:cubicBezTo>
                    <a:cubicBezTo>
                      <a:pt x="61847" y="9962"/>
                      <a:pt x="62158" y="8457"/>
                      <a:pt x="62729" y="7056"/>
                    </a:cubicBezTo>
                    <a:cubicBezTo>
                      <a:pt x="63352" y="5655"/>
                      <a:pt x="64130" y="4462"/>
                      <a:pt x="65168" y="3425"/>
                    </a:cubicBezTo>
                    <a:cubicBezTo>
                      <a:pt x="66206" y="2387"/>
                      <a:pt x="67347" y="1556"/>
                      <a:pt x="68748" y="934"/>
                    </a:cubicBezTo>
                    <a:cubicBezTo>
                      <a:pt x="70097" y="311"/>
                      <a:pt x="71550" y="0"/>
                      <a:pt x="73106" y="0"/>
                    </a:cubicBezTo>
                    <a:cubicBezTo>
                      <a:pt x="74663" y="0"/>
                      <a:pt x="76220" y="311"/>
                      <a:pt x="77672" y="934"/>
                    </a:cubicBezTo>
                    <a:cubicBezTo>
                      <a:pt x="79125" y="1556"/>
                      <a:pt x="80318" y="2387"/>
                      <a:pt x="81356" y="3425"/>
                    </a:cubicBezTo>
                    <a:cubicBezTo>
                      <a:pt x="82394" y="4462"/>
                      <a:pt x="83224" y="5655"/>
                      <a:pt x="83847" y="7056"/>
                    </a:cubicBezTo>
                    <a:cubicBezTo>
                      <a:pt x="84469" y="8457"/>
                      <a:pt x="84780" y="9910"/>
                      <a:pt x="84780" y="11518"/>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26" name="Google Shape;2026;p89"/>
              <p:cNvSpPr/>
              <p:nvPr/>
            </p:nvSpPr>
            <p:spPr>
              <a:xfrm>
                <a:off x="8710514" y="4457654"/>
                <a:ext cx="73677" cy="76788"/>
              </a:xfrm>
              <a:custGeom>
                <a:avLst/>
                <a:gdLst/>
                <a:ahLst/>
                <a:cxnLst/>
                <a:rect l="l" t="t" r="r" b="b"/>
                <a:pathLst>
                  <a:path w="73677" h="76788" extrusionOk="0">
                    <a:moveTo>
                      <a:pt x="36994" y="0"/>
                    </a:moveTo>
                    <a:cubicBezTo>
                      <a:pt x="42494" y="0"/>
                      <a:pt x="47527" y="882"/>
                      <a:pt x="52041" y="2698"/>
                    </a:cubicBezTo>
                    <a:cubicBezTo>
                      <a:pt x="56555" y="4514"/>
                      <a:pt x="60446" y="7056"/>
                      <a:pt x="63663" y="10325"/>
                    </a:cubicBezTo>
                    <a:cubicBezTo>
                      <a:pt x="66880" y="13594"/>
                      <a:pt x="69370" y="17641"/>
                      <a:pt x="71083" y="22362"/>
                    </a:cubicBezTo>
                    <a:cubicBezTo>
                      <a:pt x="72847" y="27135"/>
                      <a:pt x="73677" y="32427"/>
                      <a:pt x="73677" y="38290"/>
                    </a:cubicBezTo>
                    <a:cubicBezTo>
                      <a:pt x="73677" y="44153"/>
                      <a:pt x="72795" y="49549"/>
                      <a:pt x="71083" y="54271"/>
                    </a:cubicBezTo>
                    <a:cubicBezTo>
                      <a:pt x="69319" y="59044"/>
                      <a:pt x="66880" y="63039"/>
                      <a:pt x="63663" y="66412"/>
                    </a:cubicBezTo>
                    <a:cubicBezTo>
                      <a:pt x="60446" y="69784"/>
                      <a:pt x="56555" y="72326"/>
                      <a:pt x="52041" y="74090"/>
                    </a:cubicBezTo>
                    <a:cubicBezTo>
                      <a:pt x="47527" y="75854"/>
                      <a:pt x="42494" y="76788"/>
                      <a:pt x="36994" y="76788"/>
                    </a:cubicBezTo>
                    <a:cubicBezTo>
                      <a:pt x="31495" y="76788"/>
                      <a:pt x="26358" y="75906"/>
                      <a:pt x="21792" y="74090"/>
                    </a:cubicBezTo>
                    <a:cubicBezTo>
                      <a:pt x="17226" y="72274"/>
                      <a:pt x="13335" y="69732"/>
                      <a:pt x="10118" y="66412"/>
                    </a:cubicBezTo>
                    <a:cubicBezTo>
                      <a:pt x="6901" y="63091"/>
                      <a:pt x="4410" y="59044"/>
                      <a:pt x="2646" y="54271"/>
                    </a:cubicBezTo>
                    <a:cubicBezTo>
                      <a:pt x="882" y="49497"/>
                      <a:pt x="0" y="44205"/>
                      <a:pt x="0" y="38290"/>
                    </a:cubicBezTo>
                    <a:cubicBezTo>
                      <a:pt x="0" y="32375"/>
                      <a:pt x="882" y="27135"/>
                      <a:pt x="2646" y="22362"/>
                    </a:cubicBezTo>
                    <a:cubicBezTo>
                      <a:pt x="4410" y="17641"/>
                      <a:pt x="6901" y="13594"/>
                      <a:pt x="10118" y="10325"/>
                    </a:cubicBezTo>
                    <a:cubicBezTo>
                      <a:pt x="13335" y="7056"/>
                      <a:pt x="17226" y="4514"/>
                      <a:pt x="21792" y="2698"/>
                    </a:cubicBezTo>
                    <a:cubicBezTo>
                      <a:pt x="26358" y="934"/>
                      <a:pt x="31391" y="0"/>
                      <a:pt x="36994" y="0"/>
                    </a:cubicBezTo>
                    <a:close/>
                    <a:moveTo>
                      <a:pt x="36994" y="62935"/>
                    </a:moveTo>
                    <a:cubicBezTo>
                      <a:pt x="43169" y="62935"/>
                      <a:pt x="47787" y="60860"/>
                      <a:pt x="50744" y="56709"/>
                    </a:cubicBezTo>
                    <a:cubicBezTo>
                      <a:pt x="53701" y="52558"/>
                      <a:pt x="55206" y="46436"/>
                      <a:pt x="55206" y="38394"/>
                    </a:cubicBezTo>
                    <a:cubicBezTo>
                      <a:pt x="55206" y="30352"/>
                      <a:pt x="53701" y="24230"/>
                      <a:pt x="50744" y="20027"/>
                    </a:cubicBezTo>
                    <a:cubicBezTo>
                      <a:pt x="47787" y="15825"/>
                      <a:pt x="43169" y="13697"/>
                      <a:pt x="36994" y="13697"/>
                    </a:cubicBezTo>
                    <a:cubicBezTo>
                      <a:pt x="30820" y="13697"/>
                      <a:pt x="26046" y="15825"/>
                      <a:pt x="22985" y="20079"/>
                    </a:cubicBezTo>
                    <a:cubicBezTo>
                      <a:pt x="19976" y="24334"/>
                      <a:pt x="18419" y="30456"/>
                      <a:pt x="18419" y="38446"/>
                    </a:cubicBezTo>
                    <a:cubicBezTo>
                      <a:pt x="18419" y="46436"/>
                      <a:pt x="19924" y="52506"/>
                      <a:pt x="22985" y="56709"/>
                    </a:cubicBezTo>
                    <a:cubicBezTo>
                      <a:pt x="25995" y="60912"/>
                      <a:pt x="30664" y="62987"/>
                      <a:pt x="36994" y="62987"/>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27" name="Google Shape;2027;p89"/>
              <p:cNvSpPr/>
              <p:nvPr/>
            </p:nvSpPr>
            <p:spPr>
              <a:xfrm>
                <a:off x="8797992" y="4457602"/>
                <a:ext cx="64908" cy="75750"/>
              </a:xfrm>
              <a:custGeom>
                <a:avLst/>
                <a:gdLst/>
                <a:ahLst/>
                <a:cxnLst/>
                <a:rect l="l" t="t" r="r" b="b"/>
                <a:pathLst>
                  <a:path w="64908" h="75750" extrusionOk="0">
                    <a:moveTo>
                      <a:pt x="16759" y="10377"/>
                    </a:moveTo>
                    <a:cubicBezTo>
                      <a:pt x="18264" y="8872"/>
                      <a:pt x="19820" y="7471"/>
                      <a:pt x="21532" y="6174"/>
                    </a:cubicBezTo>
                    <a:cubicBezTo>
                      <a:pt x="23193" y="4877"/>
                      <a:pt x="24957" y="3788"/>
                      <a:pt x="26825" y="2906"/>
                    </a:cubicBezTo>
                    <a:cubicBezTo>
                      <a:pt x="28693" y="2024"/>
                      <a:pt x="30664" y="1297"/>
                      <a:pt x="32844" y="778"/>
                    </a:cubicBezTo>
                    <a:cubicBezTo>
                      <a:pt x="34971" y="260"/>
                      <a:pt x="37306" y="0"/>
                      <a:pt x="39796" y="0"/>
                    </a:cubicBezTo>
                    <a:cubicBezTo>
                      <a:pt x="43843" y="0"/>
                      <a:pt x="47475" y="675"/>
                      <a:pt x="50640" y="2075"/>
                    </a:cubicBezTo>
                    <a:cubicBezTo>
                      <a:pt x="53805" y="3476"/>
                      <a:pt x="56399" y="5396"/>
                      <a:pt x="58527" y="7886"/>
                    </a:cubicBezTo>
                    <a:cubicBezTo>
                      <a:pt x="60654" y="10377"/>
                      <a:pt x="62210" y="13334"/>
                      <a:pt x="63300" y="16811"/>
                    </a:cubicBezTo>
                    <a:cubicBezTo>
                      <a:pt x="64390" y="20287"/>
                      <a:pt x="64908" y="24074"/>
                      <a:pt x="64908" y="28277"/>
                    </a:cubicBezTo>
                    <a:lnTo>
                      <a:pt x="64908" y="75699"/>
                    </a:lnTo>
                    <a:lnTo>
                      <a:pt x="46956" y="75699"/>
                    </a:lnTo>
                    <a:lnTo>
                      <a:pt x="46956" y="28277"/>
                    </a:lnTo>
                    <a:cubicBezTo>
                      <a:pt x="46956" y="23711"/>
                      <a:pt x="45919" y="20183"/>
                      <a:pt x="43843" y="17693"/>
                    </a:cubicBezTo>
                    <a:cubicBezTo>
                      <a:pt x="41768" y="15202"/>
                      <a:pt x="38603" y="13957"/>
                      <a:pt x="34348" y="13957"/>
                    </a:cubicBezTo>
                    <a:cubicBezTo>
                      <a:pt x="31235" y="13957"/>
                      <a:pt x="28330" y="14683"/>
                      <a:pt x="25632" y="16084"/>
                    </a:cubicBezTo>
                    <a:cubicBezTo>
                      <a:pt x="22933" y="17485"/>
                      <a:pt x="20339" y="19405"/>
                      <a:pt x="17953" y="21843"/>
                    </a:cubicBezTo>
                    <a:lnTo>
                      <a:pt x="17953" y="75751"/>
                    </a:lnTo>
                    <a:lnTo>
                      <a:pt x="0" y="75751"/>
                    </a:lnTo>
                    <a:lnTo>
                      <a:pt x="0" y="1245"/>
                    </a:lnTo>
                    <a:lnTo>
                      <a:pt x="10948" y="1245"/>
                    </a:lnTo>
                    <a:cubicBezTo>
                      <a:pt x="13283" y="1245"/>
                      <a:pt x="14788" y="2335"/>
                      <a:pt x="15514" y="4514"/>
                    </a:cubicBezTo>
                    <a:lnTo>
                      <a:pt x="16759" y="10377"/>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grpSp>
        <p:grpSp>
          <p:nvGrpSpPr>
            <p:cNvPr id="2028" name="Google Shape;2028;p89"/>
            <p:cNvGrpSpPr/>
            <p:nvPr/>
          </p:nvGrpSpPr>
          <p:grpSpPr>
            <a:xfrm>
              <a:off x="5726879" y="3057788"/>
              <a:ext cx="596384" cy="80917"/>
              <a:chOff x="5110928" y="4360320"/>
              <a:chExt cx="804945" cy="109215"/>
            </a:xfrm>
          </p:grpSpPr>
          <p:sp>
            <p:nvSpPr>
              <p:cNvPr id="2029" name="Google Shape;2029;p89"/>
              <p:cNvSpPr/>
              <p:nvPr/>
            </p:nvSpPr>
            <p:spPr>
              <a:xfrm>
                <a:off x="5110928" y="4363381"/>
                <a:ext cx="82860" cy="105012"/>
              </a:xfrm>
              <a:custGeom>
                <a:avLst/>
                <a:gdLst/>
                <a:ahLst/>
                <a:cxnLst/>
                <a:rect l="l" t="t" r="r" b="b"/>
                <a:pathLst>
                  <a:path w="82860" h="105012" extrusionOk="0">
                    <a:moveTo>
                      <a:pt x="82860" y="16032"/>
                    </a:moveTo>
                    <a:lnTo>
                      <a:pt x="51211" y="16032"/>
                    </a:lnTo>
                    <a:lnTo>
                      <a:pt x="51211" y="105013"/>
                    </a:lnTo>
                    <a:lnTo>
                      <a:pt x="31650" y="105013"/>
                    </a:lnTo>
                    <a:lnTo>
                      <a:pt x="31650" y="16032"/>
                    </a:lnTo>
                    <a:lnTo>
                      <a:pt x="0" y="16032"/>
                    </a:lnTo>
                    <a:lnTo>
                      <a:pt x="0" y="0"/>
                    </a:lnTo>
                    <a:lnTo>
                      <a:pt x="82860" y="0"/>
                    </a:lnTo>
                    <a:lnTo>
                      <a:pt x="82860" y="16032"/>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30" name="Google Shape;2030;p89"/>
              <p:cNvSpPr/>
              <p:nvPr/>
            </p:nvSpPr>
            <p:spPr>
              <a:xfrm>
                <a:off x="5190104" y="4392488"/>
                <a:ext cx="44828" cy="75906"/>
              </a:xfrm>
              <a:custGeom>
                <a:avLst/>
                <a:gdLst/>
                <a:ahLst/>
                <a:cxnLst/>
                <a:rect l="l" t="t" r="r" b="b"/>
                <a:pathLst>
                  <a:path w="44828" h="75906" extrusionOk="0">
                    <a:moveTo>
                      <a:pt x="16915" y="14320"/>
                    </a:moveTo>
                    <a:cubicBezTo>
                      <a:pt x="19250" y="9858"/>
                      <a:pt x="22000" y="6382"/>
                      <a:pt x="25216" y="3839"/>
                    </a:cubicBezTo>
                    <a:cubicBezTo>
                      <a:pt x="28433" y="1297"/>
                      <a:pt x="32169" y="0"/>
                      <a:pt x="36527" y="0"/>
                    </a:cubicBezTo>
                    <a:cubicBezTo>
                      <a:pt x="39952" y="0"/>
                      <a:pt x="42702" y="726"/>
                      <a:pt x="44829" y="2231"/>
                    </a:cubicBezTo>
                    <a:lnTo>
                      <a:pt x="43688" y="15669"/>
                    </a:lnTo>
                    <a:cubicBezTo>
                      <a:pt x="43428" y="16551"/>
                      <a:pt x="43117" y="17174"/>
                      <a:pt x="42650" y="17537"/>
                    </a:cubicBezTo>
                    <a:cubicBezTo>
                      <a:pt x="42183" y="17900"/>
                      <a:pt x="41560" y="18107"/>
                      <a:pt x="40782" y="18107"/>
                    </a:cubicBezTo>
                    <a:cubicBezTo>
                      <a:pt x="40056" y="18107"/>
                      <a:pt x="38966" y="18004"/>
                      <a:pt x="37565" y="17744"/>
                    </a:cubicBezTo>
                    <a:cubicBezTo>
                      <a:pt x="36112" y="17485"/>
                      <a:pt x="34763" y="17381"/>
                      <a:pt x="33362" y="17381"/>
                    </a:cubicBezTo>
                    <a:cubicBezTo>
                      <a:pt x="31391" y="17381"/>
                      <a:pt x="29627" y="17693"/>
                      <a:pt x="28070" y="18263"/>
                    </a:cubicBezTo>
                    <a:cubicBezTo>
                      <a:pt x="26514" y="18834"/>
                      <a:pt x="25113" y="19664"/>
                      <a:pt x="23867" y="20754"/>
                    </a:cubicBezTo>
                    <a:cubicBezTo>
                      <a:pt x="22622" y="21843"/>
                      <a:pt x="21532" y="23140"/>
                      <a:pt x="20599" y="24697"/>
                    </a:cubicBezTo>
                    <a:cubicBezTo>
                      <a:pt x="19665" y="26253"/>
                      <a:pt x="18782" y="28017"/>
                      <a:pt x="17952" y="29989"/>
                    </a:cubicBezTo>
                    <a:lnTo>
                      <a:pt x="17952" y="75906"/>
                    </a:lnTo>
                    <a:lnTo>
                      <a:pt x="0" y="75906"/>
                    </a:lnTo>
                    <a:lnTo>
                      <a:pt x="0" y="1401"/>
                    </a:lnTo>
                    <a:lnTo>
                      <a:pt x="10533" y="1401"/>
                    </a:lnTo>
                    <a:cubicBezTo>
                      <a:pt x="12349" y="1401"/>
                      <a:pt x="13646" y="1712"/>
                      <a:pt x="14372" y="2387"/>
                    </a:cubicBezTo>
                    <a:cubicBezTo>
                      <a:pt x="15099" y="3061"/>
                      <a:pt x="15566" y="4203"/>
                      <a:pt x="15825" y="5915"/>
                    </a:cubicBezTo>
                    <a:lnTo>
                      <a:pt x="16915" y="14320"/>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31" name="Google Shape;2031;p89"/>
              <p:cNvSpPr/>
              <p:nvPr/>
            </p:nvSpPr>
            <p:spPr>
              <a:xfrm>
                <a:off x="5237943" y="4392488"/>
                <a:ext cx="62262" cy="76995"/>
              </a:xfrm>
              <a:custGeom>
                <a:avLst/>
                <a:gdLst/>
                <a:ahLst/>
                <a:cxnLst/>
                <a:rect l="l" t="t" r="r" b="b"/>
                <a:pathLst>
                  <a:path w="62262" h="76995" extrusionOk="0">
                    <a:moveTo>
                      <a:pt x="3684" y="11778"/>
                    </a:moveTo>
                    <a:cubicBezTo>
                      <a:pt x="12245" y="3943"/>
                      <a:pt x="22570" y="0"/>
                      <a:pt x="34607" y="0"/>
                    </a:cubicBezTo>
                    <a:cubicBezTo>
                      <a:pt x="38966" y="0"/>
                      <a:pt x="42857" y="726"/>
                      <a:pt x="46281" y="2127"/>
                    </a:cubicBezTo>
                    <a:cubicBezTo>
                      <a:pt x="49706" y="3528"/>
                      <a:pt x="52612" y="5552"/>
                      <a:pt x="54998" y="8094"/>
                    </a:cubicBezTo>
                    <a:cubicBezTo>
                      <a:pt x="57385" y="10636"/>
                      <a:pt x="59201" y="13697"/>
                      <a:pt x="60394" y="17225"/>
                    </a:cubicBezTo>
                    <a:cubicBezTo>
                      <a:pt x="61640" y="20754"/>
                      <a:pt x="62262" y="24645"/>
                      <a:pt x="62262" y="28847"/>
                    </a:cubicBezTo>
                    <a:lnTo>
                      <a:pt x="62262" y="75906"/>
                    </a:lnTo>
                    <a:lnTo>
                      <a:pt x="54116" y="75906"/>
                    </a:lnTo>
                    <a:cubicBezTo>
                      <a:pt x="52404" y="75906"/>
                      <a:pt x="51107" y="75647"/>
                      <a:pt x="50173" y="75128"/>
                    </a:cubicBezTo>
                    <a:cubicBezTo>
                      <a:pt x="49239" y="74609"/>
                      <a:pt x="48513" y="73571"/>
                      <a:pt x="47994" y="72067"/>
                    </a:cubicBezTo>
                    <a:lnTo>
                      <a:pt x="46385" y="66671"/>
                    </a:lnTo>
                    <a:cubicBezTo>
                      <a:pt x="44518" y="68383"/>
                      <a:pt x="42649" y="69836"/>
                      <a:pt x="40886" y="71133"/>
                    </a:cubicBezTo>
                    <a:cubicBezTo>
                      <a:pt x="39121" y="72430"/>
                      <a:pt x="37254" y="73520"/>
                      <a:pt x="35282" y="74350"/>
                    </a:cubicBezTo>
                    <a:cubicBezTo>
                      <a:pt x="33362" y="75232"/>
                      <a:pt x="31287" y="75906"/>
                      <a:pt x="29056" y="76321"/>
                    </a:cubicBezTo>
                    <a:cubicBezTo>
                      <a:pt x="26876" y="76788"/>
                      <a:pt x="24438" y="76996"/>
                      <a:pt x="21740" y="76996"/>
                    </a:cubicBezTo>
                    <a:cubicBezTo>
                      <a:pt x="18575" y="76996"/>
                      <a:pt x="15669" y="76581"/>
                      <a:pt x="13023" y="75699"/>
                    </a:cubicBezTo>
                    <a:cubicBezTo>
                      <a:pt x="10377" y="74868"/>
                      <a:pt x="8042" y="73571"/>
                      <a:pt x="6122" y="71911"/>
                    </a:cubicBezTo>
                    <a:cubicBezTo>
                      <a:pt x="4203" y="70199"/>
                      <a:pt x="2698" y="68123"/>
                      <a:pt x="1608" y="65581"/>
                    </a:cubicBezTo>
                    <a:cubicBezTo>
                      <a:pt x="519" y="63039"/>
                      <a:pt x="0" y="60133"/>
                      <a:pt x="0" y="56813"/>
                    </a:cubicBezTo>
                    <a:cubicBezTo>
                      <a:pt x="0" y="54945"/>
                      <a:pt x="311" y="53025"/>
                      <a:pt x="934" y="51209"/>
                    </a:cubicBezTo>
                    <a:cubicBezTo>
                      <a:pt x="1556" y="49393"/>
                      <a:pt x="2594" y="47578"/>
                      <a:pt x="3995" y="45865"/>
                    </a:cubicBezTo>
                    <a:cubicBezTo>
                      <a:pt x="5448" y="44153"/>
                      <a:pt x="7264" y="42597"/>
                      <a:pt x="9547" y="41092"/>
                    </a:cubicBezTo>
                    <a:cubicBezTo>
                      <a:pt x="11830" y="39587"/>
                      <a:pt x="14632" y="38290"/>
                      <a:pt x="17952" y="37149"/>
                    </a:cubicBezTo>
                    <a:cubicBezTo>
                      <a:pt x="21273" y="36059"/>
                      <a:pt x="25112" y="35125"/>
                      <a:pt x="29523" y="34399"/>
                    </a:cubicBezTo>
                    <a:cubicBezTo>
                      <a:pt x="33933" y="33724"/>
                      <a:pt x="38966" y="33258"/>
                      <a:pt x="44621" y="33102"/>
                    </a:cubicBezTo>
                    <a:lnTo>
                      <a:pt x="44621" y="28744"/>
                    </a:lnTo>
                    <a:cubicBezTo>
                      <a:pt x="44621" y="23763"/>
                      <a:pt x="43532" y="20079"/>
                      <a:pt x="41404" y="17693"/>
                    </a:cubicBezTo>
                    <a:cubicBezTo>
                      <a:pt x="39277" y="15306"/>
                      <a:pt x="36216" y="14113"/>
                      <a:pt x="32169" y="14113"/>
                    </a:cubicBezTo>
                    <a:cubicBezTo>
                      <a:pt x="29263" y="14113"/>
                      <a:pt x="26876" y="14476"/>
                      <a:pt x="24957" y="15150"/>
                    </a:cubicBezTo>
                    <a:cubicBezTo>
                      <a:pt x="23037" y="15824"/>
                      <a:pt x="21377" y="16603"/>
                      <a:pt x="19924" y="17433"/>
                    </a:cubicBezTo>
                    <a:cubicBezTo>
                      <a:pt x="18471" y="18263"/>
                      <a:pt x="17174" y="19042"/>
                      <a:pt x="15981" y="19716"/>
                    </a:cubicBezTo>
                    <a:cubicBezTo>
                      <a:pt x="14787" y="20390"/>
                      <a:pt x="13490" y="20754"/>
                      <a:pt x="12037" y="20754"/>
                    </a:cubicBezTo>
                    <a:cubicBezTo>
                      <a:pt x="10792" y="20754"/>
                      <a:pt x="9703" y="20442"/>
                      <a:pt x="8821" y="19768"/>
                    </a:cubicBezTo>
                    <a:cubicBezTo>
                      <a:pt x="7938" y="19093"/>
                      <a:pt x="7264" y="18367"/>
                      <a:pt x="6693" y="17485"/>
                    </a:cubicBezTo>
                    <a:lnTo>
                      <a:pt x="3476" y="11726"/>
                    </a:lnTo>
                    <a:close/>
                    <a:moveTo>
                      <a:pt x="44777" y="44101"/>
                    </a:moveTo>
                    <a:cubicBezTo>
                      <a:pt x="39588" y="44361"/>
                      <a:pt x="35230" y="44776"/>
                      <a:pt x="31702" y="45450"/>
                    </a:cubicBezTo>
                    <a:cubicBezTo>
                      <a:pt x="28174" y="46125"/>
                      <a:pt x="25320" y="46955"/>
                      <a:pt x="23193" y="47941"/>
                    </a:cubicBezTo>
                    <a:cubicBezTo>
                      <a:pt x="21065" y="48978"/>
                      <a:pt x="19561" y="50120"/>
                      <a:pt x="18627" y="51521"/>
                    </a:cubicBezTo>
                    <a:cubicBezTo>
                      <a:pt x="17693" y="52870"/>
                      <a:pt x="17226" y="54374"/>
                      <a:pt x="17226" y="55931"/>
                    </a:cubicBezTo>
                    <a:cubicBezTo>
                      <a:pt x="17226" y="59096"/>
                      <a:pt x="18160" y="61327"/>
                      <a:pt x="20028" y="62676"/>
                    </a:cubicBezTo>
                    <a:cubicBezTo>
                      <a:pt x="21895" y="64025"/>
                      <a:pt x="24334" y="64699"/>
                      <a:pt x="27344" y="64699"/>
                    </a:cubicBezTo>
                    <a:cubicBezTo>
                      <a:pt x="31027" y="64699"/>
                      <a:pt x="34192" y="64025"/>
                      <a:pt x="36890" y="62728"/>
                    </a:cubicBezTo>
                    <a:cubicBezTo>
                      <a:pt x="39588" y="61379"/>
                      <a:pt x="42183" y="59355"/>
                      <a:pt x="44777" y="56657"/>
                    </a:cubicBezTo>
                    <a:lnTo>
                      <a:pt x="44777" y="4410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32" name="Google Shape;2032;p89"/>
              <p:cNvSpPr/>
              <p:nvPr/>
            </p:nvSpPr>
            <p:spPr>
              <a:xfrm>
                <a:off x="5317119" y="4392643"/>
                <a:ext cx="64908" cy="75750"/>
              </a:xfrm>
              <a:custGeom>
                <a:avLst/>
                <a:gdLst/>
                <a:ahLst/>
                <a:cxnLst/>
                <a:rect l="l" t="t" r="r" b="b"/>
                <a:pathLst>
                  <a:path w="64908" h="75750" extrusionOk="0">
                    <a:moveTo>
                      <a:pt x="16759" y="10377"/>
                    </a:moveTo>
                    <a:cubicBezTo>
                      <a:pt x="18263" y="8872"/>
                      <a:pt x="19820" y="7471"/>
                      <a:pt x="21532" y="6174"/>
                    </a:cubicBezTo>
                    <a:cubicBezTo>
                      <a:pt x="23193" y="4877"/>
                      <a:pt x="24957" y="3787"/>
                      <a:pt x="26825" y="2905"/>
                    </a:cubicBezTo>
                    <a:cubicBezTo>
                      <a:pt x="28692" y="2024"/>
                      <a:pt x="30664" y="1297"/>
                      <a:pt x="32843" y="778"/>
                    </a:cubicBezTo>
                    <a:cubicBezTo>
                      <a:pt x="34971" y="259"/>
                      <a:pt x="37305" y="0"/>
                      <a:pt x="39796" y="0"/>
                    </a:cubicBezTo>
                    <a:cubicBezTo>
                      <a:pt x="43843" y="0"/>
                      <a:pt x="47475" y="675"/>
                      <a:pt x="50640" y="2075"/>
                    </a:cubicBezTo>
                    <a:cubicBezTo>
                      <a:pt x="53805" y="3476"/>
                      <a:pt x="56399" y="5396"/>
                      <a:pt x="58526" y="7886"/>
                    </a:cubicBezTo>
                    <a:cubicBezTo>
                      <a:pt x="60654" y="10377"/>
                      <a:pt x="62210" y="13334"/>
                      <a:pt x="63300" y="16810"/>
                    </a:cubicBezTo>
                    <a:cubicBezTo>
                      <a:pt x="64389" y="20286"/>
                      <a:pt x="64908" y="24074"/>
                      <a:pt x="64908" y="28277"/>
                    </a:cubicBezTo>
                    <a:lnTo>
                      <a:pt x="64908" y="75698"/>
                    </a:lnTo>
                    <a:lnTo>
                      <a:pt x="46956" y="75698"/>
                    </a:lnTo>
                    <a:lnTo>
                      <a:pt x="46956" y="28277"/>
                    </a:lnTo>
                    <a:cubicBezTo>
                      <a:pt x="46956" y="23711"/>
                      <a:pt x="45918" y="20183"/>
                      <a:pt x="43843" y="17692"/>
                    </a:cubicBezTo>
                    <a:cubicBezTo>
                      <a:pt x="41768" y="15202"/>
                      <a:pt x="38603" y="13957"/>
                      <a:pt x="34348" y="13957"/>
                    </a:cubicBezTo>
                    <a:cubicBezTo>
                      <a:pt x="31235" y="13957"/>
                      <a:pt x="28329" y="14683"/>
                      <a:pt x="25631" y="16084"/>
                    </a:cubicBezTo>
                    <a:cubicBezTo>
                      <a:pt x="22933" y="17485"/>
                      <a:pt x="20339" y="19404"/>
                      <a:pt x="17952" y="21843"/>
                    </a:cubicBezTo>
                    <a:lnTo>
                      <a:pt x="17952" y="75750"/>
                    </a:lnTo>
                    <a:lnTo>
                      <a:pt x="0" y="75750"/>
                    </a:lnTo>
                    <a:lnTo>
                      <a:pt x="0" y="1245"/>
                    </a:lnTo>
                    <a:lnTo>
                      <a:pt x="10948" y="1245"/>
                    </a:lnTo>
                    <a:cubicBezTo>
                      <a:pt x="13283" y="1245"/>
                      <a:pt x="14787" y="2335"/>
                      <a:pt x="15514" y="4514"/>
                    </a:cubicBezTo>
                    <a:lnTo>
                      <a:pt x="16759" y="10377"/>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33" name="Google Shape;2033;p89"/>
              <p:cNvSpPr/>
              <p:nvPr/>
            </p:nvSpPr>
            <p:spPr>
              <a:xfrm>
                <a:off x="5393806" y="4392643"/>
                <a:ext cx="55621" cy="76839"/>
              </a:xfrm>
              <a:custGeom>
                <a:avLst/>
                <a:gdLst/>
                <a:ahLst/>
                <a:cxnLst/>
                <a:rect l="l" t="t" r="r" b="b"/>
                <a:pathLst>
                  <a:path w="55621" h="76839" extrusionOk="0">
                    <a:moveTo>
                      <a:pt x="50692" y="15721"/>
                    </a:moveTo>
                    <a:cubicBezTo>
                      <a:pt x="50225" y="16499"/>
                      <a:pt x="49706" y="17018"/>
                      <a:pt x="49187" y="17381"/>
                    </a:cubicBezTo>
                    <a:cubicBezTo>
                      <a:pt x="48668" y="17744"/>
                      <a:pt x="47994" y="17848"/>
                      <a:pt x="47164" y="17848"/>
                    </a:cubicBezTo>
                    <a:cubicBezTo>
                      <a:pt x="46282" y="17848"/>
                      <a:pt x="45348" y="17589"/>
                      <a:pt x="44362" y="17122"/>
                    </a:cubicBezTo>
                    <a:cubicBezTo>
                      <a:pt x="43376" y="16654"/>
                      <a:pt x="42235" y="16084"/>
                      <a:pt x="40886" y="15461"/>
                    </a:cubicBezTo>
                    <a:cubicBezTo>
                      <a:pt x="39588" y="14839"/>
                      <a:pt x="38084" y="14320"/>
                      <a:pt x="36423" y="13853"/>
                    </a:cubicBezTo>
                    <a:cubicBezTo>
                      <a:pt x="34763" y="13386"/>
                      <a:pt x="32791" y="13126"/>
                      <a:pt x="30509" y="13126"/>
                    </a:cubicBezTo>
                    <a:cubicBezTo>
                      <a:pt x="26980" y="13126"/>
                      <a:pt x="24179" y="13905"/>
                      <a:pt x="22207" y="15357"/>
                    </a:cubicBezTo>
                    <a:cubicBezTo>
                      <a:pt x="20183" y="16862"/>
                      <a:pt x="19198" y="18834"/>
                      <a:pt x="19198" y="21220"/>
                    </a:cubicBezTo>
                    <a:cubicBezTo>
                      <a:pt x="19198" y="22829"/>
                      <a:pt x="19716" y="24178"/>
                      <a:pt x="20754" y="25267"/>
                    </a:cubicBezTo>
                    <a:cubicBezTo>
                      <a:pt x="21792" y="26357"/>
                      <a:pt x="23193" y="27291"/>
                      <a:pt x="24905" y="28121"/>
                    </a:cubicBezTo>
                    <a:cubicBezTo>
                      <a:pt x="26617" y="28951"/>
                      <a:pt x="28589" y="29677"/>
                      <a:pt x="30768" y="30352"/>
                    </a:cubicBezTo>
                    <a:cubicBezTo>
                      <a:pt x="32947" y="31026"/>
                      <a:pt x="35178" y="31701"/>
                      <a:pt x="37409" y="32479"/>
                    </a:cubicBezTo>
                    <a:cubicBezTo>
                      <a:pt x="39640" y="33257"/>
                      <a:pt x="41871" y="34140"/>
                      <a:pt x="44050" y="35125"/>
                    </a:cubicBezTo>
                    <a:cubicBezTo>
                      <a:pt x="46230" y="36111"/>
                      <a:pt x="48202" y="37356"/>
                      <a:pt x="49914" y="38913"/>
                    </a:cubicBezTo>
                    <a:cubicBezTo>
                      <a:pt x="51626" y="40417"/>
                      <a:pt x="53027" y="42285"/>
                      <a:pt x="54065" y="44413"/>
                    </a:cubicBezTo>
                    <a:cubicBezTo>
                      <a:pt x="55102" y="46540"/>
                      <a:pt x="55621" y="49134"/>
                      <a:pt x="55621" y="52091"/>
                    </a:cubicBezTo>
                    <a:cubicBezTo>
                      <a:pt x="55621" y="55671"/>
                      <a:pt x="54998" y="58992"/>
                      <a:pt x="53701" y="62001"/>
                    </a:cubicBezTo>
                    <a:cubicBezTo>
                      <a:pt x="52404" y="65010"/>
                      <a:pt x="50536" y="67656"/>
                      <a:pt x="47994" y="69835"/>
                    </a:cubicBezTo>
                    <a:cubicBezTo>
                      <a:pt x="45451" y="72015"/>
                      <a:pt x="42390" y="73779"/>
                      <a:pt x="38655" y="74972"/>
                    </a:cubicBezTo>
                    <a:cubicBezTo>
                      <a:pt x="34971" y="76217"/>
                      <a:pt x="30664" y="76840"/>
                      <a:pt x="25839" y="76840"/>
                    </a:cubicBezTo>
                    <a:cubicBezTo>
                      <a:pt x="23245" y="76840"/>
                      <a:pt x="20754" y="76632"/>
                      <a:pt x="18316" y="76165"/>
                    </a:cubicBezTo>
                    <a:cubicBezTo>
                      <a:pt x="15877" y="75698"/>
                      <a:pt x="13542" y="75076"/>
                      <a:pt x="11259" y="74246"/>
                    </a:cubicBezTo>
                    <a:cubicBezTo>
                      <a:pt x="9028" y="73415"/>
                      <a:pt x="6901" y="72482"/>
                      <a:pt x="5033" y="71340"/>
                    </a:cubicBezTo>
                    <a:cubicBezTo>
                      <a:pt x="3113" y="70251"/>
                      <a:pt x="1453" y="69005"/>
                      <a:pt x="0" y="67708"/>
                    </a:cubicBezTo>
                    <a:lnTo>
                      <a:pt x="4151" y="60860"/>
                    </a:lnTo>
                    <a:cubicBezTo>
                      <a:pt x="4670" y="60030"/>
                      <a:pt x="5292" y="59407"/>
                      <a:pt x="6019" y="58992"/>
                    </a:cubicBezTo>
                    <a:cubicBezTo>
                      <a:pt x="6745" y="58577"/>
                      <a:pt x="7679" y="58317"/>
                      <a:pt x="8769" y="58317"/>
                    </a:cubicBezTo>
                    <a:cubicBezTo>
                      <a:pt x="9858" y="58317"/>
                      <a:pt x="10948" y="58629"/>
                      <a:pt x="11934" y="59251"/>
                    </a:cubicBezTo>
                    <a:cubicBezTo>
                      <a:pt x="12919" y="59874"/>
                      <a:pt x="14061" y="60548"/>
                      <a:pt x="15410" y="61275"/>
                    </a:cubicBezTo>
                    <a:cubicBezTo>
                      <a:pt x="16707" y="62001"/>
                      <a:pt x="18264" y="62676"/>
                      <a:pt x="20028" y="63298"/>
                    </a:cubicBezTo>
                    <a:cubicBezTo>
                      <a:pt x="21792" y="63921"/>
                      <a:pt x="24023" y="64232"/>
                      <a:pt x="26721" y="64232"/>
                    </a:cubicBezTo>
                    <a:cubicBezTo>
                      <a:pt x="28848" y="64232"/>
                      <a:pt x="30664" y="63973"/>
                      <a:pt x="32221" y="63454"/>
                    </a:cubicBezTo>
                    <a:cubicBezTo>
                      <a:pt x="33725" y="62935"/>
                      <a:pt x="35022" y="62261"/>
                      <a:pt x="36008" y="61430"/>
                    </a:cubicBezTo>
                    <a:cubicBezTo>
                      <a:pt x="36994" y="60600"/>
                      <a:pt x="37721" y="59666"/>
                      <a:pt x="38187" y="58577"/>
                    </a:cubicBezTo>
                    <a:cubicBezTo>
                      <a:pt x="38655" y="57487"/>
                      <a:pt x="38862" y="56346"/>
                      <a:pt x="38862" y="55204"/>
                    </a:cubicBezTo>
                    <a:cubicBezTo>
                      <a:pt x="38862" y="53440"/>
                      <a:pt x="38343" y="52039"/>
                      <a:pt x="37305" y="50898"/>
                    </a:cubicBezTo>
                    <a:cubicBezTo>
                      <a:pt x="36268" y="49808"/>
                      <a:pt x="34867" y="48823"/>
                      <a:pt x="33155" y="47993"/>
                    </a:cubicBezTo>
                    <a:cubicBezTo>
                      <a:pt x="31442" y="47162"/>
                      <a:pt x="29471" y="46436"/>
                      <a:pt x="27292" y="45762"/>
                    </a:cubicBezTo>
                    <a:cubicBezTo>
                      <a:pt x="25113" y="45087"/>
                      <a:pt x="22830" y="44413"/>
                      <a:pt x="20547" y="43634"/>
                    </a:cubicBezTo>
                    <a:cubicBezTo>
                      <a:pt x="18264" y="42856"/>
                      <a:pt x="15981" y="41974"/>
                      <a:pt x="13802" y="40936"/>
                    </a:cubicBezTo>
                    <a:cubicBezTo>
                      <a:pt x="11622" y="39899"/>
                      <a:pt x="9651" y="38550"/>
                      <a:pt x="7939" y="36993"/>
                    </a:cubicBezTo>
                    <a:cubicBezTo>
                      <a:pt x="6226" y="35385"/>
                      <a:pt x="4825" y="33413"/>
                      <a:pt x="3788" y="31130"/>
                    </a:cubicBezTo>
                    <a:cubicBezTo>
                      <a:pt x="2750" y="28795"/>
                      <a:pt x="2231" y="25994"/>
                      <a:pt x="2231" y="22725"/>
                    </a:cubicBezTo>
                    <a:cubicBezTo>
                      <a:pt x="2231" y="19664"/>
                      <a:pt x="2854" y="16758"/>
                      <a:pt x="4047" y="14009"/>
                    </a:cubicBezTo>
                    <a:cubicBezTo>
                      <a:pt x="5240" y="11259"/>
                      <a:pt x="7056" y="8820"/>
                      <a:pt x="9391" y="6797"/>
                    </a:cubicBezTo>
                    <a:cubicBezTo>
                      <a:pt x="11726" y="4721"/>
                      <a:pt x="14684" y="3113"/>
                      <a:pt x="18160" y="1868"/>
                    </a:cubicBezTo>
                    <a:cubicBezTo>
                      <a:pt x="21688" y="623"/>
                      <a:pt x="25735" y="0"/>
                      <a:pt x="30353" y="0"/>
                    </a:cubicBezTo>
                    <a:cubicBezTo>
                      <a:pt x="35490" y="0"/>
                      <a:pt x="40159" y="830"/>
                      <a:pt x="44362" y="2542"/>
                    </a:cubicBezTo>
                    <a:cubicBezTo>
                      <a:pt x="48564" y="4255"/>
                      <a:pt x="52093" y="6485"/>
                      <a:pt x="54895" y="9235"/>
                    </a:cubicBezTo>
                    <a:lnTo>
                      <a:pt x="50847" y="1572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34" name="Google Shape;2034;p89"/>
              <p:cNvSpPr/>
              <p:nvPr/>
            </p:nvSpPr>
            <p:spPr>
              <a:xfrm>
                <a:off x="5457417" y="4392488"/>
                <a:ext cx="62262" cy="76995"/>
              </a:xfrm>
              <a:custGeom>
                <a:avLst/>
                <a:gdLst/>
                <a:ahLst/>
                <a:cxnLst/>
                <a:rect l="l" t="t" r="r" b="b"/>
                <a:pathLst>
                  <a:path w="62262" h="76995" extrusionOk="0">
                    <a:moveTo>
                      <a:pt x="3684" y="11778"/>
                    </a:moveTo>
                    <a:cubicBezTo>
                      <a:pt x="12245" y="3943"/>
                      <a:pt x="22570" y="0"/>
                      <a:pt x="34607" y="0"/>
                    </a:cubicBezTo>
                    <a:cubicBezTo>
                      <a:pt x="38966" y="0"/>
                      <a:pt x="42857" y="726"/>
                      <a:pt x="46281" y="2127"/>
                    </a:cubicBezTo>
                    <a:cubicBezTo>
                      <a:pt x="49706" y="3528"/>
                      <a:pt x="52612" y="5552"/>
                      <a:pt x="54998" y="8094"/>
                    </a:cubicBezTo>
                    <a:cubicBezTo>
                      <a:pt x="57385" y="10636"/>
                      <a:pt x="59201" y="13697"/>
                      <a:pt x="60394" y="17225"/>
                    </a:cubicBezTo>
                    <a:cubicBezTo>
                      <a:pt x="61640" y="20754"/>
                      <a:pt x="62262" y="24645"/>
                      <a:pt x="62262" y="28847"/>
                    </a:cubicBezTo>
                    <a:lnTo>
                      <a:pt x="62262" y="75906"/>
                    </a:lnTo>
                    <a:lnTo>
                      <a:pt x="54116" y="75906"/>
                    </a:lnTo>
                    <a:cubicBezTo>
                      <a:pt x="52404" y="75906"/>
                      <a:pt x="51107" y="75647"/>
                      <a:pt x="50173" y="75128"/>
                    </a:cubicBezTo>
                    <a:cubicBezTo>
                      <a:pt x="49239" y="74609"/>
                      <a:pt x="48513" y="73571"/>
                      <a:pt x="47994" y="72067"/>
                    </a:cubicBezTo>
                    <a:lnTo>
                      <a:pt x="46385" y="66671"/>
                    </a:lnTo>
                    <a:cubicBezTo>
                      <a:pt x="44518" y="68383"/>
                      <a:pt x="42650" y="69836"/>
                      <a:pt x="40886" y="71133"/>
                    </a:cubicBezTo>
                    <a:cubicBezTo>
                      <a:pt x="39121" y="72430"/>
                      <a:pt x="37254" y="73520"/>
                      <a:pt x="35282" y="74350"/>
                    </a:cubicBezTo>
                    <a:cubicBezTo>
                      <a:pt x="33362" y="75232"/>
                      <a:pt x="31287" y="75906"/>
                      <a:pt x="29056" y="76321"/>
                    </a:cubicBezTo>
                    <a:cubicBezTo>
                      <a:pt x="26876" y="76788"/>
                      <a:pt x="24438" y="76996"/>
                      <a:pt x="21740" y="76996"/>
                    </a:cubicBezTo>
                    <a:cubicBezTo>
                      <a:pt x="18575" y="76996"/>
                      <a:pt x="15669" y="76581"/>
                      <a:pt x="13023" y="75699"/>
                    </a:cubicBezTo>
                    <a:cubicBezTo>
                      <a:pt x="10377" y="74868"/>
                      <a:pt x="8042" y="73571"/>
                      <a:pt x="6122" y="71911"/>
                    </a:cubicBezTo>
                    <a:cubicBezTo>
                      <a:pt x="4203" y="70199"/>
                      <a:pt x="2698" y="68123"/>
                      <a:pt x="1608" y="65581"/>
                    </a:cubicBezTo>
                    <a:cubicBezTo>
                      <a:pt x="519" y="63039"/>
                      <a:pt x="0" y="60133"/>
                      <a:pt x="0" y="56813"/>
                    </a:cubicBezTo>
                    <a:cubicBezTo>
                      <a:pt x="0" y="54945"/>
                      <a:pt x="311" y="53025"/>
                      <a:pt x="934" y="51209"/>
                    </a:cubicBezTo>
                    <a:cubicBezTo>
                      <a:pt x="1556" y="49393"/>
                      <a:pt x="2594" y="47578"/>
                      <a:pt x="3995" y="45865"/>
                    </a:cubicBezTo>
                    <a:cubicBezTo>
                      <a:pt x="5448" y="44153"/>
                      <a:pt x="7264" y="42597"/>
                      <a:pt x="9547" y="41092"/>
                    </a:cubicBezTo>
                    <a:cubicBezTo>
                      <a:pt x="11830" y="39587"/>
                      <a:pt x="14632" y="38290"/>
                      <a:pt x="17952" y="37149"/>
                    </a:cubicBezTo>
                    <a:cubicBezTo>
                      <a:pt x="21273" y="36059"/>
                      <a:pt x="25113" y="35125"/>
                      <a:pt x="29523" y="34399"/>
                    </a:cubicBezTo>
                    <a:cubicBezTo>
                      <a:pt x="33933" y="33724"/>
                      <a:pt x="38966" y="33258"/>
                      <a:pt x="44621" y="33102"/>
                    </a:cubicBezTo>
                    <a:lnTo>
                      <a:pt x="44621" y="28744"/>
                    </a:lnTo>
                    <a:cubicBezTo>
                      <a:pt x="44621" y="23763"/>
                      <a:pt x="43532" y="20079"/>
                      <a:pt x="41404" y="17693"/>
                    </a:cubicBezTo>
                    <a:cubicBezTo>
                      <a:pt x="39277" y="15306"/>
                      <a:pt x="36216" y="14113"/>
                      <a:pt x="32169" y="14113"/>
                    </a:cubicBezTo>
                    <a:cubicBezTo>
                      <a:pt x="29263" y="14113"/>
                      <a:pt x="26876" y="14476"/>
                      <a:pt x="24957" y="15150"/>
                    </a:cubicBezTo>
                    <a:cubicBezTo>
                      <a:pt x="23037" y="15824"/>
                      <a:pt x="21377" y="16603"/>
                      <a:pt x="19924" y="17433"/>
                    </a:cubicBezTo>
                    <a:cubicBezTo>
                      <a:pt x="18471" y="18263"/>
                      <a:pt x="17174" y="19042"/>
                      <a:pt x="15981" y="19716"/>
                    </a:cubicBezTo>
                    <a:cubicBezTo>
                      <a:pt x="14787" y="20390"/>
                      <a:pt x="13490" y="20754"/>
                      <a:pt x="12037" y="20754"/>
                    </a:cubicBezTo>
                    <a:cubicBezTo>
                      <a:pt x="10792" y="20754"/>
                      <a:pt x="9703" y="20442"/>
                      <a:pt x="8821" y="19768"/>
                    </a:cubicBezTo>
                    <a:cubicBezTo>
                      <a:pt x="7939" y="19093"/>
                      <a:pt x="7264" y="18367"/>
                      <a:pt x="6693" y="17485"/>
                    </a:cubicBezTo>
                    <a:lnTo>
                      <a:pt x="3476" y="11726"/>
                    </a:lnTo>
                    <a:close/>
                    <a:moveTo>
                      <a:pt x="44829" y="44101"/>
                    </a:moveTo>
                    <a:cubicBezTo>
                      <a:pt x="39640" y="44361"/>
                      <a:pt x="35282" y="44776"/>
                      <a:pt x="31754" y="45450"/>
                    </a:cubicBezTo>
                    <a:cubicBezTo>
                      <a:pt x="28226" y="46125"/>
                      <a:pt x="25372" y="46955"/>
                      <a:pt x="23244" y="47941"/>
                    </a:cubicBezTo>
                    <a:cubicBezTo>
                      <a:pt x="21117" y="48978"/>
                      <a:pt x="19613" y="50120"/>
                      <a:pt x="18679" y="51521"/>
                    </a:cubicBezTo>
                    <a:cubicBezTo>
                      <a:pt x="17745" y="52870"/>
                      <a:pt x="17278" y="54374"/>
                      <a:pt x="17278" y="55931"/>
                    </a:cubicBezTo>
                    <a:cubicBezTo>
                      <a:pt x="17278" y="59096"/>
                      <a:pt x="18212" y="61327"/>
                      <a:pt x="20080" y="62676"/>
                    </a:cubicBezTo>
                    <a:cubicBezTo>
                      <a:pt x="21947" y="64025"/>
                      <a:pt x="24386" y="64699"/>
                      <a:pt x="27396" y="64699"/>
                    </a:cubicBezTo>
                    <a:cubicBezTo>
                      <a:pt x="31079" y="64699"/>
                      <a:pt x="34244" y="64025"/>
                      <a:pt x="36942" y="62728"/>
                    </a:cubicBezTo>
                    <a:cubicBezTo>
                      <a:pt x="39640" y="61379"/>
                      <a:pt x="42235" y="59355"/>
                      <a:pt x="44829" y="56657"/>
                    </a:cubicBezTo>
                    <a:lnTo>
                      <a:pt x="44829" y="4410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35" name="Google Shape;2035;p89"/>
              <p:cNvSpPr/>
              <p:nvPr/>
            </p:nvSpPr>
            <p:spPr>
              <a:xfrm>
                <a:off x="5532547" y="4392695"/>
                <a:ext cx="62833" cy="76787"/>
              </a:xfrm>
              <a:custGeom>
                <a:avLst/>
                <a:gdLst/>
                <a:ahLst/>
                <a:cxnLst/>
                <a:rect l="l" t="t" r="r" b="b"/>
                <a:pathLst>
                  <a:path w="62833" h="76787" extrusionOk="0">
                    <a:moveTo>
                      <a:pt x="57437" y="16914"/>
                    </a:moveTo>
                    <a:cubicBezTo>
                      <a:pt x="56918" y="17588"/>
                      <a:pt x="56399" y="18107"/>
                      <a:pt x="55880" y="18523"/>
                    </a:cubicBezTo>
                    <a:cubicBezTo>
                      <a:pt x="55362" y="18885"/>
                      <a:pt x="54635" y="19093"/>
                      <a:pt x="53649" y="19093"/>
                    </a:cubicBezTo>
                    <a:cubicBezTo>
                      <a:pt x="52716" y="19093"/>
                      <a:pt x="51834" y="18834"/>
                      <a:pt x="50951" y="18263"/>
                    </a:cubicBezTo>
                    <a:cubicBezTo>
                      <a:pt x="50069" y="17692"/>
                      <a:pt x="49032" y="17070"/>
                      <a:pt x="47838" y="16395"/>
                    </a:cubicBezTo>
                    <a:cubicBezTo>
                      <a:pt x="46645" y="15669"/>
                      <a:pt x="45192" y="15046"/>
                      <a:pt x="43532" y="14527"/>
                    </a:cubicBezTo>
                    <a:cubicBezTo>
                      <a:pt x="41871" y="13957"/>
                      <a:pt x="39796" y="13697"/>
                      <a:pt x="37305" y="13697"/>
                    </a:cubicBezTo>
                    <a:cubicBezTo>
                      <a:pt x="34141" y="13697"/>
                      <a:pt x="31391" y="14268"/>
                      <a:pt x="29004" y="15409"/>
                    </a:cubicBezTo>
                    <a:cubicBezTo>
                      <a:pt x="26617" y="16551"/>
                      <a:pt x="24645" y="18159"/>
                      <a:pt x="23089" y="20338"/>
                    </a:cubicBezTo>
                    <a:cubicBezTo>
                      <a:pt x="21532" y="22465"/>
                      <a:pt x="20339" y="25060"/>
                      <a:pt x="19561" y="28069"/>
                    </a:cubicBezTo>
                    <a:cubicBezTo>
                      <a:pt x="18782" y="31078"/>
                      <a:pt x="18419" y="34503"/>
                      <a:pt x="18419" y="38342"/>
                    </a:cubicBezTo>
                    <a:cubicBezTo>
                      <a:pt x="18419" y="42182"/>
                      <a:pt x="18834" y="45865"/>
                      <a:pt x="19665" y="48926"/>
                    </a:cubicBezTo>
                    <a:cubicBezTo>
                      <a:pt x="20495" y="52039"/>
                      <a:pt x="21740" y="54633"/>
                      <a:pt x="23348" y="56709"/>
                    </a:cubicBezTo>
                    <a:cubicBezTo>
                      <a:pt x="24957" y="58836"/>
                      <a:pt x="26877" y="60393"/>
                      <a:pt x="29159" y="61482"/>
                    </a:cubicBezTo>
                    <a:cubicBezTo>
                      <a:pt x="31442" y="62572"/>
                      <a:pt x="33985" y="63143"/>
                      <a:pt x="36839" y="63143"/>
                    </a:cubicBezTo>
                    <a:cubicBezTo>
                      <a:pt x="39692" y="63143"/>
                      <a:pt x="42027" y="62779"/>
                      <a:pt x="43791" y="62105"/>
                    </a:cubicBezTo>
                    <a:cubicBezTo>
                      <a:pt x="45555" y="61430"/>
                      <a:pt x="47060" y="60652"/>
                      <a:pt x="48253" y="59770"/>
                    </a:cubicBezTo>
                    <a:cubicBezTo>
                      <a:pt x="49447" y="58940"/>
                      <a:pt x="50536" y="58162"/>
                      <a:pt x="51418" y="57435"/>
                    </a:cubicBezTo>
                    <a:cubicBezTo>
                      <a:pt x="52300" y="56761"/>
                      <a:pt x="53338" y="56398"/>
                      <a:pt x="54428" y="56398"/>
                    </a:cubicBezTo>
                    <a:cubicBezTo>
                      <a:pt x="55880" y="56398"/>
                      <a:pt x="56970" y="56968"/>
                      <a:pt x="57696" y="58058"/>
                    </a:cubicBezTo>
                    <a:lnTo>
                      <a:pt x="62833" y="64595"/>
                    </a:lnTo>
                    <a:cubicBezTo>
                      <a:pt x="60862" y="66930"/>
                      <a:pt x="58682" y="68850"/>
                      <a:pt x="56348" y="70458"/>
                    </a:cubicBezTo>
                    <a:cubicBezTo>
                      <a:pt x="54013" y="72015"/>
                      <a:pt x="51626" y="73312"/>
                      <a:pt x="49135" y="74246"/>
                    </a:cubicBezTo>
                    <a:cubicBezTo>
                      <a:pt x="46645" y="75180"/>
                      <a:pt x="44051" y="75854"/>
                      <a:pt x="41457" y="76217"/>
                    </a:cubicBezTo>
                    <a:cubicBezTo>
                      <a:pt x="38810" y="76632"/>
                      <a:pt x="36216" y="76788"/>
                      <a:pt x="33570" y="76788"/>
                    </a:cubicBezTo>
                    <a:cubicBezTo>
                      <a:pt x="28952" y="76788"/>
                      <a:pt x="24645" y="75906"/>
                      <a:pt x="20547" y="74194"/>
                    </a:cubicBezTo>
                    <a:cubicBezTo>
                      <a:pt x="16500" y="72482"/>
                      <a:pt x="12920" y="69991"/>
                      <a:pt x="9858" y="66671"/>
                    </a:cubicBezTo>
                    <a:cubicBezTo>
                      <a:pt x="6797" y="63402"/>
                      <a:pt x="4410" y="59355"/>
                      <a:pt x="2646" y="54582"/>
                    </a:cubicBezTo>
                    <a:cubicBezTo>
                      <a:pt x="882" y="49808"/>
                      <a:pt x="0" y="44361"/>
                      <a:pt x="0" y="38290"/>
                    </a:cubicBezTo>
                    <a:cubicBezTo>
                      <a:pt x="0" y="32842"/>
                      <a:pt x="778" y="27758"/>
                      <a:pt x="2335" y="23088"/>
                    </a:cubicBezTo>
                    <a:cubicBezTo>
                      <a:pt x="3891" y="18419"/>
                      <a:pt x="6226" y="14372"/>
                      <a:pt x="9288" y="10947"/>
                    </a:cubicBezTo>
                    <a:cubicBezTo>
                      <a:pt x="12349" y="7523"/>
                      <a:pt x="16137" y="4877"/>
                      <a:pt x="20599" y="2905"/>
                    </a:cubicBezTo>
                    <a:cubicBezTo>
                      <a:pt x="25113" y="986"/>
                      <a:pt x="30301" y="0"/>
                      <a:pt x="36164" y="0"/>
                    </a:cubicBezTo>
                    <a:cubicBezTo>
                      <a:pt x="42027" y="0"/>
                      <a:pt x="46593" y="882"/>
                      <a:pt x="50796" y="2698"/>
                    </a:cubicBezTo>
                    <a:cubicBezTo>
                      <a:pt x="54998" y="4514"/>
                      <a:pt x="58734" y="7056"/>
                      <a:pt x="62107" y="10377"/>
                    </a:cubicBezTo>
                    <a:lnTo>
                      <a:pt x="57385" y="16914"/>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36" name="Google Shape;2036;p89"/>
              <p:cNvSpPr/>
              <p:nvPr/>
            </p:nvSpPr>
            <p:spPr>
              <a:xfrm>
                <a:off x="5600205" y="4360320"/>
                <a:ext cx="84728" cy="109215"/>
              </a:xfrm>
              <a:custGeom>
                <a:avLst/>
                <a:gdLst/>
                <a:ahLst/>
                <a:cxnLst/>
                <a:rect l="l" t="t" r="r" b="b"/>
                <a:pathLst>
                  <a:path w="84728" h="109215" extrusionOk="0">
                    <a:moveTo>
                      <a:pt x="81615" y="108074"/>
                    </a:moveTo>
                    <a:lnTo>
                      <a:pt x="63663" y="108074"/>
                    </a:lnTo>
                    <a:lnTo>
                      <a:pt x="63663" y="47007"/>
                    </a:lnTo>
                    <a:lnTo>
                      <a:pt x="29108" y="47007"/>
                    </a:lnTo>
                    <a:lnTo>
                      <a:pt x="29108" y="87372"/>
                    </a:lnTo>
                    <a:cubicBezTo>
                      <a:pt x="29108" y="89707"/>
                      <a:pt x="29678" y="91523"/>
                      <a:pt x="30820" y="92820"/>
                    </a:cubicBezTo>
                    <a:cubicBezTo>
                      <a:pt x="31961" y="94117"/>
                      <a:pt x="33518" y="94792"/>
                      <a:pt x="35489" y="94792"/>
                    </a:cubicBezTo>
                    <a:cubicBezTo>
                      <a:pt x="36579" y="94792"/>
                      <a:pt x="37513" y="94636"/>
                      <a:pt x="38291" y="94377"/>
                    </a:cubicBezTo>
                    <a:cubicBezTo>
                      <a:pt x="39017" y="94117"/>
                      <a:pt x="39692" y="93806"/>
                      <a:pt x="40263" y="93547"/>
                    </a:cubicBezTo>
                    <a:cubicBezTo>
                      <a:pt x="40834" y="93235"/>
                      <a:pt x="41300" y="92976"/>
                      <a:pt x="41768" y="92717"/>
                    </a:cubicBezTo>
                    <a:cubicBezTo>
                      <a:pt x="42183" y="92457"/>
                      <a:pt x="42649" y="92301"/>
                      <a:pt x="43065" y="92301"/>
                    </a:cubicBezTo>
                    <a:cubicBezTo>
                      <a:pt x="43583" y="92301"/>
                      <a:pt x="44050" y="92457"/>
                      <a:pt x="44362" y="92717"/>
                    </a:cubicBezTo>
                    <a:cubicBezTo>
                      <a:pt x="44725" y="92976"/>
                      <a:pt x="45088" y="93391"/>
                      <a:pt x="45451" y="93910"/>
                    </a:cubicBezTo>
                    <a:lnTo>
                      <a:pt x="50847" y="102626"/>
                    </a:lnTo>
                    <a:cubicBezTo>
                      <a:pt x="48253" y="104805"/>
                      <a:pt x="45244" y="106466"/>
                      <a:pt x="41819" y="107555"/>
                    </a:cubicBezTo>
                    <a:cubicBezTo>
                      <a:pt x="38447" y="108645"/>
                      <a:pt x="34919" y="109216"/>
                      <a:pt x="31287" y="109216"/>
                    </a:cubicBezTo>
                    <a:cubicBezTo>
                      <a:pt x="24801" y="109216"/>
                      <a:pt x="19820" y="107400"/>
                      <a:pt x="16344" y="103716"/>
                    </a:cubicBezTo>
                    <a:cubicBezTo>
                      <a:pt x="12867" y="100084"/>
                      <a:pt x="11155" y="95000"/>
                      <a:pt x="11155" y="88566"/>
                    </a:cubicBezTo>
                    <a:lnTo>
                      <a:pt x="11155" y="46955"/>
                    </a:lnTo>
                    <a:lnTo>
                      <a:pt x="3528" y="46955"/>
                    </a:lnTo>
                    <a:cubicBezTo>
                      <a:pt x="2542" y="46955"/>
                      <a:pt x="1712" y="46644"/>
                      <a:pt x="1038" y="46021"/>
                    </a:cubicBezTo>
                    <a:cubicBezTo>
                      <a:pt x="363" y="45398"/>
                      <a:pt x="0" y="44464"/>
                      <a:pt x="0" y="43167"/>
                    </a:cubicBezTo>
                    <a:lnTo>
                      <a:pt x="0" y="36059"/>
                    </a:lnTo>
                    <a:lnTo>
                      <a:pt x="11985" y="34036"/>
                    </a:lnTo>
                    <a:lnTo>
                      <a:pt x="15773" y="13749"/>
                    </a:lnTo>
                    <a:cubicBezTo>
                      <a:pt x="16032" y="12764"/>
                      <a:pt x="16499" y="12037"/>
                      <a:pt x="17174" y="11518"/>
                    </a:cubicBezTo>
                    <a:cubicBezTo>
                      <a:pt x="17849" y="11000"/>
                      <a:pt x="18730" y="10740"/>
                      <a:pt x="19768" y="10740"/>
                    </a:cubicBezTo>
                    <a:lnTo>
                      <a:pt x="29056" y="10740"/>
                    </a:lnTo>
                    <a:lnTo>
                      <a:pt x="29056" y="34192"/>
                    </a:lnTo>
                    <a:lnTo>
                      <a:pt x="81563" y="34192"/>
                    </a:lnTo>
                    <a:lnTo>
                      <a:pt x="81563" y="108074"/>
                    </a:lnTo>
                    <a:close/>
                    <a:moveTo>
                      <a:pt x="84728" y="11518"/>
                    </a:moveTo>
                    <a:cubicBezTo>
                      <a:pt x="84728" y="13075"/>
                      <a:pt x="84417" y="14528"/>
                      <a:pt x="83794" y="15928"/>
                    </a:cubicBezTo>
                    <a:cubicBezTo>
                      <a:pt x="83172" y="17329"/>
                      <a:pt x="82342" y="18523"/>
                      <a:pt x="81304" y="19508"/>
                    </a:cubicBezTo>
                    <a:cubicBezTo>
                      <a:pt x="80266" y="20546"/>
                      <a:pt x="79021" y="21324"/>
                      <a:pt x="77620" y="21947"/>
                    </a:cubicBezTo>
                    <a:cubicBezTo>
                      <a:pt x="76167" y="22570"/>
                      <a:pt x="74663" y="22829"/>
                      <a:pt x="73054" y="22829"/>
                    </a:cubicBezTo>
                    <a:cubicBezTo>
                      <a:pt x="71446" y="22829"/>
                      <a:pt x="70045" y="22518"/>
                      <a:pt x="68696" y="21947"/>
                    </a:cubicBezTo>
                    <a:cubicBezTo>
                      <a:pt x="67347" y="21324"/>
                      <a:pt x="66154" y="20546"/>
                      <a:pt x="65116" y="19508"/>
                    </a:cubicBezTo>
                    <a:cubicBezTo>
                      <a:pt x="64078" y="18471"/>
                      <a:pt x="63300" y="17277"/>
                      <a:pt x="62677" y="15928"/>
                    </a:cubicBezTo>
                    <a:cubicBezTo>
                      <a:pt x="62054" y="14528"/>
                      <a:pt x="61795" y="13075"/>
                      <a:pt x="61795" y="11518"/>
                    </a:cubicBezTo>
                    <a:cubicBezTo>
                      <a:pt x="61795" y="9962"/>
                      <a:pt x="62106" y="8457"/>
                      <a:pt x="62677" y="7056"/>
                    </a:cubicBezTo>
                    <a:cubicBezTo>
                      <a:pt x="63300" y="5655"/>
                      <a:pt x="64078" y="4462"/>
                      <a:pt x="65116" y="3425"/>
                    </a:cubicBezTo>
                    <a:cubicBezTo>
                      <a:pt x="66154" y="2387"/>
                      <a:pt x="67295" y="1557"/>
                      <a:pt x="68696" y="934"/>
                    </a:cubicBezTo>
                    <a:cubicBezTo>
                      <a:pt x="70045" y="312"/>
                      <a:pt x="71498" y="0"/>
                      <a:pt x="73054" y="0"/>
                    </a:cubicBezTo>
                    <a:cubicBezTo>
                      <a:pt x="74611" y="0"/>
                      <a:pt x="76167" y="312"/>
                      <a:pt x="77620" y="934"/>
                    </a:cubicBezTo>
                    <a:cubicBezTo>
                      <a:pt x="79073" y="1557"/>
                      <a:pt x="80266" y="2387"/>
                      <a:pt x="81304" y="3425"/>
                    </a:cubicBezTo>
                    <a:cubicBezTo>
                      <a:pt x="82342" y="4462"/>
                      <a:pt x="83172" y="5655"/>
                      <a:pt x="83794" y="7056"/>
                    </a:cubicBezTo>
                    <a:cubicBezTo>
                      <a:pt x="84417" y="8457"/>
                      <a:pt x="84728" y="9910"/>
                      <a:pt x="84728" y="11518"/>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37" name="Google Shape;2037;p89"/>
              <p:cNvSpPr/>
              <p:nvPr/>
            </p:nvSpPr>
            <p:spPr>
              <a:xfrm>
                <a:off x="5696089" y="4392695"/>
                <a:ext cx="73677" cy="76787"/>
              </a:xfrm>
              <a:custGeom>
                <a:avLst/>
                <a:gdLst/>
                <a:ahLst/>
                <a:cxnLst/>
                <a:rect l="l" t="t" r="r" b="b"/>
                <a:pathLst>
                  <a:path w="73677" h="76787" extrusionOk="0">
                    <a:moveTo>
                      <a:pt x="36994" y="0"/>
                    </a:moveTo>
                    <a:cubicBezTo>
                      <a:pt x="42494" y="0"/>
                      <a:pt x="47527" y="882"/>
                      <a:pt x="52041" y="2698"/>
                    </a:cubicBezTo>
                    <a:cubicBezTo>
                      <a:pt x="56555" y="4514"/>
                      <a:pt x="60446" y="7056"/>
                      <a:pt x="63663" y="10325"/>
                    </a:cubicBezTo>
                    <a:cubicBezTo>
                      <a:pt x="66880" y="13594"/>
                      <a:pt x="69370" y="17640"/>
                      <a:pt x="71083" y="22362"/>
                    </a:cubicBezTo>
                    <a:cubicBezTo>
                      <a:pt x="72847" y="27135"/>
                      <a:pt x="73677" y="32427"/>
                      <a:pt x="73677" y="38290"/>
                    </a:cubicBezTo>
                    <a:cubicBezTo>
                      <a:pt x="73677" y="44153"/>
                      <a:pt x="72795" y="49549"/>
                      <a:pt x="71083" y="54270"/>
                    </a:cubicBezTo>
                    <a:cubicBezTo>
                      <a:pt x="69319" y="59044"/>
                      <a:pt x="66880" y="63039"/>
                      <a:pt x="63663" y="66411"/>
                    </a:cubicBezTo>
                    <a:cubicBezTo>
                      <a:pt x="60446" y="69783"/>
                      <a:pt x="56555" y="72326"/>
                      <a:pt x="52041" y="74090"/>
                    </a:cubicBezTo>
                    <a:cubicBezTo>
                      <a:pt x="47527" y="75854"/>
                      <a:pt x="42494" y="76788"/>
                      <a:pt x="36994" y="76788"/>
                    </a:cubicBezTo>
                    <a:cubicBezTo>
                      <a:pt x="31494" y="76788"/>
                      <a:pt x="26358" y="75906"/>
                      <a:pt x="21792" y="74090"/>
                    </a:cubicBezTo>
                    <a:cubicBezTo>
                      <a:pt x="17226" y="72274"/>
                      <a:pt x="13335" y="69732"/>
                      <a:pt x="10118" y="66411"/>
                    </a:cubicBezTo>
                    <a:cubicBezTo>
                      <a:pt x="6901" y="63091"/>
                      <a:pt x="4410" y="59044"/>
                      <a:pt x="2646" y="54270"/>
                    </a:cubicBezTo>
                    <a:cubicBezTo>
                      <a:pt x="882" y="49497"/>
                      <a:pt x="0" y="44205"/>
                      <a:pt x="0" y="38290"/>
                    </a:cubicBezTo>
                    <a:cubicBezTo>
                      <a:pt x="0" y="32375"/>
                      <a:pt x="882" y="27135"/>
                      <a:pt x="2646" y="22362"/>
                    </a:cubicBezTo>
                    <a:cubicBezTo>
                      <a:pt x="4410" y="17640"/>
                      <a:pt x="6901" y="13594"/>
                      <a:pt x="10118" y="10325"/>
                    </a:cubicBezTo>
                    <a:cubicBezTo>
                      <a:pt x="13335" y="7056"/>
                      <a:pt x="17226" y="4514"/>
                      <a:pt x="21792" y="2698"/>
                    </a:cubicBezTo>
                    <a:cubicBezTo>
                      <a:pt x="26358" y="934"/>
                      <a:pt x="31390" y="0"/>
                      <a:pt x="36994" y="0"/>
                    </a:cubicBezTo>
                    <a:close/>
                    <a:moveTo>
                      <a:pt x="36994" y="62987"/>
                    </a:moveTo>
                    <a:cubicBezTo>
                      <a:pt x="43169" y="62987"/>
                      <a:pt x="47786" y="60912"/>
                      <a:pt x="50744" y="56761"/>
                    </a:cubicBezTo>
                    <a:cubicBezTo>
                      <a:pt x="53701" y="52610"/>
                      <a:pt x="55206" y="46488"/>
                      <a:pt x="55206" y="38446"/>
                    </a:cubicBezTo>
                    <a:cubicBezTo>
                      <a:pt x="55206" y="30404"/>
                      <a:pt x="53701" y="24282"/>
                      <a:pt x="50744" y="20079"/>
                    </a:cubicBezTo>
                    <a:cubicBezTo>
                      <a:pt x="47786" y="15876"/>
                      <a:pt x="43169" y="13749"/>
                      <a:pt x="36994" y="13749"/>
                    </a:cubicBezTo>
                    <a:cubicBezTo>
                      <a:pt x="30820" y="13749"/>
                      <a:pt x="26046" y="15876"/>
                      <a:pt x="22985" y="20131"/>
                    </a:cubicBezTo>
                    <a:cubicBezTo>
                      <a:pt x="19976" y="24385"/>
                      <a:pt x="18419" y="30508"/>
                      <a:pt x="18419" y="38498"/>
                    </a:cubicBezTo>
                    <a:cubicBezTo>
                      <a:pt x="18419" y="46488"/>
                      <a:pt x="19924" y="52558"/>
                      <a:pt x="22985" y="56761"/>
                    </a:cubicBezTo>
                    <a:cubicBezTo>
                      <a:pt x="25995" y="60963"/>
                      <a:pt x="30664" y="63039"/>
                      <a:pt x="36994" y="63039"/>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38" name="Google Shape;2038;p89"/>
              <p:cNvSpPr/>
              <p:nvPr/>
            </p:nvSpPr>
            <p:spPr>
              <a:xfrm>
                <a:off x="5783567" y="4392643"/>
                <a:ext cx="64908" cy="75750"/>
              </a:xfrm>
              <a:custGeom>
                <a:avLst/>
                <a:gdLst/>
                <a:ahLst/>
                <a:cxnLst/>
                <a:rect l="l" t="t" r="r" b="b"/>
                <a:pathLst>
                  <a:path w="64908" h="75750" extrusionOk="0">
                    <a:moveTo>
                      <a:pt x="16759" y="10377"/>
                    </a:moveTo>
                    <a:cubicBezTo>
                      <a:pt x="18264" y="8872"/>
                      <a:pt x="19820" y="7471"/>
                      <a:pt x="21532" y="6174"/>
                    </a:cubicBezTo>
                    <a:cubicBezTo>
                      <a:pt x="23193" y="4877"/>
                      <a:pt x="24957" y="3787"/>
                      <a:pt x="26825" y="2905"/>
                    </a:cubicBezTo>
                    <a:cubicBezTo>
                      <a:pt x="28693" y="2024"/>
                      <a:pt x="30664" y="1297"/>
                      <a:pt x="32843" y="778"/>
                    </a:cubicBezTo>
                    <a:cubicBezTo>
                      <a:pt x="34971" y="259"/>
                      <a:pt x="37305" y="0"/>
                      <a:pt x="39796" y="0"/>
                    </a:cubicBezTo>
                    <a:cubicBezTo>
                      <a:pt x="43843" y="0"/>
                      <a:pt x="47475" y="675"/>
                      <a:pt x="50640" y="2075"/>
                    </a:cubicBezTo>
                    <a:cubicBezTo>
                      <a:pt x="53805" y="3476"/>
                      <a:pt x="56399" y="5396"/>
                      <a:pt x="58527" y="7886"/>
                    </a:cubicBezTo>
                    <a:cubicBezTo>
                      <a:pt x="60654" y="10377"/>
                      <a:pt x="62210" y="13334"/>
                      <a:pt x="63300" y="16810"/>
                    </a:cubicBezTo>
                    <a:cubicBezTo>
                      <a:pt x="64390" y="20286"/>
                      <a:pt x="64908" y="24074"/>
                      <a:pt x="64908" y="28277"/>
                    </a:cubicBezTo>
                    <a:lnTo>
                      <a:pt x="64908" y="75698"/>
                    </a:lnTo>
                    <a:lnTo>
                      <a:pt x="46956" y="75698"/>
                    </a:lnTo>
                    <a:lnTo>
                      <a:pt x="46956" y="28277"/>
                    </a:lnTo>
                    <a:cubicBezTo>
                      <a:pt x="46956" y="23711"/>
                      <a:pt x="45919" y="20183"/>
                      <a:pt x="43843" y="17692"/>
                    </a:cubicBezTo>
                    <a:cubicBezTo>
                      <a:pt x="41768" y="15202"/>
                      <a:pt x="38603" y="13957"/>
                      <a:pt x="34348" y="13957"/>
                    </a:cubicBezTo>
                    <a:cubicBezTo>
                      <a:pt x="31235" y="13957"/>
                      <a:pt x="28329" y="14683"/>
                      <a:pt x="25631" y="16084"/>
                    </a:cubicBezTo>
                    <a:cubicBezTo>
                      <a:pt x="22933" y="17485"/>
                      <a:pt x="20339" y="19404"/>
                      <a:pt x="17952" y="21843"/>
                    </a:cubicBezTo>
                    <a:lnTo>
                      <a:pt x="17952" y="75750"/>
                    </a:lnTo>
                    <a:lnTo>
                      <a:pt x="0" y="75750"/>
                    </a:lnTo>
                    <a:lnTo>
                      <a:pt x="0" y="1245"/>
                    </a:lnTo>
                    <a:lnTo>
                      <a:pt x="10948" y="1245"/>
                    </a:lnTo>
                    <a:cubicBezTo>
                      <a:pt x="13283" y="1245"/>
                      <a:pt x="14787" y="2335"/>
                      <a:pt x="15514" y="4514"/>
                    </a:cubicBezTo>
                    <a:lnTo>
                      <a:pt x="16759" y="10377"/>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39" name="Google Shape;2039;p89"/>
              <p:cNvSpPr/>
              <p:nvPr/>
            </p:nvSpPr>
            <p:spPr>
              <a:xfrm>
                <a:off x="5860253" y="4392643"/>
                <a:ext cx="55620" cy="76839"/>
              </a:xfrm>
              <a:custGeom>
                <a:avLst/>
                <a:gdLst/>
                <a:ahLst/>
                <a:cxnLst/>
                <a:rect l="l" t="t" r="r" b="b"/>
                <a:pathLst>
                  <a:path w="55620" h="76839" extrusionOk="0">
                    <a:moveTo>
                      <a:pt x="50692" y="15721"/>
                    </a:moveTo>
                    <a:cubicBezTo>
                      <a:pt x="50225" y="16499"/>
                      <a:pt x="49706" y="17018"/>
                      <a:pt x="49187" y="17381"/>
                    </a:cubicBezTo>
                    <a:cubicBezTo>
                      <a:pt x="48668" y="17744"/>
                      <a:pt x="47994" y="17848"/>
                      <a:pt x="47163" y="17848"/>
                    </a:cubicBezTo>
                    <a:cubicBezTo>
                      <a:pt x="46281" y="17848"/>
                      <a:pt x="45348" y="17589"/>
                      <a:pt x="44362" y="17122"/>
                    </a:cubicBezTo>
                    <a:cubicBezTo>
                      <a:pt x="43376" y="16654"/>
                      <a:pt x="42235" y="16084"/>
                      <a:pt x="40886" y="15461"/>
                    </a:cubicBezTo>
                    <a:cubicBezTo>
                      <a:pt x="39588" y="14839"/>
                      <a:pt x="38084" y="14320"/>
                      <a:pt x="36423" y="13853"/>
                    </a:cubicBezTo>
                    <a:cubicBezTo>
                      <a:pt x="34763" y="13386"/>
                      <a:pt x="32791" y="13126"/>
                      <a:pt x="30509" y="13126"/>
                    </a:cubicBezTo>
                    <a:cubicBezTo>
                      <a:pt x="26980" y="13126"/>
                      <a:pt x="24178" y="13905"/>
                      <a:pt x="22207" y="15357"/>
                    </a:cubicBezTo>
                    <a:cubicBezTo>
                      <a:pt x="20183" y="16862"/>
                      <a:pt x="19198" y="18834"/>
                      <a:pt x="19198" y="21220"/>
                    </a:cubicBezTo>
                    <a:cubicBezTo>
                      <a:pt x="19198" y="22829"/>
                      <a:pt x="19716" y="24178"/>
                      <a:pt x="20754" y="25267"/>
                    </a:cubicBezTo>
                    <a:cubicBezTo>
                      <a:pt x="21792" y="26357"/>
                      <a:pt x="23193" y="27291"/>
                      <a:pt x="24905" y="28121"/>
                    </a:cubicBezTo>
                    <a:cubicBezTo>
                      <a:pt x="26617" y="28951"/>
                      <a:pt x="28589" y="29677"/>
                      <a:pt x="30768" y="30352"/>
                    </a:cubicBezTo>
                    <a:cubicBezTo>
                      <a:pt x="32947" y="31026"/>
                      <a:pt x="35178" y="31701"/>
                      <a:pt x="37409" y="32479"/>
                    </a:cubicBezTo>
                    <a:cubicBezTo>
                      <a:pt x="39640" y="33257"/>
                      <a:pt x="41871" y="34140"/>
                      <a:pt x="44050" y="35125"/>
                    </a:cubicBezTo>
                    <a:cubicBezTo>
                      <a:pt x="46230" y="36111"/>
                      <a:pt x="48201" y="37356"/>
                      <a:pt x="49914" y="38913"/>
                    </a:cubicBezTo>
                    <a:cubicBezTo>
                      <a:pt x="51626" y="40417"/>
                      <a:pt x="53027" y="42285"/>
                      <a:pt x="54064" y="44413"/>
                    </a:cubicBezTo>
                    <a:cubicBezTo>
                      <a:pt x="55102" y="46540"/>
                      <a:pt x="55621" y="49134"/>
                      <a:pt x="55621" y="52091"/>
                    </a:cubicBezTo>
                    <a:cubicBezTo>
                      <a:pt x="55621" y="55671"/>
                      <a:pt x="54998" y="58992"/>
                      <a:pt x="53701" y="62001"/>
                    </a:cubicBezTo>
                    <a:cubicBezTo>
                      <a:pt x="52404" y="65010"/>
                      <a:pt x="50536" y="67656"/>
                      <a:pt x="47994" y="69835"/>
                    </a:cubicBezTo>
                    <a:cubicBezTo>
                      <a:pt x="45451" y="72015"/>
                      <a:pt x="42390" y="73779"/>
                      <a:pt x="38655" y="74972"/>
                    </a:cubicBezTo>
                    <a:cubicBezTo>
                      <a:pt x="34971" y="76217"/>
                      <a:pt x="30664" y="76840"/>
                      <a:pt x="25839" y="76840"/>
                    </a:cubicBezTo>
                    <a:cubicBezTo>
                      <a:pt x="23244" y="76840"/>
                      <a:pt x="20754" y="76632"/>
                      <a:pt x="18315" y="76165"/>
                    </a:cubicBezTo>
                    <a:cubicBezTo>
                      <a:pt x="15877" y="75698"/>
                      <a:pt x="13542" y="75076"/>
                      <a:pt x="11259" y="74246"/>
                    </a:cubicBezTo>
                    <a:cubicBezTo>
                      <a:pt x="9028" y="73415"/>
                      <a:pt x="6901" y="72482"/>
                      <a:pt x="5033" y="71340"/>
                    </a:cubicBezTo>
                    <a:cubicBezTo>
                      <a:pt x="3113" y="70251"/>
                      <a:pt x="1453" y="69005"/>
                      <a:pt x="0" y="67708"/>
                    </a:cubicBezTo>
                    <a:lnTo>
                      <a:pt x="4151" y="60860"/>
                    </a:lnTo>
                    <a:cubicBezTo>
                      <a:pt x="4669" y="60030"/>
                      <a:pt x="5292" y="59407"/>
                      <a:pt x="6019" y="58992"/>
                    </a:cubicBezTo>
                    <a:cubicBezTo>
                      <a:pt x="6745" y="58577"/>
                      <a:pt x="7679" y="58317"/>
                      <a:pt x="8769" y="58317"/>
                    </a:cubicBezTo>
                    <a:cubicBezTo>
                      <a:pt x="9858" y="58317"/>
                      <a:pt x="10948" y="58629"/>
                      <a:pt x="11934" y="59251"/>
                    </a:cubicBezTo>
                    <a:cubicBezTo>
                      <a:pt x="12919" y="59874"/>
                      <a:pt x="14061" y="60548"/>
                      <a:pt x="15410" y="61275"/>
                    </a:cubicBezTo>
                    <a:cubicBezTo>
                      <a:pt x="16707" y="62001"/>
                      <a:pt x="18264" y="62676"/>
                      <a:pt x="20028" y="63298"/>
                    </a:cubicBezTo>
                    <a:cubicBezTo>
                      <a:pt x="21792" y="63921"/>
                      <a:pt x="24023" y="64232"/>
                      <a:pt x="26721" y="64232"/>
                    </a:cubicBezTo>
                    <a:cubicBezTo>
                      <a:pt x="28848" y="64232"/>
                      <a:pt x="30664" y="63973"/>
                      <a:pt x="32220" y="63454"/>
                    </a:cubicBezTo>
                    <a:cubicBezTo>
                      <a:pt x="33725" y="62935"/>
                      <a:pt x="35022" y="62261"/>
                      <a:pt x="36008" y="61430"/>
                    </a:cubicBezTo>
                    <a:cubicBezTo>
                      <a:pt x="36994" y="60600"/>
                      <a:pt x="37721" y="59666"/>
                      <a:pt x="38187" y="58577"/>
                    </a:cubicBezTo>
                    <a:cubicBezTo>
                      <a:pt x="38655" y="57487"/>
                      <a:pt x="38862" y="56346"/>
                      <a:pt x="38862" y="55204"/>
                    </a:cubicBezTo>
                    <a:cubicBezTo>
                      <a:pt x="38862" y="53440"/>
                      <a:pt x="38343" y="52039"/>
                      <a:pt x="37305" y="50898"/>
                    </a:cubicBezTo>
                    <a:cubicBezTo>
                      <a:pt x="36268" y="49808"/>
                      <a:pt x="34867" y="48823"/>
                      <a:pt x="33155" y="47993"/>
                    </a:cubicBezTo>
                    <a:cubicBezTo>
                      <a:pt x="31442" y="47162"/>
                      <a:pt x="29471" y="46436"/>
                      <a:pt x="27292" y="45762"/>
                    </a:cubicBezTo>
                    <a:cubicBezTo>
                      <a:pt x="25112" y="45087"/>
                      <a:pt x="22829" y="44413"/>
                      <a:pt x="20546" y="43634"/>
                    </a:cubicBezTo>
                    <a:cubicBezTo>
                      <a:pt x="18264" y="42856"/>
                      <a:pt x="15981" y="41974"/>
                      <a:pt x="13801" y="40936"/>
                    </a:cubicBezTo>
                    <a:cubicBezTo>
                      <a:pt x="11622" y="39899"/>
                      <a:pt x="9651" y="38550"/>
                      <a:pt x="7938" y="36993"/>
                    </a:cubicBezTo>
                    <a:cubicBezTo>
                      <a:pt x="6226" y="35385"/>
                      <a:pt x="4825" y="33413"/>
                      <a:pt x="3788" y="31130"/>
                    </a:cubicBezTo>
                    <a:cubicBezTo>
                      <a:pt x="2750" y="28795"/>
                      <a:pt x="2231" y="25994"/>
                      <a:pt x="2231" y="22725"/>
                    </a:cubicBezTo>
                    <a:cubicBezTo>
                      <a:pt x="2231" y="19664"/>
                      <a:pt x="2854" y="16758"/>
                      <a:pt x="4047" y="14009"/>
                    </a:cubicBezTo>
                    <a:cubicBezTo>
                      <a:pt x="5240" y="11259"/>
                      <a:pt x="7056" y="8820"/>
                      <a:pt x="9391" y="6797"/>
                    </a:cubicBezTo>
                    <a:cubicBezTo>
                      <a:pt x="11726" y="4721"/>
                      <a:pt x="14684" y="3113"/>
                      <a:pt x="18160" y="1868"/>
                    </a:cubicBezTo>
                    <a:cubicBezTo>
                      <a:pt x="21688" y="623"/>
                      <a:pt x="25735" y="0"/>
                      <a:pt x="30353" y="0"/>
                    </a:cubicBezTo>
                    <a:cubicBezTo>
                      <a:pt x="35489" y="0"/>
                      <a:pt x="40159" y="830"/>
                      <a:pt x="44362" y="2542"/>
                    </a:cubicBezTo>
                    <a:cubicBezTo>
                      <a:pt x="48564" y="4255"/>
                      <a:pt x="52093" y="6485"/>
                      <a:pt x="54895" y="9235"/>
                    </a:cubicBezTo>
                    <a:lnTo>
                      <a:pt x="50847" y="1572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grpSp>
        <p:grpSp>
          <p:nvGrpSpPr>
            <p:cNvPr id="2040" name="Google Shape;2040;p89"/>
            <p:cNvGrpSpPr/>
            <p:nvPr/>
          </p:nvGrpSpPr>
          <p:grpSpPr>
            <a:xfrm>
              <a:off x="4872468" y="3057788"/>
              <a:ext cx="439119" cy="98062"/>
              <a:chOff x="3744947" y="4360320"/>
              <a:chExt cx="592683" cy="132355"/>
            </a:xfrm>
          </p:grpSpPr>
          <p:sp>
            <p:nvSpPr>
              <p:cNvPr id="2041" name="Google Shape;2041;p89"/>
              <p:cNvSpPr/>
              <p:nvPr/>
            </p:nvSpPr>
            <p:spPr>
              <a:xfrm>
                <a:off x="3744947" y="4363381"/>
                <a:ext cx="102525" cy="105012"/>
              </a:xfrm>
              <a:custGeom>
                <a:avLst/>
                <a:gdLst/>
                <a:ahLst/>
                <a:cxnLst/>
                <a:rect l="l" t="t" r="r" b="b"/>
                <a:pathLst>
                  <a:path w="102525" h="105012" extrusionOk="0">
                    <a:moveTo>
                      <a:pt x="102473" y="105013"/>
                    </a:moveTo>
                    <a:lnTo>
                      <a:pt x="87375" y="105013"/>
                    </a:lnTo>
                    <a:cubicBezTo>
                      <a:pt x="85662" y="105013"/>
                      <a:pt x="84313" y="104598"/>
                      <a:pt x="83224" y="103716"/>
                    </a:cubicBezTo>
                    <a:cubicBezTo>
                      <a:pt x="82134" y="102834"/>
                      <a:pt x="81356" y="101796"/>
                      <a:pt x="80837" y="100551"/>
                    </a:cubicBezTo>
                    <a:lnTo>
                      <a:pt x="73002" y="79123"/>
                    </a:lnTo>
                    <a:lnTo>
                      <a:pt x="29471" y="79123"/>
                    </a:lnTo>
                    <a:lnTo>
                      <a:pt x="21636" y="100551"/>
                    </a:lnTo>
                    <a:cubicBezTo>
                      <a:pt x="21273" y="101641"/>
                      <a:pt x="20495" y="102678"/>
                      <a:pt x="19405" y="103612"/>
                    </a:cubicBezTo>
                    <a:cubicBezTo>
                      <a:pt x="18315" y="104546"/>
                      <a:pt x="16914" y="105013"/>
                      <a:pt x="15254" y="105013"/>
                    </a:cubicBezTo>
                    <a:lnTo>
                      <a:pt x="0" y="105013"/>
                    </a:lnTo>
                    <a:lnTo>
                      <a:pt x="41352" y="0"/>
                    </a:lnTo>
                    <a:lnTo>
                      <a:pt x="61276" y="0"/>
                    </a:lnTo>
                    <a:lnTo>
                      <a:pt x="102525" y="105013"/>
                    </a:lnTo>
                    <a:close/>
                    <a:moveTo>
                      <a:pt x="67970" y="65322"/>
                    </a:moveTo>
                    <a:lnTo>
                      <a:pt x="55206" y="30404"/>
                    </a:lnTo>
                    <a:cubicBezTo>
                      <a:pt x="54583" y="28847"/>
                      <a:pt x="53909" y="27032"/>
                      <a:pt x="53234" y="24904"/>
                    </a:cubicBezTo>
                    <a:cubicBezTo>
                      <a:pt x="52560" y="22777"/>
                      <a:pt x="51885" y="20494"/>
                      <a:pt x="51211" y="18004"/>
                    </a:cubicBezTo>
                    <a:cubicBezTo>
                      <a:pt x="50588" y="20494"/>
                      <a:pt x="49914" y="22777"/>
                      <a:pt x="49239" y="24956"/>
                    </a:cubicBezTo>
                    <a:cubicBezTo>
                      <a:pt x="48564" y="27135"/>
                      <a:pt x="47890" y="29003"/>
                      <a:pt x="47267" y="30560"/>
                    </a:cubicBezTo>
                    <a:lnTo>
                      <a:pt x="34556" y="65373"/>
                    </a:lnTo>
                    <a:lnTo>
                      <a:pt x="67970" y="65373"/>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42" name="Google Shape;2042;p89"/>
              <p:cNvSpPr/>
              <p:nvPr/>
            </p:nvSpPr>
            <p:spPr>
              <a:xfrm>
                <a:off x="3855358" y="4392643"/>
                <a:ext cx="64908" cy="75750"/>
              </a:xfrm>
              <a:custGeom>
                <a:avLst/>
                <a:gdLst/>
                <a:ahLst/>
                <a:cxnLst/>
                <a:rect l="l" t="t" r="r" b="b"/>
                <a:pathLst>
                  <a:path w="64908" h="75750" extrusionOk="0">
                    <a:moveTo>
                      <a:pt x="16759" y="10377"/>
                    </a:moveTo>
                    <a:cubicBezTo>
                      <a:pt x="18264" y="8872"/>
                      <a:pt x="19820" y="7471"/>
                      <a:pt x="21532" y="6174"/>
                    </a:cubicBezTo>
                    <a:cubicBezTo>
                      <a:pt x="23193" y="4877"/>
                      <a:pt x="24957" y="3787"/>
                      <a:pt x="26825" y="2905"/>
                    </a:cubicBezTo>
                    <a:cubicBezTo>
                      <a:pt x="28692" y="2024"/>
                      <a:pt x="30664" y="1297"/>
                      <a:pt x="32843" y="778"/>
                    </a:cubicBezTo>
                    <a:cubicBezTo>
                      <a:pt x="34971" y="259"/>
                      <a:pt x="37305" y="0"/>
                      <a:pt x="39796" y="0"/>
                    </a:cubicBezTo>
                    <a:cubicBezTo>
                      <a:pt x="43843" y="0"/>
                      <a:pt x="47475" y="675"/>
                      <a:pt x="50640" y="2075"/>
                    </a:cubicBezTo>
                    <a:cubicBezTo>
                      <a:pt x="53805" y="3476"/>
                      <a:pt x="56399" y="5396"/>
                      <a:pt x="58526" y="7886"/>
                    </a:cubicBezTo>
                    <a:cubicBezTo>
                      <a:pt x="60654" y="10377"/>
                      <a:pt x="62210" y="13334"/>
                      <a:pt x="63300" y="16810"/>
                    </a:cubicBezTo>
                    <a:cubicBezTo>
                      <a:pt x="64390" y="20286"/>
                      <a:pt x="64908" y="24074"/>
                      <a:pt x="64908" y="28277"/>
                    </a:cubicBezTo>
                    <a:lnTo>
                      <a:pt x="64908" y="75698"/>
                    </a:lnTo>
                    <a:lnTo>
                      <a:pt x="46956" y="75698"/>
                    </a:lnTo>
                    <a:lnTo>
                      <a:pt x="46956" y="28277"/>
                    </a:lnTo>
                    <a:cubicBezTo>
                      <a:pt x="46956" y="23711"/>
                      <a:pt x="45918" y="20183"/>
                      <a:pt x="43843" y="17692"/>
                    </a:cubicBezTo>
                    <a:cubicBezTo>
                      <a:pt x="41768" y="15202"/>
                      <a:pt x="38603" y="13957"/>
                      <a:pt x="34348" y="13957"/>
                    </a:cubicBezTo>
                    <a:cubicBezTo>
                      <a:pt x="31235" y="13957"/>
                      <a:pt x="28329" y="14683"/>
                      <a:pt x="25631" y="16084"/>
                    </a:cubicBezTo>
                    <a:cubicBezTo>
                      <a:pt x="22933" y="17485"/>
                      <a:pt x="20339" y="19404"/>
                      <a:pt x="17952" y="21843"/>
                    </a:cubicBezTo>
                    <a:lnTo>
                      <a:pt x="17952" y="75750"/>
                    </a:lnTo>
                    <a:lnTo>
                      <a:pt x="0" y="75750"/>
                    </a:lnTo>
                    <a:lnTo>
                      <a:pt x="0" y="1245"/>
                    </a:lnTo>
                    <a:lnTo>
                      <a:pt x="10948" y="1245"/>
                    </a:lnTo>
                    <a:cubicBezTo>
                      <a:pt x="13283" y="1245"/>
                      <a:pt x="14787" y="2335"/>
                      <a:pt x="15514" y="4514"/>
                    </a:cubicBezTo>
                    <a:lnTo>
                      <a:pt x="16759" y="10377"/>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43" name="Google Shape;2043;p89"/>
              <p:cNvSpPr/>
              <p:nvPr/>
            </p:nvSpPr>
            <p:spPr>
              <a:xfrm>
                <a:off x="3931837" y="4392488"/>
                <a:ext cx="62262" cy="76995"/>
              </a:xfrm>
              <a:custGeom>
                <a:avLst/>
                <a:gdLst/>
                <a:ahLst/>
                <a:cxnLst/>
                <a:rect l="l" t="t" r="r" b="b"/>
                <a:pathLst>
                  <a:path w="62262" h="76995" extrusionOk="0">
                    <a:moveTo>
                      <a:pt x="3684" y="11778"/>
                    </a:moveTo>
                    <a:cubicBezTo>
                      <a:pt x="12245" y="3943"/>
                      <a:pt x="22570" y="0"/>
                      <a:pt x="34607" y="0"/>
                    </a:cubicBezTo>
                    <a:cubicBezTo>
                      <a:pt x="38966" y="0"/>
                      <a:pt x="42857" y="726"/>
                      <a:pt x="46282" y="2127"/>
                    </a:cubicBezTo>
                    <a:cubicBezTo>
                      <a:pt x="49706" y="3528"/>
                      <a:pt x="52612" y="5552"/>
                      <a:pt x="54998" y="8094"/>
                    </a:cubicBezTo>
                    <a:cubicBezTo>
                      <a:pt x="57385" y="10636"/>
                      <a:pt x="59201" y="13697"/>
                      <a:pt x="60394" y="17225"/>
                    </a:cubicBezTo>
                    <a:cubicBezTo>
                      <a:pt x="61640" y="20754"/>
                      <a:pt x="62262" y="24645"/>
                      <a:pt x="62262" y="28847"/>
                    </a:cubicBezTo>
                    <a:lnTo>
                      <a:pt x="62262" y="75906"/>
                    </a:lnTo>
                    <a:lnTo>
                      <a:pt x="54116" y="75906"/>
                    </a:lnTo>
                    <a:cubicBezTo>
                      <a:pt x="52404" y="75906"/>
                      <a:pt x="51107" y="75647"/>
                      <a:pt x="50173" y="75128"/>
                    </a:cubicBezTo>
                    <a:cubicBezTo>
                      <a:pt x="49239" y="74609"/>
                      <a:pt x="48513" y="73571"/>
                      <a:pt x="47994" y="72067"/>
                    </a:cubicBezTo>
                    <a:lnTo>
                      <a:pt x="46385" y="66671"/>
                    </a:lnTo>
                    <a:cubicBezTo>
                      <a:pt x="44518" y="68383"/>
                      <a:pt x="42650" y="69836"/>
                      <a:pt x="40886" y="71133"/>
                    </a:cubicBezTo>
                    <a:cubicBezTo>
                      <a:pt x="39121" y="72430"/>
                      <a:pt x="37254" y="73520"/>
                      <a:pt x="35282" y="74350"/>
                    </a:cubicBezTo>
                    <a:cubicBezTo>
                      <a:pt x="33362" y="75232"/>
                      <a:pt x="31287" y="75906"/>
                      <a:pt x="29056" y="76321"/>
                    </a:cubicBezTo>
                    <a:cubicBezTo>
                      <a:pt x="26876" y="76788"/>
                      <a:pt x="24438" y="76996"/>
                      <a:pt x="21740" y="76996"/>
                    </a:cubicBezTo>
                    <a:cubicBezTo>
                      <a:pt x="18575" y="76996"/>
                      <a:pt x="15669" y="76581"/>
                      <a:pt x="13023" y="75699"/>
                    </a:cubicBezTo>
                    <a:cubicBezTo>
                      <a:pt x="10377" y="74868"/>
                      <a:pt x="8042" y="73571"/>
                      <a:pt x="6122" y="71911"/>
                    </a:cubicBezTo>
                    <a:cubicBezTo>
                      <a:pt x="4203" y="70199"/>
                      <a:pt x="2698" y="68123"/>
                      <a:pt x="1608" y="65581"/>
                    </a:cubicBezTo>
                    <a:cubicBezTo>
                      <a:pt x="519" y="63039"/>
                      <a:pt x="0" y="60133"/>
                      <a:pt x="0" y="56813"/>
                    </a:cubicBezTo>
                    <a:cubicBezTo>
                      <a:pt x="0" y="54945"/>
                      <a:pt x="311" y="53025"/>
                      <a:pt x="934" y="51209"/>
                    </a:cubicBezTo>
                    <a:cubicBezTo>
                      <a:pt x="1557" y="49393"/>
                      <a:pt x="2594" y="47578"/>
                      <a:pt x="3995" y="45865"/>
                    </a:cubicBezTo>
                    <a:cubicBezTo>
                      <a:pt x="5448" y="44153"/>
                      <a:pt x="7264" y="42597"/>
                      <a:pt x="9547" y="41092"/>
                    </a:cubicBezTo>
                    <a:cubicBezTo>
                      <a:pt x="11830" y="39587"/>
                      <a:pt x="14632" y="38290"/>
                      <a:pt x="17952" y="37149"/>
                    </a:cubicBezTo>
                    <a:cubicBezTo>
                      <a:pt x="21273" y="36059"/>
                      <a:pt x="25112" y="35125"/>
                      <a:pt x="29523" y="34399"/>
                    </a:cubicBezTo>
                    <a:cubicBezTo>
                      <a:pt x="33933" y="33724"/>
                      <a:pt x="38966" y="33258"/>
                      <a:pt x="44621" y="33102"/>
                    </a:cubicBezTo>
                    <a:lnTo>
                      <a:pt x="44621" y="28744"/>
                    </a:lnTo>
                    <a:cubicBezTo>
                      <a:pt x="44621" y="23763"/>
                      <a:pt x="43532" y="20079"/>
                      <a:pt x="41404" y="17693"/>
                    </a:cubicBezTo>
                    <a:cubicBezTo>
                      <a:pt x="39277" y="15306"/>
                      <a:pt x="36216" y="14113"/>
                      <a:pt x="32169" y="14113"/>
                    </a:cubicBezTo>
                    <a:cubicBezTo>
                      <a:pt x="29263" y="14113"/>
                      <a:pt x="26876" y="14476"/>
                      <a:pt x="24957" y="15150"/>
                    </a:cubicBezTo>
                    <a:cubicBezTo>
                      <a:pt x="23037" y="15824"/>
                      <a:pt x="21377" y="16603"/>
                      <a:pt x="19924" y="17433"/>
                    </a:cubicBezTo>
                    <a:cubicBezTo>
                      <a:pt x="18471" y="18263"/>
                      <a:pt x="17174" y="19042"/>
                      <a:pt x="15981" y="19716"/>
                    </a:cubicBezTo>
                    <a:cubicBezTo>
                      <a:pt x="14787" y="20390"/>
                      <a:pt x="13490" y="20754"/>
                      <a:pt x="12037" y="20754"/>
                    </a:cubicBezTo>
                    <a:cubicBezTo>
                      <a:pt x="10792" y="20754"/>
                      <a:pt x="9703" y="20442"/>
                      <a:pt x="8821" y="19768"/>
                    </a:cubicBezTo>
                    <a:cubicBezTo>
                      <a:pt x="7938" y="19093"/>
                      <a:pt x="7264" y="18367"/>
                      <a:pt x="6693" y="17485"/>
                    </a:cubicBezTo>
                    <a:lnTo>
                      <a:pt x="3476" y="11726"/>
                    </a:lnTo>
                    <a:close/>
                    <a:moveTo>
                      <a:pt x="44829" y="44101"/>
                    </a:moveTo>
                    <a:cubicBezTo>
                      <a:pt x="39640" y="44361"/>
                      <a:pt x="35282" y="44776"/>
                      <a:pt x="31754" y="45450"/>
                    </a:cubicBezTo>
                    <a:cubicBezTo>
                      <a:pt x="28226" y="46125"/>
                      <a:pt x="25372" y="46955"/>
                      <a:pt x="23245" y="47941"/>
                    </a:cubicBezTo>
                    <a:cubicBezTo>
                      <a:pt x="21117" y="48978"/>
                      <a:pt x="19613" y="50120"/>
                      <a:pt x="18679" y="51521"/>
                    </a:cubicBezTo>
                    <a:cubicBezTo>
                      <a:pt x="17745" y="52870"/>
                      <a:pt x="17278" y="54374"/>
                      <a:pt x="17278" y="55931"/>
                    </a:cubicBezTo>
                    <a:cubicBezTo>
                      <a:pt x="17278" y="59096"/>
                      <a:pt x="18212" y="61327"/>
                      <a:pt x="20080" y="62676"/>
                    </a:cubicBezTo>
                    <a:cubicBezTo>
                      <a:pt x="21947" y="64025"/>
                      <a:pt x="24386" y="64699"/>
                      <a:pt x="27395" y="64699"/>
                    </a:cubicBezTo>
                    <a:cubicBezTo>
                      <a:pt x="31079" y="64699"/>
                      <a:pt x="34244" y="64025"/>
                      <a:pt x="36942" y="62728"/>
                    </a:cubicBezTo>
                    <a:cubicBezTo>
                      <a:pt x="39640" y="61379"/>
                      <a:pt x="42235" y="59355"/>
                      <a:pt x="44829" y="56657"/>
                    </a:cubicBezTo>
                    <a:lnTo>
                      <a:pt x="44829" y="4410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44" name="Google Shape;2044;p89"/>
              <p:cNvSpPr/>
              <p:nvPr/>
            </p:nvSpPr>
            <p:spPr>
              <a:xfrm>
                <a:off x="4011221" y="4360424"/>
                <a:ext cx="17952" cy="107918"/>
              </a:xfrm>
              <a:custGeom>
                <a:avLst/>
                <a:gdLst/>
                <a:ahLst/>
                <a:cxnLst/>
                <a:rect l="l" t="t" r="r" b="b"/>
                <a:pathLst>
                  <a:path w="17952" h="107918" extrusionOk="0">
                    <a:moveTo>
                      <a:pt x="17952" y="0"/>
                    </a:moveTo>
                    <a:lnTo>
                      <a:pt x="17952" y="107918"/>
                    </a:lnTo>
                    <a:lnTo>
                      <a:pt x="0" y="107918"/>
                    </a:lnTo>
                    <a:lnTo>
                      <a:pt x="0" y="0"/>
                    </a:lnTo>
                    <a:lnTo>
                      <a:pt x="17952" y="0"/>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45" name="Google Shape;2045;p89"/>
              <p:cNvSpPr/>
              <p:nvPr/>
            </p:nvSpPr>
            <p:spPr>
              <a:xfrm>
                <a:off x="4038617" y="4393785"/>
                <a:ext cx="76167" cy="98890"/>
              </a:xfrm>
              <a:custGeom>
                <a:avLst/>
                <a:gdLst/>
                <a:ahLst/>
                <a:cxnLst/>
                <a:rect l="l" t="t" r="r" b="b"/>
                <a:pathLst>
                  <a:path w="76167" h="98890" extrusionOk="0">
                    <a:moveTo>
                      <a:pt x="76167" y="52"/>
                    </a:moveTo>
                    <a:lnTo>
                      <a:pt x="35541" y="95051"/>
                    </a:lnTo>
                    <a:cubicBezTo>
                      <a:pt x="35022" y="96296"/>
                      <a:pt x="34296" y="97282"/>
                      <a:pt x="33466" y="97905"/>
                    </a:cubicBezTo>
                    <a:cubicBezTo>
                      <a:pt x="32636" y="98579"/>
                      <a:pt x="31339" y="98891"/>
                      <a:pt x="29574" y="98891"/>
                    </a:cubicBezTo>
                    <a:lnTo>
                      <a:pt x="16188" y="98891"/>
                    </a:lnTo>
                    <a:lnTo>
                      <a:pt x="30145" y="68954"/>
                    </a:lnTo>
                    <a:lnTo>
                      <a:pt x="0" y="0"/>
                    </a:lnTo>
                    <a:lnTo>
                      <a:pt x="15773" y="0"/>
                    </a:lnTo>
                    <a:cubicBezTo>
                      <a:pt x="17174" y="0"/>
                      <a:pt x="18264" y="363"/>
                      <a:pt x="19094" y="1038"/>
                    </a:cubicBezTo>
                    <a:cubicBezTo>
                      <a:pt x="19872" y="1712"/>
                      <a:pt x="20495" y="2491"/>
                      <a:pt x="20858" y="3373"/>
                    </a:cubicBezTo>
                    <a:lnTo>
                      <a:pt x="36683" y="42026"/>
                    </a:lnTo>
                    <a:cubicBezTo>
                      <a:pt x="37202" y="43323"/>
                      <a:pt x="37669" y="44620"/>
                      <a:pt x="38032" y="45969"/>
                    </a:cubicBezTo>
                    <a:cubicBezTo>
                      <a:pt x="38395" y="47318"/>
                      <a:pt x="38758" y="48615"/>
                      <a:pt x="39070" y="49964"/>
                    </a:cubicBezTo>
                    <a:cubicBezTo>
                      <a:pt x="39485" y="48615"/>
                      <a:pt x="39951" y="47266"/>
                      <a:pt x="40367" y="45917"/>
                    </a:cubicBezTo>
                    <a:cubicBezTo>
                      <a:pt x="40782" y="44568"/>
                      <a:pt x="41301" y="43271"/>
                      <a:pt x="41819" y="41974"/>
                    </a:cubicBezTo>
                    <a:lnTo>
                      <a:pt x="56762" y="3425"/>
                    </a:lnTo>
                    <a:cubicBezTo>
                      <a:pt x="57125" y="2439"/>
                      <a:pt x="57800" y="1660"/>
                      <a:pt x="58682" y="1038"/>
                    </a:cubicBezTo>
                    <a:cubicBezTo>
                      <a:pt x="59564" y="415"/>
                      <a:pt x="60602" y="104"/>
                      <a:pt x="61691" y="104"/>
                    </a:cubicBezTo>
                    <a:lnTo>
                      <a:pt x="76064" y="104"/>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46" name="Google Shape;2046;p89"/>
              <p:cNvSpPr/>
              <p:nvPr/>
            </p:nvSpPr>
            <p:spPr>
              <a:xfrm>
                <a:off x="4117326" y="4360320"/>
                <a:ext cx="84728" cy="109215"/>
              </a:xfrm>
              <a:custGeom>
                <a:avLst/>
                <a:gdLst/>
                <a:ahLst/>
                <a:cxnLst/>
                <a:rect l="l" t="t" r="r" b="b"/>
                <a:pathLst>
                  <a:path w="84728" h="109215" extrusionOk="0">
                    <a:moveTo>
                      <a:pt x="81615" y="108074"/>
                    </a:moveTo>
                    <a:lnTo>
                      <a:pt x="63663" y="108074"/>
                    </a:lnTo>
                    <a:lnTo>
                      <a:pt x="63663" y="47007"/>
                    </a:lnTo>
                    <a:lnTo>
                      <a:pt x="29108" y="47007"/>
                    </a:lnTo>
                    <a:lnTo>
                      <a:pt x="29108" y="87372"/>
                    </a:lnTo>
                    <a:cubicBezTo>
                      <a:pt x="29108" y="89707"/>
                      <a:pt x="29678" y="91523"/>
                      <a:pt x="30820" y="92820"/>
                    </a:cubicBezTo>
                    <a:cubicBezTo>
                      <a:pt x="31961" y="94117"/>
                      <a:pt x="33518" y="94792"/>
                      <a:pt x="35489" y="94792"/>
                    </a:cubicBezTo>
                    <a:cubicBezTo>
                      <a:pt x="36579" y="94792"/>
                      <a:pt x="37513" y="94636"/>
                      <a:pt x="38291" y="94377"/>
                    </a:cubicBezTo>
                    <a:cubicBezTo>
                      <a:pt x="39018" y="94117"/>
                      <a:pt x="39692" y="93806"/>
                      <a:pt x="40263" y="93547"/>
                    </a:cubicBezTo>
                    <a:cubicBezTo>
                      <a:pt x="40834" y="93235"/>
                      <a:pt x="41301" y="92976"/>
                      <a:pt x="41768" y="92717"/>
                    </a:cubicBezTo>
                    <a:cubicBezTo>
                      <a:pt x="42183" y="92457"/>
                      <a:pt x="42650" y="92301"/>
                      <a:pt x="43065" y="92301"/>
                    </a:cubicBezTo>
                    <a:cubicBezTo>
                      <a:pt x="43584" y="92301"/>
                      <a:pt x="44050" y="92457"/>
                      <a:pt x="44362" y="92717"/>
                    </a:cubicBezTo>
                    <a:cubicBezTo>
                      <a:pt x="44725" y="92976"/>
                      <a:pt x="45088" y="93391"/>
                      <a:pt x="45451" y="93910"/>
                    </a:cubicBezTo>
                    <a:lnTo>
                      <a:pt x="50848" y="102626"/>
                    </a:lnTo>
                    <a:cubicBezTo>
                      <a:pt x="48253" y="104805"/>
                      <a:pt x="45244" y="106466"/>
                      <a:pt x="41819" y="107555"/>
                    </a:cubicBezTo>
                    <a:cubicBezTo>
                      <a:pt x="38447" y="108645"/>
                      <a:pt x="34919" y="109216"/>
                      <a:pt x="31287" y="109216"/>
                    </a:cubicBezTo>
                    <a:cubicBezTo>
                      <a:pt x="24801" y="109216"/>
                      <a:pt x="19820" y="107400"/>
                      <a:pt x="16344" y="103716"/>
                    </a:cubicBezTo>
                    <a:cubicBezTo>
                      <a:pt x="12868" y="100084"/>
                      <a:pt x="11155" y="95000"/>
                      <a:pt x="11155" y="88566"/>
                    </a:cubicBezTo>
                    <a:lnTo>
                      <a:pt x="11155" y="46955"/>
                    </a:lnTo>
                    <a:lnTo>
                      <a:pt x="3528" y="46955"/>
                    </a:lnTo>
                    <a:cubicBezTo>
                      <a:pt x="2542" y="46955"/>
                      <a:pt x="1712" y="46644"/>
                      <a:pt x="1038" y="46021"/>
                    </a:cubicBezTo>
                    <a:cubicBezTo>
                      <a:pt x="363" y="45398"/>
                      <a:pt x="0" y="44464"/>
                      <a:pt x="0" y="43167"/>
                    </a:cubicBezTo>
                    <a:lnTo>
                      <a:pt x="0" y="36059"/>
                    </a:lnTo>
                    <a:lnTo>
                      <a:pt x="11985" y="34036"/>
                    </a:lnTo>
                    <a:lnTo>
                      <a:pt x="15773" y="13749"/>
                    </a:lnTo>
                    <a:cubicBezTo>
                      <a:pt x="16033" y="12764"/>
                      <a:pt x="16499" y="12037"/>
                      <a:pt x="17174" y="11518"/>
                    </a:cubicBezTo>
                    <a:cubicBezTo>
                      <a:pt x="17849" y="11000"/>
                      <a:pt x="18731" y="10740"/>
                      <a:pt x="19768" y="10740"/>
                    </a:cubicBezTo>
                    <a:lnTo>
                      <a:pt x="29056" y="10740"/>
                    </a:lnTo>
                    <a:lnTo>
                      <a:pt x="29056" y="34192"/>
                    </a:lnTo>
                    <a:lnTo>
                      <a:pt x="81564" y="34192"/>
                    </a:lnTo>
                    <a:lnTo>
                      <a:pt x="81564" y="108074"/>
                    </a:lnTo>
                    <a:close/>
                    <a:moveTo>
                      <a:pt x="84729" y="11518"/>
                    </a:moveTo>
                    <a:cubicBezTo>
                      <a:pt x="84729" y="13075"/>
                      <a:pt x="84417" y="14528"/>
                      <a:pt x="83795" y="15928"/>
                    </a:cubicBezTo>
                    <a:cubicBezTo>
                      <a:pt x="83172" y="17329"/>
                      <a:pt x="82342" y="18523"/>
                      <a:pt x="81304" y="19508"/>
                    </a:cubicBezTo>
                    <a:cubicBezTo>
                      <a:pt x="80266" y="20546"/>
                      <a:pt x="79021" y="21324"/>
                      <a:pt x="77620" y="21947"/>
                    </a:cubicBezTo>
                    <a:cubicBezTo>
                      <a:pt x="76167" y="22570"/>
                      <a:pt x="74663" y="22829"/>
                      <a:pt x="73054" y="22829"/>
                    </a:cubicBezTo>
                    <a:cubicBezTo>
                      <a:pt x="71446" y="22829"/>
                      <a:pt x="70045" y="22518"/>
                      <a:pt x="68696" y="21947"/>
                    </a:cubicBezTo>
                    <a:cubicBezTo>
                      <a:pt x="67347" y="21324"/>
                      <a:pt x="66154" y="20546"/>
                      <a:pt x="65116" y="19508"/>
                    </a:cubicBezTo>
                    <a:cubicBezTo>
                      <a:pt x="64078" y="18471"/>
                      <a:pt x="63300" y="17277"/>
                      <a:pt x="62677" y="15928"/>
                    </a:cubicBezTo>
                    <a:cubicBezTo>
                      <a:pt x="62055" y="14528"/>
                      <a:pt x="61795" y="13075"/>
                      <a:pt x="61795" y="11518"/>
                    </a:cubicBezTo>
                    <a:cubicBezTo>
                      <a:pt x="61795" y="9962"/>
                      <a:pt x="62107" y="8457"/>
                      <a:pt x="62677" y="7056"/>
                    </a:cubicBezTo>
                    <a:cubicBezTo>
                      <a:pt x="63300" y="5655"/>
                      <a:pt x="64078" y="4462"/>
                      <a:pt x="65116" y="3425"/>
                    </a:cubicBezTo>
                    <a:cubicBezTo>
                      <a:pt x="66154" y="2387"/>
                      <a:pt x="67295" y="1557"/>
                      <a:pt x="68696" y="934"/>
                    </a:cubicBezTo>
                    <a:cubicBezTo>
                      <a:pt x="70045" y="312"/>
                      <a:pt x="71498" y="0"/>
                      <a:pt x="73054" y="0"/>
                    </a:cubicBezTo>
                    <a:cubicBezTo>
                      <a:pt x="74611" y="0"/>
                      <a:pt x="76167" y="312"/>
                      <a:pt x="77620" y="934"/>
                    </a:cubicBezTo>
                    <a:cubicBezTo>
                      <a:pt x="79073" y="1557"/>
                      <a:pt x="80266" y="2387"/>
                      <a:pt x="81304" y="3425"/>
                    </a:cubicBezTo>
                    <a:cubicBezTo>
                      <a:pt x="82342" y="4462"/>
                      <a:pt x="83172" y="5655"/>
                      <a:pt x="83795" y="7056"/>
                    </a:cubicBezTo>
                    <a:cubicBezTo>
                      <a:pt x="84417" y="8457"/>
                      <a:pt x="84729" y="9910"/>
                      <a:pt x="84729" y="11518"/>
                    </a:cubicBez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47" name="Google Shape;2047;p89"/>
              <p:cNvSpPr/>
              <p:nvPr/>
            </p:nvSpPr>
            <p:spPr>
              <a:xfrm>
                <a:off x="4213158" y="4392695"/>
                <a:ext cx="62833" cy="76787"/>
              </a:xfrm>
              <a:custGeom>
                <a:avLst/>
                <a:gdLst/>
                <a:ahLst/>
                <a:cxnLst/>
                <a:rect l="l" t="t" r="r" b="b"/>
                <a:pathLst>
                  <a:path w="62833" h="76787" extrusionOk="0">
                    <a:moveTo>
                      <a:pt x="57437" y="16914"/>
                    </a:moveTo>
                    <a:cubicBezTo>
                      <a:pt x="56918" y="17588"/>
                      <a:pt x="56399" y="18107"/>
                      <a:pt x="55880" y="18523"/>
                    </a:cubicBezTo>
                    <a:cubicBezTo>
                      <a:pt x="55362" y="18885"/>
                      <a:pt x="54635" y="19093"/>
                      <a:pt x="53649" y="19093"/>
                    </a:cubicBezTo>
                    <a:cubicBezTo>
                      <a:pt x="52715" y="19093"/>
                      <a:pt x="51833" y="18834"/>
                      <a:pt x="50951" y="18263"/>
                    </a:cubicBezTo>
                    <a:cubicBezTo>
                      <a:pt x="50069" y="17692"/>
                      <a:pt x="49032" y="17070"/>
                      <a:pt x="47838" y="16395"/>
                    </a:cubicBezTo>
                    <a:cubicBezTo>
                      <a:pt x="46645" y="15669"/>
                      <a:pt x="45192" y="15046"/>
                      <a:pt x="43532" y="14527"/>
                    </a:cubicBezTo>
                    <a:cubicBezTo>
                      <a:pt x="41871" y="13957"/>
                      <a:pt x="39796" y="13697"/>
                      <a:pt x="37305" y="13697"/>
                    </a:cubicBezTo>
                    <a:cubicBezTo>
                      <a:pt x="34141" y="13697"/>
                      <a:pt x="31390" y="14268"/>
                      <a:pt x="29004" y="15409"/>
                    </a:cubicBezTo>
                    <a:cubicBezTo>
                      <a:pt x="26617" y="16551"/>
                      <a:pt x="24645" y="18159"/>
                      <a:pt x="23089" y="20338"/>
                    </a:cubicBezTo>
                    <a:cubicBezTo>
                      <a:pt x="21532" y="22465"/>
                      <a:pt x="20339" y="25060"/>
                      <a:pt x="19561" y="28069"/>
                    </a:cubicBezTo>
                    <a:cubicBezTo>
                      <a:pt x="18782" y="31078"/>
                      <a:pt x="18419" y="34503"/>
                      <a:pt x="18419" y="38342"/>
                    </a:cubicBezTo>
                    <a:cubicBezTo>
                      <a:pt x="18419" y="42182"/>
                      <a:pt x="18834" y="45865"/>
                      <a:pt x="19665" y="48926"/>
                    </a:cubicBezTo>
                    <a:cubicBezTo>
                      <a:pt x="20495" y="52039"/>
                      <a:pt x="21740" y="54633"/>
                      <a:pt x="23348" y="56709"/>
                    </a:cubicBezTo>
                    <a:cubicBezTo>
                      <a:pt x="24957" y="58836"/>
                      <a:pt x="26876" y="60393"/>
                      <a:pt x="29159" y="61482"/>
                    </a:cubicBezTo>
                    <a:cubicBezTo>
                      <a:pt x="31442" y="62572"/>
                      <a:pt x="33985" y="63143"/>
                      <a:pt x="36839" y="63143"/>
                    </a:cubicBezTo>
                    <a:cubicBezTo>
                      <a:pt x="39692" y="63143"/>
                      <a:pt x="42027" y="62779"/>
                      <a:pt x="43791" y="62105"/>
                    </a:cubicBezTo>
                    <a:cubicBezTo>
                      <a:pt x="45555" y="61430"/>
                      <a:pt x="47060" y="60652"/>
                      <a:pt x="48253" y="59770"/>
                    </a:cubicBezTo>
                    <a:cubicBezTo>
                      <a:pt x="49447" y="58940"/>
                      <a:pt x="50536" y="58162"/>
                      <a:pt x="51418" y="57435"/>
                    </a:cubicBezTo>
                    <a:cubicBezTo>
                      <a:pt x="52300" y="56761"/>
                      <a:pt x="53338" y="56398"/>
                      <a:pt x="54428" y="56398"/>
                    </a:cubicBezTo>
                    <a:cubicBezTo>
                      <a:pt x="55880" y="56398"/>
                      <a:pt x="56970" y="56968"/>
                      <a:pt x="57696" y="58058"/>
                    </a:cubicBezTo>
                    <a:lnTo>
                      <a:pt x="62833" y="64595"/>
                    </a:lnTo>
                    <a:cubicBezTo>
                      <a:pt x="60861" y="66930"/>
                      <a:pt x="58682" y="68850"/>
                      <a:pt x="56347" y="70458"/>
                    </a:cubicBezTo>
                    <a:cubicBezTo>
                      <a:pt x="54012" y="72015"/>
                      <a:pt x="51626" y="73312"/>
                      <a:pt x="49135" y="74246"/>
                    </a:cubicBezTo>
                    <a:cubicBezTo>
                      <a:pt x="46645" y="75180"/>
                      <a:pt x="44050" y="75854"/>
                      <a:pt x="41456" y="76217"/>
                    </a:cubicBezTo>
                    <a:cubicBezTo>
                      <a:pt x="38810" y="76632"/>
                      <a:pt x="36216" y="76788"/>
                      <a:pt x="33570" y="76788"/>
                    </a:cubicBezTo>
                    <a:cubicBezTo>
                      <a:pt x="28952" y="76788"/>
                      <a:pt x="24645" y="75906"/>
                      <a:pt x="20546" y="74194"/>
                    </a:cubicBezTo>
                    <a:cubicBezTo>
                      <a:pt x="16499" y="72482"/>
                      <a:pt x="12919" y="69991"/>
                      <a:pt x="9858" y="66671"/>
                    </a:cubicBezTo>
                    <a:cubicBezTo>
                      <a:pt x="6797" y="63402"/>
                      <a:pt x="4410" y="59355"/>
                      <a:pt x="2646" y="54582"/>
                    </a:cubicBezTo>
                    <a:cubicBezTo>
                      <a:pt x="882" y="49808"/>
                      <a:pt x="0" y="44361"/>
                      <a:pt x="0" y="38290"/>
                    </a:cubicBezTo>
                    <a:cubicBezTo>
                      <a:pt x="0" y="32842"/>
                      <a:pt x="778" y="27758"/>
                      <a:pt x="2335" y="23088"/>
                    </a:cubicBezTo>
                    <a:cubicBezTo>
                      <a:pt x="3891" y="18419"/>
                      <a:pt x="6226" y="14372"/>
                      <a:pt x="9287" y="10947"/>
                    </a:cubicBezTo>
                    <a:cubicBezTo>
                      <a:pt x="12349" y="7523"/>
                      <a:pt x="16136" y="4877"/>
                      <a:pt x="20598" y="2905"/>
                    </a:cubicBezTo>
                    <a:cubicBezTo>
                      <a:pt x="25112" y="986"/>
                      <a:pt x="30301" y="0"/>
                      <a:pt x="36164" y="0"/>
                    </a:cubicBezTo>
                    <a:cubicBezTo>
                      <a:pt x="42027" y="0"/>
                      <a:pt x="46593" y="882"/>
                      <a:pt x="50796" y="2698"/>
                    </a:cubicBezTo>
                    <a:cubicBezTo>
                      <a:pt x="54998" y="4514"/>
                      <a:pt x="58734" y="7056"/>
                      <a:pt x="62107" y="10377"/>
                    </a:cubicBezTo>
                    <a:lnTo>
                      <a:pt x="57385" y="16914"/>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48" name="Google Shape;2048;p89"/>
              <p:cNvSpPr/>
              <p:nvPr/>
            </p:nvSpPr>
            <p:spPr>
              <a:xfrm>
                <a:off x="4282010" y="4392643"/>
                <a:ext cx="55620" cy="76839"/>
              </a:xfrm>
              <a:custGeom>
                <a:avLst/>
                <a:gdLst/>
                <a:ahLst/>
                <a:cxnLst/>
                <a:rect l="l" t="t" r="r" b="b"/>
                <a:pathLst>
                  <a:path w="55620" h="76839" extrusionOk="0">
                    <a:moveTo>
                      <a:pt x="50692" y="15721"/>
                    </a:moveTo>
                    <a:cubicBezTo>
                      <a:pt x="50225" y="16499"/>
                      <a:pt x="49706" y="17018"/>
                      <a:pt x="49187" y="17381"/>
                    </a:cubicBezTo>
                    <a:cubicBezTo>
                      <a:pt x="48668" y="17744"/>
                      <a:pt x="47994" y="17848"/>
                      <a:pt x="47164" y="17848"/>
                    </a:cubicBezTo>
                    <a:cubicBezTo>
                      <a:pt x="46282" y="17848"/>
                      <a:pt x="45348" y="17589"/>
                      <a:pt x="44362" y="17122"/>
                    </a:cubicBezTo>
                    <a:cubicBezTo>
                      <a:pt x="43376" y="16654"/>
                      <a:pt x="42234" y="16084"/>
                      <a:pt x="40886" y="15461"/>
                    </a:cubicBezTo>
                    <a:cubicBezTo>
                      <a:pt x="39589" y="14839"/>
                      <a:pt x="38084" y="14320"/>
                      <a:pt x="36423" y="13853"/>
                    </a:cubicBezTo>
                    <a:cubicBezTo>
                      <a:pt x="34763" y="13386"/>
                      <a:pt x="32792" y="13126"/>
                      <a:pt x="30509" y="13126"/>
                    </a:cubicBezTo>
                    <a:cubicBezTo>
                      <a:pt x="26981" y="13126"/>
                      <a:pt x="24179" y="13905"/>
                      <a:pt x="22207" y="15357"/>
                    </a:cubicBezTo>
                    <a:cubicBezTo>
                      <a:pt x="20183" y="16862"/>
                      <a:pt x="19198" y="18834"/>
                      <a:pt x="19198" y="21220"/>
                    </a:cubicBezTo>
                    <a:cubicBezTo>
                      <a:pt x="19198" y="22829"/>
                      <a:pt x="19716" y="24178"/>
                      <a:pt x="20754" y="25267"/>
                    </a:cubicBezTo>
                    <a:cubicBezTo>
                      <a:pt x="21792" y="26357"/>
                      <a:pt x="23193" y="27291"/>
                      <a:pt x="24905" y="28121"/>
                    </a:cubicBezTo>
                    <a:cubicBezTo>
                      <a:pt x="26617" y="28951"/>
                      <a:pt x="28589" y="29677"/>
                      <a:pt x="30768" y="30352"/>
                    </a:cubicBezTo>
                    <a:cubicBezTo>
                      <a:pt x="32947" y="31026"/>
                      <a:pt x="35178" y="31701"/>
                      <a:pt x="37409" y="32479"/>
                    </a:cubicBezTo>
                    <a:cubicBezTo>
                      <a:pt x="39640" y="33257"/>
                      <a:pt x="41872" y="34140"/>
                      <a:pt x="44051" y="35125"/>
                    </a:cubicBezTo>
                    <a:cubicBezTo>
                      <a:pt x="46230" y="36111"/>
                      <a:pt x="48201" y="37356"/>
                      <a:pt x="49914" y="38913"/>
                    </a:cubicBezTo>
                    <a:cubicBezTo>
                      <a:pt x="51626" y="40417"/>
                      <a:pt x="53027" y="42285"/>
                      <a:pt x="54064" y="44413"/>
                    </a:cubicBezTo>
                    <a:cubicBezTo>
                      <a:pt x="55102" y="46540"/>
                      <a:pt x="55621" y="49134"/>
                      <a:pt x="55621" y="52091"/>
                    </a:cubicBezTo>
                    <a:cubicBezTo>
                      <a:pt x="55621" y="55671"/>
                      <a:pt x="54998" y="58992"/>
                      <a:pt x="53701" y="62001"/>
                    </a:cubicBezTo>
                    <a:cubicBezTo>
                      <a:pt x="52404" y="65010"/>
                      <a:pt x="50536" y="67656"/>
                      <a:pt x="47994" y="69835"/>
                    </a:cubicBezTo>
                    <a:cubicBezTo>
                      <a:pt x="45452" y="72015"/>
                      <a:pt x="42390" y="73779"/>
                      <a:pt x="38655" y="74972"/>
                    </a:cubicBezTo>
                    <a:cubicBezTo>
                      <a:pt x="34971" y="76217"/>
                      <a:pt x="30664" y="76840"/>
                      <a:pt x="25839" y="76840"/>
                    </a:cubicBezTo>
                    <a:cubicBezTo>
                      <a:pt x="23245" y="76840"/>
                      <a:pt x="20754" y="76632"/>
                      <a:pt x="18315" y="76165"/>
                    </a:cubicBezTo>
                    <a:cubicBezTo>
                      <a:pt x="15877" y="75698"/>
                      <a:pt x="13542" y="75076"/>
                      <a:pt x="11259" y="74246"/>
                    </a:cubicBezTo>
                    <a:cubicBezTo>
                      <a:pt x="9028" y="73415"/>
                      <a:pt x="6901" y="72482"/>
                      <a:pt x="5033" y="71340"/>
                    </a:cubicBezTo>
                    <a:cubicBezTo>
                      <a:pt x="3113" y="70251"/>
                      <a:pt x="1453" y="69005"/>
                      <a:pt x="0" y="67708"/>
                    </a:cubicBezTo>
                    <a:lnTo>
                      <a:pt x="4151" y="60860"/>
                    </a:lnTo>
                    <a:cubicBezTo>
                      <a:pt x="4670" y="60030"/>
                      <a:pt x="5292" y="59407"/>
                      <a:pt x="6019" y="58992"/>
                    </a:cubicBezTo>
                    <a:cubicBezTo>
                      <a:pt x="6745" y="58577"/>
                      <a:pt x="7679" y="58317"/>
                      <a:pt x="8769" y="58317"/>
                    </a:cubicBezTo>
                    <a:cubicBezTo>
                      <a:pt x="9858" y="58317"/>
                      <a:pt x="10948" y="58629"/>
                      <a:pt x="11934" y="59251"/>
                    </a:cubicBezTo>
                    <a:cubicBezTo>
                      <a:pt x="12920" y="59874"/>
                      <a:pt x="14061" y="60548"/>
                      <a:pt x="15410" y="61275"/>
                    </a:cubicBezTo>
                    <a:cubicBezTo>
                      <a:pt x="16707" y="62001"/>
                      <a:pt x="18264" y="62676"/>
                      <a:pt x="20028" y="63298"/>
                    </a:cubicBezTo>
                    <a:cubicBezTo>
                      <a:pt x="21792" y="63921"/>
                      <a:pt x="24023" y="64232"/>
                      <a:pt x="26721" y="64232"/>
                    </a:cubicBezTo>
                    <a:cubicBezTo>
                      <a:pt x="28848" y="64232"/>
                      <a:pt x="30664" y="63973"/>
                      <a:pt x="32221" y="63454"/>
                    </a:cubicBezTo>
                    <a:cubicBezTo>
                      <a:pt x="33726" y="62935"/>
                      <a:pt x="35023" y="62261"/>
                      <a:pt x="36008" y="61430"/>
                    </a:cubicBezTo>
                    <a:cubicBezTo>
                      <a:pt x="36994" y="60600"/>
                      <a:pt x="37720" y="59666"/>
                      <a:pt x="38188" y="58577"/>
                    </a:cubicBezTo>
                    <a:cubicBezTo>
                      <a:pt x="38655" y="57487"/>
                      <a:pt x="38862" y="56346"/>
                      <a:pt x="38862" y="55204"/>
                    </a:cubicBezTo>
                    <a:cubicBezTo>
                      <a:pt x="38862" y="53440"/>
                      <a:pt x="38343" y="52039"/>
                      <a:pt x="37306" y="50898"/>
                    </a:cubicBezTo>
                    <a:cubicBezTo>
                      <a:pt x="36268" y="49808"/>
                      <a:pt x="34867" y="48823"/>
                      <a:pt x="33155" y="47993"/>
                    </a:cubicBezTo>
                    <a:cubicBezTo>
                      <a:pt x="31443" y="47162"/>
                      <a:pt x="29471" y="46436"/>
                      <a:pt x="27292" y="45762"/>
                    </a:cubicBezTo>
                    <a:cubicBezTo>
                      <a:pt x="25112" y="45087"/>
                      <a:pt x="22829" y="44413"/>
                      <a:pt x="20546" y="43634"/>
                    </a:cubicBezTo>
                    <a:cubicBezTo>
                      <a:pt x="18264" y="42856"/>
                      <a:pt x="15981" y="41974"/>
                      <a:pt x="13801" y="40936"/>
                    </a:cubicBezTo>
                    <a:cubicBezTo>
                      <a:pt x="11622" y="39899"/>
                      <a:pt x="9651" y="38550"/>
                      <a:pt x="7938" y="36993"/>
                    </a:cubicBezTo>
                    <a:cubicBezTo>
                      <a:pt x="6226" y="35385"/>
                      <a:pt x="4825" y="33413"/>
                      <a:pt x="3788" y="31130"/>
                    </a:cubicBezTo>
                    <a:cubicBezTo>
                      <a:pt x="2750" y="28795"/>
                      <a:pt x="2231" y="25994"/>
                      <a:pt x="2231" y="22725"/>
                    </a:cubicBezTo>
                    <a:cubicBezTo>
                      <a:pt x="2231" y="19664"/>
                      <a:pt x="2854" y="16758"/>
                      <a:pt x="4047" y="14009"/>
                    </a:cubicBezTo>
                    <a:cubicBezTo>
                      <a:pt x="5240" y="11259"/>
                      <a:pt x="7056" y="8820"/>
                      <a:pt x="9391" y="6797"/>
                    </a:cubicBezTo>
                    <a:cubicBezTo>
                      <a:pt x="11726" y="4721"/>
                      <a:pt x="14683" y="3113"/>
                      <a:pt x="18160" y="1868"/>
                    </a:cubicBezTo>
                    <a:cubicBezTo>
                      <a:pt x="21688" y="623"/>
                      <a:pt x="25735" y="0"/>
                      <a:pt x="30353" y="0"/>
                    </a:cubicBezTo>
                    <a:cubicBezTo>
                      <a:pt x="35489" y="0"/>
                      <a:pt x="40159" y="830"/>
                      <a:pt x="44362" y="2542"/>
                    </a:cubicBezTo>
                    <a:cubicBezTo>
                      <a:pt x="48565" y="4255"/>
                      <a:pt x="52093" y="6485"/>
                      <a:pt x="54894" y="9235"/>
                    </a:cubicBezTo>
                    <a:lnTo>
                      <a:pt x="50848" y="15721"/>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grpSp>
        <p:grpSp>
          <p:nvGrpSpPr>
            <p:cNvPr id="2049" name="Google Shape;2049;p89"/>
            <p:cNvGrpSpPr/>
            <p:nvPr/>
          </p:nvGrpSpPr>
          <p:grpSpPr>
            <a:xfrm>
              <a:off x="6915206" y="3063207"/>
              <a:ext cx="98526" cy="77803"/>
              <a:chOff x="6899929" y="4367635"/>
              <a:chExt cx="132981" cy="105012"/>
            </a:xfrm>
          </p:grpSpPr>
          <p:sp>
            <p:nvSpPr>
              <p:cNvPr id="2050" name="Google Shape;2050;p89"/>
              <p:cNvSpPr/>
              <p:nvPr/>
            </p:nvSpPr>
            <p:spPr>
              <a:xfrm>
                <a:off x="6899929" y="4367635"/>
                <a:ext cx="102525" cy="105012"/>
              </a:xfrm>
              <a:custGeom>
                <a:avLst/>
                <a:gdLst/>
                <a:ahLst/>
                <a:cxnLst/>
                <a:rect l="l" t="t" r="r" b="b"/>
                <a:pathLst>
                  <a:path w="102525" h="105012" extrusionOk="0">
                    <a:moveTo>
                      <a:pt x="102473" y="105013"/>
                    </a:moveTo>
                    <a:lnTo>
                      <a:pt x="87374" y="105013"/>
                    </a:lnTo>
                    <a:cubicBezTo>
                      <a:pt x="85662" y="105013"/>
                      <a:pt x="84313" y="104598"/>
                      <a:pt x="83224" y="103716"/>
                    </a:cubicBezTo>
                    <a:cubicBezTo>
                      <a:pt x="82134" y="102834"/>
                      <a:pt x="81356" y="101796"/>
                      <a:pt x="80837" y="100551"/>
                    </a:cubicBezTo>
                    <a:lnTo>
                      <a:pt x="73002" y="79123"/>
                    </a:lnTo>
                    <a:lnTo>
                      <a:pt x="29471" y="79123"/>
                    </a:lnTo>
                    <a:lnTo>
                      <a:pt x="21636" y="100551"/>
                    </a:lnTo>
                    <a:cubicBezTo>
                      <a:pt x="21273" y="101640"/>
                      <a:pt x="20495" y="102678"/>
                      <a:pt x="19405" y="103612"/>
                    </a:cubicBezTo>
                    <a:cubicBezTo>
                      <a:pt x="18315" y="104546"/>
                      <a:pt x="16915" y="105013"/>
                      <a:pt x="15254" y="105013"/>
                    </a:cubicBezTo>
                    <a:lnTo>
                      <a:pt x="0" y="105013"/>
                    </a:lnTo>
                    <a:lnTo>
                      <a:pt x="41352" y="0"/>
                    </a:lnTo>
                    <a:lnTo>
                      <a:pt x="61276" y="0"/>
                    </a:lnTo>
                    <a:lnTo>
                      <a:pt x="102525" y="105013"/>
                    </a:lnTo>
                    <a:close/>
                    <a:moveTo>
                      <a:pt x="67969" y="65373"/>
                    </a:moveTo>
                    <a:lnTo>
                      <a:pt x="55206" y="30456"/>
                    </a:lnTo>
                    <a:cubicBezTo>
                      <a:pt x="54583" y="28899"/>
                      <a:pt x="53909" y="27083"/>
                      <a:pt x="53234" y="24956"/>
                    </a:cubicBezTo>
                    <a:cubicBezTo>
                      <a:pt x="52560" y="22829"/>
                      <a:pt x="51885" y="20546"/>
                      <a:pt x="51211" y="18055"/>
                    </a:cubicBezTo>
                    <a:cubicBezTo>
                      <a:pt x="50588" y="20546"/>
                      <a:pt x="49914" y="22829"/>
                      <a:pt x="49239" y="25008"/>
                    </a:cubicBezTo>
                    <a:cubicBezTo>
                      <a:pt x="48564" y="27187"/>
                      <a:pt x="47890" y="29055"/>
                      <a:pt x="47267" y="30612"/>
                    </a:cubicBezTo>
                    <a:lnTo>
                      <a:pt x="34555" y="65425"/>
                    </a:lnTo>
                    <a:lnTo>
                      <a:pt x="67969" y="65425"/>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51" name="Google Shape;2051;p89"/>
              <p:cNvSpPr/>
              <p:nvPr/>
            </p:nvSpPr>
            <p:spPr>
              <a:xfrm>
                <a:off x="7013298" y="4367635"/>
                <a:ext cx="19612" cy="105012"/>
              </a:xfrm>
              <a:custGeom>
                <a:avLst/>
                <a:gdLst/>
                <a:ahLst/>
                <a:cxnLst/>
                <a:rect l="l" t="t" r="r" b="b"/>
                <a:pathLst>
                  <a:path w="19612" h="105012" extrusionOk="0">
                    <a:moveTo>
                      <a:pt x="19613" y="105013"/>
                    </a:moveTo>
                    <a:lnTo>
                      <a:pt x="0" y="105013"/>
                    </a:lnTo>
                    <a:lnTo>
                      <a:pt x="0" y="0"/>
                    </a:lnTo>
                    <a:lnTo>
                      <a:pt x="19613" y="0"/>
                    </a:lnTo>
                    <a:lnTo>
                      <a:pt x="19613" y="105013"/>
                    </a:lnTo>
                    <a:close/>
                  </a:path>
                </a:pathLst>
              </a:custGeom>
              <a:solidFill>
                <a:srgbClr val="000000"/>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grpSp>
        <p:grpSp>
          <p:nvGrpSpPr>
            <p:cNvPr id="2052" name="Google Shape;2052;p89"/>
            <p:cNvGrpSpPr/>
            <p:nvPr/>
          </p:nvGrpSpPr>
          <p:grpSpPr>
            <a:xfrm>
              <a:off x="5858376" y="2489288"/>
              <a:ext cx="368502" cy="422079"/>
              <a:chOff x="5260772" y="3593010"/>
              <a:chExt cx="497371" cy="569684"/>
            </a:xfrm>
          </p:grpSpPr>
          <p:sp>
            <p:nvSpPr>
              <p:cNvPr id="2053" name="Google Shape;2053;p89"/>
              <p:cNvSpPr/>
              <p:nvPr/>
            </p:nvSpPr>
            <p:spPr>
              <a:xfrm>
                <a:off x="5545377" y="3994866"/>
                <a:ext cx="212766" cy="167828"/>
              </a:xfrm>
              <a:custGeom>
                <a:avLst/>
                <a:gdLst/>
                <a:ahLst/>
                <a:cxnLst/>
                <a:rect l="l" t="t" r="r" b="b"/>
                <a:pathLst>
                  <a:path w="212766" h="167828" extrusionOk="0">
                    <a:moveTo>
                      <a:pt x="209030" y="9635"/>
                    </a:moveTo>
                    <a:cubicBezTo>
                      <a:pt x="207266" y="2682"/>
                      <a:pt x="200158" y="-1416"/>
                      <a:pt x="193205" y="451"/>
                    </a:cubicBezTo>
                    <a:cubicBezTo>
                      <a:pt x="186253" y="2215"/>
                      <a:pt x="182154" y="9323"/>
                      <a:pt x="184022" y="16276"/>
                    </a:cubicBezTo>
                    <a:cubicBezTo>
                      <a:pt x="186097" y="24058"/>
                      <a:pt x="187031" y="31997"/>
                      <a:pt x="187031" y="40091"/>
                    </a:cubicBezTo>
                    <a:cubicBezTo>
                      <a:pt x="187031" y="91819"/>
                      <a:pt x="145056" y="133793"/>
                      <a:pt x="93326" y="133793"/>
                    </a:cubicBezTo>
                    <a:cubicBezTo>
                      <a:pt x="75426" y="133793"/>
                      <a:pt x="58356" y="128708"/>
                      <a:pt x="43568" y="119421"/>
                    </a:cubicBezTo>
                    <a:lnTo>
                      <a:pt x="62818" y="113817"/>
                    </a:lnTo>
                    <a:cubicBezTo>
                      <a:pt x="69667" y="111846"/>
                      <a:pt x="73662" y="104738"/>
                      <a:pt x="71586" y="97785"/>
                    </a:cubicBezTo>
                    <a:cubicBezTo>
                      <a:pt x="69615" y="90937"/>
                      <a:pt x="62507" y="87045"/>
                      <a:pt x="55554" y="89017"/>
                    </a:cubicBezTo>
                    <a:lnTo>
                      <a:pt x="14357" y="100898"/>
                    </a:lnTo>
                    <a:cubicBezTo>
                      <a:pt x="9376" y="102351"/>
                      <a:pt x="5796" y="106605"/>
                      <a:pt x="5174" y="111742"/>
                    </a:cubicBezTo>
                    <a:lnTo>
                      <a:pt x="89" y="153457"/>
                    </a:lnTo>
                    <a:cubicBezTo>
                      <a:pt x="-741" y="160617"/>
                      <a:pt x="4343" y="166998"/>
                      <a:pt x="11348" y="167828"/>
                    </a:cubicBezTo>
                    <a:lnTo>
                      <a:pt x="12904" y="167828"/>
                    </a:lnTo>
                    <a:cubicBezTo>
                      <a:pt x="19338" y="167828"/>
                      <a:pt x="24890" y="162951"/>
                      <a:pt x="25720" y="156466"/>
                    </a:cubicBezTo>
                    <a:lnTo>
                      <a:pt x="27691" y="140019"/>
                    </a:lnTo>
                    <a:cubicBezTo>
                      <a:pt x="47045" y="152730"/>
                      <a:pt x="69563" y="159579"/>
                      <a:pt x="93171" y="159579"/>
                    </a:cubicBezTo>
                    <a:cubicBezTo>
                      <a:pt x="159065" y="159579"/>
                      <a:pt x="212766" y="105879"/>
                      <a:pt x="212766" y="39987"/>
                    </a:cubicBezTo>
                    <a:cubicBezTo>
                      <a:pt x="212766" y="29766"/>
                      <a:pt x="211417" y="19493"/>
                      <a:pt x="208823" y="9687"/>
                    </a:cubicBezTo>
                    <a:lnTo>
                      <a:pt x="209030" y="9687"/>
                    </a:lnTo>
                    <a:close/>
                  </a:path>
                </a:pathLst>
              </a:custGeom>
              <a:solidFill>
                <a:srgbClr val="29B5E8"/>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54" name="Google Shape;2054;p89"/>
              <p:cNvSpPr/>
              <p:nvPr/>
            </p:nvSpPr>
            <p:spPr>
              <a:xfrm>
                <a:off x="5517707" y="3907389"/>
                <a:ext cx="212766" cy="166583"/>
              </a:xfrm>
              <a:custGeom>
                <a:avLst/>
                <a:gdLst/>
                <a:ahLst/>
                <a:cxnLst/>
                <a:rect l="l" t="t" r="r" b="b"/>
                <a:pathLst>
                  <a:path w="212766" h="166583" extrusionOk="0">
                    <a:moveTo>
                      <a:pt x="28537" y="150708"/>
                    </a:moveTo>
                    <a:cubicBezTo>
                      <a:pt x="26669" y="143236"/>
                      <a:pt x="25735" y="135609"/>
                      <a:pt x="25735" y="127930"/>
                    </a:cubicBezTo>
                    <a:cubicBezTo>
                      <a:pt x="25735" y="76202"/>
                      <a:pt x="67710" y="34228"/>
                      <a:pt x="119440" y="34228"/>
                    </a:cubicBezTo>
                    <a:cubicBezTo>
                      <a:pt x="137340" y="34228"/>
                      <a:pt x="154410" y="39313"/>
                      <a:pt x="169198" y="48600"/>
                    </a:cubicBezTo>
                    <a:lnTo>
                      <a:pt x="149948" y="54100"/>
                    </a:lnTo>
                    <a:cubicBezTo>
                      <a:pt x="143099" y="56071"/>
                      <a:pt x="139104" y="63180"/>
                      <a:pt x="141076" y="70132"/>
                    </a:cubicBezTo>
                    <a:cubicBezTo>
                      <a:pt x="142736" y="75839"/>
                      <a:pt x="147925" y="79419"/>
                      <a:pt x="153476" y="79419"/>
                    </a:cubicBezTo>
                    <a:cubicBezTo>
                      <a:pt x="154722" y="79419"/>
                      <a:pt x="155863" y="79212"/>
                      <a:pt x="157108" y="78900"/>
                    </a:cubicBezTo>
                    <a:lnTo>
                      <a:pt x="198305" y="67019"/>
                    </a:lnTo>
                    <a:cubicBezTo>
                      <a:pt x="203286" y="65566"/>
                      <a:pt x="206866" y="61312"/>
                      <a:pt x="207593" y="56175"/>
                    </a:cubicBezTo>
                    <a:lnTo>
                      <a:pt x="212677" y="14461"/>
                    </a:lnTo>
                    <a:cubicBezTo>
                      <a:pt x="213508" y="7301"/>
                      <a:pt x="208423" y="919"/>
                      <a:pt x="201418" y="89"/>
                    </a:cubicBezTo>
                    <a:cubicBezTo>
                      <a:pt x="194466" y="-741"/>
                      <a:pt x="187876" y="4343"/>
                      <a:pt x="187046" y="11348"/>
                    </a:cubicBezTo>
                    <a:lnTo>
                      <a:pt x="185074" y="27795"/>
                    </a:lnTo>
                    <a:cubicBezTo>
                      <a:pt x="165721" y="15083"/>
                      <a:pt x="143203" y="8235"/>
                      <a:pt x="119595" y="8235"/>
                    </a:cubicBezTo>
                    <a:cubicBezTo>
                      <a:pt x="53701" y="8235"/>
                      <a:pt x="0" y="61934"/>
                      <a:pt x="0" y="127827"/>
                    </a:cubicBezTo>
                    <a:cubicBezTo>
                      <a:pt x="0" y="137633"/>
                      <a:pt x="1245" y="147387"/>
                      <a:pt x="3528" y="156778"/>
                    </a:cubicBezTo>
                    <a:cubicBezTo>
                      <a:pt x="4981" y="162693"/>
                      <a:pt x="10273" y="166584"/>
                      <a:pt x="16033" y="166584"/>
                    </a:cubicBezTo>
                    <a:cubicBezTo>
                      <a:pt x="17070" y="166584"/>
                      <a:pt x="18108" y="166480"/>
                      <a:pt x="19146" y="166169"/>
                    </a:cubicBezTo>
                    <a:cubicBezTo>
                      <a:pt x="26098" y="164405"/>
                      <a:pt x="30301" y="157504"/>
                      <a:pt x="28537" y="150552"/>
                    </a:cubicBezTo>
                    <a:lnTo>
                      <a:pt x="28537" y="150656"/>
                    </a:lnTo>
                    <a:close/>
                  </a:path>
                </a:pathLst>
              </a:custGeom>
              <a:solidFill>
                <a:srgbClr val="29B5E8"/>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sp>
            <p:nvSpPr>
              <p:cNvPr id="2055" name="Google Shape;2055;p89"/>
              <p:cNvSpPr/>
              <p:nvPr/>
            </p:nvSpPr>
            <p:spPr>
              <a:xfrm>
                <a:off x="5260772" y="3593010"/>
                <a:ext cx="450155" cy="517437"/>
              </a:xfrm>
              <a:custGeom>
                <a:avLst/>
                <a:gdLst/>
                <a:ahLst/>
                <a:cxnLst/>
                <a:rect l="l" t="t" r="r" b="b"/>
                <a:pathLst>
                  <a:path w="450155" h="517437" extrusionOk="0">
                    <a:moveTo>
                      <a:pt x="207074" y="476086"/>
                    </a:moveTo>
                    <a:cubicBezTo>
                      <a:pt x="96714" y="472350"/>
                      <a:pt x="41353" y="437277"/>
                      <a:pt x="41353" y="418650"/>
                    </a:cubicBezTo>
                    <a:lnTo>
                      <a:pt x="41353" y="371384"/>
                    </a:lnTo>
                    <a:cubicBezTo>
                      <a:pt x="80163" y="394888"/>
                      <a:pt x="140661" y="407911"/>
                      <a:pt x="198513" y="410609"/>
                    </a:cubicBezTo>
                    <a:lnTo>
                      <a:pt x="199447" y="410609"/>
                    </a:lnTo>
                    <a:cubicBezTo>
                      <a:pt x="210395" y="410609"/>
                      <a:pt x="219630" y="402048"/>
                      <a:pt x="220149" y="390841"/>
                    </a:cubicBezTo>
                    <a:cubicBezTo>
                      <a:pt x="220668" y="379478"/>
                      <a:pt x="211847" y="369724"/>
                      <a:pt x="200381" y="369205"/>
                    </a:cubicBezTo>
                    <a:cubicBezTo>
                      <a:pt x="101799" y="364639"/>
                      <a:pt x="41301" y="332887"/>
                      <a:pt x="41301" y="312081"/>
                    </a:cubicBezTo>
                    <a:lnTo>
                      <a:pt x="41301" y="265541"/>
                    </a:lnTo>
                    <a:cubicBezTo>
                      <a:pt x="84210" y="291587"/>
                      <a:pt x="154877" y="304973"/>
                      <a:pt x="225026" y="304973"/>
                    </a:cubicBezTo>
                    <a:cubicBezTo>
                      <a:pt x="295175" y="304973"/>
                      <a:pt x="365842" y="291639"/>
                      <a:pt x="408752" y="265541"/>
                    </a:cubicBezTo>
                    <a:lnTo>
                      <a:pt x="408752" y="269485"/>
                    </a:lnTo>
                    <a:cubicBezTo>
                      <a:pt x="408752" y="280847"/>
                      <a:pt x="418039" y="290186"/>
                      <a:pt x="429454" y="290186"/>
                    </a:cubicBezTo>
                    <a:cubicBezTo>
                      <a:pt x="440869" y="290186"/>
                      <a:pt x="450156" y="280899"/>
                      <a:pt x="450156" y="269485"/>
                    </a:cubicBezTo>
                    <a:lnTo>
                      <a:pt x="450156" y="99202"/>
                    </a:lnTo>
                    <a:cubicBezTo>
                      <a:pt x="450156" y="34140"/>
                      <a:pt x="336891" y="0"/>
                      <a:pt x="225026" y="0"/>
                    </a:cubicBezTo>
                    <a:cubicBezTo>
                      <a:pt x="113162" y="0"/>
                      <a:pt x="519" y="33932"/>
                      <a:pt x="0" y="98787"/>
                    </a:cubicBezTo>
                    <a:lnTo>
                      <a:pt x="0" y="418650"/>
                    </a:lnTo>
                    <a:cubicBezTo>
                      <a:pt x="0" y="481741"/>
                      <a:pt x="106676" y="514117"/>
                      <a:pt x="206607" y="517437"/>
                    </a:cubicBezTo>
                    <a:cubicBezTo>
                      <a:pt x="217866" y="517437"/>
                      <a:pt x="226998" y="508358"/>
                      <a:pt x="227205" y="497047"/>
                    </a:cubicBezTo>
                    <a:cubicBezTo>
                      <a:pt x="227413" y="485788"/>
                      <a:pt x="218437" y="476345"/>
                      <a:pt x="207126" y="476034"/>
                    </a:cubicBezTo>
                    <a:close/>
                    <a:moveTo>
                      <a:pt x="225078" y="263570"/>
                    </a:moveTo>
                    <a:cubicBezTo>
                      <a:pt x="114615" y="263570"/>
                      <a:pt x="41353" y="228808"/>
                      <a:pt x="41353" y="205719"/>
                    </a:cubicBezTo>
                    <a:lnTo>
                      <a:pt x="41353" y="158868"/>
                    </a:lnTo>
                    <a:cubicBezTo>
                      <a:pt x="84262" y="184914"/>
                      <a:pt x="154929" y="198300"/>
                      <a:pt x="225078" y="198300"/>
                    </a:cubicBezTo>
                    <a:cubicBezTo>
                      <a:pt x="295227" y="198300"/>
                      <a:pt x="365894" y="184966"/>
                      <a:pt x="408804" y="158868"/>
                    </a:cubicBezTo>
                    <a:lnTo>
                      <a:pt x="408804" y="205719"/>
                    </a:lnTo>
                    <a:cubicBezTo>
                      <a:pt x="408700" y="228704"/>
                      <a:pt x="335438" y="263466"/>
                      <a:pt x="225078" y="263466"/>
                    </a:cubicBezTo>
                    <a:lnTo>
                      <a:pt x="225078" y="263570"/>
                    </a:lnTo>
                    <a:close/>
                    <a:moveTo>
                      <a:pt x="225078" y="41403"/>
                    </a:moveTo>
                    <a:cubicBezTo>
                      <a:pt x="335438" y="41403"/>
                      <a:pt x="408700" y="76166"/>
                      <a:pt x="408804" y="99150"/>
                    </a:cubicBezTo>
                    <a:cubicBezTo>
                      <a:pt x="408700" y="122238"/>
                      <a:pt x="335438" y="157000"/>
                      <a:pt x="225078" y="157000"/>
                    </a:cubicBezTo>
                    <a:cubicBezTo>
                      <a:pt x="114718" y="157000"/>
                      <a:pt x="41353" y="122238"/>
                      <a:pt x="41353" y="99150"/>
                    </a:cubicBezTo>
                    <a:cubicBezTo>
                      <a:pt x="41353" y="76062"/>
                      <a:pt x="114615" y="41300"/>
                      <a:pt x="225078" y="41300"/>
                    </a:cubicBezTo>
                    <a:lnTo>
                      <a:pt x="225078" y="41403"/>
                    </a:lnTo>
                    <a:close/>
                  </a:path>
                </a:pathLst>
              </a:custGeom>
              <a:solidFill>
                <a:srgbClr val="29B5E8"/>
              </a:solidFill>
              <a:ln>
                <a:noFill/>
              </a:ln>
            </p:spPr>
            <p:txBody>
              <a:bodyPr spcFirstLastPara="1" wrap="square" lIns="67725" tIns="33875" rIns="67725" bIns="33875" anchor="t" anchorCtr="0">
                <a:noAutofit/>
              </a:bodyPr>
              <a:lstStyle/>
              <a:p>
                <a:pPr marL="0" marR="0" lvl="0" indent="0" algn="l" rtl="0">
                  <a:spcBef>
                    <a:spcPts val="0"/>
                  </a:spcBef>
                  <a:spcAft>
                    <a:spcPts val="0"/>
                  </a:spcAft>
                  <a:buNone/>
                </a:pPr>
                <a:endParaRPr sz="1383">
                  <a:solidFill>
                    <a:srgbClr val="000000"/>
                  </a:solidFill>
                  <a:latin typeface="Arial"/>
                  <a:ea typeface="Arial"/>
                  <a:cs typeface="Arial"/>
                  <a:sym typeface="Arial"/>
                </a:endParaRPr>
              </a:p>
            </p:txBody>
          </p:sp>
        </p:grpSp>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2059"/>
        <p:cNvGrpSpPr/>
        <p:nvPr/>
      </p:nvGrpSpPr>
      <p:grpSpPr>
        <a:xfrm>
          <a:off x="0" y="0"/>
          <a:ext cx="0" cy="0"/>
          <a:chOff x="0" y="0"/>
          <a:chExt cx="0" cy="0"/>
        </a:xfrm>
      </p:grpSpPr>
      <p:sp>
        <p:nvSpPr>
          <p:cNvPr id="3" name="Subtitle 2">
            <a:extLst>
              <a:ext uri="{FF2B5EF4-FFF2-40B4-BE49-F238E27FC236}">
                <a16:creationId xmlns:a16="http://schemas.microsoft.com/office/drawing/2014/main" id="{90F8C79D-43F2-0D2B-1F37-D08A0E736B5C}"/>
              </a:ext>
            </a:extLst>
          </p:cNvPr>
          <p:cNvSpPr>
            <a:spLocks noGrp="1"/>
          </p:cNvSpPr>
          <p:nvPr>
            <p:ph type="subTitle" idx="1"/>
          </p:nvPr>
        </p:nvSpPr>
        <p:spPr/>
        <p:txBody>
          <a:bodyPr/>
          <a:lstStyle/>
          <a:p>
            <a:endParaRPr lang="en-US"/>
          </a:p>
        </p:txBody>
      </p:sp>
      <p:sp>
        <p:nvSpPr>
          <p:cNvPr id="2855" name="Google Shape;2855;p90"/>
          <p:cNvSpPr txBox="1">
            <a:spLocks noGrp="1"/>
          </p:cNvSpPr>
          <p:nvPr>
            <p:ph type="title"/>
          </p:nvPr>
        </p:nvSpPr>
        <p:spPr>
          <a:prstGeom prst="rect">
            <a:avLst/>
          </a:prstGeom>
        </p:spPr>
        <p:txBody>
          <a:bodyPr spcFirstLastPara="1" wrap="square" lIns="91425" tIns="91425" rIns="91425" bIns="91425" anchor="t" anchorCtr="0">
            <a:spAutoFit/>
          </a:bodyPr>
          <a:lstStyle/>
          <a:p>
            <a:pPr marL="0" lvl="0" indent="0" algn="l" rtl="0">
              <a:spcBef>
                <a:spcPts val="0"/>
              </a:spcBef>
              <a:spcAft>
                <a:spcPts val="1000"/>
              </a:spcAft>
              <a:buNone/>
            </a:pPr>
            <a:r>
              <a:rPr lang="en"/>
              <a:t>Snowflake </a:t>
            </a:r>
            <a:br>
              <a:rPr lang="en"/>
            </a:br>
            <a:r>
              <a:rPr lang="en"/>
              <a:t>Platform </a:t>
            </a:r>
            <a:br>
              <a:rPr lang="en"/>
            </a:br>
            <a:r>
              <a:rPr lang="en"/>
              <a:t>Architecture</a:t>
            </a:r>
            <a:endParaRPr/>
          </a:p>
        </p:txBody>
      </p:sp>
      <p:sp>
        <p:nvSpPr>
          <p:cNvPr id="2060" name="Google Shape;2060;p90"/>
          <p:cNvSpPr txBox="1">
            <a:spLocks noGrp="1"/>
          </p:cNvSpPr>
          <p:nvPr>
            <p:ph type="sldNum" idx="4294967295"/>
          </p:nvPr>
        </p:nvSpPr>
        <p:spPr>
          <a:xfrm>
            <a:off x="8670925" y="4867275"/>
            <a:ext cx="473075" cy="92075"/>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69</a:t>
            </a:fld>
            <a:endParaRPr/>
          </a:p>
        </p:txBody>
      </p:sp>
      <p:sp>
        <p:nvSpPr>
          <p:cNvPr id="2061" name="Google Shape;2061;p90"/>
          <p:cNvSpPr/>
          <p:nvPr/>
        </p:nvSpPr>
        <p:spPr>
          <a:xfrm>
            <a:off x="2601077" y="1792128"/>
            <a:ext cx="854054" cy="283121"/>
          </a:xfrm>
          <a:custGeom>
            <a:avLst/>
            <a:gdLst/>
            <a:ahLst/>
            <a:cxnLst/>
            <a:rect l="l" t="t" r="r" b="b"/>
            <a:pathLst>
              <a:path w="1084513" h="345269" extrusionOk="0">
                <a:moveTo>
                  <a:pt x="1031844" y="0"/>
                </a:moveTo>
                <a:cubicBezTo>
                  <a:pt x="1060933" y="0"/>
                  <a:pt x="1084513" y="23573"/>
                  <a:pt x="1084513" y="52653"/>
                </a:cubicBezTo>
                <a:lnTo>
                  <a:pt x="1084513" y="292617"/>
                </a:lnTo>
                <a:cubicBezTo>
                  <a:pt x="1084513" y="321696"/>
                  <a:pt x="1060933" y="345269"/>
                  <a:pt x="1031844" y="345269"/>
                </a:cubicBezTo>
                <a:lnTo>
                  <a:pt x="52669" y="345269"/>
                </a:lnTo>
                <a:cubicBezTo>
                  <a:pt x="23581" y="345269"/>
                  <a:pt x="0" y="321696"/>
                  <a:pt x="0" y="292617"/>
                </a:cubicBezTo>
                <a:lnTo>
                  <a:pt x="0" y="52653"/>
                </a:lnTo>
                <a:cubicBezTo>
                  <a:pt x="0" y="23573"/>
                  <a:pt x="23581" y="0"/>
                  <a:pt x="52669" y="0"/>
                </a:cubicBezTo>
                <a:close/>
              </a:path>
            </a:pathLst>
          </a:custGeom>
          <a:solidFill>
            <a:srgbClr val="DFF1F9"/>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062" name="Google Shape;2062;p90"/>
          <p:cNvGrpSpPr/>
          <p:nvPr/>
        </p:nvGrpSpPr>
        <p:grpSpPr>
          <a:xfrm>
            <a:off x="2814298" y="1858051"/>
            <a:ext cx="517932" cy="139944"/>
            <a:chOff x="2613248" y="2619005"/>
            <a:chExt cx="632550" cy="170913"/>
          </a:xfrm>
        </p:grpSpPr>
        <p:sp>
          <p:nvSpPr>
            <p:cNvPr id="2063" name="Google Shape;2063;p90"/>
            <p:cNvSpPr/>
            <p:nvPr/>
          </p:nvSpPr>
          <p:spPr>
            <a:xfrm>
              <a:off x="2613248" y="2620122"/>
              <a:ext cx="68441" cy="68985"/>
            </a:xfrm>
            <a:custGeom>
              <a:avLst/>
              <a:gdLst/>
              <a:ahLst/>
              <a:cxnLst/>
              <a:rect l="l" t="t" r="r" b="b"/>
              <a:pathLst>
                <a:path w="68441" h="68985" extrusionOk="0">
                  <a:moveTo>
                    <a:pt x="68442" y="34496"/>
                  </a:moveTo>
                  <a:cubicBezTo>
                    <a:pt x="68442" y="39440"/>
                    <a:pt x="67616" y="44021"/>
                    <a:pt x="65967" y="48237"/>
                  </a:cubicBezTo>
                  <a:cubicBezTo>
                    <a:pt x="64318" y="52456"/>
                    <a:pt x="61998" y="56104"/>
                    <a:pt x="59011" y="59184"/>
                  </a:cubicBezTo>
                  <a:cubicBezTo>
                    <a:pt x="56024" y="62264"/>
                    <a:pt x="52428" y="64669"/>
                    <a:pt x="48226" y="66394"/>
                  </a:cubicBezTo>
                  <a:cubicBezTo>
                    <a:pt x="44024" y="68123"/>
                    <a:pt x="39370" y="68985"/>
                    <a:pt x="34267" y="68985"/>
                  </a:cubicBezTo>
                  <a:cubicBezTo>
                    <a:pt x="29161" y="68985"/>
                    <a:pt x="24500" y="68123"/>
                    <a:pt x="20283" y="66394"/>
                  </a:cubicBezTo>
                  <a:cubicBezTo>
                    <a:pt x="16067" y="64669"/>
                    <a:pt x="12456" y="62264"/>
                    <a:pt x="9454" y="59184"/>
                  </a:cubicBezTo>
                  <a:cubicBezTo>
                    <a:pt x="6449" y="56104"/>
                    <a:pt x="4122" y="52456"/>
                    <a:pt x="2473" y="48237"/>
                  </a:cubicBezTo>
                  <a:cubicBezTo>
                    <a:pt x="824" y="44021"/>
                    <a:pt x="0" y="39440"/>
                    <a:pt x="0" y="34496"/>
                  </a:cubicBezTo>
                  <a:cubicBezTo>
                    <a:pt x="0" y="29549"/>
                    <a:pt x="824" y="24964"/>
                    <a:pt x="2473" y="20749"/>
                  </a:cubicBezTo>
                  <a:cubicBezTo>
                    <a:pt x="4122" y="16533"/>
                    <a:pt x="6449" y="12885"/>
                    <a:pt x="9454" y="9801"/>
                  </a:cubicBezTo>
                  <a:cubicBezTo>
                    <a:pt x="12456" y="6724"/>
                    <a:pt x="16067" y="4320"/>
                    <a:pt x="20283" y="2595"/>
                  </a:cubicBezTo>
                  <a:cubicBezTo>
                    <a:pt x="24500" y="866"/>
                    <a:pt x="29161" y="0"/>
                    <a:pt x="34267" y="0"/>
                  </a:cubicBezTo>
                  <a:cubicBezTo>
                    <a:pt x="39370" y="0"/>
                    <a:pt x="44024" y="874"/>
                    <a:pt x="48226" y="2617"/>
                  </a:cubicBezTo>
                  <a:cubicBezTo>
                    <a:pt x="52428" y="4357"/>
                    <a:pt x="56024" y="6762"/>
                    <a:pt x="59011" y="9827"/>
                  </a:cubicBezTo>
                  <a:cubicBezTo>
                    <a:pt x="61998" y="12893"/>
                    <a:pt x="64318" y="16533"/>
                    <a:pt x="65967" y="20749"/>
                  </a:cubicBezTo>
                  <a:cubicBezTo>
                    <a:pt x="67616" y="24964"/>
                    <a:pt x="68442" y="29549"/>
                    <a:pt x="68442" y="34496"/>
                  </a:cubicBezTo>
                  <a:close/>
                  <a:moveTo>
                    <a:pt x="55557" y="34496"/>
                  </a:moveTo>
                  <a:cubicBezTo>
                    <a:pt x="55557" y="30792"/>
                    <a:pt x="55065" y="27469"/>
                    <a:pt x="54084" y="24531"/>
                  </a:cubicBezTo>
                  <a:cubicBezTo>
                    <a:pt x="53106" y="21589"/>
                    <a:pt x="51694" y="19095"/>
                    <a:pt x="49860" y="17037"/>
                  </a:cubicBezTo>
                  <a:cubicBezTo>
                    <a:pt x="48022" y="14984"/>
                    <a:pt x="45790" y="13412"/>
                    <a:pt x="43160" y="12325"/>
                  </a:cubicBezTo>
                  <a:cubicBezTo>
                    <a:pt x="40530" y="11235"/>
                    <a:pt x="37564" y="10694"/>
                    <a:pt x="34267" y="10694"/>
                  </a:cubicBezTo>
                  <a:cubicBezTo>
                    <a:pt x="30966" y="10694"/>
                    <a:pt x="27994" y="11235"/>
                    <a:pt x="25349" y="12325"/>
                  </a:cubicBezTo>
                  <a:cubicBezTo>
                    <a:pt x="22705" y="13412"/>
                    <a:pt x="20455" y="14984"/>
                    <a:pt x="18602" y="17037"/>
                  </a:cubicBezTo>
                  <a:cubicBezTo>
                    <a:pt x="16753" y="19095"/>
                    <a:pt x="15326" y="21589"/>
                    <a:pt x="14331" y="24531"/>
                  </a:cubicBezTo>
                  <a:cubicBezTo>
                    <a:pt x="13335" y="27469"/>
                    <a:pt x="12839" y="30792"/>
                    <a:pt x="12839" y="34496"/>
                  </a:cubicBezTo>
                  <a:cubicBezTo>
                    <a:pt x="12839" y="38196"/>
                    <a:pt x="13335" y="41519"/>
                    <a:pt x="14331" y="44458"/>
                  </a:cubicBezTo>
                  <a:cubicBezTo>
                    <a:pt x="15326" y="47400"/>
                    <a:pt x="16753" y="49891"/>
                    <a:pt x="18602" y="51926"/>
                  </a:cubicBezTo>
                  <a:cubicBezTo>
                    <a:pt x="20455" y="53964"/>
                    <a:pt x="22705" y="55529"/>
                    <a:pt x="25349" y="56619"/>
                  </a:cubicBezTo>
                  <a:cubicBezTo>
                    <a:pt x="27994" y="57709"/>
                    <a:pt x="30966" y="58251"/>
                    <a:pt x="34267" y="58251"/>
                  </a:cubicBezTo>
                  <a:cubicBezTo>
                    <a:pt x="37564" y="58251"/>
                    <a:pt x="40530" y="57709"/>
                    <a:pt x="43160" y="56619"/>
                  </a:cubicBezTo>
                  <a:cubicBezTo>
                    <a:pt x="45790" y="55529"/>
                    <a:pt x="48022" y="53964"/>
                    <a:pt x="49860" y="51926"/>
                  </a:cubicBezTo>
                  <a:cubicBezTo>
                    <a:pt x="51694" y="49891"/>
                    <a:pt x="53106" y="47400"/>
                    <a:pt x="54084" y="44458"/>
                  </a:cubicBezTo>
                  <a:cubicBezTo>
                    <a:pt x="55065" y="41519"/>
                    <a:pt x="55557" y="38196"/>
                    <a:pt x="55557" y="34496"/>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64" name="Google Shape;2064;p90"/>
            <p:cNvSpPr/>
            <p:nvPr/>
          </p:nvSpPr>
          <p:spPr>
            <a:xfrm>
              <a:off x="2690933" y="2639724"/>
              <a:ext cx="41737" cy="48636"/>
            </a:xfrm>
            <a:custGeom>
              <a:avLst/>
              <a:gdLst/>
              <a:ahLst/>
              <a:cxnLst/>
              <a:rect l="l" t="t" r="r" b="b"/>
              <a:pathLst>
                <a:path w="41737" h="48636" extrusionOk="0">
                  <a:moveTo>
                    <a:pt x="0" y="48636"/>
                  </a:moveTo>
                  <a:lnTo>
                    <a:pt x="0" y="751"/>
                  </a:lnTo>
                  <a:lnTo>
                    <a:pt x="7048" y="751"/>
                  </a:lnTo>
                  <a:cubicBezTo>
                    <a:pt x="8542" y="751"/>
                    <a:pt x="9524" y="1449"/>
                    <a:pt x="9991" y="2849"/>
                  </a:cubicBezTo>
                  <a:lnTo>
                    <a:pt x="10783" y="6631"/>
                  </a:lnTo>
                  <a:cubicBezTo>
                    <a:pt x="11750" y="5634"/>
                    <a:pt x="12766" y="4734"/>
                    <a:pt x="13842" y="3924"/>
                  </a:cubicBezTo>
                  <a:cubicBezTo>
                    <a:pt x="14914" y="3114"/>
                    <a:pt x="16053" y="2416"/>
                    <a:pt x="17248" y="1826"/>
                  </a:cubicBezTo>
                  <a:cubicBezTo>
                    <a:pt x="18451" y="1236"/>
                    <a:pt x="19732" y="780"/>
                    <a:pt x="21102" y="467"/>
                  </a:cubicBezTo>
                  <a:cubicBezTo>
                    <a:pt x="22473" y="157"/>
                    <a:pt x="23963" y="0"/>
                    <a:pt x="25584" y="0"/>
                  </a:cubicBezTo>
                  <a:cubicBezTo>
                    <a:pt x="28199" y="0"/>
                    <a:pt x="30514" y="448"/>
                    <a:pt x="32539" y="1333"/>
                  </a:cubicBezTo>
                  <a:cubicBezTo>
                    <a:pt x="34563" y="2218"/>
                    <a:pt x="36251" y="3465"/>
                    <a:pt x="37603" y="5067"/>
                  </a:cubicBezTo>
                  <a:cubicBezTo>
                    <a:pt x="38959" y="6672"/>
                    <a:pt x="39986" y="8584"/>
                    <a:pt x="40688" y="10809"/>
                  </a:cubicBezTo>
                  <a:cubicBezTo>
                    <a:pt x="41387" y="13035"/>
                    <a:pt x="41738" y="15484"/>
                    <a:pt x="41738" y="18161"/>
                  </a:cubicBezTo>
                  <a:lnTo>
                    <a:pt x="41738" y="48636"/>
                  </a:lnTo>
                  <a:lnTo>
                    <a:pt x="30204" y="48636"/>
                  </a:lnTo>
                  <a:lnTo>
                    <a:pt x="30204" y="18161"/>
                  </a:lnTo>
                  <a:cubicBezTo>
                    <a:pt x="30204" y="15237"/>
                    <a:pt x="29528" y="12971"/>
                    <a:pt x="28173" y="11366"/>
                  </a:cubicBezTo>
                  <a:cubicBezTo>
                    <a:pt x="26821" y="9768"/>
                    <a:pt x="24789" y="8965"/>
                    <a:pt x="22081" y="8965"/>
                  </a:cubicBezTo>
                  <a:cubicBezTo>
                    <a:pt x="20090" y="8965"/>
                    <a:pt x="18223" y="9417"/>
                    <a:pt x="16479" y="10316"/>
                  </a:cubicBezTo>
                  <a:cubicBezTo>
                    <a:pt x="14734" y="11220"/>
                    <a:pt x="13087" y="12448"/>
                    <a:pt x="11530" y="14002"/>
                  </a:cubicBezTo>
                  <a:lnTo>
                    <a:pt x="11530" y="48636"/>
                  </a:lnTo>
                  <a:lnTo>
                    <a:pt x="0" y="48636"/>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65" name="Google Shape;2065;p90"/>
            <p:cNvSpPr/>
            <p:nvPr/>
          </p:nvSpPr>
          <p:spPr>
            <a:xfrm>
              <a:off x="2740795" y="2639724"/>
              <a:ext cx="43747" cy="49334"/>
            </a:xfrm>
            <a:custGeom>
              <a:avLst/>
              <a:gdLst/>
              <a:ahLst/>
              <a:cxnLst/>
              <a:rect l="l" t="t" r="r" b="b"/>
              <a:pathLst>
                <a:path w="43747" h="49334" extrusionOk="0">
                  <a:moveTo>
                    <a:pt x="23018" y="0"/>
                  </a:moveTo>
                  <a:cubicBezTo>
                    <a:pt x="26033" y="0"/>
                    <a:pt x="28815" y="485"/>
                    <a:pt x="31351" y="1449"/>
                  </a:cubicBezTo>
                  <a:cubicBezTo>
                    <a:pt x="33887" y="2416"/>
                    <a:pt x="36072" y="3823"/>
                    <a:pt x="37910" y="5675"/>
                  </a:cubicBezTo>
                  <a:cubicBezTo>
                    <a:pt x="39743" y="7524"/>
                    <a:pt x="41178" y="9794"/>
                    <a:pt x="42209" y="12486"/>
                  </a:cubicBezTo>
                  <a:cubicBezTo>
                    <a:pt x="43232" y="15182"/>
                    <a:pt x="43747" y="18251"/>
                    <a:pt x="43747" y="21704"/>
                  </a:cubicBezTo>
                  <a:cubicBezTo>
                    <a:pt x="43747" y="22574"/>
                    <a:pt x="43706" y="23302"/>
                    <a:pt x="43628" y="23878"/>
                  </a:cubicBezTo>
                  <a:cubicBezTo>
                    <a:pt x="43553" y="24452"/>
                    <a:pt x="43411" y="24901"/>
                    <a:pt x="43209" y="25229"/>
                  </a:cubicBezTo>
                  <a:cubicBezTo>
                    <a:pt x="43004" y="25554"/>
                    <a:pt x="42735" y="25789"/>
                    <a:pt x="42392" y="25931"/>
                  </a:cubicBezTo>
                  <a:cubicBezTo>
                    <a:pt x="42052" y="26069"/>
                    <a:pt x="41611" y="26136"/>
                    <a:pt x="41084" y="26136"/>
                  </a:cubicBezTo>
                  <a:lnTo>
                    <a:pt x="11485" y="26136"/>
                  </a:lnTo>
                  <a:cubicBezTo>
                    <a:pt x="11829" y="31057"/>
                    <a:pt x="13151" y="34668"/>
                    <a:pt x="15451" y="36968"/>
                  </a:cubicBezTo>
                  <a:cubicBezTo>
                    <a:pt x="17760" y="39272"/>
                    <a:pt x="20807" y="40422"/>
                    <a:pt x="24606" y="40422"/>
                  </a:cubicBezTo>
                  <a:cubicBezTo>
                    <a:pt x="26473" y="40422"/>
                    <a:pt x="28083" y="40205"/>
                    <a:pt x="29439" y="39768"/>
                  </a:cubicBezTo>
                  <a:cubicBezTo>
                    <a:pt x="30791" y="39335"/>
                    <a:pt x="31971" y="38850"/>
                    <a:pt x="32987" y="38320"/>
                  </a:cubicBezTo>
                  <a:cubicBezTo>
                    <a:pt x="33995" y="37793"/>
                    <a:pt x="34884" y="37312"/>
                    <a:pt x="35646" y="36871"/>
                  </a:cubicBezTo>
                  <a:cubicBezTo>
                    <a:pt x="36408" y="36438"/>
                    <a:pt x="37148" y="36221"/>
                    <a:pt x="37861" y="36221"/>
                  </a:cubicBezTo>
                  <a:cubicBezTo>
                    <a:pt x="38328" y="36221"/>
                    <a:pt x="38735" y="36315"/>
                    <a:pt x="39079" y="36501"/>
                  </a:cubicBezTo>
                  <a:cubicBezTo>
                    <a:pt x="39419" y="36688"/>
                    <a:pt x="39717" y="36953"/>
                    <a:pt x="39964" y="37297"/>
                  </a:cubicBezTo>
                  <a:lnTo>
                    <a:pt x="43325" y="41497"/>
                  </a:lnTo>
                  <a:cubicBezTo>
                    <a:pt x="42052" y="42987"/>
                    <a:pt x="40617" y="44241"/>
                    <a:pt x="39030" y="45253"/>
                  </a:cubicBezTo>
                  <a:cubicBezTo>
                    <a:pt x="37443" y="46261"/>
                    <a:pt x="35788" y="47072"/>
                    <a:pt x="34059" y="47680"/>
                  </a:cubicBezTo>
                  <a:cubicBezTo>
                    <a:pt x="32330" y="48285"/>
                    <a:pt x="30570" y="48711"/>
                    <a:pt x="28785" y="48965"/>
                  </a:cubicBezTo>
                  <a:cubicBezTo>
                    <a:pt x="26992" y="49211"/>
                    <a:pt x="25256" y="49334"/>
                    <a:pt x="23575" y="49334"/>
                  </a:cubicBezTo>
                  <a:cubicBezTo>
                    <a:pt x="20247" y="49334"/>
                    <a:pt x="17151" y="48782"/>
                    <a:pt x="14286" y="47680"/>
                  </a:cubicBezTo>
                  <a:cubicBezTo>
                    <a:pt x="11421" y="46575"/>
                    <a:pt x="8930" y="44943"/>
                    <a:pt x="6816" y="42778"/>
                  </a:cubicBezTo>
                  <a:cubicBezTo>
                    <a:pt x="4702" y="40616"/>
                    <a:pt x="3033" y="37943"/>
                    <a:pt x="1823" y="34750"/>
                  </a:cubicBezTo>
                  <a:cubicBezTo>
                    <a:pt x="609" y="31562"/>
                    <a:pt x="0" y="27865"/>
                    <a:pt x="0" y="23665"/>
                  </a:cubicBezTo>
                  <a:cubicBezTo>
                    <a:pt x="0" y="20398"/>
                    <a:pt x="527" y="17325"/>
                    <a:pt x="1591" y="14450"/>
                  </a:cubicBezTo>
                  <a:cubicBezTo>
                    <a:pt x="2648" y="11571"/>
                    <a:pt x="4164" y="9066"/>
                    <a:pt x="6140" y="6934"/>
                  </a:cubicBezTo>
                  <a:cubicBezTo>
                    <a:pt x="8116" y="4805"/>
                    <a:pt x="10529" y="3114"/>
                    <a:pt x="13379" y="1867"/>
                  </a:cubicBezTo>
                  <a:cubicBezTo>
                    <a:pt x="16221" y="624"/>
                    <a:pt x="19437" y="0"/>
                    <a:pt x="23018" y="0"/>
                  </a:cubicBezTo>
                  <a:close/>
                  <a:moveTo>
                    <a:pt x="23250" y="8263"/>
                  </a:moveTo>
                  <a:cubicBezTo>
                    <a:pt x="19889" y="8263"/>
                    <a:pt x="17259" y="9211"/>
                    <a:pt x="15362" y="11112"/>
                  </a:cubicBezTo>
                  <a:cubicBezTo>
                    <a:pt x="13461" y="13008"/>
                    <a:pt x="12247" y="15704"/>
                    <a:pt x="11716" y="19184"/>
                  </a:cubicBezTo>
                  <a:lnTo>
                    <a:pt x="33379" y="19184"/>
                  </a:lnTo>
                  <a:cubicBezTo>
                    <a:pt x="33379" y="17694"/>
                    <a:pt x="33181" y="16287"/>
                    <a:pt x="32774" y="14961"/>
                  </a:cubicBezTo>
                  <a:cubicBezTo>
                    <a:pt x="32371" y="13640"/>
                    <a:pt x="31747" y="12478"/>
                    <a:pt x="30907" y="11485"/>
                  </a:cubicBezTo>
                  <a:cubicBezTo>
                    <a:pt x="30070" y="10488"/>
                    <a:pt x="29006" y="9704"/>
                    <a:pt x="27736" y="9129"/>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66" name="Google Shape;2066;p90"/>
            <p:cNvSpPr/>
            <p:nvPr/>
          </p:nvSpPr>
          <p:spPr>
            <a:xfrm>
              <a:off x="2814138" y="2620872"/>
              <a:ext cx="12605" cy="67487"/>
            </a:xfrm>
            <a:custGeom>
              <a:avLst/>
              <a:gdLst/>
              <a:ahLst/>
              <a:cxnLst/>
              <a:rect l="l" t="t" r="r" b="b"/>
              <a:pathLst>
                <a:path w="12605" h="67487" extrusionOk="0">
                  <a:moveTo>
                    <a:pt x="12605" y="67488"/>
                  </a:moveTo>
                  <a:lnTo>
                    <a:pt x="0" y="67488"/>
                  </a:lnTo>
                  <a:lnTo>
                    <a:pt x="0" y="0"/>
                  </a:lnTo>
                  <a:lnTo>
                    <a:pt x="12605" y="0"/>
                  </a:lnTo>
                  <a:lnTo>
                    <a:pt x="12605" y="67488"/>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67" name="Google Shape;2067;p90"/>
            <p:cNvSpPr/>
            <p:nvPr/>
          </p:nvSpPr>
          <p:spPr>
            <a:xfrm>
              <a:off x="2841265" y="2639724"/>
              <a:ext cx="41737" cy="48636"/>
            </a:xfrm>
            <a:custGeom>
              <a:avLst/>
              <a:gdLst/>
              <a:ahLst/>
              <a:cxnLst/>
              <a:rect l="l" t="t" r="r" b="b"/>
              <a:pathLst>
                <a:path w="41737" h="48636" extrusionOk="0">
                  <a:moveTo>
                    <a:pt x="0" y="48636"/>
                  </a:moveTo>
                  <a:lnTo>
                    <a:pt x="0" y="751"/>
                  </a:lnTo>
                  <a:lnTo>
                    <a:pt x="7048" y="751"/>
                  </a:lnTo>
                  <a:cubicBezTo>
                    <a:pt x="8542" y="751"/>
                    <a:pt x="9524" y="1449"/>
                    <a:pt x="9991" y="2849"/>
                  </a:cubicBezTo>
                  <a:lnTo>
                    <a:pt x="10783" y="6631"/>
                  </a:lnTo>
                  <a:cubicBezTo>
                    <a:pt x="11750" y="5634"/>
                    <a:pt x="12766" y="4734"/>
                    <a:pt x="13842" y="3924"/>
                  </a:cubicBezTo>
                  <a:cubicBezTo>
                    <a:pt x="14914" y="3114"/>
                    <a:pt x="16053" y="2416"/>
                    <a:pt x="17248" y="1826"/>
                  </a:cubicBezTo>
                  <a:cubicBezTo>
                    <a:pt x="18451" y="1236"/>
                    <a:pt x="19732" y="780"/>
                    <a:pt x="21102" y="467"/>
                  </a:cubicBezTo>
                  <a:cubicBezTo>
                    <a:pt x="22473" y="157"/>
                    <a:pt x="23963" y="0"/>
                    <a:pt x="25584" y="0"/>
                  </a:cubicBezTo>
                  <a:cubicBezTo>
                    <a:pt x="28199" y="0"/>
                    <a:pt x="30514" y="448"/>
                    <a:pt x="32539" y="1333"/>
                  </a:cubicBezTo>
                  <a:cubicBezTo>
                    <a:pt x="34563" y="2218"/>
                    <a:pt x="36251" y="3465"/>
                    <a:pt x="37603" y="5067"/>
                  </a:cubicBezTo>
                  <a:cubicBezTo>
                    <a:pt x="38959" y="6672"/>
                    <a:pt x="39986" y="8584"/>
                    <a:pt x="40688" y="10809"/>
                  </a:cubicBezTo>
                  <a:cubicBezTo>
                    <a:pt x="41387" y="13035"/>
                    <a:pt x="41738" y="15484"/>
                    <a:pt x="41738" y="18161"/>
                  </a:cubicBezTo>
                  <a:lnTo>
                    <a:pt x="41738" y="48636"/>
                  </a:lnTo>
                  <a:lnTo>
                    <a:pt x="30204" y="48636"/>
                  </a:lnTo>
                  <a:lnTo>
                    <a:pt x="30204" y="18161"/>
                  </a:lnTo>
                  <a:cubicBezTo>
                    <a:pt x="30204" y="15237"/>
                    <a:pt x="29528" y="12971"/>
                    <a:pt x="28173" y="11366"/>
                  </a:cubicBezTo>
                  <a:cubicBezTo>
                    <a:pt x="26821" y="9768"/>
                    <a:pt x="24789" y="8965"/>
                    <a:pt x="22081" y="8965"/>
                  </a:cubicBezTo>
                  <a:cubicBezTo>
                    <a:pt x="20090" y="8965"/>
                    <a:pt x="18223" y="9417"/>
                    <a:pt x="16479" y="10316"/>
                  </a:cubicBezTo>
                  <a:cubicBezTo>
                    <a:pt x="14734" y="11220"/>
                    <a:pt x="13087" y="12448"/>
                    <a:pt x="11530" y="14002"/>
                  </a:cubicBezTo>
                  <a:lnTo>
                    <a:pt x="11530" y="48636"/>
                  </a:lnTo>
                  <a:lnTo>
                    <a:pt x="0" y="48636"/>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68" name="Google Shape;2068;p90"/>
            <p:cNvSpPr/>
            <p:nvPr/>
          </p:nvSpPr>
          <p:spPr>
            <a:xfrm>
              <a:off x="2890005" y="2625819"/>
              <a:ext cx="32632" cy="63287"/>
            </a:xfrm>
            <a:custGeom>
              <a:avLst/>
              <a:gdLst/>
              <a:ahLst/>
              <a:cxnLst/>
              <a:rect l="l" t="t" r="r" b="b"/>
              <a:pathLst>
                <a:path w="32632" h="63287" extrusionOk="0">
                  <a:moveTo>
                    <a:pt x="20075" y="63287"/>
                  </a:moveTo>
                  <a:cubicBezTo>
                    <a:pt x="15937" y="63287"/>
                    <a:pt x="12747" y="62115"/>
                    <a:pt x="10503" y="59763"/>
                  </a:cubicBezTo>
                  <a:cubicBezTo>
                    <a:pt x="8265" y="57414"/>
                    <a:pt x="7145" y="54173"/>
                    <a:pt x="7145" y="50032"/>
                  </a:cubicBezTo>
                  <a:lnTo>
                    <a:pt x="7145" y="23288"/>
                  </a:lnTo>
                  <a:lnTo>
                    <a:pt x="2286" y="23288"/>
                  </a:lnTo>
                  <a:cubicBezTo>
                    <a:pt x="1666" y="23288"/>
                    <a:pt x="1128" y="23086"/>
                    <a:pt x="680" y="22683"/>
                  </a:cubicBezTo>
                  <a:cubicBezTo>
                    <a:pt x="224" y="22279"/>
                    <a:pt x="0" y="21674"/>
                    <a:pt x="0" y="20864"/>
                  </a:cubicBezTo>
                  <a:lnTo>
                    <a:pt x="0" y="16287"/>
                  </a:lnTo>
                  <a:lnTo>
                    <a:pt x="7701" y="15028"/>
                  </a:lnTo>
                  <a:lnTo>
                    <a:pt x="10133" y="1960"/>
                  </a:lnTo>
                  <a:cubicBezTo>
                    <a:pt x="10256" y="1337"/>
                    <a:pt x="10544" y="855"/>
                    <a:pt x="10996" y="515"/>
                  </a:cubicBezTo>
                  <a:cubicBezTo>
                    <a:pt x="11444" y="172"/>
                    <a:pt x="12015" y="0"/>
                    <a:pt x="12699" y="0"/>
                  </a:cubicBezTo>
                  <a:lnTo>
                    <a:pt x="18675" y="0"/>
                  </a:lnTo>
                  <a:lnTo>
                    <a:pt x="18675" y="15073"/>
                  </a:lnTo>
                  <a:lnTo>
                    <a:pt x="31280" y="15073"/>
                  </a:lnTo>
                  <a:lnTo>
                    <a:pt x="31280" y="23288"/>
                  </a:lnTo>
                  <a:lnTo>
                    <a:pt x="18675" y="23288"/>
                  </a:lnTo>
                  <a:lnTo>
                    <a:pt x="18675" y="49237"/>
                  </a:lnTo>
                  <a:cubicBezTo>
                    <a:pt x="18675" y="50734"/>
                    <a:pt x="19052" y="51899"/>
                    <a:pt x="19795" y="52739"/>
                  </a:cubicBezTo>
                  <a:cubicBezTo>
                    <a:pt x="20542" y="53576"/>
                    <a:pt x="21539" y="54002"/>
                    <a:pt x="22787" y="54002"/>
                  </a:cubicBezTo>
                  <a:cubicBezTo>
                    <a:pt x="23500" y="54002"/>
                    <a:pt x="24098" y="53912"/>
                    <a:pt x="24580" y="53740"/>
                  </a:cubicBezTo>
                  <a:cubicBezTo>
                    <a:pt x="25065" y="53568"/>
                    <a:pt x="25483" y="53393"/>
                    <a:pt x="25842" y="53206"/>
                  </a:cubicBezTo>
                  <a:cubicBezTo>
                    <a:pt x="26201" y="53020"/>
                    <a:pt x="26522" y="52840"/>
                    <a:pt x="26798" y="52669"/>
                  </a:cubicBezTo>
                  <a:cubicBezTo>
                    <a:pt x="27078" y="52497"/>
                    <a:pt x="27358" y="52411"/>
                    <a:pt x="27638" y="52411"/>
                  </a:cubicBezTo>
                  <a:cubicBezTo>
                    <a:pt x="27982" y="52411"/>
                    <a:pt x="28258" y="52497"/>
                    <a:pt x="28479" y="52669"/>
                  </a:cubicBezTo>
                  <a:cubicBezTo>
                    <a:pt x="28699" y="52840"/>
                    <a:pt x="28931" y="53098"/>
                    <a:pt x="29177" y="53438"/>
                  </a:cubicBezTo>
                  <a:lnTo>
                    <a:pt x="32632" y="59038"/>
                  </a:lnTo>
                  <a:cubicBezTo>
                    <a:pt x="30955" y="60439"/>
                    <a:pt x="29020" y="61499"/>
                    <a:pt x="26843" y="62212"/>
                  </a:cubicBezTo>
                  <a:cubicBezTo>
                    <a:pt x="24666" y="62929"/>
                    <a:pt x="22410" y="63287"/>
                    <a:pt x="20075" y="6328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69" name="Google Shape;2069;p90"/>
            <p:cNvSpPr/>
            <p:nvPr/>
          </p:nvSpPr>
          <p:spPr>
            <a:xfrm>
              <a:off x="2927261" y="2639724"/>
              <a:ext cx="43743" cy="49334"/>
            </a:xfrm>
            <a:custGeom>
              <a:avLst/>
              <a:gdLst/>
              <a:ahLst/>
              <a:cxnLst/>
              <a:rect l="l" t="t" r="r" b="b"/>
              <a:pathLst>
                <a:path w="43743" h="49334" extrusionOk="0">
                  <a:moveTo>
                    <a:pt x="23018" y="0"/>
                  </a:moveTo>
                  <a:cubicBezTo>
                    <a:pt x="26032" y="0"/>
                    <a:pt x="28811" y="485"/>
                    <a:pt x="31351" y="1449"/>
                  </a:cubicBezTo>
                  <a:cubicBezTo>
                    <a:pt x="33887" y="2416"/>
                    <a:pt x="36072" y="3823"/>
                    <a:pt x="37910" y="5675"/>
                  </a:cubicBezTo>
                  <a:cubicBezTo>
                    <a:pt x="39743" y="7524"/>
                    <a:pt x="41178" y="9794"/>
                    <a:pt x="42205" y="12486"/>
                  </a:cubicBezTo>
                  <a:cubicBezTo>
                    <a:pt x="43232" y="15182"/>
                    <a:pt x="43744" y="18251"/>
                    <a:pt x="43744" y="21704"/>
                  </a:cubicBezTo>
                  <a:cubicBezTo>
                    <a:pt x="43744" y="22574"/>
                    <a:pt x="43706" y="23302"/>
                    <a:pt x="43628" y="23878"/>
                  </a:cubicBezTo>
                  <a:cubicBezTo>
                    <a:pt x="43553" y="24452"/>
                    <a:pt x="43411" y="24901"/>
                    <a:pt x="43209" y="25229"/>
                  </a:cubicBezTo>
                  <a:cubicBezTo>
                    <a:pt x="43004" y="25554"/>
                    <a:pt x="42735" y="25789"/>
                    <a:pt x="42391" y="25931"/>
                  </a:cubicBezTo>
                  <a:cubicBezTo>
                    <a:pt x="42048" y="26069"/>
                    <a:pt x="41611" y="26136"/>
                    <a:pt x="41084" y="26136"/>
                  </a:cubicBezTo>
                  <a:lnTo>
                    <a:pt x="11485" y="26136"/>
                  </a:lnTo>
                  <a:cubicBezTo>
                    <a:pt x="11829" y="31057"/>
                    <a:pt x="13151" y="34668"/>
                    <a:pt x="15451" y="36968"/>
                  </a:cubicBezTo>
                  <a:cubicBezTo>
                    <a:pt x="17756" y="39272"/>
                    <a:pt x="20807" y="40422"/>
                    <a:pt x="24602" y="40422"/>
                  </a:cubicBezTo>
                  <a:cubicBezTo>
                    <a:pt x="26469" y="40422"/>
                    <a:pt x="28083" y="40205"/>
                    <a:pt x="29435" y="39768"/>
                  </a:cubicBezTo>
                  <a:cubicBezTo>
                    <a:pt x="30791" y="39335"/>
                    <a:pt x="31971" y="38850"/>
                    <a:pt x="32987" y="38320"/>
                  </a:cubicBezTo>
                  <a:cubicBezTo>
                    <a:pt x="33995" y="37793"/>
                    <a:pt x="34881" y="37312"/>
                    <a:pt x="35642" y="36871"/>
                  </a:cubicBezTo>
                  <a:cubicBezTo>
                    <a:pt x="36408" y="36438"/>
                    <a:pt x="37148" y="36221"/>
                    <a:pt x="37861" y="36221"/>
                  </a:cubicBezTo>
                  <a:cubicBezTo>
                    <a:pt x="38328" y="36221"/>
                    <a:pt x="38735" y="36315"/>
                    <a:pt x="39075" y="36501"/>
                  </a:cubicBezTo>
                  <a:cubicBezTo>
                    <a:pt x="39418" y="36688"/>
                    <a:pt x="39714" y="36953"/>
                    <a:pt x="39964" y="37297"/>
                  </a:cubicBezTo>
                  <a:lnTo>
                    <a:pt x="43325" y="41497"/>
                  </a:lnTo>
                  <a:cubicBezTo>
                    <a:pt x="42048" y="42987"/>
                    <a:pt x="40617" y="44241"/>
                    <a:pt x="39030" y="45253"/>
                  </a:cubicBezTo>
                  <a:cubicBezTo>
                    <a:pt x="37443" y="46261"/>
                    <a:pt x="35788" y="47072"/>
                    <a:pt x="34059" y="47680"/>
                  </a:cubicBezTo>
                  <a:cubicBezTo>
                    <a:pt x="32330" y="48285"/>
                    <a:pt x="30570" y="48711"/>
                    <a:pt x="28785" y="48965"/>
                  </a:cubicBezTo>
                  <a:cubicBezTo>
                    <a:pt x="26992" y="49211"/>
                    <a:pt x="25256" y="49334"/>
                    <a:pt x="23575" y="49334"/>
                  </a:cubicBezTo>
                  <a:cubicBezTo>
                    <a:pt x="20243" y="49334"/>
                    <a:pt x="17147" y="48782"/>
                    <a:pt x="14286" y="47680"/>
                  </a:cubicBezTo>
                  <a:cubicBezTo>
                    <a:pt x="11421" y="46575"/>
                    <a:pt x="8930" y="44943"/>
                    <a:pt x="6816" y="42778"/>
                  </a:cubicBezTo>
                  <a:cubicBezTo>
                    <a:pt x="4699" y="40616"/>
                    <a:pt x="3033" y="37943"/>
                    <a:pt x="1823" y="34750"/>
                  </a:cubicBezTo>
                  <a:cubicBezTo>
                    <a:pt x="609" y="31562"/>
                    <a:pt x="0" y="27865"/>
                    <a:pt x="0" y="23665"/>
                  </a:cubicBezTo>
                  <a:cubicBezTo>
                    <a:pt x="0" y="20398"/>
                    <a:pt x="527" y="17325"/>
                    <a:pt x="1587" y="14450"/>
                  </a:cubicBezTo>
                  <a:cubicBezTo>
                    <a:pt x="2648" y="11571"/>
                    <a:pt x="4164" y="9066"/>
                    <a:pt x="6140" y="6934"/>
                  </a:cubicBezTo>
                  <a:cubicBezTo>
                    <a:pt x="8112" y="4805"/>
                    <a:pt x="10529" y="3114"/>
                    <a:pt x="13378" y="1867"/>
                  </a:cubicBezTo>
                  <a:cubicBezTo>
                    <a:pt x="16221" y="624"/>
                    <a:pt x="19437" y="0"/>
                    <a:pt x="23018" y="0"/>
                  </a:cubicBezTo>
                  <a:close/>
                  <a:moveTo>
                    <a:pt x="23250" y="8263"/>
                  </a:moveTo>
                  <a:cubicBezTo>
                    <a:pt x="19889" y="8263"/>
                    <a:pt x="17259" y="9211"/>
                    <a:pt x="15362" y="11112"/>
                  </a:cubicBezTo>
                  <a:cubicBezTo>
                    <a:pt x="13461" y="13008"/>
                    <a:pt x="12247" y="15704"/>
                    <a:pt x="11716" y="19184"/>
                  </a:cubicBezTo>
                  <a:lnTo>
                    <a:pt x="33379" y="19184"/>
                  </a:lnTo>
                  <a:cubicBezTo>
                    <a:pt x="33379" y="17694"/>
                    <a:pt x="33177" y="16287"/>
                    <a:pt x="32774" y="14961"/>
                  </a:cubicBezTo>
                  <a:cubicBezTo>
                    <a:pt x="32371" y="13640"/>
                    <a:pt x="31747" y="12478"/>
                    <a:pt x="30907" y="11485"/>
                  </a:cubicBezTo>
                  <a:cubicBezTo>
                    <a:pt x="30066" y="10488"/>
                    <a:pt x="29005" y="9704"/>
                    <a:pt x="27732" y="9129"/>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70" name="Google Shape;2070;p90"/>
            <p:cNvSpPr/>
            <p:nvPr/>
          </p:nvSpPr>
          <p:spPr>
            <a:xfrm>
              <a:off x="2975722" y="2639634"/>
              <a:ext cx="45752" cy="65576"/>
            </a:xfrm>
            <a:custGeom>
              <a:avLst/>
              <a:gdLst/>
              <a:ahLst/>
              <a:cxnLst/>
              <a:rect l="l" t="t" r="r" b="b"/>
              <a:pathLst>
                <a:path w="45752" h="65576" extrusionOk="0">
                  <a:moveTo>
                    <a:pt x="21244" y="0"/>
                  </a:moveTo>
                  <a:cubicBezTo>
                    <a:pt x="23295" y="0"/>
                    <a:pt x="25226" y="209"/>
                    <a:pt x="27030" y="631"/>
                  </a:cubicBezTo>
                  <a:cubicBezTo>
                    <a:pt x="28837" y="1049"/>
                    <a:pt x="30485" y="1661"/>
                    <a:pt x="31982" y="2472"/>
                  </a:cubicBezTo>
                  <a:lnTo>
                    <a:pt x="45753" y="2472"/>
                  </a:lnTo>
                  <a:lnTo>
                    <a:pt x="45753" y="6769"/>
                  </a:lnTo>
                  <a:cubicBezTo>
                    <a:pt x="45753" y="7482"/>
                    <a:pt x="45562" y="8043"/>
                    <a:pt x="45193" y="8450"/>
                  </a:cubicBezTo>
                  <a:cubicBezTo>
                    <a:pt x="44819" y="8853"/>
                    <a:pt x="44181" y="9129"/>
                    <a:pt x="43277" y="9286"/>
                  </a:cubicBezTo>
                  <a:lnTo>
                    <a:pt x="38985" y="10081"/>
                  </a:lnTo>
                  <a:cubicBezTo>
                    <a:pt x="39295" y="10891"/>
                    <a:pt x="39534" y="11746"/>
                    <a:pt x="39706" y="12650"/>
                  </a:cubicBezTo>
                  <a:cubicBezTo>
                    <a:pt x="39878" y="13550"/>
                    <a:pt x="39960" y="14498"/>
                    <a:pt x="39960" y="15491"/>
                  </a:cubicBezTo>
                  <a:cubicBezTo>
                    <a:pt x="39960" y="17859"/>
                    <a:pt x="39486" y="19998"/>
                    <a:pt x="38537" y="21910"/>
                  </a:cubicBezTo>
                  <a:cubicBezTo>
                    <a:pt x="37592" y="23825"/>
                    <a:pt x="36281" y="25449"/>
                    <a:pt x="34619" y="26790"/>
                  </a:cubicBezTo>
                  <a:cubicBezTo>
                    <a:pt x="32950" y="28126"/>
                    <a:pt x="30974" y="29164"/>
                    <a:pt x="28688" y="29892"/>
                  </a:cubicBezTo>
                  <a:cubicBezTo>
                    <a:pt x="26399" y="30624"/>
                    <a:pt x="23915" y="30990"/>
                    <a:pt x="21244" y="30990"/>
                  </a:cubicBezTo>
                  <a:cubicBezTo>
                    <a:pt x="19437" y="30990"/>
                    <a:pt x="17677" y="30819"/>
                    <a:pt x="15967" y="30475"/>
                  </a:cubicBezTo>
                  <a:cubicBezTo>
                    <a:pt x="14473" y="31386"/>
                    <a:pt x="13726" y="32405"/>
                    <a:pt x="13726" y="33529"/>
                  </a:cubicBezTo>
                  <a:cubicBezTo>
                    <a:pt x="13726" y="34504"/>
                    <a:pt x="14167" y="35217"/>
                    <a:pt x="15056" y="35672"/>
                  </a:cubicBezTo>
                  <a:cubicBezTo>
                    <a:pt x="15944" y="36128"/>
                    <a:pt x="17110" y="36449"/>
                    <a:pt x="18559" y="36636"/>
                  </a:cubicBezTo>
                  <a:cubicBezTo>
                    <a:pt x="20004" y="36822"/>
                    <a:pt x="21644" y="36919"/>
                    <a:pt x="23482" y="36919"/>
                  </a:cubicBezTo>
                  <a:cubicBezTo>
                    <a:pt x="25315" y="36919"/>
                    <a:pt x="27202" y="36994"/>
                    <a:pt x="29133" y="37151"/>
                  </a:cubicBezTo>
                  <a:cubicBezTo>
                    <a:pt x="31063" y="37308"/>
                    <a:pt x="32942" y="37580"/>
                    <a:pt x="34783" y="37972"/>
                  </a:cubicBezTo>
                  <a:cubicBezTo>
                    <a:pt x="36617" y="38361"/>
                    <a:pt x="38257" y="38977"/>
                    <a:pt x="39706" y="39821"/>
                  </a:cubicBezTo>
                  <a:cubicBezTo>
                    <a:pt x="41155" y="40664"/>
                    <a:pt x="42321" y="41811"/>
                    <a:pt x="43206" y="43263"/>
                  </a:cubicBezTo>
                  <a:cubicBezTo>
                    <a:pt x="44095" y="44716"/>
                    <a:pt x="44539" y="46579"/>
                    <a:pt x="44539" y="48856"/>
                  </a:cubicBezTo>
                  <a:cubicBezTo>
                    <a:pt x="44539" y="50977"/>
                    <a:pt x="44016" y="53038"/>
                    <a:pt x="42974" y="55036"/>
                  </a:cubicBezTo>
                  <a:cubicBezTo>
                    <a:pt x="41932" y="57033"/>
                    <a:pt x="40419" y="58814"/>
                    <a:pt x="38444" y="60375"/>
                  </a:cubicBezTo>
                  <a:cubicBezTo>
                    <a:pt x="36468" y="61936"/>
                    <a:pt x="34048" y="63194"/>
                    <a:pt x="31187" y="64146"/>
                  </a:cubicBezTo>
                  <a:cubicBezTo>
                    <a:pt x="28322" y="65098"/>
                    <a:pt x="25054" y="65576"/>
                    <a:pt x="21383" y="65576"/>
                  </a:cubicBezTo>
                  <a:cubicBezTo>
                    <a:pt x="17741" y="65576"/>
                    <a:pt x="14577" y="65225"/>
                    <a:pt x="11907" y="64523"/>
                  </a:cubicBezTo>
                  <a:cubicBezTo>
                    <a:pt x="9229" y="63825"/>
                    <a:pt x="7010" y="62892"/>
                    <a:pt x="5251" y="61723"/>
                  </a:cubicBezTo>
                  <a:cubicBezTo>
                    <a:pt x="3492" y="60558"/>
                    <a:pt x="2177" y="59210"/>
                    <a:pt x="1307" y="57687"/>
                  </a:cubicBezTo>
                  <a:cubicBezTo>
                    <a:pt x="433" y="56160"/>
                    <a:pt x="0" y="54573"/>
                    <a:pt x="0" y="52926"/>
                  </a:cubicBezTo>
                  <a:cubicBezTo>
                    <a:pt x="0" y="50686"/>
                    <a:pt x="683" y="48800"/>
                    <a:pt x="2054" y="47277"/>
                  </a:cubicBezTo>
                  <a:cubicBezTo>
                    <a:pt x="3421" y="45754"/>
                    <a:pt x="5322" y="44540"/>
                    <a:pt x="7746" y="43640"/>
                  </a:cubicBezTo>
                  <a:cubicBezTo>
                    <a:pt x="6566" y="42987"/>
                    <a:pt x="5617" y="42113"/>
                    <a:pt x="4904" y="41023"/>
                  </a:cubicBezTo>
                  <a:cubicBezTo>
                    <a:pt x="4183" y="39933"/>
                    <a:pt x="3828" y="38517"/>
                    <a:pt x="3828" y="36778"/>
                  </a:cubicBezTo>
                  <a:cubicBezTo>
                    <a:pt x="3828" y="36061"/>
                    <a:pt x="3952" y="35321"/>
                    <a:pt x="4202" y="34560"/>
                  </a:cubicBezTo>
                  <a:cubicBezTo>
                    <a:pt x="4452" y="33798"/>
                    <a:pt x="4829" y="33044"/>
                    <a:pt x="5345" y="32293"/>
                  </a:cubicBezTo>
                  <a:cubicBezTo>
                    <a:pt x="5856" y="31550"/>
                    <a:pt x="6503" y="30845"/>
                    <a:pt x="7279" y="30173"/>
                  </a:cubicBezTo>
                  <a:cubicBezTo>
                    <a:pt x="8060" y="29504"/>
                    <a:pt x="8975" y="28903"/>
                    <a:pt x="10040" y="28377"/>
                  </a:cubicBezTo>
                  <a:cubicBezTo>
                    <a:pt x="7608" y="27070"/>
                    <a:pt x="5700" y="25326"/>
                    <a:pt x="4318" y="23149"/>
                  </a:cubicBezTo>
                  <a:cubicBezTo>
                    <a:pt x="2932" y="20969"/>
                    <a:pt x="2241" y="18422"/>
                    <a:pt x="2241" y="15491"/>
                  </a:cubicBezTo>
                  <a:cubicBezTo>
                    <a:pt x="2241" y="13132"/>
                    <a:pt x="2715" y="10988"/>
                    <a:pt x="3664" y="9077"/>
                  </a:cubicBezTo>
                  <a:cubicBezTo>
                    <a:pt x="4613" y="7165"/>
                    <a:pt x="5935" y="5530"/>
                    <a:pt x="7630" y="4174"/>
                  </a:cubicBezTo>
                  <a:cubicBezTo>
                    <a:pt x="9326" y="2823"/>
                    <a:pt x="11336" y="1792"/>
                    <a:pt x="13655" y="1072"/>
                  </a:cubicBezTo>
                  <a:cubicBezTo>
                    <a:pt x="15971" y="358"/>
                    <a:pt x="18503" y="0"/>
                    <a:pt x="21244" y="0"/>
                  </a:cubicBezTo>
                  <a:close/>
                  <a:moveTo>
                    <a:pt x="33891" y="50734"/>
                  </a:moveTo>
                  <a:cubicBezTo>
                    <a:pt x="33891" y="49782"/>
                    <a:pt x="33614" y="49006"/>
                    <a:pt x="33054" y="48401"/>
                  </a:cubicBezTo>
                  <a:cubicBezTo>
                    <a:pt x="32490" y="47800"/>
                    <a:pt x="31728" y="47329"/>
                    <a:pt x="30765" y="46997"/>
                  </a:cubicBezTo>
                  <a:cubicBezTo>
                    <a:pt x="29801" y="46661"/>
                    <a:pt x="28673" y="46418"/>
                    <a:pt x="27381" y="46258"/>
                  </a:cubicBezTo>
                  <a:cubicBezTo>
                    <a:pt x="26089" y="46097"/>
                    <a:pt x="24718" y="46019"/>
                    <a:pt x="23272" y="46019"/>
                  </a:cubicBezTo>
                  <a:lnTo>
                    <a:pt x="18790" y="46019"/>
                  </a:lnTo>
                  <a:cubicBezTo>
                    <a:pt x="17248" y="46019"/>
                    <a:pt x="15765" y="45847"/>
                    <a:pt x="14331" y="45507"/>
                  </a:cubicBezTo>
                  <a:cubicBezTo>
                    <a:pt x="13024" y="46220"/>
                    <a:pt x="11974" y="47068"/>
                    <a:pt x="11179" y="48046"/>
                  </a:cubicBezTo>
                  <a:cubicBezTo>
                    <a:pt x="10387" y="49028"/>
                    <a:pt x="9991" y="50156"/>
                    <a:pt x="9991" y="51429"/>
                  </a:cubicBezTo>
                  <a:cubicBezTo>
                    <a:pt x="9991" y="52273"/>
                    <a:pt x="10200" y="53057"/>
                    <a:pt x="10622" y="53789"/>
                  </a:cubicBezTo>
                  <a:cubicBezTo>
                    <a:pt x="11041" y="54520"/>
                    <a:pt x="11709" y="55151"/>
                    <a:pt x="12628" y="55678"/>
                  </a:cubicBezTo>
                  <a:cubicBezTo>
                    <a:pt x="13547" y="56208"/>
                    <a:pt x="14734" y="56619"/>
                    <a:pt x="16198" y="56914"/>
                  </a:cubicBezTo>
                  <a:cubicBezTo>
                    <a:pt x="17663" y="57209"/>
                    <a:pt x="19452" y="57358"/>
                    <a:pt x="21569" y="57358"/>
                  </a:cubicBezTo>
                  <a:cubicBezTo>
                    <a:pt x="23717" y="57358"/>
                    <a:pt x="25569" y="57190"/>
                    <a:pt x="27123" y="56862"/>
                  </a:cubicBezTo>
                  <a:cubicBezTo>
                    <a:pt x="28681" y="56525"/>
                    <a:pt x="29965" y="56066"/>
                    <a:pt x="30974" y="55476"/>
                  </a:cubicBezTo>
                  <a:cubicBezTo>
                    <a:pt x="31990" y="54890"/>
                    <a:pt x="32726" y="54192"/>
                    <a:pt x="33192" y="53382"/>
                  </a:cubicBezTo>
                  <a:cubicBezTo>
                    <a:pt x="33659" y="52568"/>
                    <a:pt x="33891" y="51690"/>
                    <a:pt x="33891" y="50734"/>
                  </a:cubicBezTo>
                  <a:close/>
                  <a:moveTo>
                    <a:pt x="21244" y="23616"/>
                  </a:moveTo>
                  <a:cubicBezTo>
                    <a:pt x="22671" y="23616"/>
                    <a:pt x="23915" y="23418"/>
                    <a:pt x="24979" y="23034"/>
                  </a:cubicBezTo>
                  <a:cubicBezTo>
                    <a:pt x="26036" y="22642"/>
                    <a:pt x="26914" y="22108"/>
                    <a:pt x="27616" y="21421"/>
                  </a:cubicBezTo>
                  <a:cubicBezTo>
                    <a:pt x="28315" y="20737"/>
                    <a:pt x="28845" y="19912"/>
                    <a:pt x="29200" y="18949"/>
                  </a:cubicBezTo>
                  <a:cubicBezTo>
                    <a:pt x="29558" y="17982"/>
                    <a:pt x="29738" y="16925"/>
                    <a:pt x="29738" y="15775"/>
                  </a:cubicBezTo>
                  <a:cubicBezTo>
                    <a:pt x="29738" y="13412"/>
                    <a:pt x="29032" y="11537"/>
                    <a:pt x="27616" y="10152"/>
                  </a:cubicBezTo>
                  <a:cubicBezTo>
                    <a:pt x="26197" y="8767"/>
                    <a:pt x="24072" y="8072"/>
                    <a:pt x="21244" y="8072"/>
                  </a:cubicBezTo>
                  <a:cubicBezTo>
                    <a:pt x="18409" y="8072"/>
                    <a:pt x="16284" y="8767"/>
                    <a:pt x="14869" y="10152"/>
                  </a:cubicBezTo>
                  <a:cubicBezTo>
                    <a:pt x="13453" y="11537"/>
                    <a:pt x="12744" y="13412"/>
                    <a:pt x="12744" y="15775"/>
                  </a:cubicBezTo>
                  <a:cubicBezTo>
                    <a:pt x="12744" y="16892"/>
                    <a:pt x="12923" y="17937"/>
                    <a:pt x="13281" y="18904"/>
                  </a:cubicBezTo>
                  <a:cubicBezTo>
                    <a:pt x="13636" y="19864"/>
                    <a:pt x="14167" y="20700"/>
                    <a:pt x="14869" y="21398"/>
                  </a:cubicBezTo>
                  <a:cubicBezTo>
                    <a:pt x="15567" y="22100"/>
                    <a:pt x="16456" y="22642"/>
                    <a:pt x="17528" y="23034"/>
                  </a:cubicBezTo>
                  <a:cubicBezTo>
                    <a:pt x="18604" y="23418"/>
                    <a:pt x="19844" y="23616"/>
                    <a:pt x="21244" y="23616"/>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71" name="Google Shape;2071;p90"/>
            <p:cNvSpPr/>
            <p:nvPr/>
          </p:nvSpPr>
          <p:spPr>
            <a:xfrm>
              <a:off x="3028714" y="2639586"/>
              <a:ext cx="30529" cy="48774"/>
            </a:xfrm>
            <a:custGeom>
              <a:avLst/>
              <a:gdLst/>
              <a:ahLst/>
              <a:cxnLst/>
              <a:rect l="l" t="t" r="r" b="b"/>
              <a:pathLst>
                <a:path w="30529" h="48774" extrusionOk="0">
                  <a:moveTo>
                    <a:pt x="0" y="48774"/>
                  </a:moveTo>
                  <a:lnTo>
                    <a:pt x="0" y="889"/>
                  </a:lnTo>
                  <a:lnTo>
                    <a:pt x="6768" y="889"/>
                  </a:lnTo>
                  <a:cubicBezTo>
                    <a:pt x="7952" y="889"/>
                    <a:pt x="8773" y="1105"/>
                    <a:pt x="9240" y="1538"/>
                  </a:cubicBezTo>
                  <a:cubicBezTo>
                    <a:pt x="9707" y="1979"/>
                    <a:pt x="10017" y="2726"/>
                    <a:pt x="10174" y="3782"/>
                  </a:cubicBezTo>
                  <a:lnTo>
                    <a:pt x="10876" y="9570"/>
                  </a:lnTo>
                  <a:cubicBezTo>
                    <a:pt x="12587" y="6612"/>
                    <a:pt x="14596" y="4279"/>
                    <a:pt x="16897" y="2569"/>
                  </a:cubicBezTo>
                  <a:cubicBezTo>
                    <a:pt x="19201" y="859"/>
                    <a:pt x="21786" y="0"/>
                    <a:pt x="24647" y="0"/>
                  </a:cubicBezTo>
                  <a:cubicBezTo>
                    <a:pt x="27011" y="0"/>
                    <a:pt x="28972" y="545"/>
                    <a:pt x="30529" y="1635"/>
                  </a:cubicBezTo>
                  <a:lnTo>
                    <a:pt x="29035" y="10268"/>
                  </a:lnTo>
                  <a:cubicBezTo>
                    <a:pt x="28946" y="10832"/>
                    <a:pt x="28740" y="11224"/>
                    <a:pt x="28430" y="11459"/>
                  </a:cubicBezTo>
                  <a:cubicBezTo>
                    <a:pt x="28117" y="11690"/>
                    <a:pt x="27698" y="11806"/>
                    <a:pt x="27168" y="11806"/>
                  </a:cubicBezTo>
                  <a:cubicBezTo>
                    <a:pt x="26701" y="11806"/>
                    <a:pt x="26062" y="11702"/>
                    <a:pt x="25252" y="11485"/>
                  </a:cubicBezTo>
                  <a:cubicBezTo>
                    <a:pt x="24445" y="11265"/>
                    <a:pt x="23370" y="11157"/>
                    <a:pt x="22032" y="11157"/>
                  </a:cubicBezTo>
                  <a:cubicBezTo>
                    <a:pt x="19635" y="11157"/>
                    <a:pt x="17584" y="11817"/>
                    <a:pt x="15873" y="13139"/>
                  </a:cubicBezTo>
                  <a:cubicBezTo>
                    <a:pt x="14159" y="14461"/>
                    <a:pt x="12710" y="16399"/>
                    <a:pt x="11530" y="18953"/>
                  </a:cubicBezTo>
                  <a:lnTo>
                    <a:pt x="11530" y="48774"/>
                  </a:lnTo>
                  <a:lnTo>
                    <a:pt x="0" y="48774"/>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72" name="Google Shape;2072;p90"/>
            <p:cNvSpPr/>
            <p:nvPr/>
          </p:nvSpPr>
          <p:spPr>
            <a:xfrm>
              <a:off x="3063120" y="2639586"/>
              <a:ext cx="39915" cy="49520"/>
            </a:xfrm>
            <a:custGeom>
              <a:avLst/>
              <a:gdLst/>
              <a:ahLst/>
              <a:cxnLst/>
              <a:rect l="l" t="t" r="r" b="b"/>
              <a:pathLst>
                <a:path w="39915" h="49520" extrusionOk="0">
                  <a:moveTo>
                    <a:pt x="39915" y="48774"/>
                  </a:moveTo>
                  <a:lnTo>
                    <a:pt x="34731" y="48774"/>
                  </a:lnTo>
                  <a:cubicBezTo>
                    <a:pt x="33641" y="48774"/>
                    <a:pt x="32789" y="48610"/>
                    <a:pt x="32165" y="48285"/>
                  </a:cubicBezTo>
                  <a:cubicBezTo>
                    <a:pt x="31541" y="47956"/>
                    <a:pt x="31075" y="47296"/>
                    <a:pt x="30765" y="46302"/>
                  </a:cubicBezTo>
                  <a:lnTo>
                    <a:pt x="29734" y="42894"/>
                  </a:lnTo>
                  <a:cubicBezTo>
                    <a:pt x="28524" y="43984"/>
                    <a:pt x="27332" y="44936"/>
                    <a:pt x="26163" y="45761"/>
                  </a:cubicBezTo>
                  <a:cubicBezTo>
                    <a:pt x="24998" y="46590"/>
                    <a:pt x="23792" y="47277"/>
                    <a:pt x="22548" y="47841"/>
                  </a:cubicBezTo>
                  <a:cubicBezTo>
                    <a:pt x="21304" y="48401"/>
                    <a:pt x="19978" y="48823"/>
                    <a:pt x="18578" y="49103"/>
                  </a:cubicBezTo>
                  <a:cubicBezTo>
                    <a:pt x="17177" y="49379"/>
                    <a:pt x="15619" y="49521"/>
                    <a:pt x="13909" y="49521"/>
                  </a:cubicBezTo>
                  <a:cubicBezTo>
                    <a:pt x="11885" y="49521"/>
                    <a:pt x="10017" y="49248"/>
                    <a:pt x="8306" y="48700"/>
                  </a:cubicBezTo>
                  <a:cubicBezTo>
                    <a:pt x="6596" y="48154"/>
                    <a:pt x="5128" y="47337"/>
                    <a:pt x="3896" y="46243"/>
                  </a:cubicBezTo>
                  <a:cubicBezTo>
                    <a:pt x="2663" y="45149"/>
                    <a:pt x="1711" y="43793"/>
                    <a:pt x="1023" y="42169"/>
                  </a:cubicBezTo>
                  <a:cubicBezTo>
                    <a:pt x="340" y="40545"/>
                    <a:pt x="0" y="38656"/>
                    <a:pt x="0" y="36505"/>
                  </a:cubicBezTo>
                  <a:cubicBezTo>
                    <a:pt x="0" y="34690"/>
                    <a:pt x="471" y="32906"/>
                    <a:pt x="1419" y="31140"/>
                  </a:cubicBezTo>
                  <a:cubicBezTo>
                    <a:pt x="2368" y="29377"/>
                    <a:pt x="3948" y="27787"/>
                    <a:pt x="6159" y="26364"/>
                  </a:cubicBezTo>
                  <a:cubicBezTo>
                    <a:pt x="8370" y="24945"/>
                    <a:pt x="11313" y="23765"/>
                    <a:pt x="14985" y="22832"/>
                  </a:cubicBezTo>
                  <a:cubicBezTo>
                    <a:pt x="18656" y="21895"/>
                    <a:pt x="23216" y="21424"/>
                    <a:pt x="28662" y="21424"/>
                  </a:cubicBezTo>
                  <a:lnTo>
                    <a:pt x="28662" y="18602"/>
                  </a:lnTo>
                  <a:cubicBezTo>
                    <a:pt x="28662" y="15376"/>
                    <a:pt x="27986" y="12982"/>
                    <a:pt x="26630" y="11429"/>
                  </a:cubicBezTo>
                  <a:cubicBezTo>
                    <a:pt x="25278" y="9880"/>
                    <a:pt x="23310" y="9103"/>
                    <a:pt x="20725" y="9103"/>
                  </a:cubicBezTo>
                  <a:cubicBezTo>
                    <a:pt x="18858" y="9103"/>
                    <a:pt x="17300" y="9319"/>
                    <a:pt x="16056" y="9756"/>
                  </a:cubicBezTo>
                  <a:cubicBezTo>
                    <a:pt x="14813" y="10193"/>
                    <a:pt x="13730" y="10682"/>
                    <a:pt x="12811" y="11224"/>
                  </a:cubicBezTo>
                  <a:cubicBezTo>
                    <a:pt x="11896" y="11773"/>
                    <a:pt x="11048" y="12262"/>
                    <a:pt x="10271" y="12699"/>
                  </a:cubicBezTo>
                  <a:cubicBezTo>
                    <a:pt x="9490" y="13132"/>
                    <a:pt x="8635" y="13352"/>
                    <a:pt x="7701" y="13352"/>
                  </a:cubicBezTo>
                  <a:cubicBezTo>
                    <a:pt x="6921" y="13352"/>
                    <a:pt x="6252" y="13147"/>
                    <a:pt x="5692" y="12740"/>
                  </a:cubicBezTo>
                  <a:cubicBezTo>
                    <a:pt x="5136" y="12340"/>
                    <a:pt x="4680" y="11840"/>
                    <a:pt x="4340" y="11250"/>
                  </a:cubicBezTo>
                  <a:lnTo>
                    <a:pt x="2237" y="7565"/>
                  </a:lnTo>
                  <a:cubicBezTo>
                    <a:pt x="7750" y="2520"/>
                    <a:pt x="14391" y="0"/>
                    <a:pt x="22174" y="0"/>
                  </a:cubicBezTo>
                  <a:cubicBezTo>
                    <a:pt x="24975" y="0"/>
                    <a:pt x="27474" y="459"/>
                    <a:pt x="29667" y="1378"/>
                  </a:cubicBezTo>
                  <a:cubicBezTo>
                    <a:pt x="31863" y="2296"/>
                    <a:pt x="33723" y="3569"/>
                    <a:pt x="35247" y="5205"/>
                  </a:cubicBezTo>
                  <a:cubicBezTo>
                    <a:pt x="36770" y="6837"/>
                    <a:pt x="37932" y="8793"/>
                    <a:pt x="38724" y="11063"/>
                  </a:cubicBezTo>
                  <a:cubicBezTo>
                    <a:pt x="39519" y="13337"/>
                    <a:pt x="39915" y="15824"/>
                    <a:pt x="39915" y="18531"/>
                  </a:cubicBezTo>
                  <a:lnTo>
                    <a:pt x="39915" y="48774"/>
                  </a:lnTo>
                  <a:close/>
                  <a:moveTo>
                    <a:pt x="17506" y="41587"/>
                  </a:moveTo>
                  <a:cubicBezTo>
                    <a:pt x="18686" y="41587"/>
                    <a:pt x="19776" y="41478"/>
                    <a:pt x="20774" y="41266"/>
                  </a:cubicBezTo>
                  <a:cubicBezTo>
                    <a:pt x="21771" y="41049"/>
                    <a:pt x="22712" y="40732"/>
                    <a:pt x="23597" y="40299"/>
                  </a:cubicBezTo>
                  <a:cubicBezTo>
                    <a:pt x="24482" y="39869"/>
                    <a:pt x="25341" y="39343"/>
                    <a:pt x="26163" y="38712"/>
                  </a:cubicBezTo>
                  <a:cubicBezTo>
                    <a:pt x="26989" y="38088"/>
                    <a:pt x="27825" y="37341"/>
                    <a:pt x="28662" y="36486"/>
                  </a:cubicBezTo>
                  <a:lnTo>
                    <a:pt x="28662" y="28470"/>
                  </a:lnTo>
                  <a:cubicBezTo>
                    <a:pt x="25300" y="28470"/>
                    <a:pt x="22492" y="28683"/>
                    <a:pt x="20236" y="29105"/>
                  </a:cubicBezTo>
                  <a:cubicBezTo>
                    <a:pt x="17980" y="29530"/>
                    <a:pt x="16169" y="30068"/>
                    <a:pt x="14794" y="30729"/>
                  </a:cubicBezTo>
                  <a:cubicBezTo>
                    <a:pt x="13427" y="31386"/>
                    <a:pt x="12452" y="32155"/>
                    <a:pt x="11877" y="33033"/>
                  </a:cubicBezTo>
                  <a:cubicBezTo>
                    <a:pt x="11302" y="33906"/>
                    <a:pt x="11018" y="34862"/>
                    <a:pt x="11018" y="35900"/>
                  </a:cubicBezTo>
                  <a:cubicBezTo>
                    <a:pt x="11018" y="37935"/>
                    <a:pt x="11616" y="39391"/>
                    <a:pt x="12811" y="40269"/>
                  </a:cubicBezTo>
                  <a:cubicBezTo>
                    <a:pt x="14010" y="41150"/>
                    <a:pt x="15575" y="41587"/>
                    <a:pt x="17506" y="4158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73" name="Google Shape;2073;p90"/>
            <p:cNvSpPr/>
            <p:nvPr/>
          </p:nvSpPr>
          <p:spPr>
            <a:xfrm>
              <a:off x="3110038" y="2625819"/>
              <a:ext cx="32632" cy="63287"/>
            </a:xfrm>
            <a:custGeom>
              <a:avLst/>
              <a:gdLst/>
              <a:ahLst/>
              <a:cxnLst/>
              <a:rect l="l" t="t" r="r" b="b"/>
              <a:pathLst>
                <a:path w="32632" h="63287" extrusionOk="0">
                  <a:moveTo>
                    <a:pt x="20075" y="63287"/>
                  </a:moveTo>
                  <a:cubicBezTo>
                    <a:pt x="15937" y="63287"/>
                    <a:pt x="12747" y="62115"/>
                    <a:pt x="10506" y="59763"/>
                  </a:cubicBezTo>
                  <a:cubicBezTo>
                    <a:pt x="8265" y="57414"/>
                    <a:pt x="7145" y="54173"/>
                    <a:pt x="7145" y="50032"/>
                  </a:cubicBezTo>
                  <a:lnTo>
                    <a:pt x="7145" y="23288"/>
                  </a:lnTo>
                  <a:lnTo>
                    <a:pt x="2286" y="23288"/>
                  </a:lnTo>
                  <a:cubicBezTo>
                    <a:pt x="1666" y="23288"/>
                    <a:pt x="1128" y="23086"/>
                    <a:pt x="680" y="22683"/>
                  </a:cubicBezTo>
                  <a:cubicBezTo>
                    <a:pt x="228" y="22279"/>
                    <a:pt x="0" y="21674"/>
                    <a:pt x="0" y="20864"/>
                  </a:cubicBezTo>
                  <a:lnTo>
                    <a:pt x="0" y="16287"/>
                  </a:lnTo>
                  <a:lnTo>
                    <a:pt x="7705" y="15028"/>
                  </a:lnTo>
                  <a:lnTo>
                    <a:pt x="10133" y="1960"/>
                  </a:lnTo>
                  <a:cubicBezTo>
                    <a:pt x="10256" y="1337"/>
                    <a:pt x="10544" y="855"/>
                    <a:pt x="10996" y="515"/>
                  </a:cubicBezTo>
                  <a:cubicBezTo>
                    <a:pt x="11444" y="172"/>
                    <a:pt x="12015" y="0"/>
                    <a:pt x="12699" y="0"/>
                  </a:cubicBezTo>
                  <a:lnTo>
                    <a:pt x="18675" y="0"/>
                  </a:lnTo>
                  <a:lnTo>
                    <a:pt x="18675" y="15073"/>
                  </a:lnTo>
                  <a:lnTo>
                    <a:pt x="31280" y="15073"/>
                  </a:lnTo>
                  <a:lnTo>
                    <a:pt x="31280" y="23288"/>
                  </a:lnTo>
                  <a:lnTo>
                    <a:pt x="18675" y="23288"/>
                  </a:lnTo>
                  <a:lnTo>
                    <a:pt x="18675" y="49237"/>
                  </a:lnTo>
                  <a:cubicBezTo>
                    <a:pt x="18675" y="50734"/>
                    <a:pt x="19052" y="51899"/>
                    <a:pt x="19795" y="52739"/>
                  </a:cubicBezTo>
                  <a:cubicBezTo>
                    <a:pt x="20542" y="53576"/>
                    <a:pt x="21539" y="54002"/>
                    <a:pt x="22787" y="54002"/>
                  </a:cubicBezTo>
                  <a:cubicBezTo>
                    <a:pt x="23500" y="54002"/>
                    <a:pt x="24098" y="53912"/>
                    <a:pt x="24580" y="53740"/>
                  </a:cubicBezTo>
                  <a:cubicBezTo>
                    <a:pt x="25065" y="53568"/>
                    <a:pt x="25483" y="53393"/>
                    <a:pt x="25842" y="53206"/>
                  </a:cubicBezTo>
                  <a:cubicBezTo>
                    <a:pt x="26201" y="53020"/>
                    <a:pt x="26522" y="52840"/>
                    <a:pt x="26798" y="52669"/>
                  </a:cubicBezTo>
                  <a:cubicBezTo>
                    <a:pt x="27078" y="52497"/>
                    <a:pt x="27358" y="52411"/>
                    <a:pt x="27638" y="52411"/>
                  </a:cubicBezTo>
                  <a:cubicBezTo>
                    <a:pt x="27982" y="52411"/>
                    <a:pt x="28258" y="52497"/>
                    <a:pt x="28479" y="52669"/>
                  </a:cubicBezTo>
                  <a:cubicBezTo>
                    <a:pt x="28699" y="52840"/>
                    <a:pt x="28931" y="53098"/>
                    <a:pt x="29181" y="53438"/>
                  </a:cubicBezTo>
                  <a:lnTo>
                    <a:pt x="32632" y="59038"/>
                  </a:lnTo>
                  <a:cubicBezTo>
                    <a:pt x="30955" y="60439"/>
                    <a:pt x="29024" y="61499"/>
                    <a:pt x="26847" y="62212"/>
                  </a:cubicBezTo>
                  <a:cubicBezTo>
                    <a:pt x="24669" y="62929"/>
                    <a:pt x="22410" y="63287"/>
                    <a:pt x="20075" y="6328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74" name="Google Shape;2074;p90"/>
            <p:cNvSpPr/>
            <p:nvPr/>
          </p:nvSpPr>
          <p:spPr>
            <a:xfrm>
              <a:off x="3147294" y="2639724"/>
              <a:ext cx="43747" cy="49334"/>
            </a:xfrm>
            <a:custGeom>
              <a:avLst/>
              <a:gdLst/>
              <a:ahLst/>
              <a:cxnLst/>
              <a:rect l="l" t="t" r="r" b="b"/>
              <a:pathLst>
                <a:path w="43747" h="49334" extrusionOk="0">
                  <a:moveTo>
                    <a:pt x="23018" y="0"/>
                  </a:moveTo>
                  <a:cubicBezTo>
                    <a:pt x="26033" y="0"/>
                    <a:pt x="28811" y="485"/>
                    <a:pt x="31351" y="1449"/>
                  </a:cubicBezTo>
                  <a:cubicBezTo>
                    <a:pt x="33887" y="2416"/>
                    <a:pt x="36072" y="3823"/>
                    <a:pt x="37910" y="5675"/>
                  </a:cubicBezTo>
                  <a:cubicBezTo>
                    <a:pt x="39743" y="7524"/>
                    <a:pt x="41178" y="9794"/>
                    <a:pt x="42205" y="12486"/>
                  </a:cubicBezTo>
                  <a:cubicBezTo>
                    <a:pt x="43232" y="15182"/>
                    <a:pt x="43747" y="18251"/>
                    <a:pt x="43747" y="21704"/>
                  </a:cubicBezTo>
                  <a:cubicBezTo>
                    <a:pt x="43747" y="22574"/>
                    <a:pt x="43706" y="23302"/>
                    <a:pt x="43628" y="23878"/>
                  </a:cubicBezTo>
                  <a:cubicBezTo>
                    <a:pt x="43553" y="24452"/>
                    <a:pt x="43411" y="24901"/>
                    <a:pt x="43209" y="25229"/>
                  </a:cubicBezTo>
                  <a:cubicBezTo>
                    <a:pt x="43004" y="25554"/>
                    <a:pt x="42735" y="25789"/>
                    <a:pt x="42392" y="25931"/>
                  </a:cubicBezTo>
                  <a:cubicBezTo>
                    <a:pt x="42048" y="26069"/>
                    <a:pt x="41611" y="26136"/>
                    <a:pt x="41084" y="26136"/>
                  </a:cubicBezTo>
                  <a:lnTo>
                    <a:pt x="11485" y="26136"/>
                  </a:lnTo>
                  <a:cubicBezTo>
                    <a:pt x="11829" y="31057"/>
                    <a:pt x="13151" y="34668"/>
                    <a:pt x="15451" y="36968"/>
                  </a:cubicBezTo>
                  <a:cubicBezTo>
                    <a:pt x="17760" y="39272"/>
                    <a:pt x="20807" y="40422"/>
                    <a:pt x="24606" y="40422"/>
                  </a:cubicBezTo>
                  <a:cubicBezTo>
                    <a:pt x="26473" y="40422"/>
                    <a:pt x="28083" y="40205"/>
                    <a:pt x="29435" y="39768"/>
                  </a:cubicBezTo>
                  <a:cubicBezTo>
                    <a:pt x="30791" y="39335"/>
                    <a:pt x="31971" y="38850"/>
                    <a:pt x="32987" y="38320"/>
                  </a:cubicBezTo>
                  <a:cubicBezTo>
                    <a:pt x="33995" y="37793"/>
                    <a:pt x="34881" y="37312"/>
                    <a:pt x="35646" y="36871"/>
                  </a:cubicBezTo>
                  <a:cubicBezTo>
                    <a:pt x="36408" y="36438"/>
                    <a:pt x="37148" y="36221"/>
                    <a:pt x="37861" y="36221"/>
                  </a:cubicBezTo>
                  <a:cubicBezTo>
                    <a:pt x="38328" y="36221"/>
                    <a:pt x="38735" y="36315"/>
                    <a:pt x="39079" y="36501"/>
                  </a:cubicBezTo>
                  <a:cubicBezTo>
                    <a:pt x="39419" y="36688"/>
                    <a:pt x="39714" y="36953"/>
                    <a:pt x="39964" y="37297"/>
                  </a:cubicBezTo>
                  <a:lnTo>
                    <a:pt x="43325" y="41497"/>
                  </a:lnTo>
                  <a:cubicBezTo>
                    <a:pt x="42048" y="42987"/>
                    <a:pt x="40617" y="44241"/>
                    <a:pt x="39030" y="45253"/>
                  </a:cubicBezTo>
                  <a:cubicBezTo>
                    <a:pt x="37443" y="46261"/>
                    <a:pt x="35788" y="47072"/>
                    <a:pt x="34059" y="47680"/>
                  </a:cubicBezTo>
                  <a:cubicBezTo>
                    <a:pt x="32330" y="48285"/>
                    <a:pt x="30570" y="48711"/>
                    <a:pt x="28785" y="48965"/>
                  </a:cubicBezTo>
                  <a:cubicBezTo>
                    <a:pt x="26992" y="49211"/>
                    <a:pt x="25256" y="49334"/>
                    <a:pt x="23575" y="49334"/>
                  </a:cubicBezTo>
                  <a:cubicBezTo>
                    <a:pt x="20247" y="49334"/>
                    <a:pt x="17147" y="48782"/>
                    <a:pt x="14286" y="47680"/>
                  </a:cubicBezTo>
                  <a:cubicBezTo>
                    <a:pt x="11421" y="46575"/>
                    <a:pt x="8930" y="44943"/>
                    <a:pt x="6816" y="42778"/>
                  </a:cubicBezTo>
                  <a:cubicBezTo>
                    <a:pt x="4699" y="40616"/>
                    <a:pt x="3033" y="37943"/>
                    <a:pt x="1823" y="34750"/>
                  </a:cubicBezTo>
                  <a:cubicBezTo>
                    <a:pt x="609" y="31562"/>
                    <a:pt x="0" y="27865"/>
                    <a:pt x="0" y="23665"/>
                  </a:cubicBezTo>
                  <a:cubicBezTo>
                    <a:pt x="0" y="20398"/>
                    <a:pt x="527" y="17325"/>
                    <a:pt x="1587" y="14450"/>
                  </a:cubicBezTo>
                  <a:cubicBezTo>
                    <a:pt x="2648" y="11571"/>
                    <a:pt x="4164" y="9066"/>
                    <a:pt x="6140" y="6934"/>
                  </a:cubicBezTo>
                  <a:cubicBezTo>
                    <a:pt x="8112" y="4805"/>
                    <a:pt x="10529" y="3114"/>
                    <a:pt x="13379" y="1867"/>
                  </a:cubicBezTo>
                  <a:cubicBezTo>
                    <a:pt x="16221" y="624"/>
                    <a:pt x="19437" y="0"/>
                    <a:pt x="23018" y="0"/>
                  </a:cubicBezTo>
                  <a:close/>
                  <a:moveTo>
                    <a:pt x="23250" y="8263"/>
                  </a:moveTo>
                  <a:cubicBezTo>
                    <a:pt x="19889" y="8263"/>
                    <a:pt x="17259" y="9211"/>
                    <a:pt x="15362" y="11112"/>
                  </a:cubicBezTo>
                  <a:cubicBezTo>
                    <a:pt x="13461" y="13008"/>
                    <a:pt x="12247" y="15704"/>
                    <a:pt x="11717" y="19184"/>
                  </a:cubicBezTo>
                  <a:lnTo>
                    <a:pt x="33379" y="19184"/>
                  </a:lnTo>
                  <a:cubicBezTo>
                    <a:pt x="33379" y="17694"/>
                    <a:pt x="33177" y="16287"/>
                    <a:pt x="32774" y="14961"/>
                  </a:cubicBezTo>
                  <a:cubicBezTo>
                    <a:pt x="32371" y="13640"/>
                    <a:pt x="31747" y="12478"/>
                    <a:pt x="30907" y="11485"/>
                  </a:cubicBezTo>
                  <a:cubicBezTo>
                    <a:pt x="30066" y="10488"/>
                    <a:pt x="29006" y="9704"/>
                    <a:pt x="27732" y="9129"/>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75" name="Google Shape;2075;p90"/>
            <p:cNvSpPr/>
            <p:nvPr/>
          </p:nvSpPr>
          <p:spPr>
            <a:xfrm>
              <a:off x="3197111" y="2619005"/>
              <a:ext cx="44068" cy="70052"/>
            </a:xfrm>
            <a:custGeom>
              <a:avLst/>
              <a:gdLst/>
              <a:ahLst/>
              <a:cxnLst/>
              <a:rect l="l" t="t" r="r" b="b"/>
              <a:pathLst>
                <a:path w="44068" h="70052" extrusionOk="0">
                  <a:moveTo>
                    <a:pt x="37021" y="69355"/>
                  </a:moveTo>
                  <a:cubicBezTo>
                    <a:pt x="35527" y="69355"/>
                    <a:pt x="34548" y="68653"/>
                    <a:pt x="34081" y="67253"/>
                  </a:cubicBezTo>
                  <a:lnTo>
                    <a:pt x="33148" y="62634"/>
                  </a:lnTo>
                  <a:cubicBezTo>
                    <a:pt x="32150" y="63754"/>
                    <a:pt x="31108" y="64762"/>
                    <a:pt x="30018" y="65669"/>
                  </a:cubicBezTo>
                  <a:cubicBezTo>
                    <a:pt x="28927" y="66569"/>
                    <a:pt x="27751" y="67350"/>
                    <a:pt x="26492" y="68003"/>
                  </a:cubicBezTo>
                  <a:cubicBezTo>
                    <a:pt x="25229" y="68653"/>
                    <a:pt x="23877" y="69160"/>
                    <a:pt x="22428" y="69519"/>
                  </a:cubicBezTo>
                  <a:cubicBezTo>
                    <a:pt x="20983" y="69874"/>
                    <a:pt x="19422" y="70053"/>
                    <a:pt x="17741" y="70053"/>
                  </a:cubicBezTo>
                  <a:cubicBezTo>
                    <a:pt x="15123" y="70053"/>
                    <a:pt x="12729" y="69511"/>
                    <a:pt x="10551" y="68421"/>
                  </a:cubicBezTo>
                  <a:cubicBezTo>
                    <a:pt x="8370" y="67331"/>
                    <a:pt x="6495" y="65752"/>
                    <a:pt x="4923" y="63683"/>
                  </a:cubicBezTo>
                  <a:cubicBezTo>
                    <a:pt x="3350" y="61615"/>
                    <a:pt x="2136" y="59057"/>
                    <a:pt x="1281" y="56007"/>
                  </a:cubicBezTo>
                  <a:cubicBezTo>
                    <a:pt x="426" y="52956"/>
                    <a:pt x="0" y="49472"/>
                    <a:pt x="0" y="45552"/>
                  </a:cubicBezTo>
                  <a:cubicBezTo>
                    <a:pt x="0" y="42005"/>
                    <a:pt x="478" y="38708"/>
                    <a:pt x="1445" y="35654"/>
                  </a:cubicBezTo>
                  <a:cubicBezTo>
                    <a:pt x="2409" y="32607"/>
                    <a:pt x="3795" y="29963"/>
                    <a:pt x="5602" y="27719"/>
                  </a:cubicBezTo>
                  <a:cubicBezTo>
                    <a:pt x="7406" y="25483"/>
                    <a:pt x="9569" y="23732"/>
                    <a:pt x="12090" y="22470"/>
                  </a:cubicBezTo>
                  <a:cubicBezTo>
                    <a:pt x="14611" y="21212"/>
                    <a:pt x="17442" y="20580"/>
                    <a:pt x="20587" y="20580"/>
                  </a:cubicBezTo>
                  <a:cubicBezTo>
                    <a:pt x="23261" y="20580"/>
                    <a:pt x="25551" y="21010"/>
                    <a:pt x="27448" y="21865"/>
                  </a:cubicBezTo>
                  <a:cubicBezTo>
                    <a:pt x="29349" y="22724"/>
                    <a:pt x="31045" y="23862"/>
                    <a:pt x="32535" y="25296"/>
                  </a:cubicBezTo>
                  <a:lnTo>
                    <a:pt x="32535" y="0"/>
                  </a:lnTo>
                  <a:lnTo>
                    <a:pt x="44068" y="0"/>
                  </a:lnTo>
                  <a:lnTo>
                    <a:pt x="44068" y="69355"/>
                  </a:lnTo>
                  <a:lnTo>
                    <a:pt x="37021" y="69355"/>
                  </a:lnTo>
                  <a:close/>
                  <a:moveTo>
                    <a:pt x="21659" y="60905"/>
                  </a:moveTo>
                  <a:cubicBezTo>
                    <a:pt x="24057" y="60905"/>
                    <a:pt x="26096" y="60409"/>
                    <a:pt x="27777" y="59415"/>
                  </a:cubicBezTo>
                  <a:cubicBezTo>
                    <a:pt x="29457" y="58419"/>
                    <a:pt x="31045" y="57000"/>
                    <a:pt x="32535" y="55166"/>
                  </a:cubicBezTo>
                  <a:lnTo>
                    <a:pt x="32535" y="33697"/>
                  </a:lnTo>
                  <a:cubicBezTo>
                    <a:pt x="31232" y="32110"/>
                    <a:pt x="29808" y="30986"/>
                    <a:pt x="28266" y="30337"/>
                  </a:cubicBezTo>
                  <a:cubicBezTo>
                    <a:pt x="26727" y="29683"/>
                    <a:pt x="25065" y="29355"/>
                    <a:pt x="23295" y="29355"/>
                  </a:cubicBezTo>
                  <a:cubicBezTo>
                    <a:pt x="21551" y="29355"/>
                    <a:pt x="19971" y="29683"/>
                    <a:pt x="18555" y="30337"/>
                  </a:cubicBezTo>
                  <a:cubicBezTo>
                    <a:pt x="17136" y="30986"/>
                    <a:pt x="15941" y="31976"/>
                    <a:pt x="14958" y="33301"/>
                  </a:cubicBezTo>
                  <a:cubicBezTo>
                    <a:pt x="13980" y="34623"/>
                    <a:pt x="13225" y="36303"/>
                    <a:pt x="12695" y="38338"/>
                  </a:cubicBezTo>
                  <a:cubicBezTo>
                    <a:pt x="12165" y="40377"/>
                    <a:pt x="11903" y="42785"/>
                    <a:pt x="11903" y="45552"/>
                  </a:cubicBezTo>
                  <a:cubicBezTo>
                    <a:pt x="11903" y="48352"/>
                    <a:pt x="12131" y="50727"/>
                    <a:pt x="12579" y="52668"/>
                  </a:cubicBezTo>
                  <a:cubicBezTo>
                    <a:pt x="13031" y="54614"/>
                    <a:pt x="13677" y="56201"/>
                    <a:pt x="14518" y="57429"/>
                  </a:cubicBezTo>
                  <a:cubicBezTo>
                    <a:pt x="15358" y="58661"/>
                    <a:pt x="16385" y="59546"/>
                    <a:pt x="17595" y="60087"/>
                  </a:cubicBezTo>
                  <a:cubicBezTo>
                    <a:pt x="18813" y="60636"/>
                    <a:pt x="20165" y="60905"/>
                    <a:pt x="21659" y="60905"/>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76" name="Google Shape;2076;p90"/>
            <p:cNvSpPr/>
            <p:nvPr/>
          </p:nvSpPr>
          <p:spPr>
            <a:xfrm>
              <a:off x="2918152" y="2721684"/>
              <a:ext cx="48180" cy="67487"/>
            </a:xfrm>
            <a:custGeom>
              <a:avLst/>
              <a:gdLst/>
              <a:ahLst/>
              <a:cxnLst/>
              <a:rect l="l" t="t" r="r" b="b"/>
              <a:pathLst>
                <a:path w="48180" h="67487" extrusionOk="0">
                  <a:moveTo>
                    <a:pt x="12557" y="43734"/>
                  </a:moveTo>
                  <a:lnTo>
                    <a:pt x="12557" y="67488"/>
                  </a:lnTo>
                  <a:lnTo>
                    <a:pt x="0" y="67488"/>
                  </a:lnTo>
                  <a:lnTo>
                    <a:pt x="0" y="0"/>
                  </a:lnTo>
                  <a:lnTo>
                    <a:pt x="21991" y="0"/>
                  </a:lnTo>
                  <a:cubicBezTo>
                    <a:pt x="26503" y="0"/>
                    <a:pt x="30410" y="526"/>
                    <a:pt x="33708" y="1583"/>
                  </a:cubicBezTo>
                  <a:cubicBezTo>
                    <a:pt x="37006" y="2647"/>
                    <a:pt x="39732" y="4122"/>
                    <a:pt x="41880" y="6019"/>
                  </a:cubicBezTo>
                  <a:cubicBezTo>
                    <a:pt x="44024" y="7919"/>
                    <a:pt x="45615" y="10189"/>
                    <a:pt x="46638" y="12833"/>
                  </a:cubicBezTo>
                  <a:cubicBezTo>
                    <a:pt x="47669" y="15480"/>
                    <a:pt x="48181" y="18374"/>
                    <a:pt x="48181" y="21514"/>
                  </a:cubicBezTo>
                  <a:cubicBezTo>
                    <a:pt x="48181" y="24781"/>
                    <a:pt x="47635" y="27775"/>
                    <a:pt x="46548" y="30501"/>
                  </a:cubicBezTo>
                  <a:cubicBezTo>
                    <a:pt x="45458" y="33223"/>
                    <a:pt x="43822" y="35564"/>
                    <a:pt x="41645" y="37521"/>
                  </a:cubicBezTo>
                  <a:cubicBezTo>
                    <a:pt x="39463" y="39485"/>
                    <a:pt x="36744" y="41008"/>
                    <a:pt x="33476" y="42098"/>
                  </a:cubicBezTo>
                  <a:cubicBezTo>
                    <a:pt x="30208" y="43188"/>
                    <a:pt x="26380" y="43734"/>
                    <a:pt x="21991" y="43734"/>
                  </a:cubicBezTo>
                  <a:lnTo>
                    <a:pt x="12557" y="43734"/>
                  </a:lnTo>
                  <a:close/>
                  <a:moveTo>
                    <a:pt x="12557" y="33932"/>
                  </a:moveTo>
                  <a:lnTo>
                    <a:pt x="21991" y="33932"/>
                  </a:lnTo>
                  <a:cubicBezTo>
                    <a:pt x="24292" y="33932"/>
                    <a:pt x="26301" y="33641"/>
                    <a:pt x="28012" y="33066"/>
                  </a:cubicBezTo>
                  <a:cubicBezTo>
                    <a:pt x="29723" y="32491"/>
                    <a:pt x="31142" y="31666"/>
                    <a:pt x="32262" y="30594"/>
                  </a:cubicBezTo>
                  <a:cubicBezTo>
                    <a:pt x="33383" y="29519"/>
                    <a:pt x="34219" y="28212"/>
                    <a:pt x="34783" y="26670"/>
                  </a:cubicBezTo>
                  <a:cubicBezTo>
                    <a:pt x="35344" y="25132"/>
                    <a:pt x="35620" y="23414"/>
                    <a:pt x="35620" y="21514"/>
                  </a:cubicBezTo>
                  <a:cubicBezTo>
                    <a:pt x="35620" y="19711"/>
                    <a:pt x="35344" y="18075"/>
                    <a:pt x="34783" y="16615"/>
                  </a:cubicBezTo>
                  <a:cubicBezTo>
                    <a:pt x="34219" y="15152"/>
                    <a:pt x="33383" y="13908"/>
                    <a:pt x="32262" y="12881"/>
                  </a:cubicBezTo>
                  <a:cubicBezTo>
                    <a:pt x="31142" y="11851"/>
                    <a:pt x="29723" y="11067"/>
                    <a:pt x="28012" y="10525"/>
                  </a:cubicBezTo>
                  <a:cubicBezTo>
                    <a:pt x="26301" y="9977"/>
                    <a:pt x="24292" y="9708"/>
                    <a:pt x="21991" y="9708"/>
                  </a:cubicBezTo>
                  <a:lnTo>
                    <a:pt x="12557" y="9708"/>
                  </a:lnTo>
                  <a:lnTo>
                    <a:pt x="12557" y="33932"/>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77" name="Google Shape;2077;p90"/>
            <p:cNvSpPr/>
            <p:nvPr/>
          </p:nvSpPr>
          <p:spPr>
            <a:xfrm>
              <a:off x="2975438" y="2740397"/>
              <a:ext cx="30533" cy="48774"/>
            </a:xfrm>
            <a:custGeom>
              <a:avLst/>
              <a:gdLst/>
              <a:ahLst/>
              <a:cxnLst/>
              <a:rect l="l" t="t" r="r" b="b"/>
              <a:pathLst>
                <a:path w="30533" h="48774" extrusionOk="0">
                  <a:moveTo>
                    <a:pt x="0" y="48774"/>
                  </a:moveTo>
                  <a:lnTo>
                    <a:pt x="0" y="889"/>
                  </a:lnTo>
                  <a:lnTo>
                    <a:pt x="6768" y="889"/>
                  </a:lnTo>
                  <a:cubicBezTo>
                    <a:pt x="7952" y="889"/>
                    <a:pt x="8777" y="1105"/>
                    <a:pt x="9244" y="1538"/>
                  </a:cubicBezTo>
                  <a:cubicBezTo>
                    <a:pt x="9711" y="1979"/>
                    <a:pt x="10021" y="2726"/>
                    <a:pt x="10178" y="3782"/>
                  </a:cubicBezTo>
                  <a:lnTo>
                    <a:pt x="10876" y="9570"/>
                  </a:lnTo>
                  <a:cubicBezTo>
                    <a:pt x="12587" y="6612"/>
                    <a:pt x="14596" y="4279"/>
                    <a:pt x="16897" y="2569"/>
                  </a:cubicBezTo>
                  <a:cubicBezTo>
                    <a:pt x="19205" y="859"/>
                    <a:pt x="21786" y="0"/>
                    <a:pt x="24651" y="0"/>
                  </a:cubicBezTo>
                  <a:cubicBezTo>
                    <a:pt x="27011" y="0"/>
                    <a:pt x="28976" y="545"/>
                    <a:pt x="30533" y="1635"/>
                  </a:cubicBezTo>
                  <a:lnTo>
                    <a:pt x="29035" y="10268"/>
                  </a:lnTo>
                  <a:cubicBezTo>
                    <a:pt x="28946" y="10832"/>
                    <a:pt x="28740" y="11224"/>
                    <a:pt x="28430" y="11459"/>
                  </a:cubicBezTo>
                  <a:cubicBezTo>
                    <a:pt x="28117" y="11690"/>
                    <a:pt x="27698" y="11806"/>
                    <a:pt x="27168" y="11806"/>
                  </a:cubicBezTo>
                  <a:cubicBezTo>
                    <a:pt x="26701" y="11806"/>
                    <a:pt x="26062" y="11702"/>
                    <a:pt x="25256" y="11485"/>
                  </a:cubicBezTo>
                  <a:cubicBezTo>
                    <a:pt x="24445" y="11265"/>
                    <a:pt x="23373" y="11157"/>
                    <a:pt x="22032" y="11157"/>
                  </a:cubicBezTo>
                  <a:cubicBezTo>
                    <a:pt x="19638" y="11157"/>
                    <a:pt x="17584" y="11817"/>
                    <a:pt x="15873" y="13139"/>
                  </a:cubicBezTo>
                  <a:cubicBezTo>
                    <a:pt x="14159" y="14461"/>
                    <a:pt x="12710" y="16399"/>
                    <a:pt x="11530" y="18953"/>
                  </a:cubicBezTo>
                  <a:lnTo>
                    <a:pt x="11530" y="48774"/>
                  </a:lnTo>
                  <a:lnTo>
                    <a:pt x="0" y="48774"/>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78" name="Google Shape;2078;p90"/>
            <p:cNvSpPr/>
            <p:nvPr/>
          </p:nvSpPr>
          <p:spPr>
            <a:xfrm>
              <a:off x="3010263" y="2740535"/>
              <a:ext cx="47388" cy="49334"/>
            </a:xfrm>
            <a:custGeom>
              <a:avLst/>
              <a:gdLst/>
              <a:ahLst/>
              <a:cxnLst/>
              <a:rect l="l" t="t" r="r" b="b"/>
              <a:pathLst>
                <a:path w="47388" h="49334" extrusionOk="0">
                  <a:moveTo>
                    <a:pt x="23762" y="0"/>
                  </a:moveTo>
                  <a:cubicBezTo>
                    <a:pt x="27340" y="0"/>
                    <a:pt x="30589" y="579"/>
                    <a:pt x="33499" y="1729"/>
                  </a:cubicBezTo>
                  <a:cubicBezTo>
                    <a:pt x="36408" y="2882"/>
                    <a:pt x="38888" y="4514"/>
                    <a:pt x="40942" y="6631"/>
                  </a:cubicBezTo>
                  <a:cubicBezTo>
                    <a:pt x="43000" y="8745"/>
                    <a:pt x="44588" y="11332"/>
                    <a:pt x="45704" y="14379"/>
                  </a:cubicBezTo>
                  <a:cubicBezTo>
                    <a:pt x="46825" y="17425"/>
                    <a:pt x="47389" y="20838"/>
                    <a:pt x="47389" y="24598"/>
                  </a:cubicBezTo>
                  <a:cubicBezTo>
                    <a:pt x="47389" y="28395"/>
                    <a:pt x="46825" y="31819"/>
                    <a:pt x="45704" y="34866"/>
                  </a:cubicBezTo>
                  <a:cubicBezTo>
                    <a:pt x="44588" y="37916"/>
                    <a:pt x="43000" y="40515"/>
                    <a:pt x="40942" y="42662"/>
                  </a:cubicBezTo>
                  <a:cubicBezTo>
                    <a:pt x="38888" y="44805"/>
                    <a:pt x="36408" y="46459"/>
                    <a:pt x="33499" y="47606"/>
                  </a:cubicBezTo>
                  <a:cubicBezTo>
                    <a:pt x="30589" y="48759"/>
                    <a:pt x="27340" y="49334"/>
                    <a:pt x="23762" y="49334"/>
                  </a:cubicBezTo>
                  <a:cubicBezTo>
                    <a:pt x="20184" y="49334"/>
                    <a:pt x="16930" y="48759"/>
                    <a:pt x="14006" y="47606"/>
                  </a:cubicBezTo>
                  <a:cubicBezTo>
                    <a:pt x="11082" y="46459"/>
                    <a:pt x="8583" y="44805"/>
                    <a:pt x="6510" y="42662"/>
                  </a:cubicBezTo>
                  <a:cubicBezTo>
                    <a:pt x="4445" y="40515"/>
                    <a:pt x="2839" y="37916"/>
                    <a:pt x="1703" y="34866"/>
                  </a:cubicBezTo>
                  <a:cubicBezTo>
                    <a:pt x="568" y="31819"/>
                    <a:pt x="0" y="28395"/>
                    <a:pt x="0" y="24598"/>
                  </a:cubicBezTo>
                  <a:cubicBezTo>
                    <a:pt x="0" y="20838"/>
                    <a:pt x="568" y="17425"/>
                    <a:pt x="1703" y="14379"/>
                  </a:cubicBezTo>
                  <a:cubicBezTo>
                    <a:pt x="2839" y="11332"/>
                    <a:pt x="4445" y="8745"/>
                    <a:pt x="6510" y="6631"/>
                  </a:cubicBezTo>
                  <a:cubicBezTo>
                    <a:pt x="8583" y="4514"/>
                    <a:pt x="11082" y="2882"/>
                    <a:pt x="14006" y="1729"/>
                  </a:cubicBezTo>
                  <a:cubicBezTo>
                    <a:pt x="16930" y="579"/>
                    <a:pt x="20184" y="0"/>
                    <a:pt x="23762" y="0"/>
                  </a:cubicBezTo>
                  <a:close/>
                  <a:moveTo>
                    <a:pt x="23762" y="40467"/>
                  </a:moveTo>
                  <a:cubicBezTo>
                    <a:pt x="27747" y="40467"/>
                    <a:pt x="30697" y="39130"/>
                    <a:pt x="32613" y="36453"/>
                  </a:cubicBezTo>
                  <a:cubicBezTo>
                    <a:pt x="34522" y="33776"/>
                    <a:pt x="35482" y="29859"/>
                    <a:pt x="35482" y="24695"/>
                  </a:cubicBezTo>
                  <a:cubicBezTo>
                    <a:pt x="35482" y="19528"/>
                    <a:pt x="34522" y="15592"/>
                    <a:pt x="32613" y="12885"/>
                  </a:cubicBezTo>
                  <a:cubicBezTo>
                    <a:pt x="30697" y="10178"/>
                    <a:pt x="27747" y="8827"/>
                    <a:pt x="23762" y="8827"/>
                  </a:cubicBezTo>
                  <a:cubicBezTo>
                    <a:pt x="19717" y="8827"/>
                    <a:pt x="16729" y="10186"/>
                    <a:pt x="14798" y="12908"/>
                  </a:cubicBezTo>
                  <a:cubicBezTo>
                    <a:pt x="12867" y="15630"/>
                    <a:pt x="11907" y="19561"/>
                    <a:pt x="11907" y="24695"/>
                  </a:cubicBezTo>
                  <a:cubicBezTo>
                    <a:pt x="11907" y="29829"/>
                    <a:pt x="12867" y="33742"/>
                    <a:pt x="14798" y="36430"/>
                  </a:cubicBezTo>
                  <a:cubicBezTo>
                    <a:pt x="16729" y="39122"/>
                    <a:pt x="19717" y="40467"/>
                    <a:pt x="23762" y="4046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79" name="Google Shape;2079;p90"/>
            <p:cNvSpPr/>
            <p:nvPr/>
          </p:nvSpPr>
          <p:spPr>
            <a:xfrm>
              <a:off x="3063348" y="2719817"/>
              <a:ext cx="44072" cy="70052"/>
            </a:xfrm>
            <a:custGeom>
              <a:avLst/>
              <a:gdLst/>
              <a:ahLst/>
              <a:cxnLst/>
              <a:rect l="l" t="t" r="r" b="b"/>
              <a:pathLst>
                <a:path w="44072" h="70052" extrusionOk="0">
                  <a:moveTo>
                    <a:pt x="37021" y="69355"/>
                  </a:moveTo>
                  <a:cubicBezTo>
                    <a:pt x="35530" y="69355"/>
                    <a:pt x="34548" y="68653"/>
                    <a:pt x="34081" y="67253"/>
                  </a:cubicBezTo>
                  <a:lnTo>
                    <a:pt x="33148" y="62634"/>
                  </a:lnTo>
                  <a:cubicBezTo>
                    <a:pt x="32150" y="63754"/>
                    <a:pt x="31108" y="64762"/>
                    <a:pt x="30018" y="65669"/>
                  </a:cubicBezTo>
                  <a:cubicBezTo>
                    <a:pt x="28927" y="66569"/>
                    <a:pt x="27754" y="67350"/>
                    <a:pt x="26496" y="68003"/>
                  </a:cubicBezTo>
                  <a:cubicBezTo>
                    <a:pt x="25233" y="68653"/>
                    <a:pt x="23881" y="69160"/>
                    <a:pt x="22432" y="69519"/>
                  </a:cubicBezTo>
                  <a:cubicBezTo>
                    <a:pt x="20983" y="69874"/>
                    <a:pt x="19422" y="70053"/>
                    <a:pt x="17741" y="70053"/>
                  </a:cubicBezTo>
                  <a:cubicBezTo>
                    <a:pt x="15126" y="70053"/>
                    <a:pt x="12729" y="69511"/>
                    <a:pt x="10551" y="68421"/>
                  </a:cubicBezTo>
                  <a:cubicBezTo>
                    <a:pt x="8370" y="67331"/>
                    <a:pt x="6495" y="65752"/>
                    <a:pt x="4923" y="63683"/>
                  </a:cubicBezTo>
                  <a:cubicBezTo>
                    <a:pt x="3354" y="61615"/>
                    <a:pt x="2136" y="59057"/>
                    <a:pt x="1285" y="56007"/>
                  </a:cubicBezTo>
                  <a:cubicBezTo>
                    <a:pt x="426" y="52956"/>
                    <a:pt x="0" y="49472"/>
                    <a:pt x="0" y="45552"/>
                  </a:cubicBezTo>
                  <a:cubicBezTo>
                    <a:pt x="0" y="42005"/>
                    <a:pt x="482" y="38708"/>
                    <a:pt x="1449" y="35654"/>
                  </a:cubicBezTo>
                  <a:cubicBezTo>
                    <a:pt x="2413" y="32607"/>
                    <a:pt x="3798" y="29963"/>
                    <a:pt x="5602" y="27719"/>
                  </a:cubicBezTo>
                  <a:cubicBezTo>
                    <a:pt x="7406" y="25483"/>
                    <a:pt x="9573" y="23732"/>
                    <a:pt x="12090" y="22470"/>
                  </a:cubicBezTo>
                  <a:cubicBezTo>
                    <a:pt x="14611" y="21212"/>
                    <a:pt x="17446" y="20580"/>
                    <a:pt x="20591" y="20580"/>
                  </a:cubicBezTo>
                  <a:cubicBezTo>
                    <a:pt x="23265" y="20580"/>
                    <a:pt x="25554" y="21010"/>
                    <a:pt x="27452" y="21865"/>
                  </a:cubicBezTo>
                  <a:cubicBezTo>
                    <a:pt x="29349" y="22724"/>
                    <a:pt x="31049" y="23862"/>
                    <a:pt x="32539" y="25296"/>
                  </a:cubicBezTo>
                  <a:lnTo>
                    <a:pt x="32539" y="0"/>
                  </a:lnTo>
                  <a:lnTo>
                    <a:pt x="44072" y="0"/>
                  </a:lnTo>
                  <a:lnTo>
                    <a:pt x="44072" y="69355"/>
                  </a:lnTo>
                  <a:lnTo>
                    <a:pt x="37021" y="69355"/>
                  </a:lnTo>
                  <a:close/>
                  <a:moveTo>
                    <a:pt x="21663" y="60905"/>
                  </a:moveTo>
                  <a:cubicBezTo>
                    <a:pt x="24057" y="60905"/>
                    <a:pt x="26096" y="60409"/>
                    <a:pt x="27780" y="59415"/>
                  </a:cubicBezTo>
                  <a:cubicBezTo>
                    <a:pt x="29461" y="58419"/>
                    <a:pt x="31049" y="57000"/>
                    <a:pt x="32539" y="55166"/>
                  </a:cubicBezTo>
                  <a:lnTo>
                    <a:pt x="32539" y="33697"/>
                  </a:lnTo>
                  <a:cubicBezTo>
                    <a:pt x="31232" y="32110"/>
                    <a:pt x="29812" y="30986"/>
                    <a:pt x="28266" y="30337"/>
                  </a:cubicBezTo>
                  <a:cubicBezTo>
                    <a:pt x="26727" y="29683"/>
                    <a:pt x="25069" y="29355"/>
                    <a:pt x="23295" y="29355"/>
                  </a:cubicBezTo>
                  <a:cubicBezTo>
                    <a:pt x="21554" y="29355"/>
                    <a:pt x="19974" y="29683"/>
                    <a:pt x="18559" y="30337"/>
                  </a:cubicBezTo>
                  <a:cubicBezTo>
                    <a:pt x="17140" y="30986"/>
                    <a:pt x="15944" y="31976"/>
                    <a:pt x="14962" y="33301"/>
                  </a:cubicBezTo>
                  <a:cubicBezTo>
                    <a:pt x="13980" y="34623"/>
                    <a:pt x="13225" y="36303"/>
                    <a:pt x="12695" y="38338"/>
                  </a:cubicBezTo>
                  <a:cubicBezTo>
                    <a:pt x="12168" y="40377"/>
                    <a:pt x="11907" y="42785"/>
                    <a:pt x="11907" y="45552"/>
                  </a:cubicBezTo>
                  <a:cubicBezTo>
                    <a:pt x="11907" y="48352"/>
                    <a:pt x="12131" y="50727"/>
                    <a:pt x="12579" y="52668"/>
                  </a:cubicBezTo>
                  <a:cubicBezTo>
                    <a:pt x="13031" y="54614"/>
                    <a:pt x="13677" y="56201"/>
                    <a:pt x="14521" y="57429"/>
                  </a:cubicBezTo>
                  <a:cubicBezTo>
                    <a:pt x="15358" y="58661"/>
                    <a:pt x="16389" y="59546"/>
                    <a:pt x="17599" y="60087"/>
                  </a:cubicBezTo>
                  <a:cubicBezTo>
                    <a:pt x="18813" y="60636"/>
                    <a:pt x="20165" y="60905"/>
                    <a:pt x="21663" y="60905"/>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80" name="Google Shape;2080;p90"/>
            <p:cNvSpPr/>
            <p:nvPr/>
          </p:nvSpPr>
          <p:spPr>
            <a:xfrm>
              <a:off x="3118905" y="2741286"/>
              <a:ext cx="41737" cy="48632"/>
            </a:xfrm>
            <a:custGeom>
              <a:avLst/>
              <a:gdLst/>
              <a:ahLst/>
              <a:cxnLst/>
              <a:rect l="l" t="t" r="r" b="b"/>
              <a:pathLst>
                <a:path w="41737" h="48632" extrusionOk="0">
                  <a:moveTo>
                    <a:pt x="11530" y="0"/>
                  </a:moveTo>
                  <a:lnTo>
                    <a:pt x="11530" y="30430"/>
                  </a:lnTo>
                  <a:cubicBezTo>
                    <a:pt x="11530" y="33354"/>
                    <a:pt x="12209" y="35620"/>
                    <a:pt x="13562" y="37218"/>
                  </a:cubicBezTo>
                  <a:cubicBezTo>
                    <a:pt x="14914" y="38824"/>
                    <a:pt x="16945" y="39623"/>
                    <a:pt x="19657" y="39623"/>
                  </a:cubicBezTo>
                  <a:cubicBezTo>
                    <a:pt x="21648" y="39623"/>
                    <a:pt x="23515" y="39182"/>
                    <a:pt x="25259" y="38293"/>
                  </a:cubicBezTo>
                  <a:cubicBezTo>
                    <a:pt x="27000" y="37405"/>
                    <a:pt x="28651" y="36188"/>
                    <a:pt x="30204" y="34631"/>
                  </a:cubicBezTo>
                  <a:lnTo>
                    <a:pt x="30204" y="0"/>
                  </a:lnTo>
                  <a:lnTo>
                    <a:pt x="41738" y="0"/>
                  </a:lnTo>
                  <a:lnTo>
                    <a:pt x="41738" y="47885"/>
                  </a:lnTo>
                  <a:lnTo>
                    <a:pt x="34686" y="47885"/>
                  </a:lnTo>
                  <a:cubicBezTo>
                    <a:pt x="33196" y="47885"/>
                    <a:pt x="32214" y="47184"/>
                    <a:pt x="31747" y="45783"/>
                  </a:cubicBezTo>
                  <a:lnTo>
                    <a:pt x="30951" y="41956"/>
                  </a:lnTo>
                  <a:cubicBezTo>
                    <a:pt x="29958" y="42957"/>
                    <a:pt x="28927" y="43864"/>
                    <a:pt x="27870" y="44686"/>
                  </a:cubicBezTo>
                  <a:cubicBezTo>
                    <a:pt x="26813" y="45511"/>
                    <a:pt x="25685" y="46213"/>
                    <a:pt x="24486" y="46788"/>
                  </a:cubicBezTo>
                  <a:cubicBezTo>
                    <a:pt x="23287" y="47363"/>
                    <a:pt x="21999" y="47815"/>
                    <a:pt x="20613" y="48139"/>
                  </a:cubicBezTo>
                  <a:cubicBezTo>
                    <a:pt x="19227" y="48468"/>
                    <a:pt x="17741" y="48632"/>
                    <a:pt x="16154" y="48632"/>
                  </a:cubicBezTo>
                  <a:cubicBezTo>
                    <a:pt x="13539" y="48632"/>
                    <a:pt x="11227" y="48188"/>
                    <a:pt x="9222" y="47303"/>
                  </a:cubicBezTo>
                  <a:cubicBezTo>
                    <a:pt x="7212" y="46414"/>
                    <a:pt x="5524" y="45160"/>
                    <a:pt x="4153" y="43547"/>
                  </a:cubicBezTo>
                  <a:cubicBezTo>
                    <a:pt x="2783" y="41926"/>
                    <a:pt x="1752" y="40004"/>
                    <a:pt x="1050" y="37782"/>
                  </a:cubicBezTo>
                  <a:cubicBezTo>
                    <a:pt x="351" y="35557"/>
                    <a:pt x="0" y="33107"/>
                    <a:pt x="0" y="30430"/>
                  </a:cubicBezTo>
                  <a:lnTo>
                    <a:pt x="0" y="0"/>
                  </a:lnTo>
                  <a:lnTo>
                    <a:pt x="11530"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81" name="Google Shape;2081;p90"/>
            <p:cNvSpPr/>
            <p:nvPr/>
          </p:nvSpPr>
          <p:spPr>
            <a:xfrm>
              <a:off x="3169745" y="2740535"/>
              <a:ext cx="40385" cy="49334"/>
            </a:xfrm>
            <a:custGeom>
              <a:avLst/>
              <a:gdLst/>
              <a:ahLst/>
              <a:cxnLst/>
              <a:rect l="l" t="t" r="r" b="b"/>
              <a:pathLst>
                <a:path w="40385" h="49334" extrusionOk="0">
                  <a:moveTo>
                    <a:pt x="36882" y="10880"/>
                  </a:moveTo>
                  <a:cubicBezTo>
                    <a:pt x="36543" y="11313"/>
                    <a:pt x="36210" y="11657"/>
                    <a:pt x="35882" y="11903"/>
                  </a:cubicBezTo>
                  <a:cubicBezTo>
                    <a:pt x="35557" y="12153"/>
                    <a:pt x="35079" y="12280"/>
                    <a:pt x="34459" y="12280"/>
                  </a:cubicBezTo>
                  <a:cubicBezTo>
                    <a:pt x="33868" y="12280"/>
                    <a:pt x="33290" y="12101"/>
                    <a:pt x="32729" y="11743"/>
                  </a:cubicBezTo>
                  <a:cubicBezTo>
                    <a:pt x="32173" y="11384"/>
                    <a:pt x="31500" y="10981"/>
                    <a:pt x="30724" y="10529"/>
                  </a:cubicBezTo>
                  <a:cubicBezTo>
                    <a:pt x="29943" y="10077"/>
                    <a:pt x="29020" y="9670"/>
                    <a:pt x="27945" y="9316"/>
                  </a:cubicBezTo>
                  <a:cubicBezTo>
                    <a:pt x="26873" y="8957"/>
                    <a:pt x="25539" y="8778"/>
                    <a:pt x="23952" y="8778"/>
                  </a:cubicBezTo>
                  <a:cubicBezTo>
                    <a:pt x="21928" y="8778"/>
                    <a:pt x="20157" y="9144"/>
                    <a:pt x="18634" y="9876"/>
                  </a:cubicBezTo>
                  <a:cubicBezTo>
                    <a:pt x="17102" y="10604"/>
                    <a:pt x="15840" y="11657"/>
                    <a:pt x="14824" y="13027"/>
                  </a:cubicBezTo>
                  <a:cubicBezTo>
                    <a:pt x="13816" y="14394"/>
                    <a:pt x="13057" y="16052"/>
                    <a:pt x="12564" y="17997"/>
                  </a:cubicBezTo>
                  <a:cubicBezTo>
                    <a:pt x="12064" y="19938"/>
                    <a:pt x="11814" y="22141"/>
                    <a:pt x="11814" y="24598"/>
                  </a:cubicBezTo>
                  <a:cubicBezTo>
                    <a:pt x="11814" y="27152"/>
                    <a:pt x="12086" y="29422"/>
                    <a:pt x="12632" y="31416"/>
                  </a:cubicBezTo>
                  <a:cubicBezTo>
                    <a:pt x="13177" y="33406"/>
                    <a:pt x="13965" y="35079"/>
                    <a:pt x="14988" y="36430"/>
                  </a:cubicBezTo>
                  <a:cubicBezTo>
                    <a:pt x="16015" y="37786"/>
                    <a:pt x="17259" y="38813"/>
                    <a:pt x="18723" y="39511"/>
                  </a:cubicBezTo>
                  <a:cubicBezTo>
                    <a:pt x="20187" y="40213"/>
                    <a:pt x="21834" y="40564"/>
                    <a:pt x="23672" y="40564"/>
                  </a:cubicBezTo>
                  <a:cubicBezTo>
                    <a:pt x="25506" y="40564"/>
                    <a:pt x="26996" y="40336"/>
                    <a:pt x="28132" y="39884"/>
                  </a:cubicBezTo>
                  <a:cubicBezTo>
                    <a:pt x="29267" y="39432"/>
                    <a:pt x="30223" y="38936"/>
                    <a:pt x="31004" y="38391"/>
                  </a:cubicBezTo>
                  <a:cubicBezTo>
                    <a:pt x="31781" y="37846"/>
                    <a:pt x="32457" y="37349"/>
                    <a:pt x="33032" y="36897"/>
                  </a:cubicBezTo>
                  <a:cubicBezTo>
                    <a:pt x="33607" y="36445"/>
                    <a:pt x="34253" y="36221"/>
                    <a:pt x="34974" y="36221"/>
                  </a:cubicBezTo>
                  <a:cubicBezTo>
                    <a:pt x="35908" y="36221"/>
                    <a:pt x="36606" y="36576"/>
                    <a:pt x="37073" y="37297"/>
                  </a:cubicBezTo>
                  <a:lnTo>
                    <a:pt x="40386" y="41497"/>
                  </a:lnTo>
                  <a:cubicBezTo>
                    <a:pt x="39109" y="42987"/>
                    <a:pt x="37727" y="44241"/>
                    <a:pt x="36233" y="45253"/>
                  </a:cubicBezTo>
                  <a:cubicBezTo>
                    <a:pt x="34739" y="46261"/>
                    <a:pt x="33189" y="47072"/>
                    <a:pt x="31586" y="47680"/>
                  </a:cubicBezTo>
                  <a:cubicBezTo>
                    <a:pt x="29984" y="48285"/>
                    <a:pt x="28326" y="48711"/>
                    <a:pt x="26611" y="48965"/>
                  </a:cubicBezTo>
                  <a:cubicBezTo>
                    <a:pt x="24901" y="49211"/>
                    <a:pt x="23205" y="49334"/>
                    <a:pt x="21524" y="49334"/>
                  </a:cubicBezTo>
                  <a:cubicBezTo>
                    <a:pt x="18566" y="49334"/>
                    <a:pt x="15784" y="48782"/>
                    <a:pt x="13169" y="47680"/>
                  </a:cubicBezTo>
                  <a:cubicBezTo>
                    <a:pt x="10555" y="46575"/>
                    <a:pt x="8273" y="44962"/>
                    <a:pt x="6331" y="42849"/>
                  </a:cubicBezTo>
                  <a:cubicBezTo>
                    <a:pt x="4381" y="40735"/>
                    <a:pt x="2842" y="38140"/>
                    <a:pt x="1707" y="35079"/>
                  </a:cubicBezTo>
                  <a:cubicBezTo>
                    <a:pt x="571" y="32013"/>
                    <a:pt x="0" y="28519"/>
                    <a:pt x="0" y="24598"/>
                  </a:cubicBezTo>
                  <a:cubicBezTo>
                    <a:pt x="0" y="21085"/>
                    <a:pt x="508" y="17825"/>
                    <a:pt x="1520" y="14819"/>
                  </a:cubicBezTo>
                  <a:cubicBezTo>
                    <a:pt x="2532" y="11817"/>
                    <a:pt x="4019" y="9219"/>
                    <a:pt x="5980" y="7027"/>
                  </a:cubicBezTo>
                  <a:cubicBezTo>
                    <a:pt x="7937" y="4832"/>
                    <a:pt x="10368" y="3114"/>
                    <a:pt x="13263" y="1867"/>
                  </a:cubicBezTo>
                  <a:cubicBezTo>
                    <a:pt x="16157" y="624"/>
                    <a:pt x="19485" y="0"/>
                    <a:pt x="23254" y="0"/>
                  </a:cubicBezTo>
                  <a:cubicBezTo>
                    <a:pt x="26832" y="0"/>
                    <a:pt x="29969" y="579"/>
                    <a:pt x="32658" y="1729"/>
                  </a:cubicBezTo>
                  <a:cubicBezTo>
                    <a:pt x="35351" y="2882"/>
                    <a:pt x="37775" y="4529"/>
                    <a:pt x="39919" y="6680"/>
                  </a:cubicBezTo>
                  <a:lnTo>
                    <a:pt x="36882" y="1088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82" name="Google Shape;2082;p90"/>
            <p:cNvSpPr/>
            <p:nvPr/>
          </p:nvSpPr>
          <p:spPr>
            <a:xfrm>
              <a:off x="3213163" y="2726631"/>
              <a:ext cx="32635" cy="63287"/>
            </a:xfrm>
            <a:custGeom>
              <a:avLst/>
              <a:gdLst/>
              <a:ahLst/>
              <a:cxnLst/>
              <a:rect l="l" t="t" r="r" b="b"/>
              <a:pathLst>
                <a:path w="32635" h="63287" extrusionOk="0">
                  <a:moveTo>
                    <a:pt x="20075" y="63287"/>
                  </a:moveTo>
                  <a:cubicBezTo>
                    <a:pt x="15937" y="63287"/>
                    <a:pt x="12747" y="62115"/>
                    <a:pt x="10506" y="59763"/>
                  </a:cubicBezTo>
                  <a:cubicBezTo>
                    <a:pt x="8265" y="57414"/>
                    <a:pt x="7145" y="54173"/>
                    <a:pt x="7145" y="50032"/>
                  </a:cubicBezTo>
                  <a:lnTo>
                    <a:pt x="7145" y="23288"/>
                  </a:lnTo>
                  <a:lnTo>
                    <a:pt x="2290" y="23288"/>
                  </a:lnTo>
                  <a:cubicBezTo>
                    <a:pt x="1670" y="23288"/>
                    <a:pt x="1128" y="23086"/>
                    <a:pt x="680" y="22683"/>
                  </a:cubicBezTo>
                  <a:cubicBezTo>
                    <a:pt x="228" y="22279"/>
                    <a:pt x="0" y="21674"/>
                    <a:pt x="0" y="20864"/>
                  </a:cubicBezTo>
                  <a:lnTo>
                    <a:pt x="0" y="16287"/>
                  </a:lnTo>
                  <a:lnTo>
                    <a:pt x="7705" y="15028"/>
                  </a:lnTo>
                  <a:lnTo>
                    <a:pt x="10133" y="1960"/>
                  </a:lnTo>
                  <a:cubicBezTo>
                    <a:pt x="10256" y="1337"/>
                    <a:pt x="10547" y="855"/>
                    <a:pt x="10999" y="515"/>
                  </a:cubicBezTo>
                  <a:cubicBezTo>
                    <a:pt x="11448" y="172"/>
                    <a:pt x="12015" y="0"/>
                    <a:pt x="12703" y="0"/>
                  </a:cubicBezTo>
                  <a:lnTo>
                    <a:pt x="18675" y="0"/>
                  </a:lnTo>
                  <a:lnTo>
                    <a:pt x="18675" y="15073"/>
                  </a:lnTo>
                  <a:lnTo>
                    <a:pt x="31280" y="15073"/>
                  </a:lnTo>
                  <a:lnTo>
                    <a:pt x="31280" y="23288"/>
                  </a:lnTo>
                  <a:lnTo>
                    <a:pt x="18675" y="23288"/>
                  </a:lnTo>
                  <a:lnTo>
                    <a:pt x="18675" y="49237"/>
                  </a:lnTo>
                  <a:cubicBezTo>
                    <a:pt x="18675" y="50734"/>
                    <a:pt x="19052" y="51899"/>
                    <a:pt x="19795" y="52739"/>
                  </a:cubicBezTo>
                  <a:cubicBezTo>
                    <a:pt x="20542" y="53576"/>
                    <a:pt x="21539" y="54002"/>
                    <a:pt x="22787" y="54002"/>
                  </a:cubicBezTo>
                  <a:cubicBezTo>
                    <a:pt x="23500" y="54002"/>
                    <a:pt x="24102" y="53912"/>
                    <a:pt x="24580" y="53740"/>
                  </a:cubicBezTo>
                  <a:cubicBezTo>
                    <a:pt x="25065" y="53568"/>
                    <a:pt x="25487" y="53393"/>
                    <a:pt x="25842" y="53206"/>
                  </a:cubicBezTo>
                  <a:cubicBezTo>
                    <a:pt x="26201" y="53020"/>
                    <a:pt x="26522" y="52840"/>
                    <a:pt x="26798" y="52669"/>
                  </a:cubicBezTo>
                  <a:cubicBezTo>
                    <a:pt x="27078" y="52497"/>
                    <a:pt x="27362" y="52411"/>
                    <a:pt x="27642" y="52411"/>
                  </a:cubicBezTo>
                  <a:cubicBezTo>
                    <a:pt x="27986" y="52411"/>
                    <a:pt x="28262" y="52497"/>
                    <a:pt x="28479" y="52669"/>
                  </a:cubicBezTo>
                  <a:cubicBezTo>
                    <a:pt x="28699" y="52840"/>
                    <a:pt x="28931" y="53098"/>
                    <a:pt x="29181" y="53438"/>
                  </a:cubicBezTo>
                  <a:lnTo>
                    <a:pt x="32636" y="59038"/>
                  </a:lnTo>
                  <a:cubicBezTo>
                    <a:pt x="30955" y="60439"/>
                    <a:pt x="29024" y="61499"/>
                    <a:pt x="26847" y="62212"/>
                  </a:cubicBezTo>
                  <a:cubicBezTo>
                    <a:pt x="24669" y="62929"/>
                    <a:pt x="22410" y="63287"/>
                    <a:pt x="20075" y="6328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083" name="Google Shape;2083;p90"/>
          <p:cNvSpPr/>
          <p:nvPr/>
        </p:nvSpPr>
        <p:spPr>
          <a:xfrm>
            <a:off x="2601077" y="3433087"/>
            <a:ext cx="854054" cy="365519"/>
          </a:xfrm>
          <a:custGeom>
            <a:avLst/>
            <a:gdLst/>
            <a:ahLst/>
            <a:cxnLst/>
            <a:rect l="l" t="t" r="r" b="b"/>
            <a:pathLst>
              <a:path w="1084513" h="445755" extrusionOk="0">
                <a:moveTo>
                  <a:pt x="1024669" y="0"/>
                </a:moveTo>
                <a:cubicBezTo>
                  <a:pt x="1057720" y="0"/>
                  <a:pt x="1084513" y="26785"/>
                  <a:pt x="1084513" y="59826"/>
                </a:cubicBezTo>
                <a:lnTo>
                  <a:pt x="1084513" y="385930"/>
                </a:lnTo>
                <a:cubicBezTo>
                  <a:pt x="1084513" y="418971"/>
                  <a:pt x="1057720" y="445756"/>
                  <a:pt x="1024669" y="445756"/>
                </a:cubicBezTo>
                <a:lnTo>
                  <a:pt x="59845" y="445756"/>
                </a:lnTo>
                <a:cubicBezTo>
                  <a:pt x="26793" y="445756"/>
                  <a:pt x="0" y="418971"/>
                  <a:pt x="0" y="385930"/>
                </a:cubicBezTo>
                <a:lnTo>
                  <a:pt x="0" y="59826"/>
                </a:lnTo>
                <a:cubicBezTo>
                  <a:pt x="0" y="26785"/>
                  <a:pt x="26793" y="0"/>
                  <a:pt x="59845" y="0"/>
                </a:cubicBezTo>
                <a:close/>
              </a:path>
            </a:pathLst>
          </a:custGeom>
          <a:solidFill>
            <a:srgbClr val="DFF1F9"/>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084" name="Google Shape;2084;p90"/>
          <p:cNvGrpSpPr/>
          <p:nvPr/>
        </p:nvGrpSpPr>
        <p:grpSpPr>
          <a:xfrm>
            <a:off x="2716858" y="3502248"/>
            <a:ext cx="614113" cy="222492"/>
            <a:chOff x="2494244" y="4627062"/>
            <a:chExt cx="750016" cy="271729"/>
          </a:xfrm>
        </p:grpSpPr>
        <p:sp>
          <p:nvSpPr>
            <p:cNvPr id="2085" name="Google Shape;2085;p90"/>
            <p:cNvSpPr/>
            <p:nvPr/>
          </p:nvSpPr>
          <p:spPr>
            <a:xfrm>
              <a:off x="2679353" y="4628929"/>
              <a:ext cx="12607" cy="67487"/>
            </a:xfrm>
            <a:custGeom>
              <a:avLst/>
              <a:gdLst/>
              <a:ahLst/>
              <a:cxnLst/>
              <a:rect l="l" t="t" r="r" b="b"/>
              <a:pathLst>
                <a:path w="12607" h="67487" extrusionOk="0">
                  <a:moveTo>
                    <a:pt x="12607" y="67488"/>
                  </a:moveTo>
                  <a:lnTo>
                    <a:pt x="0" y="67488"/>
                  </a:lnTo>
                  <a:lnTo>
                    <a:pt x="0" y="0"/>
                  </a:lnTo>
                  <a:lnTo>
                    <a:pt x="12607" y="0"/>
                  </a:lnTo>
                  <a:lnTo>
                    <a:pt x="12607" y="67488"/>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86" name="Google Shape;2086;p90"/>
            <p:cNvSpPr/>
            <p:nvPr/>
          </p:nvSpPr>
          <p:spPr>
            <a:xfrm>
              <a:off x="2706478" y="4647785"/>
              <a:ext cx="41737" cy="48632"/>
            </a:xfrm>
            <a:custGeom>
              <a:avLst/>
              <a:gdLst/>
              <a:ahLst/>
              <a:cxnLst/>
              <a:rect l="l" t="t" r="r" b="b"/>
              <a:pathLst>
                <a:path w="41737" h="48632" extrusionOk="0">
                  <a:moveTo>
                    <a:pt x="0" y="48632"/>
                  </a:moveTo>
                  <a:lnTo>
                    <a:pt x="0" y="747"/>
                  </a:lnTo>
                  <a:lnTo>
                    <a:pt x="7048" y="747"/>
                  </a:lnTo>
                  <a:cubicBezTo>
                    <a:pt x="8542" y="747"/>
                    <a:pt x="9524" y="1449"/>
                    <a:pt x="9991" y="2849"/>
                  </a:cubicBezTo>
                  <a:lnTo>
                    <a:pt x="10783" y="6628"/>
                  </a:lnTo>
                  <a:cubicBezTo>
                    <a:pt x="11750" y="5634"/>
                    <a:pt x="12766" y="4734"/>
                    <a:pt x="13842" y="3924"/>
                  </a:cubicBezTo>
                  <a:cubicBezTo>
                    <a:pt x="14914" y="3114"/>
                    <a:pt x="16053" y="2412"/>
                    <a:pt x="17248" y="1822"/>
                  </a:cubicBezTo>
                  <a:cubicBezTo>
                    <a:pt x="18451" y="1232"/>
                    <a:pt x="19732" y="781"/>
                    <a:pt x="21102" y="467"/>
                  </a:cubicBezTo>
                  <a:cubicBezTo>
                    <a:pt x="22473" y="157"/>
                    <a:pt x="23963" y="0"/>
                    <a:pt x="25584" y="0"/>
                  </a:cubicBezTo>
                  <a:cubicBezTo>
                    <a:pt x="28199" y="0"/>
                    <a:pt x="30514" y="444"/>
                    <a:pt x="32539" y="1329"/>
                  </a:cubicBezTo>
                  <a:cubicBezTo>
                    <a:pt x="34563" y="2218"/>
                    <a:pt x="36251" y="3465"/>
                    <a:pt x="37607" y="5063"/>
                  </a:cubicBezTo>
                  <a:cubicBezTo>
                    <a:pt x="38959" y="6669"/>
                    <a:pt x="39986" y="8584"/>
                    <a:pt x="40688" y="10809"/>
                  </a:cubicBezTo>
                  <a:cubicBezTo>
                    <a:pt x="41387" y="13031"/>
                    <a:pt x="41738" y="15480"/>
                    <a:pt x="41738" y="18157"/>
                  </a:cubicBezTo>
                  <a:lnTo>
                    <a:pt x="41738" y="48632"/>
                  </a:lnTo>
                  <a:lnTo>
                    <a:pt x="30204" y="48632"/>
                  </a:lnTo>
                  <a:lnTo>
                    <a:pt x="30204" y="18157"/>
                  </a:lnTo>
                  <a:cubicBezTo>
                    <a:pt x="30204" y="15234"/>
                    <a:pt x="29528" y="12971"/>
                    <a:pt x="28173" y="11366"/>
                  </a:cubicBezTo>
                  <a:cubicBezTo>
                    <a:pt x="26821" y="9764"/>
                    <a:pt x="24789" y="8961"/>
                    <a:pt x="22081" y="8961"/>
                  </a:cubicBezTo>
                  <a:cubicBezTo>
                    <a:pt x="20090" y="8961"/>
                    <a:pt x="18223" y="9413"/>
                    <a:pt x="16479" y="10316"/>
                  </a:cubicBezTo>
                  <a:cubicBezTo>
                    <a:pt x="14738" y="11220"/>
                    <a:pt x="13087" y="12449"/>
                    <a:pt x="11530" y="14002"/>
                  </a:cubicBezTo>
                  <a:lnTo>
                    <a:pt x="11530" y="48632"/>
                  </a:lnTo>
                  <a:lnTo>
                    <a:pt x="0" y="48632"/>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87" name="Google Shape;2087;p90"/>
            <p:cNvSpPr/>
            <p:nvPr/>
          </p:nvSpPr>
          <p:spPr>
            <a:xfrm>
              <a:off x="2755219" y="4633876"/>
              <a:ext cx="32632" cy="63291"/>
            </a:xfrm>
            <a:custGeom>
              <a:avLst/>
              <a:gdLst/>
              <a:ahLst/>
              <a:cxnLst/>
              <a:rect l="l" t="t" r="r" b="b"/>
              <a:pathLst>
                <a:path w="32632" h="63291" extrusionOk="0">
                  <a:moveTo>
                    <a:pt x="20075" y="63291"/>
                  </a:moveTo>
                  <a:cubicBezTo>
                    <a:pt x="15937" y="63291"/>
                    <a:pt x="12747" y="62115"/>
                    <a:pt x="10506" y="59763"/>
                  </a:cubicBezTo>
                  <a:cubicBezTo>
                    <a:pt x="8265" y="57414"/>
                    <a:pt x="7145" y="54173"/>
                    <a:pt x="7145" y="50036"/>
                  </a:cubicBezTo>
                  <a:lnTo>
                    <a:pt x="7145" y="23291"/>
                  </a:lnTo>
                  <a:lnTo>
                    <a:pt x="2286" y="23291"/>
                  </a:lnTo>
                  <a:cubicBezTo>
                    <a:pt x="1666" y="23291"/>
                    <a:pt x="1128" y="23090"/>
                    <a:pt x="680" y="22686"/>
                  </a:cubicBezTo>
                  <a:cubicBezTo>
                    <a:pt x="228" y="22279"/>
                    <a:pt x="0" y="21674"/>
                    <a:pt x="0" y="20864"/>
                  </a:cubicBezTo>
                  <a:lnTo>
                    <a:pt x="0" y="16290"/>
                  </a:lnTo>
                  <a:lnTo>
                    <a:pt x="7705" y="15032"/>
                  </a:lnTo>
                  <a:lnTo>
                    <a:pt x="10133" y="1964"/>
                  </a:lnTo>
                  <a:cubicBezTo>
                    <a:pt x="10256" y="1340"/>
                    <a:pt x="10544" y="859"/>
                    <a:pt x="10996" y="515"/>
                  </a:cubicBezTo>
                  <a:cubicBezTo>
                    <a:pt x="11444" y="172"/>
                    <a:pt x="12015" y="0"/>
                    <a:pt x="12699" y="0"/>
                  </a:cubicBezTo>
                  <a:lnTo>
                    <a:pt x="18675" y="0"/>
                  </a:lnTo>
                  <a:lnTo>
                    <a:pt x="18675" y="15073"/>
                  </a:lnTo>
                  <a:lnTo>
                    <a:pt x="31280" y="15073"/>
                  </a:lnTo>
                  <a:lnTo>
                    <a:pt x="31280" y="23291"/>
                  </a:lnTo>
                  <a:lnTo>
                    <a:pt x="18675" y="23291"/>
                  </a:lnTo>
                  <a:lnTo>
                    <a:pt x="18675" y="49241"/>
                  </a:lnTo>
                  <a:cubicBezTo>
                    <a:pt x="18675" y="50734"/>
                    <a:pt x="19052" y="51903"/>
                    <a:pt x="19795" y="52739"/>
                  </a:cubicBezTo>
                  <a:cubicBezTo>
                    <a:pt x="20542" y="53579"/>
                    <a:pt x="21539" y="54002"/>
                    <a:pt x="22787" y="54002"/>
                  </a:cubicBezTo>
                  <a:cubicBezTo>
                    <a:pt x="23500" y="54002"/>
                    <a:pt x="24098" y="53916"/>
                    <a:pt x="24580" y="53744"/>
                  </a:cubicBezTo>
                  <a:cubicBezTo>
                    <a:pt x="25065" y="53572"/>
                    <a:pt x="25483" y="53393"/>
                    <a:pt x="25842" y="53206"/>
                  </a:cubicBezTo>
                  <a:cubicBezTo>
                    <a:pt x="26201" y="53023"/>
                    <a:pt x="26522" y="52844"/>
                    <a:pt x="26798" y="52672"/>
                  </a:cubicBezTo>
                  <a:cubicBezTo>
                    <a:pt x="27078" y="52501"/>
                    <a:pt x="27358" y="52411"/>
                    <a:pt x="27638" y="52411"/>
                  </a:cubicBezTo>
                  <a:cubicBezTo>
                    <a:pt x="27982" y="52411"/>
                    <a:pt x="28258" y="52501"/>
                    <a:pt x="28479" y="52672"/>
                  </a:cubicBezTo>
                  <a:cubicBezTo>
                    <a:pt x="28699" y="52844"/>
                    <a:pt x="28931" y="53098"/>
                    <a:pt x="29181" y="53441"/>
                  </a:cubicBezTo>
                  <a:lnTo>
                    <a:pt x="32632" y="59042"/>
                  </a:lnTo>
                  <a:cubicBezTo>
                    <a:pt x="30955" y="60442"/>
                    <a:pt x="29024" y="61499"/>
                    <a:pt x="26847" y="62212"/>
                  </a:cubicBezTo>
                  <a:cubicBezTo>
                    <a:pt x="24669" y="62933"/>
                    <a:pt x="22410" y="63291"/>
                    <a:pt x="20075" y="63291"/>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88" name="Google Shape;2088;p90"/>
            <p:cNvSpPr/>
            <p:nvPr/>
          </p:nvSpPr>
          <p:spPr>
            <a:xfrm>
              <a:off x="2792475" y="4647785"/>
              <a:ext cx="43747" cy="49334"/>
            </a:xfrm>
            <a:custGeom>
              <a:avLst/>
              <a:gdLst/>
              <a:ahLst/>
              <a:cxnLst/>
              <a:rect l="l" t="t" r="r" b="b"/>
              <a:pathLst>
                <a:path w="43747" h="49334" extrusionOk="0">
                  <a:moveTo>
                    <a:pt x="23018" y="0"/>
                  </a:moveTo>
                  <a:cubicBezTo>
                    <a:pt x="26033" y="0"/>
                    <a:pt x="28811" y="485"/>
                    <a:pt x="31351" y="1449"/>
                  </a:cubicBezTo>
                  <a:cubicBezTo>
                    <a:pt x="33887" y="2412"/>
                    <a:pt x="36072" y="3820"/>
                    <a:pt x="37910" y="5675"/>
                  </a:cubicBezTo>
                  <a:cubicBezTo>
                    <a:pt x="39743" y="7524"/>
                    <a:pt x="41178" y="9794"/>
                    <a:pt x="42205" y="12486"/>
                  </a:cubicBezTo>
                  <a:cubicBezTo>
                    <a:pt x="43232" y="15178"/>
                    <a:pt x="43747" y="18251"/>
                    <a:pt x="43747" y="21701"/>
                  </a:cubicBezTo>
                  <a:cubicBezTo>
                    <a:pt x="43747" y="22574"/>
                    <a:pt x="43706" y="23299"/>
                    <a:pt x="43628" y="23878"/>
                  </a:cubicBezTo>
                  <a:cubicBezTo>
                    <a:pt x="43553" y="24452"/>
                    <a:pt x="43411" y="24901"/>
                    <a:pt x="43209" y="25229"/>
                  </a:cubicBezTo>
                  <a:cubicBezTo>
                    <a:pt x="43004" y="25554"/>
                    <a:pt x="42735" y="25785"/>
                    <a:pt x="42392" y="25927"/>
                  </a:cubicBezTo>
                  <a:cubicBezTo>
                    <a:pt x="42048" y="26065"/>
                    <a:pt x="41611" y="26136"/>
                    <a:pt x="41084" y="26136"/>
                  </a:cubicBezTo>
                  <a:lnTo>
                    <a:pt x="11485" y="26136"/>
                  </a:lnTo>
                  <a:cubicBezTo>
                    <a:pt x="11829" y="31054"/>
                    <a:pt x="13151" y="34665"/>
                    <a:pt x="15451" y="36964"/>
                  </a:cubicBezTo>
                  <a:cubicBezTo>
                    <a:pt x="17760" y="39272"/>
                    <a:pt x="20807" y="40418"/>
                    <a:pt x="24606" y="40418"/>
                  </a:cubicBezTo>
                  <a:cubicBezTo>
                    <a:pt x="26473" y="40418"/>
                    <a:pt x="28083" y="40205"/>
                    <a:pt x="29435" y="39765"/>
                  </a:cubicBezTo>
                  <a:cubicBezTo>
                    <a:pt x="30791" y="39332"/>
                    <a:pt x="31971" y="38846"/>
                    <a:pt x="32987" y="38320"/>
                  </a:cubicBezTo>
                  <a:cubicBezTo>
                    <a:pt x="33995" y="37790"/>
                    <a:pt x="34881" y="37308"/>
                    <a:pt x="35646" y="36871"/>
                  </a:cubicBezTo>
                  <a:cubicBezTo>
                    <a:pt x="36408" y="36438"/>
                    <a:pt x="37148" y="36218"/>
                    <a:pt x="37861" y="36218"/>
                  </a:cubicBezTo>
                  <a:cubicBezTo>
                    <a:pt x="38328" y="36218"/>
                    <a:pt x="38735" y="36315"/>
                    <a:pt x="39079" y="36498"/>
                  </a:cubicBezTo>
                  <a:cubicBezTo>
                    <a:pt x="39419" y="36684"/>
                    <a:pt x="39714" y="36950"/>
                    <a:pt x="39964" y="37293"/>
                  </a:cubicBezTo>
                  <a:lnTo>
                    <a:pt x="43325" y="41493"/>
                  </a:lnTo>
                  <a:cubicBezTo>
                    <a:pt x="42048"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7" y="49334"/>
                    <a:pt x="17147" y="48778"/>
                    <a:pt x="14286" y="47680"/>
                  </a:cubicBezTo>
                  <a:cubicBezTo>
                    <a:pt x="11421" y="46575"/>
                    <a:pt x="8930" y="44940"/>
                    <a:pt x="6816" y="42778"/>
                  </a:cubicBezTo>
                  <a:cubicBezTo>
                    <a:pt x="4699" y="40616"/>
                    <a:pt x="3033" y="37939"/>
                    <a:pt x="1823" y="34750"/>
                  </a:cubicBezTo>
                  <a:cubicBezTo>
                    <a:pt x="609" y="31558"/>
                    <a:pt x="0" y="27865"/>
                    <a:pt x="0" y="23665"/>
                  </a:cubicBezTo>
                  <a:cubicBezTo>
                    <a:pt x="0" y="20398"/>
                    <a:pt x="527" y="17325"/>
                    <a:pt x="1587" y="14446"/>
                  </a:cubicBezTo>
                  <a:cubicBezTo>
                    <a:pt x="2648" y="11571"/>
                    <a:pt x="4164" y="9066"/>
                    <a:pt x="6140" y="6930"/>
                  </a:cubicBezTo>
                  <a:cubicBezTo>
                    <a:pt x="8112"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7" y="19184"/>
                  </a:cubicBezTo>
                  <a:lnTo>
                    <a:pt x="33379" y="19184"/>
                  </a:lnTo>
                  <a:cubicBezTo>
                    <a:pt x="33379" y="17691"/>
                    <a:pt x="33177" y="16283"/>
                    <a:pt x="32774" y="14961"/>
                  </a:cubicBezTo>
                  <a:cubicBezTo>
                    <a:pt x="32371" y="13636"/>
                    <a:pt x="31747" y="12478"/>
                    <a:pt x="30907" y="11481"/>
                  </a:cubicBezTo>
                  <a:cubicBezTo>
                    <a:pt x="30066" y="10488"/>
                    <a:pt x="29006" y="9704"/>
                    <a:pt x="27732" y="9125"/>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89" name="Google Shape;2089;p90"/>
            <p:cNvSpPr/>
            <p:nvPr/>
          </p:nvSpPr>
          <p:spPr>
            <a:xfrm>
              <a:off x="2845605" y="4647646"/>
              <a:ext cx="30533" cy="48770"/>
            </a:xfrm>
            <a:custGeom>
              <a:avLst/>
              <a:gdLst/>
              <a:ahLst/>
              <a:cxnLst/>
              <a:rect l="l" t="t" r="r" b="b"/>
              <a:pathLst>
                <a:path w="30533" h="48770" extrusionOk="0">
                  <a:moveTo>
                    <a:pt x="0" y="48771"/>
                  </a:moveTo>
                  <a:lnTo>
                    <a:pt x="0" y="885"/>
                  </a:lnTo>
                  <a:lnTo>
                    <a:pt x="6771" y="885"/>
                  </a:lnTo>
                  <a:cubicBezTo>
                    <a:pt x="7952" y="885"/>
                    <a:pt x="8777" y="1105"/>
                    <a:pt x="9244" y="1538"/>
                  </a:cubicBezTo>
                  <a:cubicBezTo>
                    <a:pt x="9711" y="1975"/>
                    <a:pt x="10021" y="2722"/>
                    <a:pt x="10178" y="3782"/>
                  </a:cubicBezTo>
                  <a:lnTo>
                    <a:pt x="10876" y="9566"/>
                  </a:lnTo>
                  <a:cubicBezTo>
                    <a:pt x="12587" y="6609"/>
                    <a:pt x="14596" y="4275"/>
                    <a:pt x="16901" y="2565"/>
                  </a:cubicBezTo>
                  <a:cubicBezTo>
                    <a:pt x="19205" y="855"/>
                    <a:pt x="21786" y="0"/>
                    <a:pt x="24651" y="0"/>
                  </a:cubicBezTo>
                  <a:cubicBezTo>
                    <a:pt x="27015" y="0"/>
                    <a:pt x="28976" y="541"/>
                    <a:pt x="30533" y="1632"/>
                  </a:cubicBezTo>
                  <a:lnTo>
                    <a:pt x="29039" y="10268"/>
                  </a:lnTo>
                  <a:cubicBezTo>
                    <a:pt x="28946" y="10828"/>
                    <a:pt x="28744" y="11224"/>
                    <a:pt x="28434" y="11455"/>
                  </a:cubicBezTo>
                  <a:cubicBezTo>
                    <a:pt x="28120" y="11691"/>
                    <a:pt x="27698" y="11806"/>
                    <a:pt x="27172" y="11806"/>
                  </a:cubicBezTo>
                  <a:cubicBezTo>
                    <a:pt x="26705" y="11806"/>
                    <a:pt x="26066" y="11702"/>
                    <a:pt x="25256" y="11481"/>
                  </a:cubicBezTo>
                  <a:cubicBezTo>
                    <a:pt x="24445" y="11261"/>
                    <a:pt x="23373" y="11153"/>
                    <a:pt x="22036" y="11153"/>
                  </a:cubicBezTo>
                  <a:cubicBezTo>
                    <a:pt x="19638" y="11153"/>
                    <a:pt x="17584" y="11818"/>
                    <a:pt x="15873" y="13135"/>
                  </a:cubicBezTo>
                  <a:cubicBezTo>
                    <a:pt x="14159" y="14461"/>
                    <a:pt x="12714" y="16395"/>
                    <a:pt x="11530" y="18949"/>
                  </a:cubicBezTo>
                  <a:lnTo>
                    <a:pt x="11530" y="48771"/>
                  </a:lnTo>
                  <a:lnTo>
                    <a:pt x="0" y="48771"/>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90" name="Google Shape;2090;p90"/>
            <p:cNvSpPr/>
            <p:nvPr/>
          </p:nvSpPr>
          <p:spPr>
            <a:xfrm>
              <a:off x="2880429" y="4647785"/>
              <a:ext cx="47388" cy="49334"/>
            </a:xfrm>
            <a:custGeom>
              <a:avLst/>
              <a:gdLst/>
              <a:ahLst/>
              <a:cxnLst/>
              <a:rect l="l" t="t" r="r" b="b"/>
              <a:pathLst>
                <a:path w="47388" h="49334" extrusionOk="0">
                  <a:moveTo>
                    <a:pt x="23765" y="0"/>
                  </a:moveTo>
                  <a:cubicBezTo>
                    <a:pt x="27343" y="0"/>
                    <a:pt x="30589" y="575"/>
                    <a:pt x="33499" y="1729"/>
                  </a:cubicBezTo>
                  <a:cubicBezTo>
                    <a:pt x="36408" y="2879"/>
                    <a:pt x="38892" y="4514"/>
                    <a:pt x="40942" y="6628"/>
                  </a:cubicBezTo>
                  <a:cubicBezTo>
                    <a:pt x="43000" y="8745"/>
                    <a:pt x="44588" y="11328"/>
                    <a:pt x="45708" y="14379"/>
                  </a:cubicBezTo>
                  <a:cubicBezTo>
                    <a:pt x="46829" y="17426"/>
                    <a:pt x="47389" y="20834"/>
                    <a:pt x="47389" y="24598"/>
                  </a:cubicBezTo>
                  <a:cubicBezTo>
                    <a:pt x="47389" y="28392"/>
                    <a:pt x="46829" y="31816"/>
                    <a:pt x="45708" y="34866"/>
                  </a:cubicBezTo>
                  <a:cubicBezTo>
                    <a:pt x="44588" y="37913"/>
                    <a:pt x="43000" y="40515"/>
                    <a:pt x="40942" y="42662"/>
                  </a:cubicBezTo>
                  <a:cubicBezTo>
                    <a:pt x="38892" y="44805"/>
                    <a:pt x="36408" y="46456"/>
                    <a:pt x="33499" y="47606"/>
                  </a:cubicBezTo>
                  <a:cubicBezTo>
                    <a:pt x="30589" y="48759"/>
                    <a:pt x="27343" y="49334"/>
                    <a:pt x="23765" y="49334"/>
                  </a:cubicBezTo>
                  <a:cubicBezTo>
                    <a:pt x="20187" y="49334"/>
                    <a:pt x="16934" y="48759"/>
                    <a:pt x="14006" y="47606"/>
                  </a:cubicBezTo>
                  <a:cubicBezTo>
                    <a:pt x="11082" y="46456"/>
                    <a:pt x="8583" y="44805"/>
                    <a:pt x="6514" y="42662"/>
                  </a:cubicBezTo>
                  <a:cubicBezTo>
                    <a:pt x="4445" y="40515"/>
                    <a:pt x="2839" y="37913"/>
                    <a:pt x="1707" y="34866"/>
                  </a:cubicBezTo>
                  <a:cubicBezTo>
                    <a:pt x="568" y="31816"/>
                    <a:pt x="0" y="28392"/>
                    <a:pt x="0" y="24598"/>
                  </a:cubicBezTo>
                  <a:cubicBezTo>
                    <a:pt x="0" y="20834"/>
                    <a:pt x="568" y="17426"/>
                    <a:pt x="1707" y="14379"/>
                  </a:cubicBezTo>
                  <a:cubicBezTo>
                    <a:pt x="2839" y="11328"/>
                    <a:pt x="4445" y="8745"/>
                    <a:pt x="6514" y="6628"/>
                  </a:cubicBezTo>
                  <a:cubicBezTo>
                    <a:pt x="8583" y="4514"/>
                    <a:pt x="11082" y="2879"/>
                    <a:pt x="14006" y="1729"/>
                  </a:cubicBezTo>
                  <a:cubicBezTo>
                    <a:pt x="16934" y="575"/>
                    <a:pt x="20187" y="0"/>
                    <a:pt x="23765" y="0"/>
                  </a:cubicBezTo>
                  <a:close/>
                  <a:moveTo>
                    <a:pt x="23765" y="40467"/>
                  </a:moveTo>
                  <a:cubicBezTo>
                    <a:pt x="27747" y="40467"/>
                    <a:pt x="30697" y="39126"/>
                    <a:pt x="32613" y="36453"/>
                  </a:cubicBezTo>
                  <a:cubicBezTo>
                    <a:pt x="34526" y="33776"/>
                    <a:pt x="35482" y="29855"/>
                    <a:pt x="35482" y="24692"/>
                  </a:cubicBezTo>
                  <a:cubicBezTo>
                    <a:pt x="35482" y="19524"/>
                    <a:pt x="34526" y="15592"/>
                    <a:pt x="32613" y="12882"/>
                  </a:cubicBezTo>
                  <a:cubicBezTo>
                    <a:pt x="30697" y="10178"/>
                    <a:pt x="27747" y="8823"/>
                    <a:pt x="23765" y="8823"/>
                  </a:cubicBezTo>
                  <a:cubicBezTo>
                    <a:pt x="19720" y="8823"/>
                    <a:pt x="16729" y="10186"/>
                    <a:pt x="14798" y="12908"/>
                  </a:cubicBezTo>
                  <a:cubicBezTo>
                    <a:pt x="12871" y="15630"/>
                    <a:pt x="11907" y="19558"/>
                    <a:pt x="11907" y="24692"/>
                  </a:cubicBezTo>
                  <a:cubicBezTo>
                    <a:pt x="11907" y="29825"/>
                    <a:pt x="12871" y="33738"/>
                    <a:pt x="14798" y="36430"/>
                  </a:cubicBezTo>
                  <a:cubicBezTo>
                    <a:pt x="16729" y="39123"/>
                    <a:pt x="19720" y="40467"/>
                    <a:pt x="23765" y="4046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91" name="Google Shape;2091;p90"/>
            <p:cNvSpPr/>
            <p:nvPr/>
          </p:nvSpPr>
          <p:spPr>
            <a:xfrm>
              <a:off x="2936830" y="4647646"/>
              <a:ext cx="44072" cy="64407"/>
            </a:xfrm>
            <a:custGeom>
              <a:avLst/>
              <a:gdLst/>
              <a:ahLst/>
              <a:cxnLst/>
              <a:rect l="l" t="t" r="r" b="b"/>
              <a:pathLst>
                <a:path w="44072" h="64407" extrusionOk="0">
                  <a:moveTo>
                    <a:pt x="0" y="64407"/>
                  </a:moveTo>
                  <a:lnTo>
                    <a:pt x="0" y="885"/>
                  </a:lnTo>
                  <a:lnTo>
                    <a:pt x="7048" y="885"/>
                  </a:lnTo>
                  <a:cubicBezTo>
                    <a:pt x="7795" y="885"/>
                    <a:pt x="8433" y="1057"/>
                    <a:pt x="8960" y="1400"/>
                  </a:cubicBezTo>
                  <a:cubicBezTo>
                    <a:pt x="9490" y="1744"/>
                    <a:pt x="9834" y="2270"/>
                    <a:pt x="9991" y="2987"/>
                  </a:cubicBezTo>
                  <a:lnTo>
                    <a:pt x="10925" y="7419"/>
                  </a:lnTo>
                  <a:cubicBezTo>
                    <a:pt x="12852" y="5209"/>
                    <a:pt x="15070" y="3424"/>
                    <a:pt x="17577" y="2054"/>
                  </a:cubicBezTo>
                  <a:cubicBezTo>
                    <a:pt x="20083" y="683"/>
                    <a:pt x="23015" y="0"/>
                    <a:pt x="26380" y="0"/>
                  </a:cubicBezTo>
                  <a:cubicBezTo>
                    <a:pt x="28991" y="0"/>
                    <a:pt x="31377" y="541"/>
                    <a:pt x="33543" y="1632"/>
                  </a:cubicBezTo>
                  <a:cubicBezTo>
                    <a:pt x="35706" y="2722"/>
                    <a:pt x="37573" y="4301"/>
                    <a:pt x="39146" y="6370"/>
                  </a:cubicBezTo>
                  <a:cubicBezTo>
                    <a:pt x="40715" y="8442"/>
                    <a:pt x="41932" y="10988"/>
                    <a:pt x="42787" y="14024"/>
                  </a:cubicBezTo>
                  <a:cubicBezTo>
                    <a:pt x="43643" y="17056"/>
                    <a:pt x="44072" y="20536"/>
                    <a:pt x="44072" y="24456"/>
                  </a:cubicBezTo>
                  <a:cubicBezTo>
                    <a:pt x="44072" y="28037"/>
                    <a:pt x="43587" y="31345"/>
                    <a:pt x="42623" y="34399"/>
                  </a:cubicBezTo>
                  <a:cubicBezTo>
                    <a:pt x="41656" y="37446"/>
                    <a:pt x="40281" y="40089"/>
                    <a:pt x="38492" y="42333"/>
                  </a:cubicBezTo>
                  <a:cubicBezTo>
                    <a:pt x="36699" y="44570"/>
                    <a:pt x="34537" y="46321"/>
                    <a:pt x="32001" y="47583"/>
                  </a:cubicBezTo>
                  <a:cubicBezTo>
                    <a:pt x="29465" y="48841"/>
                    <a:pt x="26626" y="49472"/>
                    <a:pt x="23482" y="49472"/>
                  </a:cubicBezTo>
                  <a:cubicBezTo>
                    <a:pt x="20777" y="49472"/>
                    <a:pt x="18477" y="49062"/>
                    <a:pt x="16594" y="48237"/>
                  </a:cubicBezTo>
                  <a:cubicBezTo>
                    <a:pt x="14712" y="47411"/>
                    <a:pt x="13024" y="46265"/>
                    <a:pt x="11530" y="44805"/>
                  </a:cubicBezTo>
                  <a:lnTo>
                    <a:pt x="11530" y="64407"/>
                  </a:lnTo>
                  <a:lnTo>
                    <a:pt x="0" y="64407"/>
                  </a:lnTo>
                  <a:close/>
                  <a:moveTo>
                    <a:pt x="22410" y="9099"/>
                  </a:moveTo>
                  <a:cubicBezTo>
                    <a:pt x="20008" y="9099"/>
                    <a:pt x="17965" y="9607"/>
                    <a:pt x="16269" y="10619"/>
                  </a:cubicBezTo>
                  <a:cubicBezTo>
                    <a:pt x="14570" y="11627"/>
                    <a:pt x="12994" y="13053"/>
                    <a:pt x="11530" y="14887"/>
                  </a:cubicBezTo>
                  <a:lnTo>
                    <a:pt x="11530" y="36356"/>
                  </a:lnTo>
                  <a:cubicBezTo>
                    <a:pt x="12841" y="37976"/>
                    <a:pt x="14260" y="39104"/>
                    <a:pt x="15803" y="39739"/>
                  </a:cubicBezTo>
                  <a:cubicBezTo>
                    <a:pt x="17345" y="40377"/>
                    <a:pt x="19000" y="40698"/>
                    <a:pt x="20777" y="40698"/>
                  </a:cubicBezTo>
                  <a:cubicBezTo>
                    <a:pt x="22514" y="40698"/>
                    <a:pt x="24094" y="40370"/>
                    <a:pt x="25513" y="39720"/>
                  </a:cubicBezTo>
                  <a:cubicBezTo>
                    <a:pt x="26929" y="39066"/>
                    <a:pt x="28128" y="38070"/>
                    <a:pt x="29106" y="36733"/>
                  </a:cubicBezTo>
                  <a:cubicBezTo>
                    <a:pt x="30089" y="35392"/>
                    <a:pt x="30843" y="33705"/>
                    <a:pt x="31370" y="31666"/>
                  </a:cubicBezTo>
                  <a:cubicBezTo>
                    <a:pt x="31900" y="29627"/>
                    <a:pt x="32165" y="27227"/>
                    <a:pt x="32165" y="24456"/>
                  </a:cubicBezTo>
                  <a:cubicBezTo>
                    <a:pt x="32165" y="21656"/>
                    <a:pt x="31941" y="19285"/>
                    <a:pt x="31489" y="17336"/>
                  </a:cubicBezTo>
                  <a:cubicBezTo>
                    <a:pt x="31037" y="15394"/>
                    <a:pt x="30391" y="13815"/>
                    <a:pt x="29551" y="12601"/>
                  </a:cubicBezTo>
                  <a:cubicBezTo>
                    <a:pt x="28714" y="11388"/>
                    <a:pt x="27691" y="10499"/>
                    <a:pt x="26496" y="9939"/>
                  </a:cubicBezTo>
                  <a:cubicBezTo>
                    <a:pt x="25293" y="9383"/>
                    <a:pt x="23933" y="9099"/>
                    <a:pt x="22410" y="9099"/>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92" name="Google Shape;2092;p90"/>
            <p:cNvSpPr/>
            <p:nvPr/>
          </p:nvSpPr>
          <p:spPr>
            <a:xfrm>
              <a:off x="2986408" y="4647785"/>
              <a:ext cx="43747" cy="49334"/>
            </a:xfrm>
            <a:custGeom>
              <a:avLst/>
              <a:gdLst/>
              <a:ahLst/>
              <a:cxnLst/>
              <a:rect l="l" t="t" r="r" b="b"/>
              <a:pathLst>
                <a:path w="43747" h="49334" extrusionOk="0">
                  <a:moveTo>
                    <a:pt x="23022" y="0"/>
                  </a:moveTo>
                  <a:cubicBezTo>
                    <a:pt x="26036" y="0"/>
                    <a:pt x="28815" y="485"/>
                    <a:pt x="31355" y="1449"/>
                  </a:cubicBezTo>
                  <a:cubicBezTo>
                    <a:pt x="33891" y="2412"/>
                    <a:pt x="36076" y="3820"/>
                    <a:pt x="37913" y="5675"/>
                  </a:cubicBezTo>
                  <a:cubicBezTo>
                    <a:pt x="39747" y="7524"/>
                    <a:pt x="41181" y="9794"/>
                    <a:pt x="42208" y="12486"/>
                  </a:cubicBezTo>
                  <a:cubicBezTo>
                    <a:pt x="43236" y="15178"/>
                    <a:pt x="43747" y="18251"/>
                    <a:pt x="43747" y="21701"/>
                  </a:cubicBezTo>
                  <a:cubicBezTo>
                    <a:pt x="43747" y="22574"/>
                    <a:pt x="43710" y="23299"/>
                    <a:pt x="43631" y="23878"/>
                  </a:cubicBezTo>
                  <a:cubicBezTo>
                    <a:pt x="43557" y="24452"/>
                    <a:pt x="43411" y="24901"/>
                    <a:pt x="43213" y="25229"/>
                  </a:cubicBezTo>
                  <a:cubicBezTo>
                    <a:pt x="43008" y="25554"/>
                    <a:pt x="42739" y="25785"/>
                    <a:pt x="42395" y="25927"/>
                  </a:cubicBezTo>
                  <a:cubicBezTo>
                    <a:pt x="42052" y="26065"/>
                    <a:pt x="41615" y="26136"/>
                    <a:pt x="41084" y="26136"/>
                  </a:cubicBezTo>
                  <a:lnTo>
                    <a:pt x="11489" y="26136"/>
                  </a:lnTo>
                  <a:cubicBezTo>
                    <a:pt x="11829" y="31054"/>
                    <a:pt x="13154" y="34665"/>
                    <a:pt x="15455" y="36964"/>
                  </a:cubicBezTo>
                  <a:cubicBezTo>
                    <a:pt x="17760" y="39272"/>
                    <a:pt x="20811" y="40418"/>
                    <a:pt x="24606" y="40418"/>
                  </a:cubicBezTo>
                  <a:cubicBezTo>
                    <a:pt x="26473" y="40418"/>
                    <a:pt x="28087" y="40205"/>
                    <a:pt x="29439" y="39765"/>
                  </a:cubicBezTo>
                  <a:cubicBezTo>
                    <a:pt x="30795" y="39332"/>
                    <a:pt x="31975" y="38846"/>
                    <a:pt x="32987" y="38320"/>
                  </a:cubicBezTo>
                  <a:cubicBezTo>
                    <a:pt x="33999" y="37790"/>
                    <a:pt x="34884" y="37308"/>
                    <a:pt x="35646" y="36871"/>
                  </a:cubicBezTo>
                  <a:cubicBezTo>
                    <a:pt x="36408" y="36438"/>
                    <a:pt x="37151" y="36218"/>
                    <a:pt x="37865" y="36218"/>
                  </a:cubicBezTo>
                  <a:cubicBezTo>
                    <a:pt x="38332" y="36218"/>
                    <a:pt x="38739" y="36315"/>
                    <a:pt x="39079" y="36498"/>
                  </a:cubicBezTo>
                  <a:cubicBezTo>
                    <a:pt x="39422" y="36684"/>
                    <a:pt x="39717" y="36950"/>
                    <a:pt x="39968" y="37293"/>
                  </a:cubicBezTo>
                  <a:lnTo>
                    <a:pt x="43329" y="41493"/>
                  </a:lnTo>
                  <a:cubicBezTo>
                    <a:pt x="42052" y="42987"/>
                    <a:pt x="40617" y="44242"/>
                    <a:pt x="39034" y="45250"/>
                  </a:cubicBezTo>
                  <a:cubicBezTo>
                    <a:pt x="37446" y="46261"/>
                    <a:pt x="35788" y="47068"/>
                    <a:pt x="34063" y="47680"/>
                  </a:cubicBezTo>
                  <a:cubicBezTo>
                    <a:pt x="32333" y="48285"/>
                    <a:pt x="30574" y="48711"/>
                    <a:pt x="28785" y="48961"/>
                  </a:cubicBezTo>
                  <a:cubicBezTo>
                    <a:pt x="26996" y="49211"/>
                    <a:pt x="25259" y="49334"/>
                    <a:pt x="23579" y="49334"/>
                  </a:cubicBezTo>
                  <a:cubicBezTo>
                    <a:pt x="20247" y="49334"/>
                    <a:pt x="17151" y="48778"/>
                    <a:pt x="14290" y="47680"/>
                  </a:cubicBezTo>
                  <a:cubicBezTo>
                    <a:pt x="11425" y="46575"/>
                    <a:pt x="8934" y="44940"/>
                    <a:pt x="6820" y="42778"/>
                  </a:cubicBezTo>
                  <a:cubicBezTo>
                    <a:pt x="4702" y="40616"/>
                    <a:pt x="3036" y="37939"/>
                    <a:pt x="1826" y="34750"/>
                  </a:cubicBezTo>
                  <a:cubicBezTo>
                    <a:pt x="613" y="31558"/>
                    <a:pt x="0" y="27865"/>
                    <a:pt x="0" y="23665"/>
                  </a:cubicBezTo>
                  <a:cubicBezTo>
                    <a:pt x="0" y="20398"/>
                    <a:pt x="530" y="17325"/>
                    <a:pt x="1591" y="14446"/>
                  </a:cubicBezTo>
                  <a:cubicBezTo>
                    <a:pt x="2648" y="11571"/>
                    <a:pt x="4168" y="9066"/>
                    <a:pt x="6144" y="6930"/>
                  </a:cubicBezTo>
                  <a:cubicBezTo>
                    <a:pt x="8116" y="4802"/>
                    <a:pt x="10532" y="3114"/>
                    <a:pt x="13379" y="1867"/>
                  </a:cubicBezTo>
                  <a:cubicBezTo>
                    <a:pt x="16225" y="624"/>
                    <a:pt x="19440" y="0"/>
                    <a:pt x="23022" y="0"/>
                  </a:cubicBezTo>
                  <a:close/>
                  <a:moveTo>
                    <a:pt x="23254" y="8263"/>
                  </a:moveTo>
                  <a:cubicBezTo>
                    <a:pt x="19892" y="8263"/>
                    <a:pt x="17263" y="9211"/>
                    <a:pt x="15366" y="11112"/>
                  </a:cubicBezTo>
                  <a:cubicBezTo>
                    <a:pt x="13464" y="13005"/>
                    <a:pt x="12251" y="15701"/>
                    <a:pt x="11720" y="19184"/>
                  </a:cubicBezTo>
                  <a:lnTo>
                    <a:pt x="33383" y="19184"/>
                  </a:lnTo>
                  <a:cubicBezTo>
                    <a:pt x="33383" y="17691"/>
                    <a:pt x="33181" y="16283"/>
                    <a:pt x="32778" y="14961"/>
                  </a:cubicBezTo>
                  <a:cubicBezTo>
                    <a:pt x="32371" y="13636"/>
                    <a:pt x="31747" y="12478"/>
                    <a:pt x="30910" y="11481"/>
                  </a:cubicBezTo>
                  <a:cubicBezTo>
                    <a:pt x="30070" y="10488"/>
                    <a:pt x="29009" y="9704"/>
                    <a:pt x="27736" y="9125"/>
                  </a:cubicBezTo>
                  <a:cubicBezTo>
                    <a:pt x="26458" y="8550"/>
                    <a:pt x="24964" y="8263"/>
                    <a:pt x="23254"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93" name="Google Shape;2093;p90"/>
            <p:cNvSpPr/>
            <p:nvPr/>
          </p:nvSpPr>
          <p:spPr>
            <a:xfrm>
              <a:off x="3039541" y="4647646"/>
              <a:ext cx="30533" cy="48770"/>
            </a:xfrm>
            <a:custGeom>
              <a:avLst/>
              <a:gdLst/>
              <a:ahLst/>
              <a:cxnLst/>
              <a:rect l="l" t="t" r="r" b="b"/>
              <a:pathLst>
                <a:path w="30533" h="48770" extrusionOk="0">
                  <a:moveTo>
                    <a:pt x="0" y="48771"/>
                  </a:moveTo>
                  <a:lnTo>
                    <a:pt x="0" y="885"/>
                  </a:lnTo>
                  <a:lnTo>
                    <a:pt x="6771" y="885"/>
                  </a:lnTo>
                  <a:cubicBezTo>
                    <a:pt x="7952" y="885"/>
                    <a:pt x="8777" y="1105"/>
                    <a:pt x="9244" y="1538"/>
                  </a:cubicBezTo>
                  <a:cubicBezTo>
                    <a:pt x="9711" y="1975"/>
                    <a:pt x="10021" y="2722"/>
                    <a:pt x="10178" y="3782"/>
                  </a:cubicBezTo>
                  <a:lnTo>
                    <a:pt x="10876" y="9566"/>
                  </a:lnTo>
                  <a:cubicBezTo>
                    <a:pt x="12587" y="6609"/>
                    <a:pt x="14596" y="4275"/>
                    <a:pt x="16897" y="2565"/>
                  </a:cubicBezTo>
                  <a:cubicBezTo>
                    <a:pt x="19205" y="855"/>
                    <a:pt x="21786" y="0"/>
                    <a:pt x="24651" y="0"/>
                  </a:cubicBezTo>
                  <a:cubicBezTo>
                    <a:pt x="27011" y="0"/>
                    <a:pt x="28976" y="541"/>
                    <a:pt x="30533" y="1632"/>
                  </a:cubicBezTo>
                  <a:lnTo>
                    <a:pt x="29035" y="10268"/>
                  </a:lnTo>
                  <a:cubicBezTo>
                    <a:pt x="28946" y="10828"/>
                    <a:pt x="28740" y="11224"/>
                    <a:pt x="28430" y="11455"/>
                  </a:cubicBezTo>
                  <a:cubicBezTo>
                    <a:pt x="28117" y="11691"/>
                    <a:pt x="27698" y="11806"/>
                    <a:pt x="27168" y="11806"/>
                  </a:cubicBezTo>
                  <a:cubicBezTo>
                    <a:pt x="26701" y="11806"/>
                    <a:pt x="26066" y="11702"/>
                    <a:pt x="25256" y="11481"/>
                  </a:cubicBezTo>
                  <a:cubicBezTo>
                    <a:pt x="24445" y="11261"/>
                    <a:pt x="23373" y="11153"/>
                    <a:pt x="22032" y="11153"/>
                  </a:cubicBezTo>
                  <a:cubicBezTo>
                    <a:pt x="19638" y="11153"/>
                    <a:pt x="17584" y="11818"/>
                    <a:pt x="15873" y="13135"/>
                  </a:cubicBezTo>
                  <a:cubicBezTo>
                    <a:pt x="14159" y="14461"/>
                    <a:pt x="12710" y="16395"/>
                    <a:pt x="11530" y="18949"/>
                  </a:cubicBezTo>
                  <a:lnTo>
                    <a:pt x="11530" y="48771"/>
                  </a:lnTo>
                  <a:lnTo>
                    <a:pt x="0" y="48771"/>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94" name="Google Shape;2094;p90"/>
            <p:cNvSpPr/>
            <p:nvPr/>
          </p:nvSpPr>
          <p:spPr>
            <a:xfrm>
              <a:off x="3073947" y="4647646"/>
              <a:ext cx="39915" cy="49520"/>
            </a:xfrm>
            <a:custGeom>
              <a:avLst/>
              <a:gdLst/>
              <a:ahLst/>
              <a:cxnLst/>
              <a:rect l="l" t="t" r="r" b="b"/>
              <a:pathLst>
                <a:path w="39915" h="49520" extrusionOk="0">
                  <a:moveTo>
                    <a:pt x="39915" y="48771"/>
                  </a:moveTo>
                  <a:lnTo>
                    <a:pt x="34735" y="48771"/>
                  </a:lnTo>
                  <a:cubicBezTo>
                    <a:pt x="33644" y="48771"/>
                    <a:pt x="32789" y="48606"/>
                    <a:pt x="32165" y="48285"/>
                  </a:cubicBezTo>
                  <a:cubicBezTo>
                    <a:pt x="31542" y="47956"/>
                    <a:pt x="31075" y="47296"/>
                    <a:pt x="30765" y="46299"/>
                  </a:cubicBezTo>
                  <a:lnTo>
                    <a:pt x="29738" y="42890"/>
                  </a:lnTo>
                  <a:cubicBezTo>
                    <a:pt x="28527" y="43980"/>
                    <a:pt x="27332" y="44936"/>
                    <a:pt x="26167" y="45761"/>
                  </a:cubicBezTo>
                  <a:cubicBezTo>
                    <a:pt x="24998" y="46586"/>
                    <a:pt x="23792" y="47277"/>
                    <a:pt x="22548" y="47837"/>
                  </a:cubicBezTo>
                  <a:cubicBezTo>
                    <a:pt x="21304" y="48401"/>
                    <a:pt x="19982" y="48819"/>
                    <a:pt x="18581" y="49099"/>
                  </a:cubicBezTo>
                  <a:cubicBezTo>
                    <a:pt x="17181" y="49375"/>
                    <a:pt x="15623" y="49521"/>
                    <a:pt x="13913" y="49521"/>
                  </a:cubicBezTo>
                  <a:cubicBezTo>
                    <a:pt x="11888" y="49521"/>
                    <a:pt x="10021" y="49245"/>
                    <a:pt x="8310" y="48700"/>
                  </a:cubicBezTo>
                  <a:cubicBezTo>
                    <a:pt x="6600" y="48151"/>
                    <a:pt x="5128" y="47337"/>
                    <a:pt x="3899" y="46243"/>
                  </a:cubicBezTo>
                  <a:cubicBezTo>
                    <a:pt x="2667" y="45149"/>
                    <a:pt x="1711" y="43790"/>
                    <a:pt x="1023" y="42169"/>
                  </a:cubicBezTo>
                  <a:cubicBezTo>
                    <a:pt x="344" y="40541"/>
                    <a:pt x="0" y="38652"/>
                    <a:pt x="0" y="36501"/>
                  </a:cubicBezTo>
                  <a:cubicBezTo>
                    <a:pt x="0" y="34690"/>
                    <a:pt x="474" y="32902"/>
                    <a:pt x="1423" y="31140"/>
                  </a:cubicBezTo>
                  <a:cubicBezTo>
                    <a:pt x="2372" y="29374"/>
                    <a:pt x="3952" y="27783"/>
                    <a:pt x="6159" y="26360"/>
                  </a:cubicBezTo>
                  <a:cubicBezTo>
                    <a:pt x="8370" y="24945"/>
                    <a:pt x="11313" y="23762"/>
                    <a:pt x="14988" y="22828"/>
                  </a:cubicBezTo>
                  <a:cubicBezTo>
                    <a:pt x="18656" y="21891"/>
                    <a:pt x="23220" y="21421"/>
                    <a:pt x="28666" y="21421"/>
                  </a:cubicBezTo>
                  <a:lnTo>
                    <a:pt x="28666" y="18598"/>
                  </a:lnTo>
                  <a:cubicBezTo>
                    <a:pt x="28666" y="15372"/>
                    <a:pt x="27986" y="12979"/>
                    <a:pt x="26634" y="11425"/>
                  </a:cubicBezTo>
                  <a:cubicBezTo>
                    <a:pt x="25282" y="9876"/>
                    <a:pt x="23310" y="9099"/>
                    <a:pt x="20729" y="9099"/>
                  </a:cubicBezTo>
                  <a:cubicBezTo>
                    <a:pt x="18861" y="9099"/>
                    <a:pt x="17304" y="9320"/>
                    <a:pt x="16060" y="9753"/>
                  </a:cubicBezTo>
                  <a:cubicBezTo>
                    <a:pt x="14817" y="10189"/>
                    <a:pt x="13733" y="10679"/>
                    <a:pt x="12815" y="11224"/>
                  </a:cubicBezTo>
                  <a:cubicBezTo>
                    <a:pt x="11896" y="11769"/>
                    <a:pt x="11048" y="12258"/>
                    <a:pt x="10271" y="12695"/>
                  </a:cubicBezTo>
                  <a:cubicBezTo>
                    <a:pt x="9490" y="13128"/>
                    <a:pt x="8635" y="13348"/>
                    <a:pt x="7701" y="13348"/>
                  </a:cubicBezTo>
                  <a:cubicBezTo>
                    <a:pt x="6921" y="13348"/>
                    <a:pt x="6256" y="13143"/>
                    <a:pt x="5692" y="12740"/>
                  </a:cubicBezTo>
                  <a:cubicBezTo>
                    <a:pt x="5136" y="12340"/>
                    <a:pt x="4684" y="11840"/>
                    <a:pt x="4340" y="11250"/>
                  </a:cubicBezTo>
                  <a:lnTo>
                    <a:pt x="2241" y="7561"/>
                  </a:lnTo>
                  <a:cubicBezTo>
                    <a:pt x="7750" y="2520"/>
                    <a:pt x="14391" y="0"/>
                    <a:pt x="22174" y="0"/>
                  </a:cubicBezTo>
                  <a:cubicBezTo>
                    <a:pt x="24976" y="0"/>
                    <a:pt x="27474" y="459"/>
                    <a:pt x="29667" y="1378"/>
                  </a:cubicBezTo>
                  <a:cubicBezTo>
                    <a:pt x="31863" y="2293"/>
                    <a:pt x="33723" y="3569"/>
                    <a:pt x="35247" y="5201"/>
                  </a:cubicBezTo>
                  <a:cubicBezTo>
                    <a:pt x="36774" y="6837"/>
                    <a:pt x="37932" y="8789"/>
                    <a:pt x="38724" y="11063"/>
                  </a:cubicBezTo>
                  <a:cubicBezTo>
                    <a:pt x="39519" y="13333"/>
                    <a:pt x="39915" y="15820"/>
                    <a:pt x="39915" y="18531"/>
                  </a:cubicBezTo>
                  <a:lnTo>
                    <a:pt x="39915" y="48771"/>
                  </a:lnTo>
                  <a:close/>
                  <a:moveTo>
                    <a:pt x="17506" y="41587"/>
                  </a:moveTo>
                  <a:cubicBezTo>
                    <a:pt x="18690" y="41587"/>
                    <a:pt x="19780" y="41475"/>
                    <a:pt x="20774" y="41266"/>
                  </a:cubicBezTo>
                  <a:cubicBezTo>
                    <a:pt x="21771" y="41049"/>
                    <a:pt x="22712" y="40728"/>
                    <a:pt x="23597" y="40299"/>
                  </a:cubicBezTo>
                  <a:cubicBezTo>
                    <a:pt x="24486" y="39869"/>
                    <a:pt x="25342" y="39343"/>
                    <a:pt x="26167" y="38712"/>
                  </a:cubicBezTo>
                  <a:cubicBezTo>
                    <a:pt x="26992" y="38084"/>
                    <a:pt x="27825" y="37342"/>
                    <a:pt x="28666" y="36483"/>
                  </a:cubicBezTo>
                  <a:lnTo>
                    <a:pt x="28666" y="28470"/>
                  </a:lnTo>
                  <a:cubicBezTo>
                    <a:pt x="25300" y="28470"/>
                    <a:pt x="22492" y="28683"/>
                    <a:pt x="20240" y="29105"/>
                  </a:cubicBezTo>
                  <a:cubicBezTo>
                    <a:pt x="17980" y="29527"/>
                    <a:pt x="16169" y="30068"/>
                    <a:pt x="14798" y="30725"/>
                  </a:cubicBezTo>
                  <a:cubicBezTo>
                    <a:pt x="13431" y="31382"/>
                    <a:pt x="12456" y="32152"/>
                    <a:pt x="11881" y="33033"/>
                  </a:cubicBezTo>
                  <a:cubicBezTo>
                    <a:pt x="11302" y="33906"/>
                    <a:pt x="11018" y="34862"/>
                    <a:pt x="11018" y="35896"/>
                  </a:cubicBezTo>
                  <a:cubicBezTo>
                    <a:pt x="11018" y="37935"/>
                    <a:pt x="11616" y="39391"/>
                    <a:pt x="12815" y="40269"/>
                  </a:cubicBezTo>
                  <a:cubicBezTo>
                    <a:pt x="14013" y="41146"/>
                    <a:pt x="15578" y="41587"/>
                    <a:pt x="17506" y="4158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95" name="Google Shape;2095;p90"/>
            <p:cNvSpPr/>
            <p:nvPr/>
          </p:nvSpPr>
          <p:spPr>
            <a:xfrm>
              <a:off x="3125351" y="4627062"/>
              <a:ext cx="44068" cy="70056"/>
            </a:xfrm>
            <a:custGeom>
              <a:avLst/>
              <a:gdLst/>
              <a:ahLst/>
              <a:cxnLst/>
              <a:rect l="l" t="t" r="r" b="b"/>
              <a:pathLst>
                <a:path w="44068" h="70056" extrusionOk="0">
                  <a:moveTo>
                    <a:pt x="0" y="69355"/>
                  </a:moveTo>
                  <a:lnTo>
                    <a:pt x="0" y="0"/>
                  </a:lnTo>
                  <a:lnTo>
                    <a:pt x="11534" y="0"/>
                  </a:lnTo>
                  <a:lnTo>
                    <a:pt x="11534" y="27350"/>
                  </a:lnTo>
                  <a:cubicBezTo>
                    <a:pt x="13427" y="25326"/>
                    <a:pt x="15578" y="23721"/>
                    <a:pt x="17973" y="22518"/>
                  </a:cubicBezTo>
                  <a:cubicBezTo>
                    <a:pt x="20370" y="21324"/>
                    <a:pt x="23172" y="20722"/>
                    <a:pt x="26376" y="20722"/>
                  </a:cubicBezTo>
                  <a:cubicBezTo>
                    <a:pt x="28991" y="20722"/>
                    <a:pt x="31381" y="21264"/>
                    <a:pt x="33543" y="22335"/>
                  </a:cubicBezTo>
                  <a:cubicBezTo>
                    <a:pt x="35706" y="23407"/>
                    <a:pt x="37573" y="24971"/>
                    <a:pt x="39146" y="27021"/>
                  </a:cubicBezTo>
                  <a:cubicBezTo>
                    <a:pt x="40718" y="29079"/>
                    <a:pt x="41928" y="31614"/>
                    <a:pt x="42787" y="34634"/>
                  </a:cubicBezTo>
                  <a:cubicBezTo>
                    <a:pt x="43643" y="37651"/>
                    <a:pt x="44069" y="41120"/>
                    <a:pt x="44069" y="45040"/>
                  </a:cubicBezTo>
                  <a:cubicBezTo>
                    <a:pt x="44069" y="48621"/>
                    <a:pt x="43590" y="51929"/>
                    <a:pt x="42623" y="54984"/>
                  </a:cubicBezTo>
                  <a:cubicBezTo>
                    <a:pt x="41659" y="58030"/>
                    <a:pt x="40281" y="60674"/>
                    <a:pt x="38492" y="62918"/>
                  </a:cubicBezTo>
                  <a:cubicBezTo>
                    <a:pt x="36703" y="65154"/>
                    <a:pt x="34541" y="66905"/>
                    <a:pt x="32001" y="68167"/>
                  </a:cubicBezTo>
                  <a:cubicBezTo>
                    <a:pt x="29465" y="69426"/>
                    <a:pt x="26626" y="70057"/>
                    <a:pt x="23482" y="70057"/>
                  </a:cubicBezTo>
                  <a:cubicBezTo>
                    <a:pt x="22017" y="70057"/>
                    <a:pt x="20680" y="69907"/>
                    <a:pt x="19470" y="69613"/>
                  </a:cubicBezTo>
                  <a:cubicBezTo>
                    <a:pt x="18253" y="69317"/>
                    <a:pt x="17147" y="68903"/>
                    <a:pt x="16154" y="68376"/>
                  </a:cubicBezTo>
                  <a:cubicBezTo>
                    <a:pt x="15156" y="67846"/>
                    <a:pt x="14230" y="67201"/>
                    <a:pt x="13375" y="66439"/>
                  </a:cubicBezTo>
                  <a:cubicBezTo>
                    <a:pt x="12516" y="65677"/>
                    <a:pt x="11698" y="64826"/>
                    <a:pt x="10921" y="63892"/>
                  </a:cubicBezTo>
                  <a:lnTo>
                    <a:pt x="10409" y="67118"/>
                  </a:lnTo>
                  <a:cubicBezTo>
                    <a:pt x="10223" y="67928"/>
                    <a:pt x="9905" y="68500"/>
                    <a:pt x="9453" y="68843"/>
                  </a:cubicBezTo>
                  <a:cubicBezTo>
                    <a:pt x="9001" y="69183"/>
                    <a:pt x="8389" y="69355"/>
                    <a:pt x="7608" y="69355"/>
                  </a:cubicBezTo>
                  <a:lnTo>
                    <a:pt x="0" y="69355"/>
                  </a:lnTo>
                  <a:close/>
                  <a:moveTo>
                    <a:pt x="22410" y="29683"/>
                  </a:moveTo>
                  <a:cubicBezTo>
                    <a:pt x="20012" y="29683"/>
                    <a:pt x="17965" y="30191"/>
                    <a:pt x="16269" y="31203"/>
                  </a:cubicBezTo>
                  <a:cubicBezTo>
                    <a:pt x="14574" y="32211"/>
                    <a:pt x="12994" y="33638"/>
                    <a:pt x="11534" y="35471"/>
                  </a:cubicBezTo>
                  <a:lnTo>
                    <a:pt x="11534" y="56940"/>
                  </a:lnTo>
                  <a:cubicBezTo>
                    <a:pt x="12837" y="58560"/>
                    <a:pt x="14260" y="59688"/>
                    <a:pt x="15803" y="60323"/>
                  </a:cubicBezTo>
                  <a:cubicBezTo>
                    <a:pt x="17341" y="60961"/>
                    <a:pt x="19015" y="61282"/>
                    <a:pt x="20822" y="61282"/>
                  </a:cubicBezTo>
                  <a:cubicBezTo>
                    <a:pt x="22567" y="61282"/>
                    <a:pt x="24139" y="60954"/>
                    <a:pt x="25540" y="60304"/>
                  </a:cubicBezTo>
                  <a:cubicBezTo>
                    <a:pt x="26940" y="59651"/>
                    <a:pt x="28128" y="58654"/>
                    <a:pt x="29110" y="57317"/>
                  </a:cubicBezTo>
                  <a:cubicBezTo>
                    <a:pt x="30089" y="55977"/>
                    <a:pt x="30839" y="54289"/>
                    <a:pt x="31373" y="52250"/>
                  </a:cubicBezTo>
                  <a:cubicBezTo>
                    <a:pt x="31904" y="50212"/>
                    <a:pt x="32165" y="47811"/>
                    <a:pt x="32165" y="45040"/>
                  </a:cubicBezTo>
                  <a:cubicBezTo>
                    <a:pt x="32165" y="42240"/>
                    <a:pt x="31937" y="39869"/>
                    <a:pt x="31489" y="37920"/>
                  </a:cubicBezTo>
                  <a:cubicBezTo>
                    <a:pt x="31037" y="35979"/>
                    <a:pt x="30391" y="34399"/>
                    <a:pt x="29551" y="33186"/>
                  </a:cubicBezTo>
                  <a:cubicBezTo>
                    <a:pt x="28710" y="31972"/>
                    <a:pt x="27691" y="31084"/>
                    <a:pt x="26492" y="30523"/>
                  </a:cubicBezTo>
                  <a:cubicBezTo>
                    <a:pt x="25293" y="29967"/>
                    <a:pt x="23933" y="29683"/>
                    <a:pt x="22410" y="2968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96" name="Google Shape;2096;p90"/>
            <p:cNvSpPr/>
            <p:nvPr/>
          </p:nvSpPr>
          <p:spPr>
            <a:xfrm>
              <a:off x="3179179" y="4627062"/>
              <a:ext cx="11533" cy="69354"/>
            </a:xfrm>
            <a:custGeom>
              <a:avLst/>
              <a:gdLst/>
              <a:ahLst/>
              <a:cxnLst/>
              <a:rect l="l" t="t" r="r" b="b"/>
              <a:pathLst>
                <a:path w="11533" h="69354" extrusionOk="0">
                  <a:moveTo>
                    <a:pt x="11533" y="0"/>
                  </a:moveTo>
                  <a:lnTo>
                    <a:pt x="11533" y="69355"/>
                  </a:lnTo>
                  <a:lnTo>
                    <a:pt x="0" y="69355"/>
                  </a:lnTo>
                  <a:lnTo>
                    <a:pt x="0" y="0"/>
                  </a:lnTo>
                  <a:lnTo>
                    <a:pt x="11533"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97" name="Google Shape;2097;p90"/>
            <p:cNvSpPr/>
            <p:nvPr/>
          </p:nvSpPr>
          <p:spPr>
            <a:xfrm>
              <a:off x="3200513" y="4647785"/>
              <a:ext cx="43747" cy="49334"/>
            </a:xfrm>
            <a:custGeom>
              <a:avLst/>
              <a:gdLst/>
              <a:ahLst/>
              <a:cxnLst/>
              <a:rect l="l" t="t" r="r" b="b"/>
              <a:pathLst>
                <a:path w="43747" h="49334" extrusionOk="0">
                  <a:moveTo>
                    <a:pt x="23018" y="0"/>
                  </a:moveTo>
                  <a:cubicBezTo>
                    <a:pt x="26033" y="0"/>
                    <a:pt x="28815" y="485"/>
                    <a:pt x="31351" y="1449"/>
                  </a:cubicBezTo>
                  <a:cubicBezTo>
                    <a:pt x="33887" y="2412"/>
                    <a:pt x="36072" y="3820"/>
                    <a:pt x="37910" y="5675"/>
                  </a:cubicBezTo>
                  <a:cubicBezTo>
                    <a:pt x="39743" y="7524"/>
                    <a:pt x="41178" y="9794"/>
                    <a:pt x="42205" y="12486"/>
                  </a:cubicBezTo>
                  <a:cubicBezTo>
                    <a:pt x="43232" y="15178"/>
                    <a:pt x="43747" y="18251"/>
                    <a:pt x="43747" y="21701"/>
                  </a:cubicBezTo>
                  <a:cubicBezTo>
                    <a:pt x="43747" y="22574"/>
                    <a:pt x="43706" y="23299"/>
                    <a:pt x="43628" y="23878"/>
                  </a:cubicBezTo>
                  <a:cubicBezTo>
                    <a:pt x="43553" y="24452"/>
                    <a:pt x="43411" y="24901"/>
                    <a:pt x="43209" y="25229"/>
                  </a:cubicBezTo>
                  <a:cubicBezTo>
                    <a:pt x="43004" y="25554"/>
                    <a:pt x="42735" y="25785"/>
                    <a:pt x="42391" y="25927"/>
                  </a:cubicBezTo>
                  <a:cubicBezTo>
                    <a:pt x="42048" y="26065"/>
                    <a:pt x="41611" y="26136"/>
                    <a:pt x="41084" y="26136"/>
                  </a:cubicBezTo>
                  <a:lnTo>
                    <a:pt x="11485" y="26136"/>
                  </a:lnTo>
                  <a:cubicBezTo>
                    <a:pt x="11829" y="31054"/>
                    <a:pt x="13151" y="34665"/>
                    <a:pt x="15451" y="36964"/>
                  </a:cubicBezTo>
                  <a:cubicBezTo>
                    <a:pt x="17760" y="39272"/>
                    <a:pt x="20807" y="40418"/>
                    <a:pt x="24606" y="40418"/>
                  </a:cubicBezTo>
                  <a:cubicBezTo>
                    <a:pt x="26473" y="40418"/>
                    <a:pt x="28083" y="40205"/>
                    <a:pt x="29435" y="39765"/>
                  </a:cubicBezTo>
                  <a:cubicBezTo>
                    <a:pt x="30791" y="39332"/>
                    <a:pt x="31971" y="38846"/>
                    <a:pt x="32987" y="38320"/>
                  </a:cubicBezTo>
                  <a:cubicBezTo>
                    <a:pt x="33995" y="37790"/>
                    <a:pt x="34881" y="37308"/>
                    <a:pt x="35646" y="36871"/>
                  </a:cubicBezTo>
                  <a:cubicBezTo>
                    <a:pt x="36408" y="36438"/>
                    <a:pt x="37148" y="36218"/>
                    <a:pt x="37861" y="36218"/>
                  </a:cubicBezTo>
                  <a:cubicBezTo>
                    <a:pt x="38328" y="36218"/>
                    <a:pt x="38735" y="36315"/>
                    <a:pt x="39079" y="36498"/>
                  </a:cubicBezTo>
                  <a:cubicBezTo>
                    <a:pt x="39419" y="36684"/>
                    <a:pt x="39714" y="36950"/>
                    <a:pt x="39964" y="37293"/>
                  </a:cubicBezTo>
                  <a:lnTo>
                    <a:pt x="43325" y="41493"/>
                  </a:lnTo>
                  <a:cubicBezTo>
                    <a:pt x="42048"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7" y="49334"/>
                    <a:pt x="17147" y="48778"/>
                    <a:pt x="14286" y="47680"/>
                  </a:cubicBezTo>
                  <a:cubicBezTo>
                    <a:pt x="11421" y="46575"/>
                    <a:pt x="8930" y="44940"/>
                    <a:pt x="6816" y="42778"/>
                  </a:cubicBezTo>
                  <a:cubicBezTo>
                    <a:pt x="4699" y="40616"/>
                    <a:pt x="3033" y="37939"/>
                    <a:pt x="1823" y="34750"/>
                  </a:cubicBezTo>
                  <a:cubicBezTo>
                    <a:pt x="609" y="31558"/>
                    <a:pt x="0" y="27865"/>
                    <a:pt x="0" y="23665"/>
                  </a:cubicBezTo>
                  <a:cubicBezTo>
                    <a:pt x="0" y="20398"/>
                    <a:pt x="527" y="17325"/>
                    <a:pt x="1587" y="14446"/>
                  </a:cubicBezTo>
                  <a:cubicBezTo>
                    <a:pt x="2648" y="11571"/>
                    <a:pt x="4164" y="9066"/>
                    <a:pt x="6140" y="6930"/>
                  </a:cubicBezTo>
                  <a:cubicBezTo>
                    <a:pt x="8116"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6" y="19184"/>
                  </a:cubicBezTo>
                  <a:lnTo>
                    <a:pt x="33379" y="19184"/>
                  </a:lnTo>
                  <a:cubicBezTo>
                    <a:pt x="33379" y="17691"/>
                    <a:pt x="33177" y="16283"/>
                    <a:pt x="32774" y="14961"/>
                  </a:cubicBezTo>
                  <a:cubicBezTo>
                    <a:pt x="32371" y="13636"/>
                    <a:pt x="31747" y="12478"/>
                    <a:pt x="30907" y="11481"/>
                  </a:cubicBezTo>
                  <a:cubicBezTo>
                    <a:pt x="30066" y="10488"/>
                    <a:pt x="29005" y="9704"/>
                    <a:pt x="27732" y="9125"/>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98" name="Google Shape;2098;p90"/>
            <p:cNvSpPr/>
            <p:nvPr/>
          </p:nvSpPr>
          <p:spPr>
            <a:xfrm>
              <a:off x="2494244" y="4728994"/>
              <a:ext cx="45610" cy="68985"/>
            </a:xfrm>
            <a:custGeom>
              <a:avLst/>
              <a:gdLst/>
              <a:ahLst/>
              <a:cxnLst/>
              <a:rect l="l" t="t" r="r" b="b"/>
              <a:pathLst>
                <a:path w="45610" h="68985" extrusionOk="0">
                  <a:moveTo>
                    <a:pt x="41318" y="13024"/>
                  </a:moveTo>
                  <a:cubicBezTo>
                    <a:pt x="40975" y="13707"/>
                    <a:pt x="40577" y="14192"/>
                    <a:pt x="40125" y="14468"/>
                  </a:cubicBezTo>
                  <a:cubicBezTo>
                    <a:pt x="39676" y="14748"/>
                    <a:pt x="39137" y="14890"/>
                    <a:pt x="38517" y="14890"/>
                  </a:cubicBezTo>
                  <a:cubicBezTo>
                    <a:pt x="37893" y="14890"/>
                    <a:pt x="37192" y="14651"/>
                    <a:pt x="36416" y="14166"/>
                  </a:cubicBezTo>
                  <a:cubicBezTo>
                    <a:pt x="35635" y="13684"/>
                    <a:pt x="34720" y="13147"/>
                    <a:pt x="33662" y="12557"/>
                  </a:cubicBezTo>
                  <a:cubicBezTo>
                    <a:pt x="32600" y="11967"/>
                    <a:pt x="31364" y="11429"/>
                    <a:pt x="29949" y="10947"/>
                  </a:cubicBezTo>
                  <a:cubicBezTo>
                    <a:pt x="28534" y="10466"/>
                    <a:pt x="26859" y="10223"/>
                    <a:pt x="24930" y="10223"/>
                  </a:cubicBezTo>
                  <a:cubicBezTo>
                    <a:pt x="23186" y="10223"/>
                    <a:pt x="21669" y="10432"/>
                    <a:pt x="20378" y="10850"/>
                  </a:cubicBezTo>
                  <a:cubicBezTo>
                    <a:pt x="19087" y="11276"/>
                    <a:pt x="17996" y="11859"/>
                    <a:pt x="17110" y="12601"/>
                  </a:cubicBezTo>
                  <a:cubicBezTo>
                    <a:pt x="16224" y="13348"/>
                    <a:pt x="15560" y="14244"/>
                    <a:pt x="15126" y="15286"/>
                  </a:cubicBezTo>
                  <a:cubicBezTo>
                    <a:pt x="14688" y="16328"/>
                    <a:pt x="14473" y="17474"/>
                    <a:pt x="14473" y="18717"/>
                  </a:cubicBezTo>
                  <a:cubicBezTo>
                    <a:pt x="14473" y="20301"/>
                    <a:pt x="14914" y="21626"/>
                    <a:pt x="15804" y="22683"/>
                  </a:cubicBezTo>
                  <a:cubicBezTo>
                    <a:pt x="16691" y="23739"/>
                    <a:pt x="17865" y="24647"/>
                    <a:pt x="19328" y="25393"/>
                  </a:cubicBezTo>
                  <a:cubicBezTo>
                    <a:pt x="20790" y="26136"/>
                    <a:pt x="22457" y="26809"/>
                    <a:pt x="24325" y="27398"/>
                  </a:cubicBezTo>
                  <a:cubicBezTo>
                    <a:pt x="26192" y="27988"/>
                    <a:pt x="28096" y="28619"/>
                    <a:pt x="30043" y="29288"/>
                  </a:cubicBezTo>
                  <a:cubicBezTo>
                    <a:pt x="31988" y="29956"/>
                    <a:pt x="33895" y="30733"/>
                    <a:pt x="35763" y="31621"/>
                  </a:cubicBezTo>
                  <a:cubicBezTo>
                    <a:pt x="37630" y="32510"/>
                    <a:pt x="39293" y="33630"/>
                    <a:pt x="40756" y="34982"/>
                  </a:cubicBezTo>
                  <a:cubicBezTo>
                    <a:pt x="42219" y="36333"/>
                    <a:pt x="43393" y="37995"/>
                    <a:pt x="44283" y="39951"/>
                  </a:cubicBezTo>
                  <a:cubicBezTo>
                    <a:pt x="45170" y="41915"/>
                    <a:pt x="45611" y="44294"/>
                    <a:pt x="45611" y="47094"/>
                  </a:cubicBezTo>
                  <a:cubicBezTo>
                    <a:pt x="45611" y="50145"/>
                    <a:pt x="45089" y="52997"/>
                    <a:pt x="44049" y="55656"/>
                  </a:cubicBezTo>
                  <a:cubicBezTo>
                    <a:pt x="43007" y="58318"/>
                    <a:pt x="41482" y="60637"/>
                    <a:pt x="39472" y="62615"/>
                  </a:cubicBezTo>
                  <a:cubicBezTo>
                    <a:pt x="37466" y="64590"/>
                    <a:pt x="35015" y="66144"/>
                    <a:pt x="32119" y="67283"/>
                  </a:cubicBezTo>
                  <a:cubicBezTo>
                    <a:pt x="29227" y="68414"/>
                    <a:pt x="25911" y="68985"/>
                    <a:pt x="22176" y="68985"/>
                  </a:cubicBezTo>
                  <a:cubicBezTo>
                    <a:pt x="20028" y="68985"/>
                    <a:pt x="17912" y="68772"/>
                    <a:pt x="15826" y="68354"/>
                  </a:cubicBezTo>
                  <a:cubicBezTo>
                    <a:pt x="13740" y="67932"/>
                    <a:pt x="11741" y="67335"/>
                    <a:pt x="9826" y="66554"/>
                  </a:cubicBezTo>
                  <a:cubicBezTo>
                    <a:pt x="7911" y="65778"/>
                    <a:pt x="6124" y="64844"/>
                    <a:pt x="4457" y="63754"/>
                  </a:cubicBezTo>
                  <a:cubicBezTo>
                    <a:pt x="2794" y="62668"/>
                    <a:pt x="1306" y="61454"/>
                    <a:pt x="0" y="60117"/>
                  </a:cubicBezTo>
                  <a:lnTo>
                    <a:pt x="3640" y="54095"/>
                  </a:lnTo>
                  <a:cubicBezTo>
                    <a:pt x="3983" y="53658"/>
                    <a:pt x="4395" y="53292"/>
                    <a:pt x="4877" y="52997"/>
                  </a:cubicBezTo>
                  <a:cubicBezTo>
                    <a:pt x="5362" y="52702"/>
                    <a:pt x="5898" y="52553"/>
                    <a:pt x="6489" y="52553"/>
                  </a:cubicBezTo>
                  <a:cubicBezTo>
                    <a:pt x="7266" y="52553"/>
                    <a:pt x="8108" y="52874"/>
                    <a:pt x="9009" y="53512"/>
                  </a:cubicBezTo>
                  <a:cubicBezTo>
                    <a:pt x="9914" y="54151"/>
                    <a:pt x="10979" y="54857"/>
                    <a:pt x="12208" y="55633"/>
                  </a:cubicBezTo>
                  <a:cubicBezTo>
                    <a:pt x="13437" y="56410"/>
                    <a:pt x="14885" y="57123"/>
                    <a:pt x="16548" y="57758"/>
                  </a:cubicBezTo>
                  <a:cubicBezTo>
                    <a:pt x="18215" y="58396"/>
                    <a:pt x="20214" y="58717"/>
                    <a:pt x="22548" y="58717"/>
                  </a:cubicBezTo>
                  <a:cubicBezTo>
                    <a:pt x="26126" y="58717"/>
                    <a:pt x="28898" y="57866"/>
                    <a:pt x="30861" y="56171"/>
                  </a:cubicBezTo>
                  <a:cubicBezTo>
                    <a:pt x="32819" y="54476"/>
                    <a:pt x="33800" y="52038"/>
                    <a:pt x="33800" y="48868"/>
                  </a:cubicBezTo>
                  <a:cubicBezTo>
                    <a:pt x="33800" y="47094"/>
                    <a:pt x="33356" y="45649"/>
                    <a:pt x="32469" y="44529"/>
                  </a:cubicBezTo>
                  <a:cubicBezTo>
                    <a:pt x="31583" y="43405"/>
                    <a:pt x="30408" y="42464"/>
                    <a:pt x="28946" y="41702"/>
                  </a:cubicBezTo>
                  <a:cubicBezTo>
                    <a:pt x="27483" y="40941"/>
                    <a:pt x="25816" y="40295"/>
                    <a:pt x="23949" y="39765"/>
                  </a:cubicBezTo>
                  <a:cubicBezTo>
                    <a:pt x="22081" y="39238"/>
                    <a:pt x="20185" y="38659"/>
                    <a:pt x="18255" y="38036"/>
                  </a:cubicBezTo>
                  <a:cubicBezTo>
                    <a:pt x="16322" y="37416"/>
                    <a:pt x="14425" y="36669"/>
                    <a:pt x="12558" y="35799"/>
                  </a:cubicBezTo>
                  <a:cubicBezTo>
                    <a:pt x="10691" y="34926"/>
                    <a:pt x="9024" y="33794"/>
                    <a:pt x="7561" y="32394"/>
                  </a:cubicBezTo>
                  <a:cubicBezTo>
                    <a:pt x="6098" y="30994"/>
                    <a:pt x="4924" y="29243"/>
                    <a:pt x="4038" y="27145"/>
                  </a:cubicBezTo>
                  <a:cubicBezTo>
                    <a:pt x="3152" y="25042"/>
                    <a:pt x="2706" y="22451"/>
                    <a:pt x="2706" y="19367"/>
                  </a:cubicBezTo>
                  <a:cubicBezTo>
                    <a:pt x="2706" y="16910"/>
                    <a:pt x="3199" y="14517"/>
                    <a:pt x="4176" y="12183"/>
                  </a:cubicBezTo>
                  <a:cubicBezTo>
                    <a:pt x="5158" y="9850"/>
                    <a:pt x="6591" y="7781"/>
                    <a:pt x="8473" y="5978"/>
                  </a:cubicBezTo>
                  <a:cubicBezTo>
                    <a:pt x="10355" y="4171"/>
                    <a:pt x="12667" y="2722"/>
                    <a:pt x="15407" y="1632"/>
                  </a:cubicBezTo>
                  <a:cubicBezTo>
                    <a:pt x="18146" y="545"/>
                    <a:pt x="21272" y="0"/>
                    <a:pt x="24791" y="0"/>
                  </a:cubicBezTo>
                  <a:cubicBezTo>
                    <a:pt x="28774" y="0"/>
                    <a:pt x="32447" y="624"/>
                    <a:pt x="35806" y="1867"/>
                  </a:cubicBezTo>
                  <a:cubicBezTo>
                    <a:pt x="39169" y="3114"/>
                    <a:pt x="42033" y="4858"/>
                    <a:pt x="44400" y="7094"/>
                  </a:cubicBezTo>
                  <a:lnTo>
                    <a:pt x="41318" y="13024"/>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099" name="Google Shape;2099;p90"/>
            <p:cNvSpPr/>
            <p:nvPr/>
          </p:nvSpPr>
          <p:spPr>
            <a:xfrm>
              <a:off x="2544476" y="4734688"/>
              <a:ext cx="32633" cy="63291"/>
            </a:xfrm>
            <a:custGeom>
              <a:avLst/>
              <a:gdLst/>
              <a:ahLst/>
              <a:cxnLst/>
              <a:rect l="l" t="t" r="r" b="b"/>
              <a:pathLst>
                <a:path w="32633" h="63291" extrusionOk="0">
                  <a:moveTo>
                    <a:pt x="20075" y="63291"/>
                  </a:moveTo>
                  <a:cubicBezTo>
                    <a:pt x="15935" y="63291"/>
                    <a:pt x="12748" y="62115"/>
                    <a:pt x="10505" y="59763"/>
                  </a:cubicBezTo>
                  <a:cubicBezTo>
                    <a:pt x="8265" y="57414"/>
                    <a:pt x="7145" y="54173"/>
                    <a:pt x="7145" y="50036"/>
                  </a:cubicBezTo>
                  <a:lnTo>
                    <a:pt x="7145" y="23291"/>
                  </a:lnTo>
                  <a:lnTo>
                    <a:pt x="2287" y="23291"/>
                  </a:lnTo>
                  <a:cubicBezTo>
                    <a:pt x="1667" y="23291"/>
                    <a:pt x="1127" y="23090"/>
                    <a:pt x="679" y="22686"/>
                  </a:cubicBezTo>
                  <a:cubicBezTo>
                    <a:pt x="226" y="22279"/>
                    <a:pt x="0" y="21674"/>
                    <a:pt x="0" y="20864"/>
                  </a:cubicBezTo>
                  <a:lnTo>
                    <a:pt x="0" y="16290"/>
                  </a:lnTo>
                  <a:lnTo>
                    <a:pt x="7703" y="15032"/>
                  </a:lnTo>
                  <a:lnTo>
                    <a:pt x="10132" y="1964"/>
                  </a:lnTo>
                  <a:cubicBezTo>
                    <a:pt x="10257" y="1340"/>
                    <a:pt x="10545" y="859"/>
                    <a:pt x="10997" y="515"/>
                  </a:cubicBezTo>
                  <a:cubicBezTo>
                    <a:pt x="11446" y="172"/>
                    <a:pt x="12015" y="0"/>
                    <a:pt x="12700" y="0"/>
                  </a:cubicBezTo>
                  <a:lnTo>
                    <a:pt x="18675" y="0"/>
                  </a:lnTo>
                  <a:lnTo>
                    <a:pt x="18675" y="15073"/>
                  </a:lnTo>
                  <a:lnTo>
                    <a:pt x="31280" y="15073"/>
                  </a:lnTo>
                  <a:lnTo>
                    <a:pt x="31280" y="23291"/>
                  </a:lnTo>
                  <a:lnTo>
                    <a:pt x="18675" y="23291"/>
                  </a:lnTo>
                  <a:lnTo>
                    <a:pt x="18675" y="49241"/>
                  </a:lnTo>
                  <a:cubicBezTo>
                    <a:pt x="18675" y="50734"/>
                    <a:pt x="19050" y="51903"/>
                    <a:pt x="19794" y="52739"/>
                  </a:cubicBezTo>
                  <a:cubicBezTo>
                    <a:pt x="20542" y="53579"/>
                    <a:pt x="21538" y="54002"/>
                    <a:pt x="22785" y="54002"/>
                  </a:cubicBezTo>
                  <a:cubicBezTo>
                    <a:pt x="23500" y="54002"/>
                    <a:pt x="24099" y="53916"/>
                    <a:pt x="24580" y="53744"/>
                  </a:cubicBezTo>
                  <a:cubicBezTo>
                    <a:pt x="25065" y="53572"/>
                    <a:pt x="25485" y="53393"/>
                    <a:pt x="25842" y="53206"/>
                  </a:cubicBezTo>
                  <a:cubicBezTo>
                    <a:pt x="26199" y="53023"/>
                    <a:pt x="26520" y="52844"/>
                    <a:pt x="26797" y="52672"/>
                  </a:cubicBezTo>
                  <a:cubicBezTo>
                    <a:pt x="27078" y="52501"/>
                    <a:pt x="27359" y="52411"/>
                    <a:pt x="27640" y="52411"/>
                  </a:cubicBezTo>
                  <a:cubicBezTo>
                    <a:pt x="27983" y="52411"/>
                    <a:pt x="28260" y="52501"/>
                    <a:pt x="28479" y="52672"/>
                  </a:cubicBezTo>
                  <a:cubicBezTo>
                    <a:pt x="28698" y="52844"/>
                    <a:pt x="28931" y="53098"/>
                    <a:pt x="29179" y="53441"/>
                  </a:cubicBezTo>
                  <a:lnTo>
                    <a:pt x="32633" y="59042"/>
                  </a:lnTo>
                  <a:cubicBezTo>
                    <a:pt x="30956" y="60442"/>
                    <a:pt x="29022" y="61499"/>
                    <a:pt x="26845" y="62212"/>
                  </a:cubicBezTo>
                  <a:cubicBezTo>
                    <a:pt x="24667" y="62933"/>
                    <a:pt x="22410" y="63291"/>
                    <a:pt x="20075" y="63291"/>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00" name="Google Shape;2100;p90"/>
            <p:cNvSpPr/>
            <p:nvPr/>
          </p:nvSpPr>
          <p:spPr>
            <a:xfrm>
              <a:off x="2581640" y="4748596"/>
              <a:ext cx="47386" cy="49334"/>
            </a:xfrm>
            <a:custGeom>
              <a:avLst/>
              <a:gdLst/>
              <a:ahLst/>
              <a:cxnLst/>
              <a:rect l="l" t="t" r="r" b="b"/>
              <a:pathLst>
                <a:path w="47386" h="49334" extrusionOk="0">
                  <a:moveTo>
                    <a:pt x="23763" y="0"/>
                  </a:moveTo>
                  <a:cubicBezTo>
                    <a:pt x="27341" y="0"/>
                    <a:pt x="30587" y="575"/>
                    <a:pt x="33498" y="1729"/>
                  </a:cubicBezTo>
                  <a:cubicBezTo>
                    <a:pt x="36409" y="2879"/>
                    <a:pt x="38889" y="4514"/>
                    <a:pt x="40942" y="6628"/>
                  </a:cubicBezTo>
                  <a:cubicBezTo>
                    <a:pt x="42999" y="8745"/>
                    <a:pt x="44586" y="11328"/>
                    <a:pt x="45706" y="14379"/>
                  </a:cubicBezTo>
                  <a:cubicBezTo>
                    <a:pt x="46825" y="17426"/>
                    <a:pt x="47387" y="20834"/>
                    <a:pt x="47387" y="24598"/>
                  </a:cubicBezTo>
                  <a:cubicBezTo>
                    <a:pt x="47387" y="28392"/>
                    <a:pt x="46825" y="31816"/>
                    <a:pt x="45706" y="34866"/>
                  </a:cubicBezTo>
                  <a:cubicBezTo>
                    <a:pt x="44586" y="37913"/>
                    <a:pt x="42999" y="40515"/>
                    <a:pt x="40942" y="42662"/>
                  </a:cubicBezTo>
                  <a:cubicBezTo>
                    <a:pt x="38889" y="44805"/>
                    <a:pt x="36409" y="46456"/>
                    <a:pt x="33498" y="47606"/>
                  </a:cubicBezTo>
                  <a:cubicBezTo>
                    <a:pt x="30587" y="48759"/>
                    <a:pt x="27341" y="49334"/>
                    <a:pt x="23763" y="49334"/>
                  </a:cubicBezTo>
                  <a:cubicBezTo>
                    <a:pt x="20185" y="49334"/>
                    <a:pt x="16931" y="48759"/>
                    <a:pt x="14006" y="47606"/>
                  </a:cubicBezTo>
                  <a:cubicBezTo>
                    <a:pt x="11081" y="46456"/>
                    <a:pt x="8582" y="44805"/>
                    <a:pt x="6511" y="42662"/>
                  </a:cubicBezTo>
                  <a:cubicBezTo>
                    <a:pt x="4443" y="40515"/>
                    <a:pt x="2838" y="37913"/>
                    <a:pt x="1704" y="34866"/>
                  </a:cubicBezTo>
                  <a:cubicBezTo>
                    <a:pt x="565" y="31816"/>
                    <a:pt x="0" y="28392"/>
                    <a:pt x="0" y="24598"/>
                  </a:cubicBezTo>
                  <a:cubicBezTo>
                    <a:pt x="0" y="20834"/>
                    <a:pt x="565" y="17426"/>
                    <a:pt x="1704" y="14379"/>
                  </a:cubicBezTo>
                  <a:cubicBezTo>
                    <a:pt x="2838" y="11328"/>
                    <a:pt x="4443" y="8745"/>
                    <a:pt x="6511" y="6628"/>
                  </a:cubicBezTo>
                  <a:cubicBezTo>
                    <a:pt x="8582" y="4514"/>
                    <a:pt x="11081" y="2879"/>
                    <a:pt x="14006" y="1729"/>
                  </a:cubicBezTo>
                  <a:cubicBezTo>
                    <a:pt x="16931" y="575"/>
                    <a:pt x="20185" y="0"/>
                    <a:pt x="23763" y="0"/>
                  </a:cubicBezTo>
                  <a:close/>
                  <a:moveTo>
                    <a:pt x="23763" y="40467"/>
                  </a:moveTo>
                  <a:cubicBezTo>
                    <a:pt x="27746" y="40467"/>
                    <a:pt x="30697" y="39126"/>
                    <a:pt x="32612" y="36453"/>
                  </a:cubicBezTo>
                  <a:cubicBezTo>
                    <a:pt x="34523" y="33776"/>
                    <a:pt x="35482" y="29855"/>
                    <a:pt x="35482" y="24692"/>
                  </a:cubicBezTo>
                  <a:cubicBezTo>
                    <a:pt x="35482" y="19524"/>
                    <a:pt x="34523" y="15592"/>
                    <a:pt x="32612" y="12882"/>
                  </a:cubicBezTo>
                  <a:cubicBezTo>
                    <a:pt x="30697" y="10178"/>
                    <a:pt x="27746" y="8823"/>
                    <a:pt x="23763" y="8823"/>
                  </a:cubicBezTo>
                  <a:cubicBezTo>
                    <a:pt x="19718" y="8823"/>
                    <a:pt x="16727" y="10186"/>
                    <a:pt x="14797" y="12908"/>
                  </a:cubicBezTo>
                  <a:cubicBezTo>
                    <a:pt x="12868" y="15630"/>
                    <a:pt x="11905" y="19558"/>
                    <a:pt x="11905" y="24692"/>
                  </a:cubicBezTo>
                  <a:cubicBezTo>
                    <a:pt x="11905" y="29825"/>
                    <a:pt x="12868" y="33738"/>
                    <a:pt x="14797" y="36430"/>
                  </a:cubicBezTo>
                  <a:cubicBezTo>
                    <a:pt x="16727" y="39123"/>
                    <a:pt x="19718" y="40467"/>
                    <a:pt x="23763" y="4046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01" name="Google Shape;2101;p90"/>
            <p:cNvSpPr/>
            <p:nvPr/>
          </p:nvSpPr>
          <p:spPr>
            <a:xfrm>
              <a:off x="2638039" y="4748458"/>
              <a:ext cx="30532" cy="48770"/>
            </a:xfrm>
            <a:custGeom>
              <a:avLst/>
              <a:gdLst/>
              <a:ahLst/>
              <a:cxnLst/>
              <a:rect l="l" t="t" r="r" b="b"/>
              <a:pathLst>
                <a:path w="30532" h="48770" extrusionOk="0">
                  <a:moveTo>
                    <a:pt x="0" y="48771"/>
                  </a:moveTo>
                  <a:lnTo>
                    <a:pt x="0" y="885"/>
                  </a:lnTo>
                  <a:lnTo>
                    <a:pt x="6770" y="885"/>
                  </a:lnTo>
                  <a:cubicBezTo>
                    <a:pt x="7951" y="885"/>
                    <a:pt x="8776" y="1105"/>
                    <a:pt x="9242" y="1538"/>
                  </a:cubicBezTo>
                  <a:cubicBezTo>
                    <a:pt x="9709" y="1975"/>
                    <a:pt x="10019" y="2722"/>
                    <a:pt x="10176" y="3782"/>
                  </a:cubicBezTo>
                  <a:lnTo>
                    <a:pt x="10876" y="9566"/>
                  </a:lnTo>
                  <a:cubicBezTo>
                    <a:pt x="12587" y="6609"/>
                    <a:pt x="14597" y="4275"/>
                    <a:pt x="16898" y="2565"/>
                  </a:cubicBezTo>
                  <a:cubicBezTo>
                    <a:pt x="19204" y="855"/>
                    <a:pt x="21786" y="0"/>
                    <a:pt x="24649" y="0"/>
                  </a:cubicBezTo>
                  <a:cubicBezTo>
                    <a:pt x="27013" y="0"/>
                    <a:pt x="28975" y="541"/>
                    <a:pt x="30532" y="1632"/>
                  </a:cubicBezTo>
                  <a:lnTo>
                    <a:pt x="29037" y="10268"/>
                  </a:lnTo>
                  <a:cubicBezTo>
                    <a:pt x="28946" y="10828"/>
                    <a:pt x="28741" y="11224"/>
                    <a:pt x="28431" y="11455"/>
                  </a:cubicBezTo>
                  <a:cubicBezTo>
                    <a:pt x="28118" y="11691"/>
                    <a:pt x="27698" y="11806"/>
                    <a:pt x="27169" y="11806"/>
                  </a:cubicBezTo>
                  <a:cubicBezTo>
                    <a:pt x="26703" y="11806"/>
                    <a:pt x="26064" y="11702"/>
                    <a:pt x="25254" y="11481"/>
                  </a:cubicBezTo>
                  <a:cubicBezTo>
                    <a:pt x="24445" y="11261"/>
                    <a:pt x="23372" y="11153"/>
                    <a:pt x="22034" y="11153"/>
                  </a:cubicBezTo>
                  <a:cubicBezTo>
                    <a:pt x="19638" y="11153"/>
                    <a:pt x="17584" y="11818"/>
                    <a:pt x="15873" y="13135"/>
                  </a:cubicBezTo>
                  <a:cubicBezTo>
                    <a:pt x="14159" y="14461"/>
                    <a:pt x="12711" y="16395"/>
                    <a:pt x="11529" y="18949"/>
                  </a:cubicBezTo>
                  <a:lnTo>
                    <a:pt x="11529" y="48771"/>
                  </a:lnTo>
                  <a:lnTo>
                    <a:pt x="0" y="48771"/>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02" name="Google Shape;2102;p90"/>
            <p:cNvSpPr/>
            <p:nvPr/>
          </p:nvSpPr>
          <p:spPr>
            <a:xfrm>
              <a:off x="2672445" y="4748458"/>
              <a:ext cx="39915" cy="49520"/>
            </a:xfrm>
            <a:custGeom>
              <a:avLst/>
              <a:gdLst/>
              <a:ahLst/>
              <a:cxnLst/>
              <a:rect l="l" t="t" r="r" b="b"/>
              <a:pathLst>
                <a:path w="39915" h="49520" extrusionOk="0">
                  <a:moveTo>
                    <a:pt x="39916" y="48771"/>
                  </a:moveTo>
                  <a:lnTo>
                    <a:pt x="34735" y="48771"/>
                  </a:lnTo>
                  <a:cubicBezTo>
                    <a:pt x="33645" y="48771"/>
                    <a:pt x="32789" y="48606"/>
                    <a:pt x="32166" y="48285"/>
                  </a:cubicBezTo>
                  <a:cubicBezTo>
                    <a:pt x="31542" y="47956"/>
                    <a:pt x="31075" y="47296"/>
                    <a:pt x="30765" y="46299"/>
                  </a:cubicBezTo>
                  <a:lnTo>
                    <a:pt x="29738" y="42890"/>
                  </a:lnTo>
                  <a:cubicBezTo>
                    <a:pt x="28528" y="43980"/>
                    <a:pt x="27333" y="44936"/>
                    <a:pt x="26167" y="45761"/>
                  </a:cubicBezTo>
                  <a:cubicBezTo>
                    <a:pt x="24998" y="46586"/>
                    <a:pt x="23792" y="47277"/>
                    <a:pt x="22548" y="47837"/>
                  </a:cubicBezTo>
                  <a:cubicBezTo>
                    <a:pt x="21304" y="48401"/>
                    <a:pt x="19982" y="48819"/>
                    <a:pt x="18582" y="49099"/>
                  </a:cubicBezTo>
                  <a:cubicBezTo>
                    <a:pt x="17181" y="49375"/>
                    <a:pt x="15624" y="49521"/>
                    <a:pt x="13913" y="49521"/>
                  </a:cubicBezTo>
                  <a:cubicBezTo>
                    <a:pt x="11889" y="49521"/>
                    <a:pt x="10021" y="49245"/>
                    <a:pt x="8311" y="48700"/>
                  </a:cubicBezTo>
                  <a:cubicBezTo>
                    <a:pt x="6598" y="48151"/>
                    <a:pt x="5128" y="47337"/>
                    <a:pt x="3899" y="46243"/>
                  </a:cubicBezTo>
                  <a:cubicBezTo>
                    <a:pt x="2666" y="45149"/>
                    <a:pt x="1711" y="43790"/>
                    <a:pt x="1025" y="42169"/>
                  </a:cubicBezTo>
                  <a:cubicBezTo>
                    <a:pt x="343" y="40541"/>
                    <a:pt x="0" y="38652"/>
                    <a:pt x="0" y="36501"/>
                  </a:cubicBezTo>
                  <a:cubicBezTo>
                    <a:pt x="0" y="34690"/>
                    <a:pt x="474" y="32902"/>
                    <a:pt x="1423" y="31140"/>
                  </a:cubicBezTo>
                  <a:cubicBezTo>
                    <a:pt x="2371" y="29374"/>
                    <a:pt x="3950" y="27783"/>
                    <a:pt x="6160" y="26360"/>
                  </a:cubicBezTo>
                  <a:cubicBezTo>
                    <a:pt x="8370" y="24945"/>
                    <a:pt x="11313" y="23762"/>
                    <a:pt x="14989" y="22828"/>
                  </a:cubicBezTo>
                  <a:cubicBezTo>
                    <a:pt x="18656" y="21891"/>
                    <a:pt x="23220" y="21421"/>
                    <a:pt x="28666" y="21421"/>
                  </a:cubicBezTo>
                  <a:lnTo>
                    <a:pt x="28666" y="18598"/>
                  </a:lnTo>
                  <a:cubicBezTo>
                    <a:pt x="28666" y="15372"/>
                    <a:pt x="27986" y="12979"/>
                    <a:pt x="26634" y="11425"/>
                  </a:cubicBezTo>
                  <a:cubicBezTo>
                    <a:pt x="25278" y="9876"/>
                    <a:pt x="23310" y="9099"/>
                    <a:pt x="20729" y="9099"/>
                  </a:cubicBezTo>
                  <a:cubicBezTo>
                    <a:pt x="18862" y="9099"/>
                    <a:pt x="17304" y="9320"/>
                    <a:pt x="16061" y="9753"/>
                  </a:cubicBezTo>
                  <a:cubicBezTo>
                    <a:pt x="14817" y="10189"/>
                    <a:pt x="13734" y="10679"/>
                    <a:pt x="12815" y="11224"/>
                  </a:cubicBezTo>
                  <a:cubicBezTo>
                    <a:pt x="11896" y="11769"/>
                    <a:pt x="11048" y="12258"/>
                    <a:pt x="10271" y="12695"/>
                  </a:cubicBezTo>
                  <a:cubicBezTo>
                    <a:pt x="9491" y="13128"/>
                    <a:pt x="8636" y="13348"/>
                    <a:pt x="7703" y="13348"/>
                  </a:cubicBezTo>
                  <a:cubicBezTo>
                    <a:pt x="6923" y="13348"/>
                    <a:pt x="6255" y="13143"/>
                    <a:pt x="5694" y="12740"/>
                  </a:cubicBezTo>
                  <a:cubicBezTo>
                    <a:pt x="5136" y="12340"/>
                    <a:pt x="4683" y="11840"/>
                    <a:pt x="4340" y="11250"/>
                  </a:cubicBezTo>
                  <a:lnTo>
                    <a:pt x="2239" y="7561"/>
                  </a:lnTo>
                  <a:cubicBezTo>
                    <a:pt x="7751" y="2520"/>
                    <a:pt x="14391" y="0"/>
                    <a:pt x="22175" y="0"/>
                  </a:cubicBezTo>
                  <a:cubicBezTo>
                    <a:pt x="24976" y="0"/>
                    <a:pt x="27475" y="459"/>
                    <a:pt x="29667" y="1378"/>
                  </a:cubicBezTo>
                  <a:cubicBezTo>
                    <a:pt x="31863" y="2293"/>
                    <a:pt x="33723" y="3569"/>
                    <a:pt x="35247" y="5201"/>
                  </a:cubicBezTo>
                  <a:cubicBezTo>
                    <a:pt x="36775" y="6837"/>
                    <a:pt x="37932" y="8789"/>
                    <a:pt x="38724" y="11063"/>
                  </a:cubicBezTo>
                  <a:cubicBezTo>
                    <a:pt x="39520" y="13333"/>
                    <a:pt x="39916" y="15820"/>
                    <a:pt x="39916" y="18531"/>
                  </a:cubicBezTo>
                  <a:lnTo>
                    <a:pt x="39916" y="48771"/>
                  </a:lnTo>
                  <a:close/>
                  <a:moveTo>
                    <a:pt x="17506" y="41587"/>
                  </a:moveTo>
                  <a:cubicBezTo>
                    <a:pt x="18690" y="41587"/>
                    <a:pt x="19781" y="41475"/>
                    <a:pt x="20774" y="41266"/>
                  </a:cubicBezTo>
                  <a:cubicBezTo>
                    <a:pt x="21771" y="41049"/>
                    <a:pt x="22713" y="40728"/>
                    <a:pt x="23598" y="40299"/>
                  </a:cubicBezTo>
                  <a:cubicBezTo>
                    <a:pt x="24487" y="39869"/>
                    <a:pt x="25342" y="39343"/>
                    <a:pt x="26167" y="38712"/>
                  </a:cubicBezTo>
                  <a:cubicBezTo>
                    <a:pt x="26989" y="38084"/>
                    <a:pt x="27826" y="37342"/>
                    <a:pt x="28666" y="36483"/>
                  </a:cubicBezTo>
                  <a:lnTo>
                    <a:pt x="28666" y="28470"/>
                  </a:lnTo>
                  <a:cubicBezTo>
                    <a:pt x="25301" y="28470"/>
                    <a:pt x="22492" y="28683"/>
                    <a:pt x="20240" y="29105"/>
                  </a:cubicBezTo>
                  <a:cubicBezTo>
                    <a:pt x="17980" y="29527"/>
                    <a:pt x="16169" y="30068"/>
                    <a:pt x="14798" y="30725"/>
                  </a:cubicBezTo>
                  <a:cubicBezTo>
                    <a:pt x="13431" y="31382"/>
                    <a:pt x="12456" y="32152"/>
                    <a:pt x="11881" y="33033"/>
                  </a:cubicBezTo>
                  <a:cubicBezTo>
                    <a:pt x="11302" y="33906"/>
                    <a:pt x="11018" y="34862"/>
                    <a:pt x="11018" y="35896"/>
                  </a:cubicBezTo>
                  <a:cubicBezTo>
                    <a:pt x="11018" y="37935"/>
                    <a:pt x="11616" y="39391"/>
                    <a:pt x="12815" y="40269"/>
                  </a:cubicBezTo>
                  <a:cubicBezTo>
                    <a:pt x="14014" y="41146"/>
                    <a:pt x="15579" y="41587"/>
                    <a:pt x="17506" y="4158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03" name="Google Shape;2103;p90"/>
            <p:cNvSpPr/>
            <p:nvPr/>
          </p:nvSpPr>
          <p:spPr>
            <a:xfrm>
              <a:off x="2719043" y="4748507"/>
              <a:ext cx="45752" cy="65572"/>
            </a:xfrm>
            <a:custGeom>
              <a:avLst/>
              <a:gdLst/>
              <a:ahLst/>
              <a:cxnLst/>
              <a:rect l="l" t="t" r="r" b="b"/>
              <a:pathLst>
                <a:path w="45752" h="65572" extrusionOk="0">
                  <a:moveTo>
                    <a:pt x="21241" y="0"/>
                  </a:moveTo>
                  <a:cubicBezTo>
                    <a:pt x="23295" y="0"/>
                    <a:pt x="25222" y="205"/>
                    <a:pt x="27030" y="631"/>
                  </a:cubicBezTo>
                  <a:cubicBezTo>
                    <a:pt x="28834" y="1049"/>
                    <a:pt x="30485" y="1662"/>
                    <a:pt x="31979" y="2472"/>
                  </a:cubicBezTo>
                  <a:lnTo>
                    <a:pt x="45753" y="2472"/>
                  </a:lnTo>
                  <a:lnTo>
                    <a:pt x="45753" y="6766"/>
                  </a:lnTo>
                  <a:cubicBezTo>
                    <a:pt x="45753" y="7479"/>
                    <a:pt x="45562" y="8043"/>
                    <a:pt x="45189" y="8446"/>
                  </a:cubicBezTo>
                  <a:cubicBezTo>
                    <a:pt x="44819" y="8853"/>
                    <a:pt x="44181" y="9129"/>
                    <a:pt x="43273" y="9286"/>
                  </a:cubicBezTo>
                  <a:lnTo>
                    <a:pt x="38982" y="10081"/>
                  </a:lnTo>
                  <a:cubicBezTo>
                    <a:pt x="39292" y="10891"/>
                    <a:pt x="39531" y="11743"/>
                    <a:pt x="39702" y="12646"/>
                  </a:cubicBezTo>
                  <a:cubicBezTo>
                    <a:pt x="39874" y="13546"/>
                    <a:pt x="39960" y="14495"/>
                    <a:pt x="39960" y="15491"/>
                  </a:cubicBezTo>
                  <a:cubicBezTo>
                    <a:pt x="39960" y="17859"/>
                    <a:pt x="39486" y="19998"/>
                    <a:pt x="38537" y="21910"/>
                  </a:cubicBezTo>
                  <a:cubicBezTo>
                    <a:pt x="37588" y="23821"/>
                    <a:pt x="36277" y="25450"/>
                    <a:pt x="34615" y="26786"/>
                  </a:cubicBezTo>
                  <a:cubicBezTo>
                    <a:pt x="32950" y="28127"/>
                    <a:pt x="30970" y="29161"/>
                    <a:pt x="28684" y="29889"/>
                  </a:cubicBezTo>
                  <a:cubicBezTo>
                    <a:pt x="26399" y="30624"/>
                    <a:pt x="23915" y="30987"/>
                    <a:pt x="21241" y="30987"/>
                  </a:cubicBezTo>
                  <a:cubicBezTo>
                    <a:pt x="19437" y="30987"/>
                    <a:pt x="17674" y="30815"/>
                    <a:pt x="15963" y="30475"/>
                  </a:cubicBezTo>
                  <a:cubicBezTo>
                    <a:pt x="14473" y="31386"/>
                    <a:pt x="13722" y="32402"/>
                    <a:pt x="13722" y="33529"/>
                  </a:cubicBezTo>
                  <a:cubicBezTo>
                    <a:pt x="13722" y="34504"/>
                    <a:pt x="14163" y="35213"/>
                    <a:pt x="15056" y="35669"/>
                  </a:cubicBezTo>
                  <a:cubicBezTo>
                    <a:pt x="15941" y="36124"/>
                    <a:pt x="17110" y="36445"/>
                    <a:pt x="18555" y="36632"/>
                  </a:cubicBezTo>
                  <a:cubicBezTo>
                    <a:pt x="20001" y="36822"/>
                    <a:pt x="21640" y="36916"/>
                    <a:pt x="23482" y="36916"/>
                  </a:cubicBezTo>
                  <a:cubicBezTo>
                    <a:pt x="25315" y="36916"/>
                    <a:pt x="27202" y="36994"/>
                    <a:pt x="29129" y="37151"/>
                  </a:cubicBezTo>
                  <a:cubicBezTo>
                    <a:pt x="31060" y="37308"/>
                    <a:pt x="32942" y="37580"/>
                    <a:pt x="34780" y="37969"/>
                  </a:cubicBezTo>
                  <a:cubicBezTo>
                    <a:pt x="36614" y="38361"/>
                    <a:pt x="38257" y="38977"/>
                    <a:pt x="39702" y="39821"/>
                  </a:cubicBezTo>
                  <a:cubicBezTo>
                    <a:pt x="41152" y="40661"/>
                    <a:pt x="42321" y="41811"/>
                    <a:pt x="43206" y="43259"/>
                  </a:cubicBezTo>
                  <a:cubicBezTo>
                    <a:pt x="44091" y="44712"/>
                    <a:pt x="44535" y="46575"/>
                    <a:pt x="44535" y="48856"/>
                  </a:cubicBezTo>
                  <a:cubicBezTo>
                    <a:pt x="44535" y="50977"/>
                    <a:pt x="44016" y="53038"/>
                    <a:pt x="42970" y="55036"/>
                  </a:cubicBezTo>
                  <a:cubicBezTo>
                    <a:pt x="41928" y="57033"/>
                    <a:pt x="40419" y="58814"/>
                    <a:pt x="38440" y="60371"/>
                  </a:cubicBezTo>
                  <a:cubicBezTo>
                    <a:pt x="36464" y="61932"/>
                    <a:pt x="34048" y="63190"/>
                    <a:pt x="31183" y="64142"/>
                  </a:cubicBezTo>
                  <a:cubicBezTo>
                    <a:pt x="28322" y="65095"/>
                    <a:pt x="25054" y="65572"/>
                    <a:pt x="21379" y="65572"/>
                  </a:cubicBezTo>
                  <a:cubicBezTo>
                    <a:pt x="17741" y="65572"/>
                    <a:pt x="14577" y="65222"/>
                    <a:pt x="11903" y="64523"/>
                  </a:cubicBezTo>
                  <a:cubicBezTo>
                    <a:pt x="9225" y="63821"/>
                    <a:pt x="7007" y="62888"/>
                    <a:pt x="5251" y="61723"/>
                  </a:cubicBezTo>
                  <a:cubicBezTo>
                    <a:pt x="3488" y="60554"/>
                    <a:pt x="2177" y="59210"/>
                    <a:pt x="1303" y="57687"/>
                  </a:cubicBezTo>
                  <a:cubicBezTo>
                    <a:pt x="433" y="56160"/>
                    <a:pt x="0" y="54573"/>
                    <a:pt x="0" y="52922"/>
                  </a:cubicBezTo>
                  <a:cubicBezTo>
                    <a:pt x="0" y="50686"/>
                    <a:pt x="680" y="48800"/>
                    <a:pt x="2050" y="47277"/>
                  </a:cubicBezTo>
                  <a:cubicBezTo>
                    <a:pt x="3421" y="45750"/>
                    <a:pt x="5319" y="44537"/>
                    <a:pt x="7746" y="43637"/>
                  </a:cubicBezTo>
                  <a:cubicBezTo>
                    <a:pt x="6562" y="42983"/>
                    <a:pt x="5614" y="42113"/>
                    <a:pt x="4900" y="41023"/>
                  </a:cubicBezTo>
                  <a:cubicBezTo>
                    <a:pt x="4183" y="39933"/>
                    <a:pt x="3825" y="38518"/>
                    <a:pt x="3825" y="36774"/>
                  </a:cubicBezTo>
                  <a:cubicBezTo>
                    <a:pt x="3825" y="36061"/>
                    <a:pt x="3948" y="35322"/>
                    <a:pt x="4202" y="34556"/>
                  </a:cubicBezTo>
                  <a:cubicBezTo>
                    <a:pt x="4448" y="33794"/>
                    <a:pt x="4826" y="33040"/>
                    <a:pt x="5341" y="32293"/>
                  </a:cubicBezTo>
                  <a:cubicBezTo>
                    <a:pt x="5856" y="31550"/>
                    <a:pt x="6503" y="30841"/>
                    <a:pt x="7279" y="30173"/>
                  </a:cubicBezTo>
                  <a:cubicBezTo>
                    <a:pt x="8060" y="29504"/>
                    <a:pt x="8975" y="28903"/>
                    <a:pt x="10036" y="28373"/>
                  </a:cubicBezTo>
                  <a:cubicBezTo>
                    <a:pt x="7608" y="27070"/>
                    <a:pt x="5700" y="25326"/>
                    <a:pt x="4318" y="23149"/>
                  </a:cubicBezTo>
                  <a:cubicBezTo>
                    <a:pt x="2932" y="20969"/>
                    <a:pt x="2237" y="18419"/>
                    <a:pt x="2237" y="15491"/>
                  </a:cubicBezTo>
                  <a:cubicBezTo>
                    <a:pt x="2237" y="13128"/>
                    <a:pt x="2712" y="10988"/>
                    <a:pt x="3660" y="9073"/>
                  </a:cubicBezTo>
                  <a:cubicBezTo>
                    <a:pt x="4613" y="7165"/>
                    <a:pt x="5931" y="5530"/>
                    <a:pt x="7627" y="4175"/>
                  </a:cubicBezTo>
                  <a:cubicBezTo>
                    <a:pt x="9326" y="2819"/>
                    <a:pt x="11336" y="1788"/>
                    <a:pt x="13655" y="1072"/>
                  </a:cubicBezTo>
                  <a:cubicBezTo>
                    <a:pt x="15971" y="355"/>
                    <a:pt x="18503" y="0"/>
                    <a:pt x="21241" y="0"/>
                  </a:cubicBezTo>
                  <a:close/>
                  <a:moveTo>
                    <a:pt x="33891" y="50731"/>
                  </a:moveTo>
                  <a:cubicBezTo>
                    <a:pt x="33891" y="49782"/>
                    <a:pt x="33614" y="49006"/>
                    <a:pt x="33050" y="48397"/>
                  </a:cubicBezTo>
                  <a:cubicBezTo>
                    <a:pt x="32490" y="47796"/>
                    <a:pt x="31728" y="47325"/>
                    <a:pt x="30765" y="46993"/>
                  </a:cubicBezTo>
                  <a:cubicBezTo>
                    <a:pt x="29797" y="46661"/>
                    <a:pt x="28669" y="46415"/>
                    <a:pt x="27381" y="46254"/>
                  </a:cubicBezTo>
                  <a:cubicBezTo>
                    <a:pt x="26089" y="46093"/>
                    <a:pt x="24718" y="46019"/>
                    <a:pt x="23269" y="46019"/>
                  </a:cubicBezTo>
                  <a:lnTo>
                    <a:pt x="18790" y="46019"/>
                  </a:lnTo>
                  <a:cubicBezTo>
                    <a:pt x="17248" y="46019"/>
                    <a:pt x="15761" y="45847"/>
                    <a:pt x="14327" y="45503"/>
                  </a:cubicBezTo>
                  <a:cubicBezTo>
                    <a:pt x="13024" y="46217"/>
                    <a:pt x="11974" y="47068"/>
                    <a:pt x="11179" y="48046"/>
                  </a:cubicBezTo>
                  <a:cubicBezTo>
                    <a:pt x="10387" y="49024"/>
                    <a:pt x="9987" y="50152"/>
                    <a:pt x="9987" y="51429"/>
                  </a:cubicBezTo>
                  <a:cubicBezTo>
                    <a:pt x="9987" y="52273"/>
                    <a:pt x="10196" y="53057"/>
                    <a:pt x="10618" y="53789"/>
                  </a:cubicBezTo>
                  <a:cubicBezTo>
                    <a:pt x="11040" y="54517"/>
                    <a:pt x="11705" y="55148"/>
                    <a:pt x="12624" y="55678"/>
                  </a:cubicBezTo>
                  <a:cubicBezTo>
                    <a:pt x="13543" y="56205"/>
                    <a:pt x="14734" y="56619"/>
                    <a:pt x="16195" y="56914"/>
                  </a:cubicBezTo>
                  <a:cubicBezTo>
                    <a:pt x="17659" y="57209"/>
                    <a:pt x="19452" y="57358"/>
                    <a:pt x="21566" y="57358"/>
                  </a:cubicBezTo>
                  <a:cubicBezTo>
                    <a:pt x="23713" y="57358"/>
                    <a:pt x="25566" y="57190"/>
                    <a:pt x="27119" y="56858"/>
                  </a:cubicBezTo>
                  <a:cubicBezTo>
                    <a:pt x="28677" y="56522"/>
                    <a:pt x="29962" y="56063"/>
                    <a:pt x="30970" y="55476"/>
                  </a:cubicBezTo>
                  <a:cubicBezTo>
                    <a:pt x="31986" y="54890"/>
                    <a:pt x="32722" y="54188"/>
                    <a:pt x="33189" y="53378"/>
                  </a:cubicBezTo>
                  <a:cubicBezTo>
                    <a:pt x="33656" y="52568"/>
                    <a:pt x="33891" y="51687"/>
                    <a:pt x="33891" y="50731"/>
                  </a:cubicBezTo>
                  <a:close/>
                  <a:moveTo>
                    <a:pt x="21241" y="23616"/>
                  </a:moveTo>
                  <a:cubicBezTo>
                    <a:pt x="22671" y="23616"/>
                    <a:pt x="23915" y="23418"/>
                    <a:pt x="24976" y="23034"/>
                  </a:cubicBezTo>
                  <a:cubicBezTo>
                    <a:pt x="26033" y="22642"/>
                    <a:pt x="26914" y="22104"/>
                    <a:pt x="27612" y="21421"/>
                  </a:cubicBezTo>
                  <a:cubicBezTo>
                    <a:pt x="28315" y="20734"/>
                    <a:pt x="28841" y="19912"/>
                    <a:pt x="29200" y="18949"/>
                  </a:cubicBezTo>
                  <a:cubicBezTo>
                    <a:pt x="29558" y="17982"/>
                    <a:pt x="29734" y="16925"/>
                    <a:pt x="29734" y="15771"/>
                  </a:cubicBezTo>
                  <a:cubicBezTo>
                    <a:pt x="29734" y="13408"/>
                    <a:pt x="29028" y="11534"/>
                    <a:pt x="27612" y="10148"/>
                  </a:cubicBezTo>
                  <a:cubicBezTo>
                    <a:pt x="26193" y="8763"/>
                    <a:pt x="24072" y="8072"/>
                    <a:pt x="21241" y="8072"/>
                  </a:cubicBezTo>
                  <a:cubicBezTo>
                    <a:pt x="18406" y="8072"/>
                    <a:pt x="16284" y="8763"/>
                    <a:pt x="14865" y="10148"/>
                  </a:cubicBezTo>
                  <a:cubicBezTo>
                    <a:pt x="13449" y="11534"/>
                    <a:pt x="12744" y="13408"/>
                    <a:pt x="12744" y="15771"/>
                  </a:cubicBezTo>
                  <a:cubicBezTo>
                    <a:pt x="12744" y="16892"/>
                    <a:pt x="12919" y="17933"/>
                    <a:pt x="13278" y="18900"/>
                  </a:cubicBezTo>
                  <a:cubicBezTo>
                    <a:pt x="13636" y="19864"/>
                    <a:pt x="14163" y="20700"/>
                    <a:pt x="14865" y="21398"/>
                  </a:cubicBezTo>
                  <a:cubicBezTo>
                    <a:pt x="15563" y="22100"/>
                    <a:pt x="16456" y="22642"/>
                    <a:pt x="17528" y="23034"/>
                  </a:cubicBezTo>
                  <a:cubicBezTo>
                    <a:pt x="18600" y="23418"/>
                    <a:pt x="19840" y="23616"/>
                    <a:pt x="21241" y="23616"/>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04" name="Google Shape;2104;p90"/>
            <p:cNvSpPr/>
            <p:nvPr/>
          </p:nvSpPr>
          <p:spPr>
            <a:xfrm>
              <a:off x="2768807" y="4748596"/>
              <a:ext cx="43747" cy="49334"/>
            </a:xfrm>
            <a:custGeom>
              <a:avLst/>
              <a:gdLst/>
              <a:ahLst/>
              <a:cxnLst/>
              <a:rect l="l" t="t" r="r" b="b"/>
              <a:pathLst>
                <a:path w="43747" h="49334" extrusionOk="0">
                  <a:moveTo>
                    <a:pt x="23018" y="0"/>
                  </a:moveTo>
                  <a:cubicBezTo>
                    <a:pt x="26033" y="0"/>
                    <a:pt x="28815" y="485"/>
                    <a:pt x="31351" y="1449"/>
                  </a:cubicBezTo>
                  <a:cubicBezTo>
                    <a:pt x="33887" y="2412"/>
                    <a:pt x="36072" y="3820"/>
                    <a:pt x="37910" y="5675"/>
                  </a:cubicBezTo>
                  <a:cubicBezTo>
                    <a:pt x="39743" y="7524"/>
                    <a:pt x="41178" y="9794"/>
                    <a:pt x="42209" y="12486"/>
                  </a:cubicBezTo>
                  <a:cubicBezTo>
                    <a:pt x="43232" y="15178"/>
                    <a:pt x="43747" y="18251"/>
                    <a:pt x="43747" y="21701"/>
                  </a:cubicBezTo>
                  <a:cubicBezTo>
                    <a:pt x="43747" y="22574"/>
                    <a:pt x="43706" y="23299"/>
                    <a:pt x="43628" y="23878"/>
                  </a:cubicBezTo>
                  <a:cubicBezTo>
                    <a:pt x="43553" y="24452"/>
                    <a:pt x="43411" y="24901"/>
                    <a:pt x="43209" y="25229"/>
                  </a:cubicBezTo>
                  <a:cubicBezTo>
                    <a:pt x="43004" y="25554"/>
                    <a:pt x="42735" y="25785"/>
                    <a:pt x="42392" y="25927"/>
                  </a:cubicBezTo>
                  <a:cubicBezTo>
                    <a:pt x="42052" y="26065"/>
                    <a:pt x="41611" y="26136"/>
                    <a:pt x="41084" y="26136"/>
                  </a:cubicBezTo>
                  <a:lnTo>
                    <a:pt x="11485" y="26136"/>
                  </a:lnTo>
                  <a:cubicBezTo>
                    <a:pt x="11829" y="31054"/>
                    <a:pt x="13151" y="34665"/>
                    <a:pt x="15451" y="36964"/>
                  </a:cubicBezTo>
                  <a:cubicBezTo>
                    <a:pt x="17760" y="39272"/>
                    <a:pt x="20807" y="40418"/>
                    <a:pt x="24606" y="40418"/>
                  </a:cubicBezTo>
                  <a:cubicBezTo>
                    <a:pt x="26473" y="40418"/>
                    <a:pt x="28083" y="40205"/>
                    <a:pt x="29439" y="39765"/>
                  </a:cubicBezTo>
                  <a:cubicBezTo>
                    <a:pt x="30791" y="39332"/>
                    <a:pt x="31971" y="38846"/>
                    <a:pt x="32987" y="38320"/>
                  </a:cubicBezTo>
                  <a:cubicBezTo>
                    <a:pt x="33995" y="37790"/>
                    <a:pt x="34884" y="37308"/>
                    <a:pt x="35646" y="36871"/>
                  </a:cubicBezTo>
                  <a:cubicBezTo>
                    <a:pt x="36408" y="36438"/>
                    <a:pt x="37148" y="36218"/>
                    <a:pt x="37861" y="36218"/>
                  </a:cubicBezTo>
                  <a:cubicBezTo>
                    <a:pt x="38328" y="36218"/>
                    <a:pt x="38735" y="36315"/>
                    <a:pt x="39079" y="36498"/>
                  </a:cubicBezTo>
                  <a:cubicBezTo>
                    <a:pt x="39419" y="36684"/>
                    <a:pt x="39717" y="36950"/>
                    <a:pt x="39964" y="37293"/>
                  </a:cubicBezTo>
                  <a:lnTo>
                    <a:pt x="43325" y="41493"/>
                  </a:lnTo>
                  <a:cubicBezTo>
                    <a:pt x="42052"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7" y="49334"/>
                    <a:pt x="17151" y="48778"/>
                    <a:pt x="14286" y="47680"/>
                  </a:cubicBezTo>
                  <a:cubicBezTo>
                    <a:pt x="11421" y="46575"/>
                    <a:pt x="8930" y="44940"/>
                    <a:pt x="6816" y="42778"/>
                  </a:cubicBezTo>
                  <a:cubicBezTo>
                    <a:pt x="4702" y="40616"/>
                    <a:pt x="3033" y="37939"/>
                    <a:pt x="1823" y="34750"/>
                  </a:cubicBezTo>
                  <a:cubicBezTo>
                    <a:pt x="609" y="31558"/>
                    <a:pt x="0" y="27865"/>
                    <a:pt x="0" y="23665"/>
                  </a:cubicBezTo>
                  <a:cubicBezTo>
                    <a:pt x="0" y="20398"/>
                    <a:pt x="527" y="17325"/>
                    <a:pt x="1591" y="14446"/>
                  </a:cubicBezTo>
                  <a:cubicBezTo>
                    <a:pt x="2648" y="11571"/>
                    <a:pt x="4164" y="9066"/>
                    <a:pt x="6140" y="6930"/>
                  </a:cubicBezTo>
                  <a:cubicBezTo>
                    <a:pt x="8116"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6" y="19184"/>
                  </a:cubicBezTo>
                  <a:lnTo>
                    <a:pt x="33379" y="19184"/>
                  </a:lnTo>
                  <a:cubicBezTo>
                    <a:pt x="33379" y="17691"/>
                    <a:pt x="33181" y="16283"/>
                    <a:pt x="32774" y="14961"/>
                  </a:cubicBezTo>
                  <a:cubicBezTo>
                    <a:pt x="32371" y="13636"/>
                    <a:pt x="31747" y="12478"/>
                    <a:pt x="30907" y="11481"/>
                  </a:cubicBezTo>
                  <a:cubicBezTo>
                    <a:pt x="30070" y="10488"/>
                    <a:pt x="29006" y="9704"/>
                    <a:pt x="27736" y="9125"/>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05" name="Google Shape;2105;p90"/>
            <p:cNvSpPr/>
            <p:nvPr/>
          </p:nvSpPr>
          <p:spPr>
            <a:xfrm>
              <a:off x="2836783" y="4728994"/>
              <a:ext cx="63867" cy="68985"/>
            </a:xfrm>
            <a:custGeom>
              <a:avLst/>
              <a:gdLst/>
              <a:ahLst/>
              <a:cxnLst/>
              <a:rect l="l" t="t" r="r" b="b"/>
              <a:pathLst>
                <a:path w="63867" h="68985" extrusionOk="0">
                  <a:moveTo>
                    <a:pt x="27963" y="0"/>
                  </a:moveTo>
                  <a:cubicBezTo>
                    <a:pt x="30705" y="0"/>
                    <a:pt x="33155" y="422"/>
                    <a:pt x="35318" y="1262"/>
                  </a:cubicBezTo>
                  <a:cubicBezTo>
                    <a:pt x="37480" y="2098"/>
                    <a:pt x="39333" y="3222"/>
                    <a:pt x="40875" y="4623"/>
                  </a:cubicBezTo>
                  <a:cubicBezTo>
                    <a:pt x="42414" y="6023"/>
                    <a:pt x="43631" y="7625"/>
                    <a:pt x="44517" y="9428"/>
                  </a:cubicBezTo>
                  <a:cubicBezTo>
                    <a:pt x="45402" y="11235"/>
                    <a:pt x="45925" y="13102"/>
                    <a:pt x="46082" y="15029"/>
                  </a:cubicBezTo>
                  <a:lnTo>
                    <a:pt x="38750" y="16567"/>
                  </a:lnTo>
                  <a:cubicBezTo>
                    <a:pt x="38660" y="16600"/>
                    <a:pt x="38556" y="16615"/>
                    <a:pt x="38447" y="16615"/>
                  </a:cubicBezTo>
                  <a:lnTo>
                    <a:pt x="38145" y="16615"/>
                  </a:lnTo>
                  <a:cubicBezTo>
                    <a:pt x="37615" y="16615"/>
                    <a:pt x="37140" y="16470"/>
                    <a:pt x="36718" y="16175"/>
                  </a:cubicBezTo>
                  <a:cubicBezTo>
                    <a:pt x="36300" y="15880"/>
                    <a:pt x="35964" y="15420"/>
                    <a:pt x="35713" y="14797"/>
                  </a:cubicBezTo>
                  <a:cubicBezTo>
                    <a:pt x="35433" y="13987"/>
                    <a:pt x="35079" y="13218"/>
                    <a:pt x="34642" y="12486"/>
                  </a:cubicBezTo>
                  <a:cubicBezTo>
                    <a:pt x="34205" y="11754"/>
                    <a:pt x="33678" y="11119"/>
                    <a:pt x="33054" y="10574"/>
                  </a:cubicBezTo>
                  <a:cubicBezTo>
                    <a:pt x="32434" y="10029"/>
                    <a:pt x="31698" y="9592"/>
                    <a:pt x="30862" y="9264"/>
                  </a:cubicBezTo>
                  <a:cubicBezTo>
                    <a:pt x="30021" y="8942"/>
                    <a:pt x="29054" y="8778"/>
                    <a:pt x="27963" y="8778"/>
                  </a:cubicBezTo>
                  <a:cubicBezTo>
                    <a:pt x="26660" y="8778"/>
                    <a:pt x="25491" y="9002"/>
                    <a:pt x="24464" y="9450"/>
                  </a:cubicBezTo>
                  <a:cubicBezTo>
                    <a:pt x="23437" y="9902"/>
                    <a:pt x="22566" y="10511"/>
                    <a:pt x="21849" y="11276"/>
                  </a:cubicBezTo>
                  <a:cubicBezTo>
                    <a:pt x="21132" y="12038"/>
                    <a:pt x="20591" y="12923"/>
                    <a:pt x="20217" y="13931"/>
                  </a:cubicBezTo>
                  <a:cubicBezTo>
                    <a:pt x="19840" y="14946"/>
                    <a:pt x="19657" y="16010"/>
                    <a:pt x="19657" y="17131"/>
                  </a:cubicBezTo>
                  <a:cubicBezTo>
                    <a:pt x="19657" y="18064"/>
                    <a:pt x="19758" y="18968"/>
                    <a:pt x="19959" y="19834"/>
                  </a:cubicBezTo>
                  <a:cubicBezTo>
                    <a:pt x="20161" y="20708"/>
                    <a:pt x="20479" y="21578"/>
                    <a:pt x="20916" y="22451"/>
                  </a:cubicBezTo>
                  <a:cubicBezTo>
                    <a:pt x="21353" y="23321"/>
                    <a:pt x="21920" y="24217"/>
                    <a:pt x="22622" y="25132"/>
                  </a:cubicBezTo>
                  <a:cubicBezTo>
                    <a:pt x="23321" y="26054"/>
                    <a:pt x="24184" y="27040"/>
                    <a:pt x="25211" y="28097"/>
                  </a:cubicBezTo>
                  <a:lnTo>
                    <a:pt x="43139" y="46721"/>
                  </a:lnTo>
                  <a:cubicBezTo>
                    <a:pt x="44166" y="44761"/>
                    <a:pt x="44991" y="42692"/>
                    <a:pt x="45615" y="40515"/>
                  </a:cubicBezTo>
                  <a:cubicBezTo>
                    <a:pt x="46235" y="38338"/>
                    <a:pt x="46638" y="36128"/>
                    <a:pt x="46829" y="33884"/>
                  </a:cubicBezTo>
                  <a:cubicBezTo>
                    <a:pt x="46892" y="33171"/>
                    <a:pt x="47124" y="32592"/>
                    <a:pt x="47527" y="32159"/>
                  </a:cubicBezTo>
                  <a:cubicBezTo>
                    <a:pt x="47930" y="31722"/>
                    <a:pt x="48491" y="31502"/>
                    <a:pt x="49208" y="31502"/>
                  </a:cubicBezTo>
                  <a:lnTo>
                    <a:pt x="56442" y="31502"/>
                  </a:lnTo>
                  <a:cubicBezTo>
                    <a:pt x="56412" y="35613"/>
                    <a:pt x="55822" y="39533"/>
                    <a:pt x="54672" y="43267"/>
                  </a:cubicBezTo>
                  <a:cubicBezTo>
                    <a:pt x="53518" y="47001"/>
                    <a:pt x="51871" y="50440"/>
                    <a:pt x="49719" y="53583"/>
                  </a:cubicBezTo>
                  <a:lnTo>
                    <a:pt x="63867" y="68235"/>
                  </a:lnTo>
                  <a:lnTo>
                    <a:pt x="52569" y="68235"/>
                  </a:lnTo>
                  <a:cubicBezTo>
                    <a:pt x="51979" y="68235"/>
                    <a:pt x="51456" y="68208"/>
                    <a:pt x="51004" y="68141"/>
                  </a:cubicBezTo>
                  <a:cubicBezTo>
                    <a:pt x="50552" y="68078"/>
                    <a:pt x="50127" y="67962"/>
                    <a:pt x="49719" y="67790"/>
                  </a:cubicBezTo>
                  <a:cubicBezTo>
                    <a:pt x="49316" y="67622"/>
                    <a:pt x="48928" y="67398"/>
                    <a:pt x="48554" y="67118"/>
                  </a:cubicBezTo>
                  <a:cubicBezTo>
                    <a:pt x="48181" y="66835"/>
                    <a:pt x="47792" y="66480"/>
                    <a:pt x="47385" y="66039"/>
                  </a:cubicBezTo>
                  <a:lnTo>
                    <a:pt x="42716" y="61234"/>
                  </a:lnTo>
                  <a:cubicBezTo>
                    <a:pt x="39732" y="63665"/>
                    <a:pt x="36408" y="65561"/>
                    <a:pt x="32748" y="66932"/>
                  </a:cubicBezTo>
                  <a:cubicBezTo>
                    <a:pt x="29095" y="68298"/>
                    <a:pt x="25132" y="68985"/>
                    <a:pt x="20871" y="68985"/>
                  </a:cubicBezTo>
                  <a:cubicBezTo>
                    <a:pt x="18256" y="68985"/>
                    <a:pt x="15702" y="68537"/>
                    <a:pt x="13214" y="67652"/>
                  </a:cubicBezTo>
                  <a:cubicBezTo>
                    <a:pt x="10723" y="66767"/>
                    <a:pt x="8497" y="65483"/>
                    <a:pt x="6536" y="63803"/>
                  </a:cubicBezTo>
                  <a:cubicBezTo>
                    <a:pt x="4575" y="62122"/>
                    <a:pt x="2995" y="60091"/>
                    <a:pt x="1797" y="57713"/>
                  </a:cubicBezTo>
                  <a:cubicBezTo>
                    <a:pt x="598" y="55331"/>
                    <a:pt x="0" y="52650"/>
                    <a:pt x="0" y="49663"/>
                  </a:cubicBezTo>
                  <a:cubicBezTo>
                    <a:pt x="0" y="47576"/>
                    <a:pt x="344" y="45593"/>
                    <a:pt x="1027" y="43711"/>
                  </a:cubicBezTo>
                  <a:cubicBezTo>
                    <a:pt x="1711" y="41826"/>
                    <a:pt x="2663" y="40075"/>
                    <a:pt x="3877" y="38462"/>
                  </a:cubicBezTo>
                  <a:cubicBezTo>
                    <a:pt x="5087" y="36841"/>
                    <a:pt x="6529" y="35381"/>
                    <a:pt x="8194" y="34071"/>
                  </a:cubicBezTo>
                  <a:cubicBezTo>
                    <a:pt x="9860" y="32764"/>
                    <a:pt x="11687" y="31647"/>
                    <a:pt x="13681" y="30714"/>
                  </a:cubicBezTo>
                  <a:cubicBezTo>
                    <a:pt x="12030" y="28380"/>
                    <a:pt x="10824" y="26099"/>
                    <a:pt x="10062" y="23878"/>
                  </a:cubicBezTo>
                  <a:cubicBezTo>
                    <a:pt x="9296" y="21652"/>
                    <a:pt x="8919" y="19434"/>
                    <a:pt x="8919" y="17224"/>
                  </a:cubicBezTo>
                  <a:cubicBezTo>
                    <a:pt x="8919" y="14890"/>
                    <a:pt x="9345" y="12676"/>
                    <a:pt x="10200" y="10574"/>
                  </a:cubicBezTo>
                  <a:cubicBezTo>
                    <a:pt x="11059" y="8476"/>
                    <a:pt x="12303" y="6643"/>
                    <a:pt x="13935" y="5089"/>
                  </a:cubicBezTo>
                  <a:cubicBezTo>
                    <a:pt x="15571" y="3532"/>
                    <a:pt x="17569" y="2296"/>
                    <a:pt x="19937" y="1378"/>
                  </a:cubicBezTo>
                  <a:cubicBezTo>
                    <a:pt x="22301" y="459"/>
                    <a:pt x="24975" y="0"/>
                    <a:pt x="27963" y="0"/>
                  </a:cubicBezTo>
                  <a:close/>
                  <a:moveTo>
                    <a:pt x="11720" y="48729"/>
                  </a:moveTo>
                  <a:cubicBezTo>
                    <a:pt x="11720" y="50440"/>
                    <a:pt x="12015" y="51978"/>
                    <a:pt x="12605" y="53348"/>
                  </a:cubicBezTo>
                  <a:cubicBezTo>
                    <a:pt x="13196" y="54715"/>
                    <a:pt x="14006" y="55876"/>
                    <a:pt x="15033" y="56824"/>
                  </a:cubicBezTo>
                  <a:cubicBezTo>
                    <a:pt x="16060" y="57777"/>
                    <a:pt x="17252" y="58504"/>
                    <a:pt x="18604" y="59020"/>
                  </a:cubicBezTo>
                  <a:cubicBezTo>
                    <a:pt x="19959" y="59531"/>
                    <a:pt x="21397" y="59789"/>
                    <a:pt x="22925" y="59789"/>
                  </a:cubicBezTo>
                  <a:cubicBezTo>
                    <a:pt x="25663" y="59789"/>
                    <a:pt x="28161" y="59359"/>
                    <a:pt x="30414" y="58504"/>
                  </a:cubicBezTo>
                  <a:cubicBezTo>
                    <a:pt x="32673" y="57649"/>
                    <a:pt x="34735" y="56458"/>
                    <a:pt x="36602" y="54935"/>
                  </a:cubicBezTo>
                  <a:lnTo>
                    <a:pt x="18861" y="36733"/>
                  </a:lnTo>
                  <a:cubicBezTo>
                    <a:pt x="16374" y="38350"/>
                    <a:pt x="14559" y="40172"/>
                    <a:pt x="13423" y="42195"/>
                  </a:cubicBezTo>
                  <a:cubicBezTo>
                    <a:pt x="12288" y="44215"/>
                    <a:pt x="11720" y="46396"/>
                    <a:pt x="11720" y="48729"/>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06" name="Google Shape;2106;p90"/>
            <p:cNvSpPr/>
            <p:nvPr/>
          </p:nvSpPr>
          <p:spPr>
            <a:xfrm>
              <a:off x="2925301" y="4729741"/>
              <a:ext cx="42578" cy="67487"/>
            </a:xfrm>
            <a:custGeom>
              <a:avLst/>
              <a:gdLst/>
              <a:ahLst/>
              <a:cxnLst/>
              <a:rect l="l" t="t" r="r" b="b"/>
              <a:pathLst>
                <a:path w="42578" h="67487" extrusionOk="0">
                  <a:moveTo>
                    <a:pt x="42578" y="0"/>
                  </a:moveTo>
                  <a:lnTo>
                    <a:pt x="42578" y="9988"/>
                  </a:lnTo>
                  <a:lnTo>
                    <a:pt x="12654" y="9988"/>
                  </a:lnTo>
                  <a:lnTo>
                    <a:pt x="12654" y="29967"/>
                  </a:lnTo>
                  <a:lnTo>
                    <a:pt x="37910" y="29967"/>
                  </a:lnTo>
                  <a:lnTo>
                    <a:pt x="37910" y="40000"/>
                  </a:lnTo>
                  <a:lnTo>
                    <a:pt x="12654" y="40000"/>
                  </a:lnTo>
                  <a:lnTo>
                    <a:pt x="12654" y="67488"/>
                  </a:lnTo>
                  <a:lnTo>
                    <a:pt x="0" y="67488"/>
                  </a:lnTo>
                  <a:lnTo>
                    <a:pt x="0" y="0"/>
                  </a:lnTo>
                  <a:lnTo>
                    <a:pt x="42578"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07" name="Google Shape;2107;p90"/>
            <p:cNvSpPr/>
            <p:nvPr/>
          </p:nvSpPr>
          <p:spPr>
            <a:xfrm>
              <a:off x="2977821" y="4727874"/>
              <a:ext cx="11533" cy="69354"/>
            </a:xfrm>
            <a:custGeom>
              <a:avLst/>
              <a:gdLst/>
              <a:ahLst/>
              <a:cxnLst/>
              <a:rect l="l" t="t" r="r" b="b"/>
              <a:pathLst>
                <a:path w="11533" h="69354" extrusionOk="0">
                  <a:moveTo>
                    <a:pt x="11534" y="0"/>
                  </a:moveTo>
                  <a:lnTo>
                    <a:pt x="11534" y="69355"/>
                  </a:lnTo>
                  <a:lnTo>
                    <a:pt x="0" y="69355"/>
                  </a:lnTo>
                  <a:lnTo>
                    <a:pt x="0" y="0"/>
                  </a:lnTo>
                  <a:lnTo>
                    <a:pt x="11534"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08" name="Google Shape;2108;p90"/>
            <p:cNvSpPr/>
            <p:nvPr/>
          </p:nvSpPr>
          <p:spPr>
            <a:xfrm>
              <a:off x="2999155" y="4748596"/>
              <a:ext cx="43743" cy="49334"/>
            </a:xfrm>
            <a:custGeom>
              <a:avLst/>
              <a:gdLst/>
              <a:ahLst/>
              <a:cxnLst/>
              <a:rect l="l" t="t" r="r" b="b"/>
              <a:pathLst>
                <a:path w="43743" h="49334" extrusionOk="0">
                  <a:moveTo>
                    <a:pt x="23018" y="0"/>
                  </a:moveTo>
                  <a:cubicBezTo>
                    <a:pt x="26033" y="0"/>
                    <a:pt x="28811" y="485"/>
                    <a:pt x="31351" y="1449"/>
                  </a:cubicBezTo>
                  <a:cubicBezTo>
                    <a:pt x="33887" y="2412"/>
                    <a:pt x="36072" y="3820"/>
                    <a:pt x="37910" y="5675"/>
                  </a:cubicBezTo>
                  <a:cubicBezTo>
                    <a:pt x="39743" y="7524"/>
                    <a:pt x="41178" y="9794"/>
                    <a:pt x="42205" y="12486"/>
                  </a:cubicBezTo>
                  <a:cubicBezTo>
                    <a:pt x="43232" y="15178"/>
                    <a:pt x="43744" y="18251"/>
                    <a:pt x="43744" y="21701"/>
                  </a:cubicBezTo>
                  <a:cubicBezTo>
                    <a:pt x="43744" y="22574"/>
                    <a:pt x="43706" y="23299"/>
                    <a:pt x="43628" y="23878"/>
                  </a:cubicBezTo>
                  <a:cubicBezTo>
                    <a:pt x="43553" y="24452"/>
                    <a:pt x="43411" y="24901"/>
                    <a:pt x="43209" y="25229"/>
                  </a:cubicBezTo>
                  <a:cubicBezTo>
                    <a:pt x="43004" y="25554"/>
                    <a:pt x="42735" y="25785"/>
                    <a:pt x="42392" y="25927"/>
                  </a:cubicBezTo>
                  <a:cubicBezTo>
                    <a:pt x="42048" y="26065"/>
                    <a:pt x="41611" y="26136"/>
                    <a:pt x="41084" y="26136"/>
                  </a:cubicBezTo>
                  <a:lnTo>
                    <a:pt x="11485" y="26136"/>
                  </a:lnTo>
                  <a:cubicBezTo>
                    <a:pt x="11829" y="31054"/>
                    <a:pt x="13151" y="34665"/>
                    <a:pt x="15451" y="36964"/>
                  </a:cubicBezTo>
                  <a:cubicBezTo>
                    <a:pt x="17756" y="39272"/>
                    <a:pt x="20807" y="40418"/>
                    <a:pt x="24602" y="40418"/>
                  </a:cubicBezTo>
                  <a:cubicBezTo>
                    <a:pt x="26470" y="40418"/>
                    <a:pt x="28083" y="40205"/>
                    <a:pt x="29435" y="39765"/>
                  </a:cubicBezTo>
                  <a:cubicBezTo>
                    <a:pt x="30791" y="39332"/>
                    <a:pt x="31971" y="38846"/>
                    <a:pt x="32987" y="38320"/>
                  </a:cubicBezTo>
                  <a:cubicBezTo>
                    <a:pt x="33995" y="37790"/>
                    <a:pt x="34881" y="37308"/>
                    <a:pt x="35642" y="36871"/>
                  </a:cubicBezTo>
                  <a:cubicBezTo>
                    <a:pt x="36408" y="36438"/>
                    <a:pt x="37148" y="36218"/>
                    <a:pt x="37861" y="36218"/>
                  </a:cubicBezTo>
                  <a:cubicBezTo>
                    <a:pt x="38328" y="36218"/>
                    <a:pt x="38735" y="36315"/>
                    <a:pt x="39075" y="36498"/>
                  </a:cubicBezTo>
                  <a:cubicBezTo>
                    <a:pt x="39419" y="36684"/>
                    <a:pt x="39714" y="36950"/>
                    <a:pt x="39964" y="37293"/>
                  </a:cubicBezTo>
                  <a:lnTo>
                    <a:pt x="43325" y="41493"/>
                  </a:lnTo>
                  <a:cubicBezTo>
                    <a:pt x="42048"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3" y="49334"/>
                    <a:pt x="17147" y="48778"/>
                    <a:pt x="14286" y="47680"/>
                  </a:cubicBezTo>
                  <a:cubicBezTo>
                    <a:pt x="11421" y="46575"/>
                    <a:pt x="8930" y="44940"/>
                    <a:pt x="6816" y="42778"/>
                  </a:cubicBezTo>
                  <a:cubicBezTo>
                    <a:pt x="4699" y="40616"/>
                    <a:pt x="3033" y="37939"/>
                    <a:pt x="1823" y="34750"/>
                  </a:cubicBezTo>
                  <a:cubicBezTo>
                    <a:pt x="609" y="31558"/>
                    <a:pt x="0" y="27865"/>
                    <a:pt x="0" y="23665"/>
                  </a:cubicBezTo>
                  <a:cubicBezTo>
                    <a:pt x="0" y="20398"/>
                    <a:pt x="527" y="17325"/>
                    <a:pt x="1587" y="14446"/>
                  </a:cubicBezTo>
                  <a:cubicBezTo>
                    <a:pt x="2648" y="11571"/>
                    <a:pt x="4164" y="9066"/>
                    <a:pt x="6140" y="6930"/>
                  </a:cubicBezTo>
                  <a:cubicBezTo>
                    <a:pt x="8112"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6" y="19184"/>
                  </a:cubicBezTo>
                  <a:lnTo>
                    <a:pt x="33379" y="19184"/>
                  </a:lnTo>
                  <a:cubicBezTo>
                    <a:pt x="33379" y="17691"/>
                    <a:pt x="33177" y="16283"/>
                    <a:pt x="32774" y="14961"/>
                  </a:cubicBezTo>
                  <a:cubicBezTo>
                    <a:pt x="32371" y="13636"/>
                    <a:pt x="31747" y="12478"/>
                    <a:pt x="30907" y="11481"/>
                  </a:cubicBezTo>
                  <a:cubicBezTo>
                    <a:pt x="30066" y="10488"/>
                    <a:pt x="29006" y="9704"/>
                    <a:pt x="27732" y="9125"/>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09" name="Google Shape;2109;p90"/>
            <p:cNvSpPr/>
            <p:nvPr/>
          </p:nvSpPr>
          <p:spPr>
            <a:xfrm>
              <a:off x="3044441" y="4749343"/>
              <a:ext cx="48180" cy="47885"/>
            </a:xfrm>
            <a:custGeom>
              <a:avLst/>
              <a:gdLst/>
              <a:ahLst/>
              <a:cxnLst/>
              <a:rect l="l" t="t" r="r" b="b"/>
              <a:pathLst>
                <a:path w="48180" h="47885" extrusionOk="0">
                  <a:moveTo>
                    <a:pt x="16385" y="23198"/>
                  </a:moveTo>
                  <a:lnTo>
                    <a:pt x="650" y="0"/>
                  </a:lnTo>
                  <a:lnTo>
                    <a:pt x="11765" y="0"/>
                  </a:lnTo>
                  <a:cubicBezTo>
                    <a:pt x="12605" y="0"/>
                    <a:pt x="13229" y="116"/>
                    <a:pt x="13632" y="351"/>
                  </a:cubicBezTo>
                  <a:cubicBezTo>
                    <a:pt x="14036" y="582"/>
                    <a:pt x="14394" y="967"/>
                    <a:pt x="14704" y="1497"/>
                  </a:cubicBezTo>
                  <a:lnTo>
                    <a:pt x="24744" y="17504"/>
                  </a:lnTo>
                  <a:cubicBezTo>
                    <a:pt x="24901" y="16974"/>
                    <a:pt x="25091" y="16443"/>
                    <a:pt x="25327" y="15917"/>
                  </a:cubicBezTo>
                  <a:cubicBezTo>
                    <a:pt x="25558" y="15387"/>
                    <a:pt x="25846" y="14861"/>
                    <a:pt x="26189" y="14330"/>
                  </a:cubicBezTo>
                  <a:lnTo>
                    <a:pt x="34264" y="1729"/>
                  </a:lnTo>
                  <a:cubicBezTo>
                    <a:pt x="34642" y="1139"/>
                    <a:pt x="35026" y="702"/>
                    <a:pt x="35433" y="418"/>
                  </a:cubicBezTo>
                  <a:cubicBezTo>
                    <a:pt x="35837" y="142"/>
                    <a:pt x="36337" y="0"/>
                    <a:pt x="36927" y="0"/>
                  </a:cubicBezTo>
                  <a:lnTo>
                    <a:pt x="47527" y="0"/>
                  </a:lnTo>
                  <a:lnTo>
                    <a:pt x="31747" y="22683"/>
                  </a:lnTo>
                  <a:lnTo>
                    <a:pt x="48181" y="47886"/>
                  </a:lnTo>
                  <a:lnTo>
                    <a:pt x="37065" y="47886"/>
                  </a:lnTo>
                  <a:cubicBezTo>
                    <a:pt x="36229" y="47886"/>
                    <a:pt x="35549" y="47669"/>
                    <a:pt x="35037" y="47236"/>
                  </a:cubicBezTo>
                  <a:cubicBezTo>
                    <a:pt x="34526" y="46795"/>
                    <a:pt x="34093" y="46302"/>
                    <a:pt x="33756" y="45739"/>
                  </a:cubicBezTo>
                  <a:lnTo>
                    <a:pt x="23575" y="29079"/>
                  </a:lnTo>
                  <a:cubicBezTo>
                    <a:pt x="23295" y="30199"/>
                    <a:pt x="22906" y="31132"/>
                    <a:pt x="22410" y="31879"/>
                  </a:cubicBezTo>
                  <a:lnTo>
                    <a:pt x="13446" y="45739"/>
                  </a:lnTo>
                  <a:cubicBezTo>
                    <a:pt x="13102" y="46269"/>
                    <a:pt x="12680" y="46762"/>
                    <a:pt x="12183" y="47210"/>
                  </a:cubicBezTo>
                  <a:cubicBezTo>
                    <a:pt x="11683" y="47662"/>
                    <a:pt x="11063" y="47886"/>
                    <a:pt x="10316" y="47886"/>
                  </a:cubicBezTo>
                  <a:lnTo>
                    <a:pt x="0" y="47886"/>
                  </a:lnTo>
                  <a:lnTo>
                    <a:pt x="16385" y="23198"/>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10" name="Google Shape;2110;p90"/>
            <p:cNvSpPr/>
            <p:nvPr/>
          </p:nvSpPr>
          <p:spPr>
            <a:xfrm>
              <a:off x="3099158" y="4728016"/>
              <a:ext cx="14753" cy="69212"/>
            </a:xfrm>
            <a:custGeom>
              <a:avLst/>
              <a:gdLst/>
              <a:ahLst/>
              <a:cxnLst/>
              <a:rect l="l" t="t" r="r" b="b"/>
              <a:pathLst>
                <a:path w="14753" h="69212" extrusionOk="0">
                  <a:moveTo>
                    <a:pt x="14753" y="7374"/>
                  </a:moveTo>
                  <a:cubicBezTo>
                    <a:pt x="14753" y="8367"/>
                    <a:pt x="14548" y="9301"/>
                    <a:pt x="14144" y="10174"/>
                  </a:cubicBezTo>
                  <a:cubicBezTo>
                    <a:pt x="13741" y="11045"/>
                    <a:pt x="13203" y="11806"/>
                    <a:pt x="12534" y="12459"/>
                  </a:cubicBezTo>
                  <a:cubicBezTo>
                    <a:pt x="11866" y="13113"/>
                    <a:pt x="11082" y="13636"/>
                    <a:pt x="10178" y="14024"/>
                  </a:cubicBezTo>
                  <a:cubicBezTo>
                    <a:pt x="9274" y="14416"/>
                    <a:pt x="8310" y="14606"/>
                    <a:pt x="7283" y="14606"/>
                  </a:cubicBezTo>
                  <a:cubicBezTo>
                    <a:pt x="6286" y="14606"/>
                    <a:pt x="5345" y="14416"/>
                    <a:pt x="4456" y="14024"/>
                  </a:cubicBezTo>
                  <a:cubicBezTo>
                    <a:pt x="3571" y="13636"/>
                    <a:pt x="2801" y="13113"/>
                    <a:pt x="2148" y="12459"/>
                  </a:cubicBezTo>
                  <a:cubicBezTo>
                    <a:pt x="1490" y="11806"/>
                    <a:pt x="971" y="11045"/>
                    <a:pt x="583" y="10174"/>
                  </a:cubicBezTo>
                  <a:cubicBezTo>
                    <a:pt x="194" y="9301"/>
                    <a:pt x="0" y="8367"/>
                    <a:pt x="0" y="7374"/>
                  </a:cubicBezTo>
                  <a:cubicBezTo>
                    <a:pt x="0" y="6344"/>
                    <a:pt x="194" y="5384"/>
                    <a:pt x="583" y="4477"/>
                  </a:cubicBezTo>
                  <a:cubicBezTo>
                    <a:pt x="971" y="3577"/>
                    <a:pt x="1490" y="2800"/>
                    <a:pt x="2148" y="2143"/>
                  </a:cubicBezTo>
                  <a:cubicBezTo>
                    <a:pt x="2801" y="1493"/>
                    <a:pt x="3571" y="971"/>
                    <a:pt x="4456" y="586"/>
                  </a:cubicBezTo>
                  <a:cubicBezTo>
                    <a:pt x="5345" y="194"/>
                    <a:pt x="6286" y="0"/>
                    <a:pt x="7283" y="0"/>
                  </a:cubicBezTo>
                  <a:cubicBezTo>
                    <a:pt x="8310" y="0"/>
                    <a:pt x="9274" y="194"/>
                    <a:pt x="10178" y="586"/>
                  </a:cubicBezTo>
                  <a:cubicBezTo>
                    <a:pt x="11082" y="971"/>
                    <a:pt x="11866" y="1493"/>
                    <a:pt x="12534" y="2143"/>
                  </a:cubicBezTo>
                  <a:cubicBezTo>
                    <a:pt x="13203" y="2800"/>
                    <a:pt x="13741" y="3577"/>
                    <a:pt x="14144" y="4477"/>
                  </a:cubicBezTo>
                  <a:cubicBezTo>
                    <a:pt x="14548" y="5384"/>
                    <a:pt x="14753" y="6344"/>
                    <a:pt x="14753" y="7374"/>
                  </a:cubicBezTo>
                  <a:close/>
                  <a:moveTo>
                    <a:pt x="13024" y="21327"/>
                  </a:moveTo>
                  <a:lnTo>
                    <a:pt x="13024" y="69213"/>
                  </a:lnTo>
                  <a:lnTo>
                    <a:pt x="1490" y="69213"/>
                  </a:lnTo>
                  <a:lnTo>
                    <a:pt x="1490" y="21327"/>
                  </a:lnTo>
                  <a:lnTo>
                    <a:pt x="13024" y="21327"/>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11" name="Google Shape;2111;p90"/>
            <p:cNvSpPr/>
            <p:nvPr/>
          </p:nvSpPr>
          <p:spPr>
            <a:xfrm>
              <a:off x="3125347" y="4727874"/>
              <a:ext cx="44068" cy="70056"/>
            </a:xfrm>
            <a:custGeom>
              <a:avLst/>
              <a:gdLst/>
              <a:ahLst/>
              <a:cxnLst/>
              <a:rect l="l" t="t" r="r" b="b"/>
              <a:pathLst>
                <a:path w="44068" h="70056" extrusionOk="0">
                  <a:moveTo>
                    <a:pt x="0" y="69355"/>
                  </a:moveTo>
                  <a:lnTo>
                    <a:pt x="0" y="0"/>
                  </a:lnTo>
                  <a:lnTo>
                    <a:pt x="11533" y="0"/>
                  </a:lnTo>
                  <a:lnTo>
                    <a:pt x="11533" y="27350"/>
                  </a:lnTo>
                  <a:cubicBezTo>
                    <a:pt x="13427" y="25326"/>
                    <a:pt x="15578" y="23721"/>
                    <a:pt x="17972" y="22518"/>
                  </a:cubicBezTo>
                  <a:cubicBezTo>
                    <a:pt x="20370" y="21324"/>
                    <a:pt x="23172" y="20722"/>
                    <a:pt x="26376" y="20722"/>
                  </a:cubicBezTo>
                  <a:cubicBezTo>
                    <a:pt x="28991" y="20722"/>
                    <a:pt x="31381" y="21264"/>
                    <a:pt x="33543" y="22335"/>
                  </a:cubicBezTo>
                  <a:cubicBezTo>
                    <a:pt x="35706" y="23407"/>
                    <a:pt x="37573" y="24971"/>
                    <a:pt x="39146" y="27021"/>
                  </a:cubicBezTo>
                  <a:cubicBezTo>
                    <a:pt x="40718" y="29079"/>
                    <a:pt x="41928" y="31614"/>
                    <a:pt x="42787" y="34634"/>
                  </a:cubicBezTo>
                  <a:cubicBezTo>
                    <a:pt x="43643" y="37651"/>
                    <a:pt x="44068" y="41120"/>
                    <a:pt x="44068" y="45040"/>
                  </a:cubicBezTo>
                  <a:cubicBezTo>
                    <a:pt x="44068" y="48621"/>
                    <a:pt x="43590" y="51929"/>
                    <a:pt x="42623" y="54984"/>
                  </a:cubicBezTo>
                  <a:cubicBezTo>
                    <a:pt x="41659" y="58030"/>
                    <a:pt x="40281" y="60674"/>
                    <a:pt x="38492" y="62918"/>
                  </a:cubicBezTo>
                  <a:cubicBezTo>
                    <a:pt x="36703" y="65154"/>
                    <a:pt x="34541" y="66905"/>
                    <a:pt x="32001" y="68167"/>
                  </a:cubicBezTo>
                  <a:cubicBezTo>
                    <a:pt x="29465" y="69426"/>
                    <a:pt x="26626" y="70057"/>
                    <a:pt x="23482" y="70057"/>
                  </a:cubicBezTo>
                  <a:cubicBezTo>
                    <a:pt x="22017" y="70057"/>
                    <a:pt x="20680" y="69907"/>
                    <a:pt x="19470" y="69613"/>
                  </a:cubicBezTo>
                  <a:cubicBezTo>
                    <a:pt x="18253" y="69317"/>
                    <a:pt x="17147" y="68903"/>
                    <a:pt x="16154" y="68376"/>
                  </a:cubicBezTo>
                  <a:cubicBezTo>
                    <a:pt x="15156" y="67846"/>
                    <a:pt x="14230" y="67201"/>
                    <a:pt x="13375" y="66439"/>
                  </a:cubicBezTo>
                  <a:cubicBezTo>
                    <a:pt x="12516" y="65677"/>
                    <a:pt x="11698" y="64826"/>
                    <a:pt x="10921" y="63892"/>
                  </a:cubicBezTo>
                  <a:lnTo>
                    <a:pt x="10409" y="67118"/>
                  </a:lnTo>
                  <a:cubicBezTo>
                    <a:pt x="10223" y="67928"/>
                    <a:pt x="9905" y="68500"/>
                    <a:pt x="9453" y="68843"/>
                  </a:cubicBezTo>
                  <a:cubicBezTo>
                    <a:pt x="9001" y="69183"/>
                    <a:pt x="8389" y="69355"/>
                    <a:pt x="7608" y="69355"/>
                  </a:cubicBezTo>
                  <a:lnTo>
                    <a:pt x="0" y="69355"/>
                  </a:lnTo>
                  <a:close/>
                  <a:moveTo>
                    <a:pt x="22410" y="29683"/>
                  </a:moveTo>
                  <a:cubicBezTo>
                    <a:pt x="20012" y="29683"/>
                    <a:pt x="17965" y="30191"/>
                    <a:pt x="16269" y="31203"/>
                  </a:cubicBezTo>
                  <a:cubicBezTo>
                    <a:pt x="14574" y="32211"/>
                    <a:pt x="12994" y="33638"/>
                    <a:pt x="11533" y="35471"/>
                  </a:cubicBezTo>
                  <a:lnTo>
                    <a:pt x="11533" y="56940"/>
                  </a:lnTo>
                  <a:cubicBezTo>
                    <a:pt x="12837" y="58560"/>
                    <a:pt x="14260" y="59688"/>
                    <a:pt x="15803" y="60323"/>
                  </a:cubicBezTo>
                  <a:cubicBezTo>
                    <a:pt x="17341" y="60961"/>
                    <a:pt x="19015" y="61282"/>
                    <a:pt x="20822" y="61282"/>
                  </a:cubicBezTo>
                  <a:cubicBezTo>
                    <a:pt x="22566" y="61282"/>
                    <a:pt x="24139" y="60954"/>
                    <a:pt x="25539" y="60304"/>
                  </a:cubicBezTo>
                  <a:cubicBezTo>
                    <a:pt x="26940" y="59651"/>
                    <a:pt x="28128" y="58654"/>
                    <a:pt x="29110" y="57317"/>
                  </a:cubicBezTo>
                  <a:cubicBezTo>
                    <a:pt x="30089" y="55977"/>
                    <a:pt x="30839" y="54289"/>
                    <a:pt x="31373" y="52250"/>
                  </a:cubicBezTo>
                  <a:cubicBezTo>
                    <a:pt x="31904" y="50212"/>
                    <a:pt x="32165" y="47811"/>
                    <a:pt x="32165" y="45040"/>
                  </a:cubicBezTo>
                  <a:cubicBezTo>
                    <a:pt x="32165" y="42240"/>
                    <a:pt x="31937" y="39869"/>
                    <a:pt x="31489" y="37920"/>
                  </a:cubicBezTo>
                  <a:cubicBezTo>
                    <a:pt x="31037" y="35979"/>
                    <a:pt x="30391" y="34399"/>
                    <a:pt x="29551" y="33186"/>
                  </a:cubicBezTo>
                  <a:cubicBezTo>
                    <a:pt x="28710" y="31972"/>
                    <a:pt x="27691" y="31084"/>
                    <a:pt x="26492" y="30523"/>
                  </a:cubicBezTo>
                  <a:cubicBezTo>
                    <a:pt x="25293" y="29967"/>
                    <a:pt x="23933" y="29683"/>
                    <a:pt x="22410" y="2968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12" name="Google Shape;2112;p90"/>
            <p:cNvSpPr/>
            <p:nvPr/>
          </p:nvSpPr>
          <p:spPr>
            <a:xfrm>
              <a:off x="3179175" y="4727874"/>
              <a:ext cx="11533" cy="69354"/>
            </a:xfrm>
            <a:custGeom>
              <a:avLst/>
              <a:gdLst/>
              <a:ahLst/>
              <a:cxnLst/>
              <a:rect l="l" t="t" r="r" b="b"/>
              <a:pathLst>
                <a:path w="11533" h="69354" extrusionOk="0">
                  <a:moveTo>
                    <a:pt x="11533" y="0"/>
                  </a:moveTo>
                  <a:lnTo>
                    <a:pt x="11533" y="69355"/>
                  </a:lnTo>
                  <a:lnTo>
                    <a:pt x="0" y="69355"/>
                  </a:lnTo>
                  <a:lnTo>
                    <a:pt x="0" y="0"/>
                  </a:lnTo>
                  <a:lnTo>
                    <a:pt x="11533"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13" name="Google Shape;2113;p90"/>
            <p:cNvSpPr/>
            <p:nvPr/>
          </p:nvSpPr>
          <p:spPr>
            <a:xfrm>
              <a:off x="3200513" y="4748596"/>
              <a:ext cx="43747" cy="49334"/>
            </a:xfrm>
            <a:custGeom>
              <a:avLst/>
              <a:gdLst/>
              <a:ahLst/>
              <a:cxnLst/>
              <a:rect l="l" t="t" r="r" b="b"/>
              <a:pathLst>
                <a:path w="43747" h="49334" extrusionOk="0">
                  <a:moveTo>
                    <a:pt x="23018" y="0"/>
                  </a:moveTo>
                  <a:cubicBezTo>
                    <a:pt x="26033" y="0"/>
                    <a:pt x="28815" y="485"/>
                    <a:pt x="31351" y="1449"/>
                  </a:cubicBezTo>
                  <a:cubicBezTo>
                    <a:pt x="33887" y="2412"/>
                    <a:pt x="36072" y="3820"/>
                    <a:pt x="37910" y="5675"/>
                  </a:cubicBezTo>
                  <a:cubicBezTo>
                    <a:pt x="39743" y="7524"/>
                    <a:pt x="41178" y="9794"/>
                    <a:pt x="42205" y="12486"/>
                  </a:cubicBezTo>
                  <a:cubicBezTo>
                    <a:pt x="43232" y="15178"/>
                    <a:pt x="43747" y="18251"/>
                    <a:pt x="43747" y="21701"/>
                  </a:cubicBezTo>
                  <a:cubicBezTo>
                    <a:pt x="43747" y="22574"/>
                    <a:pt x="43706" y="23299"/>
                    <a:pt x="43628" y="23878"/>
                  </a:cubicBezTo>
                  <a:cubicBezTo>
                    <a:pt x="43553" y="24452"/>
                    <a:pt x="43411" y="24901"/>
                    <a:pt x="43209" y="25229"/>
                  </a:cubicBezTo>
                  <a:cubicBezTo>
                    <a:pt x="43004" y="25554"/>
                    <a:pt x="42735" y="25785"/>
                    <a:pt x="42391" y="25927"/>
                  </a:cubicBezTo>
                  <a:cubicBezTo>
                    <a:pt x="42048" y="26065"/>
                    <a:pt x="41611" y="26136"/>
                    <a:pt x="41084" y="26136"/>
                  </a:cubicBezTo>
                  <a:lnTo>
                    <a:pt x="11485" y="26136"/>
                  </a:lnTo>
                  <a:cubicBezTo>
                    <a:pt x="11829" y="31054"/>
                    <a:pt x="13151" y="34665"/>
                    <a:pt x="15451" y="36964"/>
                  </a:cubicBezTo>
                  <a:cubicBezTo>
                    <a:pt x="17760" y="39272"/>
                    <a:pt x="20807" y="40418"/>
                    <a:pt x="24606" y="40418"/>
                  </a:cubicBezTo>
                  <a:cubicBezTo>
                    <a:pt x="26473" y="40418"/>
                    <a:pt x="28083" y="40205"/>
                    <a:pt x="29435" y="39765"/>
                  </a:cubicBezTo>
                  <a:cubicBezTo>
                    <a:pt x="30791" y="39332"/>
                    <a:pt x="31971" y="38846"/>
                    <a:pt x="32987" y="38320"/>
                  </a:cubicBezTo>
                  <a:cubicBezTo>
                    <a:pt x="33995" y="37790"/>
                    <a:pt x="34881" y="37308"/>
                    <a:pt x="35646" y="36871"/>
                  </a:cubicBezTo>
                  <a:cubicBezTo>
                    <a:pt x="36408" y="36438"/>
                    <a:pt x="37148" y="36218"/>
                    <a:pt x="37861" y="36218"/>
                  </a:cubicBezTo>
                  <a:cubicBezTo>
                    <a:pt x="38328" y="36218"/>
                    <a:pt x="38735" y="36315"/>
                    <a:pt x="39079" y="36498"/>
                  </a:cubicBezTo>
                  <a:cubicBezTo>
                    <a:pt x="39419" y="36684"/>
                    <a:pt x="39714" y="36950"/>
                    <a:pt x="39964" y="37293"/>
                  </a:cubicBezTo>
                  <a:lnTo>
                    <a:pt x="43325" y="41493"/>
                  </a:lnTo>
                  <a:cubicBezTo>
                    <a:pt x="42048"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7" y="49334"/>
                    <a:pt x="17147" y="48778"/>
                    <a:pt x="14286" y="47680"/>
                  </a:cubicBezTo>
                  <a:cubicBezTo>
                    <a:pt x="11421" y="46575"/>
                    <a:pt x="8930" y="44940"/>
                    <a:pt x="6816" y="42778"/>
                  </a:cubicBezTo>
                  <a:cubicBezTo>
                    <a:pt x="4699" y="40616"/>
                    <a:pt x="3033" y="37939"/>
                    <a:pt x="1823" y="34750"/>
                  </a:cubicBezTo>
                  <a:cubicBezTo>
                    <a:pt x="609" y="31558"/>
                    <a:pt x="0" y="27865"/>
                    <a:pt x="0" y="23665"/>
                  </a:cubicBezTo>
                  <a:cubicBezTo>
                    <a:pt x="0" y="20398"/>
                    <a:pt x="527" y="17325"/>
                    <a:pt x="1587" y="14446"/>
                  </a:cubicBezTo>
                  <a:cubicBezTo>
                    <a:pt x="2648" y="11571"/>
                    <a:pt x="4164" y="9066"/>
                    <a:pt x="6140" y="6930"/>
                  </a:cubicBezTo>
                  <a:cubicBezTo>
                    <a:pt x="8116"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6" y="19184"/>
                  </a:cubicBezTo>
                  <a:lnTo>
                    <a:pt x="33379" y="19184"/>
                  </a:lnTo>
                  <a:cubicBezTo>
                    <a:pt x="33379" y="17691"/>
                    <a:pt x="33177" y="16283"/>
                    <a:pt x="32774" y="14961"/>
                  </a:cubicBezTo>
                  <a:cubicBezTo>
                    <a:pt x="32371" y="13636"/>
                    <a:pt x="31747" y="12478"/>
                    <a:pt x="30907" y="11481"/>
                  </a:cubicBezTo>
                  <a:cubicBezTo>
                    <a:pt x="30066" y="10488"/>
                    <a:pt x="29005" y="9704"/>
                    <a:pt x="27732" y="9125"/>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14" name="Google Shape;2114;p90"/>
            <p:cNvSpPr/>
            <p:nvPr/>
          </p:nvSpPr>
          <p:spPr>
            <a:xfrm>
              <a:off x="2712548" y="4830553"/>
              <a:ext cx="65876" cy="67487"/>
            </a:xfrm>
            <a:custGeom>
              <a:avLst/>
              <a:gdLst/>
              <a:ahLst/>
              <a:cxnLst/>
              <a:rect l="l" t="t" r="r" b="b"/>
              <a:pathLst>
                <a:path w="65876" h="67487" extrusionOk="0">
                  <a:moveTo>
                    <a:pt x="65877" y="67488"/>
                  </a:moveTo>
                  <a:lnTo>
                    <a:pt x="56162" y="67488"/>
                  </a:lnTo>
                  <a:cubicBezTo>
                    <a:pt x="55072" y="67488"/>
                    <a:pt x="54179" y="67215"/>
                    <a:pt x="53481" y="66674"/>
                  </a:cubicBezTo>
                  <a:cubicBezTo>
                    <a:pt x="52778" y="66129"/>
                    <a:pt x="52270" y="65449"/>
                    <a:pt x="51960" y="64643"/>
                  </a:cubicBezTo>
                  <a:lnTo>
                    <a:pt x="46922" y="50873"/>
                  </a:lnTo>
                  <a:lnTo>
                    <a:pt x="18955" y="50873"/>
                  </a:lnTo>
                  <a:lnTo>
                    <a:pt x="13913" y="64643"/>
                  </a:lnTo>
                  <a:cubicBezTo>
                    <a:pt x="13662" y="65360"/>
                    <a:pt x="13173" y="66013"/>
                    <a:pt x="12441" y="66603"/>
                  </a:cubicBezTo>
                  <a:cubicBezTo>
                    <a:pt x="11709" y="67193"/>
                    <a:pt x="10816" y="67488"/>
                    <a:pt x="9759" y="67488"/>
                  </a:cubicBezTo>
                  <a:lnTo>
                    <a:pt x="0" y="67488"/>
                  </a:lnTo>
                  <a:lnTo>
                    <a:pt x="26518" y="0"/>
                  </a:lnTo>
                  <a:lnTo>
                    <a:pt x="39355" y="0"/>
                  </a:lnTo>
                  <a:lnTo>
                    <a:pt x="65877" y="67488"/>
                  </a:lnTo>
                  <a:close/>
                  <a:moveTo>
                    <a:pt x="22178" y="42005"/>
                  </a:moveTo>
                  <a:lnTo>
                    <a:pt x="43699" y="42005"/>
                  </a:lnTo>
                  <a:lnTo>
                    <a:pt x="35482" y="19554"/>
                  </a:lnTo>
                  <a:cubicBezTo>
                    <a:pt x="35108" y="18561"/>
                    <a:pt x="34694" y="17384"/>
                    <a:pt x="34246" y="16033"/>
                  </a:cubicBezTo>
                  <a:cubicBezTo>
                    <a:pt x="33794" y="14681"/>
                    <a:pt x="33349" y="13210"/>
                    <a:pt x="32916" y="11619"/>
                  </a:cubicBezTo>
                  <a:cubicBezTo>
                    <a:pt x="32479" y="13210"/>
                    <a:pt x="32049" y="14689"/>
                    <a:pt x="31631" y="16055"/>
                  </a:cubicBezTo>
                  <a:cubicBezTo>
                    <a:pt x="31213" y="17425"/>
                    <a:pt x="30795" y="18620"/>
                    <a:pt x="30395" y="19651"/>
                  </a:cubicBezTo>
                  <a:lnTo>
                    <a:pt x="22178" y="42005"/>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15" name="Google Shape;2115;p90"/>
            <p:cNvSpPr/>
            <p:nvPr/>
          </p:nvSpPr>
          <p:spPr>
            <a:xfrm>
              <a:off x="2784725" y="4849270"/>
              <a:ext cx="30533" cy="48770"/>
            </a:xfrm>
            <a:custGeom>
              <a:avLst/>
              <a:gdLst/>
              <a:ahLst/>
              <a:cxnLst/>
              <a:rect l="l" t="t" r="r" b="b"/>
              <a:pathLst>
                <a:path w="30533" h="48770" extrusionOk="0">
                  <a:moveTo>
                    <a:pt x="0" y="48771"/>
                  </a:moveTo>
                  <a:lnTo>
                    <a:pt x="0" y="885"/>
                  </a:lnTo>
                  <a:lnTo>
                    <a:pt x="6771" y="885"/>
                  </a:lnTo>
                  <a:cubicBezTo>
                    <a:pt x="7952" y="885"/>
                    <a:pt x="8777" y="1105"/>
                    <a:pt x="9244" y="1538"/>
                  </a:cubicBezTo>
                  <a:cubicBezTo>
                    <a:pt x="9711" y="1975"/>
                    <a:pt x="10021" y="2722"/>
                    <a:pt x="10178" y="3782"/>
                  </a:cubicBezTo>
                  <a:lnTo>
                    <a:pt x="10880" y="9566"/>
                  </a:lnTo>
                  <a:cubicBezTo>
                    <a:pt x="12590" y="6609"/>
                    <a:pt x="14600" y="4275"/>
                    <a:pt x="16901" y="2565"/>
                  </a:cubicBezTo>
                  <a:cubicBezTo>
                    <a:pt x="19205" y="855"/>
                    <a:pt x="21786" y="0"/>
                    <a:pt x="24651" y="0"/>
                  </a:cubicBezTo>
                  <a:cubicBezTo>
                    <a:pt x="27015" y="0"/>
                    <a:pt x="28976" y="541"/>
                    <a:pt x="30533" y="1632"/>
                  </a:cubicBezTo>
                  <a:lnTo>
                    <a:pt x="29039" y="10268"/>
                  </a:lnTo>
                  <a:cubicBezTo>
                    <a:pt x="28946" y="10828"/>
                    <a:pt x="28744" y="11224"/>
                    <a:pt x="28434" y="11455"/>
                  </a:cubicBezTo>
                  <a:cubicBezTo>
                    <a:pt x="28120" y="11691"/>
                    <a:pt x="27698" y="11806"/>
                    <a:pt x="27172" y="11806"/>
                  </a:cubicBezTo>
                  <a:cubicBezTo>
                    <a:pt x="26705" y="11806"/>
                    <a:pt x="26066" y="11702"/>
                    <a:pt x="25256" y="11481"/>
                  </a:cubicBezTo>
                  <a:cubicBezTo>
                    <a:pt x="24445" y="11261"/>
                    <a:pt x="23373" y="11153"/>
                    <a:pt x="22036" y="11153"/>
                  </a:cubicBezTo>
                  <a:cubicBezTo>
                    <a:pt x="19638" y="11153"/>
                    <a:pt x="17584" y="11818"/>
                    <a:pt x="15873" y="13135"/>
                  </a:cubicBezTo>
                  <a:cubicBezTo>
                    <a:pt x="14159" y="14461"/>
                    <a:pt x="12714" y="16395"/>
                    <a:pt x="11530" y="18949"/>
                  </a:cubicBezTo>
                  <a:lnTo>
                    <a:pt x="11530" y="48771"/>
                  </a:lnTo>
                  <a:lnTo>
                    <a:pt x="0" y="48771"/>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16" name="Google Shape;2116;p90"/>
            <p:cNvSpPr/>
            <p:nvPr/>
          </p:nvSpPr>
          <p:spPr>
            <a:xfrm>
              <a:off x="2819643" y="4849408"/>
              <a:ext cx="40385" cy="49334"/>
            </a:xfrm>
            <a:custGeom>
              <a:avLst/>
              <a:gdLst/>
              <a:ahLst/>
              <a:cxnLst/>
              <a:rect l="l" t="t" r="r" b="b"/>
              <a:pathLst>
                <a:path w="40385" h="49334" extrusionOk="0">
                  <a:moveTo>
                    <a:pt x="36882" y="10877"/>
                  </a:moveTo>
                  <a:cubicBezTo>
                    <a:pt x="36539" y="11310"/>
                    <a:pt x="36206" y="11653"/>
                    <a:pt x="35882" y="11900"/>
                  </a:cubicBezTo>
                  <a:cubicBezTo>
                    <a:pt x="35557" y="12153"/>
                    <a:pt x="35079" y="12277"/>
                    <a:pt x="34459" y="12277"/>
                  </a:cubicBezTo>
                  <a:cubicBezTo>
                    <a:pt x="33865" y="12277"/>
                    <a:pt x="33290" y="12098"/>
                    <a:pt x="32729" y="11743"/>
                  </a:cubicBezTo>
                  <a:cubicBezTo>
                    <a:pt x="32169" y="11384"/>
                    <a:pt x="31500" y="10977"/>
                    <a:pt x="30724" y="10526"/>
                  </a:cubicBezTo>
                  <a:cubicBezTo>
                    <a:pt x="29943" y="10074"/>
                    <a:pt x="29020" y="9671"/>
                    <a:pt x="27945" y="9312"/>
                  </a:cubicBezTo>
                  <a:cubicBezTo>
                    <a:pt x="26869" y="8954"/>
                    <a:pt x="25539" y="8778"/>
                    <a:pt x="23952" y="8778"/>
                  </a:cubicBezTo>
                  <a:cubicBezTo>
                    <a:pt x="21928" y="8778"/>
                    <a:pt x="20157" y="9140"/>
                    <a:pt x="18630" y="9876"/>
                  </a:cubicBezTo>
                  <a:cubicBezTo>
                    <a:pt x="17102" y="10604"/>
                    <a:pt x="15836" y="11653"/>
                    <a:pt x="14824" y="13024"/>
                  </a:cubicBezTo>
                  <a:cubicBezTo>
                    <a:pt x="13812" y="14390"/>
                    <a:pt x="13057" y="16052"/>
                    <a:pt x="12561" y="17993"/>
                  </a:cubicBezTo>
                  <a:cubicBezTo>
                    <a:pt x="12064" y="19938"/>
                    <a:pt x="11814" y="22141"/>
                    <a:pt x="11814" y="24598"/>
                  </a:cubicBezTo>
                  <a:cubicBezTo>
                    <a:pt x="11814" y="27148"/>
                    <a:pt x="12083" y="29422"/>
                    <a:pt x="12632" y="31412"/>
                  </a:cubicBezTo>
                  <a:cubicBezTo>
                    <a:pt x="13173" y="33402"/>
                    <a:pt x="13961" y="35079"/>
                    <a:pt x="14988" y="36430"/>
                  </a:cubicBezTo>
                  <a:cubicBezTo>
                    <a:pt x="16015" y="37782"/>
                    <a:pt x="17259" y="38813"/>
                    <a:pt x="18723" y="39511"/>
                  </a:cubicBezTo>
                  <a:cubicBezTo>
                    <a:pt x="20184" y="40213"/>
                    <a:pt x="21834" y="40560"/>
                    <a:pt x="23672" y="40560"/>
                  </a:cubicBezTo>
                  <a:cubicBezTo>
                    <a:pt x="25506" y="40560"/>
                    <a:pt x="26996" y="40336"/>
                    <a:pt x="28128" y="39884"/>
                  </a:cubicBezTo>
                  <a:cubicBezTo>
                    <a:pt x="29267" y="39432"/>
                    <a:pt x="30223" y="38936"/>
                    <a:pt x="31004" y="38387"/>
                  </a:cubicBezTo>
                  <a:cubicBezTo>
                    <a:pt x="31781" y="37846"/>
                    <a:pt x="32457" y="37349"/>
                    <a:pt x="33032" y="36897"/>
                  </a:cubicBezTo>
                  <a:cubicBezTo>
                    <a:pt x="33607" y="36445"/>
                    <a:pt x="34253" y="36218"/>
                    <a:pt x="34970" y="36218"/>
                  </a:cubicBezTo>
                  <a:cubicBezTo>
                    <a:pt x="35904" y="36218"/>
                    <a:pt x="36606" y="36576"/>
                    <a:pt x="37073" y="37293"/>
                  </a:cubicBezTo>
                  <a:lnTo>
                    <a:pt x="40386" y="41493"/>
                  </a:lnTo>
                  <a:cubicBezTo>
                    <a:pt x="39109" y="42987"/>
                    <a:pt x="37727" y="44242"/>
                    <a:pt x="36229" y="45250"/>
                  </a:cubicBezTo>
                  <a:cubicBezTo>
                    <a:pt x="34739" y="46261"/>
                    <a:pt x="33189" y="47068"/>
                    <a:pt x="31586" y="47680"/>
                  </a:cubicBezTo>
                  <a:cubicBezTo>
                    <a:pt x="29980" y="48285"/>
                    <a:pt x="28326" y="48711"/>
                    <a:pt x="26611" y="48961"/>
                  </a:cubicBezTo>
                  <a:cubicBezTo>
                    <a:pt x="24901" y="49211"/>
                    <a:pt x="23205" y="49334"/>
                    <a:pt x="21524" y="49334"/>
                  </a:cubicBezTo>
                  <a:cubicBezTo>
                    <a:pt x="18566" y="49334"/>
                    <a:pt x="15784" y="48778"/>
                    <a:pt x="13166" y="47680"/>
                  </a:cubicBezTo>
                  <a:cubicBezTo>
                    <a:pt x="10551" y="46575"/>
                    <a:pt x="8273" y="44962"/>
                    <a:pt x="6327" y="42849"/>
                  </a:cubicBezTo>
                  <a:cubicBezTo>
                    <a:pt x="4381" y="40732"/>
                    <a:pt x="2842" y="38141"/>
                    <a:pt x="1707" y="35079"/>
                  </a:cubicBezTo>
                  <a:cubicBezTo>
                    <a:pt x="568" y="32010"/>
                    <a:pt x="0" y="28519"/>
                    <a:pt x="0" y="24598"/>
                  </a:cubicBezTo>
                  <a:cubicBezTo>
                    <a:pt x="0" y="21081"/>
                    <a:pt x="508" y="17821"/>
                    <a:pt x="1516" y="14820"/>
                  </a:cubicBezTo>
                  <a:cubicBezTo>
                    <a:pt x="2532" y="11818"/>
                    <a:pt x="4015" y="9219"/>
                    <a:pt x="5980" y="7027"/>
                  </a:cubicBezTo>
                  <a:cubicBezTo>
                    <a:pt x="7937" y="4832"/>
                    <a:pt x="10364" y="3114"/>
                    <a:pt x="13263" y="1867"/>
                  </a:cubicBezTo>
                  <a:cubicBezTo>
                    <a:pt x="16154" y="624"/>
                    <a:pt x="19485" y="0"/>
                    <a:pt x="23254" y="0"/>
                  </a:cubicBezTo>
                  <a:cubicBezTo>
                    <a:pt x="26832" y="0"/>
                    <a:pt x="29965" y="575"/>
                    <a:pt x="32658" y="1729"/>
                  </a:cubicBezTo>
                  <a:cubicBezTo>
                    <a:pt x="35351" y="2879"/>
                    <a:pt x="37771" y="4529"/>
                    <a:pt x="39919" y="6676"/>
                  </a:cubicBezTo>
                  <a:lnTo>
                    <a:pt x="36882" y="10877"/>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17" name="Google Shape;2117;p90"/>
            <p:cNvSpPr/>
            <p:nvPr/>
          </p:nvSpPr>
          <p:spPr>
            <a:xfrm>
              <a:off x="2867405" y="4828686"/>
              <a:ext cx="41737" cy="69354"/>
            </a:xfrm>
            <a:custGeom>
              <a:avLst/>
              <a:gdLst/>
              <a:ahLst/>
              <a:cxnLst/>
              <a:rect l="l" t="t" r="r" b="b"/>
              <a:pathLst>
                <a:path w="41737" h="69354" extrusionOk="0">
                  <a:moveTo>
                    <a:pt x="0" y="69355"/>
                  </a:moveTo>
                  <a:lnTo>
                    <a:pt x="0" y="0"/>
                  </a:lnTo>
                  <a:lnTo>
                    <a:pt x="11530" y="0"/>
                  </a:lnTo>
                  <a:lnTo>
                    <a:pt x="11530" y="26652"/>
                  </a:lnTo>
                  <a:cubicBezTo>
                    <a:pt x="13397" y="24878"/>
                    <a:pt x="15451" y="23444"/>
                    <a:pt x="17692" y="22354"/>
                  </a:cubicBezTo>
                  <a:cubicBezTo>
                    <a:pt x="19933" y="21268"/>
                    <a:pt x="22563" y="20722"/>
                    <a:pt x="25584" y="20722"/>
                  </a:cubicBezTo>
                  <a:cubicBezTo>
                    <a:pt x="28199" y="20722"/>
                    <a:pt x="30514" y="21167"/>
                    <a:pt x="32539" y="22052"/>
                  </a:cubicBezTo>
                  <a:cubicBezTo>
                    <a:pt x="34563" y="22940"/>
                    <a:pt x="36251" y="24187"/>
                    <a:pt x="37607" y="25785"/>
                  </a:cubicBezTo>
                  <a:cubicBezTo>
                    <a:pt x="38959" y="27391"/>
                    <a:pt x="39986" y="29306"/>
                    <a:pt x="40688" y="31532"/>
                  </a:cubicBezTo>
                  <a:cubicBezTo>
                    <a:pt x="41387" y="33753"/>
                    <a:pt x="41738" y="36203"/>
                    <a:pt x="41738" y="38880"/>
                  </a:cubicBezTo>
                  <a:lnTo>
                    <a:pt x="41738" y="69355"/>
                  </a:lnTo>
                  <a:lnTo>
                    <a:pt x="30204" y="69355"/>
                  </a:lnTo>
                  <a:lnTo>
                    <a:pt x="30204" y="38880"/>
                  </a:lnTo>
                  <a:cubicBezTo>
                    <a:pt x="30204" y="35956"/>
                    <a:pt x="29528" y="33694"/>
                    <a:pt x="28173" y="32088"/>
                  </a:cubicBezTo>
                  <a:cubicBezTo>
                    <a:pt x="26821" y="30486"/>
                    <a:pt x="24789" y="29683"/>
                    <a:pt x="22081" y="29683"/>
                  </a:cubicBezTo>
                  <a:cubicBezTo>
                    <a:pt x="20090" y="29683"/>
                    <a:pt x="18223" y="30135"/>
                    <a:pt x="16478" y="31039"/>
                  </a:cubicBezTo>
                  <a:cubicBezTo>
                    <a:pt x="14734" y="31942"/>
                    <a:pt x="13087" y="33171"/>
                    <a:pt x="11530" y="34724"/>
                  </a:cubicBezTo>
                  <a:lnTo>
                    <a:pt x="11530" y="69355"/>
                  </a:lnTo>
                  <a:lnTo>
                    <a:pt x="0" y="69355"/>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18" name="Google Shape;2118;p90"/>
            <p:cNvSpPr/>
            <p:nvPr/>
          </p:nvSpPr>
          <p:spPr>
            <a:xfrm>
              <a:off x="2919743" y="4828828"/>
              <a:ext cx="14752" cy="69212"/>
            </a:xfrm>
            <a:custGeom>
              <a:avLst/>
              <a:gdLst/>
              <a:ahLst/>
              <a:cxnLst/>
              <a:rect l="l" t="t" r="r" b="b"/>
              <a:pathLst>
                <a:path w="14752" h="69212" extrusionOk="0">
                  <a:moveTo>
                    <a:pt x="14753" y="7374"/>
                  </a:moveTo>
                  <a:cubicBezTo>
                    <a:pt x="14753" y="8367"/>
                    <a:pt x="14548" y="9301"/>
                    <a:pt x="14144" y="10174"/>
                  </a:cubicBezTo>
                  <a:cubicBezTo>
                    <a:pt x="13741" y="11045"/>
                    <a:pt x="13203" y="11806"/>
                    <a:pt x="12534" y="12459"/>
                  </a:cubicBezTo>
                  <a:cubicBezTo>
                    <a:pt x="11866" y="13113"/>
                    <a:pt x="11082" y="13636"/>
                    <a:pt x="10174" y="14024"/>
                  </a:cubicBezTo>
                  <a:cubicBezTo>
                    <a:pt x="9274" y="14416"/>
                    <a:pt x="8306" y="14606"/>
                    <a:pt x="7283" y="14606"/>
                  </a:cubicBezTo>
                  <a:cubicBezTo>
                    <a:pt x="6282" y="14606"/>
                    <a:pt x="5345" y="14416"/>
                    <a:pt x="4456" y="14024"/>
                  </a:cubicBezTo>
                  <a:cubicBezTo>
                    <a:pt x="3571" y="13636"/>
                    <a:pt x="2801" y="13113"/>
                    <a:pt x="2148" y="12459"/>
                  </a:cubicBezTo>
                  <a:cubicBezTo>
                    <a:pt x="1490" y="11806"/>
                    <a:pt x="971" y="11045"/>
                    <a:pt x="583" y="10174"/>
                  </a:cubicBezTo>
                  <a:cubicBezTo>
                    <a:pt x="194" y="9301"/>
                    <a:pt x="0" y="8367"/>
                    <a:pt x="0" y="7374"/>
                  </a:cubicBezTo>
                  <a:cubicBezTo>
                    <a:pt x="0" y="6344"/>
                    <a:pt x="194" y="5384"/>
                    <a:pt x="583" y="4477"/>
                  </a:cubicBezTo>
                  <a:cubicBezTo>
                    <a:pt x="971" y="3577"/>
                    <a:pt x="1490" y="2800"/>
                    <a:pt x="2148" y="2143"/>
                  </a:cubicBezTo>
                  <a:cubicBezTo>
                    <a:pt x="2801" y="1493"/>
                    <a:pt x="3571" y="971"/>
                    <a:pt x="4456" y="586"/>
                  </a:cubicBezTo>
                  <a:cubicBezTo>
                    <a:pt x="5345" y="194"/>
                    <a:pt x="6282" y="0"/>
                    <a:pt x="7283" y="0"/>
                  </a:cubicBezTo>
                  <a:cubicBezTo>
                    <a:pt x="8306" y="0"/>
                    <a:pt x="9274" y="194"/>
                    <a:pt x="10174" y="586"/>
                  </a:cubicBezTo>
                  <a:cubicBezTo>
                    <a:pt x="11082" y="971"/>
                    <a:pt x="11866" y="1493"/>
                    <a:pt x="12534" y="2143"/>
                  </a:cubicBezTo>
                  <a:cubicBezTo>
                    <a:pt x="13203" y="2800"/>
                    <a:pt x="13741" y="3577"/>
                    <a:pt x="14144" y="4477"/>
                  </a:cubicBezTo>
                  <a:cubicBezTo>
                    <a:pt x="14548" y="5384"/>
                    <a:pt x="14753" y="6344"/>
                    <a:pt x="14753" y="7374"/>
                  </a:cubicBezTo>
                  <a:close/>
                  <a:moveTo>
                    <a:pt x="13024" y="21327"/>
                  </a:moveTo>
                  <a:lnTo>
                    <a:pt x="13024" y="69213"/>
                  </a:lnTo>
                  <a:lnTo>
                    <a:pt x="1490" y="69213"/>
                  </a:lnTo>
                  <a:lnTo>
                    <a:pt x="1490" y="21327"/>
                  </a:lnTo>
                  <a:lnTo>
                    <a:pt x="13024" y="21327"/>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19" name="Google Shape;2119;p90"/>
            <p:cNvSpPr/>
            <p:nvPr/>
          </p:nvSpPr>
          <p:spPr>
            <a:xfrm>
              <a:off x="2941450" y="4835500"/>
              <a:ext cx="32635" cy="63291"/>
            </a:xfrm>
            <a:custGeom>
              <a:avLst/>
              <a:gdLst/>
              <a:ahLst/>
              <a:cxnLst/>
              <a:rect l="l" t="t" r="r" b="b"/>
              <a:pathLst>
                <a:path w="32635" h="63291" extrusionOk="0">
                  <a:moveTo>
                    <a:pt x="20075" y="63291"/>
                  </a:moveTo>
                  <a:cubicBezTo>
                    <a:pt x="15937" y="63291"/>
                    <a:pt x="12747" y="62115"/>
                    <a:pt x="10506" y="59763"/>
                  </a:cubicBezTo>
                  <a:cubicBezTo>
                    <a:pt x="8265" y="57414"/>
                    <a:pt x="7145" y="54173"/>
                    <a:pt x="7145" y="50036"/>
                  </a:cubicBezTo>
                  <a:lnTo>
                    <a:pt x="7145" y="23291"/>
                  </a:lnTo>
                  <a:lnTo>
                    <a:pt x="2289" y="23291"/>
                  </a:lnTo>
                  <a:cubicBezTo>
                    <a:pt x="1669" y="23291"/>
                    <a:pt x="1128" y="23090"/>
                    <a:pt x="680" y="22686"/>
                  </a:cubicBezTo>
                  <a:cubicBezTo>
                    <a:pt x="228" y="22279"/>
                    <a:pt x="0" y="21674"/>
                    <a:pt x="0" y="20864"/>
                  </a:cubicBezTo>
                  <a:lnTo>
                    <a:pt x="0" y="16290"/>
                  </a:lnTo>
                  <a:lnTo>
                    <a:pt x="7705" y="15032"/>
                  </a:lnTo>
                  <a:lnTo>
                    <a:pt x="10133" y="1964"/>
                  </a:lnTo>
                  <a:cubicBezTo>
                    <a:pt x="10256" y="1340"/>
                    <a:pt x="10547" y="859"/>
                    <a:pt x="10999" y="515"/>
                  </a:cubicBezTo>
                  <a:cubicBezTo>
                    <a:pt x="11448" y="172"/>
                    <a:pt x="12015" y="0"/>
                    <a:pt x="12703" y="0"/>
                  </a:cubicBezTo>
                  <a:lnTo>
                    <a:pt x="18675" y="0"/>
                  </a:lnTo>
                  <a:lnTo>
                    <a:pt x="18675" y="15073"/>
                  </a:lnTo>
                  <a:lnTo>
                    <a:pt x="31280" y="15073"/>
                  </a:lnTo>
                  <a:lnTo>
                    <a:pt x="31280" y="23291"/>
                  </a:lnTo>
                  <a:lnTo>
                    <a:pt x="18675" y="23291"/>
                  </a:lnTo>
                  <a:lnTo>
                    <a:pt x="18675" y="49241"/>
                  </a:lnTo>
                  <a:cubicBezTo>
                    <a:pt x="18675" y="50734"/>
                    <a:pt x="19052" y="51903"/>
                    <a:pt x="19795" y="52739"/>
                  </a:cubicBezTo>
                  <a:cubicBezTo>
                    <a:pt x="20542" y="53579"/>
                    <a:pt x="21539" y="54002"/>
                    <a:pt x="22787" y="54002"/>
                  </a:cubicBezTo>
                  <a:cubicBezTo>
                    <a:pt x="23500" y="54002"/>
                    <a:pt x="24098" y="53916"/>
                    <a:pt x="24580" y="53744"/>
                  </a:cubicBezTo>
                  <a:cubicBezTo>
                    <a:pt x="25065" y="53572"/>
                    <a:pt x="25487" y="53393"/>
                    <a:pt x="25842" y="53206"/>
                  </a:cubicBezTo>
                  <a:cubicBezTo>
                    <a:pt x="26201" y="53023"/>
                    <a:pt x="26522" y="52844"/>
                    <a:pt x="26798" y="52672"/>
                  </a:cubicBezTo>
                  <a:cubicBezTo>
                    <a:pt x="27078" y="52501"/>
                    <a:pt x="27362" y="52411"/>
                    <a:pt x="27642" y="52411"/>
                  </a:cubicBezTo>
                  <a:cubicBezTo>
                    <a:pt x="27986" y="52411"/>
                    <a:pt x="28262" y="52501"/>
                    <a:pt x="28479" y="52672"/>
                  </a:cubicBezTo>
                  <a:cubicBezTo>
                    <a:pt x="28699" y="52844"/>
                    <a:pt x="28931" y="53098"/>
                    <a:pt x="29181" y="53441"/>
                  </a:cubicBezTo>
                  <a:lnTo>
                    <a:pt x="32636" y="59042"/>
                  </a:lnTo>
                  <a:cubicBezTo>
                    <a:pt x="30955" y="60442"/>
                    <a:pt x="29024" y="61499"/>
                    <a:pt x="26847" y="62212"/>
                  </a:cubicBezTo>
                  <a:cubicBezTo>
                    <a:pt x="24669" y="62933"/>
                    <a:pt x="22410" y="63291"/>
                    <a:pt x="20075" y="63291"/>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20" name="Google Shape;2120;p90"/>
            <p:cNvSpPr/>
            <p:nvPr/>
          </p:nvSpPr>
          <p:spPr>
            <a:xfrm>
              <a:off x="2978706" y="4849408"/>
              <a:ext cx="43747" cy="49334"/>
            </a:xfrm>
            <a:custGeom>
              <a:avLst/>
              <a:gdLst/>
              <a:ahLst/>
              <a:cxnLst/>
              <a:rect l="l" t="t" r="r" b="b"/>
              <a:pathLst>
                <a:path w="43747" h="49334" extrusionOk="0">
                  <a:moveTo>
                    <a:pt x="23018" y="0"/>
                  </a:moveTo>
                  <a:cubicBezTo>
                    <a:pt x="26036" y="0"/>
                    <a:pt x="28815" y="485"/>
                    <a:pt x="31351" y="1449"/>
                  </a:cubicBezTo>
                  <a:cubicBezTo>
                    <a:pt x="33887" y="2412"/>
                    <a:pt x="36072" y="3820"/>
                    <a:pt x="37910" y="5675"/>
                  </a:cubicBezTo>
                  <a:cubicBezTo>
                    <a:pt x="39747" y="7524"/>
                    <a:pt x="41178" y="9794"/>
                    <a:pt x="42209" y="12486"/>
                  </a:cubicBezTo>
                  <a:cubicBezTo>
                    <a:pt x="43232" y="15178"/>
                    <a:pt x="43747" y="18251"/>
                    <a:pt x="43747" y="21701"/>
                  </a:cubicBezTo>
                  <a:cubicBezTo>
                    <a:pt x="43747" y="22574"/>
                    <a:pt x="43706" y="23299"/>
                    <a:pt x="43632" y="23878"/>
                  </a:cubicBezTo>
                  <a:cubicBezTo>
                    <a:pt x="43553" y="24452"/>
                    <a:pt x="43411" y="24901"/>
                    <a:pt x="43209" y="25229"/>
                  </a:cubicBezTo>
                  <a:cubicBezTo>
                    <a:pt x="43008" y="25554"/>
                    <a:pt x="42735" y="25785"/>
                    <a:pt x="42395" y="25927"/>
                  </a:cubicBezTo>
                  <a:cubicBezTo>
                    <a:pt x="42052" y="26065"/>
                    <a:pt x="41615" y="26136"/>
                    <a:pt x="41084" y="26136"/>
                  </a:cubicBezTo>
                  <a:lnTo>
                    <a:pt x="11485" y="26136"/>
                  </a:lnTo>
                  <a:cubicBezTo>
                    <a:pt x="11829" y="31054"/>
                    <a:pt x="13151" y="34665"/>
                    <a:pt x="15455" y="36964"/>
                  </a:cubicBezTo>
                  <a:cubicBezTo>
                    <a:pt x="17760" y="39272"/>
                    <a:pt x="20807" y="40418"/>
                    <a:pt x="24606" y="40418"/>
                  </a:cubicBezTo>
                  <a:cubicBezTo>
                    <a:pt x="26473" y="40418"/>
                    <a:pt x="28083" y="40205"/>
                    <a:pt x="29439" y="39765"/>
                  </a:cubicBezTo>
                  <a:cubicBezTo>
                    <a:pt x="30791" y="39332"/>
                    <a:pt x="31971" y="38846"/>
                    <a:pt x="32987" y="38320"/>
                  </a:cubicBezTo>
                  <a:cubicBezTo>
                    <a:pt x="33995" y="37790"/>
                    <a:pt x="34884" y="37308"/>
                    <a:pt x="35646" y="36871"/>
                  </a:cubicBezTo>
                  <a:cubicBezTo>
                    <a:pt x="36408" y="36438"/>
                    <a:pt x="37148" y="36218"/>
                    <a:pt x="37865" y="36218"/>
                  </a:cubicBezTo>
                  <a:cubicBezTo>
                    <a:pt x="38332" y="36218"/>
                    <a:pt x="38735" y="36315"/>
                    <a:pt x="39079" y="36498"/>
                  </a:cubicBezTo>
                  <a:cubicBezTo>
                    <a:pt x="39422" y="36684"/>
                    <a:pt x="39717" y="36950"/>
                    <a:pt x="39964" y="37293"/>
                  </a:cubicBezTo>
                  <a:lnTo>
                    <a:pt x="43329" y="41493"/>
                  </a:lnTo>
                  <a:cubicBezTo>
                    <a:pt x="42052" y="42987"/>
                    <a:pt x="40617" y="44242"/>
                    <a:pt x="39030" y="45250"/>
                  </a:cubicBezTo>
                  <a:cubicBezTo>
                    <a:pt x="37443" y="46261"/>
                    <a:pt x="35788" y="47068"/>
                    <a:pt x="34059" y="47680"/>
                  </a:cubicBezTo>
                  <a:cubicBezTo>
                    <a:pt x="32330" y="48285"/>
                    <a:pt x="30570" y="48711"/>
                    <a:pt x="28785" y="48961"/>
                  </a:cubicBezTo>
                  <a:cubicBezTo>
                    <a:pt x="26992" y="49211"/>
                    <a:pt x="25259" y="49334"/>
                    <a:pt x="23575" y="49334"/>
                  </a:cubicBezTo>
                  <a:cubicBezTo>
                    <a:pt x="20247" y="49334"/>
                    <a:pt x="17151" y="48778"/>
                    <a:pt x="14286" y="47680"/>
                  </a:cubicBezTo>
                  <a:cubicBezTo>
                    <a:pt x="11425" y="46575"/>
                    <a:pt x="8934" y="44940"/>
                    <a:pt x="6816" y="42778"/>
                  </a:cubicBezTo>
                  <a:cubicBezTo>
                    <a:pt x="4702" y="40616"/>
                    <a:pt x="3033" y="37939"/>
                    <a:pt x="1823" y="34750"/>
                  </a:cubicBezTo>
                  <a:cubicBezTo>
                    <a:pt x="609" y="31558"/>
                    <a:pt x="0" y="27865"/>
                    <a:pt x="0" y="23665"/>
                  </a:cubicBezTo>
                  <a:cubicBezTo>
                    <a:pt x="0" y="20398"/>
                    <a:pt x="530" y="17325"/>
                    <a:pt x="1591" y="14446"/>
                  </a:cubicBezTo>
                  <a:cubicBezTo>
                    <a:pt x="2648" y="11571"/>
                    <a:pt x="4164" y="9066"/>
                    <a:pt x="6140" y="6930"/>
                  </a:cubicBezTo>
                  <a:cubicBezTo>
                    <a:pt x="8116" y="4802"/>
                    <a:pt x="10529" y="3114"/>
                    <a:pt x="13379" y="1867"/>
                  </a:cubicBezTo>
                  <a:cubicBezTo>
                    <a:pt x="16225" y="624"/>
                    <a:pt x="19437" y="0"/>
                    <a:pt x="23018" y="0"/>
                  </a:cubicBezTo>
                  <a:close/>
                  <a:moveTo>
                    <a:pt x="23254" y="8263"/>
                  </a:moveTo>
                  <a:cubicBezTo>
                    <a:pt x="19889" y="8263"/>
                    <a:pt x="17259" y="9211"/>
                    <a:pt x="15362" y="11112"/>
                  </a:cubicBezTo>
                  <a:cubicBezTo>
                    <a:pt x="13461" y="13005"/>
                    <a:pt x="12247" y="15701"/>
                    <a:pt x="11720" y="19184"/>
                  </a:cubicBezTo>
                  <a:lnTo>
                    <a:pt x="33379" y="19184"/>
                  </a:lnTo>
                  <a:cubicBezTo>
                    <a:pt x="33379" y="17691"/>
                    <a:pt x="33181" y="16283"/>
                    <a:pt x="32774" y="14961"/>
                  </a:cubicBezTo>
                  <a:cubicBezTo>
                    <a:pt x="32371" y="13636"/>
                    <a:pt x="31747" y="12478"/>
                    <a:pt x="30907" y="11481"/>
                  </a:cubicBezTo>
                  <a:cubicBezTo>
                    <a:pt x="30070" y="10488"/>
                    <a:pt x="29009" y="9704"/>
                    <a:pt x="27736" y="9125"/>
                  </a:cubicBezTo>
                  <a:cubicBezTo>
                    <a:pt x="26458" y="8550"/>
                    <a:pt x="24964" y="8263"/>
                    <a:pt x="23254"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21" name="Google Shape;2121;p90"/>
            <p:cNvSpPr/>
            <p:nvPr/>
          </p:nvSpPr>
          <p:spPr>
            <a:xfrm>
              <a:off x="3028613" y="4849408"/>
              <a:ext cx="40385" cy="49334"/>
            </a:xfrm>
            <a:custGeom>
              <a:avLst/>
              <a:gdLst/>
              <a:ahLst/>
              <a:cxnLst/>
              <a:rect l="l" t="t" r="r" b="b"/>
              <a:pathLst>
                <a:path w="40385" h="49334" extrusionOk="0">
                  <a:moveTo>
                    <a:pt x="36882" y="10877"/>
                  </a:moveTo>
                  <a:cubicBezTo>
                    <a:pt x="36539" y="11310"/>
                    <a:pt x="36210" y="11653"/>
                    <a:pt x="35882" y="11900"/>
                  </a:cubicBezTo>
                  <a:cubicBezTo>
                    <a:pt x="35557" y="12153"/>
                    <a:pt x="35079" y="12277"/>
                    <a:pt x="34459" y="12277"/>
                  </a:cubicBezTo>
                  <a:cubicBezTo>
                    <a:pt x="33868" y="12277"/>
                    <a:pt x="33290" y="12098"/>
                    <a:pt x="32729" y="11743"/>
                  </a:cubicBezTo>
                  <a:cubicBezTo>
                    <a:pt x="32173" y="11384"/>
                    <a:pt x="31500" y="10977"/>
                    <a:pt x="30724" y="10526"/>
                  </a:cubicBezTo>
                  <a:cubicBezTo>
                    <a:pt x="29943" y="10074"/>
                    <a:pt x="29020" y="9671"/>
                    <a:pt x="27945" y="9312"/>
                  </a:cubicBezTo>
                  <a:cubicBezTo>
                    <a:pt x="26873" y="8954"/>
                    <a:pt x="25540" y="8778"/>
                    <a:pt x="23952" y="8778"/>
                  </a:cubicBezTo>
                  <a:cubicBezTo>
                    <a:pt x="21928" y="8778"/>
                    <a:pt x="20157" y="9140"/>
                    <a:pt x="18634" y="9876"/>
                  </a:cubicBezTo>
                  <a:cubicBezTo>
                    <a:pt x="17102" y="10604"/>
                    <a:pt x="15836" y="11653"/>
                    <a:pt x="14824" y="13024"/>
                  </a:cubicBezTo>
                  <a:cubicBezTo>
                    <a:pt x="13812" y="14390"/>
                    <a:pt x="13057" y="16052"/>
                    <a:pt x="12564" y="17993"/>
                  </a:cubicBezTo>
                  <a:cubicBezTo>
                    <a:pt x="12064" y="19938"/>
                    <a:pt x="11814" y="22141"/>
                    <a:pt x="11814" y="24598"/>
                  </a:cubicBezTo>
                  <a:cubicBezTo>
                    <a:pt x="11814" y="27148"/>
                    <a:pt x="12086" y="29422"/>
                    <a:pt x="12632" y="31412"/>
                  </a:cubicBezTo>
                  <a:cubicBezTo>
                    <a:pt x="13177" y="33402"/>
                    <a:pt x="13965" y="35079"/>
                    <a:pt x="14988" y="36430"/>
                  </a:cubicBezTo>
                  <a:cubicBezTo>
                    <a:pt x="16015" y="37782"/>
                    <a:pt x="17259" y="38813"/>
                    <a:pt x="18723" y="39511"/>
                  </a:cubicBezTo>
                  <a:cubicBezTo>
                    <a:pt x="20187" y="40213"/>
                    <a:pt x="21834" y="40560"/>
                    <a:pt x="23672" y="40560"/>
                  </a:cubicBezTo>
                  <a:cubicBezTo>
                    <a:pt x="25506" y="40560"/>
                    <a:pt x="26996" y="40336"/>
                    <a:pt x="28132" y="39884"/>
                  </a:cubicBezTo>
                  <a:cubicBezTo>
                    <a:pt x="29267" y="39432"/>
                    <a:pt x="30223" y="38936"/>
                    <a:pt x="31004" y="38387"/>
                  </a:cubicBezTo>
                  <a:cubicBezTo>
                    <a:pt x="31781" y="37846"/>
                    <a:pt x="32457" y="37349"/>
                    <a:pt x="33032" y="36897"/>
                  </a:cubicBezTo>
                  <a:cubicBezTo>
                    <a:pt x="33607" y="36445"/>
                    <a:pt x="34253" y="36218"/>
                    <a:pt x="34974" y="36218"/>
                  </a:cubicBezTo>
                  <a:cubicBezTo>
                    <a:pt x="35908" y="36218"/>
                    <a:pt x="36606" y="36576"/>
                    <a:pt x="37073" y="37293"/>
                  </a:cubicBezTo>
                  <a:lnTo>
                    <a:pt x="40386" y="41493"/>
                  </a:lnTo>
                  <a:cubicBezTo>
                    <a:pt x="39109" y="42987"/>
                    <a:pt x="37727" y="44242"/>
                    <a:pt x="36229" y="45250"/>
                  </a:cubicBezTo>
                  <a:cubicBezTo>
                    <a:pt x="34739" y="46261"/>
                    <a:pt x="33189" y="47068"/>
                    <a:pt x="31586" y="47680"/>
                  </a:cubicBezTo>
                  <a:cubicBezTo>
                    <a:pt x="29984" y="48285"/>
                    <a:pt x="28326" y="48711"/>
                    <a:pt x="26611" y="48961"/>
                  </a:cubicBezTo>
                  <a:cubicBezTo>
                    <a:pt x="24901" y="49211"/>
                    <a:pt x="23205" y="49334"/>
                    <a:pt x="21524" y="49334"/>
                  </a:cubicBezTo>
                  <a:cubicBezTo>
                    <a:pt x="18566" y="49334"/>
                    <a:pt x="15784" y="48778"/>
                    <a:pt x="13169" y="47680"/>
                  </a:cubicBezTo>
                  <a:cubicBezTo>
                    <a:pt x="10551" y="46575"/>
                    <a:pt x="8273" y="44962"/>
                    <a:pt x="6331" y="42849"/>
                  </a:cubicBezTo>
                  <a:cubicBezTo>
                    <a:pt x="4381" y="40732"/>
                    <a:pt x="2842" y="38141"/>
                    <a:pt x="1707" y="35079"/>
                  </a:cubicBezTo>
                  <a:cubicBezTo>
                    <a:pt x="571" y="32010"/>
                    <a:pt x="0" y="28519"/>
                    <a:pt x="0" y="24598"/>
                  </a:cubicBezTo>
                  <a:cubicBezTo>
                    <a:pt x="0" y="21081"/>
                    <a:pt x="508" y="17821"/>
                    <a:pt x="1516" y="14820"/>
                  </a:cubicBezTo>
                  <a:cubicBezTo>
                    <a:pt x="2532" y="11818"/>
                    <a:pt x="4015" y="9219"/>
                    <a:pt x="5980" y="7027"/>
                  </a:cubicBezTo>
                  <a:cubicBezTo>
                    <a:pt x="7937" y="4832"/>
                    <a:pt x="10368" y="3114"/>
                    <a:pt x="13263" y="1867"/>
                  </a:cubicBezTo>
                  <a:cubicBezTo>
                    <a:pt x="16154" y="624"/>
                    <a:pt x="19485" y="0"/>
                    <a:pt x="23254" y="0"/>
                  </a:cubicBezTo>
                  <a:cubicBezTo>
                    <a:pt x="26832" y="0"/>
                    <a:pt x="29969" y="575"/>
                    <a:pt x="32658" y="1729"/>
                  </a:cubicBezTo>
                  <a:cubicBezTo>
                    <a:pt x="35351" y="2879"/>
                    <a:pt x="37775" y="4529"/>
                    <a:pt x="39919" y="6676"/>
                  </a:cubicBezTo>
                  <a:lnTo>
                    <a:pt x="36882" y="10877"/>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22" name="Google Shape;2122;p90"/>
            <p:cNvSpPr/>
            <p:nvPr/>
          </p:nvSpPr>
          <p:spPr>
            <a:xfrm>
              <a:off x="3072031" y="4835500"/>
              <a:ext cx="32635" cy="63291"/>
            </a:xfrm>
            <a:custGeom>
              <a:avLst/>
              <a:gdLst/>
              <a:ahLst/>
              <a:cxnLst/>
              <a:rect l="l" t="t" r="r" b="b"/>
              <a:pathLst>
                <a:path w="32635" h="63291" extrusionOk="0">
                  <a:moveTo>
                    <a:pt x="20075" y="63291"/>
                  </a:moveTo>
                  <a:cubicBezTo>
                    <a:pt x="15937" y="63291"/>
                    <a:pt x="12747" y="62115"/>
                    <a:pt x="10506" y="59763"/>
                  </a:cubicBezTo>
                  <a:cubicBezTo>
                    <a:pt x="8265" y="57414"/>
                    <a:pt x="7145" y="54173"/>
                    <a:pt x="7145" y="50036"/>
                  </a:cubicBezTo>
                  <a:lnTo>
                    <a:pt x="7145" y="23291"/>
                  </a:lnTo>
                  <a:lnTo>
                    <a:pt x="2290" y="23291"/>
                  </a:lnTo>
                  <a:cubicBezTo>
                    <a:pt x="1670" y="23291"/>
                    <a:pt x="1128" y="23090"/>
                    <a:pt x="680" y="22686"/>
                  </a:cubicBezTo>
                  <a:cubicBezTo>
                    <a:pt x="228" y="22279"/>
                    <a:pt x="0" y="21674"/>
                    <a:pt x="0" y="20864"/>
                  </a:cubicBezTo>
                  <a:lnTo>
                    <a:pt x="0" y="16290"/>
                  </a:lnTo>
                  <a:lnTo>
                    <a:pt x="7705" y="15032"/>
                  </a:lnTo>
                  <a:lnTo>
                    <a:pt x="10133" y="1964"/>
                  </a:lnTo>
                  <a:cubicBezTo>
                    <a:pt x="10256" y="1340"/>
                    <a:pt x="10544" y="859"/>
                    <a:pt x="10999" y="515"/>
                  </a:cubicBezTo>
                  <a:cubicBezTo>
                    <a:pt x="11448" y="172"/>
                    <a:pt x="12015" y="0"/>
                    <a:pt x="12703" y="0"/>
                  </a:cubicBezTo>
                  <a:lnTo>
                    <a:pt x="18675" y="0"/>
                  </a:lnTo>
                  <a:lnTo>
                    <a:pt x="18675" y="15073"/>
                  </a:lnTo>
                  <a:lnTo>
                    <a:pt x="31280" y="15073"/>
                  </a:lnTo>
                  <a:lnTo>
                    <a:pt x="31280" y="23291"/>
                  </a:lnTo>
                  <a:lnTo>
                    <a:pt x="18675" y="23291"/>
                  </a:lnTo>
                  <a:lnTo>
                    <a:pt x="18675" y="49241"/>
                  </a:lnTo>
                  <a:cubicBezTo>
                    <a:pt x="18675" y="50734"/>
                    <a:pt x="19052" y="51903"/>
                    <a:pt x="19795" y="52739"/>
                  </a:cubicBezTo>
                  <a:cubicBezTo>
                    <a:pt x="20542" y="53579"/>
                    <a:pt x="21539" y="54002"/>
                    <a:pt x="22787" y="54002"/>
                  </a:cubicBezTo>
                  <a:cubicBezTo>
                    <a:pt x="23500" y="54002"/>
                    <a:pt x="24098" y="53916"/>
                    <a:pt x="24580" y="53744"/>
                  </a:cubicBezTo>
                  <a:cubicBezTo>
                    <a:pt x="25065" y="53572"/>
                    <a:pt x="25484" y="53393"/>
                    <a:pt x="25842" y="53206"/>
                  </a:cubicBezTo>
                  <a:cubicBezTo>
                    <a:pt x="26201" y="53023"/>
                    <a:pt x="26522" y="52844"/>
                    <a:pt x="26798" y="52672"/>
                  </a:cubicBezTo>
                  <a:cubicBezTo>
                    <a:pt x="27078" y="52501"/>
                    <a:pt x="27358" y="52411"/>
                    <a:pt x="27642" y="52411"/>
                  </a:cubicBezTo>
                  <a:cubicBezTo>
                    <a:pt x="27982" y="52411"/>
                    <a:pt x="28262" y="52501"/>
                    <a:pt x="28479" y="52672"/>
                  </a:cubicBezTo>
                  <a:cubicBezTo>
                    <a:pt x="28699" y="52844"/>
                    <a:pt x="28931" y="53098"/>
                    <a:pt x="29181" y="53441"/>
                  </a:cubicBezTo>
                  <a:lnTo>
                    <a:pt x="32636" y="59042"/>
                  </a:lnTo>
                  <a:cubicBezTo>
                    <a:pt x="30955" y="60442"/>
                    <a:pt x="29024" y="61499"/>
                    <a:pt x="26847" y="62212"/>
                  </a:cubicBezTo>
                  <a:cubicBezTo>
                    <a:pt x="24669" y="62933"/>
                    <a:pt x="22410" y="63291"/>
                    <a:pt x="20075" y="63291"/>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23" name="Google Shape;2123;p90"/>
            <p:cNvSpPr/>
            <p:nvPr/>
          </p:nvSpPr>
          <p:spPr>
            <a:xfrm>
              <a:off x="3111528" y="4850155"/>
              <a:ext cx="41737" cy="48636"/>
            </a:xfrm>
            <a:custGeom>
              <a:avLst/>
              <a:gdLst/>
              <a:ahLst/>
              <a:cxnLst/>
              <a:rect l="l" t="t" r="r" b="b"/>
              <a:pathLst>
                <a:path w="41737" h="48636" extrusionOk="0">
                  <a:moveTo>
                    <a:pt x="11530" y="0"/>
                  </a:moveTo>
                  <a:lnTo>
                    <a:pt x="11530" y="30434"/>
                  </a:lnTo>
                  <a:cubicBezTo>
                    <a:pt x="11530" y="33358"/>
                    <a:pt x="12209" y="35620"/>
                    <a:pt x="13562" y="37222"/>
                  </a:cubicBezTo>
                  <a:cubicBezTo>
                    <a:pt x="14917" y="38828"/>
                    <a:pt x="16949" y="39623"/>
                    <a:pt x="19657" y="39623"/>
                  </a:cubicBezTo>
                  <a:cubicBezTo>
                    <a:pt x="21648" y="39623"/>
                    <a:pt x="23515" y="39182"/>
                    <a:pt x="25259" y="38297"/>
                  </a:cubicBezTo>
                  <a:cubicBezTo>
                    <a:pt x="27000" y="37409"/>
                    <a:pt x="28651" y="36191"/>
                    <a:pt x="30204" y="34634"/>
                  </a:cubicBezTo>
                  <a:lnTo>
                    <a:pt x="30204" y="0"/>
                  </a:lnTo>
                  <a:lnTo>
                    <a:pt x="41738" y="0"/>
                  </a:lnTo>
                  <a:lnTo>
                    <a:pt x="41738" y="47886"/>
                  </a:lnTo>
                  <a:lnTo>
                    <a:pt x="34690" y="47886"/>
                  </a:lnTo>
                  <a:cubicBezTo>
                    <a:pt x="33196" y="47886"/>
                    <a:pt x="32214" y="47187"/>
                    <a:pt x="31747" y="45787"/>
                  </a:cubicBezTo>
                  <a:lnTo>
                    <a:pt x="30955" y="41956"/>
                  </a:lnTo>
                  <a:cubicBezTo>
                    <a:pt x="29958" y="42957"/>
                    <a:pt x="28931" y="43864"/>
                    <a:pt x="27870" y="44689"/>
                  </a:cubicBezTo>
                  <a:cubicBezTo>
                    <a:pt x="26813" y="45515"/>
                    <a:pt x="25685" y="46213"/>
                    <a:pt x="24486" y="46788"/>
                  </a:cubicBezTo>
                  <a:cubicBezTo>
                    <a:pt x="23291" y="47367"/>
                    <a:pt x="21999" y="47818"/>
                    <a:pt x="20613" y="48143"/>
                  </a:cubicBezTo>
                  <a:cubicBezTo>
                    <a:pt x="19227" y="48472"/>
                    <a:pt x="17741" y="48636"/>
                    <a:pt x="16157" y="48636"/>
                  </a:cubicBezTo>
                  <a:cubicBezTo>
                    <a:pt x="13539" y="48636"/>
                    <a:pt x="11227" y="48188"/>
                    <a:pt x="9222" y="47303"/>
                  </a:cubicBezTo>
                  <a:cubicBezTo>
                    <a:pt x="7212" y="46418"/>
                    <a:pt x="5524" y="45164"/>
                    <a:pt x="4157" y="43547"/>
                  </a:cubicBezTo>
                  <a:cubicBezTo>
                    <a:pt x="2786" y="41930"/>
                    <a:pt x="1752" y="40007"/>
                    <a:pt x="1053" y="37782"/>
                  </a:cubicBezTo>
                  <a:cubicBezTo>
                    <a:pt x="351" y="35561"/>
                    <a:pt x="0" y="33107"/>
                    <a:pt x="0" y="30434"/>
                  </a:cubicBezTo>
                  <a:lnTo>
                    <a:pt x="0" y="0"/>
                  </a:lnTo>
                  <a:lnTo>
                    <a:pt x="11530"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24" name="Google Shape;2124;p90"/>
            <p:cNvSpPr/>
            <p:nvPr/>
          </p:nvSpPr>
          <p:spPr>
            <a:xfrm>
              <a:off x="3165595" y="4849270"/>
              <a:ext cx="30533" cy="48770"/>
            </a:xfrm>
            <a:custGeom>
              <a:avLst/>
              <a:gdLst/>
              <a:ahLst/>
              <a:cxnLst/>
              <a:rect l="l" t="t" r="r" b="b"/>
              <a:pathLst>
                <a:path w="30533" h="48770" extrusionOk="0">
                  <a:moveTo>
                    <a:pt x="0" y="48771"/>
                  </a:moveTo>
                  <a:lnTo>
                    <a:pt x="0" y="885"/>
                  </a:lnTo>
                  <a:lnTo>
                    <a:pt x="6771" y="885"/>
                  </a:lnTo>
                  <a:cubicBezTo>
                    <a:pt x="7952" y="885"/>
                    <a:pt x="8777" y="1105"/>
                    <a:pt x="9244" y="1538"/>
                  </a:cubicBezTo>
                  <a:cubicBezTo>
                    <a:pt x="9711" y="1975"/>
                    <a:pt x="10021" y="2722"/>
                    <a:pt x="10178" y="3782"/>
                  </a:cubicBezTo>
                  <a:lnTo>
                    <a:pt x="10876" y="9566"/>
                  </a:lnTo>
                  <a:cubicBezTo>
                    <a:pt x="12587" y="6609"/>
                    <a:pt x="14596" y="4275"/>
                    <a:pt x="16897" y="2565"/>
                  </a:cubicBezTo>
                  <a:cubicBezTo>
                    <a:pt x="19205" y="855"/>
                    <a:pt x="21786" y="0"/>
                    <a:pt x="24651" y="0"/>
                  </a:cubicBezTo>
                  <a:cubicBezTo>
                    <a:pt x="27011" y="0"/>
                    <a:pt x="28976" y="541"/>
                    <a:pt x="30533" y="1632"/>
                  </a:cubicBezTo>
                  <a:lnTo>
                    <a:pt x="29035" y="10268"/>
                  </a:lnTo>
                  <a:cubicBezTo>
                    <a:pt x="28946" y="10828"/>
                    <a:pt x="28740" y="11224"/>
                    <a:pt x="28430" y="11455"/>
                  </a:cubicBezTo>
                  <a:cubicBezTo>
                    <a:pt x="28117" y="11691"/>
                    <a:pt x="27698" y="11806"/>
                    <a:pt x="27168" y="11806"/>
                  </a:cubicBezTo>
                  <a:cubicBezTo>
                    <a:pt x="26701" y="11806"/>
                    <a:pt x="26066" y="11702"/>
                    <a:pt x="25256" y="11481"/>
                  </a:cubicBezTo>
                  <a:cubicBezTo>
                    <a:pt x="24445" y="11261"/>
                    <a:pt x="23373" y="11153"/>
                    <a:pt x="22032" y="11153"/>
                  </a:cubicBezTo>
                  <a:cubicBezTo>
                    <a:pt x="19638" y="11153"/>
                    <a:pt x="17584" y="11818"/>
                    <a:pt x="15873" y="13135"/>
                  </a:cubicBezTo>
                  <a:cubicBezTo>
                    <a:pt x="14159" y="14461"/>
                    <a:pt x="12710" y="16395"/>
                    <a:pt x="11530" y="18949"/>
                  </a:cubicBezTo>
                  <a:lnTo>
                    <a:pt x="11530" y="48771"/>
                  </a:lnTo>
                  <a:lnTo>
                    <a:pt x="0" y="48771"/>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25" name="Google Shape;2125;p90"/>
            <p:cNvSpPr/>
            <p:nvPr/>
          </p:nvSpPr>
          <p:spPr>
            <a:xfrm>
              <a:off x="3200513" y="4849408"/>
              <a:ext cx="43747" cy="49334"/>
            </a:xfrm>
            <a:custGeom>
              <a:avLst/>
              <a:gdLst/>
              <a:ahLst/>
              <a:cxnLst/>
              <a:rect l="l" t="t" r="r" b="b"/>
              <a:pathLst>
                <a:path w="43747" h="49334" extrusionOk="0">
                  <a:moveTo>
                    <a:pt x="23018" y="0"/>
                  </a:moveTo>
                  <a:cubicBezTo>
                    <a:pt x="26033" y="0"/>
                    <a:pt x="28815" y="485"/>
                    <a:pt x="31351" y="1449"/>
                  </a:cubicBezTo>
                  <a:cubicBezTo>
                    <a:pt x="33887" y="2412"/>
                    <a:pt x="36072" y="3820"/>
                    <a:pt x="37910" y="5675"/>
                  </a:cubicBezTo>
                  <a:cubicBezTo>
                    <a:pt x="39743" y="7524"/>
                    <a:pt x="41178" y="9794"/>
                    <a:pt x="42205" y="12486"/>
                  </a:cubicBezTo>
                  <a:cubicBezTo>
                    <a:pt x="43232" y="15178"/>
                    <a:pt x="43747" y="18251"/>
                    <a:pt x="43747" y="21701"/>
                  </a:cubicBezTo>
                  <a:cubicBezTo>
                    <a:pt x="43747" y="22574"/>
                    <a:pt x="43706" y="23299"/>
                    <a:pt x="43628" y="23878"/>
                  </a:cubicBezTo>
                  <a:cubicBezTo>
                    <a:pt x="43553" y="24452"/>
                    <a:pt x="43411" y="24901"/>
                    <a:pt x="43209" y="25229"/>
                  </a:cubicBezTo>
                  <a:cubicBezTo>
                    <a:pt x="43004" y="25554"/>
                    <a:pt x="42735" y="25785"/>
                    <a:pt x="42391" y="25927"/>
                  </a:cubicBezTo>
                  <a:cubicBezTo>
                    <a:pt x="42048" y="26065"/>
                    <a:pt x="41611" y="26136"/>
                    <a:pt x="41084" y="26136"/>
                  </a:cubicBezTo>
                  <a:lnTo>
                    <a:pt x="11485" y="26136"/>
                  </a:lnTo>
                  <a:cubicBezTo>
                    <a:pt x="11829" y="31054"/>
                    <a:pt x="13151" y="34665"/>
                    <a:pt x="15451" y="36964"/>
                  </a:cubicBezTo>
                  <a:cubicBezTo>
                    <a:pt x="17760" y="39272"/>
                    <a:pt x="20807" y="40418"/>
                    <a:pt x="24606" y="40418"/>
                  </a:cubicBezTo>
                  <a:cubicBezTo>
                    <a:pt x="26473" y="40418"/>
                    <a:pt x="28083" y="40205"/>
                    <a:pt x="29435" y="39765"/>
                  </a:cubicBezTo>
                  <a:cubicBezTo>
                    <a:pt x="30791" y="39332"/>
                    <a:pt x="31971" y="38846"/>
                    <a:pt x="32987" y="38320"/>
                  </a:cubicBezTo>
                  <a:cubicBezTo>
                    <a:pt x="33995" y="37790"/>
                    <a:pt x="34881" y="37308"/>
                    <a:pt x="35646" y="36871"/>
                  </a:cubicBezTo>
                  <a:cubicBezTo>
                    <a:pt x="36408" y="36438"/>
                    <a:pt x="37148" y="36218"/>
                    <a:pt x="37861" y="36218"/>
                  </a:cubicBezTo>
                  <a:cubicBezTo>
                    <a:pt x="38328" y="36218"/>
                    <a:pt x="38735" y="36315"/>
                    <a:pt x="39079" y="36498"/>
                  </a:cubicBezTo>
                  <a:cubicBezTo>
                    <a:pt x="39419" y="36684"/>
                    <a:pt x="39714" y="36950"/>
                    <a:pt x="39964" y="37293"/>
                  </a:cubicBezTo>
                  <a:lnTo>
                    <a:pt x="43325" y="41493"/>
                  </a:lnTo>
                  <a:cubicBezTo>
                    <a:pt x="42048" y="42987"/>
                    <a:pt x="40617" y="44242"/>
                    <a:pt x="39030" y="45250"/>
                  </a:cubicBezTo>
                  <a:cubicBezTo>
                    <a:pt x="37443" y="46261"/>
                    <a:pt x="35788" y="47068"/>
                    <a:pt x="34059" y="47680"/>
                  </a:cubicBezTo>
                  <a:cubicBezTo>
                    <a:pt x="32330" y="48285"/>
                    <a:pt x="30570" y="48711"/>
                    <a:pt x="28785" y="48961"/>
                  </a:cubicBezTo>
                  <a:cubicBezTo>
                    <a:pt x="26992" y="49211"/>
                    <a:pt x="25256" y="49334"/>
                    <a:pt x="23575" y="49334"/>
                  </a:cubicBezTo>
                  <a:cubicBezTo>
                    <a:pt x="20247" y="49334"/>
                    <a:pt x="17147" y="48778"/>
                    <a:pt x="14286" y="47680"/>
                  </a:cubicBezTo>
                  <a:cubicBezTo>
                    <a:pt x="11421" y="46575"/>
                    <a:pt x="8930" y="44940"/>
                    <a:pt x="6816" y="42778"/>
                  </a:cubicBezTo>
                  <a:cubicBezTo>
                    <a:pt x="4699" y="40616"/>
                    <a:pt x="3033" y="37939"/>
                    <a:pt x="1823" y="34750"/>
                  </a:cubicBezTo>
                  <a:cubicBezTo>
                    <a:pt x="609" y="31558"/>
                    <a:pt x="0" y="27865"/>
                    <a:pt x="0" y="23665"/>
                  </a:cubicBezTo>
                  <a:cubicBezTo>
                    <a:pt x="0" y="20398"/>
                    <a:pt x="527" y="17325"/>
                    <a:pt x="1587" y="14446"/>
                  </a:cubicBezTo>
                  <a:cubicBezTo>
                    <a:pt x="2648" y="11571"/>
                    <a:pt x="4164" y="9066"/>
                    <a:pt x="6140" y="6930"/>
                  </a:cubicBezTo>
                  <a:cubicBezTo>
                    <a:pt x="8116" y="4802"/>
                    <a:pt x="10529" y="3114"/>
                    <a:pt x="13379" y="1867"/>
                  </a:cubicBezTo>
                  <a:cubicBezTo>
                    <a:pt x="16221" y="624"/>
                    <a:pt x="19437" y="0"/>
                    <a:pt x="23018" y="0"/>
                  </a:cubicBezTo>
                  <a:close/>
                  <a:moveTo>
                    <a:pt x="23250" y="8263"/>
                  </a:moveTo>
                  <a:cubicBezTo>
                    <a:pt x="19889" y="8263"/>
                    <a:pt x="17259" y="9211"/>
                    <a:pt x="15362" y="11112"/>
                  </a:cubicBezTo>
                  <a:cubicBezTo>
                    <a:pt x="13461" y="13005"/>
                    <a:pt x="12247" y="15701"/>
                    <a:pt x="11716" y="19184"/>
                  </a:cubicBezTo>
                  <a:lnTo>
                    <a:pt x="33379" y="19184"/>
                  </a:lnTo>
                  <a:cubicBezTo>
                    <a:pt x="33379" y="17691"/>
                    <a:pt x="33177" y="16283"/>
                    <a:pt x="32774" y="14961"/>
                  </a:cubicBezTo>
                  <a:cubicBezTo>
                    <a:pt x="32371" y="13636"/>
                    <a:pt x="31747" y="12478"/>
                    <a:pt x="30907" y="11481"/>
                  </a:cubicBezTo>
                  <a:cubicBezTo>
                    <a:pt x="30066" y="10488"/>
                    <a:pt x="29005" y="9704"/>
                    <a:pt x="27732" y="9125"/>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126" name="Google Shape;2126;p90"/>
          <p:cNvSpPr/>
          <p:nvPr/>
        </p:nvSpPr>
        <p:spPr>
          <a:xfrm>
            <a:off x="2601077" y="2781273"/>
            <a:ext cx="854054" cy="283121"/>
          </a:xfrm>
          <a:custGeom>
            <a:avLst/>
            <a:gdLst/>
            <a:ahLst/>
            <a:cxnLst/>
            <a:rect l="l" t="t" r="r" b="b"/>
            <a:pathLst>
              <a:path w="1084513" h="345269" extrusionOk="0">
                <a:moveTo>
                  <a:pt x="1031844" y="0"/>
                </a:moveTo>
                <a:cubicBezTo>
                  <a:pt x="1060933" y="0"/>
                  <a:pt x="1084513" y="23573"/>
                  <a:pt x="1084513" y="52652"/>
                </a:cubicBezTo>
                <a:lnTo>
                  <a:pt x="1084513" y="292617"/>
                </a:lnTo>
                <a:cubicBezTo>
                  <a:pt x="1084513" y="321696"/>
                  <a:pt x="1060933" y="345269"/>
                  <a:pt x="1031844" y="345269"/>
                </a:cubicBezTo>
                <a:lnTo>
                  <a:pt x="52669" y="345269"/>
                </a:lnTo>
                <a:cubicBezTo>
                  <a:pt x="23581" y="345269"/>
                  <a:pt x="0" y="321696"/>
                  <a:pt x="0" y="292617"/>
                </a:cubicBezTo>
                <a:lnTo>
                  <a:pt x="0" y="52652"/>
                </a:lnTo>
                <a:cubicBezTo>
                  <a:pt x="0" y="23573"/>
                  <a:pt x="23581" y="0"/>
                  <a:pt x="52669" y="0"/>
                </a:cubicBezTo>
                <a:close/>
              </a:path>
            </a:pathLst>
          </a:custGeom>
          <a:solidFill>
            <a:srgbClr val="DFF1F9"/>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127" name="Google Shape;2127;p90"/>
          <p:cNvGrpSpPr/>
          <p:nvPr/>
        </p:nvGrpSpPr>
        <p:grpSpPr>
          <a:xfrm>
            <a:off x="2783487" y="2847388"/>
            <a:ext cx="547491" cy="153130"/>
            <a:chOff x="2575618" y="3827282"/>
            <a:chExt cx="668650" cy="187017"/>
          </a:xfrm>
        </p:grpSpPr>
        <p:sp>
          <p:nvSpPr>
            <p:cNvPr id="2128" name="Google Shape;2128;p90"/>
            <p:cNvSpPr/>
            <p:nvPr/>
          </p:nvSpPr>
          <p:spPr>
            <a:xfrm>
              <a:off x="2575618" y="3829149"/>
              <a:ext cx="42576" cy="67487"/>
            </a:xfrm>
            <a:custGeom>
              <a:avLst/>
              <a:gdLst/>
              <a:ahLst/>
              <a:cxnLst/>
              <a:rect l="l" t="t" r="r" b="b"/>
              <a:pathLst>
                <a:path w="42576" h="67487" extrusionOk="0">
                  <a:moveTo>
                    <a:pt x="42576" y="0"/>
                  </a:moveTo>
                  <a:lnTo>
                    <a:pt x="42576" y="9988"/>
                  </a:lnTo>
                  <a:lnTo>
                    <a:pt x="12653" y="9988"/>
                  </a:lnTo>
                  <a:lnTo>
                    <a:pt x="12653" y="28705"/>
                  </a:lnTo>
                  <a:lnTo>
                    <a:pt x="36230" y="28705"/>
                  </a:lnTo>
                  <a:lnTo>
                    <a:pt x="36230" y="38364"/>
                  </a:lnTo>
                  <a:lnTo>
                    <a:pt x="12653" y="38364"/>
                  </a:lnTo>
                  <a:lnTo>
                    <a:pt x="12653" y="57455"/>
                  </a:lnTo>
                  <a:lnTo>
                    <a:pt x="42576" y="57455"/>
                  </a:lnTo>
                  <a:lnTo>
                    <a:pt x="42576" y="67488"/>
                  </a:lnTo>
                  <a:lnTo>
                    <a:pt x="0" y="67488"/>
                  </a:lnTo>
                  <a:lnTo>
                    <a:pt x="0" y="0"/>
                  </a:lnTo>
                  <a:lnTo>
                    <a:pt x="42576"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29" name="Google Shape;2129;p90"/>
            <p:cNvSpPr/>
            <p:nvPr/>
          </p:nvSpPr>
          <p:spPr>
            <a:xfrm>
              <a:off x="2629165" y="3827282"/>
              <a:ext cx="11533" cy="69354"/>
            </a:xfrm>
            <a:custGeom>
              <a:avLst/>
              <a:gdLst/>
              <a:ahLst/>
              <a:cxnLst/>
              <a:rect l="l" t="t" r="r" b="b"/>
              <a:pathLst>
                <a:path w="11533" h="69354" extrusionOk="0">
                  <a:moveTo>
                    <a:pt x="11533" y="0"/>
                  </a:moveTo>
                  <a:lnTo>
                    <a:pt x="11533" y="69355"/>
                  </a:lnTo>
                  <a:lnTo>
                    <a:pt x="0" y="69355"/>
                  </a:lnTo>
                  <a:lnTo>
                    <a:pt x="0" y="0"/>
                  </a:lnTo>
                  <a:lnTo>
                    <a:pt x="11533"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30" name="Google Shape;2130;p90"/>
            <p:cNvSpPr/>
            <p:nvPr/>
          </p:nvSpPr>
          <p:spPr>
            <a:xfrm>
              <a:off x="2651345" y="3847866"/>
              <a:ext cx="39917" cy="49517"/>
            </a:xfrm>
            <a:custGeom>
              <a:avLst/>
              <a:gdLst/>
              <a:ahLst/>
              <a:cxnLst/>
              <a:rect l="l" t="t" r="r" b="b"/>
              <a:pathLst>
                <a:path w="39917" h="49517" extrusionOk="0">
                  <a:moveTo>
                    <a:pt x="39917" y="48771"/>
                  </a:moveTo>
                  <a:lnTo>
                    <a:pt x="34733" y="48771"/>
                  </a:lnTo>
                  <a:cubicBezTo>
                    <a:pt x="33642" y="48771"/>
                    <a:pt x="32791" y="48606"/>
                    <a:pt x="32167" y="48281"/>
                  </a:cubicBezTo>
                  <a:cubicBezTo>
                    <a:pt x="31543" y="47953"/>
                    <a:pt x="31077" y="47296"/>
                    <a:pt x="30767" y="46299"/>
                  </a:cubicBezTo>
                  <a:lnTo>
                    <a:pt x="29736" y="42890"/>
                  </a:lnTo>
                  <a:cubicBezTo>
                    <a:pt x="28526" y="43980"/>
                    <a:pt x="27334" y="44936"/>
                    <a:pt x="26167" y="45761"/>
                  </a:cubicBezTo>
                  <a:cubicBezTo>
                    <a:pt x="24999" y="46586"/>
                    <a:pt x="23792" y="47277"/>
                    <a:pt x="22548" y="47837"/>
                  </a:cubicBezTo>
                  <a:cubicBezTo>
                    <a:pt x="21304" y="48401"/>
                    <a:pt x="19980" y="48819"/>
                    <a:pt x="18580" y="49099"/>
                  </a:cubicBezTo>
                  <a:cubicBezTo>
                    <a:pt x="17179" y="49375"/>
                    <a:pt x="15622" y="49517"/>
                    <a:pt x="13911" y="49517"/>
                  </a:cubicBezTo>
                  <a:cubicBezTo>
                    <a:pt x="11887" y="49517"/>
                    <a:pt x="10019" y="49245"/>
                    <a:pt x="8309" y="48699"/>
                  </a:cubicBezTo>
                  <a:cubicBezTo>
                    <a:pt x="6598" y="48151"/>
                    <a:pt x="5128" y="47333"/>
                    <a:pt x="3899" y="46239"/>
                  </a:cubicBezTo>
                  <a:cubicBezTo>
                    <a:pt x="2666" y="45149"/>
                    <a:pt x="1711" y="43789"/>
                    <a:pt x="1025" y="42169"/>
                  </a:cubicBezTo>
                  <a:cubicBezTo>
                    <a:pt x="343" y="40541"/>
                    <a:pt x="0" y="38652"/>
                    <a:pt x="0" y="36501"/>
                  </a:cubicBezTo>
                  <a:cubicBezTo>
                    <a:pt x="0" y="34690"/>
                    <a:pt x="474" y="32902"/>
                    <a:pt x="1423" y="31139"/>
                  </a:cubicBezTo>
                  <a:cubicBezTo>
                    <a:pt x="2371" y="29374"/>
                    <a:pt x="3950" y="27783"/>
                    <a:pt x="6160" y="26360"/>
                  </a:cubicBezTo>
                  <a:cubicBezTo>
                    <a:pt x="8371" y="24942"/>
                    <a:pt x="11314" y="23762"/>
                    <a:pt x="14987" y="22828"/>
                  </a:cubicBezTo>
                  <a:cubicBezTo>
                    <a:pt x="18656" y="21891"/>
                    <a:pt x="23219" y="21421"/>
                    <a:pt x="28665" y="21421"/>
                  </a:cubicBezTo>
                  <a:lnTo>
                    <a:pt x="28665" y="18598"/>
                  </a:lnTo>
                  <a:cubicBezTo>
                    <a:pt x="28665" y="15372"/>
                    <a:pt x="27987" y="12979"/>
                    <a:pt x="26633" y="11425"/>
                  </a:cubicBezTo>
                  <a:cubicBezTo>
                    <a:pt x="25280" y="9876"/>
                    <a:pt x="23310" y="9099"/>
                    <a:pt x="20728" y="9099"/>
                  </a:cubicBezTo>
                  <a:cubicBezTo>
                    <a:pt x="18861" y="9099"/>
                    <a:pt x="17303" y="9319"/>
                    <a:pt x="16059" y="9753"/>
                  </a:cubicBezTo>
                  <a:cubicBezTo>
                    <a:pt x="14816" y="10189"/>
                    <a:pt x="13733" y="10679"/>
                    <a:pt x="12813" y="11224"/>
                  </a:cubicBezTo>
                  <a:cubicBezTo>
                    <a:pt x="11898" y="11769"/>
                    <a:pt x="11048" y="12258"/>
                    <a:pt x="10271" y="12695"/>
                  </a:cubicBezTo>
                  <a:cubicBezTo>
                    <a:pt x="9490" y="13128"/>
                    <a:pt x="8637" y="13348"/>
                    <a:pt x="7703" y="13348"/>
                  </a:cubicBezTo>
                  <a:cubicBezTo>
                    <a:pt x="6923" y="13348"/>
                    <a:pt x="6255" y="13143"/>
                    <a:pt x="5694" y="12740"/>
                  </a:cubicBezTo>
                  <a:cubicBezTo>
                    <a:pt x="5136" y="12336"/>
                    <a:pt x="4683" y="11840"/>
                    <a:pt x="4340" y="11246"/>
                  </a:cubicBezTo>
                  <a:lnTo>
                    <a:pt x="2239" y="7561"/>
                  </a:lnTo>
                  <a:cubicBezTo>
                    <a:pt x="7751" y="2520"/>
                    <a:pt x="14393" y="0"/>
                    <a:pt x="22176" y="0"/>
                  </a:cubicBezTo>
                  <a:cubicBezTo>
                    <a:pt x="24977" y="0"/>
                    <a:pt x="27476" y="459"/>
                    <a:pt x="29668" y="1378"/>
                  </a:cubicBezTo>
                  <a:cubicBezTo>
                    <a:pt x="31865" y="2292"/>
                    <a:pt x="33725" y="3569"/>
                    <a:pt x="35248" y="5201"/>
                  </a:cubicBezTo>
                  <a:cubicBezTo>
                    <a:pt x="36772" y="6837"/>
                    <a:pt x="37934" y="8789"/>
                    <a:pt x="38726" y="11063"/>
                  </a:cubicBezTo>
                  <a:cubicBezTo>
                    <a:pt x="39521" y="13333"/>
                    <a:pt x="39917" y="15820"/>
                    <a:pt x="39917" y="18531"/>
                  </a:cubicBezTo>
                  <a:lnTo>
                    <a:pt x="39917" y="48771"/>
                  </a:lnTo>
                  <a:close/>
                  <a:moveTo>
                    <a:pt x="17508" y="41583"/>
                  </a:moveTo>
                  <a:cubicBezTo>
                    <a:pt x="18689" y="41583"/>
                    <a:pt x="19780" y="41475"/>
                    <a:pt x="20776" y="41262"/>
                  </a:cubicBezTo>
                  <a:cubicBezTo>
                    <a:pt x="21771" y="41049"/>
                    <a:pt x="22713" y="40728"/>
                    <a:pt x="23599" y="40298"/>
                  </a:cubicBezTo>
                  <a:cubicBezTo>
                    <a:pt x="24485" y="39865"/>
                    <a:pt x="25342" y="39343"/>
                    <a:pt x="26167" y="38712"/>
                  </a:cubicBezTo>
                  <a:cubicBezTo>
                    <a:pt x="26991" y="38084"/>
                    <a:pt x="27826" y="37341"/>
                    <a:pt x="28665" y="36483"/>
                  </a:cubicBezTo>
                  <a:lnTo>
                    <a:pt x="28665" y="28470"/>
                  </a:lnTo>
                  <a:cubicBezTo>
                    <a:pt x="25302" y="28470"/>
                    <a:pt x="22494" y="28679"/>
                    <a:pt x="20239" y="29105"/>
                  </a:cubicBezTo>
                  <a:cubicBezTo>
                    <a:pt x="17982" y="29526"/>
                    <a:pt x="16169" y="30064"/>
                    <a:pt x="14797" y="30725"/>
                  </a:cubicBezTo>
                  <a:cubicBezTo>
                    <a:pt x="13430" y="31382"/>
                    <a:pt x="12456" y="32151"/>
                    <a:pt x="11880" y="33029"/>
                  </a:cubicBezTo>
                  <a:cubicBezTo>
                    <a:pt x="11303" y="33906"/>
                    <a:pt x="11019" y="34862"/>
                    <a:pt x="11019" y="35896"/>
                  </a:cubicBezTo>
                  <a:cubicBezTo>
                    <a:pt x="11019" y="37935"/>
                    <a:pt x="11617" y="39391"/>
                    <a:pt x="12813" y="40269"/>
                  </a:cubicBezTo>
                  <a:cubicBezTo>
                    <a:pt x="14013" y="41146"/>
                    <a:pt x="15578" y="41583"/>
                    <a:pt x="17508" y="4158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31" name="Google Shape;2131;p90"/>
            <p:cNvSpPr/>
            <p:nvPr/>
          </p:nvSpPr>
          <p:spPr>
            <a:xfrm>
              <a:off x="2698407" y="3848004"/>
              <a:ext cx="35758" cy="49378"/>
            </a:xfrm>
            <a:custGeom>
              <a:avLst/>
              <a:gdLst/>
              <a:ahLst/>
              <a:cxnLst/>
              <a:rect l="l" t="t" r="r" b="b"/>
              <a:pathLst>
                <a:path w="35758" h="49378" extrusionOk="0">
                  <a:moveTo>
                    <a:pt x="32632" y="10081"/>
                  </a:moveTo>
                  <a:cubicBezTo>
                    <a:pt x="32318" y="10581"/>
                    <a:pt x="31993" y="10932"/>
                    <a:pt x="31654" y="11130"/>
                  </a:cubicBezTo>
                  <a:cubicBezTo>
                    <a:pt x="31310" y="11336"/>
                    <a:pt x="30877" y="11433"/>
                    <a:pt x="30346" y="11433"/>
                  </a:cubicBezTo>
                  <a:cubicBezTo>
                    <a:pt x="29786" y="11433"/>
                    <a:pt x="29189" y="11280"/>
                    <a:pt x="28550" y="10966"/>
                  </a:cubicBezTo>
                  <a:cubicBezTo>
                    <a:pt x="27911" y="10656"/>
                    <a:pt x="27172" y="10309"/>
                    <a:pt x="26331" y="9917"/>
                  </a:cubicBezTo>
                  <a:cubicBezTo>
                    <a:pt x="25487" y="9532"/>
                    <a:pt x="24531" y="9181"/>
                    <a:pt x="23459" y="8868"/>
                  </a:cubicBezTo>
                  <a:cubicBezTo>
                    <a:pt x="22383" y="8558"/>
                    <a:pt x="21114" y="8401"/>
                    <a:pt x="19653" y="8401"/>
                  </a:cubicBezTo>
                  <a:cubicBezTo>
                    <a:pt x="17379" y="8401"/>
                    <a:pt x="15593" y="8886"/>
                    <a:pt x="14282" y="9850"/>
                  </a:cubicBezTo>
                  <a:cubicBezTo>
                    <a:pt x="12979" y="10813"/>
                    <a:pt x="12325" y="12071"/>
                    <a:pt x="12325" y="13628"/>
                  </a:cubicBezTo>
                  <a:cubicBezTo>
                    <a:pt x="12325" y="14659"/>
                    <a:pt x="12658" y="15518"/>
                    <a:pt x="13326" y="16219"/>
                  </a:cubicBezTo>
                  <a:cubicBezTo>
                    <a:pt x="13995" y="16918"/>
                    <a:pt x="14884" y="17534"/>
                    <a:pt x="15989" y="18064"/>
                  </a:cubicBezTo>
                  <a:cubicBezTo>
                    <a:pt x="17091" y="18590"/>
                    <a:pt x="18346" y="19065"/>
                    <a:pt x="19747" y="19487"/>
                  </a:cubicBezTo>
                  <a:cubicBezTo>
                    <a:pt x="21147" y="19908"/>
                    <a:pt x="22578" y="20368"/>
                    <a:pt x="24046" y="20864"/>
                  </a:cubicBezTo>
                  <a:cubicBezTo>
                    <a:pt x="25506" y="21365"/>
                    <a:pt x="26936" y="21928"/>
                    <a:pt x="28337" y="22567"/>
                  </a:cubicBezTo>
                  <a:cubicBezTo>
                    <a:pt x="29738" y="23205"/>
                    <a:pt x="30993" y="24012"/>
                    <a:pt x="32098" y="24994"/>
                  </a:cubicBezTo>
                  <a:cubicBezTo>
                    <a:pt x="33200" y="25976"/>
                    <a:pt x="34089" y="27148"/>
                    <a:pt x="34757" y="28519"/>
                  </a:cubicBezTo>
                  <a:cubicBezTo>
                    <a:pt x="35426" y="29889"/>
                    <a:pt x="35758" y="31535"/>
                    <a:pt x="35758" y="33466"/>
                  </a:cubicBezTo>
                  <a:cubicBezTo>
                    <a:pt x="35758" y="35770"/>
                    <a:pt x="35340" y="37890"/>
                    <a:pt x="34500" y="39836"/>
                  </a:cubicBezTo>
                  <a:cubicBezTo>
                    <a:pt x="33659" y="41781"/>
                    <a:pt x="32430" y="43457"/>
                    <a:pt x="30813" y="44876"/>
                  </a:cubicBezTo>
                  <a:cubicBezTo>
                    <a:pt x="29192" y="46291"/>
                    <a:pt x="27194" y="47396"/>
                    <a:pt x="24815" y="48188"/>
                  </a:cubicBezTo>
                  <a:cubicBezTo>
                    <a:pt x="22432" y="48983"/>
                    <a:pt x="19702" y="49379"/>
                    <a:pt x="16617" y="49379"/>
                  </a:cubicBezTo>
                  <a:cubicBezTo>
                    <a:pt x="14970" y="49379"/>
                    <a:pt x="13356" y="49230"/>
                    <a:pt x="11787" y="48935"/>
                  </a:cubicBezTo>
                  <a:cubicBezTo>
                    <a:pt x="10215" y="48640"/>
                    <a:pt x="8706" y="48229"/>
                    <a:pt x="7257" y="47699"/>
                  </a:cubicBezTo>
                  <a:cubicBezTo>
                    <a:pt x="5812" y="47172"/>
                    <a:pt x="4471" y="46549"/>
                    <a:pt x="3242" y="45832"/>
                  </a:cubicBezTo>
                  <a:cubicBezTo>
                    <a:pt x="2013" y="45119"/>
                    <a:pt x="934" y="44338"/>
                    <a:pt x="0" y="43498"/>
                  </a:cubicBezTo>
                  <a:lnTo>
                    <a:pt x="2659" y="39111"/>
                  </a:lnTo>
                  <a:cubicBezTo>
                    <a:pt x="3003" y="38585"/>
                    <a:pt x="3406" y="38178"/>
                    <a:pt x="3873" y="37898"/>
                  </a:cubicBezTo>
                  <a:cubicBezTo>
                    <a:pt x="4340" y="37618"/>
                    <a:pt x="4930" y="37480"/>
                    <a:pt x="5647" y="37480"/>
                  </a:cubicBezTo>
                  <a:cubicBezTo>
                    <a:pt x="6364" y="37480"/>
                    <a:pt x="7040" y="37681"/>
                    <a:pt x="7679" y="38084"/>
                  </a:cubicBezTo>
                  <a:cubicBezTo>
                    <a:pt x="8318" y="38488"/>
                    <a:pt x="9057" y="38928"/>
                    <a:pt x="9898" y="39395"/>
                  </a:cubicBezTo>
                  <a:cubicBezTo>
                    <a:pt x="10738" y="39862"/>
                    <a:pt x="11724" y="40295"/>
                    <a:pt x="12859" y="40698"/>
                  </a:cubicBezTo>
                  <a:cubicBezTo>
                    <a:pt x="13995" y="41105"/>
                    <a:pt x="15436" y="41303"/>
                    <a:pt x="17181" y="41303"/>
                  </a:cubicBezTo>
                  <a:cubicBezTo>
                    <a:pt x="18548" y="41303"/>
                    <a:pt x="19724" y="41142"/>
                    <a:pt x="20703" y="40814"/>
                  </a:cubicBezTo>
                  <a:cubicBezTo>
                    <a:pt x="21685" y="40489"/>
                    <a:pt x="22496" y="40060"/>
                    <a:pt x="23130" y="39533"/>
                  </a:cubicBezTo>
                  <a:cubicBezTo>
                    <a:pt x="23769" y="39003"/>
                    <a:pt x="24236" y="38387"/>
                    <a:pt x="24531" y="37689"/>
                  </a:cubicBezTo>
                  <a:cubicBezTo>
                    <a:pt x="24830" y="36987"/>
                    <a:pt x="24979" y="36266"/>
                    <a:pt x="24979" y="35519"/>
                  </a:cubicBezTo>
                  <a:cubicBezTo>
                    <a:pt x="24979" y="34399"/>
                    <a:pt x="24643" y="33481"/>
                    <a:pt x="23971" y="32764"/>
                  </a:cubicBezTo>
                  <a:cubicBezTo>
                    <a:pt x="23302" y="32051"/>
                    <a:pt x="22417" y="31427"/>
                    <a:pt x="21312" y="30897"/>
                  </a:cubicBezTo>
                  <a:cubicBezTo>
                    <a:pt x="20206" y="30370"/>
                    <a:pt x="18944" y="29896"/>
                    <a:pt x="17528" y="29474"/>
                  </a:cubicBezTo>
                  <a:cubicBezTo>
                    <a:pt x="16116" y="29052"/>
                    <a:pt x="14667" y="28597"/>
                    <a:pt x="13188" y="28097"/>
                  </a:cubicBezTo>
                  <a:cubicBezTo>
                    <a:pt x="11709" y="27600"/>
                    <a:pt x="10260" y="27018"/>
                    <a:pt x="8844" y="26345"/>
                  </a:cubicBezTo>
                  <a:cubicBezTo>
                    <a:pt x="7429" y="25681"/>
                    <a:pt x="6166" y="24830"/>
                    <a:pt x="5065" y="23803"/>
                  </a:cubicBezTo>
                  <a:cubicBezTo>
                    <a:pt x="3959" y="22776"/>
                    <a:pt x="3070" y="21518"/>
                    <a:pt x="2405" y="20024"/>
                  </a:cubicBezTo>
                  <a:cubicBezTo>
                    <a:pt x="1733" y="18531"/>
                    <a:pt x="1401" y="16724"/>
                    <a:pt x="1401" y="14610"/>
                  </a:cubicBezTo>
                  <a:cubicBezTo>
                    <a:pt x="1401" y="12650"/>
                    <a:pt x="1789" y="10783"/>
                    <a:pt x="2570" y="9010"/>
                  </a:cubicBezTo>
                  <a:cubicBezTo>
                    <a:pt x="3347" y="7232"/>
                    <a:pt x="4486" y="5687"/>
                    <a:pt x="5998" y="4365"/>
                  </a:cubicBezTo>
                  <a:cubicBezTo>
                    <a:pt x="7507" y="3043"/>
                    <a:pt x="9390" y="1983"/>
                    <a:pt x="11646" y="1191"/>
                  </a:cubicBezTo>
                  <a:cubicBezTo>
                    <a:pt x="13905" y="396"/>
                    <a:pt x="16508" y="0"/>
                    <a:pt x="19467" y="0"/>
                  </a:cubicBezTo>
                  <a:cubicBezTo>
                    <a:pt x="22768" y="0"/>
                    <a:pt x="25771" y="545"/>
                    <a:pt x="28479" y="1632"/>
                  </a:cubicBezTo>
                  <a:cubicBezTo>
                    <a:pt x="31187" y="2722"/>
                    <a:pt x="33443" y="4156"/>
                    <a:pt x="35250" y="5929"/>
                  </a:cubicBezTo>
                  <a:lnTo>
                    <a:pt x="32632" y="10081"/>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32" name="Google Shape;2132;p90"/>
            <p:cNvSpPr/>
            <p:nvPr/>
          </p:nvSpPr>
          <p:spPr>
            <a:xfrm>
              <a:off x="2739069" y="3834096"/>
              <a:ext cx="32632" cy="63287"/>
            </a:xfrm>
            <a:custGeom>
              <a:avLst/>
              <a:gdLst/>
              <a:ahLst/>
              <a:cxnLst/>
              <a:rect l="l" t="t" r="r" b="b"/>
              <a:pathLst>
                <a:path w="32632" h="63287" extrusionOk="0">
                  <a:moveTo>
                    <a:pt x="20075" y="63287"/>
                  </a:moveTo>
                  <a:cubicBezTo>
                    <a:pt x="15933" y="63287"/>
                    <a:pt x="12747" y="62115"/>
                    <a:pt x="10503" y="59763"/>
                  </a:cubicBezTo>
                  <a:cubicBezTo>
                    <a:pt x="8265" y="57414"/>
                    <a:pt x="7145" y="54173"/>
                    <a:pt x="7145" y="50036"/>
                  </a:cubicBezTo>
                  <a:lnTo>
                    <a:pt x="7145" y="23291"/>
                  </a:lnTo>
                  <a:lnTo>
                    <a:pt x="2286" y="23291"/>
                  </a:lnTo>
                  <a:cubicBezTo>
                    <a:pt x="1666" y="23291"/>
                    <a:pt x="1128" y="23089"/>
                    <a:pt x="676" y="22682"/>
                  </a:cubicBezTo>
                  <a:cubicBezTo>
                    <a:pt x="224" y="22279"/>
                    <a:pt x="0" y="21674"/>
                    <a:pt x="0" y="20864"/>
                  </a:cubicBezTo>
                  <a:lnTo>
                    <a:pt x="0" y="16290"/>
                  </a:lnTo>
                  <a:lnTo>
                    <a:pt x="7701" y="15032"/>
                  </a:lnTo>
                  <a:lnTo>
                    <a:pt x="10133" y="1964"/>
                  </a:lnTo>
                  <a:cubicBezTo>
                    <a:pt x="10256" y="1340"/>
                    <a:pt x="10544" y="859"/>
                    <a:pt x="10996" y="515"/>
                  </a:cubicBezTo>
                  <a:cubicBezTo>
                    <a:pt x="11444" y="172"/>
                    <a:pt x="12015" y="0"/>
                    <a:pt x="12699" y="0"/>
                  </a:cubicBezTo>
                  <a:lnTo>
                    <a:pt x="18675" y="0"/>
                  </a:lnTo>
                  <a:lnTo>
                    <a:pt x="18675" y="15073"/>
                  </a:lnTo>
                  <a:lnTo>
                    <a:pt x="31280" y="15073"/>
                  </a:lnTo>
                  <a:lnTo>
                    <a:pt x="31280" y="23291"/>
                  </a:lnTo>
                  <a:lnTo>
                    <a:pt x="18675" y="23291"/>
                  </a:lnTo>
                  <a:lnTo>
                    <a:pt x="18675" y="49241"/>
                  </a:lnTo>
                  <a:cubicBezTo>
                    <a:pt x="18675" y="50734"/>
                    <a:pt x="19048" y="51903"/>
                    <a:pt x="19795" y="52739"/>
                  </a:cubicBezTo>
                  <a:cubicBezTo>
                    <a:pt x="20542" y="53579"/>
                    <a:pt x="21536" y="54001"/>
                    <a:pt x="22783" y="54001"/>
                  </a:cubicBezTo>
                  <a:cubicBezTo>
                    <a:pt x="23500" y="54001"/>
                    <a:pt x="24098" y="53915"/>
                    <a:pt x="24580" y="53744"/>
                  </a:cubicBezTo>
                  <a:cubicBezTo>
                    <a:pt x="25065" y="53572"/>
                    <a:pt x="25483" y="53393"/>
                    <a:pt x="25842" y="53206"/>
                  </a:cubicBezTo>
                  <a:cubicBezTo>
                    <a:pt x="26197" y="53019"/>
                    <a:pt x="26518" y="52844"/>
                    <a:pt x="26798" y="52672"/>
                  </a:cubicBezTo>
                  <a:cubicBezTo>
                    <a:pt x="27078" y="52500"/>
                    <a:pt x="27358" y="52411"/>
                    <a:pt x="27639" y="52411"/>
                  </a:cubicBezTo>
                  <a:cubicBezTo>
                    <a:pt x="27982" y="52411"/>
                    <a:pt x="28259" y="52500"/>
                    <a:pt x="28479" y="52672"/>
                  </a:cubicBezTo>
                  <a:cubicBezTo>
                    <a:pt x="28696" y="52844"/>
                    <a:pt x="28931" y="53098"/>
                    <a:pt x="29177" y="53441"/>
                  </a:cubicBezTo>
                  <a:lnTo>
                    <a:pt x="32632" y="59042"/>
                  </a:lnTo>
                  <a:cubicBezTo>
                    <a:pt x="30955" y="60442"/>
                    <a:pt x="29020" y="61499"/>
                    <a:pt x="26843" y="62212"/>
                  </a:cubicBezTo>
                  <a:cubicBezTo>
                    <a:pt x="24666" y="62933"/>
                    <a:pt x="22410" y="63287"/>
                    <a:pt x="20075" y="6328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33" name="Google Shape;2133;p90"/>
            <p:cNvSpPr/>
            <p:nvPr/>
          </p:nvSpPr>
          <p:spPr>
            <a:xfrm>
              <a:off x="2778802" y="3827424"/>
              <a:ext cx="14752" cy="69213"/>
            </a:xfrm>
            <a:custGeom>
              <a:avLst/>
              <a:gdLst/>
              <a:ahLst/>
              <a:cxnLst/>
              <a:rect l="l" t="t" r="r" b="b"/>
              <a:pathLst>
                <a:path w="14752" h="69213" extrusionOk="0">
                  <a:moveTo>
                    <a:pt x="14753" y="7374"/>
                  </a:moveTo>
                  <a:cubicBezTo>
                    <a:pt x="14753" y="8367"/>
                    <a:pt x="14548" y="9301"/>
                    <a:pt x="14144" y="10175"/>
                  </a:cubicBezTo>
                  <a:cubicBezTo>
                    <a:pt x="13737" y="11045"/>
                    <a:pt x="13203" y="11806"/>
                    <a:pt x="12534" y="12460"/>
                  </a:cubicBezTo>
                  <a:cubicBezTo>
                    <a:pt x="11862" y="13113"/>
                    <a:pt x="11078" y="13632"/>
                    <a:pt x="10174" y="14024"/>
                  </a:cubicBezTo>
                  <a:cubicBezTo>
                    <a:pt x="9274" y="14413"/>
                    <a:pt x="8306" y="14607"/>
                    <a:pt x="7283" y="14607"/>
                  </a:cubicBezTo>
                  <a:cubicBezTo>
                    <a:pt x="6282" y="14607"/>
                    <a:pt x="5341" y="14413"/>
                    <a:pt x="4456" y="14024"/>
                  </a:cubicBezTo>
                  <a:cubicBezTo>
                    <a:pt x="3571" y="13632"/>
                    <a:pt x="2801" y="13113"/>
                    <a:pt x="2148" y="12460"/>
                  </a:cubicBezTo>
                  <a:cubicBezTo>
                    <a:pt x="1490" y="11806"/>
                    <a:pt x="967" y="11045"/>
                    <a:pt x="583" y="10175"/>
                  </a:cubicBezTo>
                  <a:cubicBezTo>
                    <a:pt x="190" y="9301"/>
                    <a:pt x="0" y="8367"/>
                    <a:pt x="0" y="7374"/>
                  </a:cubicBezTo>
                  <a:cubicBezTo>
                    <a:pt x="0" y="6344"/>
                    <a:pt x="190" y="5384"/>
                    <a:pt x="583" y="4477"/>
                  </a:cubicBezTo>
                  <a:cubicBezTo>
                    <a:pt x="967" y="3577"/>
                    <a:pt x="1490" y="2800"/>
                    <a:pt x="2148" y="2143"/>
                  </a:cubicBezTo>
                  <a:cubicBezTo>
                    <a:pt x="2801" y="1494"/>
                    <a:pt x="3571" y="971"/>
                    <a:pt x="4456" y="582"/>
                  </a:cubicBezTo>
                  <a:cubicBezTo>
                    <a:pt x="5341" y="194"/>
                    <a:pt x="6282" y="0"/>
                    <a:pt x="7283" y="0"/>
                  </a:cubicBezTo>
                  <a:cubicBezTo>
                    <a:pt x="8306" y="0"/>
                    <a:pt x="9274" y="194"/>
                    <a:pt x="10174" y="582"/>
                  </a:cubicBezTo>
                  <a:cubicBezTo>
                    <a:pt x="11078" y="971"/>
                    <a:pt x="11862" y="1494"/>
                    <a:pt x="12534" y="2143"/>
                  </a:cubicBezTo>
                  <a:cubicBezTo>
                    <a:pt x="13203" y="2800"/>
                    <a:pt x="13737" y="3577"/>
                    <a:pt x="14144" y="4477"/>
                  </a:cubicBezTo>
                  <a:cubicBezTo>
                    <a:pt x="14548" y="5384"/>
                    <a:pt x="14753" y="6344"/>
                    <a:pt x="14753" y="7374"/>
                  </a:cubicBezTo>
                  <a:close/>
                  <a:moveTo>
                    <a:pt x="13024" y="21327"/>
                  </a:moveTo>
                  <a:lnTo>
                    <a:pt x="13024" y="69213"/>
                  </a:lnTo>
                  <a:lnTo>
                    <a:pt x="1490" y="69213"/>
                  </a:lnTo>
                  <a:lnTo>
                    <a:pt x="1490" y="21327"/>
                  </a:lnTo>
                  <a:lnTo>
                    <a:pt x="13024" y="21327"/>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34" name="Google Shape;2134;p90"/>
            <p:cNvSpPr/>
            <p:nvPr/>
          </p:nvSpPr>
          <p:spPr>
            <a:xfrm>
              <a:off x="2801629" y="3848004"/>
              <a:ext cx="40382" cy="49334"/>
            </a:xfrm>
            <a:custGeom>
              <a:avLst/>
              <a:gdLst/>
              <a:ahLst/>
              <a:cxnLst/>
              <a:rect l="l" t="t" r="r" b="b"/>
              <a:pathLst>
                <a:path w="40382" h="49334" extrusionOk="0">
                  <a:moveTo>
                    <a:pt x="36882" y="10877"/>
                  </a:moveTo>
                  <a:cubicBezTo>
                    <a:pt x="36539" y="11310"/>
                    <a:pt x="36206" y="11653"/>
                    <a:pt x="35878" y="11900"/>
                  </a:cubicBezTo>
                  <a:cubicBezTo>
                    <a:pt x="35553" y="12153"/>
                    <a:pt x="35075" y="12277"/>
                    <a:pt x="34455" y="12277"/>
                  </a:cubicBezTo>
                  <a:cubicBezTo>
                    <a:pt x="33865" y="12277"/>
                    <a:pt x="33289" y="12097"/>
                    <a:pt x="32729" y="11739"/>
                  </a:cubicBezTo>
                  <a:cubicBezTo>
                    <a:pt x="32169" y="11384"/>
                    <a:pt x="31497" y="10977"/>
                    <a:pt x="30720" y="10525"/>
                  </a:cubicBezTo>
                  <a:cubicBezTo>
                    <a:pt x="29939" y="10074"/>
                    <a:pt x="29017" y="9670"/>
                    <a:pt x="27941" y="9312"/>
                  </a:cubicBezTo>
                  <a:cubicBezTo>
                    <a:pt x="26869" y="8954"/>
                    <a:pt x="25539" y="8774"/>
                    <a:pt x="23952" y="8774"/>
                  </a:cubicBezTo>
                  <a:cubicBezTo>
                    <a:pt x="21928" y="8774"/>
                    <a:pt x="20154" y="9140"/>
                    <a:pt x="18630" y="9872"/>
                  </a:cubicBezTo>
                  <a:cubicBezTo>
                    <a:pt x="17102" y="10604"/>
                    <a:pt x="15836" y="11653"/>
                    <a:pt x="14824" y="13023"/>
                  </a:cubicBezTo>
                  <a:cubicBezTo>
                    <a:pt x="13812" y="14390"/>
                    <a:pt x="13057" y="16052"/>
                    <a:pt x="12561" y="17993"/>
                  </a:cubicBezTo>
                  <a:cubicBezTo>
                    <a:pt x="12060" y="19938"/>
                    <a:pt x="11814" y="22141"/>
                    <a:pt x="11814" y="24598"/>
                  </a:cubicBezTo>
                  <a:cubicBezTo>
                    <a:pt x="11814" y="27148"/>
                    <a:pt x="12083" y="29422"/>
                    <a:pt x="12632" y="31412"/>
                  </a:cubicBezTo>
                  <a:cubicBezTo>
                    <a:pt x="13173" y="33402"/>
                    <a:pt x="13961" y="35075"/>
                    <a:pt x="14988" y="36430"/>
                  </a:cubicBezTo>
                  <a:cubicBezTo>
                    <a:pt x="16015" y="37782"/>
                    <a:pt x="17259" y="38809"/>
                    <a:pt x="18723" y="39511"/>
                  </a:cubicBezTo>
                  <a:cubicBezTo>
                    <a:pt x="20184" y="40209"/>
                    <a:pt x="21834" y="40560"/>
                    <a:pt x="23672" y="40560"/>
                  </a:cubicBezTo>
                  <a:cubicBezTo>
                    <a:pt x="25506" y="40560"/>
                    <a:pt x="26992" y="40336"/>
                    <a:pt x="28128" y="39880"/>
                  </a:cubicBezTo>
                  <a:cubicBezTo>
                    <a:pt x="29267" y="39429"/>
                    <a:pt x="30223" y="38936"/>
                    <a:pt x="31004" y="38387"/>
                  </a:cubicBezTo>
                  <a:cubicBezTo>
                    <a:pt x="31781" y="37845"/>
                    <a:pt x="32453" y="37349"/>
                    <a:pt x="33032" y="36897"/>
                  </a:cubicBezTo>
                  <a:cubicBezTo>
                    <a:pt x="33607" y="36445"/>
                    <a:pt x="34253" y="36218"/>
                    <a:pt x="34970" y="36218"/>
                  </a:cubicBezTo>
                  <a:cubicBezTo>
                    <a:pt x="35904" y="36218"/>
                    <a:pt x="36606" y="36576"/>
                    <a:pt x="37073" y="37293"/>
                  </a:cubicBezTo>
                  <a:lnTo>
                    <a:pt x="40382" y="41493"/>
                  </a:lnTo>
                  <a:cubicBezTo>
                    <a:pt x="39109" y="42987"/>
                    <a:pt x="37723" y="44238"/>
                    <a:pt x="36229" y="45250"/>
                  </a:cubicBezTo>
                  <a:cubicBezTo>
                    <a:pt x="34739" y="46258"/>
                    <a:pt x="33189" y="47068"/>
                    <a:pt x="31586" y="47676"/>
                  </a:cubicBezTo>
                  <a:cubicBezTo>
                    <a:pt x="29980" y="48281"/>
                    <a:pt x="28326" y="48711"/>
                    <a:pt x="26611" y="48961"/>
                  </a:cubicBezTo>
                  <a:cubicBezTo>
                    <a:pt x="24901" y="49211"/>
                    <a:pt x="23205" y="49334"/>
                    <a:pt x="21524" y="49334"/>
                  </a:cubicBezTo>
                  <a:cubicBezTo>
                    <a:pt x="18566" y="49334"/>
                    <a:pt x="15780" y="48778"/>
                    <a:pt x="13166" y="47676"/>
                  </a:cubicBezTo>
                  <a:cubicBezTo>
                    <a:pt x="10551" y="46571"/>
                    <a:pt x="8273" y="44962"/>
                    <a:pt x="6327" y="42845"/>
                  </a:cubicBezTo>
                  <a:cubicBezTo>
                    <a:pt x="4381" y="40732"/>
                    <a:pt x="2842" y="38140"/>
                    <a:pt x="1707" y="35075"/>
                  </a:cubicBezTo>
                  <a:cubicBezTo>
                    <a:pt x="568" y="32010"/>
                    <a:pt x="0" y="28519"/>
                    <a:pt x="0" y="24598"/>
                  </a:cubicBezTo>
                  <a:cubicBezTo>
                    <a:pt x="0" y="21081"/>
                    <a:pt x="508" y="17821"/>
                    <a:pt x="1516" y="14819"/>
                  </a:cubicBezTo>
                  <a:cubicBezTo>
                    <a:pt x="2532" y="11817"/>
                    <a:pt x="4015" y="9219"/>
                    <a:pt x="5976" y="7027"/>
                  </a:cubicBezTo>
                  <a:cubicBezTo>
                    <a:pt x="7937" y="4832"/>
                    <a:pt x="10364" y="3114"/>
                    <a:pt x="13263" y="1867"/>
                  </a:cubicBezTo>
                  <a:cubicBezTo>
                    <a:pt x="16154" y="624"/>
                    <a:pt x="19485" y="0"/>
                    <a:pt x="23250" y="0"/>
                  </a:cubicBezTo>
                  <a:cubicBezTo>
                    <a:pt x="26828" y="0"/>
                    <a:pt x="29965" y="575"/>
                    <a:pt x="32658" y="1729"/>
                  </a:cubicBezTo>
                  <a:cubicBezTo>
                    <a:pt x="35351" y="2879"/>
                    <a:pt x="37771" y="4529"/>
                    <a:pt x="39915" y="6676"/>
                  </a:cubicBezTo>
                  <a:lnTo>
                    <a:pt x="36882" y="10877"/>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35" name="Google Shape;2135;p90"/>
            <p:cNvSpPr/>
            <p:nvPr/>
          </p:nvSpPr>
          <p:spPr>
            <a:xfrm>
              <a:off x="2864145" y="3828402"/>
              <a:ext cx="57424" cy="68981"/>
            </a:xfrm>
            <a:custGeom>
              <a:avLst/>
              <a:gdLst/>
              <a:ahLst/>
              <a:cxnLst/>
              <a:rect l="l" t="t" r="r" b="b"/>
              <a:pathLst>
                <a:path w="57424" h="68981" extrusionOk="0">
                  <a:moveTo>
                    <a:pt x="50328" y="52321"/>
                  </a:moveTo>
                  <a:cubicBezTo>
                    <a:pt x="51012" y="52321"/>
                    <a:pt x="51606" y="52586"/>
                    <a:pt x="52099" y="53113"/>
                  </a:cubicBezTo>
                  <a:lnTo>
                    <a:pt x="57051" y="58482"/>
                  </a:lnTo>
                  <a:cubicBezTo>
                    <a:pt x="54310" y="61872"/>
                    <a:pt x="50941" y="64471"/>
                    <a:pt x="46941" y="66274"/>
                  </a:cubicBezTo>
                  <a:cubicBezTo>
                    <a:pt x="42941" y="68078"/>
                    <a:pt x="38141" y="68981"/>
                    <a:pt x="32539" y="68981"/>
                  </a:cubicBezTo>
                  <a:cubicBezTo>
                    <a:pt x="27526" y="68981"/>
                    <a:pt x="23022" y="68126"/>
                    <a:pt x="19026" y="66416"/>
                  </a:cubicBezTo>
                  <a:cubicBezTo>
                    <a:pt x="15026" y="64706"/>
                    <a:pt x="11608" y="62324"/>
                    <a:pt x="8777" y="59274"/>
                  </a:cubicBezTo>
                  <a:cubicBezTo>
                    <a:pt x="5942" y="56223"/>
                    <a:pt x="3772" y="52586"/>
                    <a:pt x="2263" y="48352"/>
                  </a:cubicBezTo>
                  <a:cubicBezTo>
                    <a:pt x="751" y="44122"/>
                    <a:pt x="0" y="39503"/>
                    <a:pt x="0" y="34492"/>
                  </a:cubicBezTo>
                  <a:cubicBezTo>
                    <a:pt x="0" y="29422"/>
                    <a:pt x="840" y="24777"/>
                    <a:pt x="2521" y="20562"/>
                  </a:cubicBezTo>
                  <a:cubicBezTo>
                    <a:pt x="4202" y="16346"/>
                    <a:pt x="6566" y="12710"/>
                    <a:pt x="9614" y="9663"/>
                  </a:cubicBezTo>
                  <a:cubicBezTo>
                    <a:pt x="12669" y="6612"/>
                    <a:pt x="16314" y="4242"/>
                    <a:pt x="20565" y="2543"/>
                  </a:cubicBezTo>
                  <a:cubicBezTo>
                    <a:pt x="24815" y="848"/>
                    <a:pt x="29506" y="0"/>
                    <a:pt x="34642" y="0"/>
                  </a:cubicBezTo>
                  <a:cubicBezTo>
                    <a:pt x="39650" y="0"/>
                    <a:pt x="44031" y="803"/>
                    <a:pt x="47781" y="2404"/>
                  </a:cubicBezTo>
                  <a:cubicBezTo>
                    <a:pt x="51535" y="4006"/>
                    <a:pt x="54747" y="6131"/>
                    <a:pt x="57425" y="8774"/>
                  </a:cubicBezTo>
                  <a:lnTo>
                    <a:pt x="53223" y="14610"/>
                  </a:lnTo>
                  <a:cubicBezTo>
                    <a:pt x="52973" y="14984"/>
                    <a:pt x="52655" y="15308"/>
                    <a:pt x="52263" y="15592"/>
                  </a:cubicBezTo>
                  <a:cubicBezTo>
                    <a:pt x="51874" y="15869"/>
                    <a:pt x="51337" y="16010"/>
                    <a:pt x="50657" y="16010"/>
                  </a:cubicBezTo>
                  <a:cubicBezTo>
                    <a:pt x="49936" y="16010"/>
                    <a:pt x="49208" y="15730"/>
                    <a:pt x="48461" y="15167"/>
                  </a:cubicBezTo>
                  <a:cubicBezTo>
                    <a:pt x="47714" y="14610"/>
                    <a:pt x="46765" y="14002"/>
                    <a:pt x="45611" y="13348"/>
                  </a:cubicBezTo>
                  <a:cubicBezTo>
                    <a:pt x="44457" y="12695"/>
                    <a:pt x="43004" y="12090"/>
                    <a:pt x="41245" y="11530"/>
                  </a:cubicBezTo>
                  <a:cubicBezTo>
                    <a:pt x="39486" y="10966"/>
                    <a:pt x="37256" y="10690"/>
                    <a:pt x="34548" y="10690"/>
                  </a:cubicBezTo>
                  <a:cubicBezTo>
                    <a:pt x="31373" y="10690"/>
                    <a:pt x="28453" y="11242"/>
                    <a:pt x="25793" y="12344"/>
                  </a:cubicBezTo>
                  <a:cubicBezTo>
                    <a:pt x="23130" y="13449"/>
                    <a:pt x="20845" y="15029"/>
                    <a:pt x="18929" y="17082"/>
                  </a:cubicBezTo>
                  <a:cubicBezTo>
                    <a:pt x="17016" y="19136"/>
                    <a:pt x="15522" y="21633"/>
                    <a:pt x="14447" y="24576"/>
                  </a:cubicBezTo>
                  <a:cubicBezTo>
                    <a:pt x="13375" y="27514"/>
                    <a:pt x="12841" y="30822"/>
                    <a:pt x="12841" y="34492"/>
                  </a:cubicBezTo>
                  <a:cubicBezTo>
                    <a:pt x="12841" y="38290"/>
                    <a:pt x="13375" y="41665"/>
                    <a:pt x="14447" y="44619"/>
                  </a:cubicBezTo>
                  <a:cubicBezTo>
                    <a:pt x="15522" y="47576"/>
                    <a:pt x="16975" y="50066"/>
                    <a:pt x="18813" y="52086"/>
                  </a:cubicBezTo>
                  <a:cubicBezTo>
                    <a:pt x="20647" y="54110"/>
                    <a:pt x="22813" y="55656"/>
                    <a:pt x="25304" y="56731"/>
                  </a:cubicBezTo>
                  <a:cubicBezTo>
                    <a:pt x="27795" y="57803"/>
                    <a:pt x="30470" y="58340"/>
                    <a:pt x="33334" y="58340"/>
                  </a:cubicBezTo>
                  <a:cubicBezTo>
                    <a:pt x="35045" y="58340"/>
                    <a:pt x="36595" y="58247"/>
                    <a:pt x="37977" y="58064"/>
                  </a:cubicBezTo>
                  <a:cubicBezTo>
                    <a:pt x="39362" y="57873"/>
                    <a:pt x="40640" y="57578"/>
                    <a:pt x="41805" y="57171"/>
                  </a:cubicBezTo>
                  <a:cubicBezTo>
                    <a:pt x="42974" y="56772"/>
                    <a:pt x="44080" y="56249"/>
                    <a:pt x="45122" y="55611"/>
                  </a:cubicBezTo>
                  <a:cubicBezTo>
                    <a:pt x="46164" y="54972"/>
                    <a:pt x="47198" y="54188"/>
                    <a:pt x="48225" y="53255"/>
                  </a:cubicBezTo>
                  <a:cubicBezTo>
                    <a:pt x="48535" y="52971"/>
                    <a:pt x="48864" y="52751"/>
                    <a:pt x="49208" y="52579"/>
                  </a:cubicBezTo>
                  <a:cubicBezTo>
                    <a:pt x="49551" y="52407"/>
                    <a:pt x="49921" y="52321"/>
                    <a:pt x="50328" y="52321"/>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36" name="Google Shape;2136;p90"/>
            <p:cNvSpPr/>
            <p:nvPr/>
          </p:nvSpPr>
          <p:spPr>
            <a:xfrm>
              <a:off x="2926701" y="3848004"/>
              <a:ext cx="47388" cy="49334"/>
            </a:xfrm>
            <a:custGeom>
              <a:avLst/>
              <a:gdLst/>
              <a:ahLst/>
              <a:cxnLst/>
              <a:rect l="l" t="t" r="r" b="b"/>
              <a:pathLst>
                <a:path w="47388" h="49334" extrusionOk="0">
                  <a:moveTo>
                    <a:pt x="23762" y="0"/>
                  </a:moveTo>
                  <a:cubicBezTo>
                    <a:pt x="27340" y="0"/>
                    <a:pt x="30589" y="575"/>
                    <a:pt x="33499" y="1729"/>
                  </a:cubicBezTo>
                  <a:cubicBezTo>
                    <a:pt x="36408" y="2879"/>
                    <a:pt x="38888" y="4514"/>
                    <a:pt x="40942" y="6628"/>
                  </a:cubicBezTo>
                  <a:cubicBezTo>
                    <a:pt x="43000" y="8744"/>
                    <a:pt x="44588" y="11328"/>
                    <a:pt x="45704" y="14375"/>
                  </a:cubicBezTo>
                  <a:cubicBezTo>
                    <a:pt x="46825" y="17425"/>
                    <a:pt x="47389" y="20834"/>
                    <a:pt x="47389" y="24598"/>
                  </a:cubicBezTo>
                  <a:cubicBezTo>
                    <a:pt x="47389" y="28392"/>
                    <a:pt x="46825" y="31815"/>
                    <a:pt x="45704" y="34866"/>
                  </a:cubicBezTo>
                  <a:cubicBezTo>
                    <a:pt x="44588" y="37913"/>
                    <a:pt x="43000" y="40511"/>
                    <a:pt x="40942" y="42662"/>
                  </a:cubicBezTo>
                  <a:cubicBezTo>
                    <a:pt x="38888" y="44805"/>
                    <a:pt x="36408" y="46456"/>
                    <a:pt x="33499" y="47606"/>
                  </a:cubicBezTo>
                  <a:cubicBezTo>
                    <a:pt x="30589" y="48755"/>
                    <a:pt x="27340" y="49334"/>
                    <a:pt x="23762" y="49334"/>
                  </a:cubicBezTo>
                  <a:cubicBezTo>
                    <a:pt x="20184" y="49334"/>
                    <a:pt x="16930" y="48755"/>
                    <a:pt x="14006" y="47606"/>
                  </a:cubicBezTo>
                  <a:cubicBezTo>
                    <a:pt x="11082" y="46456"/>
                    <a:pt x="8583" y="44805"/>
                    <a:pt x="6510" y="42662"/>
                  </a:cubicBezTo>
                  <a:cubicBezTo>
                    <a:pt x="4445" y="40511"/>
                    <a:pt x="2839" y="37913"/>
                    <a:pt x="1703" y="34866"/>
                  </a:cubicBezTo>
                  <a:cubicBezTo>
                    <a:pt x="564" y="31815"/>
                    <a:pt x="0" y="28392"/>
                    <a:pt x="0" y="24598"/>
                  </a:cubicBezTo>
                  <a:cubicBezTo>
                    <a:pt x="0" y="20834"/>
                    <a:pt x="564" y="17425"/>
                    <a:pt x="1703" y="14375"/>
                  </a:cubicBezTo>
                  <a:cubicBezTo>
                    <a:pt x="2839" y="11328"/>
                    <a:pt x="4445" y="8744"/>
                    <a:pt x="6510" y="6628"/>
                  </a:cubicBezTo>
                  <a:cubicBezTo>
                    <a:pt x="8583" y="4514"/>
                    <a:pt x="11082" y="2879"/>
                    <a:pt x="14006" y="1729"/>
                  </a:cubicBezTo>
                  <a:cubicBezTo>
                    <a:pt x="16930" y="575"/>
                    <a:pt x="20184" y="0"/>
                    <a:pt x="23762" y="0"/>
                  </a:cubicBezTo>
                  <a:close/>
                  <a:moveTo>
                    <a:pt x="23762" y="40467"/>
                  </a:moveTo>
                  <a:cubicBezTo>
                    <a:pt x="27747" y="40467"/>
                    <a:pt x="30697" y="39126"/>
                    <a:pt x="32613" y="36453"/>
                  </a:cubicBezTo>
                  <a:cubicBezTo>
                    <a:pt x="34522" y="33776"/>
                    <a:pt x="35482" y="29855"/>
                    <a:pt x="35482" y="24691"/>
                  </a:cubicBezTo>
                  <a:cubicBezTo>
                    <a:pt x="35482" y="19524"/>
                    <a:pt x="34522" y="15592"/>
                    <a:pt x="32613" y="12882"/>
                  </a:cubicBezTo>
                  <a:cubicBezTo>
                    <a:pt x="30697" y="10174"/>
                    <a:pt x="27747" y="8823"/>
                    <a:pt x="23762" y="8823"/>
                  </a:cubicBezTo>
                  <a:cubicBezTo>
                    <a:pt x="19717" y="8823"/>
                    <a:pt x="16729" y="10182"/>
                    <a:pt x="14798" y="12908"/>
                  </a:cubicBezTo>
                  <a:cubicBezTo>
                    <a:pt x="12867" y="15626"/>
                    <a:pt x="11907" y="19557"/>
                    <a:pt x="11907" y="24691"/>
                  </a:cubicBezTo>
                  <a:cubicBezTo>
                    <a:pt x="11907" y="29825"/>
                    <a:pt x="12867" y="33738"/>
                    <a:pt x="14798" y="36430"/>
                  </a:cubicBezTo>
                  <a:cubicBezTo>
                    <a:pt x="16729" y="39119"/>
                    <a:pt x="19717" y="40467"/>
                    <a:pt x="23762" y="4046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37" name="Google Shape;2137;p90"/>
            <p:cNvSpPr/>
            <p:nvPr/>
          </p:nvSpPr>
          <p:spPr>
            <a:xfrm>
              <a:off x="2983102" y="3848004"/>
              <a:ext cx="67269" cy="48632"/>
            </a:xfrm>
            <a:custGeom>
              <a:avLst/>
              <a:gdLst/>
              <a:ahLst/>
              <a:cxnLst/>
              <a:rect l="l" t="t" r="r" b="b"/>
              <a:pathLst>
                <a:path w="67269" h="48632" extrusionOk="0">
                  <a:moveTo>
                    <a:pt x="0" y="48632"/>
                  </a:moveTo>
                  <a:lnTo>
                    <a:pt x="0" y="747"/>
                  </a:lnTo>
                  <a:lnTo>
                    <a:pt x="7044" y="747"/>
                  </a:lnTo>
                  <a:cubicBezTo>
                    <a:pt x="8542" y="747"/>
                    <a:pt x="9524" y="1449"/>
                    <a:pt x="9991" y="2849"/>
                  </a:cubicBezTo>
                  <a:lnTo>
                    <a:pt x="10738" y="6396"/>
                  </a:lnTo>
                  <a:cubicBezTo>
                    <a:pt x="11575" y="5463"/>
                    <a:pt x="12456" y="4604"/>
                    <a:pt x="13375" y="3827"/>
                  </a:cubicBezTo>
                  <a:cubicBezTo>
                    <a:pt x="14290" y="3051"/>
                    <a:pt x="15272" y="2382"/>
                    <a:pt x="16314" y="1822"/>
                  </a:cubicBezTo>
                  <a:cubicBezTo>
                    <a:pt x="17356" y="1262"/>
                    <a:pt x="18477" y="818"/>
                    <a:pt x="19676" y="493"/>
                  </a:cubicBezTo>
                  <a:cubicBezTo>
                    <a:pt x="20875" y="164"/>
                    <a:pt x="22189" y="0"/>
                    <a:pt x="23620" y="0"/>
                  </a:cubicBezTo>
                  <a:cubicBezTo>
                    <a:pt x="26641" y="0"/>
                    <a:pt x="29125" y="818"/>
                    <a:pt x="31067" y="2449"/>
                  </a:cubicBezTo>
                  <a:cubicBezTo>
                    <a:pt x="33013" y="4085"/>
                    <a:pt x="34466" y="6258"/>
                    <a:pt x="35433" y="8961"/>
                  </a:cubicBezTo>
                  <a:cubicBezTo>
                    <a:pt x="36180" y="7374"/>
                    <a:pt x="37114" y="6015"/>
                    <a:pt x="38235" y="4876"/>
                  </a:cubicBezTo>
                  <a:cubicBezTo>
                    <a:pt x="39355" y="3745"/>
                    <a:pt x="40584" y="2819"/>
                    <a:pt x="41921" y="2098"/>
                  </a:cubicBezTo>
                  <a:cubicBezTo>
                    <a:pt x="43262" y="1385"/>
                    <a:pt x="44685" y="855"/>
                    <a:pt x="46194" y="515"/>
                  </a:cubicBezTo>
                  <a:cubicBezTo>
                    <a:pt x="47703" y="172"/>
                    <a:pt x="49219" y="0"/>
                    <a:pt x="50747" y="0"/>
                  </a:cubicBezTo>
                  <a:cubicBezTo>
                    <a:pt x="53391" y="0"/>
                    <a:pt x="55744" y="403"/>
                    <a:pt x="57794" y="1214"/>
                  </a:cubicBezTo>
                  <a:cubicBezTo>
                    <a:pt x="59849" y="2024"/>
                    <a:pt x="61578" y="3203"/>
                    <a:pt x="62978" y="4761"/>
                  </a:cubicBezTo>
                  <a:cubicBezTo>
                    <a:pt x="64379" y="6318"/>
                    <a:pt x="65444" y="8214"/>
                    <a:pt x="66176" y="10458"/>
                  </a:cubicBezTo>
                  <a:cubicBezTo>
                    <a:pt x="66908" y="12695"/>
                    <a:pt x="67270" y="15264"/>
                    <a:pt x="67270" y="18157"/>
                  </a:cubicBezTo>
                  <a:lnTo>
                    <a:pt x="67270" y="48632"/>
                  </a:lnTo>
                  <a:lnTo>
                    <a:pt x="55744" y="48632"/>
                  </a:lnTo>
                  <a:lnTo>
                    <a:pt x="55744" y="18157"/>
                  </a:lnTo>
                  <a:cubicBezTo>
                    <a:pt x="55744" y="15107"/>
                    <a:pt x="55072" y="12810"/>
                    <a:pt x="53731" y="11272"/>
                  </a:cubicBezTo>
                  <a:cubicBezTo>
                    <a:pt x="52394" y="9730"/>
                    <a:pt x="50437" y="8961"/>
                    <a:pt x="47852" y="8961"/>
                  </a:cubicBezTo>
                  <a:cubicBezTo>
                    <a:pt x="46668" y="8961"/>
                    <a:pt x="45570" y="9166"/>
                    <a:pt x="44558" y="9566"/>
                  </a:cubicBezTo>
                  <a:cubicBezTo>
                    <a:pt x="43549" y="9973"/>
                    <a:pt x="42664" y="10555"/>
                    <a:pt x="41899" y="11317"/>
                  </a:cubicBezTo>
                  <a:cubicBezTo>
                    <a:pt x="41133" y="12083"/>
                    <a:pt x="40535" y="13038"/>
                    <a:pt x="40102" y="14192"/>
                  </a:cubicBezTo>
                  <a:cubicBezTo>
                    <a:pt x="39665" y="15338"/>
                    <a:pt x="39448" y="16664"/>
                    <a:pt x="39448" y="18157"/>
                  </a:cubicBezTo>
                  <a:lnTo>
                    <a:pt x="39448" y="48632"/>
                  </a:lnTo>
                  <a:lnTo>
                    <a:pt x="27870" y="48632"/>
                  </a:lnTo>
                  <a:lnTo>
                    <a:pt x="27870" y="18157"/>
                  </a:lnTo>
                  <a:cubicBezTo>
                    <a:pt x="27870" y="14954"/>
                    <a:pt x="27224" y="12620"/>
                    <a:pt x="25932" y="11156"/>
                  </a:cubicBezTo>
                  <a:cubicBezTo>
                    <a:pt x="24639" y="9697"/>
                    <a:pt x="22735" y="8961"/>
                    <a:pt x="20213" y="8961"/>
                  </a:cubicBezTo>
                  <a:cubicBezTo>
                    <a:pt x="18563" y="8961"/>
                    <a:pt x="17013" y="9375"/>
                    <a:pt x="15567" y="10197"/>
                  </a:cubicBezTo>
                  <a:cubicBezTo>
                    <a:pt x="14122" y="11022"/>
                    <a:pt x="12773" y="12153"/>
                    <a:pt x="11530" y="13583"/>
                  </a:cubicBezTo>
                  <a:lnTo>
                    <a:pt x="11530" y="48632"/>
                  </a:lnTo>
                  <a:lnTo>
                    <a:pt x="0" y="48632"/>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38" name="Google Shape;2138;p90"/>
            <p:cNvSpPr/>
            <p:nvPr/>
          </p:nvSpPr>
          <p:spPr>
            <a:xfrm>
              <a:off x="3061723" y="3847866"/>
              <a:ext cx="44068" cy="64407"/>
            </a:xfrm>
            <a:custGeom>
              <a:avLst/>
              <a:gdLst/>
              <a:ahLst/>
              <a:cxnLst/>
              <a:rect l="l" t="t" r="r" b="b"/>
              <a:pathLst>
                <a:path w="44068" h="64407" extrusionOk="0">
                  <a:moveTo>
                    <a:pt x="0" y="64407"/>
                  </a:moveTo>
                  <a:lnTo>
                    <a:pt x="0" y="885"/>
                  </a:lnTo>
                  <a:lnTo>
                    <a:pt x="7044" y="885"/>
                  </a:lnTo>
                  <a:cubicBezTo>
                    <a:pt x="7791" y="885"/>
                    <a:pt x="8430" y="1057"/>
                    <a:pt x="8960" y="1400"/>
                  </a:cubicBezTo>
                  <a:cubicBezTo>
                    <a:pt x="9490" y="1744"/>
                    <a:pt x="9830" y="2270"/>
                    <a:pt x="9987" y="2987"/>
                  </a:cubicBezTo>
                  <a:lnTo>
                    <a:pt x="10921" y="7419"/>
                  </a:lnTo>
                  <a:cubicBezTo>
                    <a:pt x="12852" y="5208"/>
                    <a:pt x="15070" y="3424"/>
                    <a:pt x="17577" y="2054"/>
                  </a:cubicBezTo>
                  <a:cubicBezTo>
                    <a:pt x="20079" y="683"/>
                    <a:pt x="23015" y="0"/>
                    <a:pt x="26376" y="0"/>
                  </a:cubicBezTo>
                  <a:cubicBezTo>
                    <a:pt x="28987" y="0"/>
                    <a:pt x="31377" y="541"/>
                    <a:pt x="33540" y="1632"/>
                  </a:cubicBezTo>
                  <a:cubicBezTo>
                    <a:pt x="35702" y="2722"/>
                    <a:pt x="37570" y="4301"/>
                    <a:pt x="39142" y="6370"/>
                  </a:cubicBezTo>
                  <a:cubicBezTo>
                    <a:pt x="40715" y="8438"/>
                    <a:pt x="41928" y="10988"/>
                    <a:pt x="42787" y="14024"/>
                  </a:cubicBezTo>
                  <a:cubicBezTo>
                    <a:pt x="43639" y="17056"/>
                    <a:pt x="44068" y="20536"/>
                    <a:pt x="44068" y="24456"/>
                  </a:cubicBezTo>
                  <a:cubicBezTo>
                    <a:pt x="44068" y="28037"/>
                    <a:pt x="43583" y="31345"/>
                    <a:pt x="42623" y="34399"/>
                  </a:cubicBezTo>
                  <a:cubicBezTo>
                    <a:pt x="41656" y="37446"/>
                    <a:pt x="40281" y="40089"/>
                    <a:pt x="38489" y="42333"/>
                  </a:cubicBezTo>
                  <a:cubicBezTo>
                    <a:pt x="36699" y="44570"/>
                    <a:pt x="34537" y="46321"/>
                    <a:pt x="32001" y="47583"/>
                  </a:cubicBezTo>
                  <a:cubicBezTo>
                    <a:pt x="29461" y="48841"/>
                    <a:pt x="26623" y="49472"/>
                    <a:pt x="23482" y="49472"/>
                  </a:cubicBezTo>
                  <a:cubicBezTo>
                    <a:pt x="20774" y="49472"/>
                    <a:pt x="18477" y="49058"/>
                    <a:pt x="16594" y="48237"/>
                  </a:cubicBezTo>
                  <a:cubicBezTo>
                    <a:pt x="14712" y="47411"/>
                    <a:pt x="13024" y="46265"/>
                    <a:pt x="11526" y="44805"/>
                  </a:cubicBezTo>
                  <a:lnTo>
                    <a:pt x="11526" y="64407"/>
                  </a:lnTo>
                  <a:lnTo>
                    <a:pt x="0" y="64407"/>
                  </a:lnTo>
                  <a:close/>
                  <a:moveTo>
                    <a:pt x="22410" y="9099"/>
                  </a:moveTo>
                  <a:cubicBezTo>
                    <a:pt x="20008" y="9099"/>
                    <a:pt x="17961" y="9607"/>
                    <a:pt x="16266" y="10615"/>
                  </a:cubicBezTo>
                  <a:cubicBezTo>
                    <a:pt x="14570" y="11627"/>
                    <a:pt x="12990" y="13053"/>
                    <a:pt x="11526" y="14887"/>
                  </a:cubicBezTo>
                  <a:lnTo>
                    <a:pt x="11526" y="36356"/>
                  </a:lnTo>
                  <a:cubicBezTo>
                    <a:pt x="12837" y="37976"/>
                    <a:pt x="14260" y="39100"/>
                    <a:pt x="15799" y="39739"/>
                  </a:cubicBezTo>
                  <a:cubicBezTo>
                    <a:pt x="17341" y="40377"/>
                    <a:pt x="18996" y="40698"/>
                    <a:pt x="20774" y="40698"/>
                  </a:cubicBezTo>
                  <a:cubicBezTo>
                    <a:pt x="22514" y="40698"/>
                    <a:pt x="24094" y="40370"/>
                    <a:pt x="25513" y="39716"/>
                  </a:cubicBezTo>
                  <a:cubicBezTo>
                    <a:pt x="26925" y="39066"/>
                    <a:pt x="28128" y="38069"/>
                    <a:pt x="29103" y="36733"/>
                  </a:cubicBezTo>
                  <a:cubicBezTo>
                    <a:pt x="30085" y="35392"/>
                    <a:pt x="30839" y="33705"/>
                    <a:pt x="31370" y="31666"/>
                  </a:cubicBezTo>
                  <a:cubicBezTo>
                    <a:pt x="31900" y="29627"/>
                    <a:pt x="32165" y="27227"/>
                    <a:pt x="32165" y="24456"/>
                  </a:cubicBezTo>
                  <a:cubicBezTo>
                    <a:pt x="32165" y="21656"/>
                    <a:pt x="31937" y="19285"/>
                    <a:pt x="31486" y="17336"/>
                  </a:cubicBezTo>
                  <a:cubicBezTo>
                    <a:pt x="31034" y="15394"/>
                    <a:pt x="30387" y="13815"/>
                    <a:pt x="29551" y="12601"/>
                  </a:cubicBezTo>
                  <a:cubicBezTo>
                    <a:pt x="28710" y="11388"/>
                    <a:pt x="27691" y="10499"/>
                    <a:pt x="26492" y="9939"/>
                  </a:cubicBezTo>
                  <a:cubicBezTo>
                    <a:pt x="25293" y="9379"/>
                    <a:pt x="23933" y="9099"/>
                    <a:pt x="22410" y="9099"/>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39" name="Google Shape;2139;p90"/>
            <p:cNvSpPr/>
            <p:nvPr/>
          </p:nvSpPr>
          <p:spPr>
            <a:xfrm>
              <a:off x="3113545" y="3848751"/>
              <a:ext cx="41734" cy="48632"/>
            </a:xfrm>
            <a:custGeom>
              <a:avLst/>
              <a:gdLst/>
              <a:ahLst/>
              <a:cxnLst/>
              <a:rect l="l" t="t" r="r" b="b"/>
              <a:pathLst>
                <a:path w="41734" h="48632" extrusionOk="0">
                  <a:moveTo>
                    <a:pt x="11526" y="0"/>
                  </a:moveTo>
                  <a:lnTo>
                    <a:pt x="11526" y="30430"/>
                  </a:lnTo>
                  <a:cubicBezTo>
                    <a:pt x="11526" y="33357"/>
                    <a:pt x="12206" y="35620"/>
                    <a:pt x="13558" y="37222"/>
                  </a:cubicBezTo>
                  <a:cubicBezTo>
                    <a:pt x="14914" y="38824"/>
                    <a:pt x="16945" y="39623"/>
                    <a:pt x="19653" y="39623"/>
                  </a:cubicBezTo>
                  <a:cubicBezTo>
                    <a:pt x="21644" y="39623"/>
                    <a:pt x="23511" y="39182"/>
                    <a:pt x="25256" y="38297"/>
                  </a:cubicBezTo>
                  <a:cubicBezTo>
                    <a:pt x="26996" y="37409"/>
                    <a:pt x="28647" y="36188"/>
                    <a:pt x="30201" y="34631"/>
                  </a:cubicBezTo>
                  <a:lnTo>
                    <a:pt x="30201" y="0"/>
                  </a:lnTo>
                  <a:lnTo>
                    <a:pt x="41734" y="0"/>
                  </a:lnTo>
                  <a:lnTo>
                    <a:pt x="41734" y="47886"/>
                  </a:lnTo>
                  <a:lnTo>
                    <a:pt x="34686" y="47886"/>
                  </a:lnTo>
                  <a:cubicBezTo>
                    <a:pt x="33192" y="47886"/>
                    <a:pt x="32214" y="47187"/>
                    <a:pt x="31747" y="45787"/>
                  </a:cubicBezTo>
                  <a:lnTo>
                    <a:pt x="30951" y="41956"/>
                  </a:lnTo>
                  <a:cubicBezTo>
                    <a:pt x="29954" y="42957"/>
                    <a:pt x="28927" y="43864"/>
                    <a:pt x="27866" y="44689"/>
                  </a:cubicBezTo>
                  <a:cubicBezTo>
                    <a:pt x="26809" y="45511"/>
                    <a:pt x="25681" y="46213"/>
                    <a:pt x="24483" y="46788"/>
                  </a:cubicBezTo>
                  <a:cubicBezTo>
                    <a:pt x="23287" y="47366"/>
                    <a:pt x="21995" y="47818"/>
                    <a:pt x="20609" y="48143"/>
                  </a:cubicBezTo>
                  <a:cubicBezTo>
                    <a:pt x="19224" y="48468"/>
                    <a:pt x="17741" y="48632"/>
                    <a:pt x="16154" y="48632"/>
                  </a:cubicBezTo>
                  <a:cubicBezTo>
                    <a:pt x="13539" y="48632"/>
                    <a:pt x="11223" y="48188"/>
                    <a:pt x="9218" y="47303"/>
                  </a:cubicBezTo>
                  <a:cubicBezTo>
                    <a:pt x="7208" y="46418"/>
                    <a:pt x="5520" y="45164"/>
                    <a:pt x="4153" y="43547"/>
                  </a:cubicBezTo>
                  <a:cubicBezTo>
                    <a:pt x="2783" y="41930"/>
                    <a:pt x="1748" y="40007"/>
                    <a:pt x="1050" y="37782"/>
                  </a:cubicBezTo>
                  <a:cubicBezTo>
                    <a:pt x="347" y="35557"/>
                    <a:pt x="0" y="33107"/>
                    <a:pt x="0" y="30430"/>
                  </a:cubicBezTo>
                  <a:lnTo>
                    <a:pt x="0" y="0"/>
                  </a:lnTo>
                  <a:lnTo>
                    <a:pt x="11526"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40" name="Google Shape;2140;p90"/>
            <p:cNvSpPr/>
            <p:nvPr/>
          </p:nvSpPr>
          <p:spPr>
            <a:xfrm>
              <a:off x="3163265" y="3834096"/>
              <a:ext cx="32632" cy="63287"/>
            </a:xfrm>
            <a:custGeom>
              <a:avLst/>
              <a:gdLst/>
              <a:ahLst/>
              <a:cxnLst/>
              <a:rect l="l" t="t" r="r" b="b"/>
              <a:pathLst>
                <a:path w="32632" h="63287" extrusionOk="0">
                  <a:moveTo>
                    <a:pt x="20075" y="63287"/>
                  </a:moveTo>
                  <a:cubicBezTo>
                    <a:pt x="15937" y="63287"/>
                    <a:pt x="12747" y="62115"/>
                    <a:pt x="10506" y="59763"/>
                  </a:cubicBezTo>
                  <a:cubicBezTo>
                    <a:pt x="8265" y="57414"/>
                    <a:pt x="7145" y="54173"/>
                    <a:pt x="7145" y="50036"/>
                  </a:cubicBezTo>
                  <a:lnTo>
                    <a:pt x="7145" y="23291"/>
                  </a:lnTo>
                  <a:lnTo>
                    <a:pt x="2286" y="23291"/>
                  </a:lnTo>
                  <a:cubicBezTo>
                    <a:pt x="1666" y="23291"/>
                    <a:pt x="1128" y="23089"/>
                    <a:pt x="680" y="22682"/>
                  </a:cubicBezTo>
                  <a:cubicBezTo>
                    <a:pt x="228" y="22279"/>
                    <a:pt x="0" y="21674"/>
                    <a:pt x="0" y="20864"/>
                  </a:cubicBezTo>
                  <a:lnTo>
                    <a:pt x="0" y="16290"/>
                  </a:lnTo>
                  <a:lnTo>
                    <a:pt x="7705" y="15032"/>
                  </a:lnTo>
                  <a:lnTo>
                    <a:pt x="10133" y="1964"/>
                  </a:lnTo>
                  <a:cubicBezTo>
                    <a:pt x="10256" y="1340"/>
                    <a:pt x="10544" y="859"/>
                    <a:pt x="10996" y="515"/>
                  </a:cubicBezTo>
                  <a:cubicBezTo>
                    <a:pt x="11444" y="172"/>
                    <a:pt x="12015" y="0"/>
                    <a:pt x="12699" y="0"/>
                  </a:cubicBezTo>
                  <a:lnTo>
                    <a:pt x="18675" y="0"/>
                  </a:lnTo>
                  <a:lnTo>
                    <a:pt x="18675" y="15073"/>
                  </a:lnTo>
                  <a:lnTo>
                    <a:pt x="31280" y="15073"/>
                  </a:lnTo>
                  <a:lnTo>
                    <a:pt x="31280" y="23291"/>
                  </a:lnTo>
                  <a:lnTo>
                    <a:pt x="18675" y="23291"/>
                  </a:lnTo>
                  <a:lnTo>
                    <a:pt x="18675" y="49241"/>
                  </a:lnTo>
                  <a:cubicBezTo>
                    <a:pt x="18675" y="50734"/>
                    <a:pt x="19052" y="51903"/>
                    <a:pt x="19795" y="52739"/>
                  </a:cubicBezTo>
                  <a:cubicBezTo>
                    <a:pt x="20542" y="53579"/>
                    <a:pt x="21539" y="54001"/>
                    <a:pt x="22787" y="54001"/>
                  </a:cubicBezTo>
                  <a:cubicBezTo>
                    <a:pt x="23500" y="54001"/>
                    <a:pt x="24098" y="53915"/>
                    <a:pt x="24580" y="53744"/>
                  </a:cubicBezTo>
                  <a:cubicBezTo>
                    <a:pt x="25065" y="53572"/>
                    <a:pt x="25483" y="53393"/>
                    <a:pt x="25842" y="53206"/>
                  </a:cubicBezTo>
                  <a:cubicBezTo>
                    <a:pt x="26201" y="53019"/>
                    <a:pt x="26522" y="52844"/>
                    <a:pt x="26798" y="52672"/>
                  </a:cubicBezTo>
                  <a:cubicBezTo>
                    <a:pt x="27078" y="52500"/>
                    <a:pt x="27358" y="52411"/>
                    <a:pt x="27639" y="52411"/>
                  </a:cubicBezTo>
                  <a:cubicBezTo>
                    <a:pt x="27982" y="52411"/>
                    <a:pt x="28259" y="52500"/>
                    <a:pt x="28479" y="52672"/>
                  </a:cubicBezTo>
                  <a:cubicBezTo>
                    <a:pt x="28699" y="52844"/>
                    <a:pt x="28931" y="53098"/>
                    <a:pt x="29181" y="53441"/>
                  </a:cubicBezTo>
                  <a:lnTo>
                    <a:pt x="32632" y="59042"/>
                  </a:lnTo>
                  <a:cubicBezTo>
                    <a:pt x="30955" y="60442"/>
                    <a:pt x="29024" y="61499"/>
                    <a:pt x="26847" y="62212"/>
                  </a:cubicBezTo>
                  <a:cubicBezTo>
                    <a:pt x="24669" y="62933"/>
                    <a:pt x="22410" y="63287"/>
                    <a:pt x="20075" y="6328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41" name="Google Shape;2141;p90"/>
            <p:cNvSpPr/>
            <p:nvPr/>
          </p:nvSpPr>
          <p:spPr>
            <a:xfrm>
              <a:off x="3200521" y="3848004"/>
              <a:ext cx="43747" cy="49334"/>
            </a:xfrm>
            <a:custGeom>
              <a:avLst/>
              <a:gdLst/>
              <a:ahLst/>
              <a:cxnLst/>
              <a:rect l="l" t="t" r="r" b="b"/>
              <a:pathLst>
                <a:path w="43747" h="49334" extrusionOk="0">
                  <a:moveTo>
                    <a:pt x="23018" y="0"/>
                  </a:moveTo>
                  <a:cubicBezTo>
                    <a:pt x="26033" y="0"/>
                    <a:pt x="28811" y="485"/>
                    <a:pt x="31351" y="1449"/>
                  </a:cubicBezTo>
                  <a:cubicBezTo>
                    <a:pt x="33887" y="2412"/>
                    <a:pt x="36072" y="3820"/>
                    <a:pt x="37910" y="5672"/>
                  </a:cubicBezTo>
                  <a:cubicBezTo>
                    <a:pt x="39743" y="7520"/>
                    <a:pt x="41178" y="9794"/>
                    <a:pt x="42205" y="12486"/>
                  </a:cubicBezTo>
                  <a:cubicBezTo>
                    <a:pt x="43232" y="15178"/>
                    <a:pt x="43747" y="18251"/>
                    <a:pt x="43747" y="21701"/>
                  </a:cubicBezTo>
                  <a:cubicBezTo>
                    <a:pt x="43747" y="22574"/>
                    <a:pt x="43706" y="23299"/>
                    <a:pt x="43628" y="23874"/>
                  </a:cubicBezTo>
                  <a:cubicBezTo>
                    <a:pt x="43553" y="24452"/>
                    <a:pt x="43411" y="24901"/>
                    <a:pt x="43209" y="25229"/>
                  </a:cubicBezTo>
                  <a:cubicBezTo>
                    <a:pt x="43004" y="25554"/>
                    <a:pt x="42735" y="25785"/>
                    <a:pt x="42392" y="25927"/>
                  </a:cubicBezTo>
                  <a:cubicBezTo>
                    <a:pt x="42048" y="26065"/>
                    <a:pt x="41611" y="26136"/>
                    <a:pt x="41084" y="26136"/>
                  </a:cubicBezTo>
                  <a:lnTo>
                    <a:pt x="11485" y="26136"/>
                  </a:lnTo>
                  <a:cubicBezTo>
                    <a:pt x="11829" y="31054"/>
                    <a:pt x="13151" y="34664"/>
                    <a:pt x="15451" y="36964"/>
                  </a:cubicBezTo>
                  <a:cubicBezTo>
                    <a:pt x="17760" y="39268"/>
                    <a:pt x="20807" y="40418"/>
                    <a:pt x="24606" y="40418"/>
                  </a:cubicBezTo>
                  <a:cubicBezTo>
                    <a:pt x="26473" y="40418"/>
                    <a:pt x="28083" y="40201"/>
                    <a:pt x="29435" y="39765"/>
                  </a:cubicBezTo>
                  <a:cubicBezTo>
                    <a:pt x="30791" y="39331"/>
                    <a:pt x="31971" y="38846"/>
                    <a:pt x="32987" y="38320"/>
                  </a:cubicBezTo>
                  <a:cubicBezTo>
                    <a:pt x="33995" y="37789"/>
                    <a:pt x="34881" y="37308"/>
                    <a:pt x="35646" y="36871"/>
                  </a:cubicBezTo>
                  <a:cubicBezTo>
                    <a:pt x="36408" y="36438"/>
                    <a:pt x="37148" y="36218"/>
                    <a:pt x="37861" y="36218"/>
                  </a:cubicBezTo>
                  <a:cubicBezTo>
                    <a:pt x="38328" y="36218"/>
                    <a:pt x="38735" y="36311"/>
                    <a:pt x="39075" y="36498"/>
                  </a:cubicBezTo>
                  <a:cubicBezTo>
                    <a:pt x="39419" y="36684"/>
                    <a:pt x="39714" y="36949"/>
                    <a:pt x="39964" y="37293"/>
                  </a:cubicBezTo>
                  <a:lnTo>
                    <a:pt x="43325" y="41493"/>
                  </a:lnTo>
                  <a:cubicBezTo>
                    <a:pt x="42048" y="42987"/>
                    <a:pt x="40617" y="44238"/>
                    <a:pt x="39030" y="45250"/>
                  </a:cubicBezTo>
                  <a:cubicBezTo>
                    <a:pt x="37443" y="46258"/>
                    <a:pt x="35788" y="47068"/>
                    <a:pt x="34059" y="47676"/>
                  </a:cubicBezTo>
                  <a:cubicBezTo>
                    <a:pt x="32330" y="48281"/>
                    <a:pt x="30570" y="48711"/>
                    <a:pt x="28785" y="48961"/>
                  </a:cubicBezTo>
                  <a:cubicBezTo>
                    <a:pt x="26992" y="49211"/>
                    <a:pt x="25256" y="49334"/>
                    <a:pt x="23575" y="49334"/>
                  </a:cubicBezTo>
                  <a:cubicBezTo>
                    <a:pt x="20247" y="49334"/>
                    <a:pt x="17147" y="48778"/>
                    <a:pt x="14286" y="47676"/>
                  </a:cubicBezTo>
                  <a:cubicBezTo>
                    <a:pt x="11421" y="46571"/>
                    <a:pt x="8930" y="44940"/>
                    <a:pt x="6816" y="42778"/>
                  </a:cubicBezTo>
                  <a:cubicBezTo>
                    <a:pt x="4699" y="40616"/>
                    <a:pt x="3033" y="37939"/>
                    <a:pt x="1823" y="34746"/>
                  </a:cubicBezTo>
                  <a:cubicBezTo>
                    <a:pt x="609" y="31558"/>
                    <a:pt x="0" y="27865"/>
                    <a:pt x="0" y="23665"/>
                  </a:cubicBezTo>
                  <a:cubicBezTo>
                    <a:pt x="0" y="20398"/>
                    <a:pt x="527" y="17321"/>
                    <a:pt x="1587" y="14446"/>
                  </a:cubicBezTo>
                  <a:cubicBezTo>
                    <a:pt x="2648" y="11567"/>
                    <a:pt x="4164" y="9066"/>
                    <a:pt x="6140" y="6930"/>
                  </a:cubicBezTo>
                  <a:cubicBezTo>
                    <a:pt x="8112" y="4802"/>
                    <a:pt x="10529" y="3114"/>
                    <a:pt x="13379" y="1867"/>
                  </a:cubicBezTo>
                  <a:cubicBezTo>
                    <a:pt x="16221" y="624"/>
                    <a:pt x="19437" y="0"/>
                    <a:pt x="23018" y="0"/>
                  </a:cubicBezTo>
                  <a:close/>
                  <a:moveTo>
                    <a:pt x="23250" y="8263"/>
                  </a:moveTo>
                  <a:cubicBezTo>
                    <a:pt x="19889" y="8263"/>
                    <a:pt x="17259" y="9211"/>
                    <a:pt x="15362" y="11108"/>
                  </a:cubicBezTo>
                  <a:cubicBezTo>
                    <a:pt x="13461" y="13005"/>
                    <a:pt x="12247" y="15701"/>
                    <a:pt x="11716" y="19184"/>
                  </a:cubicBezTo>
                  <a:lnTo>
                    <a:pt x="33379" y="19184"/>
                  </a:lnTo>
                  <a:cubicBezTo>
                    <a:pt x="33379" y="17690"/>
                    <a:pt x="33177" y="16283"/>
                    <a:pt x="32774" y="14961"/>
                  </a:cubicBezTo>
                  <a:cubicBezTo>
                    <a:pt x="32371" y="13636"/>
                    <a:pt x="31747" y="12478"/>
                    <a:pt x="30907" y="11481"/>
                  </a:cubicBezTo>
                  <a:cubicBezTo>
                    <a:pt x="30066" y="10484"/>
                    <a:pt x="29005" y="9700"/>
                    <a:pt x="27732" y="9125"/>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42" name="Google Shape;2142;p90"/>
            <p:cNvSpPr/>
            <p:nvPr/>
          </p:nvSpPr>
          <p:spPr>
            <a:xfrm>
              <a:off x="2971143" y="3929961"/>
              <a:ext cx="42574" cy="67487"/>
            </a:xfrm>
            <a:custGeom>
              <a:avLst/>
              <a:gdLst/>
              <a:ahLst/>
              <a:cxnLst/>
              <a:rect l="l" t="t" r="r" b="b"/>
              <a:pathLst>
                <a:path w="42574" h="67487" extrusionOk="0">
                  <a:moveTo>
                    <a:pt x="42575" y="0"/>
                  </a:moveTo>
                  <a:lnTo>
                    <a:pt x="42575" y="9988"/>
                  </a:lnTo>
                  <a:lnTo>
                    <a:pt x="12650" y="9988"/>
                  </a:lnTo>
                  <a:lnTo>
                    <a:pt x="12650" y="28705"/>
                  </a:lnTo>
                  <a:lnTo>
                    <a:pt x="36229" y="28705"/>
                  </a:lnTo>
                  <a:lnTo>
                    <a:pt x="36229" y="38364"/>
                  </a:lnTo>
                  <a:lnTo>
                    <a:pt x="12650" y="38364"/>
                  </a:lnTo>
                  <a:lnTo>
                    <a:pt x="12650" y="57455"/>
                  </a:lnTo>
                  <a:lnTo>
                    <a:pt x="42575" y="57455"/>
                  </a:lnTo>
                  <a:lnTo>
                    <a:pt x="42575" y="67488"/>
                  </a:lnTo>
                  <a:lnTo>
                    <a:pt x="0" y="67488"/>
                  </a:lnTo>
                  <a:lnTo>
                    <a:pt x="0" y="0"/>
                  </a:lnTo>
                  <a:lnTo>
                    <a:pt x="42575"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43" name="Google Shape;2143;p90"/>
            <p:cNvSpPr/>
            <p:nvPr/>
          </p:nvSpPr>
          <p:spPr>
            <a:xfrm>
              <a:off x="3023944" y="3948816"/>
              <a:ext cx="41737" cy="48632"/>
            </a:xfrm>
            <a:custGeom>
              <a:avLst/>
              <a:gdLst/>
              <a:ahLst/>
              <a:cxnLst/>
              <a:rect l="l" t="t" r="r" b="b"/>
              <a:pathLst>
                <a:path w="41737" h="48632" extrusionOk="0">
                  <a:moveTo>
                    <a:pt x="0" y="48632"/>
                  </a:moveTo>
                  <a:lnTo>
                    <a:pt x="0" y="747"/>
                  </a:lnTo>
                  <a:lnTo>
                    <a:pt x="7048" y="747"/>
                  </a:lnTo>
                  <a:cubicBezTo>
                    <a:pt x="8542" y="747"/>
                    <a:pt x="9524" y="1449"/>
                    <a:pt x="9991" y="2849"/>
                  </a:cubicBezTo>
                  <a:lnTo>
                    <a:pt x="10783" y="6628"/>
                  </a:lnTo>
                  <a:cubicBezTo>
                    <a:pt x="11750" y="5634"/>
                    <a:pt x="12766" y="4731"/>
                    <a:pt x="13842" y="3924"/>
                  </a:cubicBezTo>
                  <a:cubicBezTo>
                    <a:pt x="14914" y="3114"/>
                    <a:pt x="16053" y="2412"/>
                    <a:pt x="17248" y="1822"/>
                  </a:cubicBezTo>
                  <a:cubicBezTo>
                    <a:pt x="18451" y="1232"/>
                    <a:pt x="19732" y="780"/>
                    <a:pt x="21102" y="467"/>
                  </a:cubicBezTo>
                  <a:cubicBezTo>
                    <a:pt x="22473" y="157"/>
                    <a:pt x="23963" y="0"/>
                    <a:pt x="25584" y="0"/>
                  </a:cubicBezTo>
                  <a:cubicBezTo>
                    <a:pt x="28199" y="0"/>
                    <a:pt x="30514" y="444"/>
                    <a:pt x="32539" y="1329"/>
                  </a:cubicBezTo>
                  <a:cubicBezTo>
                    <a:pt x="34563" y="2218"/>
                    <a:pt x="36251" y="3465"/>
                    <a:pt x="37607" y="5063"/>
                  </a:cubicBezTo>
                  <a:cubicBezTo>
                    <a:pt x="38959" y="6669"/>
                    <a:pt x="39986" y="8584"/>
                    <a:pt x="40688" y="10805"/>
                  </a:cubicBezTo>
                  <a:cubicBezTo>
                    <a:pt x="41387" y="13031"/>
                    <a:pt x="41738" y="15480"/>
                    <a:pt x="41738" y="18157"/>
                  </a:cubicBezTo>
                  <a:lnTo>
                    <a:pt x="41738" y="48632"/>
                  </a:lnTo>
                  <a:lnTo>
                    <a:pt x="30204" y="48632"/>
                  </a:lnTo>
                  <a:lnTo>
                    <a:pt x="30204" y="18157"/>
                  </a:lnTo>
                  <a:cubicBezTo>
                    <a:pt x="30204" y="15234"/>
                    <a:pt x="29532" y="12967"/>
                    <a:pt x="28173" y="11366"/>
                  </a:cubicBezTo>
                  <a:cubicBezTo>
                    <a:pt x="26821" y="9764"/>
                    <a:pt x="24789" y="8961"/>
                    <a:pt x="22081" y="8961"/>
                  </a:cubicBezTo>
                  <a:cubicBezTo>
                    <a:pt x="20090" y="8961"/>
                    <a:pt x="18223" y="9413"/>
                    <a:pt x="16479" y="10316"/>
                  </a:cubicBezTo>
                  <a:cubicBezTo>
                    <a:pt x="14738" y="11220"/>
                    <a:pt x="13087" y="12448"/>
                    <a:pt x="11530" y="14002"/>
                  </a:cubicBezTo>
                  <a:lnTo>
                    <a:pt x="11530" y="48632"/>
                  </a:lnTo>
                  <a:lnTo>
                    <a:pt x="0" y="48632"/>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44" name="Google Shape;2144;p90"/>
            <p:cNvSpPr/>
            <p:nvPr/>
          </p:nvSpPr>
          <p:spPr>
            <a:xfrm>
              <a:off x="3072360" y="3948723"/>
              <a:ext cx="45752" cy="65576"/>
            </a:xfrm>
            <a:custGeom>
              <a:avLst/>
              <a:gdLst/>
              <a:ahLst/>
              <a:cxnLst/>
              <a:rect l="l" t="t" r="r" b="b"/>
              <a:pathLst>
                <a:path w="45752" h="65576" extrusionOk="0">
                  <a:moveTo>
                    <a:pt x="21244" y="0"/>
                  </a:moveTo>
                  <a:cubicBezTo>
                    <a:pt x="23295" y="0"/>
                    <a:pt x="25226" y="209"/>
                    <a:pt x="27030" y="631"/>
                  </a:cubicBezTo>
                  <a:cubicBezTo>
                    <a:pt x="28837" y="1053"/>
                    <a:pt x="30484" y="1665"/>
                    <a:pt x="31982" y="2476"/>
                  </a:cubicBezTo>
                  <a:lnTo>
                    <a:pt x="45753" y="2476"/>
                  </a:lnTo>
                  <a:lnTo>
                    <a:pt x="45753" y="6770"/>
                  </a:lnTo>
                  <a:cubicBezTo>
                    <a:pt x="45753" y="7483"/>
                    <a:pt x="45562" y="8046"/>
                    <a:pt x="45193" y="8450"/>
                  </a:cubicBezTo>
                  <a:cubicBezTo>
                    <a:pt x="44819" y="8857"/>
                    <a:pt x="44181" y="9133"/>
                    <a:pt x="43277" y="9290"/>
                  </a:cubicBezTo>
                  <a:lnTo>
                    <a:pt x="38985" y="10085"/>
                  </a:lnTo>
                  <a:cubicBezTo>
                    <a:pt x="39295" y="10891"/>
                    <a:pt x="39534" y="11746"/>
                    <a:pt x="39706" y="12650"/>
                  </a:cubicBezTo>
                  <a:cubicBezTo>
                    <a:pt x="39878" y="13550"/>
                    <a:pt x="39960" y="14498"/>
                    <a:pt x="39960" y="15495"/>
                  </a:cubicBezTo>
                  <a:cubicBezTo>
                    <a:pt x="39960" y="17862"/>
                    <a:pt x="39486" y="20002"/>
                    <a:pt x="38541" y="21914"/>
                  </a:cubicBezTo>
                  <a:cubicBezTo>
                    <a:pt x="37592" y="23825"/>
                    <a:pt x="36281" y="25453"/>
                    <a:pt x="34619" y="26790"/>
                  </a:cubicBezTo>
                  <a:cubicBezTo>
                    <a:pt x="32950" y="28130"/>
                    <a:pt x="30974" y="29165"/>
                    <a:pt x="28688" y="29893"/>
                  </a:cubicBezTo>
                  <a:cubicBezTo>
                    <a:pt x="26398" y="30628"/>
                    <a:pt x="23915" y="30990"/>
                    <a:pt x="21244" y="30990"/>
                  </a:cubicBezTo>
                  <a:cubicBezTo>
                    <a:pt x="19437" y="30990"/>
                    <a:pt x="17677" y="30819"/>
                    <a:pt x="15967" y="30479"/>
                  </a:cubicBezTo>
                  <a:cubicBezTo>
                    <a:pt x="14473" y="31390"/>
                    <a:pt x="13726" y="32405"/>
                    <a:pt x="13726" y="33533"/>
                  </a:cubicBezTo>
                  <a:cubicBezTo>
                    <a:pt x="13726" y="34507"/>
                    <a:pt x="14167" y="35217"/>
                    <a:pt x="15055" y="35672"/>
                  </a:cubicBezTo>
                  <a:cubicBezTo>
                    <a:pt x="15944" y="36128"/>
                    <a:pt x="17110" y="36449"/>
                    <a:pt x="18559" y="36636"/>
                  </a:cubicBezTo>
                  <a:cubicBezTo>
                    <a:pt x="20004" y="36826"/>
                    <a:pt x="21644" y="36919"/>
                    <a:pt x="23481" y="36919"/>
                  </a:cubicBezTo>
                  <a:cubicBezTo>
                    <a:pt x="25315" y="36919"/>
                    <a:pt x="27201" y="36998"/>
                    <a:pt x="29132" y="37155"/>
                  </a:cubicBezTo>
                  <a:cubicBezTo>
                    <a:pt x="31063" y="37312"/>
                    <a:pt x="32942" y="37584"/>
                    <a:pt x="34783" y="37973"/>
                  </a:cubicBezTo>
                  <a:cubicBezTo>
                    <a:pt x="36617" y="38365"/>
                    <a:pt x="38257" y="38981"/>
                    <a:pt x="39706" y="39821"/>
                  </a:cubicBezTo>
                  <a:cubicBezTo>
                    <a:pt x="41155" y="40664"/>
                    <a:pt x="42321" y="41815"/>
                    <a:pt x="43206" y="43263"/>
                  </a:cubicBezTo>
                  <a:cubicBezTo>
                    <a:pt x="44095" y="44716"/>
                    <a:pt x="44539" y="46579"/>
                    <a:pt x="44539" y="48856"/>
                  </a:cubicBezTo>
                  <a:cubicBezTo>
                    <a:pt x="44539" y="50981"/>
                    <a:pt x="44016" y="53038"/>
                    <a:pt x="42974" y="55040"/>
                  </a:cubicBezTo>
                  <a:cubicBezTo>
                    <a:pt x="41932" y="57037"/>
                    <a:pt x="40419" y="58814"/>
                    <a:pt x="38444" y="60375"/>
                  </a:cubicBezTo>
                  <a:cubicBezTo>
                    <a:pt x="36468" y="61936"/>
                    <a:pt x="34048" y="63194"/>
                    <a:pt x="31187" y="64146"/>
                  </a:cubicBezTo>
                  <a:cubicBezTo>
                    <a:pt x="28322" y="65098"/>
                    <a:pt x="25054" y="65576"/>
                    <a:pt x="21382" y="65576"/>
                  </a:cubicBezTo>
                  <a:cubicBezTo>
                    <a:pt x="17741" y="65576"/>
                    <a:pt x="14577" y="65225"/>
                    <a:pt x="11907" y="64527"/>
                  </a:cubicBezTo>
                  <a:cubicBezTo>
                    <a:pt x="9229" y="63825"/>
                    <a:pt x="7010" y="62892"/>
                    <a:pt x="5251" y="61727"/>
                  </a:cubicBezTo>
                  <a:cubicBezTo>
                    <a:pt x="3492" y="60558"/>
                    <a:pt x="2177" y="59214"/>
                    <a:pt x="1307" y="57691"/>
                  </a:cubicBezTo>
                  <a:cubicBezTo>
                    <a:pt x="433" y="56160"/>
                    <a:pt x="0" y="54576"/>
                    <a:pt x="0" y="52926"/>
                  </a:cubicBezTo>
                  <a:cubicBezTo>
                    <a:pt x="0" y="50690"/>
                    <a:pt x="683" y="48804"/>
                    <a:pt x="2054" y="47281"/>
                  </a:cubicBezTo>
                  <a:cubicBezTo>
                    <a:pt x="3421" y="45754"/>
                    <a:pt x="5322" y="44540"/>
                    <a:pt x="7746" y="43640"/>
                  </a:cubicBezTo>
                  <a:cubicBezTo>
                    <a:pt x="6566" y="42987"/>
                    <a:pt x="5617" y="42117"/>
                    <a:pt x="4904" y="41027"/>
                  </a:cubicBezTo>
                  <a:cubicBezTo>
                    <a:pt x="4183" y="39937"/>
                    <a:pt x="3828" y="38521"/>
                    <a:pt x="3828" y="36778"/>
                  </a:cubicBezTo>
                  <a:cubicBezTo>
                    <a:pt x="3828" y="36064"/>
                    <a:pt x="3952" y="35322"/>
                    <a:pt x="4202" y="34560"/>
                  </a:cubicBezTo>
                  <a:cubicBezTo>
                    <a:pt x="4452" y="33798"/>
                    <a:pt x="4829" y="33044"/>
                    <a:pt x="5345" y="32297"/>
                  </a:cubicBezTo>
                  <a:cubicBezTo>
                    <a:pt x="5856" y="31554"/>
                    <a:pt x="6503" y="30845"/>
                    <a:pt x="7279" y="30173"/>
                  </a:cubicBezTo>
                  <a:cubicBezTo>
                    <a:pt x="8060" y="29508"/>
                    <a:pt x="8975" y="28907"/>
                    <a:pt x="10039" y="28377"/>
                  </a:cubicBezTo>
                  <a:cubicBezTo>
                    <a:pt x="7608" y="27070"/>
                    <a:pt x="5700" y="25330"/>
                    <a:pt x="4318" y="23153"/>
                  </a:cubicBezTo>
                  <a:cubicBezTo>
                    <a:pt x="2932" y="20973"/>
                    <a:pt x="2241" y="18422"/>
                    <a:pt x="2241" y="15495"/>
                  </a:cubicBezTo>
                  <a:cubicBezTo>
                    <a:pt x="2241" y="13132"/>
                    <a:pt x="2715" y="10992"/>
                    <a:pt x="3664" y="9077"/>
                  </a:cubicBezTo>
                  <a:cubicBezTo>
                    <a:pt x="4613" y="7165"/>
                    <a:pt x="5935" y="5533"/>
                    <a:pt x="7630" y="4178"/>
                  </a:cubicBezTo>
                  <a:cubicBezTo>
                    <a:pt x="9326" y="2823"/>
                    <a:pt x="11335" y="1792"/>
                    <a:pt x="13655" y="1075"/>
                  </a:cubicBezTo>
                  <a:cubicBezTo>
                    <a:pt x="15971" y="358"/>
                    <a:pt x="18503" y="0"/>
                    <a:pt x="21244" y="0"/>
                  </a:cubicBezTo>
                  <a:close/>
                  <a:moveTo>
                    <a:pt x="33891" y="50734"/>
                  </a:moveTo>
                  <a:cubicBezTo>
                    <a:pt x="33891" y="49782"/>
                    <a:pt x="33614" y="49006"/>
                    <a:pt x="33054" y="48401"/>
                  </a:cubicBezTo>
                  <a:cubicBezTo>
                    <a:pt x="32490" y="47800"/>
                    <a:pt x="31728" y="47329"/>
                    <a:pt x="30765" y="46997"/>
                  </a:cubicBezTo>
                  <a:cubicBezTo>
                    <a:pt x="29801" y="46661"/>
                    <a:pt x="28673" y="46418"/>
                    <a:pt x="27381" y="46258"/>
                  </a:cubicBezTo>
                  <a:cubicBezTo>
                    <a:pt x="26089" y="46097"/>
                    <a:pt x="24718" y="46023"/>
                    <a:pt x="23272" y="46023"/>
                  </a:cubicBezTo>
                  <a:lnTo>
                    <a:pt x="18790" y="46023"/>
                  </a:lnTo>
                  <a:cubicBezTo>
                    <a:pt x="17248" y="46023"/>
                    <a:pt x="15765" y="45851"/>
                    <a:pt x="14331" y="45507"/>
                  </a:cubicBezTo>
                  <a:cubicBezTo>
                    <a:pt x="13024" y="46220"/>
                    <a:pt x="11974" y="47072"/>
                    <a:pt x="11179" y="48050"/>
                  </a:cubicBezTo>
                  <a:cubicBezTo>
                    <a:pt x="10387" y="49028"/>
                    <a:pt x="9991" y="50156"/>
                    <a:pt x="9991" y="51433"/>
                  </a:cubicBezTo>
                  <a:cubicBezTo>
                    <a:pt x="9991" y="52273"/>
                    <a:pt x="10200" y="53057"/>
                    <a:pt x="10622" y="53793"/>
                  </a:cubicBezTo>
                  <a:cubicBezTo>
                    <a:pt x="11040" y="54520"/>
                    <a:pt x="11709" y="55151"/>
                    <a:pt x="12628" y="55682"/>
                  </a:cubicBezTo>
                  <a:cubicBezTo>
                    <a:pt x="13547" y="56208"/>
                    <a:pt x="14734" y="56619"/>
                    <a:pt x="16198" y="56918"/>
                  </a:cubicBezTo>
                  <a:cubicBezTo>
                    <a:pt x="17662" y="57213"/>
                    <a:pt x="19452" y="57362"/>
                    <a:pt x="21569" y="57362"/>
                  </a:cubicBezTo>
                  <a:cubicBezTo>
                    <a:pt x="23717" y="57362"/>
                    <a:pt x="25569" y="57194"/>
                    <a:pt x="27123" y="56862"/>
                  </a:cubicBezTo>
                  <a:cubicBezTo>
                    <a:pt x="28681" y="56526"/>
                    <a:pt x="29965" y="56066"/>
                    <a:pt x="30974" y="55480"/>
                  </a:cubicBezTo>
                  <a:cubicBezTo>
                    <a:pt x="31990" y="54894"/>
                    <a:pt x="32725" y="54192"/>
                    <a:pt x="33192" y="53382"/>
                  </a:cubicBezTo>
                  <a:cubicBezTo>
                    <a:pt x="33659" y="52572"/>
                    <a:pt x="33891" y="51690"/>
                    <a:pt x="33891" y="50734"/>
                  </a:cubicBezTo>
                  <a:close/>
                  <a:moveTo>
                    <a:pt x="21244" y="23620"/>
                  </a:moveTo>
                  <a:cubicBezTo>
                    <a:pt x="22671" y="23620"/>
                    <a:pt x="23915" y="23422"/>
                    <a:pt x="24979" y="23034"/>
                  </a:cubicBezTo>
                  <a:cubicBezTo>
                    <a:pt x="26036" y="22645"/>
                    <a:pt x="26914" y="22108"/>
                    <a:pt x="27616" y="21424"/>
                  </a:cubicBezTo>
                  <a:cubicBezTo>
                    <a:pt x="28315" y="20737"/>
                    <a:pt x="28845" y="19912"/>
                    <a:pt x="29203" y="18953"/>
                  </a:cubicBezTo>
                  <a:cubicBezTo>
                    <a:pt x="29558" y="17986"/>
                    <a:pt x="29738" y="16929"/>
                    <a:pt x="29738" y="15775"/>
                  </a:cubicBezTo>
                  <a:cubicBezTo>
                    <a:pt x="29738" y="13412"/>
                    <a:pt x="29032" y="11537"/>
                    <a:pt x="27616" y="10152"/>
                  </a:cubicBezTo>
                  <a:cubicBezTo>
                    <a:pt x="26197" y="8767"/>
                    <a:pt x="24072" y="8076"/>
                    <a:pt x="21244" y="8076"/>
                  </a:cubicBezTo>
                  <a:cubicBezTo>
                    <a:pt x="18409" y="8076"/>
                    <a:pt x="16284" y="8767"/>
                    <a:pt x="14869" y="10152"/>
                  </a:cubicBezTo>
                  <a:cubicBezTo>
                    <a:pt x="13453" y="11537"/>
                    <a:pt x="12744" y="13412"/>
                    <a:pt x="12744" y="15775"/>
                  </a:cubicBezTo>
                  <a:cubicBezTo>
                    <a:pt x="12744" y="16895"/>
                    <a:pt x="12923" y="17937"/>
                    <a:pt x="13281" y="18904"/>
                  </a:cubicBezTo>
                  <a:cubicBezTo>
                    <a:pt x="13640" y="19868"/>
                    <a:pt x="14167" y="20700"/>
                    <a:pt x="14869" y="21402"/>
                  </a:cubicBezTo>
                  <a:cubicBezTo>
                    <a:pt x="15567" y="22100"/>
                    <a:pt x="16456" y="22645"/>
                    <a:pt x="17532" y="23034"/>
                  </a:cubicBezTo>
                  <a:cubicBezTo>
                    <a:pt x="18604" y="23422"/>
                    <a:pt x="19844" y="23620"/>
                    <a:pt x="21244" y="23620"/>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45" name="Google Shape;2145;p90"/>
            <p:cNvSpPr/>
            <p:nvPr/>
          </p:nvSpPr>
          <p:spPr>
            <a:xfrm>
              <a:off x="3124601" y="3928235"/>
              <a:ext cx="14756" cy="69213"/>
            </a:xfrm>
            <a:custGeom>
              <a:avLst/>
              <a:gdLst/>
              <a:ahLst/>
              <a:cxnLst/>
              <a:rect l="l" t="t" r="r" b="b"/>
              <a:pathLst>
                <a:path w="14756" h="69213" extrusionOk="0">
                  <a:moveTo>
                    <a:pt x="14757" y="7374"/>
                  </a:moveTo>
                  <a:cubicBezTo>
                    <a:pt x="14757" y="8367"/>
                    <a:pt x="14551" y="9301"/>
                    <a:pt x="14148" y="10175"/>
                  </a:cubicBezTo>
                  <a:cubicBezTo>
                    <a:pt x="13741" y="11045"/>
                    <a:pt x="13207" y="11806"/>
                    <a:pt x="12538" y="12460"/>
                  </a:cubicBezTo>
                  <a:cubicBezTo>
                    <a:pt x="11866" y="13113"/>
                    <a:pt x="11082" y="13632"/>
                    <a:pt x="10178" y="14024"/>
                  </a:cubicBezTo>
                  <a:cubicBezTo>
                    <a:pt x="9278" y="14413"/>
                    <a:pt x="8310" y="14607"/>
                    <a:pt x="7287" y="14607"/>
                  </a:cubicBezTo>
                  <a:cubicBezTo>
                    <a:pt x="6286" y="14607"/>
                    <a:pt x="5345" y="14413"/>
                    <a:pt x="4460" y="14024"/>
                  </a:cubicBezTo>
                  <a:cubicBezTo>
                    <a:pt x="3574" y="13632"/>
                    <a:pt x="2801" y="13113"/>
                    <a:pt x="2151" y="12460"/>
                  </a:cubicBezTo>
                  <a:cubicBezTo>
                    <a:pt x="1494" y="11806"/>
                    <a:pt x="971" y="11045"/>
                    <a:pt x="586" y="10175"/>
                  </a:cubicBezTo>
                  <a:cubicBezTo>
                    <a:pt x="194" y="9301"/>
                    <a:pt x="0" y="8367"/>
                    <a:pt x="0" y="7374"/>
                  </a:cubicBezTo>
                  <a:cubicBezTo>
                    <a:pt x="0" y="6344"/>
                    <a:pt x="194" y="5384"/>
                    <a:pt x="586" y="4477"/>
                  </a:cubicBezTo>
                  <a:cubicBezTo>
                    <a:pt x="971" y="3577"/>
                    <a:pt x="1494" y="2800"/>
                    <a:pt x="2151" y="2143"/>
                  </a:cubicBezTo>
                  <a:cubicBezTo>
                    <a:pt x="2801" y="1494"/>
                    <a:pt x="3574" y="971"/>
                    <a:pt x="4460" y="582"/>
                  </a:cubicBezTo>
                  <a:cubicBezTo>
                    <a:pt x="5345" y="194"/>
                    <a:pt x="6286" y="0"/>
                    <a:pt x="7287" y="0"/>
                  </a:cubicBezTo>
                  <a:cubicBezTo>
                    <a:pt x="8310" y="0"/>
                    <a:pt x="9278" y="194"/>
                    <a:pt x="10178" y="582"/>
                  </a:cubicBezTo>
                  <a:cubicBezTo>
                    <a:pt x="11082" y="971"/>
                    <a:pt x="11866" y="1494"/>
                    <a:pt x="12538" y="2143"/>
                  </a:cubicBezTo>
                  <a:cubicBezTo>
                    <a:pt x="13207" y="2800"/>
                    <a:pt x="13741" y="3577"/>
                    <a:pt x="14148" y="4477"/>
                  </a:cubicBezTo>
                  <a:cubicBezTo>
                    <a:pt x="14551" y="5384"/>
                    <a:pt x="14757" y="6344"/>
                    <a:pt x="14757" y="7374"/>
                  </a:cubicBezTo>
                  <a:close/>
                  <a:moveTo>
                    <a:pt x="13027" y="21327"/>
                  </a:moveTo>
                  <a:lnTo>
                    <a:pt x="13027" y="69213"/>
                  </a:lnTo>
                  <a:lnTo>
                    <a:pt x="1494" y="69213"/>
                  </a:lnTo>
                  <a:lnTo>
                    <a:pt x="1494" y="21327"/>
                  </a:lnTo>
                  <a:lnTo>
                    <a:pt x="13027" y="21327"/>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46" name="Google Shape;2146;p90"/>
            <p:cNvSpPr/>
            <p:nvPr/>
          </p:nvSpPr>
          <p:spPr>
            <a:xfrm>
              <a:off x="3150655" y="3948816"/>
              <a:ext cx="41737" cy="48632"/>
            </a:xfrm>
            <a:custGeom>
              <a:avLst/>
              <a:gdLst/>
              <a:ahLst/>
              <a:cxnLst/>
              <a:rect l="l" t="t" r="r" b="b"/>
              <a:pathLst>
                <a:path w="41737" h="48632" extrusionOk="0">
                  <a:moveTo>
                    <a:pt x="0" y="48632"/>
                  </a:moveTo>
                  <a:lnTo>
                    <a:pt x="0" y="747"/>
                  </a:lnTo>
                  <a:lnTo>
                    <a:pt x="7048" y="747"/>
                  </a:lnTo>
                  <a:cubicBezTo>
                    <a:pt x="8542" y="747"/>
                    <a:pt x="9524" y="1449"/>
                    <a:pt x="9991" y="2849"/>
                  </a:cubicBezTo>
                  <a:lnTo>
                    <a:pt x="10783" y="6628"/>
                  </a:lnTo>
                  <a:cubicBezTo>
                    <a:pt x="11750" y="5634"/>
                    <a:pt x="12766" y="4731"/>
                    <a:pt x="13842" y="3924"/>
                  </a:cubicBezTo>
                  <a:cubicBezTo>
                    <a:pt x="14914" y="3114"/>
                    <a:pt x="16053" y="2412"/>
                    <a:pt x="17248" y="1822"/>
                  </a:cubicBezTo>
                  <a:cubicBezTo>
                    <a:pt x="18447" y="1232"/>
                    <a:pt x="19732" y="780"/>
                    <a:pt x="21099" y="467"/>
                  </a:cubicBezTo>
                  <a:cubicBezTo>
                    <a:pt x="22473" y="157"/>
                    <a:pt x="23963" y="0"/>
                    <a:pt x="25584" y="0"/>
                  </a:cubicBezTo>
                  <a:cubicBezTo>
                    <a:pt x="28199" y="0"/>
                    <a:pt x="30514" y="444"/>
                    <a:pt x="32539" y="1329"/>
                  </a:cubicBezTo>
                  <a:cubicBezTo>
                    <a:pt x="34563" y="2218"/>
                    <a:pt x="36251" y="3465"/>
                    <a:pt x="37603" y="5063"/>
                  </a:cubicBezTo>
                  <a:cubicBezTo>
                    <a:pt x="38959" y="6669"/>
                    <a:pt x="39986" y="8584"/>
                    <a:pt x="40688" y="10805"/>
                  </a:cubicBezTo>
                  <a:cubicBezTo>
                    <a:pt x="41387" y="13031"/>
                    <a:pt x="41738" y="15480"/>
                    <a:pt x="41738" y="18157"/>
                  </a:cubicBezTo>
                  <a:lnTo>
                    <a:pt x="41738" y="48632"/>
                  </a:lnTo>
                  <a:lnTo>
                    <a:pt x="30204" y="48632"/>
                  </a:lnTo>
                  <a:lnTo>
                    <a:pt x="30204" y="18157"/>
                  </a:lnTo>
                  <a:cubicBezTo>
                    <a:pt x="30204" y="15234"/>
                    <a:pt x="29528" y="12967"/>
                    <a:pt x="28173" y="11366"/>
                  </a:cubicBezTo>
                  <a:cubicBezTo>
                    <a:pt x="26821" y="9764"/>
                    <a:pt x="24789" y="8961"/>
                    <a:pt x="22081" y="8961"/>
                  </a:cubicBezTo>
                  <a:cubicBezTo>
                    <a:pt x="20090" y="8961"/>
                    <a:pt x="18223" y="9413"/>
                    <a:pt x="16479" y="10316"/>
                  </a:cubicBezTo>
                  <a:cubicBezTo>
                    <a:pt x="14734" y="11220"/>
                    <a:pt x="13087" y="12448"/>
                    <a:pt x="11530" y="14002"/>
                  </a:cubicBezTo>
                  <a:lnTo>
                    <a:pt x="11530" y="48632"/>
                  </a:lnTo>
                  <a:lnTo>
                    <a:pt x="0" y="48632"/>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47" name="Google Shape;2147;p90"/>
            <p:cNvSpPr/>
            <p:nvPr/>
          </p:nvSpPr>
          <p:spPr>
            <a:xfrm>
              <a:off x="3200517" y="3948816"/>
              <a:ext cx="43747" cy="49334"/>
            </a:xfrm>
            <a:custGeom>
              <a:avLst/>
              <a:gdLst/>
              <a:ahLst/>
              <a:cxnLst/>
              <a:rect l="l" t="t" r="r" b="b"/>
              <a:pathLst>
                <a:path w="43747" h="49334" extrusionOk="0">
                  <a:moveTo>
                    <a:pt x="23018" y="0"/>
                  </a:moveTo>
                  <a:cubicBezTo>
                    <a:pt x="26033" y="0"/>
                    <a:pt x="28811" y="485"/>
                    <a:pt x="31351" y="1449"/>
                  </a:cubicBezTo>
                  <a:cubicBezTo>
                    <a:pt x="33887" y="2412"/>
                    <a:pt x="36072" y="3820"/>
                    <a:pt x="37910" y="5672"/>
                  </a:cubicBezTo>
                  <a:cubicBezTo>
                    <a:pt x="39743" y="7520"/>
                    <a:pt x="41178" y="9794"/>
                    <a:pt x="42205" y="12486"/>
                  </a:cubicBezTo>
                  <a:cubicBezTo>
                    <a:pt x="43232" y="15178"/>
                    <a:pt x="43747" y="18251"/>
                    <a:pt x="43747" y="21701"/>
                  </a:cubicBezTo>
                  <a:cubicBezTo>
                    <a:pt x="43747" y="22574"/>
                    <a:pt x="43706" y="23299"/>
                    <a:pt x="43628" y="23874"/>
                  </a:cubicBezTo>
                  <a:cubicBezTo>
                    <a:pt x="43553" y="24452"/>
                    <a:pt x="43411" y="24901"/>
                    <a:pt x="43209" y="25229"/>
                  </a:cubicBezTo>
                  <a:cubicBezTo>
                    <a:pt x="43004" y="25554"/>
                    <a:pt x="42735" y="25785"/>
                    <a:pt x="42392" y="25927"/>
                  </a:cubicBezTo>
                  <a:cubicBezTo>
                    <a:pt x="42048" y="26065"/>
                    <a:pt x="41611" y="26136"/>
                    <a:pt x="41084" y="26136"/>
                  </a:cubicBezTo>
                  <a:lnTo>
                    <a:pt x="11485" y="26136"/>
                  </a:lnTo>
                  <a:cubicBezTo>
                    <a:pt x="11829" y="31054"/>
                    <a:pt x="13151" y="34664"/>
                    <a:pt x="15451" y="36964"/>
                  </a:cubicBezTo>
                  <a:cubicBezTo>
                    <a:pt x="17760" y="39268"/>
                    <a:pt x="20807" y="40418"/>
                    <a:pt x="24606" y="40418"/>
                  </a:cubicBezTo>
                  <a:cubicBezTo>
                    <a:pt x="26473" y="40418"/>
                    <a:pt x="28083" y="40201"/>
                    <a:pt x="29435" y="39765"/>
                  </a:cubicBezTo>
                  <a:cubicBezTo>
                    <a:pt x="30791" y="39331"/>
                    <a:pt x="31971" y="38846"/>
                    <a:pt x="32987" y="38320"/>
                  </a:cubicBezTo>
                  <a:cubicBezTo>
                    <a:pt x="33995" y="37789"/>
                    <a:pt x="34881" y="37308"/>
                    <a:pt x="35646" y="36871"/>
                  </a:cubicBezTo>
                  <a:cubicBezTo>
                    <a:pt x="36408" y="36438"/>
                    <a:pt x="37148" y="36218"/>
                    <a:pt x="37861" y="36218"/>
                  </a:cubicBezTo>
                  <a:cubicBezTo>
                    <a:pt x="38328" y="36218"/>
                    <a:pt x="38735" y="36311"/>
                    <a:pt x="39079" y="36498"/>
                  </a:cubicBezTo>
                  <a:cubicBezTo>
                    <a:pt x="39419" y="36684"/>
                    <a:pt x="39714" y="36949"/>
                    <a:pt x="39964" y="37293"/>
                  </a:cubicBezTo>
                  <a:lnTo>
                    <a:pt x="43325" y="41493"/>
                  </a:lnTo>
                  <a:cubicBezTo>
                    <a:pt x="42048" y="42987"/>
                    <a:pt x="40617" y="44238"/>
                    <a:pt x="39030" y="45250"/>
                  </a:cubicBezTo>
                  <a:cubicBezTo>
                    <a:pt x="37443" y="46258"/>
                    <a:pt x="35788" y="47068"/>
                    <a:pt x="34059" y="47676"/>
                  </a:cubicBezTo>
                  <a:cubicBezTo>
                    <a:pt x="32330" y="48281"/>
                    <a:pt x="30570" y="48711"/>
                    <a:pt x="28785" y="48961"/>
                  </a:cubicBezTo>
                  <a:cubicBezTo>
                    <a:pt x="26992" y="49211"/>
                    <a:pt x="25256" y="49334"/>
                    <a:pt x="23575" y="49334"/>
                  </a:cubicBezTo>
                  <a:cubicBezTo>
                    <a:pt x="20247" y="49334"/>
                    <a:pt x="17147" y="48778"/>
                    <a:pt x="14286" y="47676"/>
                  </a:cubicBezTo>
                  <a:cubicBezTo>
                    <a:pt x="11421" y="46571"/>
                    <a:pt x="8930" y="44940"/>
                    <a:pt x="6816" y="42778"/>
                  </a:cubicBezTo>
                  <a:cubicBezTo>
                    <a:pt x="4699" y="40616"/>
                    <a:pt x="3033" y="37939"/>
                    <a:pt x="1823" y="34746"/>
                  </a:cubicBezTo>
                  <a:cubicBezTo>
                    <a:pt x="609" y="31558"/>
                    <a:pt x="0" y="27865"/>
                    <a:pt x="0" y="23665"/>
                  </a:cubicBezTo>
                  <a:cubicBezTo>
                    <a:pt x="0" y="20398"/>
                    <a:pt x="527" y="17321"/>
                    <a:pt x="1587" y="14446"/>
                  </a:cubicBezTo>
                  <a:cubicBezTo>
                    <a:pt x="2648" y="11567"/>
                    <a:pt x="4164" y="9066"/>
                    <a:pt x="6140" y="6930"/>
                  </a:cubicBezTo>
                  <a:cubicBezTo>
                    <a:pt x="8112" y="4802"/>
                    <a:pt x="10529" y="3114"/>
                    <a:pt x="13379" y="1867"/>
                  </a:cubicBezTo>
                  <a:cubicBezTo>
                    <a:pt x="16221" y="624"/>
                    <a:pt x="19437" y="0"/>
                    <a:pt x="23018" y="0"/>
                  </a:cubicBezTo>
                  <a:close/>
                  <a:moveTo>
                    <a:pt x="23250" y="8263"/>
                  </a:moveTo>
                  <a:cubicBezTo>
                    <a:pt x="19889" y="8263"/>
                    <a:pt x="17259" y="9211"/>
                    <a:pt x="15362" y="11108"/>
                  </a:cubicBezTo>
                  <a:cubicBezTo>
                    <a:pt x="13461" y="13005"/>
                    <a:pt x="12247" y="15701"/>
                    <a:pt x="11717" y="19184"/>
                  </a:cubicBezTo>
                  <a:lnTo>
                    <a:pt x="33379" y="19184"/>
                  </a:lnTo>
                  <a:cubicBezTo>
                    <a:pt x="33379" y="17690"/>
                    <a:pt x="33177" y="16283"/>
                    <a:pt x="32774" y="14961"/>
                  </a:cubicBezTo>
                  <a:cubicBezTo>
                    <a:pt x="32371" y="13636"/>
                    <a:pt x="31747" y="12478"/>
                    <a:pt x="30907" y="11481"/>
                  </a:cubicBezTo>
                  <a:cubicBezTo>
                    <a:pt x="30066" y="10484"/>
                    <a:pt x="29006" y="9700"/>
                    <a:pt x="27732" y="9125"/>
                  </a:cubicBezTo>
                  <a:cubicBezTo>
                    <a:pt x="26458" y="8550"/>
                    <a:pt x="24961" y="8263"/>
                    <a:pt x="23250" y="82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148" name="Google Shape;2148;p90"/>
          <p:cNvSpPr/>
          <p:nvPr/>
        </p:nvSpPr>
        <p:spPr>
          <a:xfrm>
            <a:off x="2601077" y="2254558"/>
            <a:ext cx="854054" cy="283121"/>
          </a:xfrm>
          <a:custGeom>
            <a:avLst/>
            <a:gdLst/>
            <a:ahLst/>
            <a:cxnLst/>
            <a:rect l="l" t="t" r="r" b="b"/>
            <a:pathLst>
              <a:path w="1084513" h="345269" extrusionOk="0">
                <a:moveTo>
                  <a:pt x="1031844" y="0"/>
                </a:moveTo>
                <a:cubicBezTo>
                  <a:pt x="1060933" y="0"/>
                  <a:pt x="1084513" y="23573"/>
                  <a:pt x="1084513" y="52652"/>
                </a:cubicBezTo>
                <a:lnTo>
                  <a:pt x="1084513" y="292617"/>
                </a:lnTo>
                <a:cubicBezTo>
                  <a:pt x="1084513" y="321696"/>
                  <a:pt x="1060933" y="345269"/>
                  <a:pt x="1031844" y="345269"/>
                </a:cubicBezTo>
                <a:lnTo>
                  <a:pt x="52669" y="345269"/>
                </a:lnTo>
                <a:cubicBezTo>
                  <a:pt x="23581" y="345269"/>
                  <a:pt x="0" y="321696"/>
                  <a:pt x="0" y="292617"/>
                </a:cubicBezTo>
                <a:lnTo>
                  <a:pt x="0" y="52652"/>
                </a:lnTo>
                <a:cubicBezTo>
                  <a:pt x="0" y="23573"/>
                  <a:pt x="23581" y="0"/>
                  <a:pt x="52669" y="0"/>
                </a:cubicBezTo>
                <a:close/>
              </a:path>
            </a:pathLst>
          </a:custGeom>
          <a:solidFill>
            <a:srgbClr val="DFF1F9"/>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149" name="Google Shape;2149;p90"/>
          <p:cNvGrpSpPr/>
          <p:nvPr/>
        </p:nvGrpSpPr>
        <p:grpSpPr>
          <a:xfrm>
            <a:off x="2679969" y="2359543"/>
            <a:ext cx="648476" cy="57400"/>
            <a:chOff x="2449192" y="3231477"/>
            <a:chExt cx="791983" cy="70102"/>
          </a:xfrm>
        </p:grpSpPr>
        <p:sp>
          <p:nvSpPr>
            <p:cNvPr id="2150" name="Google Shape;2150;p90"/>
            <p:cNvSpPr/>
            <p:nvPr/>
          </p:nvSpPr>
          <p:spPr>
            <a:xfrm>
              <a:off x="2449192" y="3232594"/>
              <a:ext cx="45610" cy="68985"/>
            </a:xfrm>
            <a:custGeom>
              <a:avLst/>
              <a:gdLst/>
              <a:ahLst/>
              <a:cxnLst/>
              <a:rect l="l" t="t" r="r" b="b"/>
              <a:pathLst>
                <a:path w="45610" h="68985" extrusionOk="0">
                  <a:moveTo>
                    <a:pt x="41318" y="13023"/>
                  </a:moveTo>
                  <a:cubicBezTo>
                    <a:pt x="40975" y="13707"/>
                    <a:pt x="40577" y="14188"/>
                    <a:pt x="40125" y="14468"/>
                  </a:cubicBezTo>
                  <a:cubicBezTo>
                    <a:pt x="39676" y="14752"/>
                    <a:pt x="39137" y="14890"/>
                    <a:pt x="38517" y="14890"/>
                  </a:cubicBezTo>
                  <a:cubicBezTo>
                    <a:pt x="37893" y="14890"/>
                    <a:pt x="37192" y="14647"/>
                    <a:pt x="36416" y="14170"/>
                  </a:cubicBezTo>
                  <a:cubicBezTo>
                    <a:pt x="35635" y="13688"/>
                    <a:pt x="34720" y="13147"/>
                    <a:pt x="33662" y="12557"/>
                  </a:cubicBezTo>
                  <a:cubicBezTo>
                    <a:pt x="32600" y="11967"/>
                    <a:pt x="31364" y="11425"/>
                    <a:pt x="29949" y="10944"/>
                  </a:cubicBezTo>
                  <a:cubicBezTo>
                    <a:pt x="28534" y="10462"/>
                    <a:pt x="26859" y="10223"/>
                    <a:pt x="24930" y="10223"/>
                  </a:cubicBezTo>
                  <a:cubicBezTo>
                    <a:pt x="23186" y="10223"/>
                    <a:pt x="21669" y="10436"/>
                    <a:pt x="20378" y="10850"/>
                  </a:cubicBezTo>
                  <a:cubicBezTo>
                    <a:pt x="19087" y="11272"/>
                    <a:pt x="17996" y="11855"/>
                    <a:pt x="17110" y="12601"/>
                  </a:cubicBezTo>
                  <a:cubicBezTo>
                    <a:pt x="16224" y="13352"/>
                    <a:pt x="15560" y="14248"/>
                    <a:pt x="15126" y="15282"/>
                  </a:cubicBezTo>
                  <a:cubicBezTo>
                    <a:pt x="14688" y="16328"/>
                    <a:pt x="14473" y="17470"/>
                    <a:pt x="14473" y="18717"/>
                  </a:cubicBezTo>
                  <a:cubicBezTo>
                    <a:pt x="14473" y="20301"/>
                    <a:pt x="14914" y="21630"/>
                    <a:pt x="15804" y="22686"/>
                  </a:cubicBezTo>
                  <a:cubicBezTo>
                    <a:pt x="16691" y="23743"/>
                    <a:pt x="17865" y="24647"/>
                    <a:pt x="19328" y="25390"/>
                  </a:cubicBezTo>
                  <a:cubicBezTo>
                    <a:pt x="20790" y="26136"/>
                    <a:pt x="22457" y="26805"/>
                    <a:pt x="24325" y="27395"/>
                  </a:cubicBezTo>
                  <a:cubicBezTo>
                    <a:pt x="26192" y="27988"/>
                    <a:pt x="28096" y="28623"/>
                    <a:pt x="30043" y="29284"/>
                  </a:cubicBezTo>
                  <a:cubicBezTo>
                    <a:pt x="31988" y="29956"/>
                    <a:pt x="33895" y="30736"/>
                    <a:pt x="35763" y="31618"/>
                  </a:cubicBezTo>
                  <a:cubicBezTo>
                    <a:pt x="37630" y="32510"/>
                    <a:pt x="39293" y="33630"/>
                    <a:pt x="40756" y="34982"/>
                  </a:cubicBezTo>
                  <a:cubicBezTo>
                    <a:pt x="42219" y="36337"/>
                    <a:pt x="43393" y="37991"/>
                    <a:pt x="44283" y="39955"/>
                  </a:cubicBezTo>
                  <a:cubicBezTo>
                    <a:pt x="45170" y="41915"/>
                    <a:pt x="45611" y="44294"/>
                    <a:pt x="45611" y="47094"/>
                  </a:cubicBezTo>
                  <a:cubicBezTo>
                    <a:pt x="45611" y="50141"/>
                    <a:pt x="45089" y="53001"/>
                    <a:pt x="44049" y="55656"/>
                  </a:cubicBezTo>
                  <a:cubicBezTo>
                    <a:pt x="43007" y="58318"/>
                    <a:pt x="41482" y="60636"/>
                    <a:pt x="39472" y="62611"/>
                  </a:cubicBezTo>
                  <a:cubicBezTo>
                    <a:pt x="37466" y="64587"/>
                    <a:pt x="35015" y="66140"/>
                    <a:pt x="32119" y="67279"/>
                  </a:cubicBezTo>
                  <a:cubicBezTo>
                    <a:pt x="29227" y="68417"/>
                    <a:pt x="25911" y="68985"/>
                    <a:pt x="22176" y="68985"/>
                  </a:cubicBezTo>
                  <a:cubicBezTo>
                    <a:pt x="20028" y="68985"/>
                    <a:pt x="17912" y="68776"/>
                    <a:pt x="15826" y="68350"/>
                  </a:cubicBezTo>
                  <a:cubicBezTo>
                    <a:pt x="13740" y="67936"/>
                    <a:pt x="11741" y="67338"/>
                    <a:pt x="9826" y="66558"/>
                  </a:cubicBezTo>
                  <a:cubicBezTo>
                    <a:pt x="7911" y="65778"/>
                    <a:pt x="6124" y="64844"/>
                    <a:pt x="4457" y="63758"/>
                  </a:cubicBezTo>
                  <a:cubicBezTo>
                    <a:pt x="2794" y="62671"/>
                    <a:pt x="1306" y="61454"/>
                    <a:pt x="0" y="60117"/>
                  </a:cubicBezTo>
                  <a:lnTo>
                    <a:pt x="3640" y="54095"/>
                  </a:lnTo>
                  <a:cubicBezTo>
                    <a:pt x="3983" y="53658"/>
                    <a:pt x="4395" y="53292"/>
                    <a:pt x="4877" y="53001"/>
                  </a:cubicBezTo>
                  <a:cubicBezTo>
                    <a:pt x="5362" y="52702"/>
                    <a:pt x="5898" y="52556"/>
                    <a:pt x="6489" y="52556"/>
                  </a:cubicBezTo>
                  <a:cubicBezTo>
                    <a:pt x="7266" y="52556"/>
                    <a:pt x="8108" y="52878"/>
                    <a:pt x="9009" y="53512"/>
                  </a:cubicBezTo>
                  <a:cubicBezTo>
                    <a:pt x="9914" y="54151"/>
                    <a:pt x="10979" y="54860"/>
                    <a:pt x="12208" y="55633"/>
                  </a:cubicBezTo>
                  <a:cubicBezTo>
                    <a:pt x="13437" y="56414"/>
                    <a:pt x="14885" y="57119"/>
                    <a:pt x="16548" y="57754"/>
                  </a:cubicBezTo>
                  <a:cubicBezTo>
                    <a:pt x="18215" y="58396"/>
                    <a:pt x="20214" y="58717"/>
                    <a:pt x="22548" y="58717"/>
                  </a:cubicBezTo>
                  <a:cubicBezTo>
                    <a:pt x="26126" y="58717"/>
                    <a:pt x="28898" y="57866"/>
                    <a:pt x="30861" y="56174"/>
                  </a:cubicBezTo>
                  <a:cubicBezTo>
                    <a:pt x="32819" y="54472"/>
                    <a:pt x="33800" y="52038"/>
                    <a:pt x="33800" y="48864"/>
                  </a:cubicBezTo>
                  <a:cubicBezTo>
                    <a:pt x="33800" y="47094"/>
                    <a:pt x="33356" y="45649"/>
                    <a:pt x="32469" y="44525"/>
                  </a:cubicBezTo>
                  <a:cubicBezTo>
                    <a:pt x="31583" y="43405"/>
                    <a:pt x="30408" y="42464"/>
                    <a:pt x="28946" y="41706"/>
                  </a:cubicBezTo>
                  <a:cubicBezTo>
                    <a:pt x="27483" y="40937"/>
                    <a:pt x="25816" y="40298"/>
                    <a:pt x="23949" y="39764"/>
                  </a:cubicBezTo>
                  <a:cubicBezTo>
                    <a:pt x="22081" y="39238"/>
                    <a:pt x="20185" y="38663"/>
                    <a:pt x="18255" y="38036"/>
                  </a:cubicBezTo>
                  <a:cubicBezTo>
                    <a:pt x="16322" y="37416"/>
                    <a:pt x="14425" y="36673"/>
                    <a:pt x="12558" y="35796"/>
                  </a:cubicBezTo>
                  <a:cubicBezTo>
                    <a:pt x="10691" y="34929"/>
                    <a:pt x="9024" y="33791"/>
                    <a:pt x="7561" y="32390"/>
                  </a:cubicBezTo>
                  <a:cubicBezTo>
                    <a:pt x="6098" y="30990"/>
                    <a:pt x="4924" y="29243"/>
                    <a:pt x="4038" y="27141"/>
                  </a:cubicBezTo>
                  <a:cubicBezTo>
                    <a:pt x="3152" y="25042"/>
                    <a:pt x="2706" y="22451"/>
                    <a:pt x="2706" y="19367"/>
                  </a:cubicBezTo>
                  <a:cubicBezTo>
                    <a:pt x="2706" y="16910"/>
                    <a:pt x="3199" y="14517"/>
                    <a:pt x="4176" y="12183"/>
                  </a:cubicBezTo>
                  <a:cubicBezTo>
                    <a:pt x="5158" y="9850"/>
                    <a:pt x="6591" y="7781"/>
                    <a:pt x="8473" y="5978"/>
                  </a:cubicBezTo>
                  <a:cubicBezTo>
                    <a:pt x="10355" y="4171"/>
                    <a:pt x="12667" y="2726"/>
                    <a:pt x="15407" y="1632"/>
                  </a:cubicBezTo>
                  <a:cubicBezTo>
                    <a:pt x="18146" y="545"/>
                    <a:pt x="21272" y="0"/>
                    <a:pt x="24791" y="0"/>
                  </a:cubicBezTo>
                  <a:cubicBezTo>
                    <a:pt x="28774" y="0"/>
                    <a:pt x="32447" y="627"/>
                    <a:pt x="35806" y="1867"/>
                  </a:cubicBezTo>
                  <a:cubicBezTo>
                    <a:pt x="39169" y="3114"/>
                    <a:pt x="42033" y="4854"/>
                    <a:pt x="44400" y="7094"/>
                  </a:cubicBezTo>
                  <a:lnTo>
                    <a:pt x="41318" y="13023"/>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51" name="Google Shape;2151;p90"/>
            <p:cNvSpPr/>
            <p:nvPr/>
          </p:nvSpPr>
          <p:spPr>
            <a:xfrm>
              <a:off x="2500543" y="3252196"/>
              <a:ext cx="43746" cy="49330"/>
            </a:xfrm>
            <a:custGeom>
              <a:avLst/>
              <a:gdLst/>
              <a:ahLst/>
              <a:cxnLst/>
              <a:rect l="l" t="t" r="r" b="b"/>
              <a:pathLst>
                <a:path w="43746" h="49330" extrusionOk="0">
                  <a:moveTo>
                    <a:pt x="23019" y="0"/>
                  </a:moveTo>
                  <a:cubicBezTo>
                    <a:pt x="26035" y="0"/>
                    <a:pt x="28815" y="485"/>
                    <a:pt x="31353" y="1449"/>
                  </a:cubicBezTo>
                  <a:cubicBezTo>
                    <a:pt x="33888" y="2412"/>
                    <a:pt x="36073" y="3820"/>
                    <a:pt x="37911" y="5672"/>
                  </a:cubicBezTo>
                  <a:cubicBezTo>
                    <a:pt x="39746" y="7524"/>
                    <a:pt x="41179" y="9794"/>
                    <a:pt x="42208" y="12482"/>
                  </a:cubicBezTo>
                  <a:cubicBezTo>
                    <a:pt x="43233" y="15181"/>
                    <a:pt x="43747" y="18251"/>
                    <a:pt x="43747" y="21701"/>
                  </a:cubicBezTo>
                  <a:cubicBezTo>
                    <a:pt x="43747" y="22574"/>
                    <a:pt x="43707" y="23299"/>
                    <a:pt x="43630" y="23874"/>
                  </a:cubicBezTo>
                  <a:cubicBezTo>
                    <a:pt x="43554" y="24449"/>
                    <a:pt x="43412" y="24904"/>
                    <a:pt x="43211" y="25229"/>
                  </a:cubicBezTo>
                  <a:cubicBezTo>
                    <a:pt x="43007" y="25550"/>
                    <a:pt x="42737" y="25785"/>
                    <a:pt x="42394" y="25931"/>
                  </a:cubicBezTo>
                  <a:cubicBezTo>
                    <a:pt x="42051" y="26069"/>
                    <a:pt x="41613" y="26136"/>
                    <a:pt x="41084" y="26136"/>
                  </a:cubicBezTo>
                  <a:lnTo>
                    <a:pt x="11486" y="26136"/>
                  </a:lnTo>
                  <a:cubicBezTo>
                    <a:pt x="11829" y="31057"/>
                    <a:pt x="13153" y="34668"/>
                    <a:pt x="15454" y="36964"/>
                  </a:cubicBezTo>
                  <a:cubicBezTo>
                    <a:pt x="17759" y="39268"/>
                    <a:pt x="20808" y="40422"/>
                    <a:pt x="24605" y="40422"/>
                  </a:cubicBezTo>
                  <a:cubicBezTo>
                    <a:pt x="26473" y="40422"/>
                    <a:pt x="28085" y="40201"/>
                    <a:pt x="29438" y="39764"/>
                  </a:cubicBezTo>
                  <a:cubicBezTo>
                    <a:pt x="30792" y="39335"/>
                    <a:pt x="31973" y="38846"/>
                    <a:pt x="32987" y="38320"/>
                  </a:cubicBezTo>
                  <a:cubicBezTo>
                    <a:pt x="33998" y="37789"/>
                    <a:pt x="34884" y="37308"/>
                    <a:pt x="35646" y="36871"/>
                  </a:cubicBezTo>
                  <a:cubicBezTo>
                    <a:pt x="36409" y="36438"/>
                    <a:pt x="37149" y="36221"/>
                    <a:pt x="37864" y="36221"/>
                  </a:cubicBezTo>
                  <a:cubicBezTo>
                    <a:pt x="38331" y="36221"/>
                    <a:pt x="38735" y="36315"/>
                    <a:pt x="39078" y="36497"/>
                  </a:cubicBezTo>
                  <a:cubicBezTo>
                    <a:pt x="39421" y="36688"/>
                    <a:pt x="39717" y="36949"/>
                    <a:pt x="39965" y="37293"/>
                  </a:cubicBezTo>
                  <a:lnTo>
                    <a:pt x="43327" y="41493"/>
                  </a:lnTo>
                  <a:cubicBezTo>
                    <a:pt x="42051" y="42987"/>
                    <a:pt x="40617" y="44241"/>
                    <a:pt x="39031" y="45250"/>
                  </a:cubicBezTo>
                  <a:cubicBezTo>
                    <a:pt x="37444" y="46261"/>
                    <a:pt x="35789" y="47072"/>
                    <a:pt x="34060" y="47676"/>
                  </a:cubicBezTo>
                  <a:cubicBezTo>
                    <a:pt x="32331" y="48281"/>
                    <a:pt x="30573" y="48711"/>
                    <a:pt x="28786" y="48961"/>
                  </a:cubicBezTo>
                  <a:cubicBezTo>
                    <a:pt x="26995" y="49207"/>
                    <a:pt x="25258" y="49330"/>
                    <a:pt x="23577" y="49330"/>
                  </a:cubicBezTo>
                  <a:cubicBezTo>
                    <a:pt x="20247" y="49330"/>
                    <a:pt x="17150" y="48778"/>
                    <a:pt x="14287" y="47676"/>
                  </a:cubicBezTo>
                  <a:cubicBezTo>
                    <a:pt x="11424" y="46575"/>
                    <a:pt x="8932" y="44943"/>
                    <a:pt x="6817" y="42778"/>
                  </a:cubicBezTo>
                  <a:cubicBezTo>
                    <a:pt x="4702" y="40616"/>
                    <a:pt x="3035" y="37942"/>
                    <a:pt x="1824" y="34746"/>
                  </a:cubicBezTo>
                  <a:cubicBezTo>
                    <a:pt x="609" y="31562"/>
                    <a:pt x="0" y="27861"/>
                    <a:pt x="0" y="23661"/>
                  </a:cubicBezTo>
                  <a:cubicBezTo>
                    <a:pt x="0" y="20394"/>
                    <a:pt x="529" y="17325"/>
                    <a:pt x="1590" y="14446"/>
                  </a:cubicBezTo>
                  <a:cubicBezTo>
                    <a:pt x="2648" y="11571"/>
                    <a:pt x="4166" y="9062"/>
                    <a:pt x="6142" y="6934"/>
                  </a:cubicBezTo>
                  <a:cubicBezTo>
                    <a:pt x="8116" y="4805"/>
                    <a:pt x="10530" y="3114"/>
                    <a:pt x="13379" y="1867"/>
                  </a:cubicBezTo>
                  <a:cubicBezTo>
                    <a:pt x="16224" y="627"/>
                    <a:pt x="19437" y="0"/>
                    <a:pt x="23019" y="0"/>
                  </a:cubicBezTo>
                  <a:close/>
                  <a:moveTo>
                    <a:pt x="23252" y="8259"/>
                  </a:moveTo>
                  <a:cubicBezTo>
                    <a:pt x="19889" y="8259"/>
                    <a:pt x="17260" y="9207"/>
                    <a:pt x="15363" y="11112"/>
                  </a:cubicBezTo>
                  <a:cubicBezTo>
                    <a:pt x="13463" y="13008"/>
                    <a:pt x="12248" y="15701"/>
                    <a:pt x="11719" y="19184"/>
                  </a:cubicBezTo>
                  <a:lnTo>
                    <a:pt x="33381" y="19184"/>
                  </a:lnTo>
                  <a:cubicBezTo>
                    <a:pt x="33381" y="17690"/>
                    <a:pt x="33180" y="16283"/>
                    <a:pt x="32776" y="14961"/>
                  </a:cubicBezTo>
                  <a:cubicBezTo>
                    <a:pt x="32371" y="13636"/>
                    <a:pt x="31747" y="12475"/>
                    <a:pt x="30908" y="11485"/>
                  </a:cubicBezTo>
                  <a:cubicBezTo>
                    <a:pt x="30069" y="10484"/>
                    <a:pt x="29008" y="9704"/>
                    <a:pt x="27735" y="9129"/>
                  </a:cubicBezTo>
                  <a:cubicBezTo>
                    <a:pt x="26458" y="8554"/>
                    <a:pt x="24963" y="8259"/>
                    <a:pt x="23252" y="8259"/>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52" name="Google Shape;2152;p90"/>
            <p:cNvSpPr/>
            <p:nvPr/>
          </p:nvSpPr>
          <p:spPr>
            <a:xfrm>
              <a:off x="2550451" y="3252196"/>
              <a:ext cx="40383" cy="49330"/>
            </a:xfrm>
            <a:custGeom>
              <a:avLst/>
              <a:gdLst/>
              <a:ahLst/>
              <a:cxnLst/>
              <a:rect l="l" t="t" r="r" b="b"/>
              <a:pathLst>
                <a:path w="40383" h="49330" extrusionOk="0">
                  <a:moveTo>
                    <a:pt x="36882" y="10880"/>
                  </a:moveTo>
                  <a:cubicBezTo>
                    <a:pt x="36540" y="11310"/>
                    <a:pt x="36208" y="11653"/>
                    <a:pt x="35880" y="11900"/>
                  </a:cubicBezTo>
                  <a:cubicBezTo>
                    <a:pt x="35555" y="12153"/>
                    <a:pt x="35077" y="12280"/>
                    <a:pt x="34457" y="12280"/>
                  </a:cubicBezTo>
                  <a:cubicBezTo>
                    <a:pt x="33866" y="12280"/>
                    <a:pt x="33290" y="12097"/>
                    <a:pt x="32728" y="11739"/>
                  </a:cubicBezTo>
                  <a:cubicBezTo>
                    <a:pt x="32170" y="11380"/>
                    <a:pt x="31499" y="10981"/>
                    <a:pt x="30722" y="10529"/>
                  </a:cubicBezTo>
                  <a:cubicBezTo>
                    <a:pt x="29941" y="10077"/>
                    <a:pt x="29019" y="9667"/>
                    <a:pt x="27943" y="9312"/>
                  </a:cubicBezTo>
                  <a:cubicBezTo>
                    <a:pt x="26871" y="8954"/>
                    <a:pt x="25539" y="8778"/>
                    <a:pt x="23953" y="8778"/>
                  </a:cubicBezTo>
                  <a:cubicBezTo>
                    <a:pt x="21928" y="8778"/>
                    <a:pt x="20156" y="9144"/>
                    <a:pt x="18631" y="9872"/>
                  </a:cubicBezTo>
                  <a:cubicBezTo>
                    <a:pt x="17103" y="10600"/>
                    <a:pt x="15837" y="11653"/>
                    <a:pt x="14823" y="13023"/>
                  </a:cubicBezTo>
                  <a:cubicBezTo>
                    <a:pt x="13813" y="14394"/>
                    <a:pt x="13058" y="16048"/>
                    <a:pt x="12562" y="17997"/>
                  </a:cubicBezTo>
                  <a:cubicBezTo>
                    <a:pt x="12062" y="19935"/>
                    <a:pt x="11814" y="22138"/>
                    <a:pt x="11814" y="24594"/>
                  </a:cubicBezTo>
                  <a:cubicBezTo>
                    <a:pt x="11814" y="27148"/>
                    <a:pt x="12084" y="29422"/>
                    <a:pt x="12631" y="31416"/>
                  </a:cubicBezTo>
                  <a:cubicBezTo>
                    <a:pt x="13175" y="33406"/>
                    <a:pt x="13962" y="35075"/>
                    <a:pt x="14987" y="36430"/>
                  </a:cubicBezTo>
                  <a:cubicBezTo>
                    <a:pt x="16016" y="37782"/>
                    <a:pt x="17260" y="38809"/>
                    <a:pt x="18722" y="39511"/>
                  </a:cubicBezTo>
                  <a:cubicBezTo>
                    <a:pt x="20185" y="40209"/>
                    <a:pt x="21833" y="40560"/>
                    <a:pt x="23672" y="40560"/>
                  </a:cubicBezTo>
                  <a:cubicBezTo>
                    <a:pt x="25506" y="40560"/>
                    <a:pt x="26995" y="40332"/>
                    <a:pt x="28129" y="39880"/>
                  </a:cubicBezTo>
                  <a:cubicBezTo>
                    <a:pt x="29267" y="39429"/>
                    <a:pt x="30222" y="38932"/>
                    <a:pt x="31003" y="38387"/>
                  </a:cubicBezTo>
                  <a:cubicBezTo>
                    <a:pt x="31780" y="37845"/>
                    <a:pt x="32455" y="37349"/>
                    <a:pt x="33031" y="36897"/>
                  </a:cubicBezTo>
                  <a:cubicBezTo>
                    <a:pt x="33607" y="36445"/>
                    <a:pt x="34253" y="36221"/>
                    <a:pt x="34971" y="36221"/>
                  </a:cubicBezTo>
                  <a:cubicBezTo>
                    <a:pt x="35905" y="36221"/>
                    <a:pt x="36605" y="36576"/>
                    <a:pt x="37072" y="37293"/>
                  </a:cubicBezTo>
                  <a:lnTo>
                    <a:pt x="40384" y="41493"/>
                  </a:lnTo>
                  <a:cubicBezTo>
                    <a:pt x="39107" y="42987"/>
                    <a:pt x="37725" y="44241"/>
                    <a:pt x="36230" y="45250"/>
                  </a:cubicBezTo>
                  <a:cubicBezTo>
                    <a:pt x="34738" y="46261"/>
                    <a:pt x="33188" y="47072"/>
                    <a:pt x="31587" y="47676"/>
                  </a:cubicBezTo>
                  <a:cubicBezTo>
                    <a:pt x="29982" y="48281"/>
                    <a:pt x="28326" y="48711"/>
                    <a:pt x="26611" y="48961"/>
                  </a:cubicBezTo>
                  <a:cubicBezTo>
                    <a:pt x="24901" y="49207"/>
                    <a:pt x="23205" y="49330"/>
                    <a:pt x="21523" y="49330"/>
                  </a:cubicBezTo>
                  <a:cubicBezTo>
                    <a:pt x="18565" y="49330"/>
                    <a:pt x="15782" y="48778"/>
                    <a:pt x="13167" y="47676"/>
                  </a:cubicBezTo>
                  <a:cubicBezTo>
                    <a:pt x="10552" y="46575"/>
                    <a:pt x="8272" y="44966"/>
                    <a:pt x="6328" y="42849"/>
                  </a:cubicBezTo>
                  <a:cubicBezTo>
                    <a:pt x="4381" y="40735"/>
                    <a:pt x="2842" y="38137"/>
                    <a:pt x="1707" y="35075"/>
                  </a:cubicBezTo>
                  <a:cubicBezTo>
                    <a:pt x="569" y="32013"/>
                    <a:pt x="0" y="28519"/>
                    <a:pt x="0" y="24594"/>
                  </a:cubicBezTo>
                  <a:cubicBezTo>
                    <a:pt x="0" y="21081"/>
                    <a:pt x="507" y="17821"/>
                    <a:pt x="1517" y="14816"/>
                  </a:cubicBezTo>
                  <a:cubicBezTo>
                    <a:pt x="2532" y="11821"/>
                    <a:pt x="4016" y="9215"/>
                    <a:pt x="5978" y="7027"/>
                  </a:cubicBezTo>
                  <a:cubicBezTo>
                    <a:pt x="7937" y="4835"/>
                    <a:pt x="10366" y="3114"/>
                    <a:pt x="13262" y="1867"/>
                  </a:cubicBezTo>
                  <a:cubicBezTo>
                    <a:pt x="16154" y="627"/>
                    <a:pt x="19484" y="0"/>
                    <a:pt x="23252" y="0"/>
                  </a:cubicBezTo>
                  <a:cubicBezTo>
                    <a:pt x="26830" y="0"/>
                    <a:pt x="29967" y="575"/>
                    <a:pt x="32659" y="1725"/>
                  </a:cubicBezTo>
                  <a:cubicBezTo>
                    <a:pt x="35351" y="2879"/>
                    <a:pt x="37773" y="4525"/>
                    <a:pt x="39917" y="6680"/>
                  </a:cubicBezTo>
                  <a:lnTo>
                    <a:pt x="36882" y="1088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53" name="Google Shape;2153;p90"/>
            <p:cNvSpPr/>
            <p:nvPr/>
          </p:nvSpPr>
          <p:spPr>
            <a:xfrm>
              <a:off x="2597232" y="3252946"/>
              <a:ext cx="41737" cy="48632"/>
            </a:xfrm>
            <a:custGeom>
              <a:avLst/>
              <a:gdLst/>
              <a:ahLst/>
              <a:cxnLst/>
              <a:rect l="l" t="t" r="r" b="b"/>
              <a:pathLst>
                <a:path w="41737" h="48632" extrusionOk="0">
                  <a:moveTo>
                    <a:pt x="11529" y="0"/>
                  </a:moveTo>
                  <a:lnTo>
                    <a:pt x="11529" y="30430"/>
                  </a:lnTo>
                  <a:cubicBezTo>
                    <a:pt x="11529" y="33354"/>
                    <a:pt x="12208" y="35616"/>
                    <a:pt x="13561" y="37222"/>
                  </a:cubicBezTo>
                  <a:cubicBezTo>
                    <a:pt x="14914" y="38824"/>
                    <a:pt x="16946" y="39619"/>
                    <a:pt x="19656" y="39619"/>
                  </a:cubicBezTo>
                  <a:cubicBezTo>
                    <a:pt x="21647" y="39619"/>
                    <a:pt x="23515" y="39182"/>
                    <a:pt x="25258" y="38293"/>
                  </a:cubicBezTo>
                  <a:cubicBezTo>
                    <a:pt x="26998" y="37401"/>
                    <a:pt x="28650" y="36184"/>
                    <a:pt x="30204" y="34631"/>
                  </a:cubicBezTo>
                  <a:lnTo>
                    <a:pt x="30204" y="0"/>
                  </a:lnTo>
                  <a:lnTo>
                    <a:pt x="41737" y="0"/>
                  </a:lnTo>
                  <a:lnTo>
                    <a:pt x="41737" y="47882"/>
                  </a:lnTo>
                  <a:lnTo>
                    <a:pt x="34687" y="47882"/>
                  </a:lnTo>
                  <a:cubicBezTo>
                    <a:pt x="33195" y="47882"/>
                    <a:pt x="32214" y="47180"/>
                    <a:pt x="31747" y="45780"/>
                  </a:cubicBezTo>
                  <a:lnTo>
                    <a:pt x="30952" y="41953"/>
                  </a:lnTo>
                  <a:cubicBezTo>
                    <a:pt x="29956" y="42953"/>
                    <a:pt x="28927" y="43864"/>
                    <a:pt x="27870" y="44689"/>
                  </a:cubicBezTo>
                  <a:cubicBezTo>
                    <a:pt x="26812" y="45511"/>
                    <a:pt x="25685" y="46213"/>
                    <a:pt x="24485" y="46788"/>
                  </a:cubicBezTo>
                  <a:cubicBezTo>
                    <a:pt x="23289" y="47363"/>
                    <a:pt x="21998" y="47815"/>
                    <a:pt x="20612" y="48136"/>
                  </a:cubicBezTo>
                  <a:cubicBezTo>
                    <a:pt x="19226" y="48464"/>
                    <a:pt x="17741" y="48632"/>
                    <a:pt x="16154" y="48632"/>
                  </a:cubicBezTo>
                  <a:cubicBezTo>
                    <a:pt x="13539" y="48632"/>
                    <a:pt x="11227" y="48188"/>
                    <a:pt x="9221" y="47299"/>
                  </a:cubicBezTo>
                  <a:cubicBezTo>
                    <a:pt x="7211" y="46415"/>
                    <a:pt x="5522" y="45160"/>
                    <a:pt x="4154" y="43543"/>
                  </a:cubicBezTo>
                  <a:cubicBezTo>
                    <a:pt x="2783" y="41923"/>
                    <a:pt x="1751" y="40007"/>
                    <a:pt x="1051" y="37782"/>
                  </a:cubicBezTo>
                  <a:cubicBezTo>
                    <a:pt x="350" y="35557"/>
                    <a:pt x="0" y="33107"/>
                    <a:pt x="0" y="30430"/>
                  </a:cubicBezTo>
                  <a:lnTo>
                    <a:pt x="0" y="0"/>
                  </a:lnTo>
                  <a:lnTo>
                    <a:pt x="11529"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54" name="Google Shape;2154;p90"/>
            <p:cNvSpPr/>
            <p:nvPr/>
          </p:nvSpPr>
          <p:spPr>
            <a:xfrm>
              <a:off x="2651298" y="3252054"/>
              <a:ext cx="30533" cy="48774"/>
            </a:xfrm>
            <a:custGeom>
              <a:avLst/>
              <a:gdLst/>
              <a:ahLst/>
              <a:cxnLst/>
              <a:rect l="l" t="t" r="r" b="b"/>
              <a:pathLst>
                <a:path w="30533" h="48774" extrusionOk="0">
                  <a:moveTo>
                    <a:pt x="0" y="48774"/>
                  </a:moveTo>
                  <a:lnTo>
                    <a:pt x="0" y="892"/>
                  </a:lnTo>
                  <a:lnTo>
                    <a:pt x="6770" y="892"/>
                  </a:lnTo>
                  <a:cubicBezTo>
                    <a:pt x="7951" y="892"/>
                    <a:pt x="8776" y="1109"/>
                    <a:pt x="9242" y="1542"/>
                  </a:cubicBezTo>
                  <a:cubicBezTo>
                    <a:pt x="9709" y="1979"/>
                    <a:pt x="10019" y="2729"/>
                    <a:pt x="10176" y="3786"/>
                  </a:cubicBezTo>
                  <a:lnTo>
                    <a:pt x="10877" y="9570"/>
                  </a:lnTo>
                  <a:cubicBezTo>
                    <a:pt x="12587" y="6616"/>
                    <a:pt x="14597" y="4283"/>
                    <a:pt x="16898" y="2569"/>
                  </a:cubicBezTo>
                  <a:cubicBezTo>
                    <a:pt x="19204" y="863"/>
                    <a:pt x="21786" y="0"/>
                    <a:pt x="24649" y="0"/>
                  </a:cubicBezTo>
                  <a:cubicBezTo>
                    <a:pt x="27013" y="0"/>
                    <a:pt x="28975" y="549"/>
                    <a:pt x="30534" y="1635"/>
                  </a:cubicBezTo>
                  <a:lnTo>
                    <a:pt x="29037" y="10268"/>
                  </a:lnTo>
                  <a:cubicBezTo>
                    <a:pt x="28946" y="10832"/>
                    <a:pt x="28741" y="11224"/>
                    <a:pt x="28431" y="11459"/>
                  </a:cubicBezTo>
                  <a:cubicBezTo>
                    <a:pt x="28118" y="11691"/>
                    <a:pt x="27698" y="11810"/>
                    <a:pt x="27169" y="11810"/>
                  </a:cubicBezTo>
                  <a:cubicBezTo>
                    <a:pt x="26703" y="11810"/>
                    <a:pt x="26064" y="11705"/>
                    <a:pt x="25255" y="11489"/>
                  </a:cubicBezTo>
                  <a:cubicBezTo>
                    <a:pt x="24445" y="11269"/>
                    <a:pt x="23372" y="11160"/>
                    <a:pt x="22034" y="11160"/>
                  </a:cubicBezTo>
                  <a:cubicBezTo>
                    <a:pt x="19638" y="11160"/>
                    <a:pt x="17584" y="11821"/>
                    <a:pt x="15873" y="13143"/>
                  </a:cubicBezTo>
                  <a:cubicBezTo>
                    <a:pt x="14159" y="14465"/>
                    <a:pt x="12711" y="16402"/>
                    <a:pt x="11529" y="18956"/>
                  </a:cubicBezTo>
                  <a:lnTo>
                    <a:pt x="11529" y="48774"/>
                  </a:lnTo>
                  <a:lnTo>
                    <a:pt x="0" y="48774"/>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55" name="Google Shape;2155;p90"/>
            <p:cNvSpPr/>
            <p:nvPr/>
          </p:nvSpPr>
          <p:spPr>
            <a:xfrm>
              <a:off x="2686212" y="3252196"/>
              <a:ext cx="43747" cy="49330"/>
            </a:xfrm>
            <a:custGeom>
              <a:avLst/>
              <a:gdLst/>
              <a:ahLst/>
              <a:cxnLst/>
              <a:rect l="l" t="t" r="r" b="b"/>
              <a:pathLst>
                <a:path w="43747" h="49330" extrusionOk="0">
                  <a:moveTo>
                    <a:pt x="23022" y="0"/>
                  </a:moveTo>
                  <a:cubicBezTo>
                    <a:pt x="26036" y="0"/>
                    <a:pt x="28815" y="485"/>
                    <a:pt x="31355" y="1449"/>
                  </a:cubicBezTo>
                  <a:cubicBezTo>
                    <a:pt x="33891" y="2412"/>
                    <a:pt x="36076" y="3820"/>
                    <a:pt x="37913" y="5672"/>
                  </a:cubicBezTo>
                  <a:cubicBezTo>
                    <a:pt x="39747" y="7524"/>
                    <a:pt x="41181" y="9794"/>
                    <a:pt x="42209" y="12482"/>
                  </a:cubicBezTo>
                  <a:cubicBezTo>
                    <a:pt x="43236" y="15181"/>
                    <a:pt x="43747" y="18251"/>
                    <a:pt x="43747" y="21701"/>
                  </a:cubicBezTo>
                  <a:cubicBezTo>
                    <a:pt x="43747" y="22574"/>
                    <a:pt x="43710" y="23299"/>
                    <a:pt x="43632" y="23874"/>
                  </a:cubicBezTo>
                  <a:cubicBezTo>
                    <a:pt x="43557" y="24449"/>
                    <a:pt x="43411" y="24904"/>
                    <a:pt x="43213" y="25229"/>
                  </a:cubicBezTo>
                  <a:cubicBezTo>
                    <a:pt x="43008" y="25550"/>
                    <a:pt x="42739" y="25785"/>
                    <a:pt x="42395" y="25931"/>
                  </a:cubicBezTo>
                  <a:cubicBezTo>
                    <a:pt x="42052" y="26069"/>
                    <a:pt x="41615" y="26136"/>
                    <a:pt x="41084" y="26136"/>
                  </a:cubicBezTo>
                  <a:lnTo>
                    <a:pt x="11489" y="26136"/>
                  </a:lnTo>
                  <a:cubicBezTo>
                    <a:pt x="11829" y="31057"/>
                    <a:pt x="13154" y="34668"/>
                    <a:pt x="15455" y="36964"/>
                  </a:cubicBezTo>
                  <a:cubicBezTo>
                    <a:pt x="17760" y="39268"/>
                    <a:pt x="20811" y="40422"/>
                    <a:pt x="24606" y="40422"/>
                  </a:cubicBezTo>
                  <a:cubicBezTo>
                    <a:pt x="26473" y="40422"/>
                    <a:pt x="28087" y="40201"/>
                    <a:pt x="29439" y="39764"/>
                  </a:cubicBezTo>
                  <a:cubicBezTo>
                    <a:pt x="30795" y="39335"/>
                    <a:pt x="31975" y="38846"/>
                    <a:pt x="32987" y="38320"/>
                  </a:cubicBezTo>
                  <a:cubicBezTo>
                    <a:pt x="33999" y="37789"/>
                    <a:pt x="34884" y="37308"/>
                    <a:pt x="35646" y="36871"/>
                  </a:cubicBezTo>
                  <a:cubicBezTo>
                    <a:pt x="36408" y="36438"/>
                    <a:pt x="37151" y="36221"/>
                    <a:pt x="37865" y="36221"/>
                  </a:cubicBezTo>
                  <a:cubicBezTo>
                    <a:pt x="38332" y="36221"/>
                    <a:pt x="38739" y="36315"/>
                    <a:pt x="39079" y="36497"/>
                  </a:cubicBezTo>
                  <a:cubicBezTo>
                    <a:pt x="39422" y="36688"/>
                    <a:pt x="39717" y="36949"/>
                    <a:pt x="39968" y="37293"/>
                  </a:cubicBezTo>
                  <a:lnTo>
                    <a:pt x="43329" y="41493"/>
                  </a:lnTo>
                  <a:cubicBezTo>
                    <a:pt x="42052" y="42987"/>
                    <a:pt x="40617" y="44241"/>
                    <a:pt x="39034" y="45250"/>
                  </a:cubicBezTo>
                  <a:cubicBezTo>
                    <a:pt x="37446" y="46261"/>
                    <a:pt x="35788" y="47072"/>
                    <a:pt x="34063" y="47676"/>
                  </a:cubicBezTo>
                  <a:cubicBezTo>
                    <a:pt x="32333" y="48281"/>
                    <a:pt x="30574" y="48711"/>
                    <a:pt x="28785" y="48961"/>
                  </a:cubicBezTo>
                  <a:cubicBezTo>
                    <a:pt x="26996" y="49207"/>
                    <a:pt x="25259" y="49330"/>
                    <a:pt x="23579" y="49330"/>
                  </a:cubicBezTo>
                  <a:cubicBezTo>
                    <a:pt x="20247" y="49330"/>
                    <a:pt x="17151" y="48778"/>
                    <a:pt x="14290" y="47676"/>
                  </a:cubicBezTo>
                  <a:cubicBezTo>
                    <a:pt x="11425" y="46575"/>
                    <a:pt x="8934" y="44943"/>
                    <a:pt x="6820" y="42778"/>
                  </a:cubicBezTo>
                  <a:cubicBezTo>
                    <a:pt x="4702" y="40616"/>
                    <a:pt x="3037" y="37942"/>
                    <a:pt x="1826" y="34746"/>
                  </a:cubicBezTo>
                  <a:cubicBezTo>
                    <a:pt x="613" y="31562"/>
                    <a:pt x="0" y="27861"/>
                    <a:pt x="0" y="23661"/>
                  </a:cubicBezTo>
                  <a:cubicBezTo>
                    <a:pt x="0" y="20394"/>
                    <a:pt x="530" y="17325"/>
                    <a:pt x="1591" y="14446"/>
                  </a:cubicBezTo>
                  <a:cubicBezTo>
                    <a:pt x="2648" y="11571"/>
                    <a:pt x="4168" y="9062"/>
                    <a:pt x="6144" y="6934"/>
                  </a:cubicBezTo>
                  <a:cubicBezTo>
                    <a:pt x="8116" y="4805"/>
                    <a:pt x="10533" y="3114"/>
                    <a:pt x="13379" y="1867"/>
                  </a:cubicBezTo>
                  <a:cubicBezTo>
                    <a:pt x="16225" y="627"/>
                    <a:pt x="19440" y="0"/>
                    <a:pt x="23022" y="0"/>
                  </a:cubicBezTo>
                  <a:close/>
                  <a:moveTo>
                    <a:pt x="23254" y="8259"/>
                  </a:moveTo>
                  <a:cubicBezTo>
                    <a:pt x="19892" y="8259"/>
                    <a:pt x="17263" y="9207"/>
                    <a:pt x="15366" y="11112"/>
                  </a:cubicBezTo>
                  <a:cubicBezTo>
                    <a:pt x="13464" y="13008"/>
                    <a:pt x="12251" y="15701"/>
                    <a:pt x="11720" y="19184"/>
                  </a:cubicBezTo>
                  <a:lnTo>
                    <a:pt x="33383" y="19184"/>
                  </a:lnTo>
                  <a:cubicBezTo>
                    <a:pt x="33383" y="17690"/>
                    <a:pt x="33181" y="16283"/>
                    <a:pt x="32778" y="14961"/>
                  </a:cubicBezTo>
                  <a:cubicBezTo>
                    <a:pt x="32371" y="13636"/>
                    <a:pt x="31747" y="12475"/>
                    <a:pt x="30910" y="11485"/>
                  </a:cubicBezTo>
                  <a:cubicBezTo>
                    <a:pt x="30070" y="10484"/>
                    <a:pt x="29009" y="9704"/>
                    <a:pt x="27736" y="9129"/>
                  </a:cubicBezTo>
                  <a:cubicBezTo>
                    <a:pt x="26458" y="8554"/>
                    <a:pt x="24964" y="8259"/>
                    <a:pt x="23254" y="8259"/>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56" name="Google Shape;2156;p90"/>
            <p:cNvSpPr/>
            <p:nvPr/>
          </p:nvSpPr>
          <p:spPr>
            <a:xfrm>
              <a:off x="2754192" y="3232594"/>
              <a:ext cx="63867" cy="68985"/>
            </a:xfrm>
            <a:custGeom>
              <a:avLst/>
              <a:gdLst/>
              <a:ahLst/>
              <a:cxnLst/>
              <a:rect l="l" t="t" r="r" b="b"/>
              <a:pathLst>
                <a:path w="63867" h="68985" extrusionOk="0">
                  <a:moveTo>
                    <a:pt x="27963" y="0"/>
                  </a:moveTo>
                  <a:cubicBezTo>
                    <a:pt x="30701" y="0"/>
                    <a:pt x="33155" y="422"/>
                    <a:pt x="35318" y="1258"/>
                  </a:cubicBezTo>
                  <a:cubicBezTo>
                    <a:pt x="37480" y="2098"/>
                    <a:pt x="39333" y="3222"/>
                    <a:pt x="40875" y="4622"/>
                  </a:cubicBezTo>
                  <a:cubicBezTo>
                    <a:pt x="42414" y="6022"/>
                    <a:pt x="43628" y="7628"/>
                    <a:pt x="44517" y="9428"/>
                  </a:cubicBezTo>
                  <a:cubicBezTo>
                    <a:pt x="45402" y="11235"/>
                    <a:pt x="45925" y="13102"/>
                    <a:pt x="46082" y="15028"/>
                  </a:cubicBezTo>
                  <a:lnTo>
                    <a:pt x="38750" y="16567"/>
                  </a:lnTo>
                  <a:cubicBezTo>
                    <a:pt x="38657" y="16604"/>
                    <a:pt x="38556" y="16619"/>
                    <a:pt x="38447" y="16619"/>
                  </a:cubicBezTo>
                  <a:lnTo>
                    <a:pt x="38145" y="16619"/>
                  </a:lnTo>
                  <a:cubicBezTo>
                    <a:pt x="37615" y="16619"/>
                    <a:pt x="37140" y="16473"/>
                    <a:pt x="36718" y="16175"/>
                  </a:cubicBezTo>
                  <a:cubicBezTo>
                    <a:pt x="36296" y="15880"/>
                    <a:pt x="35964" y="15420"/>
                    <a:pt x="35713" y="14793"/>
                  </a:cubicBezTo>
                  <a:cubicBezTo>
                    <a:pt x="35433" y="13987"/>
                    <a:pt x="35075" y="13221"/>
                    <a:pt x="34642" y="12482"/>
                  </a:cubicBezTo>
                  <a:cubicBezTo>
                    <a:pt x="34205" y="11754"/>
                    <a:pt x="33674" y="11119"/>
                    <a:pt x="33054" y="10574"/>
                  </a:cubicBezTo>
                  <a:cubicBezTo>
                    <a:pt x="32430" y="10025"/>
                    <a:pt x="31698" y="9596"/>
                    <a:pt x="30858" y="9267"/>
                  </a:cubicBezTo>
                  <a:cubicBezTo>
                    <a:pt x="30021" y="8939"/>
                    <a:pt x="29054" y="8778"/>
                    <a:pt x="27963" y="8778"/>
                  </a:cubicBezTo>
                  <a:cubicBezTo>
                    <a:pt x="26656" y="8778"/>
                    <a:pt x="25491" y="9006"/>
                    <a:pt x="24460" y="9450"/>
                  </a:cubicBezTo>
                  <a:cubicBezTo>
                    <a:pt x="23437" y="9902"/>
                    <a:pt x="22566" y="10514"/>
                    <a:pt x="21849" y="11272"/>
                  </a:cubicBezTo>
                  <a:cubicBezTo>
                    <a:pt x="21132" y="12038"/>
                    <a:pt x="20587" y="12923"/>
                    <a:pt x="20217" y="13934"/>
                  </a:cubicBezTo>
                  <a:cubicBezTo>
                    <a:pt x="19840" y="14946"/>
                    <a:pt x="19653" y="16014"/>
                    <a:pt x="19653" y="17127"/>
                  </a:cubicBezTo>
                  <a:cubicBezTo>
                    <a:pt x="19653" y="18060"/>
                    <a:pt x="19758" y="18968"/>
                    <a:pt x="19956" y="19834"/>
                  </a:cubicBezTo>
                  <a:cubicBezTo>
                    <a:pt x="20161" y="20708"/>
                    <a:pt x="20479" y="21577"/>
                    <a:pt x="20916" y="22451"/>
                  </a:cubicBezTo>
                  <a:cubicBezTo>
                    <a:pt x="21349" y="23321"/>
                    <a:pt x="21920" y="24217"/>
                    <a:pt x="22619" y="25136"/>
                  </a:cubicBezTo>
                  <a:cubicBezTo>
                    <a:pt x="23321" y="26054"/>
                    <a:pt x="24184" y="27040"/>
                    <a:pt x="25211" y="28096"/>
                  </a:cubicBezTo>
                  <a:lnTo>
                    <a:pt x="43135" y="46721"/>
                  </a:lnTo>
                  <a:cubicBezTo>
                    <a:pt x="44166" y="44760"/>
                    <a:pt x="44991" y="42688"/>
                    <a:pt x="45615" y="40515"/>
                  </a:cubicBezTo>
                  <a:cubicBezTo>
                    <a:pt x="46235" y="38334"/>
                    <a:pt x="46638" y="36124"/>
                    <a:pt x="46829" y="33888"/>
                  </a:cubicBezTo>
                  <a:cubicBezTo>
                    <a:pt x="46888" y="33171"/>
                    <a:pt x="47124" y="32596"/>
                    <a:pt x="47527" y="32159"/>
                  </a:cubicBezTo>
                  <a:cubicBezTo>
                    <a:pt x="47930" y="31722"/>
                    <a:pt x="48491" y="31502"/>
                    <a:pt x="49204" y="31502"/>
                  </a:cubicBezTo>
                  <a:lnTo>
                    <a:pt x="56442" y="31502"/>
                  </a:lnTo>
                  <a:cubicBezTo>
                    <a:pt x="56412" y="35616"/>
                    <a:pt x="55822" y="39529"/>
                    <a:pt x="54668" y="43263"/>
                  </a:cubicBezTo>
                  <a:cubicBezTo>
                    <a:pt x="53518" y="46997"/>
                    <a:pt x="51867" y="50439"/>
                    <a:pt x="49719" y="53583"/>
                  </a:cubicBezTo>
                  <a:lnTo>
                    <a:pt x="63867" y="68234"/>
                  </a:lnTo>
                  <a:lnTo>
                    <a:pt x="52569" y="68234"/>
                  </a:lnTo>
                  <a:cubicBezTo>
                    <a:pt x="51979" y="68234"/>
                    <a:pt x="51456" y="68205"/>
                    <a:pt x="51004" y="68141"/>
                  </a:cubicBezTo>
                  <a:cubicBezTo>
                    <a:pt x="50552" y="68082"/>
                    <a:pt x="50127" y="67966"/>
                    <a:pt x="49719" y="67790"/>
                  </a:cubicBezTo>
                  <a:cubicBezTo>
                    <a:pt x="49316" y="67622"/>
                    <a:pt x="48928" y="67394"/>
                    <a:pt x="48554" y="67118"/>
                  </a:cubicBezTo>
                  <a:cubicBezTo>
                    <a:pt x="48181" y="66834"/>
                    <a:pt x="47792" y="66476"/>
                    <a:pt x="47385" y="66039"/>
                  </a:cubicBezTo>
                  <a:lnTo>
                    <a:pt x="42716" y="61234"/>
                  </a:lnTo>
                  <a:cubicBezTo>
                    <a:pt x="39729" y="63661"/>
                    <a:pt x="36408" y="65557"/>
                    <a:pt x="32748" y="66928"/>
                  </a:cubicBezTo>
                  <a:cubicBezTo>
                    <a:pt x="29095" y="68302"/>
                    <a:pt x="25132" y="68985"/>
                    <a:pt x="20871" y="68985"/>
                  </a:cubicBezTo>
                  <a:cubicBezTo>
                    <a:pt x="18253" y="68985"/>
                    <a:pt x="15702" y="68541"/>
                    <a:pt x="13214" y="67652"/>
                  </a:cubicBezTo>
                  <a:cubicBezTo>
                    <a:pt x="10723" y="66767"/>
                    <a:pt x="8497" y="65487"/>
                    <a:pt x="6536" y="63799"/>
                  </a:cubicBezTo>
                  <a:cubicBezTo>
                    <a:pt x="4575" y="62122"/>
                    <a:pt x="2992" y="60088"/>
                    <a:pt x="1796" y="57713"/>
                  </a:cubicBezTo>
                  <a:cubicBezTo>
                    <a:pt x="598" y="55334"/>
                    <a:pt x="0" y="52650"/>
                    <a:pt x="0" y="49659"/>
                  </a:cubicBezTo>
                  <a:cubicBezTo>
                    <a:pt x="0" y="47576"/>
                    <a:pt x="340" y="45593"/>
                    <a:pt x="1027" y="43711"/>
                  </a:cubicBezTo>
                  <a:cubicBezTo>
                    <a:pt x="1711" y="41829"/>
                    <a:pt x="2663" y="40078"/>
                    <a:pt x="3877" y="38458"/>
                  </a:cubicBezTo>
                  <a:cubicBezTo>
                    <a:pt x="5087" y="36841"/>
                    <a:pt x="6529" y="35381"/>
                    <a:pt x="8194" y="34071"/>
                  </a:cubicBezTo>
                  <a:cubicBezTo>
                    <a:pt x="9856" y="32764"/>
                    <a:pt x="11687" y="31647"/>
                    <a:pt x="13681" y="30714"/>
                  </a:cubicBezTo>
                  <a:cubicBezTo>
                    <a:pt x="12026" y="28380"/>
                    <a:pt x="10824" y="26099"/>
                    <a:pt x="10062" y="23874"/>
                  </a:cubicBezTo>
                  <a:cubicBezTo>
                    <a:pt x="9296" y="21648"/>
                    <a:pt x="8915" y="19434"/>
                    <a:pt x="8915" y="17224"/>
                  </a:cubicBezTo>
                  <a:cubicBezTo>
                    <a:pt x="8915" y="14890"/>
                    <a:pt x="9345" y="12672"/>
                    <a:pt x="10200" y="10574"/>
                  </a:cubicBezTo>
                  <a:cubicBezTo>
                    <a:pt x="11059" y="8472"/>
                    <a:pt x="12303" y="6642"/>
                    <a:pt x="13935" y="5089"/>
                  </a:cubicBezTo>
                  <a:cubicBezTo>
                    <a:pt x="15571" y="3536"/>
                    <a:pt x="17569" y="2296"/>
                    <a:pt x="19937" y="1378"/>
                  </a:cubicBezTo>
                  <a:cubicBezTo>
                    <a:pt x="22298" y="459"/>
                    <a:pt x="24975" y="0"/>
                    <a:pt x="27963" y="0"/>
                  </a:cubicBezTo>
                  <a:close/>
                  <a:moveTo>
                    <a:pt x="11716" y="48726"/>
                  </a:moveTo>
                  <a:cubicBezTo>
                    <a:pt x="11716" y="50439"/>
                    <a:pt x="12012" y="51978"/>
                    <a:pt x="12605" y="53352"/>
                  </a:cubicBezTo>
                  <a:cubicBezTo>
                    <a:pt x="13196" y="54715"/>
                    <a:pt x="14006" y="55872"/>
                    <a:pt x="15033" y="56821"/>
                  </a:cubicBezTo>
                  <a:cubicBezTo>
                    <a:pt x="16056" y="57776"/>
                    <a:pt x="17252" y="58508"/>
                    <a:pt x="18604" y="59016"/>
                  </a:cubicBezTo>
                  <a:cubicBezTo>
                    <a:pt x="19956" y="59535"/>
                    <a:pt x="21397" y="59789"/>
                    <a:pt x="22921" y="59789"/>
                  </a:cubicBezTo>
                  <a:cubicBezTo>
                    <a:pt x="25663" y="59789"/>
                    <a:pt x="28161" y="59359"/>
                    <a:pt x="30414" y="58508"/>
                  </a:cubicBezTo>
                  <a:cubicBezTo>
                    <a:pt x="32673" y="57653"/>
                    <a:pt x="34731" y="56458"/>
                    <a:pt x="36599" y="54931"/>
                  </a:cubicBezTo>
                  <a:lnTo>
                    <a:pt x="18858" y="36729"/>
                  </a:lnTo>
                  <a:cubicBezTo>
                    <a:pt x="16370" y="38350"/>
                    <a:pt x="14559" y="40171"/>
                    <a:pt x="13420" y="42192"/>
                  </a:cubicBezTo>
                  <a:cubicBezTo>
                    <a:pt x="12288" y="44212"/>
                    <a:pt x="11716" y="46392"/>
                    <a:pt x="11716" y="48726"/>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57" name="Google Shape;2157;p90"/>
            <p:cNvSpPr/>
            <p:nvPr/>
          </p:nvSpPr>
          <p:spPr>
            <a:xfrm>
              <a:off x="2838788" y="3232594"/>
              <a:ext cx="59710" cy="68985"/>
            </a:xfrm>
            <a:custGeom>
              <a:avLst/>
              <a:gdLst/>
              <a:ahLst/>
              <a:cxnLst/>
              <a:rect l="l" t="t" r="r" b="b"/>
              <a:pathLst>
                <a:path w="59710" h="68985" extrusionOk="0">
                  <a:moveTo>
                    <a:pt x="34922" y="58993"/>
                  </a:moveTo>
                  <a:cubicBezTo>
                    <a:pt x="37749" y="58993"/>
                    <a:pt x="40222" y="58740"/>
                    <a:pt x="42321" y="58221"/>
                  </a:cubicBezTo>
                  <a:cubicBezTo>
                    <a:pt x="44423" y="57713"/>
                    <a:pt x="46422" y="57003"/>
                    <a:pt x="48323" y="56100"/>
                  </a:cubicBezTo>
                  <a:lnTo>
                    <a:pt x="48323" y="43827"/>
                  </a:lnTo>
                  <a:lnTo>
                    <a:pt x="39870" y="43827"/>
                  </a:lnTo>
                  <a:cubicBezTo>
                    <a:pt x="39060" y="43827"/>
                    <a:pt x="38421" y="43599"/>
                    <a:pt x="37954" y="43147"/>
                  </a:cubicBezTo>
                  <a:cubicBezTo>
                    <a:pt x="37488" y="42696"/>
                    <a:pt x="37256" y="42151"/>
                    <a:pt x="37256" y="41493"/>
                  </a:cubicBezTo>
                  <a:lnTo>
                    <a:pt x="37256" y="34395"/>
                  </a:lnTo>
                  <a:lnTo>
                    <a:pt x="59710" y="34395"/>
                  </a:lnTo>
                  <a:lnTo>
                    <a:pt x="59710" y="61700"/>
                  </a:lnTo>
                  <a:cubicBezTo>
                    <a:pt x="57996" y="62948"/>
                    <a:pt x="56218" y="64027"/>
                    <a:pt x="54366" y="64945"/>
                  </a:cubicBezTo>
                  <a:cubicBezTo>
                    <a:pt x="52513" y="65864"/>
                    <a:pt x="50537" y="66614"/>
                    <a:pt x="48438" y="67208"/>
                  </a:cubicBezTo>
                  <a:cubicBezTo>
                    <a:pt x="46336" y="67805"/>
                    <a:pt x="44087" y="68242"/>
                    <a:pt x="41689" y="68541"/>
                  </a:cubicBezTo>
                  <a:cubicBezTo>
                    <a:pt x="39295" y="68832"/>
                    <a:pt x="36711" y="68985"/>
                    <a:pt x="33939" y="68985"/>
                  </a:cubicBezTo>
                  <a:cubicBezTo>
                    <a:pt x="29024" y="68985"/>
                    <a:pt x="24494" y="68126"/>
                    <a:pt x="20352" y="66420"/>
                  </a:cubicBezTo>
                  <a:cubicBezTo>
                    <a:pt x="16213" y="64706"/>
                    <a:pt x="12635" y="62328"/>
                    <a:pt x="9614" y="59274"/>
                  </a:cubicBezTo>
                  <a:cubicBezTo>
                    <a:pt x="6600" y="56223"/>
                    <a:pt x="4239" y="52586"/>
                    <a:pt x="2543" y="48356"/>
                  </a:cubicBezTo>
                  <a:cubicBezTo>
                    <a:pt x="848" y="44126"/>
                    <a:pt x="0" y="39503"/>
                    <a:pt x="0" y="34492"/>
                  </a:cubicBezTo>
                  <a:cubicBezTo>
                    <a:pt x="0" y="29422"/>
                    <a:pt x="825" y="24770"/>
                    <a:pt x="2473" y="20536"/>
                  </a:cubicBezTo>
                  <a:cubicBezTo>
                    <a:pt x="4123" y="16305"/>
                    <a:pt x="6461" y="12665"/>
                    <a:pt x="9498" y="9618"/>
                  </a:cubicBezTo>
                  <a:cubicBezTo>
                    <a:pt x="12531" y="6568"/>
                    <a:pt x="16213" y="4200"/>
                    <a:pt x="20542" y="2520"/>
                  </a:cubicBezTo>
                  <a:cubicBezTo>
                    <a:pt x="24867" y="844"/>
                    <a:pt x="29723" y="0"/>
                    <a:pt x="35105" y="0"/>
                  </a:cubicBezTo>
                  <a:cubicBezTo>
                    <a:pt x="40617" y="0"/>
                    <a:pt x="45383" y="814"/>
                    <a:pt x="49413" y="2449"/>
                  </a:cubicBezTo>
                  <a:cubicBezTo>
                    <a:pt x="53447" y="4081"/>
                    <a:pt x="56864" y="6213"/>
                    <a:pt x="59666" y="8823"/>
                  </a:cubicBezTo>
                  <a:lnTo>
                    <a:pt x="56024" y="14517"/>
                  </a:lnTo>
                  <a:cubicBezTo>
                    <a:pt x="55307" y="15671"/>
                    <a:pt x="54358" y="16246"/>
                    <a:pt x="53174" y="16246"/>
                  </a:cubicBezTo>
                  <a:cubicBezTo>
                    <a:pt x="52427" y="16246"/>
                    <a:pt x="51665" y="15999"/>
                    <a:pt x="50888" y="15495"/>
                  </a:cubicBezTo>
                  <a:cubicBezTo>
                    <a:pt x="49888" y="14905"/>
                    <a:pt x="48872" y="14315"/>
                    <a:pt x="47830" y="13722"/>
                  </a:cubicBezTo>
                  <a:cubicBezTo>
                    <a:pt x="46784" y="13132"/>
                    <a:pt x="45637" y="12620"/>
                    <a:pt x="44375" y="12183"/>
                  </a:cubicBezTo>
                  <a:cubicBezTo>
                    <a:pt x="43112" y="11746"/>
                    <a:pt x="41697" y="11388"/>
                    <a:pt x="40124" y="11112"/>
                  </a:cubicBezTo>
                  <a:cubicBezTo>
                    <a:pt x="38552" y="10828"/>
                    <a:pt x="36741" y="10690"/>
                    <a:pt x="34686" y="10690"/>
                  </a:cubicBezTo>
                  <a:cubicBezTo>
                    <a:pt x="31359" y="10690"/>
                    <a:pt x="28344" y="11250"/>
                    <a:pt x="25652" y="12366"/>
                  </a:cubicBezTo>
                  <a:cubicBezTo>
                    <a:pt x="22959" y="13490"/>
                    <a:pt x="20665" y="15096"/>
                    <a:pt x="18764" y="17179"/>
                  </a:cubicBezTo>
                  <a:cubicBezTo>
                    <a:pt x="16871" y="19266"/>
                    <a:pt x="15407" y="21768"/>
                    <a:pt x="14379" y="24691"/>
                  </a:cubicBezTo>
                  <a:cubicBezTo>
                    <a:pt x="13349" y="27615"/>
                    <a:pt x="12841" y="30882"/>
                    <a:pt x="12841" y="34492"/>
                  </a:cubicBezTo>
                  <a:cubicBezTo>
                    <a:pt x="12841" y="38379"/>
                    <a:pt x="13382" y="41844"/>
                    <a:pt x="14473" y="44876"/>
                  </a:cubicBezTo>
                  <a:cubicBezTo>
                    <a:pt x="15560" y="47912"/>
                    <a:pt x="17084" y="50469"/>
                    <a:pt x="19048" y="52556"/>
                  </a:cubicBezTo>
                  <a:cubicBezTo>
                    <a:pt x="21009" y="54640"/>
                    <a:pt x="23343" y="56231"/>
                    <a:pt x="26051" y="57339"/>
                  </a:cubicBezTo>
                  <a:cubicBezTo>
                    <a:pt x="28755" y="58441"/>
                    <a:pt x="31713" y="58993"/>
                    <a:pt x="34922" y="5899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58" name="Google Shape;2158;p90"/>
            <p:cNvSpPr/>
            <p:nvPr/>
          </p:nvSpPr>
          <p:spPr>
            <a:xfrm>
              <a:off x="2906252" y="3252196"/>
              <a:ext cx="47385" cy="49330"/>
            </a:xfrm>
            <a:custGeom>
              <a:avLst/>
              <a:gdLst/>
              <a:ahLst/>
              <a:cxnLst/>
              <a:rect l="l" t="t" r="r" b="b"/>
              <a:pathLst>
                <a:path w="47385" h="49330" extrusionOk="0">
                  <a:moveTo>
                    <a:pt x="23762" y="0"/>
                  </a:moveTo>
                  <a:cubicBezTo>
                    <a:pt x="27340" y="0"/>
                    <a:pt x="30585" y="575"/>
                    <a:pt x="33495" y="1725"/>
                  </a:cubicBezTo>
                  <a:cubicBezTo>
                    <a:pt x="36408" y="2879"/>
                    <a:pt x="38888" y="4514"/>
                    <a:pt x="40939" y="6627"/>
                  </a:cubicBezTo>
                  <a:cubicBezTo>
                    <a:pt x="42997" y="8741"/>
                    <a:pt x="44584" y="11332"/>
                    <a:pt x="45704" y="14379"/>
                  </a:cubicBezTo>
                  <a:cubicBezTo>
                    <a:pt x="46825" y="17429"/>
                    <a:pt x="47385" y="20834"/>
                    <a:pt x="47385" y="24594"/>
                  </a:cubicBezTo>
                  <a:cubicBezTo>
                    <a:pt x="47385" y="28395"/>
                    <a:pt x="46825" y="31815"/>
                    <a:pt x="45704" y="34862"/>
                  </a:cubicBezTo>
                  <a:cubicBezTo>
                    <a:pt x="44584" y="37913"/>
                    <a:pt x="42997" y="40515"/>
                    <a:pt x="40939" y="42658"/>
                  </a:cubicBezTo>
                  <a:cubicBezTo>
                    <a:pt x="38888" y="44805"/>
                    <a:pt x="36408" y="46459"/>
                    <a:pt x="33495" y="47606"/>
                  </a:cubicBezTo>
                  <a:cubicBezTo>
                    <a:pt x="30585" y="48755"/>
                    <a:pt x="27340" y="49330"/>
                    <a:pt x="23762" y="49330"/>
                  </a:cubicBezTo>
                  <a:cubicBezTo>
                    <a:pt x="20184" y="49330"/>
                    <a:pt x="16930" y="48755"/>
                    <a:pt x="14006" y="47606"/>
                  </a:cubicBezTo>
                  <a:cubicBezTo>
                    <a:pt x="11078" y="46459"/>
                    <a:pt x="8579" y="44805"/>
                    <a:pt x="6510" y="42658"/>
                  </a:cubicBezTo>
                  <a:cubicBezTo>
                    <a:pt x="4441" y="40515"/>
                    <a:pt x="2835" y="37913"/>
                    <a:pt x="1703" y="34862"/>
                  </a:cubicBezTo>
                  <a:cubicBezTo>
                    <a:pt x="564" y="31815"/>
                    <a:pt x="0" y="28395"/>
                    <a:pt x="0" y="24594"/>
                  </a:cubicBezTo>
                  <a:cubicBezTo>
                    <a:pt x="0" y="20834"/>
                    <a:pt x="564" y="17429"/>
                    <a:pt x="1703" y="14379"/>
                  </a:cubicBezTo>
                  <a:cubicBezTo>
                    <a:pt x="2835" y="11332"/>
                    <a:pt x="4441" y="8741"/>
                    <a:pt x="6510" y="6627"/>
                  </a:cubicBezTo>
                  <a:cubicBezTo>
                    <a:pt x="8579" y="4514"/>
                    <a:pt x="11078" y="2879"/>
                    <a:pt x="14006" y="1725"/>
                  </a:cubicBezTo>
                  <a:cubicBezTo>
                    <a:pt x="16930" y="575"/>
                    <a:pt x="20184" y="0"/>
                    <a:pt x="23762" y="0"/>
                  </a:cubicBezTo>
                  <a:close/>
                  <a:moveTo>
                    <a:pt x="23762" y="40463"/>
                  </a:moveTo>
                  <a:cubicBezTo>
                    <a:pt x="27743" y="40463"/>
                    <a:pt x="30694" y="39130"/>
                    <a:pt x="32610" y="36453"/>
                  </a:cubicBezTo>
                  <a:cubicBezTo>
                    <a:pt x="34522" y="33776"/>
                    <a:pt x="35482" y="29855"/>
                    <a:pt x="35482" y="24691"/>
                  </a:cubicBezTo>
                  <a:cubicBezTo>
                    <a:pt x="35482" y="19528"/>
                    <a:pt x="34522" y="15588"/>
                    <a:pt x="32610" y="12885"/>
                  </a:cubicBezTo>
                  <a:cubicBezTo>
                    <a:pt x="30694" y="10178"/>
                    <a:pt x="27743" y="8823"/>
                    <a:pt x="23762" y="8823"/>
                  </a:cubicBezTo>
                  <a:cubicBezTo>
                    <a:pt x="19717" y="8823"/>
                    <a:pt x="16725" y="10186"/>
                    <a:pt x="14794" y="12908"/>
                  </a:cubicBezTo>
                  <a:cubicBezTo>
                    <a:pt x="12867" y="15626"/>
                    <a:pt x="11903" y="19557"/>
                    <a:pt x="11903" y="24691"/>
                  </a:cubicBezTo>
                  <a:cubicBezTo>
                    <a:pt x="11903" y="29825"/>
                    <a:pt x="12867" y="33742"/>
                    <a:pt x="14794" y="36430"/>
                  </a:cubicBezTo>
                  <a:cubicBezTo>
                    <a:pt x="16725" y="39122"/>
                    <a:pt x="19717" y="40463"/>
                    <a:pt x="23762" y="4046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59" name="Google Shape;2159;p90"/>
            <p:cNvSpPr/>
            <p:nvPr/>
          </p:nvSpPr>
          <p:spPr>
            <a:xfrm>
              <a:off x="2955598" y="3252946"/>
              <a:ext cx="48509" cy="47881"/>
            </a:xfrm>
            <a:custGeom>
              <a:avLst/>
              <a:gdLst/>
              <a:ahLst/>
              <a:cxnLst/>
              <a:rect l="l" t="t" r="r" b="b"/>
              <a:pathLst>
                <a:path w="48509" h="47881" extrusionOk="0">
                  <a:moveTo>
                    <a:pt x="29510" y="47882"/>
                  </a:moveTo>
                  <a:lnTo>
                    <a:pt x="19052" y="47882"/>
                  </a:lnTo>
                  <a:lnTo>
                    <a:pt x="0" y="0"/>
                  </a:lnTo>
                  <a:lnTo>
                    <a:pt x="9573" y="0"/>
                  </a:lnTo>
                  <a:cubicBezTo>
                    <a:pt x="10417" y="0"/>
                    <a:pt x="11123" y="202"/>
                    <a:pt x="11698" y="605"/>
                  </a:cubicBezTo>
                  <a:cubicBezTo>
                    <a:pt x="12273" y="1012"/>
                    <a:pt x="12669" y="1523"/>
                    <a:pt x="12889" y="2143"/>
                  </a:cubicBezTo>
                  <a:lnTo>
                    <a:pt x="22130" y="27720"/>
                  </a:lnTo>
                  <a:cubicBezTo>
                    <a:pt x="22660" y="29213"/>
                    <a:pt x="23104" y="30680"/>
                    <a:pt x="23463" y="32107"/>
                  </a:cubicBezTo>
                  <a:cubicBezTo>
                    <a:pt x="23818" y="33537"/>
                    <a:pt x="24139" y="34974"/>
                    <a:pt x="24423" y="36404"/>
                  </a:cubicBezTo>
                  <a:cubicBezTo>
                    <a:pt x="24699" y="34974"/>
                    <a:pt x="25020" y="33537"/>
                    <a:pt x="25375" y="32107"/>
                  </a:cubicBezTo>
                  <a:cubicBezTo>
                    <a:pt x="25734" y="30680"/>
                    <a:pt x="26193" y="29213"/>
                    <a:pt x="26757" y="27720"/>
                  </a:cubicBezTo>
                  <a:lnTo>
                    <a:pt x="36233" y="2143"/>
                  </a:lnTo>
                  <a:cubicBezTo>
                    <a:pt x="36449" y="1523"/>
                    <a:pt x="36838" y="1012"/>
                    <a:pt x="37398" y="605"/>
                  </a:cubicBezTo>
                  <a:cubicBezTo>
                    <a:pt x="37962" y="202"/>
                    <a:pt x="38627" y="0"/>
                    <a:pt x="39404" y="0"/>
                  </a:cubicBezTo>
                  <a:lnTo>
                    <a:pt x="48509" y="0"/>
                  </a:lnTo>
                  <a:lnTo>
                    <a:pt x="29510" y="47882"/>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60" name="Google Shape;2160;p90"/>
            <p:cNvSpPr/>
            <p:nvPr/>
          </p:nvSpPr>
          <p:spPr>
            <a:xfrm>
              <a:off x="3006158" y="3252196"/>
              <a:ext cx="43743" cy="49330"/>
            </a:xfrm>
            <a:custGeom>
              <a:avLst/>
              <a:gdLst/>
              <a:ahLst/>
              <a:cxnLst/>
              <a:rect l="l" t="t" r="r" b="b"/>
              <a:pathLst>
                <a:path w="43743" h="49330" extrusionOk="0">
                  <a:moveTo>
                    <a:pt x="23018" y="0"/>
                  </a:moveTo>
                  <a:cubicBezTo>
                    <a:pt x="26033" y="0"/>
                    <a:pt x="28811" y="485"/>
                    <a:pt x="31351" y="1449"/>
                  </a:cubicBezTo>
                  <a:cubicBezTo>
                    <a:pt x="33887" y="2412"/>
                    <a:pt x="36072" y="3820"/>
                    <a:pt x="37910" y="5672"/>
                  </a:cubicBezTo>
                  <a:cubicBezTo>
                    <a:pt x="39743" y="7524"/>
                    <a:pt x="41178" y="9794"/>
                    <a:pt x="42205" y="12482"/>
                  </a:cubicBezTo>
                  <a:cubicBezTo>
                    <a:pt x="43232" y="15181"/>
                    <a:pt x="43744" y="18251"/>
                    <a:pt x="43744" y="21701"/>
                  </a:cubicBezTo>
                  <a:cubicBezTo>
                    <a:pt x="43744" y="22574"/>
                    <a:pt x="43706" y="23299"/>
                    <a:pt x="43628" y="23874"/>
                  </a:cubicBezTo>
                  <a:cubicBezTo>
                    <a:pt x="43553" y="24449"/>
                    <a:pt x="43411" y="24904"/>
                    <a:pt x="43209" y="25229"/>
                  </a:cubicBezTo>
                  <a:cubicBezTo>
                    <a:pt x="43004" y="25550"/>
                    <a:pt x="42735" y="25785"/>
                    <a:pt x="42392" y="25931"/>
                  </a:cubicBezTo>
                  <a:cubicBezTo>
                    <a:pt x="42048" y="26069"/>
                    <a:pt x="41611" y="26136"/>
                    <a:pt x="41084" y="26136"/>
                  </a:cubicBezTo>
                  <a:lnTo>
                    <a:pt x="11485" y="26136"/>
                  </a:lnTo>
                  <a:cubicBezTo>
                    <a:pt x="11829" y="31057"/>
                    <a:pt x="13151" y="34668"/>
                    <a:pt x="15451" y="36964"/>
                  </a:cubicBezTo>
                  <a:cubicBezTo>
                    <a:pt x="17756" y="39268"/>
                    <a:pt x="20807" y="40422"/>
                    <a:pt x="24602" y="40422"/>
                  </a:cubicBezTo>
                  <a:cubicBezTo>
                    <a:pt x="26470" y="40422"/>
                    <a:pt x="28083" y="40201"/>
                    <a:pt x="29435" y="39764"/>
                  </a:cubicBezTo>
                  <a:cubicBezTo>
                    <a:pt x="30791" y="39335"/>
                    <a:pt x="31971" y="38846"/>
                    <a:pt x="32987" y="38320"/>
                  </a:cubicBezTo>
                  <a:cubicBezTo>
                    <a:pt x="33995" y="37789"/>
                    <a:pt x="34881" y="37308"/>
                    <a:pt x="35642" y="36871"/>
                  </a:cubicBezTo>
                  <a:cubicBezTo>
                    <a:pt x="36408" y="36438"/>
                    <a:pt x="37148" y="36221"/>
                    <a:pt x="37861" y="36221"/>
                  </a:cubicBezTo>
                  <a:cubicBezTo>
                    <a:pt x="38328" y="36221"/>
                    <a:pt x="38735" y="36315"/>
                    <a:pt x="39075" y="36497"/>
                  </a:cubicBezTo>
                  <a:cubicBezTo>
                    <a:pt x="39419" y="36688"/>
                    <a:pt x="39714" y="36949"/>
                    <a:pt x="39964" y="37293"/>
                  </a:cubicBezTo>
                  <a:lnTo>
                    <a:pt x="43325" y="41493"/>
                  </a:lnTo>
                  <a:cubicBezTo>
                    <a:pt x="42048" y="42987"/>
                    <a:pt x="40617" y="44241"/>
                    <a:pt x="39030" y="45250"/>
                  </a:cubicBezTo>
                  <a:cubicBezTo>
                    <a:pt x="37443" y="46261"/>
                    <a:pt x="35788" y="47072"/>
                    <a:pt x="34059" y="47676"/>
                  </a:cubicBezTo>
                  <a:cubicBezTo>
                    <a:pt x="32330" y="48281"/>
                    <a:pt x="30570" y="48711"/>
                    <a:pt x="28785" y="48961"/>
                  </a:cubicBezTo>
                  <a:cubicBezTo>
                    <a:pt x="26992" y="49207"/>
                    <a:pt x="25256" y="49330"/>
                    <a:pt x="23575" y="49330"/>
                  </a:cubicBezTo>
                  <a:cubicBezTo>
                    <a:pt x="20243" y="49330"/>
                    <a:pt x="17147" y="48778"/>
                    <a:pt x="14286" y="47676"/>
                  </a:cubicBezTo>
                  <a:cubicBezTo>
                    <a:pt x="11421" y="46575"/>
                    <a:pt x="8930" y="44943"/>
                    <a:pt x="6816" y="42778"/>
                  </a:cubicBezTo>
                  <a:cubicBezTo>
                    <a:pt x="4699" y="40616"/>
                    <a:pt x="3033" y="37942"/>
                    <a:pt x="1823" y="34746"/>
                  </a:cubicBezTo>
                  <a:cubicBezTo>
                    <a:pt x="609" y="31562"/>
                    <a:pt x="0" y="27861"/>
                    <a:pt x="0" y="23661"/>
                  </a:cubicBezTo>
                  <a:cubicBezTo>
                    <a:pt x="0" y="20394"/>
                    <a:pt x="527" y="17325"/>
                    <a:pt x="1587" y="14446"/>
                  </a:cubicBezTo>
                  <a:cubicBezTo>
                    <a:pt x="2648" y="11571"/>
                    <a:pt x="4164" y="9062"/>
                    <a:pt x="6140" y="6934"/>
                  </a:cubicBezTo>
                  <a:cubicBezTo>
                    <a:pt x="8112" y="4805"/>
                    <a:pt x="10529" y="3114"/>
                    <a:pt x="13379" y="1867"/>
                  </a:cubicBezTo>
                  <a:cubicBezTo>
                    <a:pt x="16221" y="627"/>
                    <a:pt x="19437" y="0"/>
                    <a:pt x="23018" y="0"/>
                  </a:cubicBezTo>
                  <a:close/>
                  <a:moveTo>
                    <a:pt x="23250" y="8259"/>
                  </a:moveTo>
                  <a:cubicBezTo>
                    <a:pt x="19889" y="8259"/>
                    <a:pt x="17259" y="9207"/>
                    <a:pt x="15362" y="11112"/>
                  </a:cubicBezTo>
                  <a:cubicBezTo>
                    <a:pt x="13461" y="13008"/>
                    <a:pt x="12247" y="15701"/>
                    <a:pt x="11716" y="19184"/>
                  </a:cubicBezTo>
                  <a:lnTo>
                    <a:pt x="33379" y="19184"/>
                  </a:lnTo>
                  <a:cubicBezTo>
                    <a:pt x="33379" y="17690"/>
                    <a:pt x="33177" y="16283"/>
                    <a:pt x="32774" y="14961"/>
                  </a:cubicBezTo>
                  <a:cubicBezTo>
                    <a:pt x="32371" y="13636"/>
                    <a:pt x="31747" y="12475"/>
                    <a:pt x="30907" y="11485"/>
                  </a:cubicBezTo>
                  <a:cubicBezTo>
                    <a:pt x="30066" y="10484"/>
                    <a:pt x="29006" y="9704"/>
                    <a:pt x="27732" y="9129"/>
                  </a:cubicBezTo>
                  <a:cubicBezTo>
                    <a:pt x="26458" y="8554"/>
                    <a:pt x="24961" y="8259"/>
                    <a:pt x="23250" y="8259"/>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61" name="Google Shape;2161;p90"/>
            <p:cNvSpPr/>
            <p:nvPr/>
          </p:nvSpPr>
          <p:spPr>
            <a:xfrm>
              <a:off x="3059288" y="3252054"/>
              <a:ext cx="30533" cy="48774"/>
            </a:xfrm>
            <a:custGeom>
              <a:avLst/>
              <a:gdLst/>
              <a:ahLst/>
              <a:cxnLst/>
              <a:rect l="l" t="t" r="r" b="b"/>
              <a:pathLst>
                <a:path w="30533" h="48774" extrusionOk="0">
                  <a:moveTo>
                    <a:pt x="0" y="48774"/>
                  </a:moveTo>
                  <a:lnTo>
                    <a:pt x="0" y="892"/>
                  </a:lnTo>
                  <a:lnTo>
                    <a:pt x="6771" y="892"/>
                  </a:lnTo>
                  <a:cubicBezTo>
                    <a:pt x="7952" y="892"/>
                    <a:pt x="8777" y="1109"/>
                    <a:pt x="9244" y="1542"/>
                  </a:cubicBezTo>
                  <a:cubicBezTo>
                    <a:pt x="9711" y="1979"/>
                    <a:pt x="10021" y="2729"/>
                    <a:pt x="10178" y="3786"/>
                  </a:cubicBezTo>
                  <a:lnTo>
                    <a:pt x="10876" y="9570"/>
                  </a:lnTo>
                  <a:cubicBezTo>
                    <a:pt x="12587" y="6616"/>
                    <a:pt x="14596" y="4283"/>
                    <a:pt x="16901" y="2569"/>
                  </a:cubicBezTo>
                  <a:cubicBezTo>
                    <a:pt x="19205" y="863"/>
                    <a:pt x="21786" y="0"/>
                    <a:pt x="24651" y="0"/>
                  </a:cubicBezTo>
                  <a:cubicBezTo>
                    <a:pt x="27015" y="0"/>
                    <a:pt x="28976" y="549"/>
                    <a:pt x="30533" y="1635"/>
                  </a:cubicBezTo>
                  <a:lnTo>
                    <a:pt x="29039" y="10268"/>
                  </a:lnTo>
                  <a:cubicBezTo>
                    <a:pt x="28946" y="10832"/>
                    <a:pt x="28740" y="11224"/>
                    <a:pt x="28430" y="11459"/>
                  </a:cubicBezTo>
                  <a:cubicBezTo>
                    <a:pt x="28117" y="11691"/>
                    <a:pt x="27698" y="11810"/>
                    <a:pt x="27172" y="11810"/>
                  </a:cubicBezTo>
                  <a:cubicBezTo>
                    <a:pt x="26705" y="11810"/>
                    <a:pt x="26066" y="11705"/>
                    <a:pt x="25256" y="11489"/>
                  </a:cubicBezTo>
                  <a:cubicBezTo>
                    <a:pt x="24445" y="11269"/>
                    <a:pt x="23373" y="11160"/>
                    <a:pt x="22036" y="11160"/>
                  </a:cubicBezTo>
                  <a:cubicBezTo>
                    <a:pt x="19638" y="11160"/>
                    <a:pt x="17584" y="11821"/>
                    <a:pt x="15873" y="13143"/>
                  </a:cubicBezTo>
                  <a:cubicBezTo>
                    <a:pt x="14159" y="14465"/>
                    <a:pt x="12710" y="16402"/>
                    <a:pt x="11530" y="18956"/>
                  </a:cubicBezTo>
                  <a:lnTo>
                    <a:pt x="11530" y="48774"/>
                  </a:lnTo>
                  <a:lnTo>
                    <a:pt x="0" y="48774"/>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62" name="Google Shape;2162;p90"/>
            <p:cNvSpPr/>
            <p:nvPr/>
          </p:nvSpPr>
          <p:spPr>
            <a:xfrm>
              <a:off x="3097429" y="3252196"/>
              <a:ext cx="41737" cy="48632"/>
            </a:xfrm>
            <a:custGeom>
              <a:avLst/>
              <a:gdLst/>
              <a:ahLst/>
              <a:cxnLst/>
              <a:rect l="l" t="t" r="r" b="b"/>
              <a:pathLst>
                <a:path w="41737" h="48632" extrusionOk="0">
                  <a:moveTo>
                    <a:pt x="0" y="48632"/>
                  </a:moveTo>
                  <a:lnTo>
                    <a:pt x="0" y="750"/>
                  </a:lnTo>
                  <a:lnTo>
                    <a:pt x="7048" y="750"/>
                  </a:lnTo>
                  <a:cubicBezTo>
                    <a:pt x="8542" y="750"/>
                    <a:pt x="9524" y="1449"/>
                    <a:pt x="9991" y="2849"/>
                  </a:cubicBezTo>
                  <a:lnTo>
                    <a:pt x="10783" y="6627"/>
                  </a:lnTo>
                  <a:cubicBezTo>
                    <a:pt x="11750" y="5634"/>
                    <a:pt x="12766" y="4731"/>
                    <a:pt x="13842" y="3920"/>
                  </a:cubicBezTo>
                  <a:cubicBezTo>
                    <a:pt x="14914" y="3114"/>
                    <a:pt x="16053" y="2412"/>
                    <a:pt x="17248" y="1822"/>
                  </a:cubicBezTo>
                  <a:cubicBezTo>
                    <a:pt x="18451" y="1232"/>
                    <a:pt x="19732" y="780"/>
                    <a:pt x="21099" y="467"/>
                  </a:cubicBezTo>
                  <a:cubicBezTo>
                    <a:pt x="22473" y="160"/>
                    <a:pt x="23963" y="0"/>
                    <a:pt x="25584" y="0"/>
                  </a:cubicBezTo>
                  <a:cubicBezTo>
                    <a:pt x="28199" y="0"/>
                    <a:pt x="30514" y="444"/>
                    <a:pt x="32539" y="1333"/>
                  </a:cubicBezTo>
                  <a:cubicBezTo>
                    <a:pt x="34563" y="2214"/>
                    <a:pt x="36251" y="3461"/>
                    <a:pt x="37603" y="5067"/>
                  </a:cubicBezTo>
                  <a:cubicBezTo>
                    <a:pt x="38959" y="6672"/>
                    <a:pt x="39986" y="8580"/>
                    <a:pt x="40688" y="10805"/>
                  </a:cubicBezTo>
                  <a:cubicBezTo>
                    <a:pt x="41387" y="13031"/>
                    <a:pt x="41738" y="15480"/>
                    <a:pt x="41738" y="18157"/>
                  </a:cubicBezTo>
                  <a:lnTo>
                    <a:pt x="41738" y="48632"/>
                  </a:lnTo>
                  <a:lnTo>
                    <a:pt x="30204" y="48632"/>
                  </a:lnTo>
                  <a:lnTo>
                    <a:pt x="30204" y="18157"/>
                  </a:lnTo>
                  <a:cubicBezTo>
                    <a:pt x="30204" y="15234"/>
                    <a:pt x="29528" y="12971"/>
                    <a:pt x="28173" y="11369"/>
                  </a:cubicBezTo>
                  <a:cubicBezTo>
                    <a:pt x="26821" y="9764"/>
                    <a:pt x="24789" y="8961"/>
                    <a:pt x="22081" y="8961"/>
                  </a:cubicBezTo>
                  <a:cubicBezTo>
                    <a:pt x="20090" y="8961"/>
                    <a:pt x="18223" y="9413"/>
                    <a:pt x="16479" y="10316"/>
                  </a:cubicBezTo>
                  <a:cubicBezTo>
                    <a:pt x="14734" y="11220"/>
                    <a:pt x="13087" y="12448"/>
                    <a:pt x="11530" y="14002"/>
                  </a:cubicBezTo>
                  <a:lnTo>
                    <a:pt x="11530" y="48632"/>
                  </a:lnTo>
                  <a:lnTo>
                    <a:pt x="0" y="48632"/>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63" name="Google Shape;2163;p90"/>
            <p:cNvSpPr/>
            <p:nvPr/>
          </p:nvSpPr>
          <p:spPr>
            <a:xfrm>
              <a:off x="3147290" y="3252196"/>
              <a:ext cx="43747" cy="49330"/>
            </a:xfrm>
            <a:custGeom>
              <a:avLst/>
              <a:gdLst/>
              <a:ahLst/>
              <a:cxnLst/>
              <a:rect l="l" t="t" r="r" b="b"/>
              <a:pathLst>
                <a:path w="43747" h="49330" extrusionOk="0">
                  <a:moveTo>
                    <a:pt x="23018" y="0"/>
                  </a:moveTo>
                  <a:cubicBezTo>
                    <a:pt x="26033" y="0"/>
                    <a:pt x="28815" y="485"/>
                    <a:pt x="31351" y="1449"/>
                  </a:cubicBezTo>
                  <a:cubicBezTo>
                    <a:pt x="33887" y="2412"/>
                    <a:pt x="36072" y="3820"/>
                    <a:pt x="37910" y="5672"/>
                  </a:cubicBezTo>
                  <a:cubicBezTo>
                    <a:pt x="39743" y="7524"/>
                    <a:pt x="41178" y="9794"/>
                    <a:pt x="42205" y="12482"/>
                  </a:cubicBezTo>
                  <a:cubicBezTo>
                    <a:pt x="43232" y="15181"/>
                    <a:pt x="43747" y="18251"/>
                    <a:pt x="43747" y="21701"/>
                  </a:cubicBezTo>
                  <a:cubicBezTo>
                    <a:pt x="43747" y="22574"/>
                    <a:pt x="43706" y="23299"/>
                    <a:pt x="43628" y="23874"/>
                  </a:cubicBezTo>
                  <a:cubicBezTo>
                    <a:pt x="43553" y="24449"/>
                    <a:pt x="43411" y="24904"/>
                    <a:pt x="43209" y="25229"/>
                  </a:cubicBezTo>
                  <a:cubicBezTo>
                    <a:pt x="43004" y="25550"/>
                    <a:pt x="42735" y="25785"/>
                    <a:pt x="42391" y="25931"/>
                  </a:cubicBezTo>
                  <a:cubicBezTo>
                    <a:pt x="42048" y="26069"/>
                    <a:pt x="41611" y="26136"/>
                    <a:pt x="41084" y="26136"/>
                  </a:cubicBezTo>
                  <a:lnTo>
                    <a:pt x="11485" y="26136"/>
                  </a:lnTo>
                  <a:cubicBezTo>
                    <a:pt x="11829" y="31057"/>
                    <a:pt x="13151" y="34668"/>
                    <a:pt x="15451" y="36964"/>
                  </a:cubicBezTo>
                  <a:cubicBezTo>
                    <a:pt x="17760" y="39268"/>
                    <a:pt x="20807" y="40422"/>
                    <a:pt x="24606" y="40422"/>
                  </a:cubicBezTo>
                  <a:cubicBezTo>
                    <a:pt x="26473" y="40422"/>
                    <a:pt x="28083" y="40201"/>
                    <a:pt x="29435" y="39764"/>
                  </a:cubicBezTo>
                  <a:cubicBezTo>
                    <a:pt x="30791" y="39335"/>
                    <a:pt x="31971" y="38846"/>
                    <a:pt x="32987" y="38320"/>
                  </a:cubicBezTo>
                  <a:cubicBezTo>
                    <a:pt x="33995" y="37789"/>
                    <a:pt x="34881" y="37308"/>
                    <a:pt x="35646" y="36871"/>
                  </a:cubicBezTo>
                  <a:cubicBezTo>
                    <a:pt x="36408" y="36438"/>
                    <a:pt x="37148" y="36221"/>
                    <a:pt x="37861" y="36221"/>
                  </a:cubicBezTo>
                  <a:cubicBezTo>
                    <a:pt x="38328" y="36221"/>
                    <a:pt x="38735" y="36315"/>
                    <a:pt x="39079" y="36497"/>
                  </a:cubicBezTo>
                  <a:cubicBezTo>
                    <a:pt x="39419" y="36688"/>
                    <a:pt x="39714" y="36949"/>
                    <a:pt x="39964" y="37293"/>
                  </a:cubicBezTo>
                  <a:lnTo>
                    <a:pt x="43325" y="41493"/>
                  </a:lnTo>
                  <a:cubicBezTo>
                    <a:pt x="42048" y="42987"/>
                    <a:pt x="40617" y="44241"/>
                    <a:pt x="39030" y="45250"/>
                  </a:cubicBezTo>
                  <a:cubicBezTo>
                    <a:pt x="37443" y="46261"/>
                    <a:pt x="35788" y="47072"/>
                    <a:pt x="34059" y="47676"/>
                  </a:cubicBezTo>
                  <a:cubicBezTo>
                    <a:pt x="32330" y="48281"/>
                    <a:pt x="30570" y="48711"/>
                    <a:pt x="28785" y="48961"/>
                  </a:cubicBezTo>
                  <a:cubicBezTo>
                    <a:pt x="26992" y="49207"/>
                    <a:pt x="25256" y="49330"/>
                    <a:pt x="23575" y="49330"/>
                  </a:cubicBezTo>
                  <a:cubicBezTo>
                    <a:pt x="20247" y="49330"/>
                    <a:pt x="17147" y="48778"/>
                    <a:pt x="14286" y="47676"/>
                  </a:cubicBezTo>
                  <a:cubicBezTo>
                    <a:pt x="11421" y="46575"/>
                    <a:pt x="8930" y="44943"/>
                    <a:pt x="6816" y="42778"/>
                  </a:cubicBezTo>
                  <a:cubicBezTo>
                    <a:pt x="4699" y="40616"/>
                    <a:pt x="3033" y="37942"/>
                    <a:pt x="1823" y="34746"/>
                  </a:cubicBezTo>
                  <a:cubicBezTo>
                    <a:pt x="609" y="31562"/>
                    <a:pt x="0" y="27861"/>
                    <a:pt x="0" y="23661"/>
                  </a:cubicBezTo>
                  <a:cubicBezTo>
                    <a:pt x="0" y="20394"/>
                    <a:pt x="527" y="17325"/>
                    <a:pt x="1587" y="14446"/>
                  </a:cubicBezTo>
                  <a:cubicBezTo>
                    <a:pt x="2648" y="11571"/>
                    <a:pt x="4164" y="9062"/>
                    <a:pt x="6140" y="6934"/>
                  </a:cubicBezTo>
                  <a:cubicBezTo>
                    <a:pt x="8116" y="4805"/>
                    <a:pt x="10529" y="3114"/>
                    <a:pt x="13379" y="1867"/>
                  </a:cubicBezTo>
                  <a:cubicBezTo>
                    <a:pt x="16221" y="627"/>
                    <a:pt x="19437" y="0"/>
                    <a:pt x="23018" y="0"/>
                  </a:cubicBezTo>
                  <a:close/>
                  <a:moveTo>
                    <a:pt x="23250" y="8259"/>
                  </a:moveTo>
                  <a:cubicBezTo>
                    <a:pt x="19889" y="8259"/>
                    <a:pt x="17259" y="9207"/>
                    <a:pt x="15362" y="11112"/>
                  </a:cubicBezTo>
                  <a:cubicBezTo>
                    <a:pt x="13461" y="13008"/>
                    <a:pt x="12247" y="15701"/>
                    <a:pt x="11716" y="19184"/>
                  </a:cubicBezTo>
                  <a:lnTo>
                    <a:pt x="33379" y="19184"/>
                  </a:lnTo>
                  <a:cubicBezTo>
                    <a:pt x="33379" y="17690"/>
                    <a:pt x="33177" y="16283"/>
                    <a:pt x="32774" y="14961"/>
                  </a:cubicBezTo>
                  <a:cubicBezTo>
                    <a:pt x="32371" y="13636"/>
                    <a:pt x="31747" y="12475"/>
                    <a:pt x="30907" y="11485"/>
                  </a:cubicBezTo>
                  <a:cubicBezTo>
                    <a:pt x="30066" y="10484"/>
                    <a:pt x="29005" y="9704"/>
                    <a:pt x="27732" y="9129"/>
                  </a:cubicBezTo>
                  <a:cubicBezTo>
                    <a:pt x="26458" y="8554"/>
                    <a:pt x="24961" y="8259"/>
                    <a:pt x="23250" y="8259"/>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64" name="Google Shape;2164;p90"/>
            <p:cNvSpPr/>
            <p:nvPr/>
          </p:nvSpPr>
          <p:spPr>
            <a:xfrm>
              <a:off x="3197107" y="3231477"/>
              <a:ext cx="44068" cy="70049"/>
            </a:xfrm>
            <a:custGeom>
              <a:avLst/>
              <a:gdLst/>
              <a:ahLst/>
              <a:cxnLst/>
              <a:rect l="l" t="t" r="r" b="b"/>
              <a:pathLst>
                <a:path w="44068" h="70049" extrusionOk="0">
                  <a:moveTo>
                    <a:pt x="37021" y="69351"/>
                  </a:moveTo>
                  <a:cubicBezTo>
                    <a:pt x="35527" y="69351"/>
                    <a:pt x="34548" y="68649"/>
                    <a:pt x="34081" y="67249"/>
                  </a:cubicBezTo>
                  <a:lnTo>
                    <a:pt x="33148" y="62634"/>
                  </a:lnTo>
                  <a:cubicBezTo>
                    <a:pt x="32150" y="63750"/>
                    <a:pt x="31108" y="64762"/>
                    <a:pt x="30018" y="65670"/>
                  </a:cubicBezTo>
                  <a:cubicBezTo>
                    <a:pt x="28927" y="66566"/>
                    <a:pt x="27751" y="67346"/>
                    <a:pt x="26492" y="68003"/>
                  </a:cubicBezTo>
                  <a:cubicBezTo>
                    <a:pt x="25230" y="68649"/>
                    <a:pt x="23877" y="69161"/>
                    <a:pt x="22428" y="69519"/>
                  </a:cubicBezTo>
                  <a:cubicBezTo>
                    <a:pt x="20983" y="69878"/>
                    <a:pt x="19422" y="70049"/>
                    <a:pt x="17741" y="70049"/>
                  </a:cubicBezTo>
                  <a:cubicBezTo>
                    <a:pt x="15123" y="70049"/>
                    <a:pt x="12729" y="69512"/>
                    <a:pt x="10551" y="68417"/>
                  </a:cubicBezTo>
                  <a:cubicBezTo>
                    <a:pt x="8370" y="67331"/>
                    <a:pt x="6495" y="65748"/>
                    <a:pt x="4923" y="63683"/>
                  </a:cubicBezTo>
                  <a:cubicBezTo>
                    <a:pt x="3350" y="61615"/>
                    <a:pt x="2136" y="59053"/>
                    <a:pt x="1281" y="56007"/>
                  </a:cubicBezTo>
                  <a:cubicBezTo>
                    <a:pt x="426" y="52956"/>
                    <a:pt x="0" y="49472"/>
                    <a:pt x="0" y="45548"/>
                  </a:cubicBezTo>
                  <a:cubicBezTo>
                    <a:pt x="0" y="42005"/>
                    <a:pt x="478" y="38708"/>
                    <a:pt x="1445" y="35654"/>
                  </a:cubicBezTo>
                  <a:cubicBezTo>
                    <a:pt x="2409" y="32603"/>
                    <a:pt x="3795" y="29964"/>
                    <a:pt x="5602" y="27720"/>
                  </a:cubicBezTo>
                  <a:cubicBezTo>
                    <a:pt x="7406" y="25479"/>
                    <a:pt x="9569" y="23728"/>
                    <a:pt x="12090" y="22466"/>
                  </a:cubicBezTo>
                  <a:cubicBezTo>
                    <a:pt x="14611" y="21212"/>
                    <a:pt x="17442" y="20577"/>
                    <a:pt x="20587" y="20577"/>
                  </a:cubicBezTo>
                  <a:cubicBezTo>
                    <a:pt x="23261" y="20577"/>
                    <a:pt x="25551" y="21010"/>
                    <a:pt x="27448" y="21861"/>
                  </a:cubicBezTo>
                  <a:cubicBezTo>
                    <a:pt x="29349" y="22724"/>
                    <a:pt x="31045" y="23859"/>
                    <a:pt x="32535" y="25296"/>
                  </a:cubicBezTo>
                  <a:lnTo>
                    <a:pt x="32535" y="0"/>
                  </a:lnTo>
                  <a:lnTo>
                    <a:pt x="44068" y="0"/>
                  </a:lnTo>
                  <a:lnTo>
                    <a:pt x="44068" y="69351"/>
                  </a:lnTo>
                  <a:lnTo>
                    <a:pt x="37021" y="69351"/>
                  </a:lnTo>
                  <a:close/>
                  <a:moveTo>
                    <a:pt x="21659" y="60905"/>
                  </a:moveTo>
                  <a:cubicBezTo>
                    <a:pt x="24057" y="60905"/>
                    <a:pt x="26096" y="60409"/>
                    <a:pt x="27777" y="59412"/>
                  </a:cubicBezTo>
                  <a:cubicBezTo>
                    <a:pt x="29457" y="58419"/>
                    <a:pt x="31045" y="56996"/>
                    <a:pt x="32535" y="55166"/>
                  </a:cubicBezTo>
                  <a:lnTo>
                    <a:pt x="32535" y="33697"/>
                  </a:lnTo>
                  <a:cubicBezTo>
                    <a:pt x="31232" y="32107"/>
                    <a:pt x="29809" y="30987"/>
                    <a:pt x="28266" y="30337"/>
                  </a:cubicBezTo>
                  <a:cubicBezTo>
                    <a:pt x="26727" y="29680"/>
                    <a:pt x="25065" y="29351"/>
                    <a:pt x="23295" y="29351"/>
                  </a:cubicBezTo>
                  <a:cubicBezTo>
                    <a:pt x="21551" y="29351"/>
                    <a:pt x="19971" y="29680"/>
                    <a:pt x="18555" y="30337"/>
                  </a:cubicBezTo>
                  <a:cubicBezTo>
                    <a:pt x="17136" y="30987"/>
                    <a:pt x="15941" y="31976"/>
                    <a:pt x="14958" y="33298"/>
                  </a:cubicBezTo>
                  <a:cubicBezTo>
                    <a:pt x="13980" y="34623"/>
                    <a:pt x="13225" y="36300"/>
                    <a:pt x="12695" y="38335"/>
                  </a:cubicBezTo>
                  <a:cubicBezTo>
                    <a:pt x="12165" y="40377"/>
                    <a:pt x="11903" y="42785"/>
                    <a:pt x="11903" y="45548"/>
                  </a:cubicBezTo>
                  <a:cubicBezTo>
                    <a:pt x="11903" y="48348"/>
                    <a:pt x="12131" y="50727"/>
                    <a:pt x="12579" y="52665"/>
                  </a:cubicBezTo>
                  <a:cubicBezTo>
                    <a:pt x="13031" y="54614"/>
                    <a:pt x="13677" y="56201"/>
                    <a:pt x="14518" y="57429"/>
                  </a:cubicBezTo>
                  <a:cubicBezTo>
                    <a:pt x="15358" y="58661"/>
                    <a:pt x="16385" y="59542"/>
                    <a:pt x="17595" y="60091"/>
                  </a:cubicBezTo>
                  <a:cubicBezTo>
                    <a:pt x="18813" y="60636"/>
                    <a:pt x="20165" y="60905"/>
                    <a:pt x="21659" y="60905"/>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165" name="Google Shape;2165;p90"/>
          <p:cNvSpPr/>
          <p:nvPr/>
        </p:nvSpPr>
        <p:spPr>
          <a:xfrm>
            <a:off x="2601077" y="4279140"/>
            <a:ext cx="854054" cy="257286"/>
          </a:xfrm>
          <a:custGeom>
            <a:avLst/>
            <a:gdLst/>
            <a:ahLst/>
            <a:cxnLst/>
            <a:rect l="l" t="t" r="r" b="b"/>
            <a:pathLst>
              <a:path w="1084513" h="313763" extrusionOk="0">
                <a:moveTo>
                  <a:pt x="1034305" y="0"/>
                </a:moveTo>
                <a:cubicBezTo>
                  <a:pt x="1062034" y="0"/>
                  <a:pt x="1084513" y="22472"/>
                  <a:pt x="1084513" y="50193"/>
                </a:cubicBezTo>
                <a:lnTo>
                  <a:pt x="1084513" y="263571"/>
                </a:lnTo>
                <a:cubicBezTo>
                  <a:pt x="1084513" y="291291"/>
                  <a:pt x="1062034" y="313763"/>
                  <a:pt x="1034305" y="313763"/>
                </a:cubicBezTo>
                <a:lnTo>
                  <a:pt x="50208" y="313763"/>
                </a:lnTo>
                <a:cubicBezTo>
                  <a:pt x="22479" y="313763"/>
                  <a:pt x="0" y="291291"/>
                  <a:pt x="0" y="263571"/>
                </a:cubicBezTo>
                <a:lnTo>
                  <a:pt x="0" y="50193"/>
                </a:lnTo>
                <a:cubicBezTo>
                  <a:pt x="0" y="22472"/>
                  <a:pt x="22479" y="0"/>
                  <a:pt x="50208" y="0"/>
                </a:cubicBezTo>
                <a:close/>
              </a:path>
            </a:pathLst>
          </a:custGeom>
          <a:solidFill>
            <a:srgbClr val="DFF1F9"/>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166" name="Google Shape;2166;p90"/>
          <p:cNvGrpSpPr/>
          <p:nvPr/>
        </p:nvGrpSpPr>
        <p:grpSpPr>
          <a:xfrm>
            <a:off x="2913266" y="4376827"/>
            <a:ext cx="415173" cy="57383"/>
            <a:chOff x="2734117" y="5695185"/>
            <a:chExt cx="507050" cy="70082"/>
          </a:xfrm>
        </p:grpSpPr>
        <p:sp>
          <p:nvSpPr>
            <p:cNvPr id="2167" name="Google Shape;2167;p90"/>
            <p:cNvSpPr/>
            <p:nvPr/>
          </p:nvSpPr>
          <p:spPr>
            <a:xfrm>
              <a:off x="2734117" y="5696305"/>
              <a:ext cx="57424" cy="68962"/>
            </a:xfrm>
            <a:custGeom>
              <a:avLst/>
              <a:gdLst/>
              <a:ahLst/>
              <a:cxnLst/>
              <a:rect l="l" t="t" r="r" b="b"/>
              <a:pathLst>
                <a:path w="57424" h="68962" extrusionOk="0">
                  <a:moveTo>
                    <a:pt x="50325" y="52310"/>
                  </a:moveTo>
                  <a:cubicBezTo>
                    <a:pt x="51012" y="52310"/>
                    <a:pt x="51602" y="52571"/>
                    <a:pt x="52099" y="53094"/>
                  </a:cubicBezTo>
                  <a:lnTo>
                    <a:pt x="57047" y="58471"/>
                  </a:lnTo>
                  <a:cubicBezTo>
                    <a:pt x="54310" y="61868"/>
                    <a:pt x="50937" y="64445"/>
                    <a:pt x="46941" y="66274"/>
                  </a:cubicBezTo>
                  <a:cubicBezTo>
                    <a:pt x="42941" y="68067"/>
                    <a:pt x="38141" y="68963"/>
                    <a:pt x="32539" y="68963"/>
                  </a:cubicBezTo>
                  <a:cubicBezTo>
                    <a:pt x="27526" y="68963"/>
                    <a:pt x="23022" y="68104"/>
                    <a:pt x="19022" y="66386"/>
                  </a:cubicBezTo>
                  <a:cubicBezTo>
                    <a:pt x="15022" y="64706"/>
                    <a:pt x="11604" y="62316"/>
                    <a:pt x="8773" y="59255"/>
                  </a:cubicBezTo>
                  <a:cubicBezTo>
                    <a:pt x="5939" y="56193"/>
                    <a:pt x="3769" y="52571"/>
                    <a:pt x="2260" y="48352"/>
                  </a:cubicBezTo>
                  <a:cubicBezTo>
                    <a:pt x="751" y="44096"/>
                    <a:pt x="0" y="39503"/>
                    <a:pt x="0" y="34463"/>
                  </a:cubicBezTo>
                  <a:cubicBezTo>
                    <a:pt x="0" y="29422"/>
                    <a:pt x="837" y="24755"/>
                    <a:pt x="2517" y="20536"/>
                  </a:cubicBezTo>
                  <a:cubicBezTo>
                    <a:pt x="4202" y="16317"/>
                    <a:pt x="6562" y="12695"/>
                    <a:pt x="9614" y="9633"/>
                  </a:cubicBezTo>
                  <a:cubicBezTo>
                    <a:pt x="12665" y="6609"/>
                    <a:pt x="16314" y="4219"/>
                    <a:pt x="20561" y="2539"/>
                  </a:cubicBezTo>
                  <a:cubicBezTo>
                    <a:pt x="24811" y="821"/>
                    <a:pt x="29502" y="0"/>
                    <a:pt x="34638" y="0"/>
                  </a:cubicBezTo>
                  <a:cubicBezTo>
                    <a:pt x="39650" y="0"/>
                    <a:pt x="44031" y="784"/>
                    <a:pt x="47781" y="2390"/>
                  </a:cubicBezTo>
                  <a:cubicBezTo>
                    <a:pt x="51531" y="3995"/>
                    <a:pt x="54747" y="6123"/>
                    <a:pt x="57425" y="8774"/>
                  </a:cubicBezTo>
                  <a:lnTo>
                    <a:pt x="53223" y="14599"/>
                  </a:lnTo>
                  <a:cubicBezTo>
                    <a:pt x="52969" y="14972"/>
                    <a:pt x="52651" y="15308"/>
                    <a:pt x="52263" y="15570"/>
                  </a:cubicBezTo>
                  <a:cubicBezTo>
                    <a:pt x="51871" y="15869"/>
                    <a:pt x="51337" y="15981"/>
                    <a:pt x="50653" y="15981"/>
                  </a:cubicBezTo>
                  <a:cubicBezTo>
                    <a:pt x="49936" y="15981"/>
                    <a:pt x="49204" y="15719"/>
                    <a:pt x="48457" y="15159"/>
                  </a:cubicBezTo>
                  <a:cubicBezTo>
                    <a:pt x="47710" y="14599"/>
                    <a:pt x="46761" y="14002"/>
                    <a:pt x="45611" y="13329"/>
                  </a:cubicBezTo>
                  <a:cubicBezTo>
                    <a:pt x="44457" y="12695"/>
                    <a:pt x="43000" y="12060"/>
                    <a:pt x="41245" y="11500"/>
                  </a:cubicBezTo>
                  <a:cubicBezTo>
                    <a:pt x="39486" y="10940"/>
                    <a:pt x="37252" y="10679"/>
                    <a:pt x="34548" y="10679"/>
                  </a:cubicBezTo>
                  <a:cubicBezTo>
                    <a:pt x="31370" y="10679"/>
                    <a:pt x="28453" y="11239"/>
                    <a:pt x="25793" y="12321"/>
                  </a:cubicBezTo>
                  <a:cubicBezTo>
                    <a:pt x="23130" y="13441"/>
                    <a:pt x="20845" y="15010"/>
                    <a:pt x="18929" y="17063"/>
                  </a:cubicBezTo>
                  <a:cubicBezTo>
                    <a:pt x="17013" y="19117"/>
                    <a:pt x="15522" y="21619"/>
                    <a:pt x="14447" y="24568"/>
                  </a:cubicBezTo>
                  <a:cubicBezTo>
                    <a:pt x="13375" y="27480"/>
                    <a:pt x="12837" y="30804"/>
                    <a:pt x="12837" y="34463"/>
                  </a:cubicBezTo>
                  <a:cubicBezTo>
                    <a:pt x="12837" y="38271"/>
                    <a:pt x="13375" y="41669"/>
                    <a:pt x="14447" y="44618"/>
                  </a:cubicBezTo>
                  <a:cubicBezTo>
                    <a:pt x="15522" y="47568"/>
                    <a:pt x="16975" y="50070"/>
                    <a:pt x="18813" y="52086"/>
                  </a:cubicBezTo>
                  <a:cubicBezTo>
                    <a:pt x="20647" y="54102"/>
                    <a:pt x="22809" y="55633"/>
                    <a:pt x="25300" y="56716"/>
                  </a:cubicBezTo>
                  <a:cubicBezTo>
                    <a:pt x="27792" y="57799"/>
                    <a:pt x="30470" y="58321"/>
                    <a:pt x="33331" y="58321"/>
                  </a:cubicBezTo>
                  <a:cubicBezTo>
                    <a:pt x="35041" y="58321"/>
                    <a:pt x="36591" y="58247"/>
                    <a:pt x="37977" y="58060"/>
                  </a:cubicBezTo>
                  <a:cubicBezTo>
                    <a:pt x="39362" y="57873"/>
                    <a:pt x="40636" y="57575"/>
                    <a:pt x="41805" y="57164"/>
                  </a:cubicBezTo>
                  <a:cubicBezTo>
                    <a:pt x="42970" y="56753"/>
                    <a:pt x="44076" y="56230"/>
                    <a:pt x="45122" y="55596"/>
                  </a:cubicBezTo>
                  <a:cubicBezTo>
                    <a:pt x="46164" y="54961"/>
                    <a:pt x="47195" y="54177"/>
                    <a:pt x="48225" y="53244"/>
                  </a:cubicBezTo>
                  <a:cubicBezTo>
                    <a:pt x="48535" y="52945"/>
                    <a:pt x="48864" y="52721"/>
                    <a:pt x="49204" y="52571"/>
                  </a:cubicBezTo>
                  <a:cubicBezTo>
                    <a:pt x="49548" y="52385"/>
                    <a:pt x="49921" y="52310"/>
                    <a:pt x="50325" y="52310"/>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68" name="Google Shape;2168;p90"/>
            <p:cNvSpPr/>
            <p:nvPr/>
          </p:nvSpPr>
          <p:spPr>
            <a:xfrm>
              <a:off x="2799986" y="5715758"/>
              <a:ext cx="30533" cy="48763"/>
            </a:xfrm>
            <a:custGeom>
              <a:avLst/>
              <a:gdLst/>
              <a:ahLst/>
              <a:cxnLst/>
              <a:rect l="l" t="t" r="r" b="b"/>
              <a:pathLst>
                <a:path w="30533" h="48763" extrusionOk="0">
                  <a:moveTo>
                    <a:pt x="0" y="48763"/>
                  </a:moveTo>
                  <a:lnTo>
                    <a:pt x="0" y="896"/>
                  </a:lnTo>
                  <a:lnTo>
                    <a:pt x="6771" y="896"/>
                  </a:lnTo>
                  <a:cubicBezTo>
                    <a:pt x="7952" y="896"/>
                    <a:pt x="8777" y="1120"/>
                    <a:pt x="9244" y="1531"/>
                  </a:cubicBezTo>
                  <a:cubicBezTo>
                    <a:pt x="9711" y="1979"/>
                    <a:pt x="10021" y="2726"/>
                    <a:pt x="10178" y="3771"/>
                  </a:cubicBezTo>
                  <a:lnTo>
                    <a:pt x="10876" y="9559"/>
                  </a:lnTo>
                  <a:cubicBezTo>
                    <a:pt x="12587" y="6609"/>
                    <a:pt x="14600" y="4257"/>
                    <a:pt x="16901" y="2577"/>
                  </a:cubicBezTo>
                  <a:cubicBezTo>
                    <a:pt x="19205" y="859"/>
                    <a:pt x="21786" y="0"/>
                    <a:pt x="24651" y="0"/>
                  </a:cubicBezTo>
                  <a:cubicBezTo>
                    <a:pt x="27015" y="0"/>
                    <a:pt x="28976" y="523"/>
                    <a:pt x="30533" y="1643"/>
                  </a:cubicBezTo>
                  <a:lnTo>
                    <a:pt x="29039" y="10268"/>
                  </a:lnTo>
                  <a:cubicBezTo>
                    <a:pt x="28946" y="10828"/>
                    <a:pt x="28744" y="11201"/>
                    <a:pt x="28434" y="11463"/>
                  </a:cubicBezTo>
                  <a:cubicBezTo>
                    <a:pt x="28120" y="11687"/>
                    <a:pt x="27698" y="11799"/>
                    <a:pt x="27172" y="11799"/>
                  </a:cubicBezTo>
                  <a:cubicBezTo>
                    <a:pt x="26705" y="11799"/>
                    <a:pt x="26066" y="11687"/>
                    <a:pt x="25256" y="11463"/>
                  </a:cubicBezTo>
                  <a:cubicBezTo>
                    <a:pt x="24445" y="11276"/>
                    <a:pt x="23373" y="11164"/>
                    <a:pt x="22036" y="11164"/>
                  </a:cubicBezTo>
                  <a:cubicBezTo>
                    <a:pt x="19638" y="11164"/>
                    <a:pt x="17584" y="11799"/>
                    <a:pt x="15873" y="13143"/>
                  </a:cubicBezTo>
                  <a:cubicBezTo>
                    <a:pt x="14159" y="14450"/>
                    <a:pt x="12714" y="16391"/>
                    <a:pt x="11530" y="18930"/>
                  </a:cubicBezTo>
                  <a:lnTo>
                    <a:pt x="11530" y="48763"/>
                  </a:lnTo>
                  <a:lnTo>
                    <a:pt x="0" y="48763"/>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69" name="Google Shape;2169;p90"/>
            <p:cNvSpPr/>
            <p:nvPr/>
          </p:nvSpPr>
          <p:spPr>
            <a:xfrm>
              <a:off x="2834814" y="5715907"/>
              <a:ext cx="47385" cy="49322"/>
            </a:xfrm>
            <a:custGeom>
              <a:avLst/>
              <a:gdLst/>
              <a:ahLst/>
              <a:cxnLst/>
              <a:rect l="l" t="t" r="r" b="b"/>
              <a:pathLst>
                <a:path w="47385" h="49322" extrusionOk="0">
                  <a:moveTo>
                    <a:pt x="23762" y="0"/>
                  </a:moveTo>
                  <a:cubicBezTo>
                    <a:pt x="27340" y="0"/>
                    <a:pt x="30585" y="560"/>
                    <a:pt x="33495" y="1717"/>
                  </a:cubicBezTo>
                  <a:cubicBezTo>
                    <a:pt x="36408" y="2875"/>
                    <a:pt x="38888" y="4480"/>
                    <a:pt x="40939" y="6609"/>
                  </a:cubicBezTo>
                  <a:cubicBezTo>
                    <a:pt x="42997" y="8737"/>
                    <a:pt x="44584" y="11313"/>
                    <a:pt x="45704" y="14375"/>
                  </a:cubicBezTo>
                  <a:cubicBezTo>
                    <a:pt x="46825" y="17399"/>
                    <a:pt x="47385" y="20834"/>
                    <a:pt x="47385" y="24568"/>
                  </a:cubicBezTo>
                  <a:cubicBezTo>
                    <a:pt x="47385" y="28377"/>
                    <a:pt x="46825" y="31812"/>
                    <a:pt x="45704" y="34836"/>
                  </a:cubicBezTo>
                  <a:cubicBezTo>
                    <a:pt x="44584" y="37898"/>
                    <a:pt x="42997" y="40511"/>
                    <a:pt x="40939" y="42640"/>
                  </a:cubicBezTo>
                  <a:cubicBezTo>
                    <a:pt x="38888" y="44805"/>
                    <a:pt x="36408" y="46448"/>
                    <a:pt x="33495" y="47606"/>
                  </a:cubicBezTo>
                  <a:cubicBezTo>
                    <a:pt x="30585" y="48725"/>
                    <a:pt x="27340" y="49323"/>
                    <a:pt x="23762" y="49323"/>
                  </a:cubicBezTo>
                  <a:cubicBezTo>
                    <a:pt x="20184" y="49323"/>
                    <a:pt x="16930" y="48725"/>
                    <a:pt x="14006" y="47606"/>
                  </a:cubicBezTo>
                  <a:cubicBezTo>
                    <a:pt x="11078" y="46448"/>
                    <a:pt x="8579" y="44805"/>
                    <a:pt x="6510" y="42640"/>
                  </a:cubicBezTo>
                  <a:cubicBezTo>
                    <a:pt x="4441" y="40511"/>
                    <a:pt x="2835" y="37898"/>
                    <a:pt x="1703" y="34836"/>
                  </a:cubicBezTo>
                  <a:cubicBezTo>
                    <a:pt x="564" y="31812"/>
                    <a:pt x="0" y="28377"/>
                    <a:pt x="0" y="24568"/>
                  </a:cubicBezTo>
                  <a:cubicBezTo>
                    <a:pt x="0" y="20834"/>
                    <a:pt x="564" y="17399"/>
                    <a:pt x="1703" y="14375"/>
                  </a:cubicBezTo>
                  <a:cubicBezTo>
                    <a:pt x="2835" y="11313"/>
                    <a:pt x="4441" y="8737"/>
                    <a:pt x="6510" y="6609"/>
                  </a:cubicBezTo>
                  <a:cubicBezTo>
                    <a:pt x="8579" y="4480"/>
                    <a:pt x="11078" y="2875"/>
                    <a:pt x="14006" y="1717"/>
                  </a:cubicBezTo>
                  <a:cubicBezTo>
                    <a:pt x="16930" y="560"/>
                    <a:pt x="20184" y="0"/>
                    <a:pt x="23762" y="0"/>
                  </a:cubicBezTo>
                  <a:close/>
                  <a:moveTo>
                    <a:pt x="23762" y="40437"/>
                  </a:moveTo>
                  <a:cubicBezTo>
                    <a:pt x="27743" y="40437"/>
                    <a:pt x="30694" y="39130"/>
                    <a:pt x="32610" y="36442"/>
                  </a:cubicBezTo>
                  <a:cubicBezTo>
                    <a:pt x="34522" y="33753"/>
                    <a:pt x="35482" y="29833"/>
                    <a:pt x="35482" y="24680"/>
                  </a:cubicBezTo>
                  <a:cubicBezTo>
                    <a:pt x="35482" y="19528"/>
                    <a:pt x="34522" y="15570"/>
                    <a:pt x="32610" y="12881"/>
                  </a:cubicBezTo>
                  <a:cubicBezTo>
                    <a:pt x="30694" y="10156"/>
                    <a:pt x="27743" y="8812"/>
                    <a:pt x="23762" y="8812"/>
                  </a:cubicBezTo>
                  <a:cubicBezTo>
                    <a:pt x="19717" y="8812"/>
                    <a:pt x="16725" y="10156"/>
                    <a:pt x="14794" y="12881"/>
                  </a:cubicBezTo>
                  <a:cubicBezTo>
                    <a:pt x="12867" y="15607"/>
                    <a:pt x="11903" y="19528"/>
                    <a:pt x="11903" y="24680"/>
                  </a:cubicBezTo>
                  <a:cubicBezTo>
                    <a:pt x="11903" y="29795"/>
                    <a:pt x="12867" y="33716"/>
                    <a:pt x="14794" y="36404"/>
                  </a:cubicBezTo>
                  <a:cubicBezTo>
                    <a:pt x="16725" y="39092"/>
                    <a:pt x="19717" y="40437"/>
                    <a:pt x="23762" y="4043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70" name="Google Shape;2170;p90"/>
            <p:cNvSpPr/>
            <p:nvPr/>
          </p:nvSpPr>
          <p:spPr>
            <a:xfrm>
              <a:off x="2887010" y="5715907"/>
              <a:ext cx="35758" cy="49360"/>
            </a:xfrm>
            <a:custGeom>
              <a:avLst/>
              <a:gdLst/>
              <a:ahLst/>
              <a:cxnLst/>
              <a:rect l="l" t="t" r="r" b="b"/>
              <a:pathLst>
                <a:path w="35758" h="49360" extrusionOk="0">
                  <a:moveTo>
                    <a:pt x="32632" y="10081"/>
                  </a:moveTo>
                  <a:cubicBezTo>
                    <a:pt x="32318" y="10566"/>
                    <a:pt x="31997" y="10903"/>
                    <a:pt x="31654" y="11127"/>
                  </a:cubicBezTo>
                  <a:cubicBezTo>
                    <a:pt x="31310" y="11313"/>
                    <a:pt x="30877" y="11425"/>
                    <a:pt x="30346" y="11425"/>
                  </a:cubicBezTo>
                  <a:cubicBezTo>
                    <a:pt x="29786" y="11425"/>
                    <a:pt x="29189" y="11276"/>
                    <a:pt x="28550" y="10940"/>
                  </a:cubicBezTo>
                  <a:cubicBezTo>
                    <a:pt x="27911" y="10641"/>
                    <a:pt x="27172" y="10305"/>
                    <a:pt x="26331" y="9895"/>
                  </a:cubicBezTo>
                  <a:cubicBezTo>
                    <a:pt x="25487" y="9521"/>
                    <a:pt x="24535" y="9148"/>
                    <a:pt x="23459" y="8849"/>
                  </a:cubicBezTo>
                  <a:cubicBezTo>
                    <a:pt x="22383" y="8550"/>
                    <a:pt x="21114" y="8401"/>
                    <a:pt x="19653" y="8401"/>
                  </a:cubicBezTo>
                  <a:cubicBezTo>
                    <a:pt x="17379" y="8401"/>
                    <a:pt x="15593" y="8886"/>
                    <a:pt x="14282" y="9820"/>
                  </a:cubicBezTo>
                  <a:cubicBezTo>
                    <a:pt x="12979" y="10791"/>
                    <a:pt x="12325" y="12060"/>
                    <a:pt x="12325" y="13628"/>
                  </a:cubicBezTo>
                  <a:cubicBezTo>
                    <a:pt x="12325" y="14637"/>
                    <a:pt x="12658" y="15495"/>
                    <a:pt x="13330" y="16204"/>
                  </a:cubicBezTo>
                  <a:cubicBezTo>
                    <a:pt x="13995" y="16914"/>
                    <a:pt x="14887" y="17511"/>
                    <a:pt x="15989" y="18034"/>
                  </a:cubicBezTo>
                  <a:cubicBezTo>
                    <a:pt x="17091" y="18594"/>
                    <a:pt x="18346" y="19042"/>
                    <a:pt x="19747" y="19453"/>
                  </a:cubicBezTo>
                  <a:cubicBezTo>
                    <a:pt x="21147" y="19901"/>
                    <a:pt x="22578" y="20349"/>
                    <a:pt x="24046" y="20834"/>
                  </a:cubicBezTo>
                  <a:cubicBezTo>
                    <a:pt x="25506" y="21357"/>
                    <a:pt x="26936" y="21917"/>
                    <a:pt x="28337" y="22552"/>
                  </a:cubicBezTo>
                  <a:cubicBezTo>
                    <a:pt x="29738" y="23187"/>
                    <a:pt x="30993" y="24008"/>
                    <a:pt x="32098" y="24979"/>
                  </a:cubicBezTo>
                  <a:cubicBezTo>
                    <a:pt x="33200" y="25949"/>
                    <a:pt x="34089" y="27145"/>
                    <a:pt x="34757" y="28489"/>
                  </a:cubicBezTo>
                  <a:cubicBezTo>
                    <a:pt x="35430" y="29870"/>
                    <a:pt x="35758" y="31513"/>
                    <a:pt x="35758" y="33454"/>
                  </a:cubicBezTo>
                  <a:cubicBezTo>
                    <a:pt x="35758" y="35769"/>
                    <a:pt x="35340" y="37860"/>
                    <a:pt x="34500" y="39839"/>
                  </a:cubicBezTo>
                  <a:cubicBezTo>
                    <a:pt x="33659" y="41781"/>
                    <a:pt x="32430" y="43461"/>
                    <a:pt x="30813" y="44843"/>
                  </a:cubicBezTo>
                  <a:cubicBezTo>
                    <a:pt x="29196" y="46261"/>
                    <a:pt x="27194" y="47381"/>
                    <a:pt x="24815" y="48166"/>
                  </a:cubicBezTo>
                  <a:cubicBezTo>
                    <a:pt x="22432" y="48950"/>
                    <a:pt x="19702" y="49360"/>
                    <a:pt x="16617" y="49360"/>
                  </a:cubicBezTo>
                  <a:cubicBezTo>
                    <a:pt x="14970" y="49360"/>
                    <a:pt x="13356" y="49211"/>
                    <a:pt x="11787" y="48912"/>
                  </a:cubicBezTo>
                  <a:cubicBezTo>
                    <a:pt x="10219" y="48614"/>
                    <a:pt x="8706" y="48203"/>
                    <a:pt x="7261" y="47680"/>
                  </a:cubicBezTo>
                  <a:cubicBezTo>
                    <a:pt x="5812" y="47157"/>
                    <a:pt x="4471" y="46523"/>
                    <a:pt x="3242" y="45813"/>
                  </a:cubicBezTo>
                  <a:cubicBezTo>
                    <a:pt x="2013" y="45104"/>
                    <a:pt x="934" y="44320"/>
                    <a:pt x="0" y="43498"/>
                  </a:cubicBezTo>
                  <a:lnTo>
                    <a:pt x="2659" y="39092"/>
                  </a:lnTo>
                  <a:cubicBezTo>
                    <a:pt x="3003" y="38570"/>
                    <a:pt x="3406" y="38159"/>
                    <a:pt x="3873" y="37898"/>
                  </a:cubicBezTo>
                  <a:cubicBezTo>
                    <a:pt x="4340" y="37599"/>
                    <a:pt x="4930" y="37450"/>
                    <a:pt x="5647" y="37450"/>
                  </a:cubicBezTo>
                  <a:cubicBezTo>
                    <a:pt x="6364" y="37450"/>
                    <a:pt x="7040" y="37674"/>
                    <a:pt x="7679" y="38084"/>
                  </a:cubicBezTo>
                  <a:cubicBezTo>
                    <a:pt x="8318" y="38458"/>
                    <a:pt x="9057" y="38906"/>
                    <a:pt x="9898" y="39391"/>
                  </a:cubicBezTo>
                  <a:cubicBezTo>
                    <a:pt x="10738" y="39839"/>
                    <a:pt x="11724" y="40287"/>
                    <a:pt x="12863" y="40698"/>
                  </a:cubicBezTo>
                  <a:cubicBezTo>
                    <a:pt x="13995" y="41109"/>
                    <a:pt x="15436" y="41295"/>
                    <a:pt x="17181" y="41295"/>
                  </a:cubicBezTo>
                  <a:cubicBezTo>
                    <a:pt x="18548" y="41295"/>
                    <a:pt x="19724" y="41109"/>
                    <a:pt x="20703" y="40810"/>
                  </a:cubicBezTo>
                  <a:cubicBezTo>
                    <a:pt x="21685" y="40474"/>
                    <a:pt x="22495" y="40063"/>
                    <a:pt x="23134" y="39503"/>
                  </a:cubicBezTo>
                  <a:cubicBezTo>
                    <a:pt x="23769" y="38980"/>
                    <a:pt x="24236" y="38383"/>
                    <a:pt x="24535" y="37674"/>
                  </a:cubicBezTo>
                  <a:cubicBezTo>
                    <a:pt x="24830" y="36964"/>
                    <a:pt x="24979" y="36255"/>
                    <a:pt x="24979" y="35508"/>
                  </a:cubicBezTo>
                  <a:cubicBezTo>
                    <a:pt x="24979" y="34388"/>
                    <a:pt x="24643" y="33454"/>
                    <a:pt x="23971" y="32745"/>
                  </a:cubicBezTo>
                  <a:cubicBezTo>
                    <a:pt x="23302" y="32036"/>
                    <a:pt x="22417" y="31401"/>
                    <a:pt x="21312" y="30878"/>
                  </a:cubicBezTo>
                  <a:cubicBezTo>
                    <a:pt x="20206" y="30356"/>
                    <a:pt x="18944" y="29870"/>
                    <a:pt x="17532" y="29459"/>
                  </a:cubicBezTo>
                  <a:cubicBezTo>
                    <a:pt x="16116" y="29049"/>
                    <a:pt x="14667" y="28601"/>
                    <a:pt x="13188" y="28078"/>
                  </a:cubicBezTo>
                  <a:cubicBezTo>
                    <a:pt x="11709" y="27593"/>
                    <a:pt x="10260" y="26995"/>
                    <a:pt x="8844" y="26323"/>
                  </a:cubicBezTo>
                  <a:cubicBezTo>
                    <a:pt x="7429" y="25651"/>
                    <a:pt x="6170" y="24830"/>
                    <a:pt x="5065" y="23784"/>
                  </a:cubicBezTo>
                  <a:cubicBezTo>
                    <a:pt x="3959" y="22776"/>
                    <a:pt x="3070" y="21507"/>
                    <a:pt x="2405" y="20013"/>
                  </a:cubicBezTo>
                  <a:cubicBezTo>
                    <a:pt x="1733" y="18519"/>
                    <a:pt x="1401" y="16727"/>
                    <a:pt x="1401" y="14599"/>
                  </a:cubicBezTo>
                  <a:cubicBezTo>
                    <a:pt x="1401" y="12620"/>
                    <a:pt x="1789" y="10753"/>
                    <a:pt x="2570" y="8999"/>
                  </a:cubicBezTo>
                  <a:cubicBezTo>
                    <a:pt x="3346" y="7206"/>
                    <a:pt x="4486" y="5675"/>
                    <a:pt x="5998" y="4369"/>
                  </a:cubicBezTo>
                  <a:cubicBezTo>
                    <a:pt x="7507" y="3024"/>
                    <a:pt x="9390" y="1979"/>
                    <a:pt x="11646" y="1195"/>
                  </a:cubicBezTo>
                  <a:cubicBezTo>
                    <a:pt x="13905" y="373"/>
                    <a:pt x="16508" y="0"/>
                    <a:pt x="19467" y="0"/>
                  </a:cubicBezTo>
                  <a:cubicBezTo>
                    <a:pt x="22768" y="0"/>
                    <a:pt x="25771" y="523"/>
                    <a:pt x="28479" y="1605"/>
                  </a:cubicBezTo>
                  <a:cubicBezTo>
                    <a:pt x="31187" y="2726"/>
                    <a:pt x="33443" y="4144"/>
                    <a:pt x="35250" y="5899"/>
                  </a:cubicBezTo>
                  <a:lnTo>
                    <a:pt x="32632" y="10081"/>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71" name="Google Shape;2171;p90"/>
            <p:cNvSpPr/>
            <p:nvPr/>
          </p:nvSpPr>
          <p:spPr>
            <a:xfrm>
              <a:off x="2927814" y="5715907"/>
              <a:ext cx="35758" cy="49360"/>
            </a:xfrm>
            <a:custGeom>
              <a:avLst/>
              <a:gdLst/>
              <a:ahLst/>
              <a:cxnLst/>
              <a:rect l="l" t="t" r="r" b="b"/>
              <a:pathLst>
                <a:path w="35758" h="49360" extrusionOk="0">
                  <a:moveTo>
                    <a:pt x="32632" y="10081"/>
                  </a:moveTo>
                  <a:cubicBezTo>
                    <a:pt x="32318" y="10566"/>
                    <a:pt x="31993" y="10903"/>
                    <a:pt x="31654" y="11127"/>
                  </a:cubicBezTo>
                  <a:cubicBezTo>
                    <a:pt x="31310" y="11313"/>
                    <a:pt x="30877" y="11425"/>
                    <a:pt x="30346" y="11425"/>
                  </a:cubicBezTo>
                  <a:cubicBezTo>
                    <a:pt x="29786" y="11425"/>
                    <a:pt x="29185" y="11276"/>
                    <a:pt x="28550" y="10940"/>
                  </a:cubicBezTo>
                  <a:cubicBezTo>
                    <a:pt x="27911" y="10641"/>
                    <a:pt x="27168" y="10305"/>
                    <a:pt x="26331" y="9895"/>
                  </a:cubicBezTo>
                  <a:cubicBezTo>
                    <a:pt x="25487" y="9521"/>
                    <a:pt x="24531" y="9148"/>
                    <a:pt x="23459" y="8849"/>
                  </a:cubicBezTo>
                  <a:cubicBezTo>
                    <a:pt x="22383" y="8550"/>
                    <a:pt x="21114" y="8401"/>
                    <a:pt x="19653" y="8401"/>
                  </a:cubicBezTo>
                  <a:cubicBezTo>
                    <a:pt x="17379" y="8401"/>
                    <a:pt x="15593" y="8886"/>
                    <a:pt x="14282" y="9820"/>
                  </a:cubicBezTo>
                  <a:cubicBezTo>
                    <a:pt x="12979" y="10791"/>
                    <a:pt x="12325" y="12060"/>
                    <a:pt x="12325" y="13628"/>
                  </a:cubicBezTo>
                  <a:cubicBezTo>
                    <a:pt x="12325" y="14637"/>
                    <a:pt x="12658" y="15495"/>
                    <a:pt x="13326" y="16204"/>
                  </a:cubicBezTo>
                  <a:cubicBezTo>
                    <a:pt x="13995" y="16914"/>
                    <a:pt x="14884" y="17511"/>
                    <a:pt x="15989" y="18034"/>
                  </a:cubicBezTo>
                  <a:cubicBezTo>
                    <a:pt x="17091" y="18594"/>
                    <a:pt x="18346" y="19042"/>
                    <a:pt x="19747" y="19453"/>
                  </a:cubicBezTo>
                  <a:cubicBezTo>
                    <a:pt x="21147" y="19901"/>
                    <a:pt x="22578" y="20349"/>
                    <a:pt x="24042" y="20834"/>
                  </a:cubicBezTo>
                  <a:cubicBezTo>
                    <a:pt x="25506" y="21357"/>
                    <a:pt x="26936" y="21917"/>
                    <a:pt x="28337" y="22552"/>
                  </a:cubicBezTo>
                  <a:cubicBezTo>
                    <a:pt x="29738" y="23187"/>
                    <a:pt x="30993" y="24008"/>
                    <a:pt x="32098" y="24979"/>
                  </a:cubicBezTo>
                  <a:cubicBezTo>
                    <a:pt x="33200" y="25949"/>
                    <a:pt x="34089" y="27145"/>
                    <a:pt x="34757" y="28489"/>
                  </a:cubicBezTo>
                  <a:cubicBezTo>
                    <a:pt x="35426" y="29870"/>
                    <a:pt x="35758" y="31513"/>
                    <a:pt x="35758" y="33454"/>
                  </a:cubicBezTo>
                  <a:cubicBezTo>
                    <a:pt x="35758" y="35769"/>
                    <a:pt x="35340" y="37860"/>
                    <a:pt x="34500" y="39839"/>
                  </a:cubicBezTo>
                  <a:cubicBezTo>
                    <a:pt x="33659" y="41781"/>
                    <a:pt x="32430" y="43461"/>
                    <a:pt x="30813" y="44843"/>
                  </a:cubicBezTo>
                  <a:cubicBezTo>
                    <a:pt x="29192" y="46261"/>
                    <a:pt x="27194" y="47381"/>
                    <a:pt x="24815" y="48166"/>
                  </a:cubicBezTo>
                  <a:cubicBezTo>
                    <a:pt x="22432" y="48950"/>
                    <a:pt x="19698" y="49360"/>
                    <a:pt x="16617" y="49360"/>
                  </a:cubicBezTo>
                  <a:cubicBezTo>
                    <a:pt x="14970" y="49360"/>
                    <a:pt x="13356" y="49211"/>
                    <a:pt x="11787" y="48912"/>
                  </a:cubicBezTo>
                  <a:cubicBezTo>
                    <a:pt x="10215" y="48614"/>
                    <a:pt x="8706" y="48203"/>
                    <a:pt x="7257" y="47680"/>
                  </a:cubicBezTo>
                  <a:cubicBezTo>
                    <a:pt x="5812" y="47157"/>
                    <a:pt x="4471" y="46523"/>
                    <a:pt x="3242" y="45813"/>
                  </a:cubicBezTo>
                  <a:cubicBezTo>
                    <a:pt x="2013" y="45104"/>
                    <a:pt x="934" y="44320"/>
                    <a:pt x="0" y="43498"/>
                  </a:cubicBezTo>
                  <a:lnTo>
                    <a:pt x="2659" y="39092"/>
                  </a:lnTo>
                  <a:cubicBezTo>
                    <a:pt x="3003" y="38570"/>
                    <a:pt x="3406" y="38159"/>
                    <a:pt x="3873" y="37898"/>
                  </a:cubicBezTo>
                  <a:cubicBezTo>
                    <a:pt x="4340" y="37599"/>
                    <a:pt x="4930" y="37450"/>
                    <a:pt x="5647" y="37450"/>
                  </a:cubicBezTo>
                  <a:cubicBezTo>
                    <a:pt x="6364" y="37450"/>
                    <a:pt x="7040" y="37674"/>
                    <a:pt x="7679" y="38084"/>
                  </a:cubicBezTo>
                  <a:cubicBezTo>
                    <a:pt x="8318" y="38458"/>
                    <a:pt x="9057" y="38906"/>
                    <a:pt x="9894" y="39391"/>
                  </a:cubicBezTo>
                  <a:cubicBezTo>
                    <a:pt x="10738" y="39839"/>
                    <a:pt x="11724" y="40287"/>
                    <a:pt x="12859" y="40698"/>
                  </a:cubicBezTo>
                  <a:cubicBezTo>
                    <a:pt x="13995" y="41109"/>
                    <a:pt x="15436" y="41295"/>
                    <a:pt x="17181" y="41295"/>
                  </a:cubicBezTo>
                  <a:cubicBezTo>
                    <a:pt x="18548" y="41295"/>
                    <a:pt x="19724" y="41109"/>
                    <a:pt x="20703" y="40810"/>
                  </a:cubicBezTo>
                  <a:cubicBezTo>
                    <a:pt x="21685" y="40474"/>
                    <a:pt x="22492" y="40063"/>
                    <a:pt x="23130" y="39503"/>
                  </a:cubicBezTo>
                  <a:cubicBezTo>
                    <a:pt x="23769" y="38980"/>
                    <a:pt x="24236" y="38383"/>
                    <a:pt x="24531" y="37674"/>
                  </a:cubicBezTo>
                  <a:cubicBezTo>
                    <a:pt x="24826" y="36964"/>
                    <a:pt x="24975" y="36255"/>
                    <a:pt x="24975" y="35508"/>
                  </a:cubicBezTo>
                  <a:cubicBezTo>
                    <a:pt x="24975" y="34388"/>
                    <a:pt x="24643" y="33454"/>
                    <a:pt x="23971" y="32745"/>
                  </a:cubicBezTo>
                  <a:cubicBezTo>
                    <a:pt x="23302" y="32036"/>
                    <a:pt x="22417" y="31401"/>
                    <a:pt x="21312" y="30878"/>
                  </a:cubicBezTo>
                  <a:cubicBezTo>
                    <a:pt x="20206" y="30356"/>
                    <a:pt x="18944" y="29870"/>
                    <a:pt x="17528" y="29459"/>
                  </a:cubicBezTo>
                  <a:cubicBezTo>
                    <a:pt x="16112" y="29049"/>
                    <a:pt x="14667" y="28601"/>
                    <a:pt x="13188" y="28078"/>
                  </a:cubicBezTo>
                  <a:cubicBezTo>
                    <a:pt x="11709" y="27593"/>
                    <a:pt x="10260" y="26995"/>
                    <a:pt x="8844" y="26323"/>
                  </a:cubicBezTo>
                  <a:cubicBezTo>
                    <a:pt x="7429" y="25651"/>
                    <a:pt x="6166" y="24830"/>
                    <a:pt x="5061" y="23784"/>
                  </a:cubicBezTo>
                  <a:cubicBezTo>
                    <a:pt x="3959" y="22776"/>
                    <a:pt x="3070" y="21507"/>
                    <a:pt x="2405" y="20013"/>
                  </a:cubicBezTo>
                  <a:cubicBezTo>
                    <a:pt x="1733" y="18519"/>
                    <a:pt x="1401" y="16727"/>
                    <a:pt x="1401" y="14599"/>
                  </a:cubicBezTo>
                  <a:cubicBezTo>
                    <a:pt x="1401" y="12620"/>
                    <a:pt x="1785" y="10753"/>
                    <a:pt x="2566" y="8999"/>
                  </a:cubicBezTo>
                  <a:cubicBezTo>
                    <a:pt x="3343" y="7206"/>
                    <a:pt x="4486" y="5675"/>
                    <a:pt x="5995" y="4369"/>
                  </a:cubicBezTo>
                  <a:cubicBezTo>
                    <a:pt x="7507" y="3024"/>
                    <a:pt x="9390" y="1979"/>
                    <a:pt x="11646" y="1195"/>
                  </a:cubicBezTo>
                  <a:cubicBezTo>
                    <a:pt x="13905" y="373"/>
                    <a:pt x="16508" y="0"/>
                    <a:pt x="19466" y="0"/>
                  </a:cubicBezTo>
                  <a:cubicBezTo>
                    <a:pt x="22768" y="0"/>
                    <a:pt x="25767" y="523"/>
                    <a:pt x="28479" y="1605"/>
                  </a:cubicBezTo>
                  <a:cubicBezTo>
                    <a:pt x="31187" y="2726"/>
                    <a:pt x="33443" y="4144"/>
                    <a:pt x="35247" y="5899"/>
                  </a:cubicBezTo>
                  <a:lnTo>
                    <a:pt x="32632" y="10081"/>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72" name="Google Shape;2172;p90"/>
            <p:cNvSpPr/>
            <p:nvPr/>
          </p:nvSpPr>
          <p:spPr>
            <a:xfrm>
              <a:off x="2971323" y="5731514"/>
              <a:ext cx="24183" cy="9633"/>
            </a:xfrm>
            <a:custGeom>
              <a:avLst/>
              <a:gdLst/>
              <a:ahLst/>
              <a:cxnLst/>
              <a:rect l="l" t="t" r="r" b="b"/>
              <a:pathLst>
                <a:path w="24183" h="9633" extrusionOk="0">
                  <a:moveTo>
                    <a:pt x="0" y="0"/>
                  </a:moveTo>
                  <a:lnTo>
                    <a:pt x="24184" y="0"/>
                  </a:lnTo>
                  <a:lnTo>
                    <a:pt x="24184" y="9633"/>
                  </a:lnTo>
                  <a:lnTo>
                    <a:pt x="0" y="9633"/>
                  </a:lnTo>
                  <a:lnTo>
                    <a:pt x="0"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73" name="Google Shape;2173;p90"/>
            <p:cNvSpPr/>
            <p:nvPr/>
          </p:nvSpPr>
          <p:spPr>
            <a:xfrm>
              <a:off x="3003069" y="5696305"/>
              <a:ext cx="57424" cy="68962"/>
            </a:xfrm>
            <a:custGeom>
              <a:avLst/>
              <a:gdLst/>
              <a:ahLst/>
              <a:cxnLst/>
              <a:rect l="l" t="t" r="r" b="b"/>
              <a:pathLst>
                <a:path w="57424" h="68962" extrusionOk="0">
                  <a:moveTo>
                    <a:pt x="50328" y="52310"/>
                  </a:moveTo>
                  <a:cubicBezTo>
                    <a:pt x="51015" y="52310"/>
                    <a:pt x="51606" y="52571"/>
                    <a:pt x="52102" y="53094"/>
                  </a:cubicBezTo>
                  <a:lnTo>
                    <a:pt x="57051" y="58471"/>
                  </a:lnTo>
                  <a:cubicBezTo>
                    <a:pt x="54310" y="61868"/>
                    <a:pt x="50941" y="64445"/>
                    <a:pt x="46944" y="66274"/>
                  </a:cubicBezTo>
                  <a:cubicBezTo>
                    <a:pt x="42941" y="68067"/>
                    <a:pt x="38141" y="68963"/>
                    <a:pt x="32539" y="68963"/>
                  </a:cubicBezTo>
                  <a:cubicBezTo>
                    <a:pt x="27530" y="68963"/>
                    <a:pt x="23022" y="68104"/>
                    <a:pt x="19026" y="66386"/>
                  </a:cubicBezTo>
                  <a:cubicBezTo>
                    <a:pt x="15026" y="64706"/>
                    <a:pt x="11608" y="62316"/>
                    <a:pt x="8777" y="59255"/>
                  </a:cubicBezTo>
                  <a:cubicBezTo>
                    <a:pt x="5942" y="56193"/>
                    <a:pt x="3772" y="52571"/>
                    <a:pt x="2263" y="48352"/>
                  </a:cubicBezTo>
                  <a:cubicBezTo>
                    <a:pt x="754" y="44096"/>
                    <a:pt x="0" y="39503"/>
                    <a:pt x="0" y="34463"/>
                  </a:cubicBezTo>
                  <a:cubicBezTo>
                    <a:pt x="0" y="29422"/>
                    <a:pt x="840" y="24755"/>
                    <a:pt x="2521" y="20536"/>
                  </a:cubicBezTo>
                  <a:cubicBezTo>
                    <a:pt x="4202" y="16317"/>
                    <a:pt x="6566" y="12695"/>
                    <a:pt x="9617" y="9633"/>
                  </a:cubicBezTo>
                  <a:cubicBezTo>
                    <a:pt x="12669" y="6609"/>
                    <a:pt x="16318" y="4219"/>
                    <a:pt x="20565" y="2539"/>
                  </a:cubicBezTo>
                  <a:cubicBezTo>
                    <a:pt x="24815" y="821"/>
                    <a:pt x="29506" y="0"/>
                    <a:pt x="34642" y="0"/>
                  </a:cubicBezTo>
                  <a:cubicBezTo>
                    <a:pt x="39654" y="0"/>
                    <a:pt x="44031" y="784"/>
                    <a:pt x="47781" y="2390"/>
                  </a:cubicBezTo>
                  <a:cubicBezTo>
                    <a:pt x="51535" y="3995"/>
                    <a:pt x="54750" y="6123"/>
                    <a:pt x="57425" y="8774"/>
                  </a:cubicBezTo>
                  <a:lnTo>
                    <a:pt x="53223" y="14599"/>
                  </a:lnTo>
                  <a:cubicBezTo>
                    <a:pt x="52973" y="14972"/>
                    <a:pt x="52655" y="15308"/>
                    <a:pt x="52267" y="15570"/>
                  </a:cubicBezTo>
                  <a:cubicBezTo>
                    <a:pt x="51874" y="15869"/>
                    <a:pt x="51340" y="15981"/>
                    <a:pt x="50657" y="15981"/>
                  </a:cubicBezTo>
                  <a:cubicBezTo>
                    <a:pt x="49940" y="15981"/>
                    <a:pt x="49208" y="15719"/>
                    <a:pt x="48461" y="15159"/>
                  </a:cubicBezTo>
                  <a:cubicBezTo>
                    <a:pt x="47714" y="14599"/>
                    <a:pt x="46765" y="14002"/>
                    <a:pt x="45611" y="13329"/>
                  </a:cubicBezTo>
                  <a:cubicBezTo>
                    <a:pt x="44461" y="12695"/>
                    <a:pt x="43004" y="12060"/>
                    <a:pt x="41245" y="11500"/>
                  </a:cubicBezTo>
                  <a:cubicBezTo>
                    <a:pt x="39489" y="10940"/>
                    <a:pt x="37256" y="10679"/>
                    <a:pt x="34548" y="10679"/>
                  </a:cubicBezTo>
                  <a:cubicBezTo>
                    <a:pt x="31373" y="10679"/>
                    <a:pt x="28456" y="11239"/>
                    <a:pt x="25797" y="12321"/>
                  </a:cubicBezTo>
                  <a:cubicBezTo>
                    <a:pt x="23134" y="13441"/>
                    <a:pt x="20845" y="15010"/>
                    <a:pt x="18932" y="17063"/>
                  </a:cubicBezTo>
                  <a:cubicBezTo>
                    <a:pt x="17016" y="19117"/>
                    <a:pt x="15526" y="21619"/>
                    <a:pt x="14450" y="24568"/>
                  </a:cubicBezTo>
                  <a:cubicBezTo>
                    <a:pt x="13375" y="27480"/>
                    <a:pt x="12841" y="30804"/>
                    <a:pt x="12841" y="34463"/>
                  </a:cubicBezTo>
                  <a:cubicBezTo>
                    <a:pt x="12841" y="38271"/>
                    <a:pt x="13375" y="41669"/>
                    <a:pt x="14450" y="44618"/>
                  </a:cubicBezTo>
                  <a:cubicBezTo>
                    <a:pt x="15526" y="47568"/>
                    <a:pt x="16975" y="50070"/>
                    <a:pt x="18813" y="52086"/>
                  </a:cubicBezTo>
                  <a:cubicBezTo>
                    <a:pt x="20650" y="54102"/>
                    <a:pt x="22813" y="55633"/>
                    <a:pt x="25304" y="56716"/>
                  </a:cubicBezTo>
                  <a:cubicBezTo>
                    <a:pt x="27795" y="57799"/>
                    <a:pt x="30473" y="58321"/>
                    <a:pt x="33334" y="58321"/>
                  </a:cubicBezTo>
                  <a:cubicBezTo>
                    <a:pt x="35045" y="58321"/>
                    <a:pt x="36595" y="58247"/>
                    <a:pt x="37977" y="58060"/>
                  </a:cubicBezTo>
                  <a:cubicBezTo>
                    <a:pt x="39362" y="57873"/>
                    <a:pt x="40640" y="57575"/>
                    <a:pt x="41809" y="57164"/>
                  </a:cubicBezTo>
                  <a:cubicBezTo>
                    <a:pt x="42974" y="56753"/>
                    <a:pt x="44080" y="56230"/>
                    <a:pt x="45122" y="55596"/>
                  </a:cubicBezTo>
                  <a:cubicBezTo>
                    <a:pt x="46168" y="54961"/>
                    <a:pt x="47198" y="54177"/>
                    <a:pt x="48225" y="53244"/>
                  </a:cubicBezTo>
                  <a:cubicBezTo>
                    <a:pt x="48539" y="52945"/>
                    <a:pt x="48864" y="52721"/>
                    <a:pt x="49208" y="52571"/>
                  </a:cubicBezTo>
                  <a:cubicBezTo>
                    <a:pt x="49551" y="52385"/>
                    <a:pt x="49925" y="52310"/>
                    <a:pt x="50328" y="52310"/>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74" name="Google Shape;2174;p90"/>
            <p:cNvSpPr/>
            <p:nvPr/>
          </p:nvSpPr>
          <p:spPr>
            <a:xfrm>
              <a:off x="3069686" y="5695185"/>
              <a:ext cx="11533" cy="69336"/>
            </a:xfrm>
            <a:custGeom>
              <a:avLst/>
              <a:gdLst/>
              <a:ahLst/>
              <a:cxnLst/>
              <a:rect l="l" t="t" r="r" b="b"/>
              <a:pathLst>
                <a:path w="11533" h="69336" extrusionOk="0">
                  <a:moveTo>
                    <a:pt x="11533" y="0"/>
                  </a:moveTo>
                  <a:lnTo>
                    <a:pt x="11533" y="69336"/>
                  </a:lnTo>
                  <a:lnTo>
                    <a:pt x="0" y="69336"/>
                  </a:lnTo>
                  <a:lnTo>
                    <a:pt x="0" y="0"/>
                  </a:lnTo>
                  <a:lnTo>
                    <a:pt x="11533"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75" name="Google Shape;2175;p90"/>
            <p:cNvSpPr/>
            <p:nvPr/>
          </p:nvSpPr>
          <p:spPr>
            <a:xfrm>
              <a:off x="3090930" y="5715907"/>
              <a:ext cx="47385" cy="49322"/>
            </a:xfrm>
            <a:custGeom>
              <a:avLst/>
              <a:gdLst/>
              <a:ahLst/>
              <a:cxnLst/>
              <a:rect l="l" t="t" r="r" b="b"/>
              <a:pathLst>
                <a:path w="47385" h="49322" extrusionOk="0">
                  <a:moveTo>
                    <a:pt x="23762" y="0"/>
                  </a:moveTo>
                  <a:cubicBezTo>
                    <a:pt x="27340" y="0"/>
                    <a:pt x="30585" y="560"/>
                    <a:pt x="33499" y="1717"/>
                  </a:cubicBezTo>
                  <a:cubicBezTo>
                    <a:pt x="36408" y="2875"/>
                    <a:pt x="38888" y="4480"/>
                    <a:pt x="40942" y="6609"/>
                  </a:cubicBezTo>
                  <a:cubicBezTo>
                    <a:pt x="43000" y="8737"/>
                    <a:pt x="44584" y="11313"/>
                    <a:pt x="45704" y="14375"/>
                  </a:cubicBezTo>
                  <a:cubicBezTo>
                    <a:pt x="46825" y="17399"/>
                    <a:pt x="47385" y="20834"/>
                    <a:pt x="47385" y="24568"/>
                  </a:cubicBezTo>
                  <a:cubicBezTo>
                    <a:pt x="47385" y="28377"/>
                    <a:pt x="46825" y="31812"/>
                    <a:pt x="45704" y="34836"/>
                  </a:cubicBezTo>
                  <a:cubicBezTo>
                    <a:pt x="44584" y="37898"/>
                    <a:pt x="43000" y="40511"/>
                    <a:pt x="40942" y="42640"/>
                  </a:cubicBezTo>
                  <a:cubicBezTo>
                    <a:pt x="38888" y="44805"/>
                    <a:pt x="36408" y="46448"/>
                    <a:pt x="33499" y="47606"/>
                  </a:cubicBezTo>
                  <a:cubicBezTo>
                    <a:pt x="30585" y="48725"/>
                    <a:pt x="27340" y="49323"/>
                    <a:pt x="23762" y="49323"/>
                  </a:cubicBezTo>
                  <a:cubicBezTo>
                    <a:pt x="20184" y="49323"/>
                    <a:pt x="16930" y="48725"/>
                    <a:pt x="14006" y="47606"/>
                  </a:cubicBezTo>
                  <a:cubicBezTo>
                    <a:pt x="11082" y="46448"/>
                    <a:pt x="8583" y="44805"/>
                    <a:pt x="6510" y="42640"/>
                  </a:cubicBezTo>
                  <a:cubicBezTo>
                    <a:pt x="4441" y="40511"/>
                    <a:pt x="2839" y="37898"/>
                    <a:pt x="1703" y="34836"/>
                  </a:cubicBezTo>
                  <a:cubicBezTo>
                    <a:pt x="564" y="31812"/>
                    <a:pt x="0" y="28377"/>
                    <a:pt x="0" y="24568"/>
                  </a:cubicBezTo>
                  <a:cubicBezTo>
                    <a:pt x="0" y="20834"/>
                    <a:pt x="564" y="17399"/>
                    <a:pt x="1703" y="14375"/>
                  </a:cubicBezTo>
                  <a:cubicBezTo>
                    <a:pt x="2839" y="11313"/>
                    <a:pt x="4441" y="8737"/>
                    <a:pt x="6510" y="6609"/>
                  </a:cubicBezTo>
                  <a:cubicBezTo>
                    <a:pt x="8583" y="4480"/>
                    <a:pt x="11082" y="2875"/>
                    <a:pt x="14006" y="1717"/>
                  </a:cubicBezTo>
                  <a:cubicBezTo>
                    <a:pt x="16930" y="560"/>
                    <a:pt x="20184" y="0"/>
                    <a:pt x="23762" y="0"/>
                  </a:cubicBezTo>
                  <a:close/>
                  <a:moveTo>
                    <a:pt x="23762" y="40437"/>
                  </a:moveTo>
                  <a:cubicBezTo>
                    <a:pt x="27747" y="40437"/>
                    <a:pt x="30697" y="39130"/>
                    <a:pt x="32610" y="36442"/>
                  </a:cubicBezTo>
                  <a:cubicBezTo>
                    <a:pt x="34522" y="33753"/>
                    <a:pt x="35482" y="29833"/>
                    <a:pt x="35482" y="24680"/>
                  </a:cubicBezTo>
                  <a:cubicBezTo>
                    <a:pt x="35482" y="19528"/>
                    <a:pt x="34522" y="15570"/>
                    <a:pt x="32610" y="12881"/>
                  </a:cubicBezTo>
                  <a:cubicBezTo>
                    <a:pt x="30697" y="10156"/>
                    <a:pt x="27747" y="8812"/>
                    <a:pt x="23762" y="8812"/>
                  </a:cubicBezTo>
                  <a:cubicBezTo>
                    <a:pt x="19717" y="8812"/>
                    <a:pt x="16725" y="10156"/>
                    <a:pt x="14798" y="12881"/>
                  </a:cubicBezTo>
                  <a:cubicBezTo>
                    <a:pt x="12867" y="15607"/>
                    <a:pt x="11903" y="19528"/>
                    <a:pt x="11903" y="24680"/>
                  </a:cubicBezTo>
                  <a:cubicBezTo>
                    <a:pt x="11903" y="29795"/>
                    <a:pt x="12867" y="33716"/>
                    <a:pt x="14798" y="36404"/>
                  </a:cubicBezTo>
                  <a:cubicBezTo>
                    <a:pt x="16725" y="39092"/>
                    <a:pt x="19717" y="40437"/>
                    <a:pt x="23762" y="4043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76" name="Google Shape;2176;p90"/>
            <p:cNvSpPr/>
            <p:nvPr/>
          </p:nvSpPr>
          <p:spPr>
            <a:xfrm>
              <a:off x="3146349" y="5716654"/>
              <a:ext cx="41737" cy="48613"/>
            </a:xfrm>
            <a:custGeom>
              <a:avLst/>
              <a:gdLst/>
              <a:ahLst/>
              <a:cxnLst/>
              <a:rect l="l" t="t" r="r" b="b"/>
              <a:pathLst>
                <a:path w="41737" h="48613" extrusionOk="0">
                  <a:moveTo>
                    <a:pt x="11530" y="0"/>
                  </a:moveTo>
                  <a:lnTo>
                    <a:pt x="11530" y="30430"/>
                  </a:lnTo>
                  <a:cubicBezTo>
                    <a:pt x="11530" y="33343"/>
                    <a:pt x="12206" y="35620"/>
                    <a:pt x="13562" y="37226"/>
                  </a:cubicBezTo>
                  <a:cubicBezTo>
                    <a:pt x="14914" y="38794"/>
                    <a:pt x="16945" y="39615"/>
                    <a:pt x="19653" y="39615"/>
                  </a:cubicBezTo>
                  <a:cubicBezTo>
                    <a:pt x="21648" y="39615"/>
                    <a:pt x="23515" y="39167"/>
                    <a:pt x="25256" y="38271"/>
                  </a:cubicBezTo>
                  <a:cubicBezTo>
                    <a:pt x="26996" y="37375"/>
                    <a:pt x="28651" y="36180"/>
                    <a:pt x="30204" y="34612"/>
                  </a:cubicBezTo>
                  <a:lnTo>
                    <a:pt x="30204" y="0"/>
                  </a:lnTo>
                  <a:lnTo>
                    <a:pt x="41738" y="0"/>
                  </a:lnTo>
                  <a:lnTo>
                    <a:pt x="41738" y="47867"/>
                  </a:lnTo>
                  <a:lnTo>
                    <a:pt x="34686" y="47867"/>
                  </a:lnTo>
                  <a:cubicBezTo>
                    <a:pt x="33192" y="47867"/>
                    <a:pt x="32214" y="47157"/>
                    <a:pt x="31747" y="45776"/>
                  </a:cubicBezTo>
                  <a:lnTo>
                    <a:pt x="30951" y="41930"/>
                  </a:lnTo>
                  <a:cubicBezTo>
                    <a:pt x="29954" y="42938"/>
                    <a:pt x="28927" y="43834"/>
                    <a:pt x="27870" y="44694"/>
                  </a:cubicBezTo>
                  <a:cubicBezTo>
                    <a:pt x="26809" y="45515"/>
                    <a:pt x="25685" y="46187"/>
                    <a:pt x="24482" y="46784"/>
                  </a:cubicBezTo>
                  <a:cubicBezTo>
                    <a:pt x="23287" y="47344"/>
                    <a:pt x="21995" y="47792"/>
                    <a:pt x="20609" y="48128"/>
                  </a:cubicBezTo>
                  <a:cubicBezTo>
                    <a:pt x="19224" y="48464"/>
                    <a:pt x="17741" y="48614"/>
                    <a:pt x="16154" y="48614"/>
                  </a:cubicBezTo>
                  <a:cubicBezTo>
                    <a:pt x="13539" y="48614"/>
                    <a:pt x="11227" y="48166"/>
                    <a:pt x="9218" y="47270"/>
                  </a:cubicBezTo>
                  <a:cubicBezTo>
                    <a:pt x="7208" y="46411"/>
                    <a:pt x="5520" y="45142"/>
                    <a:pt x="4153" y="43536"/>
                  </a:cubicBezTo>
                  <a:cubicBezTo>
                    <a:pt x="2783" y="41930"/>
                    <a:pt x="1748" y="39989"/>
                    <a:pt x="1049" y="37786"/>
                  </a:cubicBezTo>
                  <a:cubicBezTo>
                    <a:pt x="347" y="35546"/>
                    <a:pt x="0" y="33081"/>
                    <a:pt x="0" y="30430"/>
                  </a:cubicBezTo>
                  <a:lnTo>
                    <a:pt x="0" y="0"/>
                  </a:lnTo>
                  <a:lnTo>
                    <a:pt x="11530"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77" name="Google Shape;2177;p90"/>
            <p:cNvSpPr/>
            <p:nvPr/>
          </p:nvSpPr>
          <p:spPr>
            <a:xfrm>
              <a:off x="3197099" y="5695185"/>
              <a:ext cx="44068" cy="70045"/>
            </a:xfrm>
            <a:custGeom>
              <a:avLst/>
              <a:gdLst/>
              <a:ahLst/>
              <a:cxnLst/>
              <a:rect l="l" t="t" r="r" b="b"/>
              <a:pathLst>
                <a:path w="44068" h="70045" extrusionOk="0">
                  <a:moveTo>
                    <a:pt x="37021" y="69336"/>
                  </a:moveTo>
                  <a:cubicBezTo>
                    <a:pt x="35527" y="69336"/>
                    <a:pt x="34548" y="68627"/>
                    <a:pt x="34081" y="67245"/>
                  </a:cubicBezTo>
                  <a:lnTo>
                    <a:pt x="33148" y="62615"/>
                  </a:lnTo>
                  <a:cubicBezTo>
                    <a:pt x="32150" y="63736"/>
                    <a:pt x="31108" y="64744"/>
                    <a:pt x="30018" y="65640"/>
                  </a:cubicBezTo>
                  <a:cubicBezTo>
                    <a:pt x="28927" y="66536"/>
                    <a:pt x="27751" y="67320"/>
                    <a:pt x="26492" y="67992"/>
                  </a:cubicBezTo>
                  <a:cubicBezTo>
                    <a:pt x="25230" y="68627"/>
                    <a:pt x="23877" y="69149"/>
                    <a:pt x="22428" y="69523"/>
                  </a:cubicBezTo>
                  <a:cubicBezTo>
                    <a:pt x="20983" y="69859"/>
                    <a:pt x="19422" y="70046"/>
                    <a:pt x="17741" y="70046"/>
                  </a:cubicBezTo>
                  <a:cubicBezTo>
                    <a:pt x="15123" y="70046"/>
                    <a:pt x="12729" y="69485"/>
                    <a:pt x="10551" y="68403"/>
                  </a:cubicBezTo>
                  <a:cubicBezTo>
                    <a:pt x="8370" y="67320"/>
                    <a:pt x="6495" y="65752"/>
                    <a:pt x="4923" y="63661"/>
                  </a:cubicBezTo>
                  <a:cubicBezTo>
                    <a:pt x="3350" y="61607"/>
                    <a:pt x="2136" y="59031"/>
                    <a:pt x="1281" y="56007"/>
                  </a:cubicBezTo>
                  <a:cubicBezTo>
                    <a:pt x="426" y="52945"/>
                    <a:pt x="0" y="49472"/>
                    <a:pt x="0" y="45552"/>
                  </a:cubicBezTo>
                  <a:cubicBezTo>
                    <a:pt x="0" y="42005"/>
                    <a:pt x="482" y="38682"/>
                    <a:pt x="1445" y="35658"/>
                  </a:cubicBezTo>
                  <a:cubicBezTo>
                    <a:pt x="2409" y="32596"/>
                    <a:pt x="3795" y="29945"/>
                    <a:pt x="5602" y="27705"/>
                  </a:cubicBezTo>
                  <a:cubicBezTo>
                    <a:pt x="7406" y="25465"/>
                    <a:pt x="9569" y="23709"/>
                    <a:pt x="12090" y="22440"/>
                  </a:cubicBezTo>
                  <a:cubicBezTo>
                    <a:pt x="14611" y="21208"/>
                    <a:pt x="17446" y="20573"/>
                    <a:pt x="20587" y="20573"/>
                  </a:cubicBezTo>
                  <a:cubicBezTo>
                    <a:pt x="23261" y="20573"/>
                    <a:pt x="25551" y="20984"/>
                    <a:pt x="27448" y="21842"/>
                  </a:cubicBezTo>
                  <a:cubicBezTo>
                    <a:pt x="29349" y="22702"/>
                    <a:pt x="31045" y="23859"/>
                    <a:pt x="32539" y="25278"/>
                  </a:cubicBezTo>
                  <a:lnTo>
                    <a:pt x="32539" y="0"/>
                  </a:lnTo>
                  <a:lnTo>
                    <a:pt x="44068" y="0"/>
                  </a:lnTo>
                  <a:lnTo>
                    <a:pt x="44068" y="69336"/>
                  </a:lnTo>
                  <a:lnTo>
                    <a:pt x="37021" y="69336"/>
                  </a:lnTo>
                  <a:close/>
                  <a:moveTo>
                    <a:pt x="21659" y="60898"/>
                  </a:moveTo>
                  <a:cubicBezTo>
                    <a:pt x="24057" y="60898"/>
                    <a:pt x="26096" y="60413"/>
                    <a:pt x="27777" y="59404"/>
                  </a:cubicBezTo>
                  <a:cubicBezTo>
                    <a:pt x="29457" y="58396"/>
                    <a:pt x="31045" y="56977"/>
                    <a:pt x="32539" y="55148"/>
                  </a:cubicBezTo>
                  <a:lnTo>
                    <a:pt x="32539" y="33679"/>
                  </a:lnTo>
                  <a:cubicBezTo>
                    <a:pt x="31232" y="32110"/>
                    <a:pt x="29809" y="30990"/>
                    <a:pt x="28266" y="30318"/>
                  </a:cubicBezTo>
                  <a:cubicBezTo>
                    <a:pt x="26727" y="29684"/>
                    <a:pt x="25069" y="29347"/>
                    <a:pt x="23295" y="29347"/>
                  </a:cubicBezTo>
                  <a:cubicBezTo>
                    <a:pt x="21551" y="29347"/>
                    <a:pt x="19971" y="29684"/>
                    <a:pt x="18555" y="30318"/>
                  </a:cubicBezTo>
                  <a:cubicBezTo>
                    <a:pt x="17136" y="30990"/>
                    <a:pt x="15941" y="31961"/>
                    <a:pt x="14958" y="33268"/>
                  </a:cubicBezTo>
                  <a:cubicBezTo>
                    <a:pt x="13980" y="34612"/>
                    <a:pt x="13225" y="36293"/>
                    <a:pt x="12695" y="38308"/>
                  </a:cubicBezTo>
                  <a:cubicBezTo>
                    <a:pt x="12165" y="40362"/>
                    <a:pt x="11903" y="42789"/>
                    <a:pt x="11903" y="45552"/>
                  </a:cubicBezTo>
                  <a:cubicBezTo>
                    <a:pt x="11903" y="48353"/>
                    <a:pt x="12131" y="50705"/>
                    <a:pt x="12579" y="52646"/>
                  </a:cubicBezTo>
                  <a:cubicBezTo>
                    <a:pt x="13031" y="54588"/>
                    <a:pt x="13677" y="56193"/>
                    <a:pt x="14518" y="57425"/>
                  </a:cubicBezTo>
                  <a:cubicBezTo>
                    <a:pt x="15358" y="58658"/>
                    <a:pt x="16385" y="59516"/>
                    <a:pt x="17599" y="60077"/>
                  </a:cubicBezTo>
                  <a:cubicBezTo>
                    <a:pt x="18813" y="60636"/>
                    <a:pt x="20165" y="60898"/>
                    <a:pt x="21659" y="60898"/>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178" name="Google Shape;2178;p90"/>
          <p:cNvSpPr/>
          <p:nvPr/>
        </p:nvSpPr>
        <p:spPr>
          <a:xfrm>
            <a:off x="3412419" y="1475412"/>
            <a:ext cx="5521186" cy="3125800"/>
          </a:xfrm>
          <a:custGeom>
            <a:avLst/>
            <a:gdLst/>
            <a:ahLst/>
            <a:cxnLst/>
            <a:rect l="l" t="t" r="r" b="b"/>
            <a:pathLst>
              <a:path w="6733154" h="3811951" extrusionOk="0">
                <a:moveTo>
                  <a:pt x="6578928" y="0"/>
                </a:moveTo>
                <a:cubicBezTo>
                  <a:pt x="6664105" y="0"/>
                  <a:pt x="6733155" y="69028"/>
                  <a:pt x="6733155" y="154178"/>
                </a:cubicBezTo>
                <a:lnTo>
                  <a:pt x="6733155" y="3657774"/>
                </a:lnTo>
                <a:cubicBezTo>
                  <a:pt x="6733155" y="3742924"/>
                  <a:pt x="6664105" y="3811952"/>
                  <a:pt x="6578929" y="3811952"/>
                </a:cubicBezTo>
                <a:lnTo>
                  <a:pt x="154227" y="3811952"/>
                </a:lnTo>
                <a:cubicBezTo>
                  <a:pt x="69050" y="3811952"/>
                  <a:pt x="0" y="3742924"/>
                  <a:pt x="0" y="3657774"/>
                </a:cubicBezTo>
                <a:lnTo>
                  <a:pt x="0" y="154178"/>
                </a:lnTo>
                <a:cubicBezTo>
                  <a:pt x="0" y="69028"/>
                  <a:pt x="69050" y="0"/>
                  <a:pt x="154227" y="0"/>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79" name="Google Shape;2179;p90"/>
          <p:cNvSpPr/>
          <p:nvPr/>
        </p:nvSpPr>
        <p:spPr>
          <a:xfrm>
            <a:off x="3448989" y="2592687"/>
            <a:ext cx="5434452" cy="539261"/>
          </a:xfrm>
          <a:custGeom>
            <a:avLst/>
            <a:gdLst/>
            <a:ahLst/>
            <a:cxnLst/>
            <a:rect l="l" t="t" r="r" b="b"/>
            <a:pathLst>
              <a:path w="6627380" h="657635" extrusionOk="0">
                <a:moveTo>
                  <a:pt x="0" y="0"/>
                </a:moveTo>
                <a:lnTo>
                  <a:pt x="6627381" y="0"/>
                </a:lnTo>
                <a:lnTo>
                  <a:pt x="6627381" y="657636"/>
                </a:lnTo>
                <a:lnTo>
                  <a:pt x="0" y="657636"/>
                </a:lnTo>
                <a:close/>
              </a:path>
            </a:pathLst>
          </a:custGeom>
          <a:solidFill>
            <a:srgbClr val="5BB3E3">
              <a:alpha val="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80" name="Google Shape;2180;p90"/>
          <p:cNvSpPr/>
          <p:nvPr/>
        </p:nvSpPr>
        <p:spPr>
          <a:xfrm>
            <a:off x="3448989" y="4277310"/>
            <a:ext cx="5434452" cy="290417"/>
          </a:xfrm>
          <a:custGeom>
            <a:avLst/>
            <a:gdLst/>
            <a:ahLst/>
            <a:cxnLst/>
            <a:rect l="l" t="t" r="r" b="b"/>
            <a:pathLst>
              <a:path w="6627380" h="354167" extrusionOk="0">
                <a:moveTo>
                  <a:pt x="0" y="0"/>
                </a:moveTo>
                <a:lnTo>
                  <a:pt x="6627381" y="0"/>
                </a:lnTo>
                <a:lnTo>
                  <a:pt x="6627381" y="354168"/>
                </a:lnTo>
                <a:lnTo>
                  <a:pt x="0" y="354168"/>
                </a:lnTo>
                <a:close/>
              </a:path>
            </a:pathLst>
          </a:custGeom>
          <a:solidFill>
            <a:srgbClr val="29557C"/>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81" name="Google Shape;2181;p90"/>
          <p:cNvSpPr/>
          <p:nvPr/>
        </p:nvSpPr>
        <p:spPr>
          <a:xfrm>
            <a:off x="3451203" y="3131163"/>
            <a:ext cx="5432247" cy="1150028"/>
          </a:xfrm>
          <a:custGeom>
            <a:avLst/>
            <a:gdLst/>
            <a:ahLst/>
            <a:cxnLst/>
            <a:rect l="l" t="t" r="r" b="b"/>
            <a:pathLst>
              <a:path w="6624691" h="1402473" extrusionOk="0">
                <a:moveTo>
                  <a:pt x="0" y="0"/>
                </a:moveTo>
                <a:lnTo>
                  <a:pt x="6624692" y="0"/>
                </a:lnTo>
                <a:lnTo>
                  <a:pt x="6624692" y="1402474"/>
                </a:lnTo>
                <a:lnTo>
                  <a:pt x="0" y="1402474"/>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182" name="Google Shape;2182;p90"/>
          <p:cNvGrpSpPr/>
          <p:nvPr/>
        </p:nvGrpSpPr>
        <p:grpSpPr>
          <a:xfrm>
            <a:off x="3080037" y="3809114"/>
            <a:ext cx="9174" cy="458722"/>
            <a:chOff x="2937794" y="5001838"/>
            <a:chExt cx="11204" cy="560237"/>
          </a:xfrm>
        </p:grpSpPr>
        <p:sp>
          <p:nvSpPr>
            <p:cNvPr id="2183" name="Google Shape;2183;p90"/>
            <p:cNvSpPr/>
            <p:nvPr/>
          </p:nvSpPr>
          <p:spPr>
            <a:xfrm>
              <a:off x="2937794" y="5001838"/>
              <a:ext cx="11204" cy="11150"/>
            </a:xfrm>
            <a:custGeom>
              <a:avLst/>
              <a:gdLst/>
              <a:ahLst/>
              <a:cxnLst/>
              <a:rect l="l" t="t" r="r" b="b"/>
              <a:pathLst>
                <a:path w="11204" h="11150" extrusionOk="0">
                  <a:moveTo>
                    <a:pt x="5602" y="11151"/>
                  </a:moveTo>
                  <a:cubicBezTo>
                    <a:pt x="4108" y="11151"/>
                    <a:pt x="2689" y="10590"/>
                    <a:pt x="1643" y="9545"/>
                  </a:cubicBezTo>
                  <a:cubicBezTo>
                    <a:pt x="598" y="8462"/>
                    <a:pt x="0" y="7081"/>
                    <a:pt x="0" y="5587"/>
                  </a:cubicBezTo>
                  <a:cubicBezTo>
                    <a:pt x="0" y="5214"/>
                    <a:pt x="37" y="4840"/>
                    <a:pt x="112" y="4467"/>
                  </a:cubicBezTo>
                  <a:cubicBezTo>
                    <a:pt x="187" y="4131"/>
                    <a:pt x="299" y="3758"/>
                    <a:pt x="411" y="3422"/>
                  </a:cubicBezTo>
                  <a:cubicBezTo>
                    <a:pt x="560" y="3085"/>
                    <a:pt x="747" y="2750"/>
                    <a:pt x="934" y="2451"/>
                  </a:cubicBezTo>
                  <a:cubicBezTo>
                    <a:pt x="1158" y="2152"/>
                    <a:pt x="1382" y="1891"/>
                    <a:pt x="1643" y="1629"/>
                  </a:cubicBezTo>
                  <a:cubicBezTo>
                    <a:pt x="1905" y="1368"/>
                    <a:pt x="2166" y="1118"/>
                    <a:pt x="2502" y="931"/>
                  </a:cubicBezTo>
                  <a:cubicBezTo>
                    <a:pt x="2801" y="745"/>
                    <a:pt x="3100" y="558"/>
                    <a:pt x="3436" y="408"/>
                  </a:cubicBezTo>
                  <a:cubicBezTo>
                    <a:pt x="3772" y="263"/>
                    <a:pt x="4146" y="147"/>
                    <a:pt x="4482" y="110"/>
                  </a:cubicBezTo>
                  <a:cubicBezTo>
                    <a:pt x="6312" y="-264"/>
                    <a:pt x="8254" y="334"/>
                    <a:pt x="9561" y="1629"/>
                  </a:cubicBezTo>
                  <a:cubicBezTo>
                    <a:pt x="9823" y="1891"/>
                    <a:pt x="10047" y="2152"/>
                    <a:pt x="10271" y="2451"/>
                  </a:cubicBezTo>
                  <a:cubicBezTo>
                    <a:pt x="10458" y="2750"/>
                    <a:pt x="10645" y="3085"/>
                    <a:pt x="10757" y="3422"/>
                  </a:cubicBezTo>
                  <a:cubicBezTo>
                    <a:pt x="10906" y="3758"/>
                    <a:pt x="11018" y="4131"/>
                    <a:pt x="11093" y="4467"/>
                  </a:cubicBezTo>
                  <a:cubicBezTo>
                    <a:pt x="11167" y="4840"/>
                    <a:pt x="11205" y="5214"/>
                    <a:pt x="11205" y="5587"/>
                  </a:cubicBezTo>
                  <a:cubicBezTo>
                    <a:pt x="11205" y="7081"/>
                    <a:pt x="10607" y="8462"/>
                    <a:pt x="9561" y="9545"/>
                  </a:cubicBezTo>
                  <a:cubicBezTo>
                    <a:pt x="9039" y="10068"/>
                    <a:pt x="8404" y="10479"/>
                    <a:pt x="7731" y="10740"/>
                  </a:cubicBezTo>
                  <a:cubicBezTo>
                    <a:pt x="7059" y="11038"/>
                    <a:pt x="6349" y="11151"/>
                    <a:pt x="5602" y="1115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84" name="Google Shape;2184;p90"/>
            <p:cNvSpPr/>
            <p:nvPr/>
          </p:nvSpPr>
          <p:spPr>
            <a:xfrm>
              <a:off x="2937794" y="5032329"/>
              <a:ext cx="11204" cy="499279"/>
            </a:xfrm>
            <a:custGeom>
              <a:avLst/>
              <a:gdLst/>
              <a:ahLst/>
              <a:cxnLst/>
              <a:rect l="l" t="t" r="r" b="b"/>
              <a:pathLst>
                <a:path w="11204" h="499279" extrusionOk="0">
                  <a:moveTo>
                    <a:pt x="0" y="493679"/>
                  </a:moveTo>
                  <a:cubicBezTo>
                    <a:pt x="0" y="490579"/>
                    <a:pt x="2502" y="488078"/>
                    <a:pt x="5602" y="488078"/>
                  </a:cubicBezTo>
                  <a:lnTo>
                    <a:pt x="5602" y="488078"/>
                  </a:lnTo>
                  <a:cubicBezTo>
                    <a:pt x="8702" y="488078"/>
                    <a:pt x="11205" y="490579"/>
                    <a:pt x="11205" y="493679"/>
                  </a:cubicBezTo>
                  <a:lnTo>
                    <a:pt x="11205" y="493679"/>
                  </a:lnTo>
                  <a:cubicBezTo>
                    <a:pt x="11205" y="496740"/>
                    <a:pt x="8702" y="499279"/>
                    <a:pt x="5602" y="499279"/>
                  </a:cubicBezTo>
                  <a:lnTo>
                    <a:pt x="5602" y="499279"/>
                  </a:lnTo>
                  <a:cubicBezTo>
                    <a:pt x="2502" y="499279"/>
                    <a:pt x="0" y="496740"/>
                    <a:pt x="0" y="493679"/>
                  </a:cubicBezTo>
                  <a:close/>
                  <a:moveTo>
                    <a:pt x="0" y="463174"/>
                  </a:moveTo>
                  <a:cubicBezTo>
                    <a:pt x="0" y="460075"/>
                    <a:pt x="2502" y="457573"/>
                    <a:pt x="5602" y="457573"/>
                  </a:cubicBezTo>
                  <a:lnTo>
                    <a:pt x="5602" y="457573"/>
                  </a:lnTo>
                  <a:cubicBezTo>
                    <a:pt x="8702" y="457573"/>
                    <a:pt x="11205" y="460075"/>
                    <a:pt x="11205" y="463174"/>
                  </a:cubicBezTo>
                  <a:lnTo>
                    <a:pt x="11205" y="463174"/>
                  </a:lnTo>
                  <a:cubicBezTo>
                    <a:pt x="11205" y="466236"/>
                    <a:pt x="8702" y="468774"/>
                    <a:pt x="5602" y="468774"/>
                  </a:cubicBezTo>
                  <a:lnTo>
                    <a:pt x="5602" y="468774"/>
                  </a:lnTo>
                  <a:cubicBezTo>
                    <a:pt x="2502" y="468774"/>
                    <a:pt x="0" y="466236"/>
                    <a:pt x="0" y="463174"/>
                  </a:cubicBezTo>
                  <a:close/>
                  <a:moveTo>
                    <a:pt x="0" y="432632"/>
                  </a:moveTo>
                  <a:cubicBezTo>
                    <a:pt x="0" y="429570"/>
                    <a:pt x="2502" y="427031"/>
                    <a:pt x="5602" y="427031"/>
                  </a:cubicBezTo>
                  <a:lnTo>
                    <a:pt x="5602" y="427031"/>
                  </a:lnTo>
                  <a:cubicBezTo>
                    <a:pt x="8702" y="427031"/>
                    <a:pt x="11205" y="429570"/>
                    <a:pt x="11205" y="432632"/>
                  </a:cubicBezTo>
                  <a:lnTo>
                    <a:pt x="11205" y="432632"/>
                  </a:lnTo>
                  <a:cubicBezTo>
                    <a:pt x="11205" y="435731"/>
                    <a:pt x="8702" y="438269"/>
                    <a:pt x="5602" y="438269"/>
                  </a:cubicBezTo>
                  <a:lnTo>
                    <a:pt x="5602" y="438269"/>
                  </a:lnTo>
                  <a:cubicBezTo>
                    <a:pt x="2502" y="438269"/>
                    <a:pt x="0" y="435731"/>
                    <a:pt x="0" y="432632"/>
                  </a:cubicBezTo>
                  <a:close/>
                  <a:moveTo>
                    <a:pt x="0" y="402127"/>
                  </a:moveTo>
                  <a:cubicBezTo>
                    <a:pt x="0" y="399028"/>
                    <a:pt x="2502" y="396526"/>
                    <a:pt x="5602" y="396526"/>
                  </a:cubicBezTo>
                  <a:lnTo>
                    <a:pt x="5602" y="396526"/>
                  </a:lnTo>
                  <a:cubicBezTo>
                    <a:pt x="8702" y="396526"/>
                    <a:pt x="11205" y="399028"/>
                    <a:pt x="11205" y="402127"/>
                  </a:cubicBezTo>
                  <a:lnTo>
                    <a:pt x="11205" y="402127"/>
                  </a:lnTo>
                  <a:cubicBezTo>
                    <a:pt x="11205" y="405226"/>
                    <a:pt x="8702" y="407727"/>
                    <a:pt x="5602" y="407727"/>
                  </a:cubicBezTo>
                  <a:lnTo>
                    <a:pt x="5602" y="407727"/>
                  </a:lnTo>
                  <a:cubicBezTo>
                    <a:pt x="2502" y="407727"/>
                    <a:pt x="0" y="405226"/>
                    <a:pt x="0" y="402127"/>
                  </a:cubicBezTo>
                  <a:close/>
                  <a:moveTo>
                    <a:pt x="0" y="371622"/>
                  </a:moveTo>
                  <a:cubicBezTo>
                    <a:pt x="0" y="368523"/>
                    <a:pt x="2502" y="366021"/>
                    <a:pt x="5602" y="366021"/>
                  </a:cubicBezTo>
                  <a:lnTo>
                    <a:pt x="5602" y="366021"/>
                  </a:lnTo>
                  <a:cubicBezTo>
                    <a:pt x="8702" y="366021"/>
                    <a:pt x="11205" y="368523"/>
                    <a:pt x="11205" y="371622"/>
                  </a:cubicBezTo>
                  <a:lnTo>
                    <a:pt x="11205" y="371622"/>
                  </a:lnTo>
                  <a:cubicBezTo>
                    <a:pt x="11205" y="374721"/>
                    <a:pt x="8702" y="377222"/>
                    <a:pt x="5602" y="377222"/>
                  </a:cubicBezTo>
                  <a:lnTo>
                    <a:pt x="5602" y="377222"/>
                  </a:lnTo>
                  <a:cubicBezTo>
                    <a:pt x="2502" y="377222"/>
                    <a:pt x="0" y="374721"/>
                    <a:pt x="0" y="371622"/>
                  </a:cubicBezTo>
                  <a:close/>
                  <a:moveTo>
                    <a:pt x="0" y="341117"/>
                  </a:moveTo>
                  <a:cubicBezTo>
                    <a:pt x="0" y="338018"/>
                    <a:pt x="2502" y="335516"/>
                    <a:pt x="5602" y="335516"/>
                  </a:cubicBezTo>
                  <a:lnTo>
                    <a:pt x="5602" y="335516"/>
                  </a:lnTo>
                  <a:cubicBezTo>
                    <a:pt x="8702" y="335516"/>
                    <a:pt x="11205" y="338018"/>
                    <a:pt x="11205" y="341117"/>
                  </a:cubicBezTo>
                  <a:lnTo>
                    <a:pt x="11205" y="341117"/>
                  </a:lnTo>
                  <a:cubicBezTo>
                    <a:pt x="11205" y="344216"/>
                    <a:pt x="8702" y="346718"/>
                    <a:pt x="5602" y="346718"/>
                  </a:cubicBezTo>
                  <a:lnTo>
                    <a:pt x="5602" y="346718"/>
                  </a:lnTo>
                  <a:cubicBezTo>
                    <a:pt x="2502" y="346718"/>
                    <a:pt x="0" y="344216"/>
                    <a:pt x="0" y="341117"/>
                  </a:cubicBezTo>
                  <a:close/>
                  <a:moveTo>
                    <a:pt x="0" y="310612"/>
                  </a:moveTo>
                  <a:cubicBezTo>
                    <a:pt x="0" y="307513"/>
                    <a:pt x="2502" y="305011"/>
                    <a:pt x="5602" y="305011"/>
                  </a:cubicBezTo>
                  <a:lnTo>
                    <a:pt x="5602" y="305011"/>
                  </a:lnTo>
                  <a:cubicBezTo>
                    <a:pt x="8702" y="305011"/>
                    <a:pt x="11205" y="307513"/>
                    <a:pt x="11205" y="310612"/>
                  </a:cubicBezTo>
                  <a:lnTo>
                    <a:pt x="11205" y="310612"/>
                  </a:lnTo>
                  <a:cubicBezTo>
                    <a:pt x="11205" y="313711"/>
                    <a:pt x="8702" y="316213"/>
                    <a:pt x="5602" y="316213"/>
                  </a:cubicBezTo>
                  <a:lnTo>
                    <a:pt x="5602" y="316213"/>
                  </a:lnTo>
                  <a:cubicBezTo>
                    <a:pt x="2502" y="316213"/>
                    <a:pt x="0" y="313711"/>
                    <a:pt x="0" y="310612"/>
                  </a:cubicBezTo>
                  <a:close/>
                  <a:moveTo>
                    <a:pt x="0" y="280107"/>
                  </a:moveTo>
                  <a:cubicBezTo>
                    <a:pt x="0" y="277008"/>
                    <a:pt x="2502" y="274506"/>
                    <a:pt x="5602" y="274506"/>
                  </a:cubicBezTo>
                  <a:lnTo>
                    <a:pt x="5602" y="274506"/>
                  </a:lnTo>
                  <a:cubicBezTo>
                    <a:pt x="8702" y="274506"/>
                    <a:pt x="11205" y="277008"/>
                    <a:pt x="11205" y="280107"/>
                  </a:cubicBezTo>
                  <a:lnTo>
                    <a:pt x="11205" y="280107"/>
                  </a:lnTo>
                  <a:cubicBezTo>
                    <a:pt x="11205" y="283206"/>
                    <a:pt x="8702" y="285708"/>
                    <a:pt x="5602" y="285708"/>
                  </a:cubicBezTo>
                  <a:lnTo>
                    <a:pt x="5602" y="285708"/>
                  </a:lnTo>
                  <a:cubicBezTo>
                    <a:pt x="2502" y="285708"/>
                    <a:pt x="0" y="283206"/>
                    <a:pt x="0" y="280107"/>
                  </a:cubicBezTo>
                  <a:close/>
                  <a:moveTo>
                    <a:pt x="0" y="249602"/>
                  </a:moveTo>
                  <a:cubicBezTo>
                    <a:pt x="0" y="246541"/>
                    <a:pt x="2502" y="244002"/>
                    <a:pt x="5602" y="244002"/>
                  </a:cubicBezTo>
                  <a:lnTo>
                    <a:pt x="5602" y="244002"/>
                  </a:lnTo>
                  <a:cubicBezTo>
                    <a:pt x="8702" y="244002"/>
                    <a:pt x="11205" y="246541"/>
                    <a:pt x="11205" y="249602"/>
                  </a:cubicBezTo>
                  <a:lnTo>
                    <a:pt x="11205" y="249602"/>
                  </a:lnTo>
                  <a:cubicBezTo>
                    <a:pt x="11205" y="252701"/>
                    <a:pt x="8702" y="255203"/>
                    <a:pt x="5602" y="255203"/>
                  </a:cubicBezTo>
                  <a:lnTo>
                    <a:pt x="5602" y="255203"/>
                  </a:lnTo>
                  <a:cubicBezTo>
                    <a:pt x="2502" y="255203"/>
                    <a:pt x="0" y="252701"/>
                    <a:pt x="0" y="249602"/>
                  </a:cubicBezTo>
                  <a:close/>
                  <a:moveTo>
                    <a:pt x="0" y="219097"/>
                  </a:moveTo>
                  <a:cubicBezTo>
                    <a:pt x="0" y="216036"/>
                    <a:pt x="2502" y="213497"/>
                    <a:pt x="5602" y="213497"/>
                  </a:cubicBezTo>
                  <a:lnTo>
                    <a:pt x="5602" y="213497"/>
                  </a:lnTo>
                  <a:cubicBezTo>
                    <a:pt x="8702" y="213497"/>
                    <a:pt x="11205" y="216036"/>
                    <a:pt x="11205" y="219097"/>
                  </a:cubicBezTo>
                  <a:lnTo>
                    <a:pt x="11205" y="219097"/>
                  </a:lnTo>
                  <a:cubicBezTo>
                    <a:pt x="11205" y="222196"/>
                    <a:pt x="8702" y="224698"/>
                    <a:pt x="5602" y="224698"/>
                  </a:cubicBezTo>
                  <a:lnTo>
                    <a:pt x="5602" y="224698"/>
                  </a:lnTo>
                  <a:cubicBezTo>
                    <a:pt x="2502" y="224698"/>
                    <a:pt x="0" y="222196"/>
                    <a:pt x="0" y="219097"/>
                  </a:cubicBezTo>
                  <a:close/>
                  <a:moveTo>
                    <a:pt x="0" y="188592"/>
                  </a:moveTo>
                  <a:cubicBezTo>
                    <a:pt x="0" y="185531"/>
                    <a:pt x="2502" y="182992"/>
                    <a:pt x="5602" y="182992"/>
                  </a:cubicBezTo>
                  <a:lnTo>
                    <a:pt x="5602" y="182992"/>
                  </a:lnTo>
                  <a:cubicBezTo>
                    <a:pt x="8702" y="182992"/>
                    <a:pt x="11205" y="185531"/>
                    <a:pt x="11205" y="188592"/>
                  </a:cubicBezTo>
                  <a:lnTo>
                    <a:pt x="11205" y="188592"/>
                  </a:lnTo>
                  <a:cubicBezTo>
                    <a:pt x="11205" y="191692"/>
                    <a:pt x="8702" y="194193"/>
                    <a:pt x="5602" y="194193"/>
                  </a:cubicBezTo>
                  <a:lnTo>
                    <a:pt x="5602" y="194193"/>
                  </a:lnTo>
                  <a:cubicBezTo>
                    <a:pt x="2502" y="194193"/>
                    <a:pt x="0" y="191692"/>
                    <a:pt x="0" y="188592"/>
                  </a:cubicBezTo>
                  <a:close/>
                  <a:moveTo>
                    <a:pt x="0" y="158125"/>
                  </a:moveTo>
                  <a:cubicBezTo>
                    <a:pt x="0" y="155026"/>
                    <a:pt x="2502" y="152525"/>
                    <a:pt x="5602" y="152525"/>
                  </a:cubicBezTo>
                  <a:lnTo>
                    <a:pt x="5602" y="152525"/>
                  </a:lnTo>
                  <a:cubicBezTo>
                    <a:pt x="8702" y="152525"/>
                    <a:pt x="11205" y="155026"/>
                    <a:pt x="11205" y="158125"/>
                  </a:cubicBezTo>
                  <a:lnTo>
                    <a:pt x="11205" y="158125"/>
                  </a:lnTo>
                  <a:cubicBezTo>
                    <a:pt x="11205" y="161187"/>
                    <a:pt x="8702" y="163726"/>
                    <a:pt x="5602" y="163726"/>
                  </a:cubicBezTo>
                  <a:lnTo>
                    <a:pt x="5602" y="163726"/>
                  </a:lnTo>
                  <a:cubicBezTo>
                    <a:pt x="2502" y="163726"/>
                    <a:pt x="0" y="161187"/>
                    <a:pt x="0" y="158125"/>
                  </a:cubicBezTo>
                  <a:close/>
                  <a:moveTo>
                    <a:pt x="0" y="127620"/>
                  </a:moveTo>
                  <a:cubicBezTo>
                    <a:pt x="0" y="124521"/>
                    <a:pt x="2502" y="122019"/>
                    <a:pt x="5602" y="122019"/>
                  </a:cubicBezTo>
                  <a:lnTo>
                    <a:pt x="5602" y="122019"/>
                  </a:lnTo>
                  <a:cubicBezTo>
                    <a:pt x="8702" y="122019"/>
                    <a:pt x="11205" y="124521"/>
                    <a:pt x="11205" y="127620"/>
                  </a:cubicBezTo>
                  <a:lnTo>
                    <a:pt x="11205" y="127620"/>
                  </a:lnTo>
                  <a:cubicBezTo>
                    <a:pt x="11205" y="130682"/>
                    <a:pt x="8702" y="133221"/>
                    <a:pt x="5602" y="133221"/>
                  </a:cubicBezTo>
                  <a:lnTo>
                    <a:pt x="5602" y="133221"/>
                  </a:lnTo>
                  <a:cubicBezTo>
                    <a:pt x="2502" y="133221"/>
                    <a:pt x="0" y="130682"/>
                    <a:pt x="0" y="127620"/>
                  </a:cubicBezTo>
                  <a:close/>
                  <a:moveTo>
                    <a:pt x="0" y="97115"/>
                  </a:moveTo>
                  <a:cubicBezTo>
                    <a:pt x="0" y="94016"/>
                    <a:pt x="2502" y="91514"/>
                    <a:pt x="5602" y="91514"/>
                  </a:cubicBezTo>
                  <a:lnTo>
                    <a:pt x="5602" y="91514"/>
                  </a:lnTo>
                  <a:cubicBezTo>
                    <a:pt x="8702" y="91514"/>
                    <a:pt x="11205" y="94016"/>
                    <a:pt x="11205" y="97115"/>
                  </a:cubicBezTo>
                  <a:lnTo>
                    <a:pt x="11205" y="97115"/>
                  </a:lnTo>
                  <a:cubicBezTo>
                    <a:pt x="11205" y="100177"/>
                    <a:pt x="8702" y="102716"/>
                    <a:pt x="5602" y="102716"/>
                  </a:cubicBezTo>
                  <a:lnTo>
                    <a:pt x="5602" y="102716"/>
                  </a:lnTo>
                  <a:cubicBezTo>
                    <a:pt x="2502" y="102716"/>
                    <a:pt x="0" y="100177"/>
                    <a:pt x="0" y="97115"/>
                  </a:cubicBezTo>
                  <a:close/>
                  <a:moveTo>
                    <a:pt x="0" y="66611"/>
                  </a:moveTo>
                  <a:cubicBezTo>
                    <a:pt x="0" y="63511"/>
                    <a:pt x="2502" y="61010"/>
                    <a:pt x="5602" y="61010"/>
                  </a:cubicBezTo>
                  <a:lnTo>
                    <a:pt x="5602" y="61010"/>
                  </a:lnTo>
                  <a:cubicBezTo>
                    <a:pt x="8702" y="61010"/>
                    <a:pt x="11205" y="63511"/>
                    <a:pt x="11205" y="66611"/>
                  </a:cubicBezTo>
                  <a:lnTo>
                    <a:pt x="11205" y="66611"/>
                  </a:lnTo>
                  <a:cubicBezTo>
                    <a:pt x="11205" y="69672"/>
                    <a:pt x="8702" y="72211"/>
                    <a:pt x="5602" y="72211"/>
                  </a:cubicBezTo>
                  <a:lnTo>
                    <a:pt x="5602" y="72211"/>
                  </a:lnTo>
                  <a:cubicBezTo>
                    <a:pt x="2502" y="72211"/>
                    <a:pt x="0" y="69672"/>
                    <a:pt x="0" y="66611"/>
                  </a:cubicBezTo>
                  <a:close/>
                  <a:moveTo>
                    <a:pt x="0" y="36105"/>
                  </a:moveTo>
                  <a:cubicBezTo>
                    <a:pt x="0" y="33007"/>
                    <a:pt x="2502" y="30505"/>
                    <a:pt x="5602" y="30505"/>
                  </a:cubicBezTo>
                  <a:lnTo>
                    <a:pt x="5602" y="30505"/>
                  </a:lnTo>
                  <a:cubicBezTo>
                    <a:pt x="8702" y="30505"/>
                    <a:pt x="11205" y="33007"/>
                    <a:pt x="11205" y="36105"/>
                  </a:cubicBezTo>
                  <a:lnTo>
                    <a:pt x="11205" y="36105"/>
                  </a:lnTo>
                  <a:cubicBezTo>
                    <a:pt x="11205" y="39167"/>
                    <a:pt x="8702" y="41706"/>
                    <a:pt x="5602" y="41706"/>
                  </a:cubicBezTo>
                  <a:lnTo>
                    <a:pt x="5602" y="41706"/>
                  </a:lnTo>
                  <a:cubicBezTo>
                    <a:pt x="2502" y="41706"/>
                    <a:pt x="0" y="39167"/>
                    <a:pt x="0" y="36105"/>
                  </a:cubicBezTo>
                  <a:close/>
                  <a:moveTo>
                    <a:pt x="0" y="5601"/>
                  </a:moveTo>
                  <a:cubicBezTo>
                    <a:pt x="0" y="2502"/>
                    <a:pt x="2502" y="0"/>
                    <a:pt x="5602" y="0"/>
                  </a:cubicBezTo>
                  <a:lnTo>
                    <a:pt x="5602" y="0"/>
                  </a:lnTo>
                  <a:cubicBezTo>
                    <a:pt x="8702" y="0"/>
                    <a:pt x="11205" y="2502"/>
                    <a:pt x="11205" y="5601"/>
                  </a:cubicBezTo>
                  <a:lnTo>
                    <a:pt x="11205" y="5601"/>
                  </a:lnTo>
                  <a:cubicBezTo>
                    <a:pt x="11205" y="8700"/>
                    <a:pt x="8702" y="11201"/>
                    <a:pt x="5602" y="11201"/>
                  </a:cubicBezTo>
                  <a:lnTo>
                    <a:pt x="5602" y="11201"/>
                  </a:lnTo>
                  <a:cubicBezTo>
                    <a:pt x="2502" y="11201"/>
                    <a:pt x="0" y="8700"/>
                    <a:pt x="0" y="56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85" name="Google Shape;2185;p90"/>
            <p:cNvSpPr/>
            <p:nvPr/>
          </p:nvSpPr>
          <p:spPr>
            <a:xfrm>
              <a:off x="2937794" y="5550977"/>
              <a:ext cx="11204" cy="11098"/>
            </a:xfrm>
            <a:custGeom>
              <a:avLst/>
              <a:gdLst/>
              <a:ahLst/>
              <a:cxnLst/>
              <a:rect l="l" t="t" r="r" b="b"/>
              <a:pathLst>
                <a:path w="11204" h="11098" extrusionOk="0">
                  <a:moveTo>
                    <a:pt x="5602" y="11099"/>
                  </a:moveTo>
                  <a:cubicBezTo>
                    <a:pt x="4108" y="11099"/>
                    <a:pt x="2689" y="10539"/>
                    <a:pt x="1643" y="9456"/>
                  </a:cubicBezTo>
                  <a:cubicBezTo>
                    <a:pt x="560" y="8410"/>
                    <a:pt x="0" y="6991"/>
                    <a:pt x="0" y="5535"/>
                  </a:cubicBezTo>
                  <a:cubicBezTo>
                    <a:pt x="0" y="4042"/>
                    <a:pt x="598" y="2586"/>
                    <a:pt x="1643" y="1540"/>
                  </a:cubicBezTo>
                  <a:cubicBezTo>
                    <a:pt x="3735" y="-513"/>
                    <a:pt x="7470" y="-513"/>
                    <a:pt x="9561" y="1540"/>
                  </a:cubicBezTo>
                  <a:cubicBezTo>
                    <a:pt x="10607" y="2586"/>
                    <a:pt x="11205" y="4042"/>
                    <a:pt x="11205" y="5535"/>
                  </a:cubicBezTo>
                  <a:cubicBezTo>
                    <a:pt x="11205" y="6991"/>
                    <a:pt x="10607" y="8410"/>
                    <a:pt x="9561" y="9456"/>
                  </a:cubicBezTo>
                  <a:cubicBezTo>
                    <a:pt x="8478" y="10539"/>
                    <a:pt x="7096" y="11099"/>
                    <a:pt x="5602" y="11099"/>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186" name="Google Shape;2186;p90"/>
          <p:cNvGrpSpPr/>
          <p:nvPr/>
        </p:nvGrpSpPr>
        <p:grpSpPr>
          <a:xfrm>
            <a:off x="3080037" y="3073242"/>
            <a:ext cx="9174" cy="348766"/>
            <a:chOff x="2937794" y="4103118"/>
            <a:chExt cx="11204" cy="425948"/>
          </a:xfrm>
        </p:grpSpPr>
        <p:sp>
          <p:nvSpPr>
            <p:cNvPr id="2187" name="Google Shape;2187;p90"/>
            <p:cNvSpPr/>
            <p:nvPr/>
          </p:nvSpPr>
          <p:spPr>
            <a:xfrm>
              <a:off x="2937794" y="4103118"/>
              <a:ext cx="11204" cy="11201"/>
            </a:xfrm>
            <a:custGeom>
              <a:avLst/>
              <a:gdLst/>
              <a:ahLst/>
              <a:cxnLst/>
              <a:rect l="l" t="t" r="r" b="b"/>
              <a:pathLst>
                <a:path w="11204" h="11201" extrusionOk="0">
                  <a:moveTo>
                    <a:pt x="5602" y="11201"/>
                  </a:moveTo>
                  <a:cubicBezTo>
                    <a:pt x="4855" y="11201"/>
                    <a:pt x="4146" y="11052"/>
                    <a:pt x="3474" y="10753"/>
                  </a:cubicBezTo>
                  <a:cubicBezTo>
                    <a:pt x="2764" y="10492"/>
                    <a:pt x="2166" y="10081"/>
                    <a:pt x="1643" y="9558"/>
                  </a:cubicBezTo>
                  <a:cubicBezTo>
                    <a:pt x="1120" y="9036"/>
                    <a:pt x="710" y="8401"/>
                    <a:pt x="411" y="7729"/>
                  </a:cubicBezTo>
                  <a:cubicBezTo>
                    <a:pt x="149" y="7057"/>
                    <a:pt x="0" y="6347"/>
                    <a:pt x="0" y="5601"/>
                  </a:cubicBezTo>
                  <a:cubicBezTo>
                    <a:pt x="0" y="4107"/>
                    <a:pt x="598" y="2688"/>
                    <a:pt x="1643" y="1643"/>
                  </a:cubicBezTo>
                  <a:cubicBezTo>
                    <a:pt x="1905" y="1381"/>
                    <a:pt x="2166" y="1157"/>
                    <a:pt x="2502" y="933"/>
                  </a:cubicBezTo>
                  <a:cubicBezTo>
                    <a:pt x="2801" y="747"/>
                    <a:pt x="3100" y="560"/>
                    <a:pt x="3474" y="411"/>
                  </a:cubicBezTo>
                  <a:cubicBezTo>
                    <a:pt x="3810" y="261"/>
                    <a:pt x="4146" y="187"/>
                    <a:pt x="4519" y="112"/>
                  </a:cubicBezTo>
                  <a:cubicBezTo>
                    <a:pt x="5229" y="-37"/>
                    <a:pt x="5976" y="-37"/>
                    <a:pt x="6686" y="112"/>
                  </a:cubicBezTo>
                  <a:cubicBezTo>
                    <a:pt x="7059" y="187"/>
                    <a:pt x="7395" y="261"/>
                    <a:pt x="7731" y="411"/>
                  </a:cubicBezTo>
                  <a:cubicBezTo>
                    <a:pt x="8067" y="560"/>
                    <a:pt x="8404" y="747"/>
                    <a:pt x="8702" y="933"/>
                  </a:cubicBezTo>
                  <a:cubicBezTo>
                    <a:pt x="9001" y="1157"/>
                    <a:pt x="9300" y="1381"/>
                    <a:pt x="9561" y="1643"/>
                  </a:cubicBezTo>
                  <a:cubicBezTo>
                    <a:pt x="9823" y="1904"/>
                    <a:pt x="10047" y="2166"/>
                    <a:pt x="10234" y="2464"/>
                  </a:cubicBezTo>
                  <a:cubicBezTo>
                    <a:pt x="10458" y="2800"/>
                    <a:pt x="10645" y="3099"/>
                    <a:pt x="10757" y="3435"/>
                  </a:cubicBezTo>
                  <a:cubicBezTo>
                    <a:pt x="10906" y="3812"/>
                    <a:pt x="11018" y="4144"/>
                    <a:pt x="11093" y="4518"/>
                  </a:cubicBezTo>
                  <a:cubicBezTo>
                    <a:pt x="11167" y="4854"/>
                    <a:pt x="11205" y="5227"/>
                    <a:pt x="11205" y="5601"/>
                  </a:cubicBezTo>
                  <a:cubicBezTo>
                    <a:pt x="11205" y="6347"/>
                    <a:pt x="11055" y="7057"/>
                    <a:pt x="10794" y="7729"/>
                  </a:cubicBezTo>
                  <a:cubicBezTo>
                    <a:pt x="10495" y="8401"/>
                    <a:pt x="10084" y="9036"/>
                    <a:pt x="9561" y="9558"/>
                  </a:cubicBezTo>
                  <a:cubicBezTo>
                    <a:pt x="9039" y="10081"/>
                    <a:pt x="8404" y="10492"/>
                    <a:pt x="7731" y="10753"/>
                  </a:cubicBezTo>
                  <a:cubicBezTo>
                    <a:pt x="7059" y="11052"/>
                    <a:pt x="6349" y="11201"/>
                    <a:pt x="5602" y="112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88" name="Google Shape;2188;p90"/>
            <p:cNvSpPr/>
            <p:nvPr/>
          </p:nvSpPr>
          <p:spPr>
            <a:xfrm>
              <a:off x="2937794" y="4132726"/>
              <a:ext cx="11204" cy="366730"/>
            </a:xfrm>
            <a:custGeom>
              <a:avLst/>
              <a:gdLst/>
              <a:ahLst/>
              <a:cxnLst/>
              <a:rect l="l" t="t" r="r" b="b"/>
              <a:pathLst>
                <a:path w="11204" h="366730" extrusionOk="0">
                  <a:moveTo>
                    <a:pt x="0" y="361130"/>
                  </a:moveTo>
                  <a:cubicBezTo>
                    <a:pt x="0" y="358031"/>
                    <a:pt x="2502" y="355529"/>
                    <a:pt x="5602" y="355529"/>
                  </a:cubicBezTo>
                  <a:lnTo>
                    <a:pt x="5602" y="355529"/>
                  </a:lnTo>
                  <a:cubicBezTo>
                    <a:pt x="8702" y="355529"/>
                    <a:pt x="11205" y="358031"/>
                    <a:pt x="11205" y="361130"/>
                  </a:cubicBezTo>
                  <a:lnTo>
                    <a:pt x="11205" y="361130"/>
                  </a:lnTo>
                  <a:cubicBezTo>
                    <a:pt x="11205" y="364229"/>
                    <a:pt x="8702" y="366731"/>
                    <a:pt x="5602" y="366731"/>
                  </a:cubicBezTo>
                  <a:lnTo>
                    <a:pt x="5602" y="366731"/>
                  </a:lnTo>
                  <a:cubicBezTo>
                    <a:pt x="2502" y="366731"/>
                    <a:pt x="0" y="364229"/>
                    <a:pt x="0" y="361130"/>
                  </a:cubicBezTo>
                  <a:close/>
                  <a:moveTo>
                    <a:pt x="0" y="331484"/>
                  </a:moveTo>
                  <a:cubicBezTo>
                    <a:pt x="0" y="328385"/>
                    <a:pt x="2502" y="325883"/>
                    <a:pt x="5602" y="325883"/>
                  </a:cubicBezTo>
                  <a:lnTo>
                    <a:pt x="5602" y="325883"/>
                  </a:lnTo>
                  <a:cubicBezTo>
                    <a:pt x="8702" y="325883"/>
                    <a:pt x="11205" y="328385"/>
                    <a:pt x="11205" y="331484"/>
                  </a:cubicBezTo>
                  <a:lnTo>
                    <a:pt x="11205" y="331484"/>
                  </a:lnTo>
                  <a:cubicBezTo>
                    <a:pt x="11205" y="334583"/>
                    <a:pt x="8702" y="337085"/>
                    <a:pt x="5602" y="337085"/>
                  </a:cubicBezTo>
                  <a:lnTo>
                    <a:pt x="5602" y="337085"/>
                  </a:lnTo>
                  <a:cubicBezTo>
                    <a:pt x="2502" y="337085"/>
                    <a:pt x="0" y="334583"/>
                    <a:pt x="0" y="331484"/>
                  </a:cubicBezTo>
                  <a:close/>
                  <a:moveTo>
                    <a:pt x="0" y="301875"/>
                  </a:moveTo>
                  <a:cubicBezTo>
                    <a:pt x="0" y="298776"/>
                    <a:pt x="2502" y="296275"/>
                    <a:pt x="5602" y="296275"/>
                  </a:cubicBezTo>
                  <a:lnTo>
                    <a:pt x="5602" y="296275"/>
                  </a:lnTo>
                  <a:cubicBezTo>
                    <a:pt x="8702" y="296275"/>
                    <a:pt x="11205" y="298776"/>
                    <a:pt x="11205" y="301875"/>
                  </a:cubicBezTo>
                  <a:lnTo>
                    <a:pt x="11205" y="301875"/>
                  </a:lnTo>
                  <a:cubicBezTo>
                    <a:pt x="11205" y="304974"/>
                    <a:pt x="8702" y="307476"/>
                    <a:pt x="5602" y="307476"/>
                  </a:cubicBezTo>
                  <a:lnTo>
                    <a:pt x="5602" y="307476"/>
                  </a:lnTo>
                  <a:cubicBezTo>
                    <a:pt x="2502" y="307476"/>
                    <a:pt x="0" y="304974"/>
                    <a:pt x="0" y="301875"/>
                  </a:cubicBezTo>
                  <a:close/>
                  <a:moveTo>
                    <a:pt x="0" y="272229"/>
                  </a:moveTo>
                  <a:cubicBezTo>
                    <a:pt x="0" y="269171"/>
                    <a:pt x="2502" y="266628"/>
                    <a:pt x="5602" y="266628"/>
                  </a:cubicBezTo>
                  <a:lnTo>
                    <a:pt x="5602" y="266628"/>
                  </a:lnTo>
                  <a:cubicBezTo>
                    <a:pt x="8702" y="266628"/>
                    <a:pt x="11205" y="269171"/>
                    <a:pt x="11205" y="272229"/>
                  </a:cubicBezTo>
                  <a:lnTo>
                    <a:pt x="11205" y="272229"/>
                  </a:lnTo>
                  <a:cubicBezTo>
                    <a:pt x="11205" y="275328"/>
                    <a:pt x="8702" y="277867"/>
                    <a:pt x="5602" y="277867"/>
                  </a:cubicBezTo>
                  <a:lnTo>
                    <a:pt x="5602" y="277867"/>
                  </a:lnTo>
                  <a:cubicBezTo>
                    <a:pt x="2502" y="277867"/>
                    <a:pt x="0" y="275328"/>
                    <a:pt x="0" y="272229"/>
                  </a:cubicBezTo>
                  <a:close/>
                  <a:moveTo>
                    <a:pt x="0" y="242620"/>
                  </a:moveTo>
                  <a:cubicBezTo>
                    <a:pt x="0" y="239521"/>
                    <a:pt x="2502" y="237020"/>
                    <a:pt x="5602" y="237020"/>
                  </a:cubicBezTo>
                  <a:lnTo>
                    <a:pt x="5602" y="237020"/>
                  </a:lnTo>
                  <a:cubicBezTo>
                    <a:pt x="8702" y="237020"/>
                    <a:pt x="11205" y="239521"/>
                    <a:pt x="11205" y="242620"/>
                  </a:cubicBezTo>
                  <a:lnTo>
                    <a:pt x="11205" y="242620"/>
                  </a:lnTo>
                  <a:cubicBezTo>
                    <a:pt x="11205" y="245719"/>
                    <a:pt x="8702" y="248221"/>
                    <a:pt x="5602" y="248221"/>
                  </a:cubicBezTo>
                  <a:lnTo>
                    <a:pt x="5602" y="248221"/>
                  </a:lnTo>
                  <a:cubicBezTo>
                    <a:pt x="2502" y="248221"/>
                    <a:pt x="0" y="245719"/>
                    <a:pt x="0" y="242620"/>
                  </a:cubicBezTo>
                  <a:close/>
                  <a:moveTo>
                    <a:pt x="0" y="213011"/>
                  </a:moveTo>
                  <a:cubicBezTo>
                    <a:pt x="0" y="209912"/>
                    <a:pt x="2502" y="207411"/>
                    <a:pt x="5602" y="207411"/>
                  </a:cubicBezTo>
                  <a:lnTo>
                    <a:pt x="5602" y="207411"/>
                  </a:lnTo>
                  <a:cubicBezTo>
                    <a:pt x="8702" y="207411"/>
                    <a:pt x="11205" y="209912"/>
                    <a:pt x="11205" y="213011"/>
                  </a:cubicBezTo>
                  <a:lnTo>
                    <a:pt x="11205" y="213011"/>
                  </a:lnTo>
                  <a:cubicBezTo>
                    <a:pt x="11205" y="216073"/>
                    <a:pt x="8702" y="218575"/>
                    <a:pt x="5602" y="218575"/>
                  </a:cubicBezTo>
                  <a:lnTo>
                    <a:pt x="5602" y="218575"/>
                  </a:lnTo>
                  <a:cubicBezTo>
                    <a:pt x="2502" y="218575"/>
                    <a:pt x="0" y="216073"/>
                    <a:pt x="0" y="213011"/>
                  </a:cubicBezTo>
                  <a:close/>
                  <a:moveTo>
                    <a:pt x="0" y="183365"/>
                  </a:moveTo>
                  <a:cubicBezTo>
                    <a:pt x="0" y="180266"/>
                    <a:pt x="2502" y="177765"/>
                    <a:pt x="5602" y="177765"/>
                  </a:cubicBezTo>
                  <a:lnTo>
                    <a:pt x="5602" y="177765"/>
                  </a:lnTo>
                  <a:cubicBezTo>
                    <a:pt x="8702" y="177765"/>
                    <a:pt x="11205" y="180266"/>
                    <a:pt x="11205" y="183365"/>
                  </a:cubicBezTo>
                  <a:lnTo>
                    <a:pt x="11205" y="183365"/>
                  </a:lnTo>
                  <a:cubicBezTo>
                    <a:pt x="11205" y="186464"/>
                    <a:pt x="8702" y="188966"/>
                    <a:pt x="5602" y="188966"/>
                  </a:cubicBezTo>
                  <a:lnTo>
                    <a:pt x="5602" y="188966"/>
                  </a:lnTo>
                  <a:cubicBezTo>
                    <a:pt x="2502" y="188966"/>
                    <a:pt x="0" y="186464"/>
                    <a:pt x="0" y="183365"/>
                  </a:cubicBezTo>
                  <a:close/>
                  <a:moveTo>
                    <a:pt x="0" y="153756"/>
                  </a:moveTo>
                  <a:cubicBezTo>
                    <a:pt x="0" y="150658"/>
                    <a:pt x="2502" y="148156"/>
                    <a:pt x="5602" y="148156"/>
                  </a:cubicBezTo>
                  <a:lnTo>
                    <a:pt x="5602" y="148156"/>
                  </a:lnTo>
                  <a:cubicBezTo>
                    <a:pt x="8702" y="148156"/>
                    <a:pt x="11205" y="150658"/>
                    <a:pt x="11205" y="153756"/>
                  </a:cubicBezTo>
                  <a:lnTo>
                    <a:pt x="11205" y="153756"/>
                  </a:lnTo>
                  <a:cubicBezTo>
                    <a:pt x="11205" y="156818"/>
                    <a:pt x="8702" y="159357"/>
                    <a:pt x="5602" y="159357"/>
                  </a:cubicBezTo>
                  <a:lnTo>
                    <a:pt x="5602" y="159357"/>
                  </a:lnTo>
                  <a:cubicBezTo>
                    <a:pt x="2502" y="159357"/>
                    <a:pt x="0" y="156818"/>
                    <a:pt x="0" y="153756"/>
                  </a:cubicBezTo>
                  <a:close/>
                  <a:moveTo>
                    <a:pt x="0" y="124110"/>
                  </a:moveTo>
                  <a:cubicBezTo>
                    <a:pt x="0" y="121012"/>
                    <a:pt x="2502" y="118510"/>
                    <a:pt x="5602" y="118510"/>
                  </a:cubicBezTo>
                  <a:lnTo>
                    <a:pt x="5602" y="118510"/>
                  </a:lnTo>
                  <a:cubicBezTo>
                    <a:pt x="8702" y="118510"/>
                    <a:pt x="11205" y="121012"/>
                    <a:pt x="11205" y="124110"/>
                  </a:cubicBezTo>
                  <a:lnTo>
                    <a:pt x="11205" y="124110"/>
                  </a:lnTo>
                  <a:cubicBezTo>
                    <a:pt x="11205" y="127209"/>
                    <a:pt x="8702" y="129711"/>
                    <a:pt x="5602" y="129711"/>
                  </a:cubicBezTo>
                  <a:lnTo>
                    <a:pt x="5602" y="129711"/>
                  </a:lnTo>
                  <a:cubicBezTo>
                    <a:pt x="2502" y="129711"/>
                    <a:pt x="0" y="127209"/>
                    <a:pt x="0" y="124110"/>
                  </a:cubicBezTo>
                  <a:close/>
                  <a:moveTo>
                    <a:pt x="0" y="94502"/>
                  </a:moveTo>
                  <a:cubicBezTo>
                    <a:pt x="0" y="91403"/>
                    <a:pt x="2502" y="88901"/>
                    <a:pt x="5602" y="88901"/>
                  </a:cubicBezTo>
                  <a:lnTo>
                    <a:pt x="5602" y="88901"/>
                  </a:lnTo>
                  <a:cubicBezTo>
                    <a:pt x="8702" y="88901"/>
                    <a:pt x="11205" y="91403"/>
                    <a:pt x="11205" y="94502"/>
                  </a:cubicBezTo>
                  <a:lnTo>
                    <a:pt x="11205" y="94502"/>
                  </a:lnTo>
                  <a:cubicBezTo>
                    <a:pt x="11205" y="97601"/>
                    <a:pt x="8702" y="100102"/>
                    <a:pt x="5602" y="100102"/>
                  </a:cubicBezTo>
                  <a:lnTo>
                    <a:pt x="5602" y="100102"/>
                  </a:lnTo>
                  <a:cubicBezTo>
                    <a:pt x="2502" y="100102"/>
                    <a:pt x="0" y="97601"/>
                    <a:pt x="0" y="94502"/>
                  </a:cubicBezTo>
                  <a:close/>
                  <a:moveTo>
                    <a:pt x="0" y="64856"/>
                  </a:moveTo>
                  <a:cubicBezTo>
                    <a:pt x="0" y="61757"/>
                    <a:pt x="2502" y="59255"/>
                    <a:pt x="5602" y="59255"/>
                  </a:cubicBezTo>
                  <a:lnTo>
                    <a:pt x="5602" y="59255"/>
                  </a:lnTo>
                  <a:cubicBezTo>
                    <a:pt x="8702" y="59255"/>
                    <a:pt x="11205" y="61757"/>
                    <a:pt x="11205" y="64856"/>
                  </a:cubicBezTo>
                  <a:lnTo>
                    <a:pt x="11205" y="64856"/>
                  </a:lnTo>
                  <a:cubicBezTo>
                    <a:pt x="11205" y="67955"/>
                    <a:pt x="8702" y="70456"/>
                    <a:pt x="5602" y="70456"/>
                  </a:cubicBezTo>
                  <a:lnTo>
                    <a:pt x="5602" y="70456"/>
                  </a:lnTo>
                  <a:cubicBezTo>
                    <a:pt x="2502" y="70456"/>
                    <a:pt x="0" y="67955"/>
                    <a:pt x="0" y="64856"/>
                  </a:cubicBezTo>
                  <a:close/>
                  <a:moveTo>
                    <a:pt x="0" y="35247"/>
                  </a:moveTo>
                  <a:cubicBezTo>
                    <a:pt x="0" y="32148"/>
                    <a:pt x="2502" y="29646"/>
                    <a:pt x="5602" y="29646"/>
                  </a:cubicBezTo>
                  <a:lnTo>
                    <a:pt x="5602" y="29646"/>
                  </a:lnTo>
                  <a:cubicBezTo>
                    <a:pt x="8702" y="29646"/>
                    <a:pt x="11205" y="32148"/>
                    <a:pt x="11205" y="35247"/>
                  </a:cubicBezTo>
                  <a:lnTo>
                    <a:pt x="11205" y="35247"/>
                  </a:lnTo>
                  <a:cubicBezTo>
                    <a:pt x="11205" y="38346"/>
                    <a:pt x="8702" y="40847"/>
                    <a:pt x="5602" y="40847"/>
                  </a:cubicBezTo>
                  <a:lnTo>
                    <a:pt x="5602" y="40847"/>
                  </a:lnTo>
                  <a:cubicBezTo>
                    <a:pt x="2502" y="40847"/>
                    <a:pt x="0" y="38346"/>
                    <a:pt x="0" y="35247"/>
                  </a:cubicBezTo>
                  <a:close/>
                  <a:moveTo>
                    <a:pt x="0" y="5638"/>
                  </a:moveTo>
                  <a:cubicBezTo>
                    <a:pt x="0" y="2539"/>
                    <a:pt x="2502" y="0"/>
                    <a:pt x="5602" y="0"/>
                  </a:cubicBezTo>
                  <a:lnTo>
                    <a:pt x="5602" y="0"/>
                  </a:lnTo>
                  <a:cubicBezTo>
                    <a:pt x="8702" y="0"/>
                    <a:pt x="11205" y="2539"/>
                    <a:pt x="11205" y="5638"/>
                  </a:cubicBezTo>
                  <a:lnTo>
                    <a:pt x="11205" y="5638"/>
                  </a:lnTo>
                  <a:cubicBezTo>
                    <a:pt x="11205" y="8700"/>
                    <a:pt x="8702" y="11239"/>
                    <a:pt x="5602" y="11239"/>
                  </a:cubicBezTo>
                  <a:lnTo>
                    <a:pt x="5602" y="11239"/>
                  </a:lnTo>
                  <a:cubicBezTo>
                    <a:pt x="2502" y="11239"/>
                    <a:pt x="0" y="8700"/>
                    <a:pt x="0" y="5638"/>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89" name="Google Shape;2189;p90"/>
            <p:cNvSpPr/>
            <p:nvPr/>
          </p:nvSpPr>
          <p:spPr>
            <a:xfrm>
              <a:off x="2937794" y="4517865"/>
              <a:ext cx="11204" cy="11201"/>
            </a:xfrm>
            <a:custGeom>
              <a:avLst/>
              <a:gdLst/>
              <a:ahLst/>
              <a:cxnLst/>
              <a:rect l="l" t="t" r="r" b="b"/>
              <a:pathLst>
                <a:path w="11204" h="11201" extrusionOk="0">
                  <a:moveTo>
                    <a:pt x="5602" y="11201"/>
                  </a:moveTo>
                  <a:cubicBezTo>
                    <a:pt x="4108" y="11201"/>
                    <a:pt x="2689" y="10604"/>
                    <a:pt x="1643" y="9558"/>
                  </a:cubicBezTo>
                  <a:cubicBezTo>
                    <a:pt x="560" y="8513"/>
                    <a:pt x="0" y="7094"/>
                    <a:pt x="0" y="5601"/>
                  </a:cubicBezTo>
                  <a:cubicBezTo>
                    <a:pt x="0" y="5227"/>
                    <a:pt x="37" y="4854"/>
                    <a:pt x="112" y="4518"/>
                  </a:cubicBezTo>
                  <a:cubicBezTo>
                    <a:pt x="187" y="4144"/>
                    <a:pt x="299" y="3809"/>
                    <a:pt x="411" y="3472"/>
                  </a:cubicBezTo>
                  <a:cubicBezTo>
                    <a:pt x="560" y="3136"/>
                    <a:pt x="747" y="2800"/>
                    <a:pt x="934" y="2502"/>
                  </a:cubicBezTo>
                  <a:cubicBezTo>
                    <a:pt x="1158" y="2203"/>
                    <a:pt x="1382" y="1904"/>
                    <a:pt x="1643" y="1647"/>
                  </a:cubicBezTo>
                  <a:cubicBezTo>
                    <a:pt x="1905" y="1382"/>
                    <a:pt x="2166" y="1158"/>
                    <a:pt x="2465" y="933"/>
                  </a:cubicBezTo>
                  <a:cubicBezTo>
                    <a:pt x="2801" y="747"/>
                    <a:pt x="3100" y="560"/>
                    <a:pt x="3436" y="448"/>
                  </a:cubicBezTo>
                  <a:cubicBezTo>
                    <a:pt x="3772" y="299"/>
                    <a:pt x="4146" y="187"/>
                    <a:pt x="4482" y="112"/>
                  </a:cubicBezTo>
                  <a:cubicBezTo>
                    <a:pt x="5229" y="-37"/>
                    <a:pt x="5976" y="-37"/>
                    <a:pt x="6686" y="112"/>
                  </a:cubicBezTo>
                  <a:cubicBezTo>
                    <a:pt x="7059" y="187"/>
                    <a:pt x="7395" y="299"/>
                    <a:pt x="7731" y="448"/>
                  </a:cubicBezTo>
                  <a:cubicBezTo>
                    <a:pt x="8067" y="560"/>
                    <a:pt x="8404" y="747"/>
                    <a:pt x="8702" y="933"/>
                  </a:cubicBezTo>
                  <a:cubicBezTo>
                    <a:pt x="9001" y="1158"/>
                    <a:pt x="9300" y="1382"/>
                    <a:pt x="9561" y="1647"/>
                  </a:cubicBezTo>
                  <a:cubicBezTo>
                    <a:pt x="9823" y="1904"/>
                    <a:pt x="10047" y="2203"/>
                    <a:pt x="10271" y="2502"/>
                  </a:cubicBezTo>
                  <a:cubicBezTo>
                    <a:pt x="10458" y="2800"/>
                    <a:pt x="10645" y="3136"/>
                    <a:pt x="10757" y="3472"/>
                  </a:cubicBezTo>
                  <a:cubicBezTo>
                    <a:pt x="10906" y="3809"/>
                    <a:pt x="11018" y="4144"/>
                    <a:pt x="11093" y="4518"/>
                  </a:cubicBezTo>
                  <a:cubicBezTo>
                    <a:pt x="11167" y="4854"/>
                    <a:pt x="11205" y="5227"/>
                    <a:pt x="11205" y="5601"/>
                  </a:cubicBezTo>
                  <a:cubicBezTo>
                    <a:pt x="11205" y="7094"/>
                    <a:pt x="10607" y="8513"/>
                    <a:pt x="9561" y="9558"/>
                  </a:cubicBezTo>
                  <a:cubicBezTo>
                    <a:pt x="8516" y="10604"/>
                    <a:pt x="7096" y="11201"/>
                    <a:pt x="5602" y="112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190" name="Google Shape;2190;p90"/>
          <p:cNvGrpSpPr/>
          <p:nvPr/>
        </p:nvGrpSpPr>
        <p:grpSpPr>
          <a:xfrm>
            <a:off x="3080037" y="2539293"/>
            <a:ext cx="9174" cy="239081"/>
            <a:chOff x="2937794" y="3451006"/>
            <a:chExt cx="11204" cy="291989"/>
          </a:xfrm>
        </p:grpSpPr>
        <p:sp>
          <p:nvSpPr>
            <p:cNvPr id="2191" name="Google Shape;2191;p90"/>
            <p:cNvSpPr/>
            <p:nvPr/>
          </p:nvSpPr>
          <p:spPr>
            <a:xfrm>
              <a:off x="2937794" y="3451006"/>
              <a:ext cx="11204" cy="11173"/>
            </a:xfrm>
            <a:custGeom>
              <a:avLst/>
              <a:gdLst/>
              <a:ahLst/>
              <a:cxnLst/>
              <a:rect l="l" t="t" r="r" b="b"/>
              <a:pathLst>
                <a:path w="11204" h="11173" extrusionOk="0">
                  <a:moveTo>
                    <a:pt x="5602" y="11173"/>
                  </a:moveTo>
                  <a:cubicBezTo>
                    <a:pt x="4855" y="11173"/>
                    <a:pt x="4146" y="11061"/>
                    <a:pt x="3436" y="10762"/>
                  </a:cubicBezTo>
                  <a:cubicBezTo>
                    <a:pt x="2764" y="10501"/>
                    <a:pt x="2166" y="10090"/>
                    <a:pt x="1643" y="9568"/>
                  </a:cubicBezTo>
                  <a:cubicBezTo>
                    <a:pt x="560" y="8485"/>
                    <a:pt x="0" y="7103"/>
                    <a:pt x="0" y="5610"/>
                  </a:cubicBezTo>
                  <a:cubicBezTo>
                    <a:pt x="0" y="4116"/>
                    <a:pt x="598" y="2698"/>
                    <a:pt x="1643" y="1652"/>
                  </a:cubicBezTo>
                  <a:cubicBezTo>
                    <a:pt x="1905" y="1391"/>
                    <a:pt x="2166" y="1129"/>
                    <a:pt x="2502" y="943"/>
                  </a:cubicBezTo>
                  <a:cubicBezTo>
                    <a:pt x="2801" y="719"/>
                    <a:pt x="3100" y="569"/>
                    <a:pt x="3474" y="420"/>
                  </a:cubicBezTo>
                  <a:cubicBezTo>
                    <a:pt x="3810" y="271"/>
                    <a:pt x="4146" y="159"/>
                    <a:pt x="4519" y="84"/>
                  </a:cubicBezTo>
                  <a:cubicBezTo>
                    <a:pt x="5229" y="-28"/>
                    <a:pt x="5976" y="-28"/>
                    <a:pt x="6686" y="84"/>
                  </a:cubicBezTo>
                  <a:cubicBezTo>
                    <a:pt x="7059" y="159"/>
                    <a:pt x="7395" y="271"/>
                    <a:pt x="7731" y="420"/>
                  </a:cubicBezTo>
                  <a:cubicBezTo>
                    <a:pt x="8067" y="569"/>
                    <a:pt x="8404" y="719"/>
                    <a:pt x="8702" y="943"/>
                  </a:cubicBezTo>
                  <a:cubicBezTo>
                    <a:pt x="9001" y="1129"/>
                    <a:pt x="9300" y="1391"/>
                    <a:pt x="9561" y="1652"/>
                  </a:cubicBezTo>
                  <a:cubicBezTo>
                    <a:pt x="10607" y="2660"/>
                    <a:pt x="11205" y="4116"/>
                    <a:pt x="11205" y="5610"/>
                  </a:cubicBezTo>
                  <a:cubicBezTo>
                    <a:pt x="11205" y="7103"/>
                    <a:pt x="10607" y="8522"/>
                    <a:pt x="9561" y="9568"/>
                  </a:cubicBezTo>
                  <a:cubicBezTo>
                    <a:pt x="8516" y="10613"/>
                    <a:pt x="7096" y="11173"/>
                    <a:pt x="5602" y="1117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92" name="Google Shape;2192;p90"/>
            <p:cNvSpPr/>
            <p:nvPr/>
          </p:nvSpPr>
          <p:spPr>
            <a:xfrm>
              <a:off x="2937794" y="3482192"/>
              <a:ext cx="11204" cy="229626"/>
            </a:xfrm>
            <a:custGeom>
              <a:avLst/>
              <a:gdLst/>
              <a:ahLst/>
              <a:cxnLst/>
              <a:rect l="l" t="t" r="r" b="b"/>
              <a:pathLst>
                <a:path w="11204" h="229626" extrusionOk="0">
                  <a:moveTo>
                    <a:pt x="0" y="224026"/>
                  </a:moveTo>
                  <a:cubicBezTo>
                    <a:pt x="0" y="220927"/>
                    <a:pt x="2502" y="218425"/>
                    <a:pt x="5602" y="218425"/>
                  </a:cubicBezTo>
                  <a:lnTo>
                    <a:pt x="5602" y="218425"/>
                  </a:lnTo>
                  <a:cubicBezTo>
                    <a:pt x="8702" y="218425"/>
                    <a:pt x="11205" y="220927"/>
                    <a:pt x="11205" y="224026"/>
                  </a:cubicBezTo>
                  <a:lnTo>
                    <a:pt x="11205" y="224026"/>
                  </a:lnTo>
                  <a:cubicBezTo>
                    <a:pt x="11205" y="227125"/>
                    <a:pt x="8702" y="229627"/>
                    <a:pt x="5602" y="229627"/>
                  </a:cubicBezTo>
                  <a:lnTo>
                    <a:pt x="5602" y="229627"/>
                  </a:lnTo>
                  <a:cubicBezTo>
                    <a:pt x="2502" y="229627"/>
                    <a:pt x="0" y="227125"/>
                    <a:pt x="0" y="224026"/>
                  </a:cubicBezTo>
                  <a:close/>
                  <a:moveTo>
                    <a:pt x="0" y="192812"/>
                  </a:moveTo>
                  <a:cubicBezTo>
                    <a:pt x="0" y="189713"/>
                    <a:pt x="2502" y="187211"/>
                    <a:pt x="5602" y="187211"/>
                  </a:cubicBezTo>
                  <a:lnTo>
                    <a:pt x="5602" y="187211"/>
                  </a:lnTo>
                  <a:cubicBezTo>
                    <a:pt x="8702" y="187211"/>
                    <a:pt x="11205" y="189713"/>
                    <a:pt x="11205" y="192812"/>
                  </a:cubicBezTo>
                  <a:lnTo>
                    <a:pt x="11205" y="192812"/>
                  </a:lnTo>
                  <a:cubicBezTo>
                    <a:pt x="11205" y="195911"/>
                    <a:pt x="8702" y="198412"/>
                    <a:pt x="5602" y="198412"/>
                  </a:cubicBezTo>
                  <a:lnTo>
                    <a:pt x="5602" y="198412"/>
                  </a:lnTo>
                  <a:cubicBezTo>
                    <a:pt x="2502" y="198412"/>
                    <a:pt x="0" y="195911"/>
                    <a:pt x="0" y="192812"/>
                  </a:cubicBezTo>
                  <a:close/>
                  <a:moveTo>
                    <a:pt x="0" y="161597"/>
                  </a:moveTo>
                  <a:cubicBezTo>
                    <a:pt x="0" y="158536"/>
                    <a:pt x="2502" y="156034"/>
                    <a:pt x="5602" y="156034"/>
                  </a:cubicBezTo>
                  <a:lnTo>
                    <a:pt x="5602" y="156034"/>
                  </a:lnTo>
                  <a:cubicBezTo>
                    <a:pt x="8702" y="156034"/>
                    <a:pt x="11205" y="158536"/>
                    <a:pt x="11205" y="161597"/>
                  </a:cubicBezTo>
                  <a:lnTo>
                    <a:pt x="11205" y="161597"/>
                  </a:lnTo>
                  <a:cubicBezTo>
                    <a:pt x="11205" y="164696"/>
                    <a:pt x="8702" y="167235"/>
                    <a:pt x="5602" y="167235"/>
                  </a:cubicBezTo>
                  <a:lnTo>
                    <a:pt x="5602" y="167235"/>
                  </a:lnTo>
                  <a:cubicBezTo>
                    <a:pt x="2502" y="167235"/>
                    <a:pt x="0" y="164696"/>
                    <a:pt x="0" y="161597"/>
                  </a:cubicBezTo>
                  <a:close/>
                  <a:moveTo>
                    <a:pt x="0" y="130420"/>
                  </a:moveTo>
                  <a:cubicBezTo>
                    <a:pt x="0" y="127321"/>
                    <a:pt x="2502" y="124820"/>
                    <a:pt x="5602" y="124820"/>
                  </a:cubicBezTo>
                  <a:lnTo>
                    <a:pt x="5602" y="124820"/>
                  </a:lnTo>
                  <a:cubicBezTo>
                    <a:pt x="8702" y="124820"/>
                    <a:pt x="11205" y="127321"/>
                    <a:pt x="11205" y="130420"/>
                  </a:cubicBezTo>
                  <a:lnTo>
                    <a:pt x="11205" y="130420"/>
                  </a:lnTo>
                  <a:cubicBezTo>
                    <a:pt x="11205" y="133520"/>
                    <a:pt x="8702" y="136021"/>
                    <a:pt x="5602" y="136021"/>
                  </a:cubicBezTo>
                  <a:lnTo>
                    <a:pt x="5602" y="136021"/>
                  </a:lnTo>
                  <a:cubicBezTo>
                    <a:pt x="2502" y="136021"/>
                    <a:pt x="0" y="133520"/>
                    <a:pt x="0" y="130420"/>
                  </a:cubicBezTo>
                  <a:close/>
                  <a:moveTo>
                    <a:pt x="0" y="99210"/>
                  </a:moveTo>
                  <a:cubicBezTo>
                    <a:pt x="0" y="96107"/>
                    <a:pt x="2502" y="93609"/>
                    <a:pt x="5602" y="93609"/>
                  </a:cubicBezTo>
                  <a:lnTo>
                    <a:pt x="5602" y="93609"/>
                  </a:lnTo>
                  <a:cubicBezTo>
                    <a:pt x="8702" y="93609"/>
                    <a:pt x="11205" y="96107"/>
                    <a:pt x="11205" y="99210"/>
                  </a:cubicBezTo>
                  <a:lnTo>
                    <a:pt x="11205" y="99210"/>
                  </a:lnTo>
                  <a:cubicBezTo>
                    <a:pt x="11205" y="102305"/>
                    <a:pt x="8702" y="104811"/>
                    <a:pt x="5602" y="104811"/>
                  </a:cubicBezTo>
                  <a:lnTo>
                    <a:pt x="5602" y="104811"/>
                  </a:lnTo>
                  <a:cubicBezTo>
                    <a:pt x="2502" y="104811"/>
                    <a:pt x="0" y="102305"/>
                    <a:pt x="0" y="99210"/>
                  </a:cubicBezTo>
                  <a:close/>
                  <a:moveTo>
                    <a:pt x="0" y="68029"/>
                  </a:moveTo>
                  <a:cubicBezTo>
                    <a:pt x="0" y="64930"/>
                    <a:pt x="2502" y="62428"/>
                    <a:pt x="5602" y="62428"/>
                  </a:cubicBezTo>
                  <a:lnTo>
                    <a:pt x="5602" y="62428"/>
                  </a:lnTo>
                  <a:cubicBezTo>
                    <a:pt x="8702" y="62428"/>
                    <a:pt x="11205" y="64930"/>
                    <a:pt x="11205" y="68029"/>
                  </a:cubicBezTo>
                  <a:lnTo>
                    <a:pt x="11205" y="68029"/>
                  </a:lnTo>
                  <a:cubicBezTo>
                    <a:pt x="11205" y="71128"/>
                    <a:pt x="8702" y="73630"/>
                    <a:pt x="5602" y="73630"/>
                  </a:cubicBezTo>
                  <a:lnTo>
                    <a:pt x="5602" y="73630"/>
                  </a:lnTo>
                  <a:cubicBezTo>
                    <a:pt x="2502" y="73630"/>
                    <a:pt x="0" y="71128"/>
                    <a:pt x="0" y="68029"/>
                  </a:cubicBezTo>
                  <a:close/>
                  <a:moveTo>
                    <a:pt x="0" y="36815"/>
                  </a:moveTo>
                  <a:cubicBezTo>
                    <a:pt x="0" y="33716"/>
                    <a:pt x="2502" y="31214"/>
                    <a:pt x="5602" y="31214"/>
                  </a:cubicBezTo>
                  <a:lnTo>
                    <a:pt x="5602" y="31214"/>
                  </a:lnTo>
                  <a:cubicBezTo>
                    <a:pt x="8702" y="31214"/>
                    <a:pt x="11205" y="33716"/>
                    <a:pt x="11205" y="36815"/>
                  </a:cubicBezTo>
                  <a:lnTo>
                    <a:pt x="11205" y="36815"/>
                  </a:lnTo>
                  <a:cubicBezTo>
                    <a:pt x="11205" y="39914"/>
                    <a:pt x="8702" y="42416"/>
                    <a:pt x="5602" y="42416"/>
                  </a:cubicBezTo>
                  <a:lnTo>
                    <a:pt x="5602" y="42416"/>
                  </a:lnTo>
                  <a:cubicBezTo>
                    <a:pt x="2502" y="42416"/>
                    <a:pt x="0" y="39914"/>
                    <a:pt x="0" y="36815"/>
                  </a:cubicBezTo>
                  <a:close/>
                  <a:moveTo>
                    <a:pt x="0" y="5601"/>
                  </a:moveTo>
                  <a:cubicBezTo>
                    <a:pt x="0" y="2539"/>
                    <a:pt x="2502" y="0"/>
                    <a:pt x="5602" y="0"/>
                  </a:cubicBezTo>
                  <a:lnTo>
                    <a:pt x="5602" y="0"/>
                  </a:lnTo>
                  <a:cubicBezTo>
                    <a:pt x="8702" y="0"/>
                    <a:pt x="11205" y="2539"/>
                    <a:pt x="11205" y="5601"/>
                  </a:cubicBezTo>
                  <a:lnTo>
                    <a:pt x="11205" y="5601"/>
                  </a:lnTo>
                  <a:cubicBezTo>
                    <a:pt x="11205" y="8700"/>
                    <a:pt x="8702" y="11239"/>
                    <a:pt x="5602" y="11239"/>
                  </a:cubicBezTo>
                  <a:lnTo>
                    <a:pt x="5602" y="11239"/>
                  </a:lnTo>
                  <a:cubicBezTo>
                    <a:pt x="2502" y="11239"/>
                    <a:pt x="0" y="8700"/>
                    <a:pt x="0" y="56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93" name="Google Shape;2193;p90"/>
            <p:cNvSpPr/>
            <p:nvPr/>
          </p:nvSpPr>
          <p:spPr>
            <a:xfrm>
              <a:off x="2937794" y="3731832"/>
              <a:ext cx="11204" cy="11163"/>
            </a:xfrm>
            <a:custGeom>
              <a:avLst/>
              <a:gdLst/>
              <a:ahLst/>
              <a:cxnLst/>
              <a:rect l="l" t="t" r="r" b="b"/>
              <a:pathLst>
                <a:path w="11204" h="11163" extrusionOk="0">
                  <a:moveTo>
                    <a:pt x="5602" y="11164"/>
                  </a:moveTo>
                  <a:cubicBezTo>
                    <a:pt x="4855" y="11164"/>
                    <a:pt x="4146" y="11056"/>
                    <a:pt x="3436" y="10753"/>
                  </a:cubicBezTo>
                  <a:cubicBezTo>
                    <a:pt x="2764" y="10492"/>
                    <a:pt x="2166" y="10081"/>
                    <a:pt x="1643" y="9521"/>
                  </a:cubicBezTo>
                  <a:cubicBezTo>
                    <a:pt x="1120" y="9036"/>
                    <a:pt x="710" y="8401"/>
                    <a:pt x="411" y="7729"/>
                  </a:cubicBezTo>
                  <a:cubicBezTo>
                    <a:pt x="149" y="7057"/>
                    <a:pt x="0" y="6310"/>
                    <a:pt x="0" y="5601"/>
                  </a:cubicBezTo>
                  <a:cubicBezTo>
                    <a:pt x="0" y="5227"/>
                    <a:pt x="37" y="4854"/>
                    <a:pt x="112" y="4481"/>
                  </a:cubicBezTo>
                  <a:cubicBezTo>
                    <a:pt x="187" y="4144"/>
                    <a:pt x="299" y="3771"/>
                    <a:pt x="411" y="3435"/>
                  </a:cubicBezTo>
                  <a:cubicBezTo>
                    <a:pt x="560" y="3099"/>
                    <a:pt x="747" y="2763"/>
                    <a:pt x="934" y="2464"/>
                  </a:cubicBezTo>
                  <a:cubicBezTo>
                    <a:pt x="1158" y="2166"/>
                    <a:pt x="1382" y="1904"/>
                    <a:pt x="1643" y="1643"/>
                  </a:cubicBezTo>
                  <a:cubicBezTo>
                    <a:pt x="1905" y="1381"/>
                    <a:pt x="2166" y="1120"/>
                    <a:pt x="2502" y="933"/>
                  </a:cubicBezTo>
                  <a:cubicBezTo>
                    <a:pt x="2801" y="709"/>
                    <a:pt x="3100" y="560"/>
                    <a:pt x="3436" y="411"/>
                  </a:cubicBezTo>
                  <a:cubicBezTo>
                    <a:pt x="3772" y="261"/>
                    <a:pt x="4146" y="187"/>
                    <a:pt x="4482" y="112"/>
                  </a:cubicBezTo>
                  <a:cubicBezTo>
                    <a:pt x="5229" y="-37"/>
                    <a:pt x="5976" y="-37"/>
                    <a:pt x="6686" y="112"/>
                  </a:cubicBezTo>
                  <a:cubicBezTo>
                    <a:pt x="7059" y="187"/>
                    <a:pt x="7395" y="261"/>
                    <a:pt x="7731" y="411"/>
                  </a:cubicBezTo>
                  <a:cubicBezTo>
                    <a:pt x="8067" y="560"/>
                    <a:pt x="8404" y="709"/>
                    <a:pt x="8702" y="933"/>
                  </a:cubicBezTo>
                  <a:cubicBezTo>
                    <a:pt x="9001" y="1120"/>
                    <a:pt x="9300" y="1381"/>
                    <a:pt x="9561" y="1643"/>
                  </a:cubicBezTo>
                  <a:cubicBezTo>
                    <a:pt x="9823" y="1904"/>
                    <a:pt x="10047" y="2166"/>
                    <a:pt x="10234" y="2464"/>
                  </a:cubicBezTo>
                  <a:cubicBezTo>
                    <a:pt x="10458" y="2763"/>
                    <a:pt x="10645" y="3099"/>
                    <a:pt x="10757" y="3435"/>
                  </a:cubicBezTo>
                  <a:cubicBezTo>
                    <a:pt x="10906" y="3771"/>
                    <a:pt x="11018" y="4144"/>
                    <a:pt x="11093" y="4481"/>
                  </a:cubicBezTo>
                  <a:cubicBezTo>
                    <a:pt x="11167" y="4854"/>
                    <a:pt x="11205" y="5227"/>
                    <a:pt x="11205" y="5601"/>
                  </a:cubicBezTo>
                  <a:cubicBezTo>
                    <a:pt x="11205" y="6310"/>
                    <a:pt x="11055" y="7057"/>
                    <a:pt x="10757" y="7729"/>
                  </a:cubicBezTo>
                  <a:cubicBezTo>
                    <a:pt x="10495" y="8401"/>
                    <a:pt x="10084" y="9036"/>
                    <a:pt x="9561" y="9521"/>
                  </a:cubicBezTo>
                  <a:cubicBezTo>
                    <a:pt x="9039" y="10081"/>
                    <a:pt x="8441" y="10492"/>
                    <a:pt x="7731" y="10753"/>
                  </a:cubicBezTo>
                  <a:cubicBezTo>
                    <a:pt x="7059" y="11056"/>
                    <a:pt x="6349" y="11164"/>
                    <a:pt x="5602" y="11164"/>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194" name="Google Shape;2194;p90"/>
          <p:cNvGrpSpPr/>
          <p:nvPr/>
        </p:nvGrpSpPr>
        <p:grpSpPr>
          <a:xfrm>
            <a:off x="6670166" y="4422134"/>
            <a:ext cx="835705" cy="9171"/>
            <a:chOff x="7322417" y="5750519"/>
            <a:chExt cx="1020646" cy="11201"/>
          </a:xfrm>
        </p:grpSpPr>
        <p:sp>
          <p:nvSpPr>
            <p:cNvPr id="2195" name="Google Shape;2195;p90"/>
            <p:cNvSpPr/>
            <p:nvPr/>
          </p:nvSpPr>
          <p:spPr>
            <a:xfrm>
              <a:off x="8331896" y="5750519"/>
              <a:ext cx="11167" cy="11201"/>
            </a:xfrm>
            <a:custGeom>
              <a:avLst/>
              <a:gdLst/>
              <a:ahLst/>
              <a:cxnLst/>
              <a:rect l="l" t="t" r="r" b="b"/>
              <a:pathLst>
                <a:path w="11167" h="11201" extrusionOk="0">
                  <a:moveTo>
                    <a:pt x="5565" y="11201"/>
                  </a:moveTo>
                  <a:cubicBezTo>
                    <a:pt x="4818" y="11201"/>
                    <a:pt x="4108" y="11052"/>
                    <a:pt x="3436" y="10791"/>
                  </a:cubicBezTo>
                  <a:cubicBezTo>
                    <a:pt x="2764" y="10492"/>
                    <a:pt x="2166" y="10081"/>
                    <a:pt x="1643" y="9558"/>
                  </a:cubicBezTo>
                  <a:cubicBezTo>
                    <a:pt x="560" y="8513"/>
                    <a:pt x="0" y="7094"/>
                    <a:pt x="0" y="5601"/>
                  </a:cubicBezTo>
                  <a:cubicBezTo>
                    <a:pt x="0" y="5227"/>
                    <a:pt x="37" y="4891"/>
                    <a:pt x="112" y="4518"/>
                  </a:cubicBezTo>
                  <a:cubicBezTo>
                    <a:pt x="149" y="4145"/>
                    <a:pt x="261" y="3809"/>
                    <a:pt x="411" y="3472"/>
                  </a:cubicBezTo>
                  <a:cubicBezTo>
                    <a:pt x="560" y="3136"/>
                    <a:pt x="747" y="2800"/>
                    <a:pt x="934" y="2501"/>
                  </a:cubicBezTo>
                  <a:cubicBezTo>
                    <a:pt x="1120" y="2203"/>
                    <a:pt x="1382" y="1904"/>
                    <a:pt x="1643" y="1643"/>
                  </a:cubicBezTo>
                  <a:cubicBezTo>
                    <a:pt x="1905" y="1382"/>
                    <a:pt x="2166" y="1157"/>
                    <a:pt x="2465" y="971"/>
                  </a:cubicBezTo>
                  <a:cubicBezTo>
                    <a:pt x="2764" y="747"/>
                    <a:pt x="3100" y="560"/>
                    <a:pt x="3436" y="448"/>
                  </a:cubicBezTo>
                  <a:cubicBezTo>
                    <a:pt x="3772" y="299"/>
                    <a:pt x="4146" y="187"/>
                    <a:pt x="4482" y="112"/>
                  </a:cubicBezTo>
                  <a:cubicBezTo>
                    <a:pt x="5229" y="-37"/>
                    <a:pt x="5976" y="-37"/>
                    <a:pt x="6685" y="112"/>
                  </a:cubicBezTo>
                  <a:cubicBezTo>
                    <a:pt x="7022" y="187"/>
                    <a:pt x="7395" y="299"/>
                    <a:pt x="7731" y="448"/>
                  </a:cubicBezTo>
                  <a:cubicBezTo>
                    <a:pt x="8067" y="560"/>
                    <a:pt x="8404" y="747"/>
                    <a:pt x="8702" y="971"/>
                  </a:cubicBezTo>
                  <a:cubicBezTo>
                    <a:pt x="9001" y="1157"/>
                    <a:pt x="9300" y="1382"/>
                    <a:pt x="9561" y="1643"/>
                  </a:cubicBezTo>
                  <a:cubicBezTo>
                    <a:pt x="9823" y="1904"/>
                    <a:pt x="10047" y="2203"/>
                    <a:pt x="10234" y="2501"/>
                  </a:cubicBezTo>
                  <a:cubicBezTo>
                    <a:pt x="10458" y="2800"/>
                    <a:pt x="10607" y="3136"/>
                    <a:pt x="10757" y="3472"/>
                  </a:cubicBezTo>
                  <a:cubicBezTo>
                    <a:pt x="10906" y="3809"/>
                    <a:pt x="11018" y="4145"/>
                    <a:pt x="11093" y="4518"/>
                  </a:cubicBezTo>
                  <a:cubicBezTo>
                    <a:pt x="11167" y="4891"/>
                    <a:pt x="11167" y="5227"/>
                    <a:pt x="11167" y="5601"/>
                  </a:cubicBezTo>
                  <a:cubicBezTo>
                    <a:pt x="11167" y="6347"/>
                    <a:pt x="11055" y="7057"/>
                    <a:pt x="10757" y="7729"/>
                  </a:cubicBezTo>
                  <a:cubicBezTo>
                    <a:pt x="10495" y="8438"/>
                    <a:pt x="10084" y="9036"/>
                    <a:pt x="9561" y="9558"/>
                  </a:cubicBezTo>
                  <a:cubicBezTo>
                    <a:pt x="9038" y="10081"/>
                    <a:pt x="8404" y="10492"/>
                    <a:pt x="7731" y="10791"/>
                  </a:cubicBezTo>
                  <a:cubicBezTo>
                    <a:pt x="7059" y="11052"/>
                    <a:pt x="6349" y="11201"/>
                    <a:pt x="5565" y="112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96" name="Google Shape;2196;p90"/>
            <p:cNvSpPr/>
            <p:nvPr/>
          </p:nvSpPr>
          <p:spPr>
            <a:xfrm>
              <a:off x="7352110" y="5750519"/>
              <a:ext cx="961297" cy="11201"/>
            </a:xfrm>
            <a:custGeom>
              <a:avLst/>
              <a:gdLst/>
              <a:ahLst/>
              <a:cxnLst/>
              <a:rect l="l" t="t" r="r" b="b"/>
              <a:pathLst>
                <a:path w="961297" h="11201" extrusionOk="0">
                  <a:moveTo>
                    <a:pt x="950093" y="5601"/>
                  </a:moveTo>
                  <a:cubicBezTo>
                    <a:pt x="950093" y="2501"/>
                    <a:pt x="952595" y="0"/>
                    <a:pt x="955695" y="0"/>
                  </a:cubicBezTo>
                  <a:lnTo>
                    <a:pt x="955695" y="0"/>
                  </a:lnTo>
                  <a:cubicBezTo>
                    <a:pt x="958758" y="0"/>
                    <a:pt x="961298" y="2501"/>
                    <a:pt x="961298" y="5601"/>
                  </a:cubicBezTo>
                  <a:lnTo>
                    <a:pt x="961298" y="5601"/>
                  </a:lnTo>
                  <a:cubicBezTo>
                    <a:pt x="961298" y="8700"/>
                    <a:pt x="958758" y="11201"/>
                    <a:pt x="955695" y="11201"/>
                  </a:cubicBezTo>
                  <a:lnTo>
                    <a:pt x="955695" y="11201"/>
                  </a:lnTo>
                  <a:cubicBezTo>
                    <a:pt x="952595" y="11201"/>
                    <a:pt x="950093" y="8700"/>
                    <a:pt x="950093" y="5601"/>
                  </a:cubicBezTo>
                  <a:close/>
                  <a:moveTo>
                    <a:pt x="920400" y="5601"/>
                  </a:moveTo>
                  <a:cubicBezTo>
                    <a:pt x="920400" y="2501"/>
                    <a:pt x="922902" y="0"/>
                    <a:pt x="926003" y="0"/>
                  </a:cubicBezTo>
                  <a:lnTo>
                    <a:pt x="926003" y="0"/>
                  </a:lnTo>
                  <a:cubicBezTo>
                    <a:pt x="929065" y="0"/>
                    <a:pt x="931605" y="2501"/>
                    <a:pt x="931605" y="5601"/>
                  </a:cubicBezTo>
                  <a:lnTo>
                    <a:pt x="931605" y="5601"/>
                  </a:lnTo>
                  <a:cubicBezTo>
                    <a:pt x="931605" y="8700"/>
                    <a:pt x="929065" y="11201"/>
                    <a:pt x="926003" y="11201"/>
                  </a:cubicBezTo>
                  <a:lnTo>
                    <a:pt x="926003" y="11201"/>
                  </a:lnTo>
                  <a:cubicBezTo>
                    <a:pt x="922902" y="11201"/>
                    <a:pt x="920400" y="8700"/>
                    <a:pt x="920400" y="5601"/>
                  </a:cubicBezTo>
                  <a:close/>
                  <a:moveTo>
                    <a:pt x="890707" y="5601"/>
                  </a:moveTo>
                  <a:cubicBezTo>
                    <a:pt x="890707" y="2501"/>
                    <a:pt x="893210" y="0"/>
                    <a:pt x="896310" y="0"/>
                  </a:cubicBezTo>
                  <a:lnTo>
                    <a:pt x="896310" y="0"/>
                  </a:lnTo>
                  <a:cubicBezTo>
                    <a:pt x="899373" y="0"/>
                    <a:pt x="901912" y="2501"/>
                    <a:pt x="901912" y="5601"/>
                  </a:cubicBezTo>
                  <a:lnTo>
                    <a:pt x="901912" y="5601"/>
                  </a:lnTo>
                  <a:cubicBezTo>
                    <a:pt x="901912" y="8700"/>
                    <a:pt x="899373" y="11201"/>
                    <a:pt x="896310" y="11201"/>
                  </a:cubicBezTo>
                  <a:lnTo>
                    <a:pt x="896310" y="11201"/>
                  </a:lnTo>
                  <a:cubicBezTo>
                    <a:pt x="893210" y="11201"/>
                    <a:pt x="890707" y="8700"/>
                    <a:pt x="890707" y="5601"/>
                  </a:cubicBezTo>
                  <a:close/>
                  <a:moveTo>
                    <a:pt x="861015" y="5601"/>
                  </a:moveTo>
                  <a:cubicBezTo>
                    <a:pt x="861015" y="2501"/>
                    <a:pt x="863517" y="0"/>
                    <a:pt x="866617" y="0"/>
                  </a:cubicBezTo>
                  <a:lnTo>
                    <a:pt x="866617" y="0"/>
                  </a:lnTo>
                  <a:cubicBezTo>
                    <a:pt x="869717" y="0"/>
                    <a:pt x="872220" y="2501"/>
                    <a:pt x="872220" y="5601"/>
                  </a:cubicBezTo>
                  <a:lnTo>
                    <a:pt x="872220" y="5601"/>
                  </a:lnTo>
                  <a:cubicBezTo>
                    <a:pt x="872220" y="8700"/>
                    <a:pt x="869717" y="11201"/>
                    <a:pt x="866617" y="11201"/>
                  </a:cubicBezTo>
                  <a:lnTo>
                    <a:pt x="866617" y="11201"/>
                  </a:lnTo>
                  <a:cubicBezTo>
                    <a:pt x="863517" y="11201"/>
                    <a:pt x="861015" y="8700"/>
                    <a:pt x="861015" y="5601"/>
                  </a:cubicBezTo>
                  <a:close/>
                  <a:moveTo>
                    <a:pt x="831322" y="5601"/>
                  </a:moveTo>
                  <a:cubicBezTo>
                    <a:pt x="831322" y="2501"/>
                    <a:pt x="833824" y="0"/>
                    <a:pt x="836925" y="0"/>
                  </a:cubicBezTo>
                  <a:lnTo>
                    <a:pt x="836925" y="0"/>
                  </a:lnTo>
                  <a:cubicBezTo>
                    <a:pt x="840024" y="0"/>
                    <a:pt x="842527" y="2501"/>
                    <a:pt x="842527" y="5601"/>
                  </a:cubicBezTo>
                  <a:lnTo>
                    <a:pt x="842527" y="5601"/>
                  </a:lnTo>
                  <a:cubicBezTo>
                    <a:pt x="842527" y="8700"/>
                    <a:pt x="840024" y="11201"/>
                    <a:pt x="836925" y="11201"/>
                  </a:cubicBezTo>
                  <a:lnTo>
                    <a:pt x="836925" y="11201"/>
                  </a:lnTo>
                  <a:cubicBezTo>
                    <a:pt x="833824" y="11201"/>
                    <a:pt x="831322" y="8700"/>
                    <a:pt x="831322" y="5601"/>
                  </a:cubicBezTo>
                  <a:close/>
                  <a:moveTo>
                    <a:pt x="801629" y="5601"/>
                  </a:moveTo>
                  <a:cubicBezTo>
                    <a:pt x="801629" y="2501"/>
                    <a:pt x="804132" y="0"/>
                    <a:pt x="807232" y="0"/>
                  </a:cubicBezTo>
                  <a:lnTo>
                    <a:pt x="807232" y="0"/>
                  </a:lnTo>
                  <a:cubicBezTo>
                    <a:pt x="810332" y="0"/>
                    <a:pt x="812834" y="2501"/>
                    <a:pt x="812834" y="5601"/>
                  </a:cubicBezTo>
                  <a:lnTo>
                    <a:pt x="812834" y="5601"/>
                  </a:lnTo>
                  <a:cubicBezTo>
                    <a:pt x="812834" y="8700"/>
                    <a:pt x="810332" y="11201"/>
                    <a:pt x="807232" y="11201"/>
                  </a:cubicBezTo>
                  <a:lnTo>
                    <a:pt x="807232" y="11201"/>
                  </a:lnTo>
                  <a:cubicBezTo>
                    <a:pt x="804132" y="11201"/>
                    <a:pt x="801629" y="8700"/>
                    <a:pt x="801629" y="5601"/>
                  </a:cubicBezTo>
                  <a:close/>
                  <a:moveTo>
                    <a:pt x="771937" y="5601"/>
                  </a:moveTo>
                  <a:cubicBezTo>
                    <a:pt x="771937" y="2501"/>
                    <a:pt x="774439" y="0"/>
                    <a:pt x="777539" y="0"/>
                  </a:cubicBezTo>
                  <a:lnTo>
                    <a:pt x="777539" y="0"/>
                  </a:lnTo>
                  <a:cubicBezTo>
                    <a:pt x="780639" y="0"/>
                    <a:pt x="783141" y="2501"/>
                    <a:pt x="783141" y="5601"/>
                  </a:cubicBezTo>
                  <a:lnTo>
                    <a:pt x="783141" y="5601"/>
                  </a:lnTo>
                  <a:cubicBezTo>
                    <a:pt x="783141" y="8700"/>
                    <a:pt x="780639" y="11201"/>
                    <a:pt x="777539" y="11201"/>
                  </a:cubicBezTo>
                  <a:lnTo>
                    <a:pt x="777539" y="11201"/>
                  </a:lnTo>
                  <a:cubicBezTo>
                    <a:pt x="774439" y="11201"/>
                    <a:pt x="771937" y="8700"/>
                    <a:pt x="771937" y="5601"/>
                  </a:cubicBezTo>
                  <a:close/>
                  <a:moveTo>
                    <a:pt x="742244" y="5601"/>
                  </a:moveTo>
                  <a:cubicBezTo>
                    <a:pt x="742244" y="2501"/>
                    <a:pt x="744746" y="0"/>
                    <a:pt x="747846" y="0"/>
                  </a:cubicBezTo>
                  <a:lnTo>
                    <a:pt x="747846" y="0"/>
                  </a:lnTo>
                  <a:cubicBezTo>
                    <a:pt x="750946" y="0"/>
                    <a:pt x="753448" y="2501"/>
                    <a:pt x="753448" y="5601"/>
                  </a:cubicBezTo>
                  <a:lnTo>
                    <a:pt x="753448" y="5601"/>
                  </a:lnTo>
                  <a:cubicBezTo>
                    <a:pt x="753448" y="8700"/>
                    <a:pt x="750946" y="11201"/>
                    <a:pt x="747846" y="11201"/>
                  </a:cubicBezTo>
                  <a:lnTo>
                    <a:pt x="747846" y="11201"/>
                  </a:lnTo>
                  <a:cubicBezTo>
                    <a:pt x="744746" y="11201"/>
                    <a:pt x="742244" y="8700"/>
                    <a:pt x="742244" y="5601"/>
                  </a:cubicBezTo>
                  <a:close/>
                  <a:moveTo>
                    <a:pt x="712551" y="5601"/>
                  </a:moveTo>
                  <a:cubicBezTo>
                    <a:pt x="712551" y="2501"/>
                    <a:pt x="715054" y="0"/>
                    <a:pt x="718153" y="0"/>
                  </a:cubicBezTo>
                  <a:lnTo>
                    <a:pt x="718153" y="0"/>
                  </a:lnTo>
                  <a:cubicBezTo>
                    <a:pt x="721253" y="0"/>
                    <a:pt x="723756" y="2501"/>
                    <a:pt x="723756" y="5601"/>
                  </a:cubicBezTo>
                  <a:lnTo>
                    <a:pt x="723756" y="5601"/>
                  </a:lnTo>
                  <a:cubicBezTo>
                    <a:pt x="723756" y="8700"/>
                    <a:pt x="721253" y="11201"/>
                    <a:pt x="718153" y="11201"/>
                  </a:cubicBezTo>
                  <a:lnTo>
                    <a:pt x="718153" y="11201"/>
                  </a:lnTo>
                  <a:cubicBezTo>
                    <a:pt x="715054" y="11201"/>
                    <a:pt x="712551" y="8700"/>
                    <a:pt x="712551" y="5601"/>
                  </a:cubicBezTo>
                  <a:close/>
                  <a:moveTo>
                    <a:pt x="682859" y="5601"/>
                  </a:moveTo>
                  <a:cubicBezTo>
                    <a:pt x="682859" y="2501"/>
                    <a:pt x="685361" y="0"/>
                    <a:pt x="688461" y="0"/>
                  </a:cubicBezTo>
                  <a:lnTo>
                    <a:pt x="688461" y="0"/>
                  </a:lnTo>
                  <a:cubicBezTo>
                    <a:pt x="691561" y="0"/>
                    <a:pt x="694063" y="2501"/>
                    <a:pt x="694063" y="5601"/>
                  </a:cubicBezTo>
                  <a:lnTo>
                    <a:pt x="694063" y="5601"/>
                  </a:lnTo>
                  <a:cubicBezTo>
                    <a:pt x="694063" y="8700"/>
                    <a:pt x="691561" y="11201"/>
                    <a:pt x="688461" y="11201"/>
                  </a:cubicBezTo>
                  <a:lnTo>
                    <a:pt x="688461" y="11201"/>
                  </a:lnTo>
                  <a:cubicBezTo>
                    <a:pt x="685361" y="11201"/>
                    <a:pt x="682859" y="8700"/>
                    <a:pt x="682859" y="5601"/>
                  </a:cubicBezTo>
                  <a:close/>
                  <a:moveTo>
                    <a:pt x="653166" y="5601"/>
                  </a:moveTo>
                  <a:cubicBezTo>
                    <a:pt x="653166" y="2501"/>
                    <a:pt x="655668" y="0"/>
                    <a:pt x="658768" y="0"/>
                  </a:cubicBezTo>
                  <a:lnTo>
                    <a:pt x="658768" y="0"/>
                  </a:lnTo>
                  <a:cubicBezTo>
                    <a:pt x="661868" y="0"/>
                    <a:pt x="664370" y="2501"/>
                    <a:pt x="664370" y="5601"/>
                  </a:cubicBezTo>
                  <a:lnTo>
                    <a:pt x="664370" y="5601"/>
                  </a:lnTo>
                  <a:cubicBezTo>
                    <a:pt x="664370" y="8700"/>
                    <a:pt x="661868" y="11201"/>
                    <a:pt x="658768" y="11201"/>
                  </a:cubicBezTo>
                  <a:lnTo>
                    <a:pt x="658768" y="11201"/>
                  </a:lnTo>
                  <a:cubicBezTo>
                    <a:pt x="655668" y="11201"/>
                    <a:pt x="653166" y="8700"/>
                    <a:pt x="653166" y="5601"/>
                  </a:cubicBezTo>
                  <a:close/>
                  <a:moveTo>
                    <a:pt x="623473" y="5601"/>
                  </a:moveTo>
                  <a:cubicBezTo>
                    <a:pt x="623473" y="2501"/>
                    <a:pt x="625975" y="0"/>
                    <a:pt x="629075" y="0"/>
                  </a:cubicBezTo>
                  <a:lnTo>
                    <a:pt x="629075" y="0"/>
                  </a:lnTo>
                  <a:cubicBezTo>
                    <a:pt x="632175" y="0"/>
                    <a:pt x="634678" y="2501"/>
                    <a:pt x="634678" y="5601"/>
                  </a:cubicBezTo>
                  <a:lnTo>
                    <a:pt x="634678" y="5601"/>
                  </a:lnTo>
                  <a:cubicBezTo>
                    <a:pt x="634678" y="8700"/>
                    <a:pt x="632175" y="11201"/>
                    <a:pt x="629075" y="11201"/>
                  </a:cubicBezTo>
                  <a:lnTo>
                    <a:pt x="629075" y="11201"/>
                  </a:lnTo>
                  <a:cubicBezTo>
                    <a:pt x="625975" y="11201"/>
                    <a:pt x="623473" y="8700"/>
                    <a:pt x="623473" y="5601"/>
                  </a:cubicBezTo>
                  <a:close/>
                  <a:moveTo>
                    <a:pt x="593780" y="5601"/>
                  </a:moveTo>
                  <a:cubicBezTo>
                    <a:pt x="593780" y="2501"/>
                    <a:pt x="596320" y="0"/>
                    <a:pt x="599382" y="0"/>
                  </a:cubicBezTo>
                  <a:lnTo>
                    <a:pt x="599382" y="0"/>
                  </a:lnTo>
                  <a:cubicBezTo>
                    <a:pt x="602483" y="0"/>
                    <a:pt x="604985" y="2501"/>
                    <a:pt x="604985" y="5601"/>
                  </a:cubicBezTo>
                  <a:lnTo>
                    <a:pt x="604985" y="5601"/>
                  </a:lnTo>
                  <a:cubicBezTo>
                    <a:pt x="604985" y="8700"/>
                    <a:pt x="602483" y="11201"/>
                    <a:pt x="599382" y="11201"/>
                  </a:cubicBezTo>
                  <a:lnTo>
                    <a:pt x="599382" y="11201"/>
                  </a:lnTo>
                  <a:cubicBezTo>
                    <a:pt x="596320" y="11201"/>
                    <a:pt x="593780" y="8700"/>
                    <a:pt x="593780" y="5601"/>
                  </a:cubicBezTo>
                  <a:close/>
                  <a:moveTo>
                    <a:pt x="564087" y="5601"/>
                  </a:moveTo>
                  <a:cubicBezTo>
                    <a:pt x="564087" y="2501"/>
                    <a:pt x="566627" y="0"/>
                    <a:pt x="569727" y="0"/>
                  </a:cubicBezTo>
                  <a:lnTo>
                    <a:pt x="569727" y="0"/>
                  </a:lnTo>
                  <a:cubicBezTo>
                    <a:pt x="572790" y="0"/>
                    <a:pt x="575292" y="2501"/>
                    <a:pt x="575292" y="5601"/>
                  </a:cubicBezTo>
                  <a:lnTo>
                    <a:pt x="575292" y="5601"/>
                  </a:lnTo>
                  <a:cubicBezTo>
                    <a:pt x="575292" y="8700"/>
                    <a:pt x="572790" y="11201"/>
                    <a:pt x="569727" y="11201"/>
                  </a:cubicBezTo>
                  <a:lnTo>
                    <a:pt x="569727" y="11201"/>
                  </a:lnTo>
                  <a:cubicBezTo>
                    <a:pt x="566627" y="11201"/>
                    <a:pt x="564087" y="8700"/>
                    <a:pt x="564087" y="5601"/>
                  </a:cubicBezTo>
                  <a:close/>
                  <a:moveTo>
                    <a:pt x="534432" y="5601"/>
                  </a:moveTo>
                  <a:cubicBezTo>
                    <a:pt x="534432" y="2501"/>
                    <a:pt x="536934" y="0"/>
                    <a:pt x="540035" y="0"/>
                  </a:cubicBezTo>
                  <a:lnTo>
                    <a:pt x="540035" y="0"/>
                  </a:lnTo>
                  <a:cubicBezTo>
                    <a:pt x="543097" y="0"/>
                    <a:pt x="545600" y="2501"/>
                    <a:pt x="545600" y="5601"/>
                  </a:cubicBezTo>
                  <a:lnTo>
                    <a:pt x="545600" y="5601"/>
                  </a:lnTo>
                  <a:cubicBezTo>
                    <a:pt x="545600" y="8700"/>
                    <a:pt x="543097" y="11201"/>
                    <a:pt x="540035" y="11201"/>
                  </a:cubicBezTo>
                  <a:lnTo>
                    <a:pt x="540035" y="11201"/>
                  </a:lnTo>
                  <a:cubicBezTo>
                    <a:pt x="536934" y="11201"/>
                    <a:pt x="534432" y="8700"/>
                    <a:pt x="534432" y="5601"/>
                  </a:cubicBezTo>
                  <a:close/>
                  <a:moveTo>
                    <a:pt x="504739" y="5601"/>
                  </a:moveTo>
                  <a:cubicBezTo>
                    <a:pt x="504739" y="2501"/>
                    <a:pt x="507242" y="0"/>
                    <a:pt x="510342" y="0"/>
                  </a:cubicBezTo>
                  <a:lnTo>
                    <a:pt x="510342" y="0"/>
                  </a:lnTo>
                  <a:cubicBezTo>
                    <a:pt x="513441" y="0"/>
                    <a:pt x="515907" y="2501"/>
                    <a:pt x="515907" y="5601"/>
                  </a:cubicBezTo>
                  <a:lnTo>
                    <a:pt x="515907" y="5601"/>
                  </a:lnTo>
                  <a:cubicBezTo>
                    <a:pt x="515907" y="8700"/>
                    <a:pt x="513441" y="11201"/>
                    <a:pt x="510342" y="11201"/>
                  </a:cubicBezTo>
                  <a:lnTo>
                    <a:pt x="510342" y="11201"/>
                  </a:lnTo>
                  <a:cubicBezTo>
                    <a:pt x="507242" y="11201"/>
                    <a:pt x="504739" y="8700"/>
                    <a:pt x="504739" y="5601"/>
                  </a:cubicBezTo>
                  <a:close/>
                  <a:moveTo>
                    <a:pt x="475047" y="5601"/>
                  </a:moveTo>
                  <a:cubicBezTo>
                    <a:pt x="475047" y="2501"/>
                    <a:pt x="477549" y="0"/>
                    <a:pt x="480649" y="0"/>
                  </a:cubicBezTo>
                  <a:lnTo>
                    <a:pt x="480649" y="0"/>
                  </a:lnTo>
                  <a:cubicBezTo>
                    <a:pt x="483749" y="0"/>
                    <a:pt x="486214" y="2501"/>
                    <a:pt x="486214" y="5601"/>
                  </a:cubicBezTo>
                  <a:lnTo>
                    <a:pt x="486214" y="5601"/>
                  </a:lnTo>
                  <a:cubicBezTo>
                    <a:pt x="486214" y="8700"/>
                    <a:pt x="483749" y="11201"/>
                    <a:pt x="480649" y="11201"/>
                  </a:cubicBezTo>
                  <a:lnTo>
                    <a:pt x="480649" y="11201"/>
                  </a:lnTo>
                  <a:cubicBezTo>
                    <a:pt x="477549" y="11201"/>
                    <a:pt x="475047" y="8700"/>
                    <a:pt x="475047" y="5601"/>
                  </a:cubicBezTo>
                  <a:close/>
                  <a:moveTo>
                    <a:pt x="445354" y="5601"/>
                  </a:moveTo>
                  <a:cubicBezTo>
                    <a:pt x="445354" y="2501"/>
                    <a:pt x="447856" y="0"/>
                    <a:pt x="450956" y="0"/>
                  </a:cubicBezTo>
                  <a:lnTo>
                    <a:pt x="450956" y="0"/>
                  </a:lnTo>
                  <a:cubicBezTo>
                    <a:pt x="454056" y="0"/>
                    <a:pt x="456558" y="2501"/>
                    <a:pt x="456558" y="5601"/>
                  </a:cubicBezTo>
                  <a:lnTo>
                    <a:pt x="456558" y="5601"/>
                  </a:lnTo>
                  <a:cubicBezTo>
                    <a:pt x="456558" y="8700"/>
                    <a:pt x="454056" y="11201"/>
                    <a:pt x="450956" y="11201"/>
                  </a:cubicBezTo>
                  <a:lnTo>
                    <a:pt x="450956" y="11201"/>
                  </a:lnTo>
                  <a:cubicBezTo>
                    <a:pt x="447856" y="11201"/>
                    <a:pt x="445354" y="8700"/>
                    <a:pt x="445354" y="5601"/>
                  </a:cubicBezTo>
                  <a:close/>
                  <a:moveTo>
                    <a:pt x="415661" y="5601"/>
                  </a:moveTo>
                  <a:cubicBezTo>
                    <a:pt x="415661" y="2501"/>
                    <a:pt x="418164" y="0"/>
                    <a:pt x="421263" y="0"/>
                  </a:cubicBezTo>
                  <a:lnTo>
                    <a:pt x="421263" y="0"/>
                  </a:lnTo>
                  <a:cubicBezTo>
                    <a:pt x="424326" y="0"/>
                    <a:pt x="426866" y="2501"/>
                    <a:pt x="426866" y="5601"/>
                  </a:cubicBezTo>
                  <a:lnTo>
                    <a:pt x="426866" y="5601"/>
                  </a:lnTo>
                  <a:cubicBezTo>
                    <a:pt x="426866" y="8700"/>
                    <a:pt x="424326" y="11201"/>
                    <a:pt x="421263" y="11201"/>
                  </a:cubicBezTo>
                  <a:lnTo>
                    <a:pt x="421263" y="11201"/>
                  </a:lnTo>
                  <a:cubicBezTo>
                    <a:pt x="418164" y="11201"/>
                    <a:pt x="415661" y="8700"/>
                    <a:pt x="415661" y="5601"/>
                  </a:cubicBezTo>
                  <a:close/>
                  <a:moveTo>
                    <a:pt x="385969" y="5601"/>
                  </a:moveTo>
                  <a:cubicBezTo>
                    <a:pt x="385969" y="2501"/>
                    <a:pt x="388471" y="0"/>
                    <a:pt x="391571" y="0"/>
                  </a:cubicBezTo>
                  <a:lnTo>
                    <a:pt x="391571" y="0"/>
                  </a:lnTo>
                  <a:cubicBezTo>
                    <a:pt x="394633" y="0"/>
                    <a:pt x="397173" y="2501"/>
                    <a:pt x="397173" y="5601"/>
                  </a:cubicBezTo>
                  <a:lnTo>
                    <a:pt x="397173" y="5601"/>
                  </a:lnTo>
                  <a:cubicBezTo>
                    <a:pt x="397173" y="8700"/>
                    <a:pt x="394633" y="11201"/>
                    <a:pt x="391571" y="11201"/>
                  </a:cubicBezTo>
                  <a:lnTo>
                    <a:pt x="391571" y="11201"/>
                  </a:lnTo>
                  <a:cubicBezTo>
                    <a:pt x="388471" y="11201"/>
                    <a:pt x="385969" y="8700"/>
                    <a:pt x="385969" y="5601"/>
                  </a:cubicBezTo>
                  <a:close/>
                  <a:moveTo>
                    <a:pt x="356276" y="5601"/>
                  </a:moveTo>
                  <a:cubicBezTo>
                    <a:pt x="356276" y="2501"/>
                    <a:pt x="358778" y="0"/>
                    <a:pt x="361878" y="0"/>
                  </a:cubicBezTo>
                  <a:lnTo>
                    <a:pt x="361878" y="0"/>
                  </a:lnTo>
                  <a:cubicBezTo>
                    <a:pt x="364978" y="0"/>
                    <a:pt x="367480" y="2501"/>
                    <a:pt x="367480" y="5601"/>
                  </a:cubicBezTo>
                  <a:lnTo>
                    <a:pt x="367480" y="5601"/>
                  </a:lnTo>
                  <a:cubicBezTo>
                    <a:pt x="367480" y="8700"/>
                    <a:pt x="364978" y="11201"/>
                    <a:pt x="361878" y="11201"/>
                  </a:cubicBezTo>
                  <a:lnTo>
                    <a:pt x="361878" y="11201"/>
                  </a:lnTo>
                  <a:cubicBezTo>
                    <a:pt x="358778" y="11201"/>
                    <a:pt x="356276" y="8700"/>
                    <a:pt x="356276" y="5601"/>
                  </a:cubicBezTo>
                  <a:close/>
                  <a:moveTo>
                    <a:pt x="326583" y="5601"/>
                  </a:moveTo>
                  <a:cubicBezTo>
                    <a:pt x="326583" y="2501"/>
                    <a:pt x="329085" y="0"/>
                    <a:pt x="332185" y="0"/>
                  </a:cubicBezTo>
                  <a:lnTo>
                    <a:pt x="332185" y="0"/>
                  </a:lnTo>
                  <a:cubicBezTo>
                    <a:pt x="335285" y="0"/>
                    <a:pt x="337788" y="2501"/>
                    <a:pt x="337788" y="5601"/>
                  </a:cubicBezTo>
                  <a:lnTo>
                    <a:pt x="337788" y="5601"/>
                  </a:lnTo>
                  <a:cubicBezTo>
                    <a:pt x="337788" y="8700"/>
                    <a:pt x="335285" y="11201"/>
                    <a:pt x="332185" y="11201"/>
                  </a:cubicBezTo>
                  <a:lnTo>
                    <a:pt x="332185" y="11201"/>
                  </a:lnTo>
                  <a:cubicBezTo>
                    <a:pt x="329085" y="11201"/>
                    <a:pt x="326583" y="8700"/>
                    <a:pt x="326583" y="5601"/>
                  </a:cubicBezTo>
                  <a:close/>
                  <a:moveTo>
                    <a:pt x="296890" y="5601"/>
                  </a:moveTo>
                  <a:cubicBezTo>
                    <a:pt x="296890" y="2501"/>
                    <a:pt x="299393" y="0"/>
                    <a:pt x="302492" y="0"/>
                  </a:cubicBezTo>
                  <a:lnTo>
                    <a:pt x="302492" y="0"/>
                  </a:lnTo>
                  <a:cubicBezTo>
                    <a:pt x="305593" y="0"/>
                    <a:pt x="308095" y="2501"/>
                    <a:pt x="308095" y="5601"/>
                  </a:cubicBezTo>
                  <a:lnTo>
                    <a:pt x="308095" y="5601"/>
                  </a:lnTo>
                  <a:cubicBezTo>
                    <a:pt x="308095" y="8700"/>
                    <a:pt x="305593" y="11201"/>
                    <a:pt x="302492" y="11201"/>
                  </a:cubicBezTo>
                  <a:lnTo>
                    <a:pt x="302492" y="11201"/>
                  </a:lnTo>
                  <a:cubicBezTo>
                    <a:pt x="299393" y="11201"/>
                    <a:pt x="296890" y="8700"/>
                    <a:pt x="296890" y="5601"/>
                  </a:cubicBezTo>
                  <a:close/>
                  <a:moveTo>
                    <a:pt x="267197" y="5601"/>
                  </a:moveTo>
                  <a:cubicBezTo>
                    <a:pt x="267197" y="2501"/>
                    <a:pt x="269700" y="0"/>
                    <a:pt x="272800" y="0"/>
                  </a:cubicBezTo>
                  <a:lnTo>
                    <a:pt x="272800" y="0"/>
                  </a:lnTo>
                  <a:cubicBezTo>
                    <a:pt x="275900" y="0"/>
                    <a:pt x="278402" y="2501"/>
                    <a:pt x="278402" y="5601"/>
                  </a:cubicBezTo>
                  <a:lnTo>
                    <a:pt x="278402" y="5601"/>
                  </a:lnTo>
                  <a:cubicBezTo>
                    <a:pt x="278402" y="8700"/>
                    <a:pt x="275900" y="11201"/>
                    <a:pt x="272800" y="11201"/>
                  </a:cubicBezTo>
                  <a:lnTo>
                    <a:pt x="272800" y="11201"/>
                  </a:lnTo>
                  <a:cubicBezTo>
                    <a:pt x="269700" y="11201"/>
                    <a:pt x="267197" y="8700"/>
                    <a:pt x="267197" y="5601"/>
                  </a:cubicBezTo>
                  <a:close/>
                  <a:moveTo>
                    <a:pt x="237505" y="5601"/>
                  </a:moveTo>
                  <a:cubicBezTo>
                    <a:pt x="237505" y="2501"/>
                    <a:pt x="240007" y="0"/>
                    <a:pt x="243107" y="0"/>
                  </a:cubicBezTo>
                  <a:lnTo>
                    <a:pt x="243107" y="0"/>
                  </a:lnTo>
                  <a:cubicBezTo>
                    <a:pt x="246207" y="0"/>
                    <a:pt x="248710" y="2501"/>
                    <a:pt x="248710" y="5601"/>
                  </a:cubicBezTo>
                  <a:lnTo>
                    <a:pt x="248710" y="5601"/>
                  </a:lnTo>
                  <a:cubicBezTo>
                    <a:pt x="248710" y="8700"/>
                    <a:pt x="246207" y="11201"/>
                    <a:pt x="243107" y="11201"/>
                  </a:cubicBezTo>
                  <a:lnTo>
                    <a:pt x="243107" y="11201"/>
                  </a:lnTo>
                  <a:cubicBezTo>
                    <a:pt x="240007" y="11201"/>
                    <a:pt x="237505" y="8700"/>
                    <a:pt x="237505" y="5601"/>
                  </a:cubicBezTo>
                  <a:close/>
                  <a:moveTo>
                    <a:pt x="207812" y="5601"/>
                  </a:moveTo>
                  <a:cubicBezTo>
                    <a:pt x="207812" y="2501"/>
                    <a:pt x="210314" y="0"/>
                    <a:pt x="213414" y="0"/>
                  </a:cubicBezTo>
                  <a:lnTo>
                    <a:pt x="213414" y="0"/>
                  </a:lnTo>
                  <a:cubicBezTo>
                    <a:pt x="216514" y="0"/>
                    <a:pt x="219017" y="2501"/>
                    <a:pt x="219017" y="5601"/>
                  </a:cubicBezTo>
                  <a:lnTo>
                    <a:pt x="219017" y="5601"/>
                  </a:lnTo>
                  <a:cubicBezTo>
                    <a:pt x="219017" y="8700"/>
                    <a:pt x="216514" y="11201"/>
                    <a:pt x="213414" y="11201"/>
                  </a:cubicBezTo>
                  <a:lnTo>
                    <a:pt x="213414" y="11201"/>
                  </a:lnTo>
                  <a:cubicBezTo>
                    <a:pt x="210314" y="11201"/>
                    <a:pt x="207812" y="8700"/>
                    <a:pt x="207812" y="5601"/>
                  </a:cubicBezTo>
                  <a:close/>
                  <a:moveTo>
                    <a:pt x="178119" y="5601"/>
                  </a:moveTo>
                  <a:cubicBezTo>
                    <a:pt x="178119" y="2501"/>
                    <a:pt x="180621" y="0"/>
                    <a:pt x="183722" y="0"/>
                  </a:cubicBezTo>
                  <a:lnTo>
                    <a:pt x="183722" y="0"/>
                  </a:lnTo>
                  <a:cubicBezTo>
                    <a:pt x="186822" y="0"/>
                    <a:pt x="189324" y="2501"/>
                    <a:pt x="189324" y="5601"/>
                  </a:cubicBezTo>
                  <a:lnTo>
                    <a:pt x="189324" y="5601"/>
                  </a:lnTo>
                  <a:cubicBezTo>
                    <a:pt x="189324" y="8700"/>
                    <a:pt x="186822" y="11201"/>
                    <a:pt x="183722" y="11201"/>
                  </a:cubicBezTo>
                  <a:lnTo>
                    <a:pt x="183722" y="11201"/>
                  </a:lnTo>
                  <a:cubicBezTo>
                    <a:pt x="180621" y="11201"/>
                    <a:pt x="178119" y="8700"/>
                    <a:pt x="178119" y="5601"/>
                  </a:cubicBezTo>
                  <a:close/>
                  <a:moveTo>
                    <a:pt x="148426" y="5601"/>
                  </a:moveTo>
                  <a:cubicBezTo>
                    <a:pt x="148426" y="2501"/>
                    <a:pt x="150929" y="0"/>
                    <a:pt x="154029" y="0"/>
                  </a:cubicBezTo>
                  <a:lnTo>
                    <a:pt x="154029" y="0"/>
                  </a:lnTo>
                  <a:cubicBezTo>
                    <a:pt x="157129" y="0"/>
                    <a:pt x="159631" y="2501"/>
                    <a:pt x="159631" y="5601"/>
                  </a:cubicBezTo>
                  <a:lnTo>
                    <a:pt x="159631" y="5601"/>
                  </a:lnTo>
                  <a:cubicBezTo>
                    <a:pt x="159631" y="8700"/>
                    <a:pt x="157129" y="11201"/>
                    <a:pt x="154029" y="11201"/>
                  </a:cubicBezTo>
                  <a:lnTo>
                    <a:pt x="154029" y="11201"/>
                  </a:lnTo>
                  <a:cubicBezTo>
                    <a:pt x="150929" y="11201"/>
                    <a:pt x="148426" y="8700"/>
                    <a:pt x="148426" y="5601"/>
                  </a:cubicBezTo>
                  <a:close/>
                  <a:moveTo>
                    <a:pt x="118734" y="5601"/>
                  </a:moveTo>
                  <a:cubicBezTo>
                    <a:pt x="118734" y="2501"/>
                    <a:pt x="121236" y="0"/>
                    <a:pt x="124336" y="0"/>
                  </a:cubicBezTo>
                  <a:lnTo>
                    <a:pt x="124336" y="0"/>
                  </a:lnTo>
                  <a:cubicBezTo>
                    <a:pt x="127436" y="0"/>
                    <a:pt x="129939" y="2501"/>
                    <a:pt x="129939" y="5601"/>
                  </a:cubicBezTo>
                  <a:lnTo>
                    <a:pt x="129939" y="5601"/>
                  </a:lnTo>
                  <a:cubicBezTo>
                    <a:pt x="129939" y="8700"/>
                    <a:pt x="127436" y="11201"/>
                    <a:pt x="124336" y="11201"/>
                  </a:cubicBezTo>
                  <a:lnTo>
                    <a:pt x="124336" y="11201"/>
                  </a:lnTo>
                  <a:cubicBezTo>
                    <a:pt x="121236" y="11201"/>
                    <a:pt x="118734" y="8700"/>
                    <a:pt x="118734" y="5601"/>
                  </a:cubicBezTo>
                  <a:close/>
                  <a:moveTo>
                    <a:pt x="89041" y="5601"/>
                  </a:moveTo>
                  <a:cubicBezTo>
                    <a:pt x="89041" y="2501"/>
                    <a:pt x="91581" y="0"/>
                    <a:pt x="94644" y="0"/>
                  </a:cubicBezTo>
                  <a:lnTo>
                    <a:pt x="94644" y="0"/>
                  </a:lnTo>
                  <a:cubicBezTo>
                    <a:pt x="97743" y="0"/>
                    <a:pt x="100246" y="2501"/>
                    <a:pt x="100246" y="5601"/>
                  </a:cubicBezTo>
                  <a:lnTo>
                    <a:pt x="100246" y="5601"/>
                  </a:lnTo>
                  <a:cubicBezTo>
                    <a:pt x="100246" y="8700"/>
                    <a:pt x="97743" y="11201"/>
                    <a:pt x="94644" y="11201"/>
                  </a:cubicBezTo>
                  <a:lnTo>
                    <a:pt x="94644" y="11201"/>
                  </a:lnTo>
                  <a:cubicBezTo>
                    <a:pt x="91581" y="11201"/>
                    <a:pt x="89041" y="8700"/>
                    <a:pt x="89041" y="5601"/>
                  </a:cubicBezTo>
                  <a:close/>
                  <a:moveTo>
                    <a:pt x="59348" y="5601"/>
                  </a:moveTo>
                  <a:cubicBezTo>
                    <a:pt x="59348" y="2501"/>
                    <a:pt x="61888" y="0"/>
                    <a:pt x="64988" y="0"/>
                  </a:cubicBezTo>
                  <a:lnTo>
                    <a:pt x="64988" y="0"/>
                  </a:lnTo>
                  <a:cubicBezTo>
                    <a:pt x="68050" y="0"/>
                    <a:pt x="70590" y="2501"/>
                    <a:pt x="70590" y="5601"/>
                  </a:cubicBezTo>
                  <a:lnTo>
                    <a:pt x="70590" y="5601"/>
                  </a:lnTo>
                  <a:cubicBezTo>
                    <a:pt x="70590" y="8700"/>
                    <a:pt x="68050" y="11201"/>
                    <a:pt x="64988" y="11201"/>
                  </a:cubicBezTo>
                  <a:lnTo>
                    <a:pt x="64988" y="11201"/>
                  </a:lnTo>
                  <a:cubicBezTo>
                    <a:pt x="61888" y="11201"/>
                    <a:pt x="59348" y="8700"/>
                    <a:pt x="59348" y="5601"/>
                  </a:cubicBezTo>
                  <a:close/>
                  <a:moveTo>
                    <a:pt x="29693" y="5601"/>
                  </a:moveTo>
                  <a:cubicBezTo>
                    <a:pt x="29693" y="2501"/>
                    <a:pt x="32195" y="0"/>
                    <a:pt x="35295" y="0"/>
                  </a:cubicBezTo>
                  <a:lnTo>
                    <a:pt x="35295" y="0"/>
                  </a:lnTo>
                  <a:cubicBezTo>
                    <a:pt x="38358" y="0"/>
                    <a:pt x="40898" y="2501"/>
                    <a:pt x="40898" y="5601"/>
                  </a:cubicBezTo>
                  <a:lnTo>
                    <a:pt x="40898" y="5601"/>
                  </a:lnTo>
                  <a:cubicBezTo>
                    <a:pt x="40898" y="8700"/>
                    <a:pt x="38358" y="11201"/>
                    <a:pt x="35295" y="11201"/>
                  </a:cubicBezTo>
                  <a:lnTo>
                    <a:pt x="35295" y="11201"/>
                  </a:lnTo>
                  <a:cubicBezTo>
                    <a:pt x="32195" y="11201"/>
                    <a:pt x="29693" y="8700"/>
                    <a:pt x="29693" y="5601"/>
                  </a:cubicBezTo>
                  <a:close/>
                  <a:moveTo>
                    <a:pt x="0" y="5601"/>
                  </a:moveTo>
                  <a:cubicBezTo>
                    <a:pt x="0" y="2501"/>
                    <a:pt x="2503" y="0"/>
                    <a:pt x="5602" y="0"/>
                  </a:cubicBezTo>
                  <a:lnTo>
                    <a:pt x="5602" y="0"/>
                  </a:lnTo>
                  <a:cubicBezTo>
                    <a:pt x="8665" y="0"/>
                    <a:pt x="11167" y="2501"/>
                    <a:pt x="11167" y="5601"/>
                  </a:cubicBezTo>
                  <a:lnTo>
                    <a:pt x="11167" y="5601"/>
                  </a:lnTo>
                  <a:cubicBezTo>
                    <a:pt x="11167" y="8700"/>
                    <a:pt x="8665" y="11201"/>
                    <a:pt x="5602" y="11201"/>
                  </a:cubicBezTo>
                  <a:lnTo>
                    <a:pt x="5602" y="11201"/>
                  </a:lnTo>
                  <a:cubicBezTo>
                    <a:pt x="2503" y="11201"/>
                    <a:pt x="0" y="8700"/>
                    <a:pt x="0" y="56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197" name="Google Shape;2197;p90"/>
            <p:cNvSpPr/>
            <p:nvPr/>
          </p:nvSpPr>
          <p:spPr>
            <a:xfrm>
              <a:off x="7322417" y="5750535"/>
              <a:ext cx="11204" cy="11185"/>
            </a:xfrm>
            <a:custGeom>
              <a:avLst/>
              <a:gdLst/>
              <a:ahLst/>
              <a:cxnLst/>
              <a:rect l="l" t="t" r="r" b="b"/>
              <a:pathLst>
                <a:path w="11204" h="11185" extrusionOk="0">
                  <a:moveTo>
                    <a:pt x="5602" y="11185"/>
                  </a:moveTo>
                  <a:cubicBezTo>
                    <a:pt x="4855" y="11185"/>
                    <a:pt x="4108" y="11036"/>
                    <a:pt x="3436" y="10774"/>
                  </a:cubicBezTo>
                  <a:cubicBezTo>
                    <a:pt x="2764" y="10475"/>
                    <a:pt x="2166" y="10065"/>
                    <a:pt x="1643" y="9542"/>
                  </a:cubicBezTo>
                  <a:cubicBezTo>
                    <a:pt x="560" y="8496"/>
                    <a:pt x="0" y="7078"/>
                    <a:pt x="0" y="5584"/>
                  </a:cubicBezTo>
                  <a:cubicBezTo>
                    <a:pt x="0" y="5211"/>
                    <a:pt x="37" y="4875"/>
                    <a:pt x="112" y="4501"/>
                  </a:cubicBezTo>
                  <a:cubicBezTo>
                    <a:pt x="186" y="4128"/>
                    <a:pt x="261" y="3792"/>
                    <a:pt x="411" y="3456"/>
                  </a:cubicBezTo>
                  <a:cubicBezTo>
                    <a:pt x="560" y="3120"/>
                    <a:pt x="747" y="2784"/>
                    <a:pt x="934" y="2485"/>
                  </a:cubicBezTo>
                  <a:cubicBezTo>
                    <a:pt x="1158" y="2187"/>
                    <a:pt x="1382" y="1888"/>
                    <a:pt x="1643" y="1626"/>
                  </a:cubicBezTo>
                  <a:cubicBezTo>
                    <a:pt x="2913" y="320"/>
                    <a:pt x="4855" y="-240"/>
                    <a:pt x="6686" y="95"/>
                  </a:cubicBezTo>
                  <a:cubicBezTo>
                    <a:pt x="7059" y="170"/>
                    <a:pt x="7395" y="282"/>
                    <a:pt x="7731" y="432"/>
                  </a:cubicBezTo>
                  <a:cubicBezTo>
                    <a:pt x="8068" y="544"/>
                    <a:pt x="8404" y="730"/>
                    <a:pt x="8702" y="955"/>
                  </a:cubicBezTo>
                  <a:cubicBezTo>
                    <a:pt x="9001" y="1141"/>
                    <a:pt x="9300" y="1365"/>
                    <a:pt x="9561" y="1626"/>
                  </a:cubicBezTo>
                  <a:cubicBezTo>
                    <a:pt x="9823" y="1888"/>
                    <a:pt x="10047" y="2187"/>
                    <a:pt x="10234" y="2485"/>
                  </a:cubicBezTo>
                  <a:cubicBezTo>
                    <a:pt x="10458" y="2784"/>
                    <a:pt x="10607" y="3120"/>
                    <a:pt x="10757" y="3456"/>
                  </a:cubicBezTo>
                  <a:cubicBezTo>
                    <a:pt x="10906" y="3792"/>
                    <a:pt x="11018" y="4128"/>
                    <a:pt x="11093" y="4501"/>
                  </a:cubicBezTo>
                  <a:cubicBezTo>
                    <a:pt x="11167" y="4875"/>
                    <a:pt x="11205" y="5211"/>
                    <a:pt x="11205" y="5584"/>
                  </a:cubicBezTo>
                  <a:cubicBezTo>
                    <a:pt x="11205" y="6331"/>
                    <a:pt x="11055" y="7041"/>
                    <a:pt x="10757" y="7712"/>
                  </a:cubicBezTo>
                  <a:cubicBezTo>
                    <a:pt x="10495" y="8422"/>
                    <a:pt x="10084" y="9019"/>
                    <a:pt x="9561" y="9542"/>
                  </a:cubicBezTo>
                  <a:cubicBezTo>
                    <a:pt x="9038" y="10065"/>
                    <a:pt x="8404" y="10475"/>
                    <a:pt x="7731" y="10774"/>
                  </a:cubicBezTo>
                  <a:cubicBezTo>
                    <a:pt x="7059" y="11036"/>
                    <a:pt x="6349" y="11185"/>
                    <a:pt x="5602" y="11185"/>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198" name="Google Shape;2198;p90"/>
          <p:cNvGrpSpPr/>
          <p:nvPr/>
        </p:nvGrpSpPr>
        <p:grpSpPr>
          <a:xfrm>
            <a:off x="4557131" y="4422134"/>
            <a:ext cx="1124300" cy="9171"/>
            <a:chOff x="4741768" y="5750519"/>
            <a:chExt cx="1373107" cy="11201"/>
          </a:xfrm>
        </p:grpSpPr>
        <p:sp>
          <p:nvSpPr>
            <p:cNvPr id="2199" name="Google Shape;2199;p90"/>
            <p:cNvSpPr/>
            <p:nvPr/>
          </p:nvSpPr>
          <p:spPr>
            <a:xfrm>
              <a:off x="4741768" y="5750519"/>
              <a:ext cx="11204" cy="11201"/>
            </a:xfrm>
            <a:custGeom>
              <a:avLst/>
              <a:gdLst/>
              <a:ahLst/>
              <a:cxnLst/>
              <a:rect l="l" t="t" r="r" b="b"/>
              <a:pathLst>
                <a:path w="11204" h="11201" extrusionOk="0">
                  <a:moveTo>
                    <a:pt x="5602" y="11201"/>
                  </a:moveTo>
                  <a:cubicBezTo>
                    <a:pt x="4855" y="11201"/>
                    <a:pt x="4146" y="11052"/>
                    <a:pt x="3473" y="10791"/>
                  </a:cubicBezTo>
                  <a:cubicBezTo>
                    <a:pt x="2801" y="10492"/>
                    <a:pt x="2166" y="10081"/>
                    <a:pt x="1643" y="9558"/>
                  </a:cubicBezTo>
                  <a:cubicBezTo>
                    <a:pt x="598" y="8513"/>
                    <a:pt x="0" y="7094"/>
                    <a:pt x="0" y="5601"/>
                  </a:cubicBezTo>
                  <a:cubicBezTo>
                    <a:pt x="0" y="5227"/>
                    <a:pt x="37" y="4891"/>
                    <a:pt x="112" y="4518"/>
                  </a:cubicBezTo>
                  <a:cubicBezTo>
                    <a:pt x="187" y="4145"/>
                    <a:pt x="299" y="3809"/>
                    <a:pt x="448" y="3472"/>
                  </a:cubicBezTo>
                  <a:cubicBezTo>
                    <a:pt x="560" y="3136"/>
                    <a:pt x="747" y="2800"/>
                    <a:pt x="934" y="2501"/>
                  </a:cubicBezTo>
                  <a:cubicBezTo>
                    <a:pt x="1158" y="2203"/>
                    <a:pt x="1382" y="1904"/>
                    <a:pt x="1643" y="1643"/>
                  </a:cubicBezTo>
                  <a:cubicBezTo>
                    <a:pt x="1905" y="1382"/>
                    <a:pt x="2204" y="1157"/>
                    <a:pt x="2503" y="971"/>
                  </a:cubicBezTo>
                  <a:cubicBezTo>
                    <a:pt x="2801" y="747"/>
                    <a:pt x="3137" y="560"/>
                    <a:pt x="3473" y="448"/>
                  </a:cubicBezTo>
                  <a:cubicBezTo>
                    <a:pt x="3810" y="299"/>
                    <a:pt x="4146" y="187"/>
                    <a:pt x="4519" y="112"/>
                  </a:cubicBezTo>
                  <a:cubicBezTo>
                    <a:pt x="5229" y="-37"/>
                    <a:pt x="5976" y="-37"/>
                    <a:pt x="6686" y="112"/>
                  </a:cubicBezTo>
                  <a:cubicBezTo>
                    <a:pt x="7059" y="187"/>
                    <a:pt x="7395" y="299"/>
                    <a:pt x="7731" y="448"/>
                  </a:cubicBezTo>
                  <a:cubicBezTo>
                    <a:pt x="8105" y="560"/>
                    <a:pt x="8404" y="747"/>
                    <a:pt x="8702" y="971"/>
                  </a:cubicBezTo>
                  <a:cubicBezTo>
                    <a:pt x="9039" y="1157"/>
                    <a:pt x="9300" y="1382"/>
                    <a:pt x="9561" y="1643"/>
                  </a:cubicBezTo>
                  <a:cubicBezTo>
                    <a:pt x="9823" y="1904"/>
                    <a:pt x="10047" y="2203"/>
                    <a:pt x="10271" y="2501"/>
                  </a:cubicBezTo>
                  <a:cubicBezTo>
                    <a:pt x="10458" y="2800"/>
                    <a:pt x="10645" y="3136"/>
                    <a:pt x="10794" y="3472"/>
                  </a:cubicBezTo>
                  <a:cubicBezTo>
                    <a:pt x="10906" y="3809"/>
                    <a:pt x="11018" y="4145"/>
                    <a:pt x="11093" y="4518"/>
                  </a:cubicBezTo>
                  <a:cubicBezTo>
                    <a:pt x="11167" y="4891"/>
                    <a:pt x="11205" y="5227"/>
                    <a:pt x="11205" y="5601"/>
                  </a:cubicBezTo>
                  <a:cubicBezTo>
                    <a:pt x="11205" y="7094"/>
                    <a:pt x="10645" y="8513"/>
                    <a:pt x="9561" y="9558"/>
                  </a:cubicBezTo>
                  <a:cubicBezTo>
                    <a:pt x="9039" y="10081"/>
                    <a:pt x="8441" y="10492"/>
                    <a:pt x="7731" y="10791"/>
                  </a:cubicBezTo>
                  <a:cubicBezTo>
                    <a:pt x="7059" y="11052"/>
                    <a:pt x="6349" y="11201"/>
                    <a:pt x="5602" y="112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00" name="Google Shape;2200;p90"/>
            <p:cNvSpPr/>
            <p:nvPr/>
          </p:nvSpPr>
          <p:spPr>
            <a:xfrm>
              <a:off x="4771386" y="5750519"/>
              <a:ext cx="1313909" cy="11201"/>
            </a:xfrm>
            <a:custGeom>
              <a:avLst/>
              <a:gdLst/>
              <a:ahLst/>
              <a:cxnLst/>
              <a:rect l="l" t="t" r="r" b="b"/>
              <a:pathLst>
                <a:path w="1313909" h="11201" extrusionOk="0">
                  <a:moveTo>
                    <a:pt x="1302704" y="5601"/>
                  </a:moveTo>
                  <a:cubicBezTo>
                    <a:pt x="1302704" y="2501"/>
                    <a:pt x="1305207" y="0"/>
                    <a:pt x="1308307" y="0"/>
                  </a:cubicBezTo>
                  <a:lnTo>
                    <a:pt x="1308307" y="0"/>
                  </a:lnTo>
                  <a:cubicBezTo>
                    <a:pt x="1311407" y="0"/>
                    <a:pt x="1313909" y="2501"/>
                    <a:pt x="1313909" y="5601"/>
                  </a:cubicBezTo>
                  <a:lnTo>
                    <a:pt x="1313909" y="5601"/>
                  </a:lnTo>
                  <a:cubicBezTo>
                    <a:pt x="1313909" y="8700"/>
                    <a:pt x="1311407" y="11201"/>
                    <a:pt x="1308307" y="11201"/>
                  </a:cubicBezTo>
                  <a:lnTo>
                    <a:pt x="1308307" y="11201"/>
                  </a:lnTo>
                  <a:cubicBezTo>
                    <a:pt x="1305207" y="11201"/>
                    <a:pt x="1302704" y="8700"/>
                    <a:pt x="1302704" y="5601"/>
                  </a:cubicBezTo>
                  <a:close/>
                  <a:moveTo>
                    <a:pt x="1273086" y="5601"/>
                  </a:moveTo>
                  <a:cubicBezTo>
                    <a:pt x="1273086" y="2501"/>
                    <a:pt x="1275589" y="0"/>
                    <a:pt x="1278689" y="0"/>
                  </a:cubicBezTo>
                  <a:lnTo>
                    <a:pt x="1278689" y="0"/>
                  </a:lnTo>
                  <a:cubicBezTo>
                    <a:pt x="1281789" y="0"/>
                    <a:pt x="1284291" y="2501"/>
                    <a:pt x="1284291" y="5601"/>
                  </a:cubicBezTo>
                  <a:lnTo>
                    <a:pt x="1284291" y="5601"/>
                  </a:lnTo>
                  <a:cubicBezTo>
                    <a:pt x="1284291" y="8700"/>
                    <a:pt x="1281789" y="11201"/>
                    <a:pt x="1278689" y="11201"/>
                  </a:cubicBezTo>
                  <a:lnTo>
                    <a:pt x="1278689" y="11201"/>
                  </a:lnTo>
                  <a:cubicBezTo>
                    <a:pt x="1275589" y="11201"/>
                    <a:pt x="1273086" y="8700"/>
                    <a:pt x="1273086" y="5601"/>
                  </a:cubicBezTo>
                  <a:close/>
                  <a:moveTo>
                    <a:pt x="1243472" y="5601"/>
                  </a:moveTo>
                  <a:cubicBezTo>
                    <a:pt x="1243472" y="2501"/>
                    <a:pt x="1245975" y="0"/>
                    <a:pt x="1249075" y="0"/>
                  </a:cubicBezTo>
                  <a:lnTo>
                    <a:pt x="1249075" y="0"/>
                  </a:lnTo>
                  <a:cubicBezTo>
                    <a:pt x="1252174" y="0"/>
                    <a:pt x="1254677" y="2501"/>
                    <a:pt x="1254677" y="5601"/>
                  </a:cubicBezTo>
                  <a:lnTo>
                    <a:pt x="1254677" y="5601"/>
                  </a:lnTo>
                  <a:cubicBezTo>
                    <a:pt x="1254677" y="8700"/>
                    <a:pt x="1252174" y="11201"/>
                    <a:pt x="1249075" y="11201"/>
                  </a:cubicBezTo>
                  <a:lnTo>
                    <a:pt x="1249075" y="11201"/>
                  </a:lnTo>
                  <a:cubicBezTo>
                    <a:pt x="1245975" y="11201"/>
                    <a:pt x="1243472" y="8700"/>
                    <a:pt x="1243472" y="5601"/>
                  </a:cubicBezTo>
                  <a:close/>
                  <a:moveTo>
                    <a:pt x="1213854" y="5601"/>
                  </a:moveTo>
                  <a:cubicBezTo>
                    <a:pt x="1213854" y="2501"/>
                    <a:pt x="1216394" y="0"/>
                    <a:pt x="1219494" y="0"/>
                  </a:cubicBezTo>
                  <a:lnTo>
                    <a:pt x="1219494" y="0"/>
                  </a:lnTo>
                  <a:cubicBezTo>
                    <a:pt x="1222556" y="0"/>
                    <a:pt x="1225059" y="2501"/>
                    <a:pt x="1225059" y="5601"/>
                  </a:cubicBezTo>
                  <a:lnTo>
                    <a:pt x="1225059" y="5601"/>
                  </a:lnTo>
                  <a:cubicBezTo>
                    <a:pt x="1225059" y="8700"/>
                    <a:pt x="1222556" y="11201"/>
                    <a:pt x="1219494" y="11201"/>
                  </a:cubicBezTo>
                  <a:lnTo>
                    <a:pt x="1219494" y="11201"/>
                  </a:lnTo>
                  <a:cubicBezTo>
                    <a:pt x="1216394" y="11201"/>
                    <a:pt x="1213854" y="8700"/>
                    <a:pt x="1213854" y="5601"/>
                  </a:cubicBezTo>
                  <a:close/>
                  <a:moveTo>
                    <a:pt x="1184273" y="5601"/>
                  </a:moveTo>
                  <a:cubicBezTo>
                    <a:pt x="1184273" y="2501"/>
                    <a:pt x="1186776" y="0"/>
                    <a:pt x="1189876" y="0"/>
                  </a:cubicBezTo>
                  <a:lnTo>
                    <a:pt x="1189876" y="0"/>
                  </a:lnTo>
                  <a:cubicBezTo>
                    <a:pt x="1192938" y="0"/>
                    <a:pt x="1195478" y="2501"/>
                    <a:pt x="1195478" y="5601"/>
                  </a:cubicBezTo>
                  <a:lnTo>
                    <a:pt x="1195478" y="5601"/>
                  </a:lnTo>
                  <a:cubicBezTo>
                    <a:pt x="1195478" y="8700"/>
                    <a:pt x="1192938" y="11201"/>
                    <a:pt x="1189876" y="11201"/>
                  </a:cubicBezTo>
                  <a:lnTo>
                    <a:pt x="1189876" y="11201"/>
                  </a:lnTo>
                  <a:cubicBezTo>
                    <a:pt x="1186776" y="11201"/>
                    <a:pt x="1184273" y="8700"/>
                    <a:pt x="1184273" y="5601"/>
                  </a:cubicBezTo>
                  <a:close/>
                  <a:moveTo>
                    <a:pt x="1154655" y="5601"/>
                  </a:moveTo>
                  <a:cubicBezTo>
                    <a:pt x="1154655" y="2501"/>
                    <a:pt x="1157158" y="0"/>
                    <a:pt x="1160258" y="0"/>
                  </a:cubicBezTo>
                  <a:lnTo>
                    <a:pt x="1160258" y="0"/>
                  </a:lnTo>
                  <a:cubicBezTo>
                    <a:pt x="1163358" y="0"/>
                    <a:pt x="1165860" y="2501"/>
                    <a:pt x="1165860" y="5601"/>
                  </a:cubicBezTo>
                  <a:lnTo>
                    <a:pt x="1165860" y="5601"/>
                  </a:lnTo>
                  <a:cubicBezTo>
                    <a:pt x="1165860" y="8700"/>
                    <a:pt x="1163358" y="11201"/>
                    <a:pt x="1160258" y="11201"/>
                  </a:cubicBezTo>
                  <a:lnTo>
                    <a:pt x="1160258" y="11201"/>
                  </a:lnTo>
                  <a:cubicBezTo>
                    <a:pt x="1157158" y="11201"/>
                    <a:pt x="1154655" y="8700"/>
                    <a:pt x="1154655" y="5601"/>
                  </a:cubicBezTo>
                  <a:close/>
                  <a:moveTo>
                    <a:pt x="1125037" y="5601"/>
                  </a:moveTo>
                  <a:cubicBezTo>
                    <a:pt x="1125037" y="2501"/>
                    <a:pt x="1127577" y="0"/>
                    <a:pt x="1130640" y="0"/>
                  </a:cubicBezTo>
                  <a:lnTo>
                    <a:pt x="1130640" y="0"/>
                  </a:lnTo>
                  <a:cubicBezTo>
                    <a:pt x="1133740" y="0"/>
                    <a:pt x="1136280" y="2501"/>
                    <a:pt x="1136280" y="5601"/>
                  </a:cubicBezTo>
                  <a:lnTo>
                    <a:pt x="1136280" y="5601"/>
                  </a:lnTo>
                  <a:cubicBezTo>
                    <a:pt x="1136280" y="8700"/>
                    <a:pt x="1133740" y="11201"/>
                    <a:pt x="1130640" y="11201"/>
                  </a:cubicBezTo>
                  <a:lnTo>
                    <a:pt x="1130640" y="11201"/>
                  </a:lnTo>
                  <a:cubicBezTo>
                    <a:pt x="1127577" y="11201"/>
                    <a:pt x="1125037" y="8700"/>
                    <a:pt x="1125037" y="5601"/>
                  </a:cubicBezTo>
                  <a:close/>
                  <a:moveTo>
                    <a:pt x="1095457" y="5601"/>
                  </a:moveTo>
                  <a:cubicBezTo>
                    <a:pt x="1095457" y="2501"/>
                    <a:pt x="1097959" y="0"/>
                    <a:pt x="1101059" y="0"/>
                  </a:cubicBezTo>
                  <a:lnTo>
                    <a:pt x="1101059" y="0"/>
                  </a:lnTo>
                  <a:cubicBezTo>
                    <a:pt x="1104159" y="0"/>
                    <a:pt x="1106662" y="2501"/>
                    <a:pt x="1106662" y="5601"/>
                  </a:cubicBezTo>
                  <a:lnTo>
                    <a:pt x="1106662" y="5601"/>
                  </a:lnTo>
                  <a:cubicBezTo>
                    <a:pt x="1106662" y="8700"/>
                    <a:pt x="1104159" y="11201"/>
                    <a:pt x="1101059" y="11201"/>
                  </a:cubicBezTo>
                  <a:lnTo>
                    <a:pt x="1101059" y="11201"/>
                  </a:lnTo>
                  <a:cubicBezTo>
                    <a:pt x="1097959" y="11201"/>
                    <a:pt x="1095457" y="8700"/>
                    <a:pt x="1095457" y="5601"/>
                  </a:cubicBezTo>
                  <a:close/>
                  <a:moveTo>
                    <a:pt x="1065838" y="5601"/>
                  </a:moveTo>
                  <a:cubicBezTo>
                    <a:pt x="1065838" y="2501"/>
                    <a:pt x="1068341" y="0"/>
                    <a:pt x="1071441" y="0"/>
                  </a:cubicBezTo>
                  <a:lnTo>
                    <a:pt x="1071441" y="0"/>
                  </a:lnTo>
                  <a:cubicBezTo>
                    <a:pt x="1074541" y="0"/>
                    <a:pt x="1077043" y="2501"/>
                    <a:pt x="1077043" y="5601"/>
                  </a:cubicBezTo>
                  <a:lnTo>
                    <a:pt x="1077043" y="5601"/>
                  </a:lnTo>
                  <a:cubicBezTo>
                    <a:pt x="1077043" y="8700"/>
                    <a:pt x="1074541" y="11201"/>
                    <a:pt x="1071441" y="11201"/>
                  </a:cubicBezTo>
                  <a:lnTo>
                    <a:pt x="1071441" y="11201"/>
                  </a:lnTo>
                  <a:cubicBezTo>
                    <a:pt x="1068341" y="11201"/>
                    <a:pt x="1065838" y="8700"/>
                    <a:pt x="1065838" y="5601"/>
                  </a:cubicBezTo>
                  <a:close/>
                  <a:moveTo>
                    <a:pt x="1036220" y="5601"/>
                  </a:moveTo>
                  <a:cubicBezTo>
                    <a:pt x="1036220" y="2501"/>
                    <a:pt x="1038723" y="0"/>
                    <a:pt x="1041823" y="0"/>
                  </a:cubicBezTo>
                  <a:lnTo>
                    <a:pt x="1041823" y="0"/>
                  </a:lnTo>
                  <a:cubicBezTo>
                    <a:pt x="1044923" y="0"/>
                    <a:pt x="1047425" y="2501"/>
                    <a:pt x="1047425" y="5601"/>
                  </a:cubicBezTo>
                  <a:lnTo>
                    <a:pt x="1047425" y="5601"/>
                  </a:lnTo>
                  <a:cubicBezTo>
                    <a:pt x="1047425" y="8700"/>
                    <a:pt x="1044923" y="11201"/>
                    <a:pt x="1041823" y="11201"/>
                  </a:cubicBezTo>
                  <a:lnTo>
                    <a:pt x="1041823" y="11201"/>
                  </a:lnTo>
                  <a:cubicBezTo>
                    <a:pt x="1038723" y="11201"/>
                    <a:pt x="1036220" y="8700"/>
                    <a:pt x="1036220" y="5601"/>
                  </a:cubicBezTo>
                  <a:close/>
                  <a:moveTo>
                    <a:pt x="1006640" y="5601"/>
                  </a:moveTo>
                  <a:cubicBezTo>
                    <a:pt x="1006640" y="2501"/>
                    <a:pt x="1009142" y="0"/>
                    <a:pt x="1012242" y="0"/>
                  </a:cubicBezTo>
                  <a:lnTo>
                    <a:pt x="1012242" y="0"/>
                  </a:lnTo>
                  <a:cubicBezTo>
                    <a:pt x="1015305" y="0"/>
                    <a:pt x="1017845" y="2501"/>
                    <a:pt x="1017845" y="5601"/>
                  </a:cubicBezTo>
                  <a:lnTo>
                    <a:pt x="1017845" y="5601"/>
                  </a:lnTo>
                  <a:cubicBezTo>
                    <a:pt x="1017845" y="8700"/>
                    <a:pt x="1015305" y="11201"/>
                    <a:pt x="1012242" y="11201"/>
                  </a:cubicBezTo>
                  <a:lnTo>
                    <a:pt x="1012242" y="11201"/>
                  </a:lnTo>
                  <a:cubicBezTo>
                    <a:pt x="1009142" y="11201"/>
                    <a:pt x="1006640" y="8700"/>
                    <a:pt x="1006640" y="5601"/>
                  </a:cubicBezTo>
                  <a:close/>
                  <a:moveTo>
                    <a:pt x="977022" y="5601"/>
                  </a:moveTo>
                  <a:cubicBezTo>
                    <a:pt x="977022" y="2501"/>
                    <a:pt x="979524" y="0"/>
                    <a:pt x="982624" y="0"/>
                  </a:cubicBezTo>
                  <a:lnTo>
                    <a:pt x="982624" y="0"/>
                  </a:lnTo>
                  <a:cubicBezTo>
                    <a:pt x="985724" y="0"/>
                    <a:pt x="988227" y="2501"/>
                    <a:pt x="988227" y="5601"/>
                  </a:cubicBezTo>
                  <a:lnTo>
                    <a:pt x="988227" y="5601"/>
                  </a:lnTo>
                  <a:cubicBezTo>
                    <a:pt x="988227" y="8700"/>
                    <a:pt x="985724" y="11201"/>
                    <a:pt x="982624" y="11201"/>
                  </a:cubicBezTo>
                  <a:lnTo>
                    <a:pt x="982624" y="11201"/>
                  </a:lnTo>
                  <a:cubicBezTo>
                    <a:pt x="979524" y="11201"/>
                    <a:pt x="977022" y="8700"/>
                    <a:pt x="977022" y="5601"/>
                  </a:cubicBezTo>
                  <a:close/>
                  <a:moveTo>
                    <a:pt x="947404" y="5601"/>
                  </a:moveTo>
                  <a:cubicBezTo>
                    <a:pt x="947404" y="2501"/>
                    <a:pt x="949944" y="0"/>
                    <a:pt x="953006" y="0"/>
                  </a:cubicBezTo>
                  <a:lnTo>
                    <a:pt x="953006" y="0"/>
                  </a:lnTo>
                  <a:cubicBezTo>
                    <a:pt x="956106" y="0"/>
                    <a:pt x="958609" y="2501"/>
                    <a:pt x="958609" y="5601"/>
                  </a:cubicBezTo>
                  <a:lnTo>
                    <a:pt x="958609" y="5601"/>
                  </a:lnTo>
                  <a:cubicBezTo>
                    <a:pt x="958609" y="8700"/>
                    <a:pt x="956106" y="11201"/>
                    <a:pt x="953006" y="11201"/>
                  </a:cubicBezTo>
                  <a:lnTo>
                    <a:pt x="953006" y="11201"/>
                  </a:lnTo>
                  <a:cubicBezTo>
                    <a:pt x="949944" y="11201"/>
                    <a:pt x="947404" y="8700"/>
                    <a:pt x="947404" y="5601"/>
                  </a:cubicBezTo>
                  <a:close/>
                  <a:moveTo>
                    <a:pt x="917786" y="5601"/>
                  </a:moveTo>
                  <a:cubicBezTo>
                    <a:pt x="917786" y="2501"/>
                    <a:pt x="920326" y="0"/>
                    <a:pt x="923388" y="0"/>
                  </a:cubicBezTo>
                  <a:lnTo>
                    <a:pt x="923388" y="0"/>
                  </a:lnTo>
                  <a:cubicBezTo>
                    <a:pt x="926488" y="0"/>
                    <a:pt x="929028" y="2501"/>
                    <a:pt x="929028" y="5601"/>
                  </a:cubicBezTo>
                  <a:lnTo>
                    <a:pt x="929028" y="5601"/>
                  </a:lnTo>
                  <a:cubicBezTo>
                    <a:pt x="929028" y="8700"/>
                    <a:pt x="926488" y="11201"/>
                    <a:pt x="923388" y="11201"/>
                  </a:cubicBezTo>
                  <a:lnTo>
                    <a:pt x="923388" y="11201"/>
                  </a:lnTo>
                  <a:cubicBezTo>
                    <a:pt x="920326" y="11201"/>
                    <a:pt x="917786" y="8700"/>
                    <a:pt x="917786" y="5601"/>
                  </a:cubicBezTo>
                  <a:close/>
                  <a:moveTo>
                    <a:pt x="888205" y="5601"/>
                  </a:moveTo>
                  <a:cubicBezTo>
                    <a:pt x="888205" y="2501"/>
                    <a:pt x="890708" y="0"/>
                    <a:pt x="893807" y="0"/>
                  </a:cubicBezTo>
                  <a:lnTo>
                    <a:pt x="893807" y="0"/>
                  </a:lnTo>
                  <a:cubicBezTo>
                    <a:pt x="896907" y="0"/>
                    <a:pt x="899410" y="2501"/>
                    <a:pt x="899410" y="5601"/>
                  </a:cubicBezTo>
                  <a:lnTo>
                    <a:pt x="899410" y="5601"/>
                  </a:lnTo>
                  <a:cubicBezTo>
                    <a:pt x="899410" y="8700"/>
                    <a:pt x="896907" y="11201"/>
                    <a:pt x="893807" y="11201"/>
                  </a:cubicBezTo>
                  <a:lnTo>
                    <a:pt x="893807" y="11201"/>
                  </a:lnTo>
                  <a:cubicBezTo>
                    <a:pt x="890708" y="11201"/>
                    <a:pt x="888205" y="8700"/>
                    <a:pt x="888205" y="5601"/>
                  </a:cubicBezTo>
                  <a:close/>
                  <a:moveTo>
                    <a:pt x="858587" y="5601"/>
                  </a:moveTo>
                  <a:cubicBezTo>
                    <a:pt x="858587" y="2501"/>
                    <a:pt x="861090" y="0"/>
                    <a:pt x="864189" y="0"/>
                  </a:cubicBezTo>
                  <a:lnTo>
                    <a:pt x="864189" y="0"/>
                  </a:lnTo>
                  <a:cubicBezTo>
                    <a:pt x="867289" y="0"/>
                    <a:pt x="869792" y="2501"/>
                    <a:pt x="869792" y="5601"/>
                  </a:cubicBezTo>
                  <a:lnTo>
                    <a:pt x="869792" y="5601"/>
                  </a:lnTo>
                  <a:cubicBezTo>
                    <a:pt x="869792" y="8700"/>
                    <a:pt x="867289" y="11201"/>
                    <a:pt x="864189" y="11201"/>
                  </a:cubicBezTo>
                  <a:lnTo>
                    <a:pt x="864189" y="11201"/>
                  </a:lnTo>
                  <a:cubicBezTo>
                    <a:pt x="861090" y="11201"/>
                    <a:pt x="858587" y="8700"/>
                    <a:pt x="858587" y="5601"/>
                  </a:cubicBezTo>
                  <a:close/>
                  <a:moveTo>
                    <a:pt x="829006" y="5601"/>
                  </a:moveTo>
                  <a:cubicBezTo>
                    <a:pt x="829006" y="2501"/>
                    <a:pt x="831471" y="0"/>
                    <a:pt x="834571" y="0"/>
                  </a:cubicBezTo>
                  <a:lnTo>
                    <a:pt x="834571" y="0"/>
                  </a:lnTo>
                  <a:cubicBezTo>
                    <a:pt x="837671" y="0"/>
                    <a:pt x="840174" y="2501"/>
                    <a:pt x="840174" y="5601"/>
                  </a:cubicBezTo>
                  <a:lnTo>
                    <a:pt x="840174" y="5601"/>
                  </a:lnTo>
                  <a:cubicBezTo>
                    <a:pt x="840174" y="8700"/>
                    <a:pt x="837671" y="11201"/>
                    <a:pt x="834571" y="11201"/>
                  </a:cubicBezTo>
                  <a:lnTo>
                    <a:pt x="834571" y="11201"/>
                  </a:lnTo>
                  <a:cubicBezTo>
                    <a:pt x="831471" y="11201"/>
                    <a:pt x="829006" y="8700"/>
                    <a:pt x="829006" y="5601"/>
                  </a:cubicBezTo>
                  <a:close/>
                  <a:moveTo>
                    <a:pt x="799388" y="5601"/>
                  </a:moveTo>
                  <a:cubicBezTo>
                    <a:pt x="799388" y="2501"/>
                    <a:pt x="801891" y="0"/>
                    <a:pt x="804991" y="0"/>
                  </a:cubicBezTo>
                  <a:lnTo>
                    <a:pt x="804991" y="0"/>
                  </a:lnTo>
                  <a:cubicBezTo>
                    <a:pt x="808091" y="0"/>
                    <a:pt x="810593" y="2501"/>
                    <a:pt x="810593" y="5601"/>
                  </a:cubicBezTo>
                  <a:lnTo>
                    <a:pt x="810593" y="5601"/>
                  </a:lnTo>
                  <a:cubicBezTo>
                    <a:pt x="810593" y="8700"/>
                    <a:pt x="808091" y="11201"/>
                    <a:pt x="804991" y="11201"/>
                  </a:cubicBezTo>
                  <a:lnTo>
                    <a:pt x="804991" y="11201"/>
                  </a:lnTo>
                  <a:cubicBezTo>
                    <a:pt x="801891" y="11201"/>
                    <a:pt x="799388" y="8700"/>
                    <a:pt x="799388" y="5601"/>
                  </a:cubicBezTo>
                  <a:close/>
                  <a:moveTo>
                    <a:pt x="769770" y="5601"/>
                  </a:moveTo>
                  <a:cubicBezTo>
                    <a:pt x="769770" y="2501"/>
                    <a:pt x="772273" y="0"/>
                    <a:pt x="775373" y="0"/>
                  </a:cubicBezTo>
                  <a:lnTo>
                    <a:pt x="775373" y="0"/>
                  </a:lnTo>
                  <a:cubicBezTo>
                    <a:pt x="778473" y="0"/>
                    <a:pt x="780975" y="2501"/>
                    <a:pt x="780975" y="5601"/>
                  </a:cubicBezTo>
                  <a:lnTo>
                    <a:pt x="780975" y="5601"/>
                  </a:lnTo>
                  <a:cubicBezTo>
                    <a:pt x="780975" y="8700"/>
                    <a:pt x="778473" y="11201"/>
                    <a:pt x="775373" y="11201"/>
                  </a:cubicBezTo>
                  <a:lnTo>
                    <a:pt x="775373" y="11201"/>
                  </a:lnTo>
                  <a:cubicBezTo>
                    <a:pt x="772273" y="11201"/>
                    <a:pt x="769770" y="8700"/>
                    <a:pt x="769770" y="5601"/>
                  </a:cubicBezTo>
                  <a:close/>
                  <a:moveTo>
                    <a:pt x="740152" y="5601"/>
                  </a:moveTo>
                  <a:cubicBezTo>
                    <a:pt x="740152" y="2501"/>
                    <a:pt x="742692" y="0"/>
                    <a:pt x="745755" y="0"/>
                  </a:cubicBezTo>
                  <a:lnTo>
                    <a:pt x="745755" y="0"/>
                  </a:lnTo>
                  <a:cubicBezTo>
                    <a:pt x="748855" y="0"/>
                    <a:pt x="751357" y="2501"/>
                    <a:pt x="751357" y="5601"/>
                  </a:cubicBezTo>
                  <a:lnTo>
                    <a:pt x="751357" y="5601"/>
                  </a:lnTo>
                  <a:cubicBezTo>
                    <a:pt x="751357" y="8700"/>
                    <a:pt x="748855" y="11201"/>
                    <a:pt x="745755" y="11201"/>
                  </a:cubicBezTo>
                  <a:lnTo>
                    <a:pt x="745755" y="11201"/>
                  </a:lnTo>
                  <a:cubicBezTo>
                    <a:pt x="742692" y="11201"/>
                    <a:pt x="740152" y="8700"/>
                    <a:pt x="740152" y="5601"/>
                  </a:cubicBezTo>
                  <a:close/>
                  <a:moveTo>
                    <a:pt x="710571" y="5601"/>
                  </a:moveTo>
                  <a:cubicBezTo>
                    <a:pt x="710571" y="2501"/>
                    <a:pt x="713074" y="0"/>
                    <a:pt x="716174" y="0"/>
                  </a:cubicBezTo>
                  <a:lnTo>
                    <a:pt x="716174" y="0"/>
                  </a:lnTo>
                  <a:cubicBezTo>
                    <a:pt x="719237" y="0"/>
                    <a:pt x="721776" y="2501"/>
                    <a:pt x="721776" y="5601"/>
                  </a:cubicBezTo>
                  <a:lnTo>
                    <a:pt x="721776" y="5601"/>
                  </a:lnTo>
                  <a:cubicBezTo>
                    <a:pt x="721776" y="8700"/>
                    <a:pt x="719237" y="11201"/>
                    <a:pt x="716174" y="11201"/>
                  </a:cubicBezTo>
                  <a:lnTo>
                    <a:pt x="716174" y="11201"/>
                  </a:lnTo>
                  <a:cubicBezTo>
                    <a:pt x="713074" y="11201"/>
                    <a:pt x="710571" y="8700"/>
                    <a:pt x="710571" y="5601"/>
                  </a:cubicBezTo>
                  <a:close/>
                  <a:moveTo>
                    <a:pt x="680953" y="5601"/>
                  </a:moveTo>
                  <a:cubicBezTo>
                    <a:pt x="680953" y="2501"/>
                    <a:pt x="683456" y="0"/>
                    <a:pt x="686556" y="0"/>
                  </a:cubicBezTo>
                  <a:lnTo>
                    <a:pt x="686556" y="0"/>
                  </a:lnTo>
                  <a:cubicBezTo>
                    <a:pt x="689656" y="0"/>
                    <a:pt x="692158" y="2501"/>
                    <a:pt x="692158" y="5601"/>
                  </a:cubicBezTo>
                  <a:lnTo>
                    <a:pt x="692158" y="5601"/>
                  </a:lnTo>
                  <a:cubicBezTo>
                    <a:pt x="692158" y="8700"/>
                    <a:pt x="689656" y="11201"/>
                    <a:pt x="686556" y="11201"/>
                  </a:cubicBezTo>
                  <a:lnTo>
                    <a:pt x="686556" y="11201"/>
                  </a:lnTo>
                  <a:cubicBezTo>
                    <a:pt x="683456" y="11201"/>
                    <a:pt x="680953" y="8700"/>
                    <a:pt x="680953" y="5601"/>
                  </a:cubicBezTo>
                  <a:close/>
                  <a:moveTo>
                    <a:pt x="651335" y="5601"/>
                  </a:moveTo>
                  <a:cubicBezTo>
                    <a:pt x="651335" y="2501"/>
                    <a:pt x="653838" y="0"/>
                    <a:pt x="656938" y="0"/>
                  </a:cubicBezTo>
                  <a:lnTo>
                    <a:pt x="656938" y="0"/>
                  </a:lnTo>
                  <a:cubicBezTo>
                    <a:pt x="660038" y="0"/>
                    <a:pt x="662540" y="2501"/>
                    <a:pt x="662540" y="5601"/>
                  </a:cubicBezTo>
                  <a:lnTo>
                    <a:pt x="662540" y="5601"/>
                  </a:lnTo>
                  <a:cubicBezTo>
                    <a:pt x="662540" y="8700"/>
                    <a:pt x="660038" y="11201"/>
                    <a:pt x="656938" y="11201"/>
                  </a:cubicBezTo>
                  <a:lnTo>
                    <a:pt x="656938" y="11201"/>
                  </a:lnTo>
                  <a:cubicBezTo>
                    <a:pt x="653838" y="11201"/>
                    <a:pt x="651335" y="8700"/>
                    <a:pt x="651335" y="5601"/>
                  </a:cubicBezTo>
                  <a:close/>
                  <a:moveTo>
                    <a:pt x="621755" y="5601"/>
                  </a:moveTo>
                  <a:cubicBezTo>
                    <a:pt x="621755" y="2501"/>
                    <a:pt x="624257" y="0"/>
                    <a:pt x="627357" y="0"/>
                  </a:cubicBezTo>
                  <a:lnTo>
                    <a:pt x="627357" y="0"/>
                  </a:lnTo>
                  <a:cubicBezTo>
                    <a:pt x="630420" y="0"/>
                    <a:pt x="632922" y="2501"/>
                    <a:pt x="632922" y="5601"/>
                  </a:cubicBezTo>
                  <a:lnTo>
                    <a:pt x="632922" y="5601"/>
                  </a:lnTo>
                  <a:cubicBezTo>
                    <a:pt x="632922" y="8700"/>
                    <a:pt x="630420" y="11201"/>
                    <a:pt x="627357" y="11201"/>
                  </a:cubicBezTo>
                  <a:lnTo>
                    <a:pt x="627357" y="11201"/>
                  </a:lnTo>
                  <a:cubicBezTo>
                    <a:pt x="624257" y="11201"/>
                    <a:pt x="621755" y="8700"/>
                    <a:pt x="621755" y="5601"/>
                  </a:cubicBezTo>
                  <a:close/>
                  <a:moveTo>
                    <a:pt x="592137" y="5601"/>
                  </a:moveTo>
                  <a:cubicBezTo>
                    <a:pt x="592137" y="2501"/>
                    <a:pt x="594639" y="0"/>
                    <a:pt x="597739" y="0"/>
                  </a:cubicBezTo>
                  <a:lnTo>
                    <a:pt x="597739" y="0"/>
                  </a:lnTo>
                  <a:cubicBezTo>
                    <a:pt x="600839" y="0"/>
                    <a:pt x="603342" y="2501"/>
                    <a:pt x="603342" y="5601"/>
                  </a:cubicBezTo>
                  <a:lnTo>
                    <a:pt x="603342" y="5601"/>
                  </a:lnTo>
                  <a:cubicBezTo>
                    <a:pt x="603342" y="8700"/>
                    <a:pt x="600839" y="11201"/>
                    <a:pt x="597739" y="11201"/>
                  </a:cubicBezTo>
                  <a:lnTo>
                    <a:pt x="597739" y="11201"/>
                  </a:lnTo>
                  <a:cubicBezTo>
                    <a:pt x="594639" y="11201"/>
                    <a:pt x="592137" y="8700"/>
                    <a:pt x="592137" y="5601"/>
                  </a:cubicBezTo>
                  <a:close/>
                  <a:moveTo>
                    <a:pt x="562519" y="5601"/>
                  </a:moveTo>
                  <a:cubicBezTo>
                    <a:pt x="562519" y="2501"/>
                    <a:pt x="565021" y="0"/>
                    <a:pt x="568121" y="0"/>
                  </a:cubicBezTo>
                  <a:lnTo>
                    <a:pt x="568121" y="0"/>
                  </a:lnTo>
                  <a:cubicBezTo>
                    <a:pt x="571221" y="0"/>
                    <a:pt x="573724" y="2501"/>
                    <a:pt x="573724" y="5601"/>
                  </a:cubicBezTo>
                  <a:lnTo>
                    <a:pt x="573724" y="5601"/>
                  </a:lnTo>
                  <a:cubicBezTo>
                    <a:pt x="573724" y="8700"/>
                    <a:pt x="571221" y="11201"/>
                    <a:pt x="568121" y="11201"/>
                  </a:cubicBezTo>
                  <a:lnTo>
                    <a:pt x="568121" y="11201"/>
                  </a:lnTo>
                  <a:cubicBezTo>
                    <a:pt x="565021" y="11201"/>
                    <a:pt x="562519" y="8700"/>
                    <a:pt x="562519" y="5601"/>
                  </a:cubicBezTo>
                  <a:close/>
                  <a:moveTo>
                    <a:pt x="532901" y="5601"/>
                  </a:moveTo>
                  <a:cubicBezTo>
                    <a:pt x="532901" y="2501"/>
                    <a:pt x="535441" y="0"/>
                    <a:pt x="538540" y="0"/>
                  </a:cubicBezTo>
                  <a:lnTo>
                    <a:pt x="538540" y="0"/>
                  </a:lnTo>
                  <a:cubicBezTo>
                    <a:pt x="541603" y="0"/>
                    <a:pt x="544106" y="2501"/>
                    <a:pt x="544106" y="5601"/>
                  </a:cubicBezTo>
                  <a:lnTo>
                    <a:pt x="544106" y="5601"/>
                  </a:lnTo>
                  <a:cubicBezTo>
                    <a:pt x="544106" y="8700"/>
                    <a:pt x="541603" y="11201"/>
                    <a:pt x="538540" y="11201"/>
                  </a:cubicBezTo>
                  <a:lnTo>
                    <a:pt x="538540" y="11201"/>
                  </a:lnTo>
                  <a:cubicBezTo>
                    <a:pt x="535441" y="11201"/>
                    <a:pt x="532901" y="8700"/>
                    <a:pt x="532901" y="5601"/>
                  </a:cubicBezTo>
                  <a:close/>
                  <a:moveTo>
                    <a:pt x="503320" y="5601"/>
                  </a:moveTo>
                  <a:cubicBezTo>
                    <a:pt x="503320" y="2501"/>
                    <a:pt x="505822" y="0"/>
                    <a:pt x="508922" y="0"/>
                  </a:cubicBezTo>
                  <a:lnTo>
                    <a:pt x="508922" y="0"/>
                  </a:lnTo>
                  <a:cubicBezTo>
                    <a:pt x="511985" y="0"/>
                    <a:pt x="514525" y="2501"/>
                    <a:pt x="514525" y="5601"/>
                  </a:cubicBezTo>
                  <a:lnTo>
                    <a:pt x="514525" y="5601"/>
                  </a:lnTo>
                  <a:cubicBezTo>
                    <a:pt x="514525" y="8700"/>
                    <a:pt x="511985" y="11201"/>
                    <a:pt x="508922" y="11201"/>
                  </a:cubicBezTo>
                  <a:lnTo>
                    <a:pt x="508922" y="11201"/>
                  </a:lnTo>
                  <a:cubicBezTo>
                    <a:pt x="505822" y="11201"/>
                    <a:pt x="503320" y="8700"/>
                    <a:pt x="503320" y="5601"/>
                  </a:cubicBezTo>
                  <a:close/>
                  <a:moveTo>
                    <a:pt x="473702" y="5601"/>
                  </a:moveTo>
                  <a:cubicBezTo>
                    <a:pt x="473702" y="2501"/>
                    <a:pt x="476204" y="0"/>
                    <a:pt x="479304" y="0"/>
                  </a:cubicBezTo>
                  <a:lnTo>
                    <a:pt x="479304" y="0"/>
                  </a:lnTo>
                  <a:cubicBezTo>
                    <a:pt x="482404" y="0"/>
                    <a:pt x="484907" y="2501"/>
                    <a:pt x="484907" y="5601"/>
                  </a:cubicBezTo>
                  <a:lnTo>
                    <a:pt x="484907" y="5601"/>
                  </a:lnTo>
                  <a:cubicBezTo>
                    <a:pt x="484907" y="8700"/>
                    <a:pt x="482404" y="11201"/>
                    <a:pt x="479304" y="11201"/>
                  </a:cubicBezTo>
                  <a:lnTo>
                    <a:pt x="479304" y="11201"/>
                  </a:lnTo>
                  <a:cubicBezTo>
                    <a:pt x="476204" y="11201"/>
                    <a:pt x="473702" y="8700"/>
                    <a:pt x="473702" y="5601"/>
                  </a:cubicBezTo>
                  <a:close/>
                  <a:moveTo>
                    <a:pt x="444084" y="5601"/>
                  </a:moveTo>
                  <a:cubicBezTo>
                    <a:pt x="444084" y="2501"/>
                    <a:pt x="446586" y="0"/>
                    <a:pt x="449686" y="0"/>
                  </a:cubicBezTo>
                  <a:lnTo>
                    <a:pt x="449686" y="0"/>
                  </a:lnTo>
                  <a:cubicBezTo>
                    <a:pt x="452786" y="0"/>
                    <a:pt x="455289" y="2501"/>
                    <a:pt x="455289" y="5601"/>
                  </a:cubicBezTo>
                  <a:lnTo>
                    <a:pt x="455289" y="5601"/>
                  </a:lnTo>
                  <a:cubicBezTo>
                    <a:pt x="455289" y="8700"/>
                    <a:pt x="452786" y="11201"/>
                    <a:pt x="449686" y="11201"/>
                  </a:cubicBezTo>
                  <a:lnTo>
                    <a:pt x="449686" y="11201"/>
                  </a:lnTo>
                  <a:cubicBezTo>
                    <a:pt x="446586" y="11201"/>
                    <a:pt x="444084" y="8700"/>
                    <a:pt x="444084" y="5601"/>
                  </a:cubicBezTo>
                  <a:close/>
                  <a:moveTo>
                    <a:pt x="414503" y="5601"/>
                  </a:moveTo>
                  <a:cubicBezTo>
                    <a:pt x="414503" y="2501"/>
                    <a:pt x="417006" y="0"/>
                    <a:pt x="420106" y="0"/>
                  </a:cubicBezTo>
                  <a:lnTo>
                    <a:pt x="420106" y="0"/>
                  </a:lnTo>
                  <a:cubicBezTo>
                    <a:pt x="423206" y="0"/>
                    <a:pt x="425708" y="2501"/>
                    <a:pt x="425708" y="5601"/>
                  </a:cubicBezTo>
                  <a:lnTo>
                    <a:pt x="425708" y="5601"/>
                  </a:lnTo>
                  <a:cubicBezTo>
                    <a:pt x="425708" y="8700"/>
                    <a:pt x="423206" y="11201"/>
                    <a:pt x="420106" y="11201"/>
                  </a:cubicBezTo>
                  <a:lnTo>
                    <a:pt x="420106" y="11201"/>
                  </a:lnTo>
                  <a:cubicBezTo>
                    <a:pt x="417006" y="11201"/>
                    <a:pt x="414503" y="8700"/>
                    <a:pt x="414503" y="5601"/>
                  </a:cubicBezTo>
                  <a:close/>
                  <a:moveTo>
                    <a:pt x="384885" y="5601"/>
                  </a:moveTo>
                  <a:cubicBezTo>
                    <a:pt x="384885" y="2501"/>
                    <a:pt x="387388" y="0"/>
                    <a:pt x="390488" y="0"/>
                  </a:cubicBezTo>
                  <a:lnTo>
                    <a:pt x="390488" y="0"/>
                  </a:lnTo>
                  <a:cubicBezTo>
                    <a:pt x="393587" y="0"/>
                    <a:pt x="396090" y="2501"/>
                    <a:pt x="396090" y="5601"/>
                  </a:cubicBezTo>
                  <a:lnTo>
                    <a:pt x="396090" y="5601"/>
                  </a:lnTo>
                  <a:cubicBezTo>
                    <a:pt x="396090" y="8700"/>
                    <a:pt x="393587" y="11201"/>
                    <a:pt x="390488" y="11201"/>
                  </a:cubicBezTo>
                  <a:lnTo>
                    <a:pt x="390488" y="11201"/>
                  </a:lnTo>
                  <a:cubicBezTo>
                    <a:pt x="387388" y="11201"/>
                    <a:pt x="384885" y="8700"/>
                    <a:pt x="384885" y="5601"/>
                  </a:cubicBezTo>
                  <a:close/>
                  <a:moveTo>
                    <a:pt x="355267" y="5601"/>
                  </a:moveTo>
                  <a:cubicBezTo>
                    <a:pt x="355267" y="2501"/>
                    <a:pt x="357770" y="0"/>
                    <a:pt x="360869" y="0"/>
                  </a:cubicBezTo>
                  <a:lnTo>
                    <a:pt x="360869" y="0"/>
                  </a:lnTo>
                  <a:cubicBezTo>
                    <a:pt x="363969" y="0"/>
                    <a:pt x="366472" y="2501"/>
                    <a:pt x="366472" y="5601"/>
                  </a:cubicBezTo>
                  <a:lnTo>
                    <a:pt x="366472" y="5601"/>
                  </a:lnTo>
                  <a:cubicBezTo>
                    <a:pt x="366472" y="8700"/>
                    <a:pt x="363969" y="11201"/>
                    <a:pt x="360869" y="11201"/>
                  </a:cubicBezTo>
                  <a:lnTo>
                    <a:pt x="360869" y="11201"/>
                  </a:lnTo>
                  <a:cubicBezTo>
                    <a:pt x="357770" y="11201"/>
                    <a:pt x="355267" y="8700"/>
                    <a:pt x="355267" y="5601"/>
                  </a:cubicBezTo>
                  <a:close/>
                  <a:moveTo>
                    <a:pt x="325649" y="5601"/>
                  </a:moveTo>
                  <a:cubicBezTo>
                    <a:pt x="325649" y="2501"/>
                    <a:pt x="328189" y="0"/>
                    <a:pt x="331289" y="0"/>
                  </a:cubicBezTo>
                  <a:lnTo>
                    <a:pt x="331289" y="0"/>
                  </a:lnTo>
                  <a:cubicBezTo>
                    <a:pt x="334351" y="0"/>
                    <a:pt x="336891" y="2501"/>
                    <a:pt x="336891" y="5601"/>
                  </a:cubicBezTo>
                  <a:lnTo>
                    <a:pt x="336891" y="5601"/>
                  </a:lnTo>
                  <a:cubicBezTo>
                    <a:pt x="336891" y="8700"/>
                    <a:pt x="334351" y="11201"/>
                    <a:pt x="331289" y="11201"/>
                  </a:cubicBezTo>
                  <a:lnTo>
                    <a:pt x="331289" y="11201"/>
                  </a:lnTo>
                  <a:cubicBezTo>
                    <a:pt x="328189" y="11201"/>
                    <a:pt x="325649" y="8700"/>
                    <a:pt x="325649" y="5601"/>
                  </a:cubicBezTo>
                  <a:close/>
                  <a:moveTo>
                    <a:pt x="296068" y="5601"/>
                  </a:moveTo>
                  <a:cubicBezTo>
                    <a:pt x="296068" y="2501"/>
                    <a:pt x="298571" y="0"/>
                    <a:pt x="301671" y="0"/>
                  </a:cubicBezTo>
                  <a:lnTo>
                    <a:pt x="301671" y="0"/>
                  </a:lnTo>
                  <a:cubicBezTo>
                    <a:pt x="304733" y="0"/>
                    <a:pt x="307273" y="2501"/>
                    <a:pt x="307273" y="5601"/>
                  </a:cubicBezTo>
                  <a:lnTo>
                    <a:pt x="307273" y="5601"/>
                  </a:lnTo>
                  <a:cubicBezTo>
                    <a:pt x="307273" y="8700"/>
                    <a:pt x="304733" y="11201"/>
                    <a:pt x="301671" y="11201"/>
                  </a:cubicBezTo>
                  <a:lnTo>
                    <a:pt x="301671" y="11201"/>
                  </a:lnTo>
                  <a:cubicBezTo>
                    <a:pt x="298571" y="11201"/>
                    <a:pt x="296068" y="8700"/>
                    <a:pt x="296068" y="5601"/>
                  </a:cubicBezTo>
                  <a:close/>
                  <a:moveTo>
                    <a:pt x="266450" y="5601"/>
                  </a:moveTo>
                  <a:cubicBezTo>
                    <a:pt x="266450" y="2501"/>
                    <a:pt x="268953" y="0"/>
                    <a:pt x="272053" y="0"/>
                  </a:cubicBezTo>
                  <a:lnTo>
                    <a:pt x="272053" y="0"/>
                  </a:lnTo>
                  <a:cubicBezTo>
                    <a:pt x="275153" y="0"/>
                    <a:pt x="277655" y="2501"/>
                    <a:pt x="277655" y="5601"/>
                  </a:cubicBezTo>
                  <a:lnTo>
                    <a:pt x="277655" y="5601"/>
                  </a:lnTo>
                  <a:cubicBezTo>
                    <a:pt x="277655" y="8700"/>
                    <a:pt x="275153" y="11201"/>
                    <a:pt x="272053" y="11201"/>
                  </a:cubicBezTo>
                  <a:lnTo>
                    <a:pt x="272053" y="11201"/>
                  </a:lnTo>
                  <a:cubicBezTo>
                    <a:pt x="268953" y="11201"/>
                    <a:pt x="266450" y="8700"/>
                    <a:pt x="266450" y="5601"/>
                  </a:cubicBezTo>
                  <a:close/>
                  <a:moveTo>
                    <a:pt x="236832" y="5601"/>
                  </a:moveTo>
                  <a:cubicBezTo>
                    <a:pt x="236832" y="2501"/>
                    <a:pt x="239372" y="0"/>
                    <a:pt x="242435" y="0"/>
                  </a:cubicBezTo>
                  <a:lnTo>
                    <a:pt x="242435" y="0"/>
                  </a:lnTo>
                  <a:cubicBezTo>
                    <a:pt x="245535" y="0"/>
                    <a:pt x="248075" y="2501"/>
                    <a:pt x="248075" y="5601"/>
                  </a:cubicBezTo>
                  <a:lnTo>
                    <a:pt x="248075" y="5601"/>
                  </a:lnTo>
                  <a:cubicBezTo>
                    <a:pt x="248075" y="8700"/>
                    <a:pt x="245535" y="11201"/>
                    <a:pt x="242435" y="11201"/>
                  </a:cubicBezTo>
                  <a:lnTo>
                    <a:pt x="242435" y="11201"/>
                  </a:lnTo>
                  <a:cubicBezTo>
                    <a:pt x="239372" y="11201"/>
                    <a:pt x="236832" y="8700"/>
                    <a:pt x="236832" y="5601"/>
                  </a:cubicBezTo>
                  <a:close/>
                  <a:moveTo>
                    <a:pt x="207252" y="5601"/>
                  </a:moveTo>
                  <a:cubicBezTo>
                    <a:pt x="207252" y="2501"/>
                    <a:pt x="209754" y="0"/>
                    <a:pt x="212854" y="0"/>
                  </a:cubicBezTo>
                  <a:lnTo>
                    <a:pt x="212854" y="0"/>
                  </a:lnTo>
                  <a:cubicBezTo>
                    <a:pt x="215954" y="0"/>
                    <a:pt x="218457" y="2501"/>
                    <a:pt x="218457" y="5601"/>
                  </a:cubicBezTo>
                  <a:lnTo>
                    <a:pt x="218457" y="5601"/>
                  </a:lnTo>
                  <a:cubicBezTo>
                    <a:pt x="218457" y="8700"/>
                    <a:pt x="215954" y="11201"/>
                    <a:pt x="212854" y="11201"/>
                  </a:cubicBezTo>
                  <a:lnTo>
                    <a:pt x="212854" y="11201"/>
                  </a:lnTo>
                  <a:cubicBezTo>
                    <a:pt x="209754" y="11201"/>
                    <a:pt x="207252" y="8700"/>
                    <a:pt x="207252" y="5601"/>
                  </a:cubicBezTo>
                  <a:close/>
                  <a:moveTo>
                    <a:pt x="177634" y="5601"/>
                  </a:moveTo>
                  <a:cubicBezTo>
                    <a:pt x="177634" y="2501"/>
                    <a:pt x="180136" y="0"/>
                    <a:pt x="183236" y="0"/>
                  </a:cubicBezTo>
                  <a:lnTo>
                    <a:pt x="183236" y="0"/>
                  </a:lnTo>
                  <a:cubicBezTo>
                    <a:pt x="186336" y="0"/>
                    <a:pt x="188838" y="2501"/>
                    <a:pt x="188838" y="5601"/>
                  </a:cubicBezTo>
                  <a:lnTo>
                    <a:pt x="188838" y="5601"/>
                  </a:lnTo>
                  <a:cubicBezTo>
                    <a:pt x="188838" y="8700"/>
                    <a:pt x="186336" y="11201"/>
                    <a:pt x="183236" y="11201"/>
                  </a:cubicBezTo>
                  <a:lnTo>
                    <a:pt x="183236" y="11201"/>
                  </a:lnTo>
                  <a:cubicBezTo>
                    <a:pt x="180136" y="11201"/>
                    <a:pt x="177634" y="8700"/>
                    <a:pt x="177634" y="5601"/>
                  </a:cubicBezTo>
                  <a:close/>
                  <a:moveTo>
                    <a:pt x="148016" y="5601"/>
                  </a:moveTo>
                  <a:cubicBezTo>
                    <a:pt x="148016" y="2501"/>
                    <a:pt x="150518" y="0"/>
                    <a:pt x="153618" y="0"/>
                  </a:cubicBezTo>
                  <a:lnTo>
                    <a:pt x="153618" y="0"/>
                  </a:lnTo>
                  <a:cubicBezTo>
                    <a:pt x="156718" y="0"/>
                    <a:pt x="159220" y="2501"/>
                    <a:pt x="159220" y="5601"/>
                  </a:cubicBezTo>
                  <a:lnTo>
                    <a:pt x="159220" y="5601"/>
                  </a:lnTo>
                  <a:cubicBezTo>
                    <a:pt x="159220" y="8700"/>
                    <a:pt x="156718" y="11201"/>
                    <a:pt x="153618" y="11201"/>
                  </a:cubicBezTo>
                  <a:lnTo>
                    <a:pt x="153618" y="11201"/>
                  </a:lnTo>
                  <a:cubicBezTo>
                    <a:pt x="150518" y="11201"/>
                    <a:pt x="148016" y="8700"/>
                    <a:pt x="148016" y="5601"/>
                  </a:cubicBezTo>
                  <a:close/>
                  <a:moveTo>
                    <a:pt x="118435" y="5601"/>
                  </a:moveTo>
                  <a:cubicBezTo>
                    <a:pt x="118435" y="2501"/>
                    <a:pt x="120937" y="0"/>
                    <a:pt x="124037" y="0"/>
                  </a:cubicBezTo>
                  <a:lnTo>
                    <a:pt x="124037" y="0"/>
                  </a:lnTo>
                  <a:cubicBezTo>
                    <a:pt x="127100" y="0"/>
                    <a:pt x="129640" y="2501"/>
                    <a:pt x="129640" y="5601"/>
                  </a:cubicBezTo>
                  <a:lnTo>
                    <a:pt x="129640" y="5601"/>
                  </a:lnTo>
                  <a:cubicBezTo>
                    <a:pt x="129640" y="8700"/>
                    <a:pt x="127100" y="11201"/>
                    <a:pt x="124037" y="11201"/>
                  </a:cubicBezTo>
                  <a:lnTo>
                    <a:pt x="124037" y="11201"/>
                  </a:lnTo>
                  <a:cubicBezTo>
                    <a:pt x="120937" y="11201"/>
                    <a:pt x="118435" y="8700"/>
                    <a:pt x="118435" y="5601"/>
                  </a:cubicBezTo>
                  <a:close/>
                  <a:moveTo>
                    <a:pt x="88817" y="5601"/>
                  </a:moveTo>
                  <a:cubicBezTo>
                    <a:pt x="88817" y="2501"/>
                    <a:pt x="91319" y="0"/>
                    <a:pt x="94419" y="0"/>
                  </a:cubicBezTo>
                  <a:lnTo>
                    <a:pt x="94419" y="0"/>
                  </a:lnTo>
                  <a:cubicBezTo>
                    <a:pt x="97519" y="0"/>
                    <a:pt x="100022" y="2501"/>
                    <a:pt x="100022" y="5601"/>
                  </a:cubicBezTo>
                  <a:lnTo>
                    <a:pt x="100022" y="5601"/>
                  </a:lnTo>
                  <a:cubicBezTo>
                    <a:pt x="100022" y="8700"/>
                    <a:pt x="97519" y="11201"/>
                    <a:pt x="94419" y="11201"/>
                  </a:cubicBezTo>
                  <a:lnTo>
                    <a:pt x="94419" y="11201"/>
                  </a:lnTo>
                  <a:cubicBezTo>
                    <a:pt x="91319" y="11201"/>
                    <a:pt x="88817" y="8700"/>
                    <a:pt x="88817" y="5601"/>
                  </a:cubicBezTo>
                  <a:close/>
                  <a:moveTo>
                    <a:pt x="59199" y="5601"/>
                  </a:moveTo>
                  <a:cubicBezTo>
                    <a:pt x="59199" y="2501"/>
                    <a:pt x="61701" y="0"/>
                    <a:pt x="64801" y="0"/>
                  </a:cubicBezTo>
                  <a:lnTo>
                    <a:pt x="64801" y="0"/>
                  </a:lnTo>
                  <a:cubicBezTo>
                    <a:pt x="67901" y="0"/>
                    <a:pt x="70404" y="2501"/>
                    <a:pt x="70404" y="5601"/>
                  </a:cubicBezTo>
                  <a:lnTo>
                    <a:pt x="70404" y="5601"/>
                  </a:lnTo>
                  <a:cubicBezTo>
                    <a:pt x="70404" y="8700"/>
                    <a:pt x="67901" y="11201"/>
                    <a:pt x="64801" y="11201"/>
                  </a:cubicBezTo>
                  <a:lnTo>
                    <a:pt x="64801" y="11201"/>
                  </a:lnTo>
                  <a:cubicBezTo>
                    <a:pt x="61701" y="11201"/>
                    <a:pt x="59199" y="8700"/>
                    <a:pt x="59199" y="5601"/>
                  </a:cubicBezTo>
                  <a:close/>
                  <a:moveTo>
                    <a:pt x="29618" y="5601"/>
                  </a:moveTo>
                  <a:cubicBezTo>
                    <a:pt x="29618" y="2501"/>
                    <a:pt x="32121" y="0"/>
                    <a:pt x="35183" y="0"/>
                  </a:cubicBezTo>
                  <a:lnTo>
                    <a:pt x="35183" y="0"/>
                  </a:lnTo>
                  <a:cubicBezTo>
                    <a:pt x="38283" y="0"/>
                    <a:pt x="40823" y="2501"/>
                    <a:pt x="40823" y="5601"/>
                  </a:cubicBezTo>
                  <a:lnTo>
                    <a:pt x="40823" y="5601"/>
                  </a:lnTo>
                  <a:cubicBezTo>
                    <a:pt x="40823" y="8700"/>
                    <a:pt x="38283" y="11201"/>
                    <a:pt x="35183" y="11201"/>
                  </a:cubicBezTo>
                  <a:lnTo>
                    <a:pt x="35183" y="11201"/>
                  </a:lnTo>
                  <a:cubicBezTo>
                    <a:pt x="32121" y="11201"/>
                    <a:pt x="29618" y="8700"/>
                    <a:pt x="29618" y="5601"/>
                  </a:cubicBezTo>
                  <a:close/>
                  <a:moveTo>
                    <a:pt x="0" y="5601"/>
                  </a:moveTo>
                  <a:cubicBezTo>
                    <a:pt x="0" y="2501"/>
                    <a:pt x="2503" y="0"/>
                    <a:pt x="5602" y="0"/>
                  </a:cubicBezTo>
                  <a:lnTo>
                    <a:pt x="5602" y="0"/>
                  </a:lnTo>
                  <a:cubicBezTo>
                    <a:pt x="8702" y="0"/>
                    <a:pt x="11205" y="2501"/>
                    <a:pt x="11205" y="5601"/>
                  </a:cubicBezTo>
                  <a:lnTo>
                    <a:pt x="11205" y="5601"/>
                  </a:lnTo>
                  <a:cubicBezTo>
                    <a:pt x="11205" y="8700"/>
                    <a:pt x="8702" y="11201"/>
                    <a:pt x="5602" y="11201"/>
                  </a:cubicBezTo>
                  <a:lnTo>
                    <a:pt x="5602" y="11201"/>
                  </a:lnTo>
                  <a:cubicBezTo>
                    <a:pt x="2503" y="11201"/>
                    <a:pt x="0" y="8700"/>
                    <a:pt x="0" y="56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01" name="Google Shape;2201;p90"/>
            <p:cNvSpPr/>
            <p:nvPr/>
          </p:nvSpPr>
          <p:spPr>
            <a:xfrm>
              <a:off x="6103671" y="5750519"/>
              <a:ext cx="11204" cy="11201"/>
            </a:xfrm>
            <a:custGeom>
              <a:avLst/>
              <a:gdLst/>
              <a:ahLst/>
              <a:cxnLst/>
              <a:rect l="l" t="t" r="r" b="b"/>
              <a:pathLst>
                <a:path w="11204" h="11201" extrusionOk="0">
                  <a:moveTo>
                    <a:pt x="5602" y="11201"/>
                  </a:moveTo>
                  <a:cubicBezTo>
                    <a:pt x="4108" y="11201"/>
                    <a:pt x="2689" y="10604"/>
                    <a:pt x="1643" y="9558"/>
                  </a:cubicBezTo>
                  <a:cubicBezTo>
                    <a:pt x="597" y="8513"/>
                    <a:pt x="0" y="7094"/>
                    <a:pt x="0" y="5601"/>
                  </a:cubicBezTo>
                  <a:cubicBezTo>
                    <a:pt x="0" y="5227"/>
                    <a:pt x="37" y="4891"/>
                    <a:pt x="112" y="4518"/>
                  </a:cubicBezTo>
                  <a:cubicBezTo>
                    <a:pt x="187" y="4145"/>
                    <a:pt x="299" y="3809"/>
                    <a:pt x="448" y="3472"/>
                  </a:cubicBezTo>
                  <a:cubicBezTo>
                    <a:pt x="597" y="3136"/>
                    <a:pt x="747" y="2800"/>
                    <a:pt x="971" y="2501"/>
                  </a:cubicBezTo>
                  <a:cubicBezTo>
                    <a:pt x="1158" y="2203"/>
                    <a:pt x="1382" y="1904"/>
                    <a:pt x="1643" y="1643"/>
                  </a:cubicBezTo>
                  <a:cubicBezTo>
                    <a:pt x="1905" y="1382"/>
                    <a:pt x="2203" y="1157"/>
                    <a:pt x="2502" y="971"/>
                  </a:cubicBezTo>
                  <a:cubicBezTo>
                    <a:pt x="2801" y="747"/>
                    <a:pt x="3137" y="560"/>
                    <a:pt x="3473" y="448"/>
                  </a:cubicBezTo>
                  <a:cubicBezTo>
                    <a:pt x="3809" y="299"/>
                    <a:pt x="4146" y="187"/>
                    <a:pt x="4519" y="112"/>
                  </a:cubicBezTo>
                  <a:cubicBezTo>
                    <a:pt x="5229" y="-37"/>
                    <a:pt x="5976" y="-37"/>
                    <a:pt x="6723" y="112"/>
                  </a:cubicBezTo>
                  <a:cubicBezTo>
                    <a:pt x="7059" y="187"/>
                    <a:pt x="7432" y="299"/>
                    <a:pt x="7769" y="448"/>
                  </a:cubicBezTo>
                  <a:cubicBezTo>
                    <a:pt x="8105" y="560"/>
                    <a:pt x="8404" y="747"/>
                    <a:pt x="8740" y="971"/>
                  </a:cubicBezTo>
                  <a:cubicBezTo>
                    <a:pt x="9038" y="1157"/>
                    <a:pt x="9337" y="1382"/>
                    <a:pt x="9561" y="1643"/>
                  </a:cubicBezTo>
                  <a:cubicBezTo>
                    <a:pt x="9823" y="1904"/>
                    <a:pt x="10084" y="2203"/>
                    <a:pt x="10271" y="2501"/>
                  </a:cubicBezTo>
                  <a:cubicBezTo>
                    <a:pt x="10495" y="2800"/>
                    <a:pt x="10644" y="3136"/>
                    <a:pt x="10794" y="3472"/>
                  </a:cubicBezTo>
                  <a:cubicBezTo>
                    <a:pt x="10943" y="3809"/>
                    <a:pt x="11018" y="4145"/>
                    <a:pt x="11093" y="4518"/>
                  </a:cubicBezTo>
                  <a:cubicBezTo>
                    <a:pt x="11167" y="4891"/>
                    <a:pt x="11205" y="5227"/>
                    <a:pt x="11205" y="5601"/>
                  </a:cubicBezTo>
                  <a:cubicBezTo>
                    <a:pt x="11205" y="6347"/>
                    <a:pt x="11055" y="7057"/>
                    <a:pt x="10794" y="7729"/>
                  </a:cubicBezTo>
                  <a:cubicBezTo>
                    <a:pt x="10533" y="8438"/>
                    <a:pt x="10122" y="9036"/>
                    <a:pt x="9561" y="9558"/>
                  </a:cubicBezTo>
                  <a:cubicBezTo>
                    <a:pt x="8516" y="10604"/>
                    <a:pt x="7134" y="11201"/>
                    <a:pt x="5602" y="112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202" name="Google Shape;2202;p90"/>
          <p:cNvSpPr/>
          <p:nvPr/>
        </p:nvSpPr>
        <p:spPr>
          <a:xfrm>
            <a:off x="5169892" y="3259064"/>
            <a:ext cx="23" cy="1469"/>
          </a:xfrm>
          <a:custGeom>
            <a:avLst/>
            <a:gdLst/>
            <a:ahLst/>
            <a:cxnLst/>
            <a:rect l="l" t="t" r="r" b="b"/>
            <a:pathLst>
              <a:path w="28" h="1792" extrusionOk="0">
                <a:moveTo>
                  <a:pt x="28" y="0"/>
                </a:moveTo>
                <a:lnTo>
                  <a:pt x="28" y="1792"/>
                </a:lnTo>
                <a:lnTo>
                  <a:pt x="28" y="1792"/>
                </a:lnTo>
                <a:cubicBezTo>
                  <a:pt x="-9" y="1198"/>
                  <a:pt x="-9" y="597"/>
                  <a:pt x="28" y="0"/>
                </a:cubicBezTo>
                <a:close/>
              </a:path>
            </a:pathLst>
          </a:custGeom>
          <a:solidFill>
            <a:srgbClr val="555555"/>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203" name="Google Shape;2203;p90"/>
          <p:cNvGrpSpPr/>
          <p:nvPr/>
        </p:nvGrpSpPr>
        <p:grpSpPr>
          <a:xfrm>
            <a:off x="4294410" y="3679596"/>
            <a:ext cx="616865" cy="462803"/>
            <a:chOff x="4420907" y="4843658"/>
            <a:chExt cx="753377" cy="565221"/>
          </a:xfrm>
        </p:grpSpPr>
        <p:grpSp>
          <p:nvGrpSpPr>
            <p:cNvPr id="2204" name="Google Shape;2204;p90"/>
            <p:cNvGrpSpPr/>
            <p:nvPr/>
          </p:nvGrpSpPr>
          <p:grpSpPr>
            <a:xfrm>
              <a:off x="4420907" y="5207181"/>
              <a:ext cx="753377" cy="201698"/>
              <a:chOff x="4420907" y="5207181"/>
              <a:chExt cx="753377" cy="201698"/>
            </a:xfrm>
          </p:grpSpPr>
          <p:sp>
            <p:nvSpPr>
              <p:cNvPr id="2205" name="Google Shape;2205;p90"/>
              <p:cNvSpPr/>
              <p:nvPr/>
            </p:nvSpPr>
            <p:spPr>
              <a:xfrm>
                <a:off x="4420907" y="5208413"/>
                <a:ext cx="51086" cy="77251"/>
              </a:xfrm>
              <a:custGeom>
                <a:avLst/>
                <a:gdLst/>
                <a:ahLst/>
                <a:cxnLst/>
                <a:rect l="l" t="t" r="r" b="b"/>
                <a:pathLst>
                  <a:path w="51086" h="77251" extrusionOk="0">
                    <a:moveTo>
                      <a:pt x="46276" y="14599"/>
                    </a:moveTo>
                    <a:cubicBezTo>
                      <a:pt x="45891" y="15346"/>
                      <a:pt x="45450" y="15906"/>
                      <a:pt x="44942" y="16205"/>
                    </a:cubicBezTo>
                    <a:cubicBezTo>
                      <a:pt x="44438" y="16541"/>
                      <a:pt x="43837" y="16690"/>
                      <a:pt x="43138" y="16690"/>
                    </a:cubicBezTo>
                    <a:cubicBezTo>
                      <a:pt x="42440" y="16690"/>
                      <a:pt x="41656" y="16391"/>
                      <a:pt x="40785" y="15869"/>
                    </a:cubicBezTo>
                    <a:cubicBezTo>
                      <a:pt x="39915" y="15308"/>
                      <a:pt x="38884" y="14711"/>
                      <a:pt x="37700" y="14076"/>
                    </a:cubicBezTo>
                    <a:cubicBezTo>
                      <a:pt x="36516" y="13405"/>
                      <a:pt x="35131" y="12807"/>
                      <a:pt x="33543" y="12247"/>
                    </a:cubicBezTo>
                    <a:cubicBezTo>
                      <a:pt x="31956" y="11724"/>
                      <a:pt x="30085" y="11463"/>
                      <a:pt x="27922" y="11463"/>
                    </a:cubicBezTo>
                    <a:cubicBezTo>
                      <a:pt x="25969" y="11463"/>
                      <a:pt x="24270" y="11687"/>
                      <a:pt x="22824" y="12172"/>
                    </a:cubicBezTo>
                    <a:cubicBezTo>
                      <a:pt x="21379" y="12620"/>
                      <a:pt x="20157" y="13292"/>
                      <a:pt x="19164" y="14114"/>
                    </a:cubicBezTo>
                    <a:cubicBezTo>
                      <a:pt x="18170" y="14972"/>
                      <a:pt x="17431" y="15943"/>
                      <a:pt x="16941" y="17138"/>
                    </a:cubicBezTo>
                    <a:cubicBezTo>
                      <a:pt x="16452" y="18296"/>
                      <a:pt x="16209" y="19565"/>
                      <a:pt x="16209" y="20946"/>
                    </a:cubicBezTo>
                    <a:cubicBezTo>
                      <a:pt x="16209" y="22739"/>
                      <a:pt x="16706" y="24232"/>
                      <a:pt x="17700" y="25427"/>
                    </a:cubicBezTo>
                    <a:cubicBezTo>
                      <a:pt x="18693" y="26584"/>
                      <a:pt x="20012" y="27593"/>
                      <a:pt x="21648" y="28451"/>
                    </a:cubicBezTo>
                    <a:cubicBezTo>
                      <a:pt x="23287" y="29273"/>
                      <a:pt x="25151" y="30020"/>
                      <a:pt x="27242" y="30691"/>
                    </a:cubicBezTo>
                    <a:cubicBezTo>
                      <a:pt x="29334" y="31364"/>
                      <a:pt x="31470" y="32073"/>
                      <a:pt x="33648" y="32820"/>
                    </a:cubicBezTo>
                    <a:cubicBezTo>
                      <a:pt x="35825" y="33567"/>
                      <a:pt x="37962" y="34425"/>
                      <a:pt x="40053" y="35433"/>
                    </a:cubicBezTo>
                    <a:cubicBezTo>
                      <a:pt x="42145" y="36404"/>
                      <a:pt x="44009" y="37674"/>
                      <a:pt x="45648" y="39167"/>
                    </a:cubicBezTo>
                    <a:cubicBezTo>
                      <a:pt x="47288" y="40698"/>
                      <a:pt x="48603" y="42565"/>
                      <a:pt x="49596" y="44768"/>
                    </a:cubicBezTo>
                    <a:cubicBezTo>
                      <a:pt x="50590" y="46934"/>
                      <a:pt x="51086" y="49622"/>
                      <a:pt x="51086" y="52758"/>
                    </a:cubicBezTo>
                    <a:cubicBezTo>
                      <a:pt x="51086" y="56156"/>
                      <a:pt x="50504" y="59367"/>
                      <a:pt x="49335" y="62354"/>
                    </a:cubicBezTo>
                    <a:cubicBezTo>
                      <a:pt x="48169" y="65304"/>
                      <a:pt x="46459" y="67917"/>
                      <a:pt x="44210" y="70120"/>
                    </a:cubicBezTo>
                    <a:cubicBezTo>
                      <a:pt x="41962" y="72323"/>
                      <a:pt x="39217" y="74078"/>
                      <a:pt x="35975" y="75348"/>
                    </a:cubicBezTo>
                    <a:cubicBezTo>
                      <a:pt x="32733" y="76617"/>
                      <a:pt x="29020" y="77252"/>
                      <a:pt x="24837" y="77252"/>
                    </a:cubicBezTo>
                    <a:cubicBezTo>
                      <a:pt x="22432" y="77252"/>
                      <a:pt x="20060" y="77028"/>
                      <a:pt x="17726" y="76542"/>
                    </a:cubicBezTo>
                    <a:cubicBezTo>
                      <a:pt x="15392" y="76094"/>
                      <a:pt x="13151" y="75422"/>
                      <a:pt x="11007" y="74563"/>
                    </a:cubicBezTo>
                    <a:cubicBezTo>
                      <a:pt x="8863" y="73667"/>
                      <a:pt x="6861" y="72622"/>
                      <a:pt x="4994" y="71390"/>
                    </a:cubicBezTo>
                    <a:cubicBezTo>
                      <a:pt x="3130" y="70195"/>
                      <a:pt x="1464" y="68814"/>
                      <a:pt x="0" y="67320"/>
                    </a:cubicBezTo>
                    <a:lnTo>
                      <a:pt x="4078" y="60599"/>
                    </a:lnTo>
                    <a:cubicBezTo>
                      <a:pt x="4463" y="60114"/>
                      <a:pt x="4926" y="59703"/>
                      <a:pt x="5464" y="59367"/>
                    </a:cubicBezTo>
                    <a:cubicBezTo>
                      <a:pt x="6006" y="59031"/>
                      <a:pt x="6607" y="58844"/>
                      <a:pt x="7268" y="58844"/>
                    </a:cubicBezTo>
                    <a:cubicBezTo>
                      <a:pt x="8138" y="58844"/>
                      <a:pt x="9080" y="59217"/>
                      <a:pt x="10092" y="59927"/>
                    </a:cubicBezTo>
                    <a:cubicBezTo>
                      <a:pt x="11104" y="60636"/>
                      <a:pt x="12299" y="61458"/>
                      <a:pt x="13673" y="62317"/>
                    </a:cubicBezTo>
                    <a:cubicBezTo>
                      <a:pt x="15052" y="63176"/>
                      <a:pt x="16673" y="63997"/>
                      <a:pt x="18536" y="64706"/>
                    </a:cubicBezTo>
                    <a:cubicBezTo>
                      <a:pt x="20404" y="65416"/>
                      <a:pt x="22641" y="65752"/>
                      <a:pt x="25255" y="65752"/>
                    </a:cubicBezTo>
                    <a:cubicBezTo>
                      <a:pt x="29267" y="65752"/>
                      <a:pt x="32367" y="64818"/>
                      <a:pt x="34563" y="62914"/>
                    </a:cubicBezTo>
                    <a:cubicBezTo>
                      <a:pt x="36759" y="61010"/>
                      <a:pt x="37857" y="58284"/>
                      <a:pt x="37857" y="54737"/>
                    </a:cubicBezTo>
                    <a:cubicBezTo>
                      <a:pt x="37857" y="52758"/>
                      <a:pt x="37361" y="51116"/>
                      <a:pt x="36367" y="49883"/>
                    </a:cubicBezTo>
                    <a:cubicBezTo>
                      <a:pt x="35373" y="48614"/>
                      <a:pt x="34059" y="47568"/>
                      <a:pt x="32419" y="46709"/>
                    </a:cubicBezTo>
                    <a:cubicBezTo>
                      <a:pt x="30779" y="45851"/>
                      <a:pt x="28916" y="45142"/>
                      <a:pt x="26824" y="44544"/>
                    </a:cubicBezTo>
                    <a:cubicBezTo>
                      <a:pt x="24733" y="43947"/>
                      <a:pt x="22607" y="43312"/>
                      <a:pt x="20445" y="42602"/>
                    </a:cubicBezTo>
                    <a:cubicBezTo>
                      <a:pt x="18286" y="41893"/>
                      <a:pt x="16157" y="41071"/>
                      <a:pt x="14066" y="40101"/>
                    </a:cubicBezTo>
                    <a:cubicBezTo>
                      <a:pt x="11974" y="39130"/>
                      <a:pt x="10110" y="37860"/>
                      <a:pt x="8471" y="36292"/>
                    </a:cubicBezTo>
                    <a:cubicBezTo>
                      <a:pt x="6831" y="34724"/>
                      <a:pt x="5516" y="32745"/>
                      <a:pt x="4523" y="30393"/>
                    </a:cubicBezTo>
                    <a:cubicBezTo>
                      <a:pt x="3529" y="28041"/>
                      <a:pt x="3033" y="25166"/>
                      <a:pt x="3033" y="21693"/>
                    </a:cubicBezTo>
                    <a:cubicBezTo>
                      <a:pt x="3033" y="18930"/>
                      <a:pt x="3582" y="16242"/>
                      <a:pt x="4680" y="13666"/>
                    </a:cubicBezTo>
                    <a:cubicBezTo>
                      <a:pt x="5778" y="11015"/>
                      <a:pt x="7380" y="8700"/>
                      <a:pt x="9490" y="6684"/>
                    </a:cubicBezTo>
                    <a:cubicBezTo>
                      <a:pt x="11601" y="4667"/>
                      <a:pt x="14189" y="3062"/>
                      <a:pt x="17255" y="1830"/>
                    </a:cubicBezTo>
                    <a:cubicBezTo>
                      <a:pt x="20325" y="598"/>
                      <a:pt x="23829" y="0"/>
                      <a:pt x="27765" y="0"/>
                    </a:cubicBezTo>
                    <a:cubicBezTo>
                      <a:pt x="32229" y="0"/>
                      <a:pt x="36341" y="710"/>
                      <a:pt x="40106" y="2091"/>
                    </a:cubicBezTo>
                    <a:cubicBezTo>
                      <a:pt x="43870" y="3473"/>
                      <a:pt x="47079" y="5452"/>
                      <a:pt x="49727" y="7953"/>
                    </a:cubicBezTo>
                    <a:lnTo>
                      <a:pt x="46276" y="1459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06" name="Google Shape;2206;p90"/>
              <p:cNvSpPr/>
              <p:nvPr/>
            </p:nvSpPr>
            <p:spPr>
              <a:xfrm>
                <a:off x="4478425" y="5230368"/>
                <a:ext cx="48995" cy="55259"/>
              </a:xfrm>
              <a:custGeom>
                <a:avLst/>
                <a:gdLst/>
                <a:ahLst/>
                <a:cxnLst/>
                <a:rect l="l" t="t" r="r" b="b"/>
                <a:pathLst>
                  <a:path w="48995" h="55259" extrusionOk="0">
                    <a:moveTo>
                      <a:pt x="25779" y="0"/>
                    </a:moveTo>
                    <a:cubicBezTo>
                      <a:pt x="29159" y="0"/>
                      <a:pt x="32270" y="560"/>
                      <a:pt x="35112" y="1643"/>
                    </a:cubicBezTo>
                    <a:cubicBezTo>
                      <a:pt x="37954" y="2688"/>
                      <a:pt x="40401" y="4294"/>
                      <a:pt x="42459" y="6348"/>
                    </a:cubicBezTo>
                    <a:cubicBezTo>
                      <a:pt x="44517" y="8438"/>
                      <a:pt x="46119" y="10978"/>
                      <a:pt x="47269" y="14002"/>
                    </a:cubicBezTo>
                    <a:cubicBezTo>
                      <a:pt x="48420" y="16989"/>
                      <a:pt x="48995" y="20424"/>
                      <a:pt x="48995" y="24307"/>
                    </a:cubicBezTo>
                    <a:cubicBezTo>
                      <a:pt x="48995" y="25278"/>
                      <a:pt x="48950" y="26099"/>
                      <a:pt x="48864" y="26734"/>
                    </a:cubicBezTo>
                    <a:cubicBezTo>
                      <a:pt x="48778" y="27369"/>
                      <a:pt x="48621" y="27891"/>
                      <a:pt x="48394" y="28265"/>
                    </a:cubicBezTo>
                    <a:cubicBezTo>
                      <a:pt x="48170" y="28638"/>
                      <a:pt x="47863" y="28899"/>
                      <a:pt x="47479" y="29049"/>
                    </a:cubicBezTo>
                    <a:cubicBezTo>
                      <a:pt x="47094" y="29198"/>
                      <a:pt x="46608" y="29273"/>
                      <a:pt x="46014" y="29273"/>
                    </a:cubicBezTo>
                    <a:lnTo>
                      <a:pt x="12863" y="29273"/>
                    </a:lnTo>
                    <a:cubicBezTo>
                      <a:pt x="13248" y="34799"/>
                      <a:pt x="14727" y="38831"/>
                      <a:pt x="17308" y="41407"/>
                    </a:cubicBezTo>
                    <a:cubicBezTo>
                      <a:pt x="19889" y="43984"/>
                      <a:pt x="23302" y="45291"/>
                      <a:pt x="27556" y="45291"/>
                    </a:cubicBezTo>
                    <a:cubicBezTo>
                      <a:pt x="29648" y="45291"/>
                      <a:pt x="31452" y="45029"/>
                      <a:pt x="32968" y="44544"/>
                    </a:cubicBezTo>
                    <a:cubicBezTo>
                      <a:pt x="34485" y="44059"/>
                      <a:pt x="35811" y="43498"/>
                      <a:pt x="36942" y="42901"/>
                    </a:cubicBezTo>
                    <a:cubicBezTo>
                      <a:pt x="38074" y="42341"/>
                      <a:pt x="39068" y="41781"/>
                      <a:pt x="39923" y="41296"/>
                    </a:cubicBezTo>
                    <a:cubicBezTo>
                      <a:pt x="40778" y="40810"/>
                      <a:pt x="41604" y="40586"/>
                      <a:pt x="42406" y="40586"/>
                    </a:cubicBezTo>
                    <a:cubicBezTo>
                      <a:pt x="42929" y="40586"/>
                      <a:pt x="43381" y="40661"/>
                      <a:pt x="43766" y="40885"/>
                    </a:cubicBezTo>
                    <a:cubicBezTo>
                      <a:pt x="44151" y="41109"/>
                      <a:pt x="44479" y="41370"/>
                      <a:pt x="44759" y="41781"/>
                    </a:cubicBezTo>
                    <a:lnTo>
                      <a:pt x="48524" y="46486"/>
                    </a:lnTo>
                    <a:cubicBezTo>
                      <a:pt x="47094" y="48128"/>
                      <a:pt x="45491" y="49547"/>
                      <a:pt x="43714" y="50667"/>
                    </a:cubicBezTo>
                    <a:cubicBezTo>
                      <a:pt x="41936" y="51825"/>
                      <a:pt x="40080" y="52721"/>
                      <a:pt x="38145" y="53393"/>
                    </a:cubicBezTo>
                    <a:cubicBezTo>
                      <a:pt x="36210" y="54065"/>
                      <a:pt x="34242" y="54550"/>
                      <a:pt x="32236" y="54849"/>
                    </a:cubicBezTo>
                    <a:cubicBezTo>
                      <a:pt x="30231" y="55110"/>
                      <a:pt x="28289" y="55260"/>
                      <a:pt x="26406" y="55260"/>
                    </a:cubicBezTo>
                    <a:cubicBezTo>
                      <a:pt x="22675" y="55260"/>
                      <a:pt x="19209" y="54625"/>
                      <a:pt x="16000" y="53393"/>
                    </a:cubicBezTo>
                    <a:cubicBezTo>
                      <a:pt x="12792" y="52161"/>
                      <a:pt x="10006" y="50331"/>
                      <a:pt x="7634" y="47905"/>
                    </a:cubicBezTo>
                    <a:cubicBezTo>
                      <a:pt x="5263" y="45477"/>
                      <a:pt x="3399" y="42490"/>
                      <a:pt x="2039" y="38906"/>
                    </a:cubicBezTo>
                    <a:cubicBezTo>
                      <a:pt x="680" y="35359"/>
                      <a:pt x="0" y="31214"/>
                      <a:pt x="0" y="26510"/>
                    </a:cubicBezTo>
                    <a:cubicBezTo>
                      <a:pt x="0" y="22851"/>
                      <a:pt x="594" y="19416"/>
                      <a:pt x="1778" y="16168"/>
                    </a:cubicBezTo>
                    <a:cubicBezTo>
                      <a:pt x="2966" y="12956"/>
                      <a:pt x="4665" y="10156"/>
                      <a:pt x="6876" y="7767"/>
                    </a:cubicBezTo>
                    <a:cubicBezTo>
                      <a:pt x="9091" y="5377"/>
                      <a:pt x="11791" y="3473"/>
                      <a:pt x="14981" y="2091"/>
                    </a:cubicBezTo>
                    <a:cubicBezTo>
                      <a:pt x="18170" y="710"/>
                      <a:pt x="21771" y="0"/>
                      <a:pt x="25779" y="0"/>
                    </a:cubicBezTo>
                    <a:close/>
                    <a:moveTo>
                      <a:pt x="26040" y="9260"/>
                    </a:moveTo>
                    <a:cubicBezTo>
                      <a:pt x="22275" y="9260"/>
                      <a:pt x="19328" y="10305"/>
                      <a:pt x="17203" y="12434"/>
                    </a:cubicBezTo>
                    <a:cubicBezTo>
                      <a:pt x="15078" y="14562"/>
                      <a:pt x="13719" y="17586"/>
                      <a:pt x="13125" y="21507"/>
                    </a:cubicBezTo>
                    <a:lnTo>
                      <a:pt x="37387" y="21507"/>
                    </a:lnTo>
                    <a:cubicBezTo>
                      <a:pt x="37387" y="19827"/>
                      <a:pt x="37159" y="18221"/>
                      <a:pt x="36707" y="16765"/>
                    </a:cubicBezTo>
                    <a:cubicBezTo>
                      <a:pt x="36255" y="15271"/>
                      <a:pt x="35557" y="13964"/>
                      <a:pt x="34615" y="12882"/>
                    </a:cubicBezTo>
                    <a:cubicBezTo>
                      <a:pt x="33674" y="11761"/>
                      <a:pt x="32490" y="10865"/>
                      <a:pt x="31060" y="10230"/>
                    </a:cubicBezTo>
                    <a:cubicBezTo>
                      <a:pt x="29633" y="9596"/>
                      <a:pt x="27956" y="9260"/>
                      <a:pt x="26040"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07" name="Google Shape;2207;p90"/>
              <p:cNvSpPr/>
              <p:nvPr/>
            </p:nvSpPr>
            <p:spPr>
              <a:xfrm>
                <a:off x="4537930" y="5230368"/>
                <a:ext cx="75348" cy="54475"/>
              </a:xfrm>
              <a:custGeom>
                <a:avLst/>
                <a:gdLst/>
                <a:ahLst/>
                <a:cxnLst/>
                <a:rect l="l" t="t" r="r" b="b"/>
                <a:pathLst>
                  <a:path w="75348" h="54475" extrusionOk="0">
                    <a:moveTo>
                      <a:pt x="0" y="54476"/>
                    </a:moveTo>
                    <a:lnTo>
                      <a:pt x="0" y="821"/>
                    </a:lnTo>
                    <a:lnTo>
                      <a:pt x="7896" y="821"/>
                    </a:lnTo>
                    <a:cubicBezTo>
                      <a:pt x="9569" y="821"/>
                      <a:pt x="10667" y="1643"/>
                      <a:pt x="11194" y="3211"/>
                    </a:cubicBezTo>
                    <a:lnTo>
                      <a:pt x="12027" y="7169"/>
                    </a:lnTo>
                    <a:cubicBezTo>
                      <a:pt x="12968" y="6123"/>
                      <a:pt x="13954" y="5153"/>
                      <a:pt x="14981" y="4294"/>
                    </a:cubicBezTo>
                    <a:cubicBezTo>
                      <a:pt x="16008" y="3435"/>
                      <a:pt x="17106" y="2688"/>
                      <a:pt x="18275" y="2054"/>
                    </a:cubicBezTo>
                    <a:cubicBezTo>
                      <a:pt x="19444" y="1419"/>
                      <a:pt x="20699" y="933"/>
                      <a:pt x="22040" y="560"/>
                    </a:cubicBezTo>
                    <a:cubicBezTo>
                      <a:pt x="23381" y="187"/>
                      <a:pt x="24856" y="0"/>
                      <a:pt x="26458" y="0"/>
                    </a:cubicBezTo>
                    <a:cubicBezTo>
                      <a:pt x="29838" y="0"/>
                      <a:pt x="32621" y="933"/>
                      <a:pt x="34798" y="2763"/>
                    </a:cubicBezTo>
                    <a:cubicBezTo>
                      <a:pt x="36976" y="4592"/>
                      <a:pt x="38608" y="7020"/>
                      <a:pt x="39687" y="10044"/>
                    </a:cubicBezTo>
                    <a:cubicBezTo>
                      <a:pt x="40524" y="8252"/>
                      <a:pt x="41570" y="6721"/>
                      <a:pt x="42825" y="5452"/>
                    </a:cubicBezTo>
                    <a:cubicBezTo>
                      <a:pt x="44080" y="4182"/>
                      <a:pt x="45458" y="3174"/>
                      <a:pt x="46956" y="2352"/>
                    </a:cubicBezTo>
                    <a:cubicBezTo>
                      <a:pt x="48453" y="1568"/>
                      <a:pt x="50048" y="971"/>
                      <a:pt x="51740" y="560"/>
                    </a:cubicBezTo>
                    <a:cubicBezTo>
                      <a:pt x="53428" y="187"/>
                      <a:pt x="55128" y="0"/>
                      <a:pt x="56838" y="0"/>
                    </a:cubicBezTo>
                    <a:cubicBezTo>
                      <a:pt x="59800" y="0"/>
                      <a:pt x="62433" y="448"/>
                      <a:pt x="64734" y="1381"/>
                    </a:cubicBezTo>
                    <a:cubicBezTo>
                      <a:pt x="67035" y="2278"/>
                      <a:pt x="68969" y="3585"/>
                      <a:pt x="70538" y="5339"/>
                    </a:cubicBezTo>
                    <a:cubicBezTo>
                      <a:pt x="72107" y="7094"/>
                      <a:pt x="73302" y="9222"/>
                      <a:pt x="74120" y="11724"/>
                    </a:cubicBezTo>
                    <a:cubicBezTo>
                      <a:pt x="74938" y="14226"/>
                      <a:pt x="75349" y="17101"/>
                      <a:pt x="75349" y="20349"/>
                    </a:cubicBezTo>
                    <a:lnTo>
                      <a:pt x="75349" y="54476"/>
                    </a:lnTo>
                    <a:lnTo>
                      <a:pt x="62433" y="54476"/>
                    </a:lnTo>
                    <a:lnTo>
                      <a:pt x="62433" y="20349"/>
                    </a:lnTo>
                    <a:cubicBezTo>
                      <a:pt x="62433" y="16914"/>
                      <a:pt x="61683" y="14338"/>
                      <a:pt x="60185" y="12620"/>
                    </a:cubicBezTo>
                    <a:cubicBezTo>
                      <a:pt x="58687" y="10903"/>
                      <a:pt x="56491" y="10044"/>
                      <a:pt x="53596" y="10044"/>
                    </a:cubicBezTo>
                    <a:cubicBezTo>
                      <a:pt x="52270" y="10044"/>
                      <a:pt x="51045" y="10268"/>
                      <a:pt x="49910" y="10716"/>
                    </a:cubicBezTo>
                    <a:cubicBezTo>
                      <a:pt x="48775" y="11164"/>
                      <a:pt x="47785" y="11836"/>
                      <a:pt x="46929" y="12695"/>
                    </a:cubicBezTo>
                    <a:cubicBezTo>
                      <a:pt x="46078" y="13554"/>
                      <a:pt x="45406" y="14599"/>
                      <a:pt x="44916" y="15906"/>
                    </a:cubicBezTo>
                    <a:cubicBezTo>
                      <a:pt x="44427" y="17175"/>
                      <a:pt x="44184" y="18669"/>
                      <a:pt x="44184" y="20349"/>
                    </a:cubicBezTo>
                    <a:lnTo>
                      <a:pt x="44184" y="54476"/>
                    </a:lnTo>
                    <a:lnTo>
                      <a:pt x="31217" y="54476"/>
                    </a:lnTo>
                    <a:lnTo>
                      <a:pt x="31217" y="20349"/>
                    </a:lnTo>
                    <a:cubicBezTo>
                      <a:pt x="31217" y="16765"/>
                      <a:pt x="30492" y="14151"/>
                      <a:pt x="29047" y="12508"/>
                    </a:cubicBezTo>
                    <a:cubicBezTo>
                      <a:pt x="27597" y="10865"/>
                      <a:pt x="25465" y="10044"/>
                      <a:pt x="22641" y="10044"/>
                    </a:cubicBezTo>
                    <a:cubicBezTo>
                      <a:pt x="20792" y="10044"/>
                      <a:pt x="19059" y="10492"/>
                      <a:pt x="17438" y="11426"/>
                    </a:cubicBezTo>
                    <a:cubicBezTo>
                      <a:pt x="15817" y="12359"/>
                      <a:pt x="14309" y="13628"/>
                      <a:pt x="12915" y="15197"/>
                    </a:cubicBezTo>
                    <a:lnTo>
                      <a:pt x="12915" y="54476"/>
                    </a:lnTo>
                    <a:lnTo>
                      <a:pt x="0" y="544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08" name="Google Shape;2208;p90"/>
              <p:cNvSpPr/>
              <p:nvPr/>
            </p:nvSpPr>
            <p:spPr>
              <a:xfrm>
                <a:off x="4625148" y="5207331"/>
                <a:ext cx="16523" cy="77512"/>
              </a:xfrm>
              <a:custGeom>
                <a:avLst/>
                <a:gdLst/>
                <a:ahLst/>
                <a:cxnLst/>
                <a:rect l="l" t="t" r="r" b="b"/>
                <a:pathLst>
                  <a:path w="16523" h="77512" extrusionOk="0">
                    <a:moveTo>
                      <a:pt x="16523" y="8251"/>
                    </a:moveTo>
                    <a:cubicBezTo>
                      <a:pt x="16523" y="9371"/>
                      <a:pt x="16299" y="10417"/>
                      <a:pt x="15844" y="11388"/>
                    </a:cubicBezTo>
                    <a:cubicBezTo>
                      <a:pt x="15388" y="12359"/>
                      <a:pt x="14790" y="13217"/>
                      <a:pt x="14040" y="13927"/>
                    </a:cubicBezTo>
                    <a:cubicBezTo>
                      <a:pt x="13293" y="14673"/>
                      <a:pt x="12408" y="15271"/>
                      <a:pt x="11399" y="15682"/>
                    </a:cubicBezTo>
                    <a:cubicBezTo>
                      <a:pt x="10387" y="16130"/>
                      <a:pt x="9307" y="16354"/>
                      <a:pt x="8157" y="16354"/>
                    </a:cubicBezTo>
                    <a:cubicBezTo>
                      <a:pt x="7040" y="16354"/>
                      <a:pt x="5987" y="16130"/>
                      <a:pt x="4994" y="15682"/>
                    </a:cubicBezTo>
                    <a:cubicBezTo>
                      <a:pt x="4004" y="15271"/>
                      <a:pt x="3137" y="14673"/>
                      <a:pt x="2405" y="13927"/>
                    </a:cubicBezTo>
                    <a:cubicBezTo>
                      <a:pt x="1673" y="13217"/>
                      <a:pt x="1091" y="12359"/>
                      <a:pt x="654" y="11388"/>
                    </a:cubicBezTo>
                    <a:cubicBezTo>
                      <a:pt x="220" y="10417"/>
                      <a:pt x="0" y="9371"/>
                      <a:pt x="0" y="8251"/>
                    </a:cubicBezTo>
                    <a:cubicBezTo>
                      <a:pt x="0" y="7094"/>
                      <a:pt x="220" y="6011"/>
                      <a:pt x="654" y="5003"/>
                    </a:cubicBezTo>
                    <a:cubicBezTo>
                      <a:pt x="1091" y="3995"/>
                      <a:pt x="1673" y="3136"/>
                      <a:pt x="2405" y="2389"/>
                    </a:cubicBezTo>
                    <a:cubicBezTo>
                      <a:pt x="3137" y="1680"/>
                      <a:pt x="4004" y="1082"/>
                      <a:pt x="4994" y="634"/>
                    </a:cubicBezTo>
                    <a:cubicBezTo>
                      <a:pt x="5987" y="186"/>
                      <a:pt x="7040" y="0"/>
                      <a:pt x="8157" y="0"/>
                    </a:cubicBezTo>
                    <a:cubicBezTo>
                      <a:pt x="9307" y="0"/>
                      <a:pt x="10387" y="186"/>
                      <a:pt x="11399" y="634"/>
                    </a:cubicBezTo>
                    <a:cubicBezTo>
                      <a:pt x="12408" y="1082"/>
                      <a:pt x="13293" y="1680"/>
                      <a:pt x="14040" y="2389"/>
                    </a:cubicBezTo>
                    <a:cubicBezTo>
                      <a:pt x="14790" y="3136"/>
                      <a:pt x="15388" y="3995"/>
                      <a:pt x="15844" y="5003"/>
                    </a:cubicBezTo>
                    <a:cubicBezTo>
                      <a:pt x="16299" y="6011"/>
                      <a:pt x="16523" y="7094"/>
                      <a:pt x="16523" y="8251"/>
                    </a:cubicBezTo>
                    <a:close/>
                    <a:moveTo>
                      <a:pt x="14589" y="23858"/>
                    </a:moveTo>
                    <a:lnTo>
                      <a:pt x="14589" y="77513"/>
                    </a:lnTo>
                    <a:lnTo>
                      <a:pt x="1673" y="77513"/>
                    </a:lnTo>
                    <a:lnTo>
                      <a:pt x="1673" y="23858"/>
                    </a:lnTo>
                    <a:lnTo>
                      <a:pt x="14589" y="2385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09" name="Google Shape;2209;p90"/>
              <p:cNvSpPr/>
              <p:nvPr/>
            </p:nvSpPr>
            <p:spPr>
              <a:xfrm>
                <a:off x="4652652" y="5247880"/>
                <a:ext cx="27085" cy="10753"/>
              </a:xfrm>
              <a:custGeom>
                <a:avLst/>
                <a:gdLst/>
                <a:ahLst/>
                <a:cxnLst/>
                <a:rect l="l" t="t" r="r" b="b"/>
                <a:pathLst>
                  <a:path w="27085" h="10753" extrusionOk="0">
                    <a:moveTo>
                      <a:pt x="0" y="0"/>
                    </a:moveTo>
                    <a:lnTo>
                      <a:pt x="27086" y="0"/>
                    </a:lnTo>
                    <a:lnTo>
                      <a:pt x="27086" y="10753"/>
                    </a:lnTo>
                    <a:lnTo>
                      <a:pt x="0" y="10753"/>
                    </a:lnTo>
                    <a:lnTo>
                      <a:pt x="0"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10" name="Google Shape;2210;p90"/>
              <p:cNvSpPr/>
              <p:nvPr/>
            </p:nvSpPr>
            <p:spPr>
              <a:xfrm>
                <a:off x="4687163" y="5230368"/>
                <a:ext cx="40049" cy="55297"/>
              </a:xfrm>
              <a:custGeom>
                <a:avLst/>
                <a:gdLst/>
                <a:ahLst/>
                <a:cxnLst/>
                <a:rect l="l" t="t" r="r" b="b"/>
                <a:pathLst>
                  <a:path w="40049" h="55297" extrusionOk="0">
                    <a:moveTo>
                      <a:pt x="36550" y="11313"/>
                    </a:moveTo>
                    <a:cubicBezTo>
                      <a:pt x="36199" y="11836"/>
                      <a:pt x="35833" y="12247"/>
                      <a:pt x="35452" y="12471"/>
                    </a:cubicBezTo>
                    <a:cubicBezTo>
                      <a:pt x="35067" y="12695"/>
                      <a:pt x="34582" y="12807"/>
                      <a:pt x="33988" y="12807"/>
                    </a:cubicBezTo>
                    <a:cubicBezTo>
                      <a:pt x="33357" y="12807"/>
                      <a:pt x="32688" y="12620"/>
                      <a:pt x="31975" y="12284"/>
                    </a:cubicBezTo>
                    <a:cubicBezTo>
                      <a:pt x="31261" y="11948"/>
                      <a:pt x="30432" y="11537"/>
                      <a:pt x="29491" y="11127"/>
                    </a:cubicBezTo>
                    <a:cubicBezTo>
                      <a:pt x="28550" y="10679"/>
                      <a:pt x="27478" y="10268"/>
                      <a:pt x="26275" y="9932"/>
                    </a:cubicBezTo>
                    <a:cubicBezTo>
                      <a:pt x="25073" y="9596"/>
                      <a:pt x="23653" y="9409"/>
                      <a:pt x="22014" y="9409"/>
                    </a:cubicBezTo>
                    <a:cubicBezTo>
                      <a:pt x="19470" y="9409"/>
                      <a:pt x="17465" y="9969"/>
                      <a:pt x="16000" y="11052"/>
                    </a:cubicBezTo>
                    <a:cubicBezTo>
                      <a:pt x="14536" y="12097"/>
                      <a:pt x="13804" y="13516"/>
                      <a:pt x="13804" y="15271"/>
                    </a:cubicBezTo>
                    <a:cubicBezTo>
                      <a:pt x="13804" y="16429"/>
                      <a:pt x="14178" y="17399"/>
                      <a:pt x="14929" y="18183"/>
                    </a:cubicBezTo>
                    <a:cubicBezTo>
                      <a:pt x="15676" y="18968"/>
                      <a:pt x="16673" y="19640"/>
                      <a:pt x="17909" y="20237"/>
                    </a:cubicBezTo>
                    <a:cubicBezTo>
                      <a:pt x="19145" y="20835"/>
                      <a:pt x="20550" y="21357"/>
                      <a:pt x="22118" y="21842"/>
                    </a:cubicBezTo>
                    <a:cubicBezTo>
                      <a:pt x="23687" y="22290"/>
                      <a:pt x="25289" y="22813"/>
                      <a:pt x="26929" y="23373"/>
                    </a:cubicBezTo>
                    <a:cubicBezTo>
                      <a:pt x="28565" y="23934"/>
                      <a:pt x="30171" y="24568"/>
                      <a:pt x="31739" y="25278"/>
                    </a:cubicBezTo>
                    <a:cubicBezTo>
                      <a:pt x="33308" y="25987"/>
                      <a:pt x="34713" y="26883"/>
                      <a:pt x="35949" y="28003"/>
                    </a:cubicBezTo>
                    <a:cubicBezTo>
                      <a:pt x="37185" y="29086"/>
                      <a:pt x="38178" y="30393"/>
                      <a:pt x="38929" y="31924"/>
                    </a:cubicBezTo>
                    <a:cubicBezTo>
                      <a:pt x="39680" y="33492"/>
                      <a:pt x="40050" y="35322"/>
                      <a:pt x="40050" y="37487"/>
                    </a:cubicBezTo>
                    <a:cubicBezTo>
                      <a:pt x="40050" y="40063"/>
                      <a:pt x="39579" y="42453"/>
                      <a:pt x="38638" y="44619"/>
                    </a:cubicBezTo>
                    <a:cubicBezTo>
                      <a:pt x="37697" y="46784"/>
                      <a:pt x="36322" y="48688"/>
                      <a:pt x="34511" y="50257"/>
                    </a:cubicBezTo>
                    <a:cubicBezTo>
                      <a:pt x="32699" y="51862"/>
                      <a:pt x="30459" y="53094"/>
                      <a:pt x="27792" y="53991"/>
                    </a:cubicBezTo>
                    <a:cubicBezTo>
                      <a:pt x="25125" y="54849"/>
                      <a:pt x="22066" y="55297"/>
                      <a:pt x="18615" y="55297"/>
                    </a:cubicBezTo>
                    <a:cubicBezTo>
                      <a:pt x="16766" y="55297"/>
                      <a:pt x="14962" y="55148"/>
                      <a:pt x="13203" y="54812"/>
                    </a:cubicBezTo>
                    <a:cubicBezTo>
                      <a:pt x="11440" y="54476"/>
                      <a:pt x="9752" y="54027"/>
                      <a:pt x="8131" y="53430"/>
                    </a:cubicBezTo>
                    <a:cubicBezTo>
                      <a:pt x="6510" y="52833"/>
                      <a:pt x="5012" y="52124"/>
                      <a:pt x="3630" y="51339"/>
                    </a:cubicBezTo>
                    <a:cubicBezTo>
                      <a:pt x="2256" y="50518"/>
                      <a:pt x="1046" y="49659"/>
                      <a:pt x="0" y="48726"/>
                    </a:cubicBezTo>
                    <a:lnTo>
                      <a:pt x="2981" y="43797"/>
                    </a:lnTo>
                    <a:cubicBezTo>
                      <a:pt x="3362" y="43200"/>
                      <a:pt x="3817" y="42752"/>
                      <a:pt x="4340" y="42453"/>
                    </a:cubicBezTo>
                    <a:cubicBezTo>
                      <a:pt x="4863" y="42154"/>
                      <a:pt x="5524" y="41968"/>
                      <a:pt x="6327" y="41968"/>
                    </a:cubicBezTo>
                    <a:cubicBezTo>
                      <a:pt x="7130" y="41968"/>
                      <a:pt x="7885" y="42192"/>
                      <a:pt x="8598" y="42677"/>
                    </a:cubicBezTo>
                    <a:cubicBezTo>
                      <a:pt x="9315" y="43125"/>
                      <a:pt x="10144" y="43611"/>
                      <a:pt x="11085" y="44133"/>
                    </a:cubicBezTo>
                    <a:cubicBezTo>
                      <a:pt x="12023" y="44656"/>
                      <a:pt x="13132" y="45141"/>
                      <a:pt x="14406" y="45590"/>
                    </a:cubicBezTo>
                    <a:cubicBezTo>
                      <a:pt x="15676" y="46038"/>
                      <a:pt x="17289" y="46261"/>
                      <a:pt x="19243" y="46261"/>
                    </a:cubicBezTo>
                    <a:cubicBezTo>
                      <a:pt x="20774" y="46261"/>
                      <a:pt x="22092" y="46075"/>
                      <a:pt x="23190" y="45701"/>
                    </a:cubicBezTo>
                    <a:cubicBezTo>
                      <a:pt x="24288" y="45365"/>
                      <a:pt x="25196" y="44880"/>
                      <a:pt x="25909" y="44282"/>
                    </a:cubicBezTo>
                    <a:cubicBezTo>
                      <a:pt x="26623" y="43685"/>
                      <a:pt x="27146" y="43013"/>
                      <a:pt x="27478" y="42229"/>
                    </a:cubicBezTo>
                    <a:cubicBezTo>
                      <a:pt x="27807" y="41445"/>
                      <a:pt x="27975" y="40623"/>
                      <a:pt x="27975" y="39765"/>
                    </a:cubicBezTo>
                    <a:cubicBezTo>
                      <a:pt x="27975" y="38533"/>
                      <a:pt x="27598" y="37487"/>
                      <a:pt x="26851" y="36703"/>
                    </a:cubicBezTo>
                    <a:cubicBezTo>
                      <a:pt x="26100" y="35881"/>
                      <a:pt x="25106" y="35210"/>
                      <a:pt x="23866" y="34612"/>
                    </a:cubicBezTo>
                    <a:cubicBezTo>
                      <a:pt x="22630" y="34015"/>
                      <a:pt x="21218" y="33492"/>
                      <a:pt x="19635" y="33006"/>
                    </a:cubicBezTo>
                    <a:cubicBezTo>
                      <a:pt x="18047" y="32558"/>
                      <a:pt x="16426" y="32036"/>
                      <a:pt x="14772" y="31476"/>
                    </a:cubicBezTo>
                    <a:cubicBezTo>
                      <a:pt x="13113" y="30916"/>
                      <a:pt x="11496" y="30243"/>
                      <a:pt x="9909" y="29497"/>
                    </a:cubicBezTo>
                    <a:cubicBezTo>
                      <a:pt x="8322" y="28750"/>
                      <a:pt x="6910" y="27817"/>
                      <a:pt x="5673" y="26659"/>
                    </a:cubicBezTo>
                    <a:cubicBezTo>
                      <a:pt x="4433" y="25502"/>
                      <a:pt x="3444" y="24120"/>
                      <a:pt x="2689" y="22440"/>
                    </a:cubicBezTo>
                    <a:cubicBezTo>
                      <a:pt x="1942" y="20760"/>
                      <a:pt x="1569" y="18744"/>
                      <a:pt x="1569" y="16354"/>
                    </a:cubicBezTo>
                    <a:cubicBezTo>
                      <a:pt x="1569" y="14188"/>
                      <a:pt x="2006" y="12060"/>
                      <a:pt x="2876" y="10081"/>
                    </a:cubicBezTo>
                    <a:cubicBezTo>
                      <a:pt x="3746" y="8102"/>
                      <a:pt x="5027" y="6385"/>
                      <a:pt x="6719" y="4891"/>
                    </a:cubicBezTo>
                    <a:cubicBezTo>
                      <a:pt x="8411" y="3398"/>
                      <a:pt x="10518" y="2240"/>
                      <a:pt x="13046" y="1344"/>
                    </a:cubicBezTo>
                    <a:cubicBezTo>
                      <a:pt x="15575" y="448"/>
                      <a:pt x="18492" y="0"/>
                      <a:pt x="21805" y="0"/>
                    </a:cubicBezTo>
                    <a:cubicBezTo>
                      <a:pt x="25499" y="0"/>
                      <a:pt x="28864" y="598"/>
                      <a:pt x="31896" y="1830"/>
                    </a:cubicBezTo>
                    <a:cubicBezTo>
                      <a:pt x="34929" y="3062"/>
                      <a:pt x="37454" y="4667"/>
                      <a:pt x="39478" y="6646"/>
                    </a:cubicBezTo>
                    <a:lnTo>
                      <a:pt x="36550" y="11313"/>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11" name="Google Shape;2211;p90"/>
              <p:cNvSpPr/>
              <p:nvPr/>
            </p:nvSpPr>
            <p:spPr>
              <a:xfrm>
                <a:off x="4732707" y="5214798"/>
                <a:ext cx="36550" cy="70866"/>
              </a:xfrm>
              <a:custGeom>
                <a:avLst/>
                <a:gdLst/>
                <a:ahLst/>
                <a:cxnLst/>
                <a:rect l="l" t="t" r="r" b="b"/>
                <a:pathLst>
                  <a:path w="36550" h="70866" extrusionOk="0">
                    <a:moveTo>
                      <a:pt x="22488" y="70867"/>
                    </a:moveTo>
                    <a:cubicBezTo>
                      <a:pt x="17845" y="70867"/>
                      <a:pt x="14275" y="69560"/>
                      <a:pt x="11765" y="66946"/>
                    </a:cubicBezTo>
                    <a:cubicBezTo>
                      <a:pt x="9259" y="64295"/>
                      <a:pt x="8004" y="60674"/>
                      <a:pt x="8004" y="56043"/>
                    </a:cubicBezTo>
                    <a:lnTo>
                      <a:pt x="8004" y="26062"/>
                    </a:lnTo>
                    <a:lnTo>
                      <a:pt x="2566" y="26062"/>
                    </a:lnTo>
                    <a:cubicBezTo>
                      <a:pt x="1864" y="26062"/>
                      <a:pt x="1262" y="25837"/>
                      <a:pt x="758" y="25389"/>
                    </a:cubicBezTo>
                    <a:cubicBezTo>
                      <a:pt x="250" y="24941"/>
                      <a:pt x="0" y="24269"/>
                      <a:pt x="0" y="23373"/>
                    </a:cubicBezTo>
                    <a:lnTo>
                      <a:pt x="0" y="18258"/>
                    </a:lnTo>
                    <a:lnTo>
                      <a:pt x="8631" y="16839"/>
                    </a:lnTo>
                    <a:lnTo>
                      <a:pt x="11347" y="2203"/>
                    </a:lnTo>
                    <a:cubicBezTo>
                      <a:pt x="11485" y="1493"/>
                      <a:pt x="11810" y="970"/>
                      <a:pt x="12314" y="560"/>
                    </a:cubicBezTo>
                    <a:cubicBezTo>
                      <a:pt x="12822" y="186"/>
                      <a:pt x="13457" y="0"/>
                      <a:pt x="14223" y="0"/>
                    </a:cubicBezTo>
                    <a:lnTo>
                      <a:pt x="20919" y="0"/>
                    </a:lnTo>
                    <a:lnTo>
                      <a:pt x="20919" y="16876"/>
                    </a:lnTo>
                    <a:lnTo>
                      <a:pt x="35034" y="16876"/>
                    </a:lnTo>
                    <a:lnTo>
                      <a:pt x="35034" y="26062"/>
                    </a:lnTo>
                    <a:lnTo>
                      <a:pt x="20919" y="26062"/>
                    </a:lnTo>
                    <a:lnTo>
                      <a:pt x="20919" y="55147"/>
                    </a:lnTo>
                    <a:cubicBezTo>
                      <a:pt x="20919" y="56828"/>
                      <a:pt x="21334" y="58135"/>
                      <a:pt x="22174" y="59068"/>
                    </a:cubicBezTo>
                    <a:cubicBezTo>
                      <a:pt x="23007" y="60001"/>
                      <a:pt x="24124" y="60487"/>
                      <a:pt x="25517" y="60487"/>
                    </a:cubicBezTo>
                    <a:cubicBezTo>
                      <a:pt x="26320" y="60487"/>
                      <a:pt x="26992" y="60375"/>
                      <a:pt x="27530" y="60188"/>
                    </a:cubicBezTo>
                    <a:cubicBezTo>
                      <a:pt x="28072" y="60001"/>
                      <a:pt x="28542" y="59777"/>
                      <a:pt x="28942" y="59591"/>
                    </a:cubicBezTo>
                    <a:cubicBezTo>
                      <a:pt x="29345" y="59367"/>
                      <a:pt x="29700" y="59180"/>
                      <a:pt x="30014" y="58993"/>
                    </a:cubicBezTo>
                    <a:cubicBezTo>
                      <a:pt x="30328" y="58807"/>
                      <a:pt x="30641" y="58695"/>
                      <a:pt x="30955" y="58695"/>
                    </a:cubicBezTo>
                    <a:cubicBezTo>
                      <a:pt x="31340" y="58695"/>
                      <a:pt x="31653" y="58807"/>
                      <a:pt x="31896" y="58993"/>
                    </a:cubicBezTo>
                    <a:cubicBezTo>
                      <a:pt x="32143" y="59180"/>
                      <a:pt x="32401" y="59479"/>
                      <a:pt x="32681" y="59852"/>
                    </a:cubicBezTo>
                    <a:lnTo>
                      <a:pt x="36550" y="66125"/>
                    </a:lnTo>
                    <a:cubicBezTo>
                      <a:pt x="34668" y="67693"/>
                      <a:pt x="32505" y="68888"/>
                      <a:pt x="30066" y="69672"/>
                    </a:cubicBezTo>
                    <a:cubicBezTo>
                      <a:pt x="27627" y="70494"/>
                      <a:pt x="25099" y="70867"/>
                      <a:pt x="22488" y="7086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12" name="Google Shape;2212;p90"/>
              <p:cNvSpPr/>
              <p:nvPr/>
            </p:nvSpPr>
            <p:spPr>
              <a:xfrm>
                <a:off x="4778041" y="5230219"/>
                <a:ext cx="34197" cy="54624"/>
              </a:xfrm>
              <a:custGeom>
                <a:avLst/>
                <a:gdLst/>
                <a:ahLst/>
                <a:cxnLst/>
                <a:rect l="l" t="t" r="r" b="b"/>
                <a:pathLst>
                  <a:path w="34197" h="54624" extrusionOk="0">
                    <a:moveTo>
                      <a:pt x="0" y="54625"/>
                    </a:moveTo>
                    <a:lnTo>
                      <a:pt x="0" y="970"/>
                    </a:lnTo>
                    <a:lnTo>
                      <a:pt x="7582" y="970"/>
                    </a:lnTo>
                    <a:cubicBezTo>
                      <a:pt x="8908" y="970"/>
                      <a:pt x="9834" y="1232"/>
                      <a:pt x="10353" y="1717"/>
                    </a:cubicBezTo>
                    <a:cubicBezTo>
                      <a:pt x="10876" y="2203"/>
                      <a:pt x="11227" y="3061"/>
                      <a:pt x="11403" y="4219"/>
                    </a:cubicBezTo>
                    <a:lnTo>
                      <a:pt x="12183" y="10716"/>
                    </a:lnTo>
                    <a:cubicBezTo>
                      <a:pt x="14099" y="7393"/>
                      <a:pt x="16352" y="4779"/>
                      <a:pt x="18929" y="2875"/>
                    </a:cubicBezTo>
                    <a:cubicBezTo>
                      <a:pt x="21509" y="970"/>
                      <a:pt x="24400" y="0"/>
                      <a:pt x="27609" y="0"/>
                    </a:cubicBezTo>
                    <a:cubicBezTo>
                      <a:pt x="30257" y="0"/>
                      <a:pt x="32453" y="597"/>
                      <a:pt x="34197" y="1830"/>
                    </a:cubicBezTo>
                    <a:lnTo>
                      <a:pt x="32524" y="11500"/>
                    </a:lnTo>
                    <a:cubicBezTo>
                      <a:pt x="32419" y="12135"/>
                      <a:pt x="32191" y="12583"/>
                      <a:pt x="31844" y="12844"/>
                    </a:cubicBezTo>
                    <a:cubicBezTo>
                      <a:pt x="31493" y="13105"/>
                      <a:pt x="31022" y="13217"/>
                      <a:pt x="30432" y="13217"/>
                    </a:cubicBezTo>
                    <a:cubicBezTo>
                      <a:pt x="29913" y="13217"/>
                      <a:pt x="29196" y="13105"/>
                      <a:pt x="28288" y="12844"/>
                    </a:cubicBezTo>
                    <a:cubicBezTo>
                      <a:pt x="27381" y="12620"/>
                      <a:pt x="26182" y="12471"/>
                      <a:pt x="24680" y="12471"/>
                    </a:cubicBezTo>
                    <a:cubicBezTo>
                      <a:pt x="21995" y="12471"/>
                      <a:pt x="19694" y="13217"/>
                      <a:pt x="17782" y="14711"/>
                    </a:cubicBezTo>
                    <a:cubicBezTo>
                      <a:pt x="15862" y="16204"/>
                      <a:pt x="14237" y="18370"/>
                      <a:pt x="12915" y="21208"/>
                    </a:cubicBezTo>
                    <a:lnTo>
                      <a:pt x="12915"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13" name="Google Shape;2213;p90"/>
              <p:cNvSpPr/>
              <p:nvPr/>
            </p:nvSpPr>
            <p:spPr>
              <a:xfrm>
                <a:off x="4819660" y="5231189"/>
                <a:ext cx="46750" cy="54475"/>
              </a:xfrm>
              <a:custGeom>
                <a:avLst/>
                <a:gdLst/>
                <a:ahLst/>
                <a:cxnLst/>
                <a:rect l="l" t="t" r="r" b="b"/>
                <a:pathLst>
                  <a:path w="46750" h="54475" extrusionOk="0">
                    <a:moveTo>
                      <a:pt x="12915" y="0"/>
                    </a:moveTo>
                    <a:lnTo>
                      <a:pt x="12915" y="34089"/>
                    </a:lnTo>
                    <a:cubicBezTo>
                      <a:pt x="12915" y="37375"/>
                      <a:pt x="13673" y="39914"/>
                      <a:pt x="15194" y="41706"/>
                    </a:cubicBezTo>
                    <a:cubicBezTo>
                      <a:pt x="16710" y="43498"/>
                      <a:pt x="18981" y="44395"/>
                      <a:pt x="22017" y="44395"/>
                    </a:cubicBezTo>
                    <a:cubicBezTo>
                      <a:pt x="24247" y="44395"/>
                      <a:pt x="26339" y="43909"/>
                      <a:pt x="28292" y="42901"/>
                    </a:cubicBezTo>
                    <a:cubicBezTo>
                      <a:pt x="30242" y="41931"/>
                      <a:pt x="32090" y="40549"/>
                      <a:pt x="33835" y="38794"/>
                    </a:cubicBezTo>
                    <a:lnTo>
                      <a:pt x="33835" y="0"/>
                    </a:lnTo>
                    <a:lnTo>
                      <a:pt x="46750" y="0"/>
                    </a:lnTo>
                    <a:lnTo>
                      <a:pt x="46750" y="53654"/>
                    </a:lnTo>
                    <a:lnTo>
                      <a:pt x="38854" y="53654"/>
                    </a:lnTo>
                    <a:cubicBezTo>
                      <a:pt x="37177" y="53654"/>
                      <a:pt x="36079" y="52870"/>
                      <a:pt x="35560" y="51302"/>
                    </a:cubicBezTo>
                    <a:lnTo>
                      <a:pt x="34671" y="47008"/>
                    </a:lnTo>
                    <a:cubicBezTo>
                      <a:pt x="33554" y="48128"/>
                      <a:pt x="32404" y="49137"/>
                      <a:pt x="31220" y="50070"/>
                    </a:cubicBezTo>
                    <a:cubicBezTo>
                      <a:pt x="30032" y="51003"/>
                      <a:pt x="28766" y="51787"/>
                      <a:pt x="27429" y="52422"/>
                    </a:cubicBezTo>
                    <a:cubicBezTo>
                      <a:pt x="26085" y="53057"/>
                      <a:pt x="24639" y="53580"/>
                      <a:pt x="23089" y="53953"/>
                    </a:cubicBezTo>
                    <a:cubicBezTo>
                      <a:pt x="21536" y="54289"/>
                      <a:pt x="19874" y="54476"/>
                      <a:pt x="18096" y="54476"/>
                    </a:cubicBezTo>
                    <a:cubicBezTo>
                      <a:pt x="15167" y="54476"/>
                      <a:pt x="12579" y="53991"/>
                      <a:pt x="10331" y="52982"/>
                    </a:cubicBezTo>
                    <a:cubicBezTo>
                      <a:pt x="8079" y="52012"/>
                      <a:pt x="6192" y="50593"/>
                      <a:pt x="4654" y="48801"/>
                    </a:cubicBezTo>
                    <a:cubicBezTo>
                      <a:pt x="3122" y="46971"/>
                      <a:pt x="1965" y="44805"/>
                      <a:pt x="1180" y="42341"/>
                    </a:cubicBezTo>
                    <a:cubicBezTo>
                      <a:pt x="396" y="39839"/>
                      <a:pt x="0" y="37114"/>
                      <a:pt x="0" y="34089"/>
                    </a:cubicBezTo>
                    <a:lnTo>
                      <a:pt x="0" y="0"/>
                    </a:lnTo>
                    <a:lnTo>
                      <a:pt x="1291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14" name="Google Shape;2214;p90"/>
              <p:cNvSpPr/>
              <p:nvPr/>
            </p:nvSpPr>
            <p:spPr>
              <a:xfrm>
                <a:off x="4876603" y="5230368"/>
                <a:ext cx="45233" cy="55259"/>
              </a:xfrm>
              <a:custGeom>
                <a:avLst/>
                <a:gdLst/>
                <a:ahLst/>
                <a:cxnLst/>
                <a:rect l="l" t="t" r="r" b="b"/>
                <a:pathLst>
                  <a:path w="45233" h="55259" extrusionOk="0">
                    <a:moveTo>
                      <a:pt x="41312" y="12172"/>
                    </a:moveTo>
                    <a:cubicBezTo>
                      <a:pt x="40924" y="12658"/>
                      <a:pt x="40554" y="13068"/>
                      <a:pt x="40184" y="13330"/>
                    </a:cubicBezTo>
                    <a:cubicBezTo>
                      <a:pt x="39822" y="13628"/>
                      <a:pt x="39288" y="13740"/>
                      <a:pt x="38589" y="13740"/>
                    </a:cubicBezTo>
                    <a:cubicBezTo>
                      <a:pt x="37928" y="13740"/>
                      <a:pt x="37286" y="13554"/>
                      <a:pt x="36658" y="13143"/>
                    </a:cubicBezTo>
                    <a:cubicBezTo>
                      <a:pt x="36031" y="12732"/>
                      <a:pt x="35280" y="12284"/>
                      <a:pt x="34406" y="11799"/>
                    </a:cubicBezTo>
                    <a:cubicBezTo>
                      <a:pt x="33536" y="11276"/>
                      <a:pt x="32502" y="10828"/>
                      <a:pt x="31295" y="10417"/>
                    </a:cubicBezTo>
                    <a:cubicBezTo>
                      <a:pt x="30096" y="10044"/>
                      <a:pt x="28606" y="9820"/>
                      <a:pt x="26828" y="9820"/>
                    </a:cubicBezTo>
                    <a:cubicBezTo>
                      <a:pt x="24561" y="9820"/>
                      <a:pt x="22570" y="10230"/>
                      <a:pt x="20863" y="11052"/>
                    </a:cubicBezTo>
                    <a:cubicBezTo>
                      <a:pt x="19157" y="11874"/>
                      <a:pt x="17733" y="13068"/>
                      <a:pt x="16605" y="14599"/>
                    </a:cubicBezTo>
                    <a:cubicBezTo>
                      <a:pt x="15470" y="16130"/>
                      <a:pt x="14622" y="17960"/>
                      <a:pt x="14070" y="20162"/>
                    </a:cubicBezTo>
                    <a:cubicBezTo>
                      <a:pt x="13513" y="22328"/>
                      <a:pt x="13229" y="24792"/>
                      <a:pt x="13229" y="27555"/>
                    </a:cubicBezTo>
                    <a:cubicBezTo>
                      <a:pt x="13229" y="30393"/>
                      <a:pt x="13535" y="32969"/>
                      <a:pt x="14148" y="35172"/>
                    </a:cubicBezTo>
                    <a:cubicBezTo>
                      <a:pt x="14757" y="37412"/>
                      <a:pt x="15638" y="39279"/>
                      <a:pt x="16789" y="40810"/>
                    </a:cubicBezTo>
                    <a:cubicBezTo>
                      <a:pt x="17935" y="42304"/>
                      <a:pt x="19332" y="43461"/>
                      <a:pt x="20972" y="44245"/>
                    </a:cubicBezTo>
                    <a:cubicBezTo>
                      <a:pt x="22607" y="45029"/>
                      <a:pt x="24453" y="45440"/>
                      <a:pt x="26514" y="45440"/>
                    </a:cubicBezTo>
                    <a:cubicBezTo>
                      <a:pt x="28568" y="45440"/>
                      <a:pt x="30234" y="45178"/>
                      <a:pt x="31508" y="44656"/>
                    </a:cubicBezTo>
                    <a:cubicBezTo>
                      <a:pt x="32778" y="44171"/>
                      <a:pt x="33850" y="43611"/>
                      <a:pt x="34720" y="43013"/>
                    </a:cubicBezTo>
                    <a:cubicBezTo>
                      <a:pt x="35594" y="42378"/>
                      <a:pt x="36352" y="41818"/>
                      <a:pt x="36998" y="41333"/>
                    </a:cubicBezTo>
                    <a:cubicBezTo>
                      <a:pt x="37644" y="40810"/>
                      <a:pt x="38365" y="40586"/>
                      <a:pt x="39168" y="40586"/>
                    </a:cubicBezTo>
                    <a:cubicBezTo>
                      <a:pt x="40214" y="40586"/>
                      <a:pt x="40998" y="40959"/>
                      <a:pt x="41521" y="41781"/>
                    </a:cubicBezTo>
                    <a:lnTo>
                      <a:pt x="45234" y="46486"/>
                    </a:lnTo>
                    <a:cubicBezTo>
                      <a:pt x="43803" y="48128"/>
                      <a:pt x="42253" y="49547"/>
                      <a:pt x="40580" y="50667"/>
                    </a:cubicBezTo>
                    <a:cubicBezTo>
                      <a:pt x="38903" y="51825"/>
                      <a:pt x="37174" y="52721"/>
                      <a:pt x="35374" y="53393"/>
                    </a:cubicBezTo>
                    <a:cubicBezTo>
                      <a:pt x="33581" y="54065"/>
                      <a:pt x="31725" y="54550"/>
                      <a:pt x="29809" y="54849"/>
                    </a:cubicBezTo>
                    <a:cubicBezTo>
                      <a:pt x="27889" y="55110"/>
                      <a:pt x="25988" y="55260"/>
                      <a:pt x="24109" y="55260"/>
                    </a:cubicBezTo>
                    <a:cubicBezTo>
                      <a:pt x="20796" y="55260"/>
                      <a:pt x="17678" y="54625"/>
                      <a:pt x="14749" y="53393"/>
                    </a:cubicBezTo>
                    <a:cubicBezTo>
                      <a:pt x="11817" y="52161"/>
                      <a:pt x="9266" y="50368"/>
                      <a:pt x="7089" y="47979"/>
                    </a:cubicBezTo>
                    <a:cubicBezTo>
                      <a:pt x="4908" y="45627"/>
                      <a:pt x="3182" y="42715"/>
                      <a:pt x="1909" y="39279"/>
                    </a:cubicBezTo>
                    <a:cubicBezTo>
                      <a:pt x="635" y="35844"/>
                      <a:pt x="0" y="31924"/>
                      <a:pt x="0" y="27555"/>
                    </a:cubicBezTo>
                    <a:cubicBezTo>
                      <a:pt x="0" y="23598"/>
                      <a:pt x="568" y="19976"/>
                      <a:pt x="1703" y="16616"/>
                    </a:cubicBezTo>
                    <a:cubicBezTo>
                      <a:pt x="2835" y="13255"/>
                      <a:pt x="4501" y="10343"/>
                      <a:pt x="6693" y="7878"/>
                    </a:cubicBezTo>
                    <a:cubicBezTo>
                      <a:pt x="8889" y="5414"/>
                      <a:pt x="11612" y="3473"/>
                      <a:pt x="14854" y="2091"/>
                    </a:cubicBezTo>
                    <a:cubicBezTo>
                      <a:pt x="18092" y="710"/>
                      <a:pt x="21823" y="0"/>
                      <a:pt x="26040" y="0"/>
                    </a:cubicBezTo>
                    <a:cubicBezTo>
                      <a:pt x="30047" y="0"/>
                      <a:pt x="33562" y="635"/>
                      <a:pt x="36576" y="1942"/>
                    </a:cubicBezTo>
                    <a:cubicBezTo>
                      <a:pt x="39594" y="3211"/>
                      <a:pt x="42306" y="5078"/>
                      <a:pt x="44707" y="7468"/>
                    </a:cubicBezTo>
                    <a:lnTo>
                      <a:pt x="41312" y="12172"/>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15" name="Google Shape;2215;p90"/>
              <p:cNvSpPr/>
              <p:nvPr/>
            </p:nvSpPr>
            <p:spPr>
              <a:xfrm>
                <a:off x="4925231" y="5214798"/>
                <a:ext cx="36550" cy="70866"/>
              </a:xfrm>
              <a:custGeom>
                <a:avLst/>
                <a:gdLst/>
                <a:ahLst/>
                <a:cxnLst/>
                <a:rect l="l" t="t" r="r" b="b"/>
                <a:pathLst>
                  <a:path w="36550" h="70866" extrusionOk="0">
                    <a:moveTo>
                      <a:pt x="22484" y="70867"/>
                    </a:moveTo>
                    <a:cubicBezTo>
                      <a:pt x="17845" y="70867"/>
                      <a:pt x="14275" y="69560"/>
                      <a:pt x="11765" y="66946"/>
                    </a:cubicBezTo>
                    <a:cubicBezTo>
                      <a:pt x="9255" y="64295"/>
                      <a:pt x="8004" y="60674"/>
                      <a:pt x="8004" y="56043"/>
                    </a:cubicBezTo>
                    <a:lnTo>
                      <a:pt x="8004" y="26062"/>
                    </a:lnTo>
                    <a:lnTo>
                      <a:pt x="2562" y="26062"/>
                    </a:lnTo>
                    <a:cubicBezTo>
                      <a:pt x="1864" y="26062"/>
                      <a:pt x="1262" y="25837"/>
                      <a:pt x="758" y="25389"/>
                    </a:cubicBezTo>
                    <a:cubicBezTo>
                      <a:pt x="250" y="24941"/>
                      <a:pt x="0" y="24269"/>
                      <a:pt x="0" y="23373"/>
                    </a:cubicBezTo>
                    <a:lnTo>
                      <a:pt x="0" y="18258"/>
                    </a:lnTo>
                    <a:lnTo>
                      <a:pt x="8631" y="16839"/>
                    </a:lnTo>
                    <a:lnTo>
                      <a:pt x="11347" y="2203"/>
                    </a:lnTo>
                    <a:cubicBezTo>
                      <a:pt x="11485" y="1493"/>
                      <a:pt x="11810" y="970"/>
                      <a:pt x="12314" y="560"/>
                    </a:cubicBezTo>
                    <a:cubicBezTo>
                      <a:pt x="12822" y="186"/>
                      <a:pt x="13453" y="0"/>
                      <a:pt x="14223" y="0"/>
                    </a:cubicBezTo>
                    <a:lnTo>
                      <a:pt x="20919" y="0"/>
                    </a:lnTo>
                    <a:lnTo>
                      <a:pt x="20919" y="16876"/>
                    </a:lnTo>
                    <a:lnTo>
                      <a:pt x="35034" y="16876"/>
                    </a:lnTo>
                    <a:lnTo>
                      <a:pt x="35034" y="26062"/>
                    </a:lnTo>
                    <a:lnTo>
                      <a:pt x="20919" y="26062"/>
                    </a:lnTo>
                    <a:lnTo>
                      <a:pt x="20919" y="55147"/>
                    </a:lnTo>
                    <a:cubicBezTo>
                      <a:pt x="20919" y="56828"/>
                      <a:pt x="21334" y="58135"/>
                      <a:pt x="22170" y="59068"/>
                    </a:cubicBezTo>
                    <a:cubicBezTo>
                      <a:pt x="23007" y="60001"/>
                      <a:pt x="24124" y="60487"/>
                      <a:pt x="25517" y="60487"/>
                    </a:cubicBezTo>
                    <a:cubicBezTo>
                      <a:pt x="26320" y="60487"/>
                      <a:pt x="26992" y="60375"/>
                      <a:pt x="27530" y="60188"/>
                    </a:cubicBezTo>
                    <a:cubicBezTo>
                      <a:pt x="28072" y="60001"/>
                      <a:pt x="28542" y="59777"/>
                      <a:pt x="28942" y="59591"/>
                    </a:cubicBezTo>
                    <a:cubicBezTo>
                      <a:pt x="29341" y="59367"/>
                      <a:pt x="29700" y="59180"/>
                      <a:pt x="30014" y="58993"/>
                    </a:cubicBezTo>
                    <a:cubicBezTo>
                      <a:pt x="30328" y="58807"/>
                      <a:pt x="30641" y="58695"/>
                      <a:pt x="30955" y="58695"/>
                    </a:cubicBezTo>
                    <a:cubicBezTo>
                      <a:pt x="31340" y="58695"/>
                      <a:pt x="31653" y="58807"/>
                      <a:pt x="31896" y="58993"/>
                    </a:cubicBezTo>
                    <a:cubicBezTo>
                      <a:pt x="32139" y="59180"/>
                      <a:pt x="32401" y="59479"/>
                      <a:pt x="32681" y="59852"/>
                    </a:cubicBezTo>
                    <a:lnTo>
                      <a:pt x="36550" y="66125"/>
                    </a:lnTo>
                    <a:cubicBezTo>
                      <a:pt x="34668" y="67693"/>
                      <a:pt x="32505" y="68888"/>
                      <a:pt x="30066" y="69672"/>
                    </a:cubicBezTo>
                    <a:cubicBezTo>
                      <a:pt x="27624" y="70494"/>
                      <a:pt x="25099" y="70867"/>
                      <a:pt x="22484" y="7086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16" name="Google Shape;2216;p90"/>
              <p:cNvSpPr/>
              <p:nvPr/>
            </p:nvSpPr>
            <p:spPr>
              <a:xfrm>
                <a:off x="4969468" y="5231189"/>
                <a:ext cx="46746" cy="54475"/>
              </a:xfrm>
              <a:custGeom>
                <a:avLst/>
                <a:gdLst/>
                <a:ahLst/>
                <a:cxnLst/>
                <a:rect l="l" t="t" r="r" b="b"/>
                <a:pathLst>
                  <a:path w="46746" h="54475" extrusionOk="0">
                    <a:moveTo>
                      <a:pt x="12915" y="0"/>
                    </a:moveTo>
                    <a:lnTo>
                      <a:pt x="12915" y="34089"/>
                    </a:lnTo>
                    <a:cubicBezTo>
                      <a:pt x="12915" y="37375"/>
                      <a:pt x="13674" y="39914"/>
                      <a:pt x="15190" y="41706"/>
                    </a:cubicBezTo>
                    <a:cubicBezTo>
                      <a:pt x="16706" y="43498"/>
                      <a:pt x="18981" y="44395"/>
                      <a:pt x="22014" y="44395"/>
                    </a:cubicBezTo>
                    <a:cubicBezTo>
                      <a:pt x="24243" y="44395"/>
                      <a:pt x="26335" y="43909"/>
                      <a:pt x="28288" y="42901"/>
                    </a:cubicBezTo>
                    <a:cubicBezTo>
                      <a:pt x="30238" y="41931"/>
                      <a:pt x="32090" y="40549"/>
                      <a:pt x="33831" y="38794"/>
                    </a:cubicBezTo>
                    <a:lnTo>
                      <a:pt x="33831" y="0"/>
                    </a:lnTo>
                    <a:lnTo>
                      <a:pt x="46746" y="0"/>
                    </a:lnTo>
                    <a:lnTo>
                      <a:pt x="46746" y="53654"/>
                    </a:lnTo>
                    <a:lnTo>
                      <a:pt x="38851" y="53654"/>
                    </a:lnTo>
                    <a:cubicBezTo>
                      <a:pt x="37177" y="53654"/>
                      <a:pt x="36079" y="52870"/>
                      <a:pt x="35557" y="51302"/>
                    </a:cubicBezTo>
                    <a:lnTo>
                      <a:pt x="34668" y="47008"/>
                    </a:lnTo>
                    <a:cubicBezTo>
                      <a:pt x="33551" y="48128"/>
                      <a:pt x="32401" y="49137"/>
                      <a:pt x="31216" y="50070"/>
                    </a:cubicBezTo>
                    <a:cubicBezTo>
                      <a:pt x="30033" y="51003"/>
                      <a:pt x="28766" y="51787"/>
                      <a:pt x="27426" y="52422"/>
                    </a:cubicBezTo>
                    <a:cubicBezTo>
                      <a:pt x="26081" y="53057"/>
                      <a:pt x="24636" y="53580"/>
                      <a:pt x="23086" y="53953"/>
                    </a:cubicBezTo>
                    <a:cubicBezTo>
                      <a:pt x="21532" y="54289"/>
                      <a:pt x="19870" y="54476"/>
                      <a:pt x="18092" y="54476"/>
                    </a:cubicBezTo>
                    <a:cubicBezTo>
                      <a:pt x="15164" y="54476"/>
                      <a:pt x="12576" y="53991"/>
                      <a:pt x="10327" y="52982"/>
                    </a:cubicBezTo>
                    <a:cubicBezTo>
                      <a:pt x="8079" y="52012"/>
                      <a:pt x="6189" y="50593"/>
                      <a:pt x="4654" y="48801"/>
                    </a:cubicBezTo>
                    <a:cubicBezTo>
                      <a:pt x="3122" y="46971"/>
                      <a:pt x="1961" y="44805"/>
                      <a:pt x="1177" y="42341"/>
                    </a:cubicBezTo>
                    <a:cubicBezTo>
                      <a:pt x="392" y="39839"/>
                      <a:pt x="0" y="37114"/>
                      <a:pt x="0" y="34089"/>
                    </a:cubicBezTo>
                    <a:lnTo>
                      <a:pt x="0" y="0"/>
                    </a:lnTo>
                    <a:lnTo>
                      <a:pt x="1291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17" name="Google Shape;2217;p90"/>
              <p:cNvSpPr/>
              <p:nvPr/>
            </p:nvSpPr>
            <p:spPr>
              <a:xfrm>
                <a:off x="5030019" y="5230219"/>
                <a:ext cx="34197" cy="54624"/>
              </a:xfrm>
              <a:custGeom>
                <a:avLst/>
                <a:gdLst/>
                <a:ahLst/>
                <a:cxnLst/>
                <a:rect l="l" t="t" r="r" b="b"/>
                <a:pathLst>
                  <a:path w="34197" h="54624" extrusionOk="0">
                    <a:moveTo>
                      <a:pt x="0" y="54625"/>
                    </a:moveTo>
                    <a:lnTo>
                      <a:pt x="0" y="970"/>
                    </a:lnTo>
                    <a:lnTo>
                      <a:pt x="7582" y="970"/>
                    </a:lnTo>
                    <a:cubicBezTo>
                      <a:pt x="8904" y="970"/>
                      <a:pt x="9830" y="1232"/>
                      <a:pt x="10353" y="1717"/>
                    </a:cubicBezTo>
                    <a:cubicBezTo>
                      <a:pt x="10876" y="2203"/>
                      <a:pt x="11223" y="3061"/>
                      <a:pt x="11399" y="4219"/>
                    </a:cubicBezTo>
                    <a:lnTo>
                      <a:pt x="12183" y="10716"/>
                    </a:lnTo>
                    <a:cubicBezTo>
                      <a:pt x="14099" y="7393"/>
                      <a:pt x="16352" y="4779"/>
                      <a:pt x="18929" y="2875"/>
                    </a:cubicBezTo>
                    <a:cubicBezTo>
                      <a:pt x="21506" y="970"/>
                      <a:pt x="24400" y="0"/>
                      <a:pt x="27609" y="0"/>
                    </a:cubicBezTo>
                    <a:cubicBezTo>
                      <a:pt x="30257" y="0"/>
                      <a:pt x="32453" y="597"/>
                      <a:pt x="34197" y="1830"/>
                    </a:cubicBezTo>
                    <a:lnTo>
                      <a:pt x="32524" y="11500"/>
                    </a:lnTo>
                    <a:cubicBezTo>
                      <a:pt x="32419" y="12135"/>
                      <a:pt x="32191" y="12583"/>
                      <a:pt x="31844" y="12844"/>
                    </a:cubicBezTo>
                    <a:cubicBezTo>
                      <a:pt x="31493" y="13105"/>
                      <a:pt x="31022" y="13217"/>
                      <a:pt x="30432" y="13217"/>
                    </a:cubicBezTo>
                    <a:cubicBezTo>
                      <a:pt x="29909" y="13217"/>
                      <a:pt x="29196" y="13105"/>
                      <a:pt x="28289" y="12844"/>
                    </a:cubicBezTo>
                    <a:cubicBezTo>
                      <a:pt x="27381" y="12620"/>
                      <a:pt x="26178" y="12471"/>
                      <a:pt x="24681" y="12471"/>
                    </a:cubicBezTo>
                    <a:cubicBezTo>
                      <a:pt x="21995" y="12471"/>
                      <a:pt x="19694" y="13217"/>
                      <a:pt x="17778" y="14711"/>
                    </a:cubicBezTo>
                    <a:cubicBezTo>
                      <a:pt x="15862" y="16204"/>
                      <a:pt x="14238" y="18370"/>
                      <a:pt x="12915" y="21208"/>
                    </a:cubicBezTo>
                    <a:lnTo>
                      <a:pt x="12915"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18" name="Google Shape;2218;p90"/>
              <p:cNvSpPr/>
              <p:nvPr/>
            </p:nvSpPr>
            <p:spPr>
              <a:xfrm>
                <a:off x="5069127" y="5230368"/>
                <a:ext cx="48994" cy="55259"/>
              </a:xfrm>
              <a:custGeom>
                <a:avLst/>
                <a:gdLst/>
                <a:ahLst/>
                <a:cxnLst/>
                <a:rect l="l" t="t" r="r" b="b"/>
                <a:pathLst>
                  <a:path w="48994" h="55259" extrusionOk="0">
                    <a:moveTo>
                      <a:pt x="25782" y="0"/>
                    </a:moveTo>
                    <a:cubicBezTo>
                      <a:pt x="29162" y="0"/>
                      <a:pt x="32274" y="560"/>
                      <a:pt x="35116" y="1643"/>
                    </a:cubicBezTo>
                    <a:cubicBezTo>
                      <a:pt x="37954" y="2688"/>
                      <a:pt x="40405" y="4294"/>
                      <a:pt x="42459" y="6348"/>
                    </a:cubicBezTo>
                    <a:cubicBezTo>
                      <a:pt x="44517" y="8438"/>
                      <a:pt x="46123" y="10978"/>
                      <a:pt x="47273" y="14002"/>
                    </a:cubicBezTo>
                    <a:cubicBezTo>
                      <a:pt x="48420" y="16989"/>
                      <a:pt x="48995" y="20424"/>
                      <a:pt x="48995" y="24307"/>
                    </a:cubicBezTo>
                    <a:cubicBezTo>
                      <a:pt x="48995" y="25278"/>
                      <a:pt x="48954" y="26099"/>
                      <a:pt x="48864" y="26734"/>
                    </a:cubicBezTo>
                    <a:cubicBezTo>
                      <a:pt x="48778" y="27369"/>
                      <a:pt x="48621" y="27891"/>
                      <a:pt x="48394" y="28265"/>
                    </a:cubicBezTo>
                    <a:cubicBezTo>
                      <a:pt x="48170" y="28638"/>
                      <a:pt x="47863" y="28899"/>
                      <a:pt x="47479" y="29049"/>
                    </a:cubicBezTo>
                    <a:cubicBezTo>
                      <a:pt x="47097" y="29198"/>
                      <a:pt x="46608" y="29273"/>
                      <a:pt x="46018" y="29273"/>
                    </a:cubicBezTo>
                    <a:lnTo>
                      <a:pt x="12867" y="29273"/>
                    </a:lnTo>
                    <a:cubicBezTo>
                      <a:pt x="13248" y="34799"/>
                      <a:pt x="14731" y="38831"/>
                      <a:pt x="17308" y="41407"/>
                    </a:cubicBezTo>
                    <a:cubicBezTo>
                      <a:pt x="19889" y="43984"/>
                      <a:pt x="23306" y="45291"/>
                      <a:pt x="27556" y="45291"/>
                    </a:cubicBezTo>
                    <a:cubicBezTo>
                      <a:pt x="29652" y="45291"/>
                      <a:pt x="31452" y="45029"/>
                      <a:pt x="32968" y="44544"/>
                    </a:cubicBezTo>
                    <a:cubicBezTo>
                      <a:pt x="34488" y="44059"/>
                      <a:pt x="35811" y="43498"/>
                      <a:pt x="36946" y="42901"/>
                    </a:cubicBezTo>
                    <a:cubicBezTo>
                      <a:pt x="38078" y="42341"/>
                      <a:pt x="39068" y="41781"/>
                      <a:pt x="39926" y="41296"/>
                    </a:cubicBezTo>
                    <a:cubicBezTo>
                      <a:pt x="40778" y="40810"/>
                      <a:pt x="41607" y="40586"/>
                      <a:pt x="42410" y="40586"/>
                    </a:cubicBezTo>
                    <a:cubicBezTo>
                      <a:pt x="42929" y="40586"/>
                      <a:pt x="43385" y="40661"/>
                      <a:pt x="43766" y="40885"/>
                    </a:cubicBezTo>
                    <a:cubicBezTo>
                      <a:pt x="44151" y="41109"/>
                      <a:pt x="44479" y="41370"/>
                      <a:pt x="44763" y="41781"/>
                    </a:cubicBezTo>
                    <a:lnTo>
                      <a:pt x="48524" y="46486"/>
                    </a:lnTo>
                    <a:cubicBezTo>
                      <a:pt x="47097" y="48128"/>
                      <a:pt x="45491" y="49547"/>
                      <a:pt x="43714" y="50667"/>
                    </a:cubicBezTo>
                    <a:cubicBezTo>
                      <a:pt x="41940" y="51825"/>
                      <a:pt x="40083" y="52721"/>
                      <a:pt x="38145" y="53393"/>
                    </a:cubicBezTo>
                    <a:cubicBezTo>
                      <a:pt x="36214" y="54065"/>
                      <a:pt x="34242" y="54550"/>
                      <a:pt x="32236" y="54849"/>
                    </a:cubicBezTo>
                    <a:cubicBezTo>
                      <a:pt x="30234" y="55110"/>
                      <a:pt x="28292" y="55260"/>
                      <a:pt x="26410" y="55260"/>
                    </a:cubicBezTo>
                    <a:cubicBezTo>
                      <a:pt x="22679" y="55260"/>
                      <a:pt x="19209" y="54625"/>
                      <a:pt x="16000" y="53393"/>
                    </a:cubicBezTo>
                    <a:cubicBezTo>
                      <a:pt x="12796" y="52161"/>
                      <a:pt x="10006" y="50331"/>
                      <a:pt x="7634" y="47905"/>
                    </a:cubicBezTo>
                    <a:cubicBezTo>
                      <a:pt x="5263" y="45477"/>
                      <a:pt x="3399" y="42490"/>
                      <a:pt x="2039" y="38906"/>
                    </a:cubicBezTo>
                    <a:cubicBezTo>
                      <a:pt x="683" y="35359"/>
                      <a:pt x="0" y="31214"/>
                      <a:pt x="0" y="26510"/>
                    </a:cubicBezTo>
                    <a:cubicBezTo>
                      <a:pt x="0" y="22851"/>
                      <a:pt x="594" y="19416"/>
                      <a:pt x="1782" y="16168"/>
                    </a:cubicBezTo>
                    <a:cubicBezTo>
                      <a:pt x="2962" y="12956"/>
                      <a:pt x="4661" y="10156"/>
                      <a:pt x="6876" y="7767"/>
                    </a:cubicBezTo>
                    <a:cubicBezTo>
                      <a:pt x="9091" y="5377"/>
                      <a:pt x="11795" y="3473"/>
                      <a:pt x="14981" y="2091"/>
                    </a:cubicBezTo>
                    <a:cubicBezTo>
                      <a:pt x="18174" y="710"/>
                      <a:pt x="21771" y="0"/>
                      <a:pt x="25782" y="0"/>
                    </a:cubicBezTo>
                    <a:close/>
                    <a:moveTo>
                      <a:pt x="26040" y="9260"/>
                    </a:moveTo>
                    <a:cubicBezTo>
                      <a:pt x="22275" y="9260"/>
                      <a:pt x="19332" y="10305"/>
                      <a:pt x="17207" y="12434"/>
                    </a:cubicBezTo>
                    <a:cubicBezTo>
                      <a:pt x="15078" y="14562"/>
                      <a:pt x="13719" y="17586"/>
                      <a:pt x="13128" y="21507"/>
                    </a:cubicBezTo>
                    <a:lnTo>
                      <a:pt x="37387" y="21507"/>
                    </a:lnTo>
                    <a:cubicBezTo>
                      <a:pt x="37387" y="19827"/>
                      <a:pt x="37163" y="18221"/>
                      <a:pt x="36707" y="16765"/>
                    </a:cubicBezTo>
                    <a:cubicBezTo>
                      <a:pt x="36255" y="15271"/>
                      <a:pt x="35560" y="13964"/>
                      <a:pt x="34619" y="12882"/>
                    </a:cubicBezTo>
                    <a:cubicBezTo>
                      <a:pt x="33678" y="11761"/>
                      <a:pt x="32494" y="10865"/>
                      <a:pt x="31064" y="10230"/>
                    </a:cubicBezTo>
                    <a:cubicBezTo>
                      <a:pt x="29633" y="9596"/>
                      <a:pt x="27960" y="9260"/>
                      <a:pt x="26040"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19" name="Google Shape;2219;p90"/>
              <p:cNvSpPr/>
              <p:nvPr/>
            </p:nvSpPr>
            <p:spPr>
              <a:xfrm>
                <a:off x="5124920" y="5207181"/>
                <a:ext cx="49364" cy="78446"/>
              </a:xfrm>
              <a:custGeom>
                <a:avLst/>
                <a:gdLst/>
                <a:ahLst/>
                <a:cxnLst/>
                <a:rect l="l" t="t" r="r" b="b"/>
                <a:pathLst>
                  <a:path w="49364" h="78446" extrusionOk="0">
                    <a:moveTo>
                      <a:pt x="41465" y="77662"/>
                    </a:moveTo>
                    <a:cubicBezTo>
                      <a:pt x="39792" y="77662"/>
                      <a:pt x="38694" y="76878"/>
                      <a:pt x="38175" y="75310"/>
                    </a:cubicBezTo>
                    <a:lnTo>
                      <a:pt x="37125" y="70120"/>
                    </a:lnTo>
                    <a:cubicBezTo>
                      <a:pt x="36008" y="71390"/>
                      <a:pt x="34843" y="72510"/>
                      <a:pt x="33626" y="73518"/>
                    </a:cubicBezTo>
                    <a:cubicBezTo>
                      <a:pt x="32404" y="74526"/>
                      <a:pt x="31086" y="75422"/>
                      <a:pt x="29674" y="76132"/>
                    </a:cubicBezTo>
                    <a:cubicBezTo>
                      <a:pt x="28262" y="76878"/>
                      <a:pt x="26746" y="77438"/>
                      <a:pt x="25125" y="77849"/>
                    </a:cubicBezTo>
                    <a:cubicBezTo>
                      <a:pt x="23508" y="78260"/>
                      <a:pt x="21752" y="78446"/>
                      <a:pt x="19870" y="78446"/>
                    </a:cubicBezTo>
                    <a:cubicBezTo>
                      <a:pt x="16942" y="78446"/>
                      <a:pt x="14256" y="77812"/>
                      <a:pt x="11817" y="76617"/>
                    </a:cubicBezTo>
                    <a:cubicBezTo>
                      <a:pt x="9379" y="75385"/>
                      <a:pt x="7276" y="73630"/>
                      <a:pt x="5516" y="71315"/>
                    </a:cubicBezTo>
                    <a:cubicBezTo>
                      <a:pt x="3758" y="69000"/>
                      <a:pt x="2394" y="66125"/>
                      <a:pt x="1442" y="62727"/>
                    </a:cubicBezTo>
                    <a:cubicBezTo>
                      <a:pt x="482" y="59292"/>
                      <a:pt x="0" y="55409"/>
                      <a:pt x="0" y="51003"/>
                    </a:cubicBezTo>
                    <a:cubicBezTo>
                      <a:pt x="0" y="47008"/>
                      <a:pt x="542" y="43349"/>
                      <a:pt x="1621" y="39914"/>
                    </a:cubicBezTo>
                    <a:cubicBezTo>
                      <a:pt x="2700" y="36516"/>
                      <a:pt x="4250" y="33529"/>
                      <a:pt x="6275" y="31027"/>
                    </a:cubicBezTo>
                    <a:cubicBezTo>
                      <a:pt x="8295" y="28526"/>
                      <a:pt x="10719" y="26547"/>
                      <a:pt x="13547" y="25166"/>
                    </a:cubicBezTo>
                    <a:cubicBezTo>
                      <a:pt x="16370" y="23747"/>
                      <a:pt x="19538" y="23038"/>
                      <a:pt x="23063" y="23038"/>
                    </a:cubicBezTo>
                    <a:cubicBezTo>
                      <a:pt x="26059" y="23038"/>
                      <a:pt x="28621" y="23522"/>
                      <a:pt x="30746" y="24456"/>
                    </a:cubicBezTo>
                    <a:cubicBezTo>
                      <a:pt x="32875" y="25427"/>
                      <a:pt x="34772" y="26697"/>
                      <a:pt x="36449" y="28302"/>
                    </a:cubicBezTo>
                    <a:lnTo>
                      <a:pt x="36449" y="0"/>
                    </a:lnTo>
                    <a:lnTo>
                      <a:pt x="49365" y="0"/>
                    </a:lnTo>
                    <a:lnTo>
                      <a:pt x="49365" y="77662"/>
                    </a:lnTo>
                    <a:lnTo>
                      <a:pt x="41465" y="77662"/>
                    </a:lnTo>
                    <a:close/>
                    <a:moveTo>
                      <a:pt x="24262" y="68179"/>
                    </a:moveTo>
                    <a:cubicBezTo>
                      <a:pt x="26948" y="68179"/>
                      <a:pt x="29230" y="67656"/>
                      <a:pt x="31112" y="66536"/>
                    </a:cubicBezTo>
                    <a:cubicBezTo>
                      <a:pt x="32998" y="65416"/>
                      <a:pt x="34772" y="63810"/>
                      <a:pt x="36449" y="61757"/>
                    </a:cubicBezTo>
                    <a:lnTo>
                      <a:pt x="36449" y="37711"/>
                    </a:lnTo>
                    <a:cubicBezTo>
                      <a:pt x="34982" y="35956"/>
                      <a:pt x="33387" y="34687"/>
                      <a:pt x="31661" y="33940"/>
                    </a:cubicBezTo>
                    <a:cubicBezTo>
                      <a:pt x="29936" y="33231"/>
                      <a:pt x="28079" y="32857"/>
                      <a:pt x="26092" y="32857"/>
                    </a:cubicBezTo>
                    <a:cubicBezTo>
                      <a:pt x="24143" y="32857"/>
                      <a:pt x="22372" y="33231"/>
                      <a:pt x="20785" y="33940"/>
                    </a:cubicBezTo>
                    <a:cubicBezTo>
                      <a:pt x="19198" y="34687"/>
                      <a:pt x="17857" y="35807"/>
                      <a:pt x="16759" y="37263"/>
                    </a:cubicBezTo>
                    <a:cubicBezTo>
                      <a:pt x="15661" y="38757"/>
                      <a:pt x="14817" y="40661"/>
                      <a:pt x="14223" y="42938"/>
                    </a:cubicBezTo>
                    <a:cubicBezTo>
                      <a:pt x="13629" y="45216"/>
                      <a:pt x="13334" y="47904"/>
                      <a:pt x="13334" y="51003"/>
                    </a:cubicBezTo>
                    <a:cubicBezTo>
                      <a:pt x="13334" y="54140"/>
                      <a:pt x="13584" y="56790"/>
                      <a:pt x="14092" y="58956"/>
                    </a:cubicBezTo>
                    <a:cubicBezTo>
                      <a:pt x="14596" y="61159"/>
                      <a:pt x="15321" y="62914"/>
                      <a:pt x="16262" y="64295"/>
                    </a:cubicBezTo>
                    <a:cubicBezTo>
                      <a:pt x="17203" y="65677"/>
                      <a:pt x="18353" y="66685"/>
                      <a:pt x="19713" y="67283"/>
                    </a:cubicBezTo>
                    <a:cubicBezTo>
                      <a:pt x="21073" y="67880"/>
                      <a:pt x="22593" y="68179"/>
                      <a:pt x="24262" y="68179"/>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20" name="Google Shape;2220;p90"/>
              <p:cNvSpPr/>
              <p:nvPr/>
            </p:nvSpPr>
            <p:spPr>
              <a:xfrm>
                <a:off x="4693748" y="5332449"/>
                <a:ext cx="67139" cy="75608"/>
              </a:xfrm>
              <a:custGeom>
                <a:avLst/>
                <a:gdLst/>
                <a:ahLst/>
                <a:cxnLst/>
                <a:rect l="l" t="t" r="r" b="b"/>
                <a:pathLst>
                  <a:path w="67139" h="75608" extrusionOk="0">
                    <a:moveTo>
                      <a:pt x="67139" y="37823"/>
                    </a:moveTo>
                    <a:cubicBezTo>
                      <a:pt x="67139" y="43349"/>
                      <a:pt x="66217" y="48427"/>
                      <a:pt x="64372" y="53057"/>
                    </a:cubicBezTo>
                    <a:cubicBezTo>
                      <a:pt x="62523" y="57724"/>
                      <a:pt x="59923" y="61719"/>
                      <a:pt x="56580" y="65042"/>
                    </a:cubicBezTo>
                    <a:cubicBezTo>
                      <a:pt x="53230" y="68403"/>
                      <a:pt x="49204" y="70979"/>
                      <a:pt x="44498" y="72846"/>
                    </a:cubicBezTo>
                    <a:cubicBezTo>
                      <a:pt x="39796" y="74675"/>
                      <a:pt x="34582" y="75609"/>
                      <a:pt x="28867" y="75609"/>
                    </a:cubicBezTo>
                    <a:lnTo>
                      <a:pt x="0" y="75609"/>
                    </a:lnTo>
                    <a:lnTo>
                      <a:pt x="0" y="0"/>
                    </a:lnTo>
                    <a:lnTo>
                      <a:pt x="28867" y="0"/>
                    </a:lnTo>
                    <a:cubicBezTo>
                      <a:pt x="34582" y="0"/>
                      <a:pt x="39796" y="933"/>
                      <a:pt x="44498" y="2800"/>
                    </a:cubicBezTo>
                    <a:cubicBezTo>
                      <a:pt x="49204" y="4667"/>
                      <a:pt x="53230" y="7281"/>
                      <a:pt x="56580" y="10604"/>
                    </a:cubicBezTo>
                    <a:cubicBezTo>
                      <a:pt x="59923" y="13927"/>
                      <a:pt x="62523" y="17922"/>
                      <a:pt x="64372" y="22552"/>
                    </a:cubicBezTo>
                    <a:cubicBezTo>
                      <a:pt x="66217" y="27182"/>
                      <a:pt x="67139" y="32260"/>
                      <a:pt x="67139" y="37823"/>
                    </a:cubicBezTo>
                    <a:close/>
                    <a:moveTo>
                      <a:pt x="52760" y="37823"/>
                    </a:moveTo>
                    <a:cubicBezTo>
                      <a:pt x="52760" y="33679"/>
                      <a:pt x="52203" y="29945"/>
                      <a:pt x="51087" y="26659"/>
                    </a:cubicBezTo>
                    <a:cubicBezTo>
                      <a:pt x="49970" y="23373"/>
                      <a:pt x="48386" y="20573"/>
                      <a:pt x="46332" y="18296"/>
                    </a:cubicBezTo>
                    <a:cubicBezTo>
                      <a:pt x="44274" y="16018"/>
                      <a:pt x="41772" y="14263"/>
                      <a:pt x="38828" y="13031"/>
                    </a:cubicBezTo>
                    <a:cubicBezTo>
                      <a:pt x="35882" y="11799"/>
                      <a:pt x="32558" y="11201"/>
                      <a:pt x="28867" y="11201"/>
                    </a:cubicBezTo>
                    <a:lnTo>
                      <a:pt x="14170" y="11201"/>
                    </a:lnTo>
                    <a:lnTo>
                      <a:pt x="14170" y="64407"/>
                    </a:lnTo>
                    <a:lnTo>
                      <a:pt x="28867" y="64407"/>
                    </a:lnTo>
                    <a:cubicBezTo>
                      <a:pt x="32558" y="64407"/>
                      <a:pt x="35882" y="63810"/>
                      <a:pt x="38828" y="62578"/>
                    </a:cubicBezTo>
                    <a:cubicBezTo>
                      <a:pt x="41772" y="61383"/>
                      <a:pt x="44274" y="59629"/>
                      <a:pt x="46332" y="57351"/>
                    </a:cubicBezTo>
                    <a:cubicBezTo>
                      <a:pt x="48386" y="55036"/>
                      <a:pt x="49970" y="52273"/>
                      <a:pt x="51087" y="48987"/>
                    </a:cubicBezTo>
                    <a:cubicBezTo>
                      <a:pt x="52203" y="45664"/>
                      <a:pt x="52760" y="41968"/>
                      <a:pt x="52760" y="37823"/>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21" name="Google Shape;2221;p90"/>
              <p:cNvSpPr/>
              <p:nvPr/>
            </p:nvSpPr>
            <p:spPr>
              <a:xfrm>
                <a:off x="4768521" y="5353433"/>
                <a:ext cx="44707" cy="55446"/>
              </a:xfrm>
              <a:custGeom>
                <a:avLst/>
                <a:gdLst/>
                <a:ahLst/>
                <a:cxnLst/>
                <a:rect l="l" t="t" r="r" b="b"/>
                <a:pathLst>
                  <a:path w="44707" h="55446" extrusionOk="0">
                    <a:moveTo>
                      <a:pt x="44707" y="54625"/>
                    </a:moveTo>
                    <a:lnTo>
                      <a:pt x="38903" y="54625"/>
                    </a:lnTo>
                    <a:cubicBezTo>
                      <a:pt x="37685" y="54625"/>
                      <a:pt x="36726" y="54438"/>
                      <a:pt x="36027" y="54065"/>
                    </a:cubicBezTo>
                    <a:cubicBezTo>
                      <a:pt x="35329" y="53691"/>
                      <a:pt x="34806" y="52982"/>
                      <a:pt x="34462" y="51862"/>
                    </a:cubicBezTo>
                    <a:lnTo>
                      <a:pt x="33308" y="48016"/>
                    </a:lnTo>
                    <a:cubicBezTo>
                      <a:pt x="31952" y="49248"/>
                      <a:pt x="30615" y="50331"/>
                      <a:pt x="29312" y="51265"/>
                    </a:cubicBezTo>
                    <a:cubicBezTo>
                      <a:pt x="28001" y="52161"/>
                      <a:pt x="26652" y="52945"/>
                      <a:pt x="25259" y="53579"/>
                    </a:cubicBezTo>
                    <a:cubicBezTo>
                      <a:pt x="23862" y="54214"/>
                      <a:pt x="22380" y="54662"/>
                      <a:pt x="20811" y="54998"/>
                    </a:cubicBezTo>
                    <a:cubicBezTo>
                      <a:pt x="19242" y="55297"/>
                      <a:pt x="17498" y="55446"/>
                      <a:pt x="15582" y="55446"/>
                    </a:cubicBezTo>
                    <a:cubicBezTo>
                      <a:pt x="13315" y="55446"/>
                      <a:pt x="11227" y="55147"/>
                      <a:pt x="9307" y="54550"/>
                    </a:cubicBezTo>
                    <a:cubicBezTo>
                      <a:pt x="7388" y="53915"/>
                      <a:pt x="5744" y="53019"/>
                      <a:pt x="4366" y="51787"/>
                    </a:cubicBezTo>
                    <a:cubicBezTo>
                      <a:pt x="2992" y="50555"/>
                      <a:pt x="1920" y="49024"/>
                      <a:pt x="1154" y="47232"/>
                    </a:cubicBezTo>
                    <a:cubicBezTo>
                      <a:pt x="381" y="45402"/>
                      <a:pt x="0" y="43274"/>
                      <a:pt x="0" y="40885"/>
                    </a:cubicBezTo>
                    <a:cubicBezTo>
                      <a:pt x="0" y="38868"/>
                      <a:pt x="534" y="36852"/>
                      <a:pt x="1595" y="34873"/>
                    </a:cubicBezTo>
                    <a:cubicBezTo>
                      <a:pt x="2659" y="32894"/>
                      <a:pt x="4426" y="31102"/>
                      <a:pt x="6906" y="29534"/>
                    </a:cubicBezTo>
                    <a:cubicBezTo>
                      <a:pt x="9378" y="27929"/>
                      <a:pt x="12673" y="26621"/>
                      <a:pt x="16785" y="25576"/>
                    </a:cubicBezTo>
                    <a:cubicBezTo>
                      <a:pt x="20901" y="24531"/>
                      <a:pt x="26006" y="23970"/>
                      <a:pt x="32109" y="23970"/>
                    </a:cubicBezTo>
                    <a:lnTo>
                      <a:pt x="32109" y="20834"/>
                    </a:lnTo>
                    <a:cubicBezTo>
                      <a:pt x="32109" y="17213"/>
                      <a:pt x="31351" y="14524"/>
                      <a:pt x="29831" y="12807"/>
                    </a:cubicBezTo>
                    <a:cubicBezTo>
                      <a:pt x="28315" y="11052"/>
                      <a:pt x="26111" y="10193"/>
                      <a:pt x="23216" y="10193"/>
                    </a:cubicBezTo>
                    <a:cubicBezTo>
                      <a:pt x="21125" y="10193"/>
                      <a:pt x="19380" y="10417"/>
                      <a:pt x="17987" y="10902"/>
                    </a:cubicBezTo>
                    <a:cubicBezTo>
                      <a:pt x="16591" y="11425"/>
                      <a:pt x="15380" y="11948"/>
                      <a:pt x="14353" y="12583"/>
                    </a:cubicBezTo>
                    <a:cubicBezTo>
                      <a:pt x="13323" y="13180"/>
                      <a:pt x="12374" y="13740"/>
                      <a:pt x="11504" y="14225"/>
                    </a:cubicBezTo>
                    <a:cubicBezTo>
                      <a:pt x="10633" y="14711"/>
                      <a:pt x="9673" y="14935"/>
                      <a:pt x="8628" y="14935"/>
                    </a:cubicBezTo>
                    <a:cubicBezTo>
                      <a:pt x="7757" y="14935"/>
                      <a:pt x="7007" y="14711"/>
                      <a:pt x="6379" y="14263"/>
                    </a:cubicBezTo>
                    <a:cubicBezTo>
                      <a:pt x="5752" y="13815"/>
                      <a:pt x="5247" y="13255"/>
                      <a:pt x="4863" y="12583"/>
                    </a:cubicBezTo>
                    <a:lnTo>
                      <a:pt x="2510" y="8475"/>
                    </a:lnTo>
                    <a:cubicBezTo>
                      <a:pt x="8680" y="2837"/>
                      <a:pt x="16120" y="0"/>
                      <a:pt x="24837" y="0"/>
                    </a:cubicBezTo>
                    <a:cubicBezTo>
                      <a:pt x="27975" y="0"/>
                      <a:pt x="30772" y="522"/>
                      <a:pt x="33230" y="1531"/>
                    </a:cubicBezTo>
                    <a:cubicBezTo>
                      <a:pt x="35691" y="2576"/>
                      <a:pt x="37771" y="3995"/>
                      <a:pt x="39478" y="5824"/>
                    </a:cubicBezTo>
                    <a:cubicBezTo>
                      <a:pt x="41185" y="7654"/>
                      <a:pt x="42485" y="9857"/>
                      <a:pt x="43374" y="12396"/>
                    </a:cubicBezTo>
                    <a:cubicBezTo>
                      <a:pt x="44266" y="14935"/>
                      <a:pt x="44707" y="17735"/>
                      <a:pt x="44707" y="20760"/>
                    </a:cubicBezTo>
                    <a:lnTo>
                      <a:pt x="44707" y="54625"/>
                    </a:lnTo>
                    <a:close/>
                    <a:moveTo>
                      <a:pt x="19608" y="46560"/>
                    </a:moveTo>
                    <a:cubicBezTo>
                      <a:pt x="20931" y="46560"/>
                      <a:pt x="22156" y="46448"/>
                      <a:pt x="23269" y="46224"/>
                    </a:cubicBezTo>
                    <a:cubicBezTo>
                      <a:pt x="24382" y="45962"/>
                      <a:pt x="25439" y="45627"/>
                      <a:pt x="26432" y="45141"/>
                    </a:cubicBezTo>
                    <a:cubicBezTo>
                      <a:pt x="27426" y="44656"/>
                      <a:pt x="28385" y="44058"/>
                      <a:pt x="29312" y="43349"/>
                    </a:cubicBezTo>
                    <a:cubicBezTo>
                      <a:pt x="30234" y="42639"/>
                      <a:pt x="31164" y="41818"/>
                      <a:pt x="32109" y="40847"/>
                    </a:cubicBezTo>
                    <a:lnTo>
                      <a:pt x="32109" y="31886"/>
                    </a:lnTo>
                    <a:cubicBezTo>
                      <a:pt x="28341" y="31886"/>
                      <a:pt x="25196" y="32110"/>
                      <a:pt x="22667" y="32596"/>
                    </a:cubicBezTo>
                    <a:cubicBezTo>
                      <a:pt x="20143" y="33081"/>
                      <a:pt x="18111" y="33678"/>
                      <a:pt x="16576" y="34425"/>
                    </a:cubicBezTo>
                    <a:cubicBezTo>
                      <a:pt x="15041" y="35134"/>
                      <a:pt x="13950" y="35993"/>
                      <a:pt x="13308" y="37001"/>
                    </a:cubicBezTo>
                    <a:cubicBezTo>
                      <a:pt x="12665" y="37972"/>
                      <a:pt x="12344" y="39055"/>
                      <a:pt x="12344" y="40212"/>
                    </a:cubicBezTo>
                    <a:cubicBezTo>
                      <a:pt x="12344" y="42490"/>
                      <a:pt x="13009" y="44133"/>
                      <a:pt x="14353" y="45104"/>
                    </a:cubicBezTo>
                    <a:cubicBezTo>
                      <a:pt x="15694" y="46075"/>
                      <a:pt x="17450"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22" name="Google Shape;2222;p90"/>
              <p:cNvSpPr/>
              <p:nvPr/>
            </p:nvSpPr>
            <p:spPr>
              <a:xfrm>
                <a:off x="4821072" y="5338013"/>
                <a:ext cx="36550" cy="70866"/>
              </a:xfrm>
              <a:custGeom>
                <a:avLst/>
                <a:gdLst/>
                <a:ahLst/>
                <a:cxnLst/>
                <a:rect l="l" t="t" r="r" b="b"/>
                <a:pathLst>
                  <a:path w="36550" h="70866" extrusionOk="0">
                    <a:moveTo>
                      <a:pt x="22488" y="70867"/>
                    </a:moveTo>
                    <a:cubicBezTo>
                      <a:pt x="17849" y="70867"/>
                      <a:pt x="14279" y="69560"/>
                      <a:pt x="11769" y="66946"/>
                    </a:cubicBezTo>
                    <a:cubicBezTo>
                      <a:pt x="9259" y="64295"/>
                      <a:pt x="8004" y="60674"/>
                      <a:pt x="8004" y="56043"/>
                    </a:cubicBezTo>
                    <a:lnTo>
                      <a:pt x="8004" y="26062"/>
                    </a:lnTo>
                    <a:lnTo>
                      <a:pt x="2566" y="26062"/>
                    </a:lnTo>
                    <a:cubicBezTo>
                      <a:pt x="1864" y="26062"/>
                      <a:pt x="1262" y="25837"/>
                      <a:pt x="758" y="25389"/>
                    </a:cubicBezTo>
                    <a:cubicBezTo>
                      <a:pt x="254" y="24941"/>
                      <a:pt x="0" y="24269"/>
                      <a:pt x="0" y="23373"/>
                    </a:cubicBezTo>
                    <a:lnTo>
                      <a:pt x="0" y="18258"/>
                    </a:lnTo>
                    <a:lnTo>
                      <a:pt x="8631" y="16839"/>
                    </a:lnTo>
                    <a:lnTo>
                      <a:pt x="11347" y="2203"/>
                    </a:lnTo>
                    <a:cubicBezTo>
                      <a:pt x="11485" y="1493"/>
                      <a:pt x="11810" y="970"/>
                      <a:pt x="12314" y="560"/>
                    </a:cubicBezTo>
                    <a:cubicBezTo>
                      <a:pt x="12822" y="186"/>
                      <a:pt x="13457" y="0"/>
                      <a:pt x="14223" y="0"/>
                    </a:cubicBezTo>
                    <a:lnTo>
                      <a:pt x="20919" y="0"/>
                    </a:lnTo>
                    <a:lnTo>
                      <a:pt x="20919" y="16876"/>
                    </a:lnTo>
                    <a:lnTo>
                      <a:pt x="35034" y="16876"/>
                    </a:lnTo>
                    <a:lnTo>
                      <a:pt x="35034" y="26062"/>
                    </a:lnTo>
                    <a:lnTo>
                      <a:pt x="20919" y="26062"/>
                    </a:lnTo>
                    <a:lnTo>
                      <a:pt x="20919" y="55147"/>
                    </a:lnTo>
                    <a:cubicBezTo>
                      <a:pt x="20919" y="56828"/>
                      <a:pt x="21334" y="58135"/>
                      <a:pt x="22174" y="59068"/>
                    </a:cubicBezTo>
                    <a:cubicBezTo>
                      <a:pt x="23007" y="60001"/>
                      <a:pt x="24124" y="60487"/>
                      <a:pt x="25517" y="60487"/>
                    </a:cubicBezTo>
                    <a:cubicBezTo>
                      <a:pt x="26320" y="60487"/>
                      <a:pt x="26992" y="60375"/>
                      <a:pt x="27530" y="60188"/>
                    </a:cubicBezTo>
                    <a:cubicBezTo>
                      <a:pt x="28072" y="60001"/>
                      <a:pt x="28542" y="59777"/>
                      <a:pt x="28942" y="59591"/>
                    </a:cubicBezTo>
                    <a:cubicBezTo>
                      <a:pt x="29345" y="59367"/>
                      <a:pt x="29700" y="59180"/>
                      <a:pt x="30014" y="58993"/>
                    </a:cubicBezTo>
                    <a:cubicBezTo>
                      <a:pt x="30328" y="58807"/>
                      <a:pt x="30641" y="58695"/>
                      <a:pt x="30955" y="58695"/>
                    </a:cubicBezTo>
                    <a:cubicBezTo>
                      <a:pt x="31340" y="58695"/>
                      <a:pt x="31653" y="58807"/>
                      <a:pt x="31896" y="58993"/>
                    </a:cubicBezTo>
                    <a:cubicBezTo>
                      <a:pt x="32143" y="59180"/>
                      <a:pt x="32401" y="59479"/>
                      <a:pt x="32681" y="59852"/>
                    </a:cubicBezTo>
                    <a:lnTo>
                      <a:pt x="36550" y="66125"/>
                    </a:lnTo>
                    <a:cubicBezTo>
                      <a:pt x="34668" y="67693"/>
                      <a:pt x="32505" y="68888"/>
                      <a:pt x="30066" y="69672"/>
                    </a:cubicBezTo>
                    <a:cubicBezTo>
                      <a:pt x="27627" y="70494"/>
                      <a:pt x="25099" y="70867"/>
                      <a:pt x="22488" y="7086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23" name="Google Shape;2223;p90"/>
              <p:cNvSpPr/>
              <p:nvPr/>
            </p:nvSpPr>
            <p:spPr>
              <a:xfrm>
                <a:off x="4863740" y="5353433"/>
                <a:ext cx="44707" cy="55446"/>
              </a:xfrm>
              <a:custGeom>
                <a:avLst/>
                <a:gdLst/>
                <a:ahLst/>
                <a:cxnLst/>
                <a:rect l="l" t="t" r="r" b="b"/>
                <a:pathLst>
                  <a:path w="44707" h="55446" extrusionOk="0">
                    <a:moveTo>
                      <a:pt x="44707" y="54625"/>
                    </a:moveTo>
                    <a:lnTo>
                      <a:pt x="38903" y="54625"/>
                    </a:lnTo>
                    <a:cubicBezTo>
                      <a:pt x="37685" y="54625"/>
                      <a:pt x="36725" y="54438"/>
                      <a:pt x="36031" y="54065"/>
                    </a:cubicBezTo>
                    <a:cubicBezTo>
                      <a:pt x="35329" y="53691"/>
                      <a:pt x="34806" y="52982"/>
                      <a:pt x="34462" y="51862"/>
                    </a:cubicBezTo>
                    <a:lnTo>
                      <a:pt x="33308" y="48016"/>
                    </a:lnTo>
                    <a:cubicBezTo>
                      <a:pt x="31952" y="49248"/>
                      <a:pt x="30615" y="50331"/>
                      <a:pt x="29312" y="51265"/>
                    </a:cubicBezTo>
                    <a:cubicBezTo>
                      <a:pt x="28001" y="52161"/>
                      <a:pt x="26652" y="52945"/>
                      <a:pt x="25259" y="53579"/>
                    </a:cubicBezTo>
                    <a:cubicBezTo>
                      <a:pt x="23862" y="54214"/>
                      <a:pt x="22380" y="54662"/>
                      <a:pt x="20811" y="54998"/>
                    </a:cubicBezTo>
                    <a:cubicBezTo>
                      <a:pt x="19242" y="55297"/>
                      <a:pt x="17502" y="55446"/>
                      <a:pt x="15582" y="55446"/>
                    </a:cubicBezTo>
                    <a:cubicBezTo>
                      <a:pt x="13319" y="55446"/>
                      <a:pt x="11227" y="55147"/>
                      <a:pt x="9307" y="54550"/>
                    </a:cubicBezTo>
                    <a:cubicBezTo>
                      <a:pt x="7391" y="53915"/>
                      <a:pt x="5744" y="53019"/>
                      <a:pt x="4366" y="51787"/>
                    </a:cubicBezTo>
                    <a:cubicBezTo>
                      <a:pt x="2992" y="50555"/>
                      <a:pt x="1920" y="49024"/>
                      <a:pt x="1154" y="47232"/>
                    </a:cubicBezTo>
                    <a:cubicBezTo>
                      <a:pt x="385" y="45402"/>
                      <a:pt x="0" y="43274"/>
                      <a:pt x="0" y="40885"/>
                    </a:cubicBezTo>
                    <a:cubicBezTo>
                      <a:pt x="0" y="38868"/>
                      <a:pt x="534" y="36852"/>
                      <a:pt x="1595" y="34873"/>
                    </a:cubicBezTo>
                    <a:cubicBezTo>
                      <a:pt x="2659" y="32894"/>
                      <a:pt x="4430" y="31102"/>
                      <a:pt x="6906" y="29534"/>
                    </a:cubicBezTo>
                    <a:cubicBezTo>
                      <a:pt x="9378" y="27929"/>
                      <a:pt x="12672" y="26621"/>
                      <a:pt x="16785" y="25576"/>
                    </a:cubicBezTo>
                    <a:cubicBezTo>
                      <a:pt x="20901" y="24531"/>
                      <a:pt x="26006" y="23970"/>
                      <a:pt x="32109" y="23970"/>
                    </a:cubicBezTo>
                    <a:lnTo>
                      <a:pt x="32109" y="20834"/>
                    </a:lnTo>
                    <a:cubicBezTo>
                      <a:pt x="32109" y="17213"/>
                      <a:pt x="31351" y="14524"/>
                      <a:pt x="29831" y="12807"/>
                    </a:cubicBezTo>
                    <a:cubicBezTo>
                      <a:pt x="28315" y="11052"/>
                      <a:pt x="26111" y="10193"/>
                      <a:pt x="23216" y="10193"/>
                    </a:cubicBezTo>
                    <a:cubicBezTo>
                      <a:pt x="21125" y="10193"/>
                      <a:pt x="19384" y="10417"/>
                      <a:pt x="17987" y="10902"/>
                    </a:cubicBezTo>
                    <a:cubicBezTo>
                      <a:pt x="16590" y="11425"/>
                      <a:pt x="15380" y="11948"/>
                      <a:pt x="14353" y="12583"/>
                    </a:cubicBezTo>
                    <a:cubicBezTo>
                      <a:pt x="13322" y="13180"/>
                      <a:pt x="12377" y="13740"/>
                      <a:pt x="11503" y="14225"/>
                    </a:cubicBezTo>
                    <a:cubicBezTo>
                      <a:pt x="10633" y="14711"/>
                      <a:pt x="9673" y="14935"/>
                      <a:pt x="8631" y="14935"/>
                    </a:cubicBezTo>
                    <a:cubicBezTo>
                      <a:pt x="7757" y="14935"/>
                      <a:pt x="7007" y="14711"/>
                      <a:pt x="6379" y="14263"/>
                    </a:cubicBezTo>
                    <a:cubicBezTo>
                      <a:pt x="5752" y="13815"/>
                      <a:pt x="5247" y="13255"/>
                      <a:pt x="4863" y="12583"/>
                    </a:cubicBezTo>
                    <a:lnTo>
                      <a:pt x="2510" y="8475"/>
                    </a:lnTo>
                    <a:cubicBezTo>
                      <a:pt x="8680" y="2837"/>
                      <a:pt x="16120" y="0"/>
                      <a:pt x="24837" y="0"/>
                    </a:cubicBezTo>
                    <a:cubicBezTo>
                      <a:pt x="27975" y="0"/>
                      <a:pt x="30772" y="522"/>
                      <a:pt x="33233" y="1531"/>
                    </a:cubicBezTo>
                    <a:cubicBezTo>
                      <a:pt x="35691" y="2576"/>
                      <a:pt x="37771" y="3995"/>
                      <a:pt x="39478" y="5824"/>
                    </a:cubicBezTo>
                    <a:cubicBezTo>
                      <a:pt x="41185" y="7654"/>
                      <a:pt x="42485" y="9857"/>
                      <a:pt x="43374" y="12396"/>
                    </a:cubicBezTo>
                    <a:cubicBezTo>
                      <a:pt x="44266" y="14935"/>
                      <a:pt x="44707" y="17735"/>
                      <a:pt x="44707" y="20760"/>
                    </a:cubicBezTo>
                    <a:lnTo>
                      <a:pt x="44707" y="54625"/>
                    </a:lnTo>
                    <a:close/>
                    <a:moveTo>
                      <a:pt x="19608" y="46560"/>
                    </a:moveTo>
                    <a:cubicBezTo>
                      <a:pt x="20934" y="46560"/>
                      <a:pt x="22155" y="46448"/>
                      <a:pt x="23272" y="46224"/>
                    </a:cubicBezTo>
                    <a:cubicBezTo>
                      <a:pt x="24381" y="45962"/>
                      <a:pt x="25442" y="45627"/>
                      <a:pt x="26432" y="45141"/>
                    </a:cubicBezTo>
                    <a:cubicBezTo>
                      <a:pt x="27425" y="44656"/>
                      <a:pt x="28385" y="44058"/>
                      <a:pt x="29312" y="43349"/>
                    </a:cubicBezTo>
                    <a:cubicBezTo>
                      <a:pt x="30234" y="42639"/>
                      <a:pt x="31164" y="41818"/>
                      <a:pt x="32109" y="40847"/>
                    </a:cubicBezTo>
                    <a:lnTo>
                      <a:pt x="32109" y="31886"/>
                    </a:lnTo>
                    <a:cubicBezTo>
                      <a:pt x="28341" y="31886"/>
                      <a:pt x="25196" y="32110"/>
                      <a:pt x="22667" y="32596"/>
                    </a:cubicBezTo>
                    <a:cubicBezTo>
                      <a:pt x="20142" y="33081"/>
                      <a:pt x="18111" y="33678"/>
                      <a:pt x="16579" y="34425"/>
                    </a:cubicBezTo>
                    <a:cubicBezTo>
                      <a:pt x="15041" y="35134"/>
                      <a:pt x="13950" y="35993"/>
                      <a:pt x="13311" y="37001"/>
                    </a:cubicBezTo>
                    <a:cubicBezTo>
                      <a:pt x="12665" y="37972"/>
                      <a:pt x="12344" y="39055"/>
                      <a:pt x="12344" y="40212"/>
                    </a:cubicBezTo>
                    <a:cubicBezTo>
                      <a:pt x="12344" y="42490"/>
                      <a:pt x="13009" y="44133"/>
                      <a:pt x="14353" y="45104"/>
                    </a:cubicBezTo>
                    <a:cubicBezTo>
                      <a:pt x="15694" y="46075"/>
                      <a:pt x="17450"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224" name="Google Shape;2224;p90"/>
            <p:cNvSpPr/>
            <p:nvPr/>
          </p:nvSpPr>
          <p:spPr>
            <a:xfrm>
              <a:off x="4697785" y="4843658"/>
              <a:ext cx="232876" cy="261068"/>
            </a:xfrm>
            <a:custGeom>
              <a:avLst/>
              <a:gdLst/>
              <a:ahLst/>
              <a:cxnLst/>
              <a:rect l="l" t="t" r="r" b="b"/>
              <a:pathLst>
                <a:path w="232876" h="261068" extrusionOk="0">
                  <a:moveTo>
                    <a:pt x="0" y="211372"/>
                  </a:moveTo>
                  <a:cubicBezTo>
                    <a:pt x="0" y="244005"/>
                    <a:pt x="58639" y="261069"/>
                    <a:pt x="116437" y="261069"/>
                  </a:cubicBezTo>
                  <a:cubicBezTo>
                    <a:pt x="174238" y="261069"/>
                    <a:pt x="232877" y="244005"/>
                    <a:pt x="232877" y="211372"/>
                  </a:cubicBezTo>
                  <a:lnTo>
                    <a:pt x="232877" y="49685"/>
                  </a:lnTo>
                  <a:cubicBezTo>
                    <a:pt x="232877" y="17052"/>
                    <a:pt x="174238" y="0"/>
                    <a:pt x="116437" y="0"/>
                  </a:cubicBezTo>
                  <a:cubicBezTo>
                    <a:pt x="58639" y="0"/>
                    <a:pt x="0" y="17052"/>
                    <a:pt x="0" y="49685"/>
                  </a:cubicBezTo>
                  <a:lnTo>
                    <a:pt x="0" y="211372"/>
                  </a:lnTo>
                  <a:close/>
                  <a:moveTo>
                    <a:pt x="75390" y="202673"/>
                  </a:moveTo>
                  <a:cubicBezTo>
                    <a:pt x="65444" y="201105"/>
                    <a:pt x="55662" y="198640"/>
                    <a:pt x="46156" y="195392"/>
                  </a:cubicBezTo>
                  <a:lnTo>
                    <a:pt x="46156" y="166194"/>
                  </a:lnTo>
                  <a:cubicBezTo>
                    <a:pt x="55692" y="169293"/>
                    <a:pt x="65466" y="171645"/>
                    <a:pt x="75390" y="173213"/>
                  </a:cubicBezTo>
                  <a:lnTo>
                    <a:pt x="75390" y="202673"/>
                  </a:lnTo>
                  <a:close/>
                  <a:moveTo>
                    <a:pt x="75390" y="164962"/>
                  </a:moveTo>
                  <a:cubicBezTo>
                    <a:pt x="65455" y="163393"/>
                    <a:pt x="55673" y="160967"/>
                    <a:pt x="46156" y="157785"/>
                  </a:cubicBezTo>
                  <a:lnTo>
                    <a:pt x="46156" y="129151"/>
                  </a:lnTo>
                  <a:cubicBezTo>
                    <a:pt x="55699" y="132149"/>
                    <a:pt x="65477" y="134386"/>
                    <a:pt x="75390" y="135838"/>
                  </a:cubicBezTo>
                  <a:lnTo>
                    <a:pt x="75390" y="164962"/>
                  </a:lnTo>
                  <a:close/>
                  <a:moveTo>
                    <a:pt x="75390" y="127762"/>
                  </a:moveTo>
                  <a:cubicBezTo>
                    <a:pt x="65458" y="126209"/>
                    <a:pt x="55677" y="123834"/>
                    <a:pt x="46156" y="120664"/>
                  </a:cubicBezTo>
                  <a:lnTo>
                    <a:pt x="46156" y="90641"/>
                  </a:lnTo>
                  <a:cubicBezTo>
                    <a:pt x="55654" y="93979"/>
                    <a:pt x="65436" y="96492"/>
                    <a:pt x="75390" y="98146"/>
                  </a:cubicBezTo>
                  <a:lnTo>
                    <a:pt x="75390" y="127762"/>
                  </a:lnTo>
                  <a:close/>
                  <a:moveTo>
                    <a:pt x="112668" y="168546"/>
                  </a:moveTo>
                  <a:cubicBezTo>
                    <a:pt x="102890" y="168397"/>
                    <a:pt x="93131" y="167725"/>
                    <a:pt x="83431" y="166530"/>
                  </a:cubicBezTo>
                  <a:lnTo>
                    <a:pt x="83431" y="136984"/>
                  </a:lnTo>
                  <a:cubicBezTo>
                    <a:pt x="93134" y="138135"/>
                    <a:pt x="102894" y="138762"/>
                    <a:pt x="112668" y="138859"/>
                  </a:cubicBezTo>
                  <a:lnTo>
                    <a:pt x="112668" y="168546"/>
                  </a:lnTo>
                  <a:close/>
                  <a:moveTo>
                    <a:pt x="149947" y="204203"/>
                  </a:moveTo>
                  <a:cubicBezTo>
                    <a:pt x="140251" y="205436"/>
                    <a:pt x="130487" y="206070"/>
                    <a:pt x="120709" y="206182"/>
                  </a:cubicBezTo>
                  <a:lnTo>
                    <a:pt x="120709" y="176237"/>
                  </a:lnTo>
                  <a:cubicBezTo>
                    <a:pt x="130487" y="176126"/>
                    <a:pt x="140251" y="175491"/>
                    <a:pt x="149947" y="174259"/>
                  </a:cubicBezTo>
                  <a:lnTo>
                    <a:pt x="149947" y="204203"/>
                  </a:lnTo>
                  <a:close/>
                  <a:moveTo>
                    <a:pt x="187225" y="230975"/>
                  </a:moveTo>
                  <a:cubicBezTo>
                    <a:pt x="177727" y="234260"/>
                    <a:pt x="167941" y="236687"/>
                    <a:pt x="157988" y="238218"/>
                  </a:cubicBezTo>
                  <a:lnTo>
                    <a:pt x="157988" y="210812"/>
                  </a:lnTo>
                  <a:cubicBezTo>
                    <a:pt x="167900" y="209281"/>
                    <a:pt x="177675" y="206967"/>
                    <a:pt x="187225" y="203979"/>
                  </a:cubicBezTo>
                  <a:lnTo>
                    <a:pt x="187225" y="230975"/>
                  </a:lnTo>
                  <a:close/>
                  <a:moveTo>
                    <a:pt x="187225" y="158114"/>
                  </a:moveTo>
                  <a:cubicBezTo>
                    <a:pt x="177705" y="161302"/>
                    <a:pt x="167923" y="163692"/>
                    <a:pt x="157988" y="165298"/>
                  </a:cubicBezTo>
                  <a:lnTo>
                    <a:pt x="157988" y="135838"/>
                  </a:lnTo>
                  <a:cubicBezTo>
                    <a:pt x="167900" y="134375"/>
                    <a:pt x="177678" y="132138"/>
                    <a:pt x="187225" y="129151"/>
                  </a:cubicBezTo>
                  <a:lnTo>
                    <a:pt x="187225" y="158114"/>
                  </a:lnTo>
                  <a:close/>
                  <a:moveTo>
                    <a:pt x="187225" y="120993"/>
                  </a:moveTo>
                  <a:cubicBezTo>
                    <a:pt x="177701" y="124159"/>
                    <a:pt x="167923" y="126534"/>
                    <a:pt x="157988" y="128091"/>
                  </a:cubicBezTo>
                  <a:lnTo>
                    <a:pt x="157988" y="98146"/>
                  </a:lnTo>
                  <a:cubicBezTo>
                    <a:pt x="167941" y="96492"/>
                    <a:pt x="177723" y="93979"/>
                    <a:pt x="187225" y="90641"/>
                  </a:cubicBezTo>
                  <a:lnTo>
                    <a:pt x="187225" y="120993"/>
                  </a:lnTo>
                  <a:close/>
                  <a:moveTo>
                    <a:pt x="212354" y="211708"/>
                  </a:moveTo>
                  <a:cubicBezTo>
                    <a:pt x="212354" y="216600"/>
                    <a:pt x="206154" y="222499"/>
                    <a:pt x="194848" y="227614"/>
                  </a:cubicBezTo>
                  <a:lnTo>
                    <a:pt x="194848" y="200955"/>
                  </a:lnTo>
                  <a:cubicBezTo>
                    <a:pt x="201194" y="198603"/>
                    <a:pt x="207214" y="195504"/>
                    <a:pt x="212772" y="191733"/>
                  </a:cubicBezTo>
                  <a:lnTo>
                    <a:pt x="212354" y="211708"/>
                  </a:lnTo>
                  <a:close/>
                  <a:moveTo>
                    <a:pt x="212354" y="107368"/>
                  </a:moveTo>
                  <a:cubicBezTo>
                    <a:pt x="207169" y="111834"/>
                    <a:pt x="201250" y="115418"/>
                    <a:pt x="194848" y="117972"/>
                  </a:cubicBezTo>
                  <a:lnTo>
                    <a:pt x="194848" y="87542"/>
                  </a:lnTo>
                  <a:lnTo>
                    <a:pt x="199035" y="85499"/>
                  </a:lnTo>
                  <a:cubicBezTo>
                    <a:pt x="203659" y="83707"/>
                    <a:pt x="208118" y="81523"/>
                    <a:pt x="212354" y="78973"/>
                  </a:cubicBezTo>
                  <a:lnTo>
                    <a:pt x="212354" y="107368"/>
                  </a:lnTo>
                  <a:close/>
                  <a:moveTo>
                    <a:pt x="116437" y="19905"/>
                  </a:moveTo>
                  <a:cubicBezTo>
                    <a:pt x="175075" y="19905"/>
                    <a:pt x="212772" y="37528"/>
                    <a:pt x="212772" y="49685"/>
                  </a:cubicBezTo>
                  <a:cubicBezTo>
                    <a:pt x="212772" y="61842"/>
                    <a:pt x="175075" y="79466"/>
                    <a:pt x="116437" y="79466"/>
                  </a:cubicBezTo>
                  <a:cubicBezTo>
                    <a:pt x="57798" y="79466"/>
                    <a:pt x="20101" y="61842"/>
                    <a:pt x="20101" y="49685"/>
                  </a:cubicBezTo>
                  <a:cubicBezTo>
                    <a:pt x="20101" y="37528"/>
                    <a:pt x="57798" y="19905"/>
                    <a:pt x="116437" y="19905"/>
                  </a:cubicBezTo>
                  <a:close/>
                  <a:moveTo>
                    <a:pt x="20101" y="78973"/>
                  </a:moveTo>
                  <a:cubicBezTo>
                    <a:pt x="24322" y="81504"/>
                    <a:pt x="28748" y="83689"/>
                    <a:pt x="33338" y="85499"/>
                  </a:cubicBezTo>
                  <a:lnTo>
                    <a:pt x="37611" y="87542"/>
                  </a:lnTo>
                  <a:lnTo>
                    <a:pt x="37611" y="117647"/>
                  </a:lnTo>
                  <a:cubicBezTo>
                    <a:pt x="31228" y="115086"/>
                    <a:pt x="25312" y="111531"/>
                    <a:pt x="20101" y="107122"/>
                  </a:cubicBezTo>
                  <a:lnTo>
                    <a:pt x="20101" y="78973"/>
                  </a:lnTo>
                  <a:close/>
                  <a:moveTo>
                    <a:pt x="20101" y="154115"/>
                  </a:moveTo>
                  <a:cubicBezTo>
                    <a:pt x="25558" y="157826"/>
                    <a:pt x="31433" y="160929"/>
                    <a:pt x="37611" y="163319"/>
                  </a:cubicBezTo>
                  <a:lnTo>
                    <a:pt x="37611" y="192293"/>
                  </a:lnTo>
                  <a:cubicBezTo>
                    <a:pt x="31217" y="189679"/>
                    <a:pt x="25304" y="186095"/>
                    <a:pt x="20101" y="181614"/>
                  </a:cubicBezTo>
                  <a:lnTo>
                    <a:pt x="20101" y="154115"/>
                  </a:lnTo>
                  <a:close/>
                  <a:moveTo>
                    <a:pt x="20101" y="191733"/>
                  </a:moveTo>
                  <a:cubicBezTo>
                    <a:pt x="25540" y="195466"/>
                    <a:pt x="31418" y="198566"/>
                    <a:pt x="37611" y="200955"/>
                  </a:cubicBezTo>
                  <a:lnTo>
                    <a:pt x="37611" y="227315"/>
                  </a:lnTo>
                  <a:cubicBezTo>
                    <a:pt x="26638" y="222163"/>
                    <a:pt x="20101" y="216189"/>
                    <a:pt x="20101" y="211372"/>
                  </a:cubicBezTo>
                  <a:lnTo>
                    <a:pt x="20101" y="191733"/>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225" name="Google Shape;2225;p90"/>
          <p:cNvGrpSpPr/>
          <p:nvPr/>
        </p:nvGrpSpPr>
        <p:grpSpPr>
          <a:xfrm>
            <a:off x="5191033" y="3679596"/>
            <a:ext cx="407628" cy="462803"/>
            <a:chOff x="5515953" y="4843658"/>
            <a:chExt cx="497836" cy="565221"/>
          </a:xfrm>
        </p:grpSpPr>
        <p:grpSp>
          <p:nvGrpSpPr>
            <p:cNvPr id="2226" name="Google Shape;2226;p90"/>
            <p:cNvGrpSpPr/>
            <p:nvPr/>
          </p:nvGrpSpPr>
          <p:grpSpPr>
            <a:xfrm>
              <a:off x="5515953" y="5207144"/>
              <a:ext cx="497836" cy="201735"/>
              <a:chOff x="5515953" y="5207144"/>
              <a:chExt cx="497836" cy="201735"/>
            </a:xfrm>
          </p:grpSpPr>
          <p:sp>
            <p:nvSpPr>
              <p:cNvPr id="2227" name="Google Shape;2227;p90"/>
              <p:cNvSpPr/>
              <p:nvPr/>
            </p:nvSpPr>
            <p:spPr>
              <a:xfrm>
                <a:off x="5515953" y="5208413"/>
                <a:ext cx="51086" cy="77251"/>
              </a:xfrm>
              <a:custGeom>
                <a:avLst/>
                <a:gdLst/>
                <a:ahLst/>
                <a:cxnLst/>
                <a:rect l="l" t="t" r="r" b="b"/>
                <a:pathLst>
                  <a:path w="51086" h="77251" extrusionOk="0">
                    <a:moveTo>
                      <a:pt x="46276" y="14599"/>
                    </a:moveTo>
                    <a:cubicBezTo>
                      <a:pt x="45891" y="15346"/>
                      <a:pt x="45447" y="15906"/>
                      <a:pt x="44942" y="16205"/>
                    </a:cubicBezTo>
                    <a:cubicBezTo>
                      <a:pt x="44434" y="16541"/>
                      <a:pt x="43833" y="16690"/>
                      <a:pt x="43138" y="16690"/>
                    </a:cubicBezTo>
                    <a:cubicBezTo>
                      <a:pt x="42440" y="16690"/>
                      <a:pt x="41656" y="16391"/>
                      <a:pt x="40785" y="15869"/>
                    </a:cubicBezTo>
                    <a:cubicBezTo>
                      <a:pt x="39911" y="15308"/>
                      <a:pt x="38884" y="14711"/>
                      <a:pt x="37700" y="14076"/>
                    </a:cubicBezTo>
                    <a:cubicBezTo>
                      <a:pt x="36513" y="13405"/>
                      <a:pt x="35127" y="12807"/>
                      <a:pt x="33543" y="12247"/>
                    </a:cubicBezTo>
                    <a:cubicBezTo>
                      <a:pt x="31956" y="11724"/>
                      <a:pt x="30081" y="11463"/>
                      <a:pt x="27922" y="11463"/>
                    </a:cubicBezTo>
                    <a:cubicBezTo>
                      <a:pt x="25969" y="11463"/>
                      <a:pt x="24270" y="11687"/>
                      <a:pt x="22824" y="12172"/>
                    </a:cubicBezTo>
                    <a:cubicBezTo>
                      <a:pt x="21375" y="12620"/>
                      <a:pt x="20157" y="13292"/>
                      <a:pt x="19160" y="14114"/>
                    </a:cubicBezTo>
                    <a:cubicBezTo>
                      <a:pt x="18170" y="14972"/>
                      <a:pt x="17427" y="15943"/>
                      <a:pt x="16941" y="17138"/>
                    </a:cubicBezTo>
                    <a:cubicBezTo>
                      <a:pt x="16452" y="18296"/>
                      <a:pt x="16209" y="19565"/>
                      <a:pt x="16209" y="20946"/>
                    </a:cubicBezTo>
                    <a:cubicBezTo>
                      <a:pt x="16209" y="22739"/>
                      <a:pt x="16706" y="24232"/>
                      <a:pt x="17700" y="25390"/>
                    </a:cubicBezTo>
                    <a:cubicBezTo>
                      <a:pt x="18689" y="26584"/>
                      <a:pt x="20008" y="27593"/>
                      <a:pt x="21644" y="28451"/>
                    </a:cubicBezTo>
                    <a:cubicBezTo>
                      <a:pt x="23283" y="29273"/>
                      <a:pt x="25147" y="30020"/>
                      <a:pt x="27242" y="30691"/>
                    </a:cubicBezTo>
                    <a:cubicBezTo>
                      <a:pt x="29334" y="31364"/>
                      <a:pt x="31467" y="32073"/>
                      <a:pt x="33648" y="32820"/>
                    </a:cubicBezTo>
                    <a:cubicBezTo>
                      <a:pt x="35825" y="33567"/>
                      <a:pt x="37962" y="34425"/>
                      <a:pt x="40053" y="35433"/>
                    </a:cubicBezTo>
                    <a:cubicBezTo>
                      <a:pt x="42145" y="36404"/>
                      <a:pt x="44009" y="37674"/>
                      <a:pt x="45648" y="39167"/>
                    </a:cubicBezTo>
                    <a:cubicBezTo>
                      <a:pt x="47284" y="40698"/>
                      <a:pt x="48603" y="42565"/>
                      <a:pt x="49596" y="44730"/>
                    </a:cubicBezTo>
                    <a:cubicBezTo>
                      <a:pt x="50590" y="46934"/>
                      <a:pt x="51086" y="49622"/>
                      <a:pt x="51086" y="52758"/>
                    </a:cubicBezTo>
                    <a:cubicBezTo>
                      <a:pt x="51086" y="56156"/>
                      <a:pt x="50500" y="59367"/>
                      <a:pt x="49335" y="62354"/>
                    </a:cubicBezTo>
                    <a:cubicBezTo>
                      <a:pt x="48166" y="65304"/>
                      <a:pt x="46459" y="67917"/>
                      <a:pt x="44210" y="70120"/>
                    </a:cubicBezTo>
                    <a:cubicBezTo>
                      <a:pt x="41958" y="72323"/>
                      <a:pt x="39217" y="74078"/>
                      <a:pt x="35975" y="75348"/>
                    </a:cubicBezTo>
                    <a:cubicBezTo>
                      <a:pt x="32733" y="76617"/>
                      <a:pt x="29020" y="77252"/>
                      <a:pt x="24837" y="77252"/>
                    </a:cubicBezTo>
                    <a:cubicBezTo>
                      <a:pt x="22428" y="77252"/>
                      <a:pt x="20060" y="77028"/>
                      <a:pt x="17726" y="76542"/>
                    </a:cubicBezTo>
                    <a:cubicBezTo>
                      <a:pt x="15388" y="76094"/>
                      <a:pt x="13151" y="75422"/>
                      <a:pt x="11007" y="74526"/>
                    </a:cubicBezTo>
                    <a:cubicBezTo>
                      <a:pt x="8863" y="73667"/>
                      <a:pt x="6857" y="72622"/>
                      <a:pt x="4994" y="71390"/>
                    </a:cubicBezTo>
                    <a:cubicBezTo>
                      <a:pt x="3126" y="70195"/>
                      <a:pt x="1464" y="68814"/>
                      <a:pt x="0" y="67320"/>
                    </a:cubicBezTo>
                    <a:lnTo>
                      <a:pt x="4078" y="60599"/>
                    </a:lnTo>
                    <a:cubicBezTo>
                      <a:pt x="4459" y="60114"/>
                      <a:pt x="4923" y="59703"/>
                      <a:pt x="5460" y="59367"/>
                    </a:cubicBezTo>
                    <a:cubicBezTo>
                      <a:pt x="6006" y="59031"/>
                      <a:pt x="6603" y="58844"/>
                      <a:pt x="7268" y="58844"/>
                    </a:cubicBezTo>
                    <a:cubicBezTo>
                      <a:pt x="8138" y="58844"/>
                      <a:pt x="9080" y="59217"/>
                      <a:pt x="10092" y="59927"/>
                    </a:cubicBezTo>
                    <a:cubicBezTo>
                      <a:pt x="11100" y="60636"/>
                      <a:pt x="12295" y="61458"/>
                      <a:pt x="13673" y="62317"/>
                    </a:cubicBezTo>
                    <a:cubicBezTo>
                      <a:pt x="15048" y="63176"/>
                      <a:pt x="16669" y="63959"/>
                      <a:pt x="18533" y="64706"/>
                    </a:cubicBezTo>
                    <a:cubicBezTo>
                      <a:pt x="20400" y="65416"/>
                      <a:pt x="22641" y="65752"/>
                      <a:pt x="25255" y="65752"/>
                    </a:cubicBezTo>
                    <a:cubicBezTo>
                      <a:pt x="29263" y="65752"/>
                      <a:pt x="32367" y="64818"/>
                      <a:pt x="34563" y="62914"/>
                    </a:cubicBezTo>
                    <a:cubicBezTo>
                      <a:pt x="36759" y="61010"/>
                      <a:pt x="37857" y="58284"/>
                      <a:pt x="37857" y="54737"/>
                    </a:cubicBezTo>
                    <a:cubicBezTo>
                      <a:pt x="37857" y="52758"/>
                      <a:pt x="37361" y="51116"/>
                      <a:pt x="36367" y="49883"/>
                    </a:cubicBezTo>
                    <a:cubicBezTo>
                      <a:pt x="35373" y="48614"/>
                      <a:pt x="34055" y="47568"/>
                      <a:pt x="32419" y="46709"/>
                    </a:cubicBezTo>
                    <a:cubicBezTo>
                      <a:pt x="30779" y="45851"/>
                      <a:pt x="28916" y="45142"/>
                      <a:pt x="26824" y="44544"/>
                    </a:cubicBezTo>
                    <a:cubicBezTo>
                      <a:pt x="24733" y="43947"/>
                      <a:pt x="22604" y="43312"/>
                      <a:pt x="20445" y="42602"/>
                    </a:cubicBezTo>
                    <a:cubicBezTo>
                      <a:pt x="18282" y="41893"/>
                      <a:pt x="16157" y="41071"/>
                      <a:pt x="14066" y="40101"/>
                    </a:cubicBezTo>
                    <a:cubicBezTo>
                      <a:pt x="11974" y="39130"/>
                      <a:pt x="10107" y="37860"/>
                      <a:pt x="8471" y="36292"/>
                    </a:cubicBezTo>
                    <a:cubicBezTo>
                      <a:pt x="6831" y="34724"/>
                      <a:pt x="5516" y="32745"/>
                      <a:pt x="4523" y="30393"/>
                    </a:cubicBezTo>
                    <a:cubicBezTo>
                      <a:pt x="3529" y="28041"/>
                      <a:pt x="3033" y="25128"/>
                      <a:pt x="3033" y="21693"/>
                    </a:cubicBezTo>
                    <a:cubicBezTo>
                      <a:pt x="3033" y="18930"/>
                      <a:pt x="3582" y="16242"/>
                      <a:pt x="4680" y="13628"/>
                    </a:cubicBezTo>
                    <a:cubicBezTo>
                      <a:pt x="5774" y="11015"/>
                      <a:pt x="7380" y="8700"/>
                      <a:pt x="9490" y="6684"/>
                    </a:cubicBezTo>
                    <a:cubicBezTo>
                      <a:pt x="11597" y="4667"/>
                      <a:pt x="14185" y="3062"/>
                      <a:pt x="17255" y="1830"/>
                    </a:cubicBezTo>
                    <a:cubicBezTo>
                      <a:pt x="20322" y="598"/>
                      <a:pt x="23825" y="0"/>
                      <a:pt x="27765" y="0"/>
                    </a:cubicBezTo>
                    <a:cubicBezTo>
                      <a:pt x="32229" y="0"/>
                      <a:pt x="36341" y="710"/>
                      <a:pt x="40106" y="2091"/>
                    </a:cubicBezTo>
                    <a:cubicBezTo>
                      <a:pt x="43870" y="3473"/>
                      <a:pt x="47075" y="5452"/>
                      <a:pt x="49727" y="7953"/>
                    </a:cubicBezTo>
                    <a:lnTo>
                      <a:pt x="46276" y="1459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28" name="Google Shape;2228;p90"/>
              <p:cNvSpPr/>
              <p:nvPr/>
            </p:nvSpPr>
            <p:spPr>
              <a:xfrm>
                <a:off x="5572216" y="5214798"/>
                <a:ext cx="36550" cy="70866"/>
              </a:xfrm>
              <a:custGeom>
                <a:avLst/>
                <a:gdLst/>
                <a:ahLst/>
                <a:cxnLst/>
                <a:rect l="l" t="t" r="r" b="b"/>
                <a:pathLst>
                  <a:path w="36550" h="70866" extrusionOk="0">
                    <a:moveTo>
                      <a:pt x="22488" y="70867"/>
                    </a:moveTo>
                    <a:cubicBezTo>
                      <a:pt x="17846" y="70867"/>
                      <a:pt x="14271" y="69560"/>
                      <a:pt x="11761" y="66946"/>
                    </a:cubicBezTo>
                    <a:cubicBezTo>
                      <a:pt x="9255" y="64295"/>
                      <a:pt x="8000" y="60674"/>
                      <a:pt x="8000" y="56043"/>
                    </a:cubicBezTo>
                    <a:lnTo>
                      <a:pt x="8000" y="26062"/>
                    </a:lnTo>
                    <a:lnTo>
                      <a:pt x="2562" y="26062"/>
                    </a:lnTo>
                    <a:cubicBezTo>
                      <a:pt x="1864" y="26062"/>
                      <a:pt x="1262" y="25837"/>
                      <a:pt x="758" y="25389"/>
                    </a:cubicBezTo>
                    <a:cubicBezTo>
                      <a:pt x="250" y="24941"/>
                      <a:pt x="0" y="24269"/>
                      <a:pt x="0" y="23373"/>
                    </a:cubicBezTo>
                    <a:lnTo>
                      <a:pt x="0" y="18258"/>
                    </a:lnTo>
                    <a:lnTo>
                      <a:pt x="8628" y="16839"/>
                    </a:lnTo>
                    <a:lnTo>
                      <a:pt x="11347" y="2203"/>
                    </a:lnTo>
                    <a:cubicBezTo>
                      <a:pt x="11485" y="1493"/>
                      <a:pt x="11806" y="970"/>
                      <a:pt x="12310" y="560"/>
                    </a:cubicBezTo>
                    <a:cubicBezTo>
                      <a:pt x="12822" y="186"/>
                      <a:pt x="13457" y="0"/>
                      <a:pt x="14223" y="0"/>
                    </a:cubicBezTo>
                    <a:lnTo>
                      <a:pt x="20919" y="0"/>
                    </a:lnTo>
                    <a:lnTo>
                      <a:pt x="20919" y="16876"/>
                    </a:lnTo>
                    <a:lnTo>
                      <a:pt x="35034" y="16876"/>
                    </a:lnTo>
                    <a:lnTo>
                      <a:pt x="35034" y="26062"/>
                    </a:lnTo>
                    <a:lnTo>
                      <a:pt x="20919" y="26062"/>
                    </a:lnTo>
                    <a:lnTo>
                      <a:pt x="20919" y="55147"/>
                    </a:lnTo>
                    <a:cubicBezTo>
                      <a:pt x="20919" y="56828"/>
                      <a:pt x="21334" y="58135"/>
                      <a:pt x="22174" y="59068"/>
                    </a:cubicBezTo>
                    <a:cubicBezTo>
                      <a:pt x="23003" y="60001"/>
                      <a:pt x="24120" y="60487"/>
                      <a:pt x="25513" y="60487"/>
                    </a:cubicBezTo>
                    <a:cubicBezTo>
                      <a:pt x="26316" y="60487"/>
                      <a:pt x="26989" y="60375"/>
                      <a:pt x="27526" y="60188"/>
                    </a:cubicBezTo>
                    <a:cubicBezTo>
                      <a:pt x="28068" y="60001"/>
                      <a:pt x="28542" y="59777"/>
                      <a:pt x="28942" y="59591"/>
                    </a:cubicBezTo>
                    <a:cubicBezTo>
                      <a:pt x="29342" y="59367"/>
                      <a:pt x="29700" y="59180"/>
                      <a:pt x="30014" y="58993"/>
                    </a:cubicBezTo>
                    <a:cubicBezTo>
                      <a:pt x="30328" y="58807"/>
                      <a:pt x="30641" y="58695"/>
                      <a:pt x="30955" y="58695"/>
                    </a:cubicBezTo>
                    <a:cubicBezTo>
                      <a:pt x="31336" y="58695"/>
                      <a:pt x="31650" y="58807"/>
                      <a:pt x="31896" y="58993"/>
                    </a:cubicBezTo>
                    <a:cubicBezTo>
                      <a:pt x="32139" y="59180"/>
                      <a:pt x="32401" y="59479"/>
                      <a:pt x="32677" y="59852"/>
                    </a:cubicBezTo>
                    <a:lnTo>
                      <a:pt x="36550" y="66125"/>
                    </a:lnTo>
                    <a:cubicBezTo>
                      <a:pt x="34668" y="67693"/>
                      <a:pt x="32502" y="68888"/>
                      <a:pt x="30066" y="69672"/>
                    </a:cubicBezTo>
                    <a:cubicBezTo>
                      <a:pt x="27624" y="70494"/>
                      <a:pt x="25099" y="70867"/>
                      <a:pt x="22488" y="7086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29" name="Google Shape;2229;p90"/>
              <p:cNvSpPr/>
              <p:nvPr/>
            </p:nvSpPr>
            <p:spPr>
              <a:xfrm>
                <a:off x="5617547" y="5230219"/>
                <a:ext cx="34197" cy="54624"/>
              </a:xfrm>
              <a:custGeom>
                <a:avLst/>
                <a:gdLst/>
                <a:ahLst/>
                <a:cxnLst/>
                <a:rect l="l" t="t" r="r" b="b"/>
                <a:pathLst>
                  <a:path w="34197" h="54624" extrusionOk="0">
                    <a:moveTo>
                      <a:pt x="0" y="54625"/>
                    </a:moveTo>
                    <a:lnTo>
                      <a:pt x="0" y="970"/>
                    </a:lnTo>
                    <a:lnTo>
                      <a:pt x="7582" y="970"/>
                    </a:lnTo>
                    <a:cubicBezTo>
                      <a:pt x="8908" y="970"/>
                      <a:pt x="9834" y="1232"/>
                      <a:pt x="10353" y="1717"/>
                    </a:cubicBezTo>
                    <a:cubicBezTo>
                      <a:pt x="10876" y="2203"/>
                      <a:pt x="11227" y="3061"/>
                      <a:pt x="11403" y="4219"/>
                    </a:cubicBezTo>
                    <a:lnTo>
                      <a:pt x="12183" y="10716"/>
                    </a:lnTo>
                    <a:cubicBezTo>
                      <a:pt x="14099" y="7393"/>
                      <a:pt x="16352" y="4779"/>
                      <a:pt x="18929" y="2875"/>
                    </a:cubicBezTo>
                    <a:cubicBezTo>
                      <a:pt x="21509" y="970"/>
                      <a:pt x="24400" y="0"/>
                      <a:pt x="27609" y="0"/>
                    </a:cubicBezTo>
                    <a:cubicBezTo>
                      <a:pt x="30257" y="0"/>
                      <a:pt x="32453" y="597"/>
                      <a:pt x="34197" y="1830"/>
                    </a:cubicBezTo>
                    <a:lnTo>
                      <a:pt x="32524" y="11500"/>
                    </a:lnTo>
                    <a:cubicBezTo>
                      <a:pt x="32419" y="12135"/>
                      <a:pt x="32191" y="12583"/>
                      <a:pt x="31844" y="12844"/>
                    </a:cubicBezTo>
                    <a:cubicBezTo>
                      <a:pt x="31493" y="13105"/>
                      <a:pt x="31022" y="13217"/>
                      <a:pt x="30432" y="13217"/>
                    </a:cubicBezTo>
                    <a:cubicBezTo>
                      <a:pt x="29913" y="13217"/>
                      <a:pt x="29196" y="13105"/>
                      <a:pt x="28288" y="12844"/>
                    </a:cubicBezTo>
                    <a:cubicBezTo>
                      <a:pt x="27381" y="12620"/>
                      <a:pt x="26182" y="12471"/>
                      <a:pt x="24680" y="12471"/>
                    </a:cubicBezTo>
                    <a:cubicBezTo>
                      <a:pt x="21995" y="12471"/>
                      <a:pt x="19694" y="13217"/>
                      <a:pt x="17782" y="14711"/>
                    </a:cubicBezTo>
                    <a:cubicBezTo>
                      <a:pt x="15862" y="16204"/>
                      <a:pt x="14238" y="18370"/>
                      <a:pt x="12915" y="21208"/>
                    </a:cubicBezTo>
                    <a:lnTo>
                      <a:pt x="12915"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30" name="Google Shape;2230;p90"/>
              <p:cNvSpPr/>
              <p:nvPr/>
            </p:nvSpPr>
            <p:spPr>
              <a:xfrm>
                <a:off x="5659165" y="5231189"/>
                <a:ext cx="46750" cy="54475"/>
              </a:xfrm>
              <a:custGeom>
                <a:avLst/>
                <a:gdLst/>
                <a:ahLst/>
                <a:cxnLst/>
                <a:rect l="l" t="t" r="r" b="b"/>
                <a:pathLst>
                  <a:path w="46750" h="54475" extrusionOk="0">
                    <a:moveTo>
                      <a:pt x="12915" y="0"/>
                    </a:moveTo>
                    <a:lnTo>
                      <a:pt x="12915" y="34089"/>
                    </a:lnTo>
                    <a:cubicBezTo>
                      <a:pt x="12915" y="37375"/>
                      <a:pt x="13673" y="39914"/>
                      <a:pt x="15194" y="41706"/>
                    </a:cubicBezTo>
                    <a:cubicBezTo>
                      <a:pt x="16710" y="43498"/>
                      <a:pt x="18981" y="44395"/>
                      <a:pt x="22017" y="44395"/>
                    </a:cubicBezTo>
                    <a:cubicBezTo>
                      <a:pt x="24247" y="44395"/>
                      <a:pt x="26339" y="43909"/>
                      <a:pt x="28292" y="42901"/>
                    </a:cubicBezTo>
                    <a:cubicBezTo>
                      <a:pt x="30242" y="41931"/>
                      <a:pt x="32090" y="40549"/>
                      <a:pt x="33835" y="38794"/>
                    </a:cubicBezTo>
                    <a:lnTo>
                      <a:pt x="33835" y="0"/>
                    </a:lnTo>
                    <a:lnTo>
                      <a:pt x="46750" y="0"/>
                    </a:lnTo>
                    <a:lnTo>
                      <a:pt x="46750" y="53654"/>
                    </a:lnTo>
                    <a:lnTo>
                      <a:pt x="38854" y="53654"/>
                    </a:lnTo>
                    <a:cubicBezTo>
                      <a:pt x="37177" y="53654"/>
                      <a:pt x="36079" y="52870"/>
                      <a:pt x="35560" y="51302"/>
                    </a:cubicBezTo>
                    <a:lnTo>
                      <a:pt x="34671" y="47008"/>
                    </a:lnTo>
                    <a:cubicBezTo>
                      <a:pt x="33555" y="48128"/>
                      <a:pt x="32404" y="49137"/>
                      <a:pt x="31220" y="50070"/>
                    </a:cubicBezTo>
                    <a:cubicBezTo>
                      <a:pt x="30032" y="51003"/>
                      <a:pt x="28766" y="51787"/>
                      <a:pt x="27429" y="52422"/>
                    </a:cubicBezTo>
                    <a:cubicBezTo>
                      <a:pt x="26085" y="53057"/>
                      <a:pt x="24639" y="53580"/>
                      <a:pt x="23089" y="53953"/>
                    </a:cubicBezTo>
                    <a:cubicBezTo>
                      <a:pt x="21536" y="54289"/>
                      <a:pt x="19874" y="54476"/>
                      <a:pt x="18096" y="54476"/>
                    </a:cubicBezTo>
                    <a:cubicBezTo>
                      <a:pt x="15167" y="54476"/>
                      <a:pt x="12579" y="53991"/>
                      <a:pt x="10331" y="52982"/>
                    </a:cubicBezTo>
                    <a:cubicBezTo>
                      <a:pt x="8079" y="52012"/>
                      <a:pt x="6192" y="50593"/>
                      <a:pt x="4654" y="48801"/>
                    </a:cubicBezTo>
                    <a:cubicBezTo>
                      <a:pt x="3122" y="46971"/>
                      <a:pt x="1965" y="44805"/>
                      <a:pt x="1180" y="42341"/>
                    </a:cubicBezTo>
                    <a:cubicBezTo>
                      <a:pt x="396" y="39839"/>
                      <a:pt x="0" y="37114"/>
                      <a:pt x="0" y="34089"/>
                    </a:cubicBezTo>
                    <a:lnTo>
                      <a:pt x="0" y="0"/>
                    </a:lnTo>
                    <a:lnTo>
                      <a:pt x="1291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31" name="Google Shape;2231;p90"/>
              <p:cNvSpPr/>
              <p:nvPr/>
            </p:nvSpPr>
            <p:spPr>
              <a:xfrm>
                <a:off x="5716108" y="5230368"/>
                <a:ext cx="45233" cy="55259"/>
              </a:xfrm>
              <a:custGeom>
                <a:avLst/>
                <a:gdLst/>
                <a:ahLst/>
                <a:cxnLst/>
                <a:rect l="l" t="t" r="r" b="b"/>
                <a:pathLst>
                  <a:path w="45233" h="55259" extrusionOk="0">
                    <a:moveTo>
                      <a:pt x="41312" y="12172"/>
                    </a:moveTo>
                    <a:cubicBezTo>
                      <a:pt x="40924" y="12658"/>
                      <a:pt x="40554" y="13068"/>
                      <a:pt x="40184" y="13330"/>
                    </a:cubicBezTo>
                    <a:cubicBezTo>
                      <a:pt x="39822" y="13591"/>
                      <a:pt x="39288" y="13740"/>
                      <a:pt x="38589" y="13740"/>
                    </a:cubicBezTo>
                    <a:cubicBezTo>
                      <a:pt x="37928" y="13740"/>
                      <a:pt x="37286" y="13554"/>
                      <a:pt x="36658" y="13143"/>
                    </a:cubicBezTo>
                    <a:cubicBezTo>
                      <a:pt x="36031" y="12732"/>
                      <a:pt x="35280" y="12284"/>
                      <a:pt x="34406" y="11799"/>
                    </a:cubicBezTo>
                    <a:cubicBezTo>
                      <a:pt x="33536" y="11276"/>
                      <a:pt x="32502" y="10828"/>
                      <a:pt x="31295" y="10417"/>
                    </a:cubicBezTo>
                    <a:cubicBezTo>
                      <a:pt x="30096" y="10044"/>
                      <a:pt x="28606" y="9820"/>
                      <a:pt x="26828" y="9820"/>
                    </a:cubicBezTo>
                    <a:cubicBezTo>
                      <a:pt x="24561" y="9820"/>
                      <a:pt x="22570" y="10230"/>
                      <a:pt x="20863" y="11052"/>
                    </a:cubicBezTo>
                    <a:cubicBezTo>
                      <a:pt x="19157" y="11874"/>
                      <a:pt x="17733" y="13068"/>
                      <a:pt x="16605" y="14599"/>
                    </a:cubicBezTo>
                    <a:cubicBezTo>
                      <a:pt x="15470" y="16130"/>
                      <a:pt x="14622" y="17960"/>
                      <a:pt x="14070" y="20162"/>
                    </a:cubicBezTo>
                    <a:cubicBezTo>
                      <a:pt x="13513" y="22328"/>
                      <a:pt x="13229" y="24792"/>
                      <a:pt x="13229" y="27555"/>
                    </a:cubicBezTo>
                    <a:cubicBezTo>
                      <a:pt x="13229" y="30393"/>
                      <a:pt x="13535" y="32969"/>
                      <a:pt x="14148" y="35172"/>
                    </a:cubicBezTo>
                    <a:cubicBezTo>
                      <a:pt x="14757" y="37412"/>
                      <a:pt x="15638" y="39279"/>
                      <a:pt x="16789" y="40810"/>
                    </a:cubicBezTo>
                    <a:cubicBezTo>
                      <a:pt x="17935" y="42304"/>
                      <a:pt x="19332" y="43461"/>
                      <a:pt x="20972" y="44245"/>
                    </a:cubicBezTo>
                    <a:cubicBezTo>
                      <a:pt x="22607" y="45029"/>
                      <a:pt x="24453" y="45440"/>
                      <a:pt x="26514" y="45440"/>
                    </a:cubicBezTo>
                    <a:cubicBezTo>
                      <a:pt x="28568" y="45440"/>
                      <a:pt x="30234" y="45178"/>
                      <a:pt x="31508" y="44656"/>
                    </a:cubicBezTo>
                    <a:cubicBezTo>
                      <a:pt x="32778" y="44171"/>
                      <a:pt x="33850" y="43611"/>
                      <a:pt x="34720" y="43013"/>
                    </a:cubicBezTo>
                    <a:cubicBezTo>
                      <a:pt x="35594" y="42378"/>
                      <a:pt x="36352" y="41818"/>
                      <a:pt x="36998" y="41333"/>
                    </a:cubicBezTo>
                    <a:cubicBezTo>
                      <a:pt x="37644" y="40810"/>
                      <a:pt x="38365" y="40549"/>
                      <a:pt x="39168" y="40549"/>
                    </a:cubicBezTo>
                    <a:cubicBezTo>
                      <a:pt x="40214" y="40549"/>
                      <a:pt x="40998" y="40959"/>
                      <a:pt x="41521" y="41781"/>
                    </a:cubicBezTo>
                    <a:lnTo>
                      <a:pt x="45234" y="46486"/>
                    </a:lnTo>
                    <a:cubicBezTo>
                      <a:pt x="43803" y="48128"/>
                      <a:pt x="42253" y="49547"/>
                      <a:pt x="40580" y="50667"/>
                    </a:cubicBezTo>
                    <a:cubicBezTo>
                      <a:pt x="38903" y="51825"/>
                      <a:pt x="37174" y="52721"/>
                      <a:pt x="35374" y="53393"/>
                    </a:cubicBezTo>
                    <a:cubicBezTo>
                      <a:pt x="33581" y="54065"/>
                      <a:pt x="31725" y="54550"/>
                      <a:pt x="29809" y="54849"/>
                    </a:cubicBezTo>
                    <a:cubicBezTo>
                      <a:pt x="27889" y="55110"/>
                      <a:pt x="25988" y="55260"/>
                      <a:pt x="24109" y="55260"/>
                    </a:cubicBezTo>
                    <a:cubicBezTo>
                      <a:pt x="20796" y="55260"/>
                      <a:pt x="17678" y="54625"/>
                      <a:pt x="14749" y="53393"/>
                    </a:cubicBezTo>
                    <a:cubicBezTo>
                      <a:pt x="11817" y="52161"/>
                      <a:pt x="9266" y="50368"/>
                      <a:pt x="7089" y="47979"/>
                    </a:cubicBezTo>
                    <a:cubicBezTo>
                      <a:pt x="4908" y="45627"/>
                      <a:pt x="3182" y="42715"/>
                      <a:pt x="1909" y="39279"/>
                    </a:cubicBezTo>
                    <a:cubicBezTo>
                      <a:pt x="635" y="35844"/>
                      <a:pt x="0" y="31924"/>
                      <a:pt x="0" y="27555"/>
                    </a:cubicBezTo>
                    <a:cubicBezTo>
                      <a:pt x="0" y="23598"/>
                      <a:pt x="568" y="19976"/>
                      <a:pt x="1699" y="16616"/>
                    </a:cubicBezTo>
                    <a:cubicBezTo>
                      <a:pt x="2835" y="13255"/>
                      <a:pt x="4501" y="10343"/>
                      <a:pt x="6693" y="7878"/>
                    </a:cubicBezTo>
                    <a:cubicBezTo>
                      <a:pt x="8889" y="5414"/>
                      <a:pt x="11612" y="3473"/>
                      <a:pt x="14854" y="2091"/>
                    </a:cubicBezTo>
                    <a:cubicBezTo>
                      <a:pt x="18092" y="710"/>
                      <a:pt x="21823" y="0"/>
                      <a:pt x="26040" y="0"/>
                    </a:cubicBezTo>
                    <a:cubicBezTo>
                      <a:pt x="30047" y="0"/>
                      <a:pt x="33562" y="635"/>
                      <a:pt x="36576" y="1942"/>
                    </a:cubicBezTo>
                    <a:cubicBezTo>
                      <a:pt x="39594" y="3211"/>
                      <a:pt x="42306" y="5078"/>
                      <a:pt x="44707" y="7468"/>
                    </a:cubicBezTo>
                    <a:lnTo>
                      <a:pt x="41312" y="12172"/>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32" name="Google Shape;2232;p90"/>
              <p:cNvSpPr/>
              <p:nvPr/>
            </p:nvSpPr>
            <p:spPr>
              <a:xfrm>
                <a:off x="5764737" y="5214798"/>
                <a:ext cx="36550" cy="70866"/>
              </a:xfrm>
              <a:custGeom>
                <a:avLst/>
                <a:gdLst/>
                <a:ahLst/>
                <a:cxnLst/>
                <a:rect l="l" t="t" r="r" b="b"/>
                <a:pathLst>
                  <a:path w="36550" h="70866" extrusionOk="0">
                    <a:moveTo>
                      <a:pt x="22484" y="70867"/>
                    </a:moveTo>
                    <a:cubicBezTo>
                      <a:pt x="17846" y="70867"/>
                      <a:pt x="14275" y="69560"/>
                      <a:pt x="11765" y="66946"/>
                    </a:cubicBezTo>
                    <a:cubicBezTo>
                      <a:pt x="9255" y="64295"/>
                      <a:pt x="8004" y="60674"/>
                      <a:pt x="8004" y="56043"/>
                    </a:cubicBezTo>
                    <a:lnTo>
                      <a:pt x="8004" y="26062"/>
                    </a:lnTo>
                    <a:lnTo>
                      <a:pt x="2562" y="26062"/>
                    </a:lnTo>
                    <a:cubicBezTo>
                      <a:pt x="1864" y="26062"/>
                      <a:pt x="1262" y="25837"/>
                      <a:pt x="758" y="25389"/>
                    </a:cubicBezTo>
                    <a:cubicBezTo>
                      <a:pt x="250" y="24941"/>
                      <a:pt x="0" y="24269"/>
                      <a:pt x="0" y="23373"/>
                    </a:cubicBezTo>
                    <a:lnTo>
                      <a:pt x="0" y="18258"/>
                    </a:lnTo>
                    <a:lnTo>
                      <a:pt x="8628" y="16839"/>
                    </a:lnTo>
                    <a:lnTo>
                      <a:pt x="11347" y="2203"/>
                    </a:lnTo>
                    <a:cubicBezTo>
                      <a:pt x="11485" y="1493"/>
                      <a:pt x="11810" y="970"/>
                      <a:pt x="12314" y="560"/>
                    </a:cubicBezTo>
                    <a:cubicBezTo>
                      <a:pt x="12822" y="186"/>
                      <a:pt x="13453" y="0"/>
                      <a:pt x="14223" y="0"/>
                    </a:cubicBezTo>
                    <a:lnTo>
                      <a:pt x="20919" y="0"/>
                    </a:lnTo>
                    <a:lnTo>
                      <a:pt x="20919" y="16876"/>
                    </a:lnTo>
                    <a:lnTo>
                      <a:pt x="35034" y="16876"/>
                    </a:lnTo>
                    <a:lnTo>
                      <a:pt x="35034" y="26062"/>
                    </a:lnTo>
                    <a:lnTo>
                      <a:pt x="20919" y="26062"/>
                    </a:lnTo>
                    <a:lnTo>
                      <a:pt x="20919" y="55147"/>
                    </a:lnTo>
                    <a:cubicBezTo>
                      <a:pt x="20919" y="56828"/>
                      <a:pt x="21334" y="58135"/>
                      <a:pt x="22170" y="59068"/>
                    </a:cubicBezTo>
                    <a:cubicBezTo>
                      <a:pt x="23007" y="60001"/>
                      <a:pt x="24124" y="60487"/>
                      <a:pt x="25517" y="60487"/>
                    </a:cubicBezTo>
                    <a:cubicBezTo>
                      <a:pt x="26320" y="60487"/>
                      <a:pt x="26992" y="60375"/>
                      <a:pt x="27530" y="60188"/>
                    </a:cubicBezTo>
                    <a:cubicBezTo>
                      <a:pt x="28072" y="60001"/>
                      <a:pt x="28542" y="59777"/>
                      <a:pt x="28942" y="59591"/>
                    </a:cubicBezTo>
                    <a:cubicBezTo>
                      <a:pt x="29341" y="59367"/>
                      <a:pt x="29700" y="59180"/>
                      <a:pt x="30014" y="58993"/>
                    </a:cubicBezTo>
                    <a:cubicBezTo>
                      <a:pt x="30328" y="58807"/>
                      <a:pt x="30641" y="58695"/>
                      <a:pt x="30955" y="58695"/>
                    </a:cubicBezTo>
                    <a:cubicBezTo>
                      <a:pt x="31340" y="58695"/>
                      <a:pt x="31653" y="58807"/>
                      <a:pt x="31896" y="58993"/>
                    </a:cubicBezTo>
                    <a:cubicBezTo>
                      <a:pt x="32139" y="59180"/>
                      <a:pt x="32401" y="59479"/>
                      <a:pt x="32681" y="59852"/>
                    </a:cubicBezTo>
                    <a:lnTo>
                      <a:pt x="36550" y="66125"/>
                    </a:lnTo>
                    <a:cubicBezTo>
                      <a:pt x="34668" y="67693"/>
                      <a:pt x="32505" y="68888"/>
                      <a:pt x="30066" y="69672"/>
                    </a:cubicBezTo>
                    <a:cubicBezTo>
                      <a:pt x="27624" y="70494"/>
                      <a:pt x="25099" y="70867"/>
                      <a:pt x="22484" y="7086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33" name="Google Shape;2233;p90"/>
              <p:cNvSpPr/>
              <p:nvPr/>
            </p:nvSpPr>
            <p:spPr>
              <a:xfrm>
                <a:off x="5808973" y="5231189"/>
                <a:ext cx="46746" cy="54475"/>
              </a:xfrm>
              <a:custGeom>
                <a:avLst/>
                <a:gdLst/>
                <a:ahLst/>
                <a:cxnLst/>
                <a:rect l="l" t="t" r="r" b="b"/>
                <a:pathLst>
                  <a:path w="46746" h="54475" extrusionOk="0">
                    <a:moveTo>
                      <a:pt x="12915" y="0"/>
                    </a:moveTo>
                    <a:lnTo>
                      <a:pt x="12915" y="34089"/>
                    </a:lnTo>
                    <a:cubicBezTo>
                      <a:pt x="12915" y="37375"/>
                      <a:pt x="13674" y="39914"/>
                      <a:pt x="15190" y="41706"/>
                    </a:cubicBezTo>
                    <a:cubicBezTo>
                      <a:pt x="16706" y="43498"/>
                      <a:pt x="18981" y="44395"/>
                      <a:pt x="22014" y="44395"/>
                    </a:cubicBezTo>
                    <a:cubicBezTo>
                      <a:pt x="24243" y="44395"/>
                      <a:pt x="26335" y="43909"/>
                      <a:pt x="28288" y="42901"/>
                    </a:cubicBezTo>
                    <a:cubicBezTo>
                      <a:pt x="30238" y="41931"/>
                      <a:pt x="32087" y="40549"/>
                      <a:pt x="33831" y="38794"/>
                    </a:cubicBezTo>
                    <a:lnTo>
                      <a:pt x="33831" y="0"/>
                    </a:lnTo>
                    <a:lnTo>
                      <a:pt x="46746" y="0"/>
                    </a:lnTo>
                    <a:lnTo>
                      <a:pt x="46746" y="53654"/>
                    </a:lnTo>
                    <a:lnTo>
                      <a:pt x="38851" y="53654"/>
                    </a:lnTo>
                    <a:cubicBezTo>
                      <a:pt x="37177" y="53654"/>
                      <a:pt x="36079" y="52870"/>
                      <a:pt x="35557" y="51302"/>
                    </a:cubicBezTo>
                    <a:lnTo>
                      <a:pt x="34668" y="47008"/>
                    </a:lnTo>
                    <a:cubicBezTo>
                      <a:pt x="33551" y="48128"/>
                      <a:pt x="32401" y="49137"/>
                      <a:pt x="31216" y="50070"/>
                    </a:cubicBezTo>
                    <a:cubicBezTo>
                      <a:pt x="30033" y="51003"/>
                      <a:pt x="28766" y="51787"/>
                      <a:pt x="27426" y="52422"/>
                    </a:cubicBezTo>
                    <a:cubicBezTo>
                      <a:pt x="26081" y="53057"/>
                      <a:pt x="24636" y="53580"/>
                      <a:pt x="23086" y="53953"/>
                    </a:cubicBezTo>
                    <a:cubicBezTo>
                      <a:pt x="21532" y="54289"/>
                      <a:pt x="19870" y="54476"/>
                      <a:pt x="18092" y="54476"/>
                    </a:cubicBezTo>
                    <a:cubicBezTo>
                      <a:pt x="15164" y="54476"/>
                      <a:pt x="12576" y="53991"/>
                      <a:pt x="10327" y="52982"/>
                    </a:cubicBezTo>
                    <a:cubicBezTo>
                      <a:pt x="8079" y="52012"/>
                      <a:pt x="6189" y="50593"/>
                      <a:pt x="4654" y="48801"/>
                    </a:cubicBezTo>
                    <a:cubicBezTo>
                      <a:pt x="3122" y="46971"/>
                      <a:pt x="1961" y="44805"/>
                      <a:pt x="1177" y="42341"/>
                    </a:cubicBezTo>
                    <a:cubicBezTo>
                      <a:pt x="392" y="39839"/>
                      <a:pt x="0" y="37114"/>
                      <a:pt x="0" y="34089"/>
                    </a:cubicBezTo>
                    <a:lnTo>
                      <a:pt x="0" y="0"/>
                    </a:lnTo>
                    <a:lnTo>
                      <a:pt x="1291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34" name="Google Shape;2234;p90"/>
              <p:cNvSpPr/>
              <p:nvPr/>
            </p:nvSpPr>
            <p:spPr>
              <a:xfrm>
                <a:off x="5869524" y="5230219"/>
                <a:ext cx="34197" cy="54624"/>
              </a:xfrm>
              <a:custGeom>
                <a:avLst/>
                <a:gdLst/>
                <a:ahLst/>
                <a:cxnLst/>
                <a:rect l="l" t="t" r="r" b="b"/>
                <a:pathLst>
                  <a:path w="34197" h="54624" extrusionOk="0">
                    <a:moveTo>
                      <a:pt x="0" y="54625"/>
                    </a:moveTo>
                    <a:lnTo>
                      <a:pt x="0" y="970"/>
                    </a:lnTo>
                    <a:lnTo>
                      <a:pt x="7582" y="970"/>
                    </a:lnTo>
                    <a:cubicBezTo>
                      <a:pt x="8904" y="970"/>
                      <a:pt x="9830" y="1232"/>
                      <a:pt x="10353" y="1717"/>
                    </a:cubicBezTo>
                    <a:cubicBezTo>
                      <a:pt x="10876" y="2203"/>
                      <a:pt x="11223" y="3061"/>
                      <a:pt x="11399" y="4219"/>
                    </a:cubicBezTo>
                    <a:lnTo>
                      <a:pt x="12183" y="10716"/>
                    </a:lnTo>
                    <a:cubicBezTo>
                      <a:pt x="14099" y="7393"/>
                      <a:pt x="16352" y="4779"/>
                      <a:pt x="18929" y="2875"/>
                    </a:cubicBezTo>
                    <a:cubicBezTo>
                      <a:pt x="21506" y="970"/>
                      <a:pt x="24400" y="0"/>
                      <a:pt x="27609" y="0"/>
                    </a:cubicBezTo>
                    <a:cubicBezTo>
                      <a:pt x="30257" y="0"/>
                      <a:pt x="32453" y="597"/>
                      <a:pt x="34197" y="1830"/>
                    </a:cubicBezTo>
                    <a:lnTo>
                      <a:pt x="32524" y="11500"/>
                    </a:lnTo>
                    <a:cubicBezTo>
                      <a:pt x="32419" y="12135"/>
                      <a:pt x="32191" y="12583"/>
                      <a:pt x="31844" y="12844"/>
                    </a:cubicBezTo>
                    <a:cubicBezTo>
                      <a:pt x="31493" y="13105"/>
                      <a:pt x="31022" y="13217"/>
                      <a:pt x="30432" y="13217"/>
                    </a:cubicBezTo>
                    <a:cubicBezTo>
                      <a:pt x="29909" y="13217"/>
                      <a:pt x="29196" y="13105"/>
                      <a:pt x="28289" y="12844"/>
                    </a:cubicBezTo>
                    <a:cubicBezTo>
                      <a:pt x="27381" y="12620"/>
                      <a:pt x="26178" y="12471"/>
                      <a:pt x="24681" y="12471"/>
                    </a:cubicBezTo>
                    <a:cubicBezTo>
                      <a:pt x="21995" y="12471"/>
                      <a:pt x="19694" y="13217"/>
                      <a:pt x="17778" y="14711"/>
                    </a:cubicBezTo>
                    <a:cubicBezTo>
                      <a:pt x="15862" y="16204"/>
                      <a:pt x="14238" y="18370"/>
                      <a:pt x="12915" y="21208"/>
                    </a:cubicBezTo>
                    <a:lnTo>
                      <a:pt x="12915"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35" name="Google Shape;2235;p90"/>
              <p:cNvSpPr/>
              <p:nvPr/>
            </p:nvSpPr>
            <p:spPr>
              <a:xfrm>
                <a:off x="5908632" y="5230368"/>
                <a:ext cx="48994" cy="55259"/>
              </a:xfrm>
              <a:custGeom>
                <a:avLst/>
                <a:gdLst/>
                <a:ahLst/>
                <a:cxnLst/>
                <a:rect l="l" t="t" r="r" b="b"/>
                <a:pathLst>
                  <a:path w="48994" h="55259" extrusionOk="0">
                    <a:moveTo>
                      <a:pt x="25782" y="0"/>
                    </a:moveTo>
                    <a:cubicBezTo>
                      <a:pt x="29162" y="0"/>
                      <a:pt x="32274" y="523"/>
                      <a:pt x="35116" y="1606"/>
                    </a:cubicBezTo>
                    <a:cubicBezTo>
                      <a:pt x="37954" y="2688"/>
                      <a:pt x="40405" y="4294"/>
                      <a:pt x="42459" y="6348"/>
                    </a:cubicBezTo>
                    <a:cubicBezTo>
                      <a:pt x="44517" y="8438"/>
                      <a:pt x="46123" y="10978"/>
                      <a:pt x="47273" y="14002"/>
                    </a:cubicBezTo>
                    <a:cubicBezTo>
                      <a:pt x="48420" y="16989"/>
                      <a:pt x="48995" y="20424"/>
                      <a:pt x="48995" y="24307"/>
                    </a:cubicBezTo>
                    <a:cubicBezTo>
                      <a:pt x="48995" y="25278"/>
                      <a:pt x="48954" y="26099"/>
                      <a:pt x="48864" y="26734"/>
                    </a:cubicBezTo>
                    <a:cubicBezTo>
                      <a:pt x="48778" y="27369"/>
                      <a:pt x="48621" y="27891"/>
                      <a:pt x="48394" y="28265"/>
                    </a:cubicBezTo>
                    <a:cubicBezTo>
                      <a:pt x="48170" y="28638"/>
                      <a:pt x="47863" y="28899"/>
                      <a:pt x="47479" y="29049"/>
                    </a:cubicBezTo>
                    <a:cubicBezTo>
                      <a:pt x="47097" y="29198"/>
                      <a:pt x="46608" y="29273"/>
                      <a:pt x="46018" y="29273"/>
                    </a:cubicBezTo>
                    <a:lnTo>
                      <a:pt x="12867" y="29273"/>
                    </a:lnTo>
                    <a:cubicBezTo>
                      <a:pt x="13248" y="34799"/>
                      <a:pt x="14731" y="38831"/>
                      <a:pt x="17308" y="41407"/>
                    </a:cubicBezTo>
                    <a:cubicBezTo>
                      <a:pt x="19889" y="43984"/>
                      <a:pt x="23306" y="45291"/>
                      <a:pt x="27556" y="45291"/>
                    </a:cubicBezTo>
                    <a:cubicBezTo>
                      <a:pt x="29652" y="45291"/>
                      <a:pt x="31452" y="45029"/>
                      <a:pt x="32968" y="44544"/>
                    </a:cubicBezTo>
                    <a:cubicBezTo>
                      <a:pt x="34488" y="44059"/>
                      <a:pt x="35811" y="43498"/>
                      <a:pt x="36946" y="42901"/>
                    </a:cubicBezTo>
                    <a:cubicBezTo>
                      <a:pt x="38078" y="42341"/>
                      <a:pt x="39068" y="41781"/>
                      <a:pt x="39926" y="41296"/>
                    </a:cubicBezTo>
                    <a:cubicBezTo>
                      <a:pt x="40778" y="40810"/>
                      <a:pt x="41607" y="40549"/>
                      <a:pt x="42410" y="40549"/>
                    </a:cubicBezTo>
                    <a:cubicBezTo>
                      <a:pt x="42929" y="40549"/>
                      <a:pt x="43385" y="40661"/>
                      <a:pt x="43766" y="40885"/>
                    </a:cubicBezTo>
                    <a:cubicBezTo>
                      <a:pt x="44151" y="41071"/>
                      <a:pt x="44479" y="41370"/>
                      <a:pt x="44763" y="41781"/>
                    </a:cubicBezTo>
                    <a:lnTo>
                      <a:pt x="48524" y="46486"/>
                    </a:lnTo>
                    <a:cubicBezTo>
                      <a:pt x="47097" y="48128"/>
                      <a:pt x="45491" y="49547"/>
                      <a:pt x="43714" y="50667"/>
                    </a:cubicBezTo>
                    <a:cubicBezTo>
                      <a:pt x="41940" y="51825"/>
                      <a:pt x="40083" y="52721"/>
                      <a:pt x="38145" y="53393"/>
                    </a:cubicBezTo>
                    <a:cubicBezTo>
                      <a:pt x="36214" y="54065"/>
                      <a:pt x="34242" y="54550"/>
                      <a:pt x="32236" y="54849"/>
                    </a:cubicBezTo>
                    <a:cubicBezTo>
                      <a:pt x="30234" y="55110"/>
                      <a:pt x="28292" y="55260"/>
                      <a:pt x="26410" y="55260"/>
                    </a:cubicBezTo>
                    <a:cubicBezTo>
                      <a:pt x="22679" y="55260"/>
                      <a:pt x="19209" y="54625"/>
                      <a:pt x="16000" y="53393"/>
                    </a:cubicBezTo>
                    <a:cubicBezTo>
                      <a:pt x="12796" y="52161"/>
                      <a:pt x="10006" y="50331"/>
                      <a:pt x="7634" y="47905"/>
                    </a:cubicBezTo>
                    <a:cubicBezTo>
                      <a:pt x="5263" y="45477"/>
                      <a:pt x="3399" y="42490"/>
                      <a:pt x="2039" y="38906"/>
                    </a:cubicBezTo>
                    <a:cubicBezTo>
                      <a:pt x="683" y="35359"/>
                      <a:pt x="0" y="31214"/>
                      <a:pt x="0" y="26510"/>
                    </a:cubicBezTo>
                    <a:cubicBezTo>
                      <a:pt x="0" y="22851"/>
                      <a:pt x="594" y="19416"/>
                      <a:pt x="1782" y="16168"/>
                    </a:cubicBezTo>
                    <a:cubicBezTo>
                      <a:pt x="2962" y="12956"/>
                      <a:pt x="4661" y="10156"/>
                      <a:pt x="6876" y="7767"/>
                    </a:cubicBezTo>
                    <a:cubicBezTo>
                      <a:pt x="9091" y="5377"/>
                      <a:pt x="11795" y="3473"/>
                      <a:pt x="14981" y="2091"/>
                    </a:cubicBezTo>
                    <a:cubicBezTo>
                      <a:pt x="18174" y="710"/>
                      <a:pt x="21771" y="0"/>
                      <a:pt x="25782" y="0"/>
                    </a:cubicBezTo>
                    <a:close/>
                    <a:moveTo>
                      <a:pt x="26040" y="9260"/>
                    </a:moveTo>
                    <a:cubicBezTo>
                      <a:pt x="22275" y="9260"/>
                      <a:pt x="19332" y="10305"/>
                      <a:pt x="17207" y="12434"/>
                    </a:cubicBezTo>
                    <a:cubicBezTo>
                      <a:pt x="15078" y="14562"/>
                      <a:pt x="13719" y="17586"/>
                      <a:pt x="13128" y="21469"/>
                    </a:cubicBezTo>
                    <a:lnTo>
                      <a:pt x="37387" y="21469"/>
                    </a:lnTo>
                    <a:cubicBezTo>
                      <a:pt x="37387" y="19827"/>
                      <a:pt x="37163" y="18221"/>
                      <a:pt x="36707" y="16765"/>
                    </a:cubicBezTo>
                    <a:cubicBezTo>
                      <a:pt x="36255" y="15271"/>
                      <a:pt x="35560" y="13964"/>
                      <a:pt x="34619" y="12844"/>
                    </a:cubicBezTo>
                    <a:cubicBezTo>
                      <a:pt x="33678" y="11761"/>
                      <a:pt x="32494" y="10865"/>
                      <a:pt x="31064" y="10230"/>
                    </a:cubicBezTo>
                    <a:cubicBezTo>
                      <a:pt x="29633" y="9559"/>
                      <a:pt x="27960" y="9260"/>
                      <a:pt x="26040"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36" name="Google Shape;2236;p90"/>
              <p:cNvSpPr/>
              <p:nvPr/>
            </p:nvSpPr>
            <p:spPr>
              <a:xfrm>
                <a:off x="5964425" y="5207144"/>
                <a:ext cx="49364" cy="78483"/>
              </a:xfrm>
              <a:custGeom>
                <a:avLst/>
                <a:gdLst/>
                <a:ahLst/>
                <a:cxnLst/>
                <a:rect l="l" t="t" r="r" b="b"/>
                <a:pathLst>
                  <a:path w="49364" h="78483" extrusionOk="0">
                    <a:moveTo>
                      <a:pt x="41465" y="77699"/>
                    </a:moveTo>
                    <a:cubicBezTo>
                      <a:pt x="39792" y="77699"/>
                      <a:pt x="38694" y="76916"/>
                      <a:pt x="38171" y="75348"/>
                    </a:cubicBezTo>
                    <a:lnTo>
                      <a:pt x="37125" y="70158"/>
                    </a:lnTo>
                    <a:cubicBezTo>
                      <a:pt x="36008" y="71427"/>
                      <a:pt x="34843" y="72547"/>
                      <a:pt x="33626" y="73555"/>
                    </a:cubicBezTo>
                    <a:cubicBezTo>
                      <a:pt x="32404" y="74563"/>
                      <a:pt x="31086" y="75459"/>
                      <a:pt x="29674" y="76169"/>
                    </a:cubicBezTo>
                    <a:cubicBezTo>
                      <a:pt x="28262" y="76916"/>
                      <a:pt x="26746" y="77476"/>
                      <a:pt x="25125" y="77886"/>
                    </a:cubicBezTo>
                    <a:cubicBezTo>
                      <a:pt x="23508" y="78260"/>
                      <a:pt x="21752" y="78484"/>
                      <a:pt x="19870" y="78484"/>
                    </a:cubicBezTo>
                    <a:cubicBezTo>
                      <a:pt x="16942" y="78484"/>
                      <a:pt x="14256" y="77849"/>
                      <a:pt x="11817" y="76654"/>
                    </a:cubicBezTo>
                    <a:cubicBezTo>
                      <a:pt x="9379" y="75422"/>
                      <a:pt x="7276" y="73667"/>
                      <a:pt x="5517" y="71352"/>
                    </a:cubicBezTo>
                    <a:cubicBezTo>
                      <a:pt x="3758" y="69037"/>
                      <a:pt x="2394" y="66162"/>
                      <a:pt x="1442" y="62727"/>
                    </a:cubicBezTo>
                    <a:cubicBezTo>
                      <a:pt x="482" y="59330"/>
                      <a:pt x="0" y="55446"/>
                      <a:pt x="0" y="51041"/>
                    </a:cubicBezTo>
                    <a:cubicBezTo>
                      <a:pt x="0" y="47045"/>
                      <a:pt x="542" y="43349"/>
                      <a:pt x="1621" y="39951"/>
                    </a:cubicBezTo>
                    <a:cubicBezTo>
                      <a:pt x="2700" y="36554"/>
                      <a:pt x="4250" y="33567"/>
                      <a:pt x="6275" y="31065"/>
                    </a:cubicBezTo>
                    <a:cubicBezTo>
                      <a:pt x="8295" y="28563"/>
                      <a:pt x="10719" y="26584"/>
                      <a:pt x="13547" y="25203"/>
                    </a:cubicBezTo>
                    <a:cubicBezTo>
                      <a:pt x="16370" y="23784"/>
                      <a:pt x="19538" y="23075"/>
                      <a:pt x="23063" y="23075"/>
                    </a:cubicBezTo>
                    <a:cubicBezTo>
                      <a:pt x="26059" y="23075"/>
                      <a:pt x="28621" y="23560"/>
                      <a:pt x="30746" y="24493"/>
                    </a:cubicBezTo>
                    <a:cubicBezTo>
                      <a:pt x="32875" y="25464"/>
                      <a:pt x="34772" y="26734"/>
                      <a:pt x="36449" y="28339"/>
                    </a:cubicBezTo>
                    <a:lnTo>
                      <a:pt x="36449" y="0"/>
                    </a:lnTo>
                    <a:lnTo>
                      <a:pt x="49365" y="0"/>
                    </a:lnTo>
                    <a:lnTo>
                      <a:pt x="49365" y="77699"/>
                    </a:lnTo>
                    <a:lnTo>
                      <a:pt x="41465" y="77699"/>
                    </a:lnTo>
                    <a:close/>
                    <a:moveTo>
                      <a:pt x="24262" y="68216"/>
                    </a:moveTo>
                    <a:cubicBezTo>
                      <a:pt x="26948" y="68216"/>
                      <a:pt x="29230" y="67693"/>
                      <a:pt x="31112" y="66573"/>
                    </a:cubicBezTo>
                    <a:cubicBezTo>
                      <a:pt x="32998" y="65453"/>
                      <a:pt x="34772" y="63847"/>
                      <a:pt x="36449" y="61794"/>
                    </a:cubicBezTo>
                    <a:lnTo>
                      <a:pt x="36449" y="37748"/>
                    </a:lnTo>
                    <a:cubicBezTo>
                      <a:pt x="34982" y="35994"/>
                      <a:pt x="33387" y="34724"/>
                      <a:pt x="31661" y="33977"/>
                    </a:cubicBezTo>
                    <a:cubicBezTo>
                      <a:pt x="29936" y="33268"/>
                      <a:pt x="28079" y="32894"/>
                      <a:pt x="26092" y="32894"/>
                    </a:cubicBezTo>
                    <a:cubicBezTo>
                      <a:pt x="24143" y="32894"/>
                      <a:pt x="22372" y="33268"/>
                      <a:pt x="20785" y="33977"/>
                    </a:cubicBezTo>
                    <a:cubicBezTo>
                      <a:pt x="19198" y="34724"/>
                      <a:pt x="17857" y="35844"/>
                      <a:pt x="16759" y="37300"/>
                    </a:cubicBezTo>
                    <a:cubicBezTo>
                      <a:pt x="15661" y="38794"/>
                      <a:pt x="14817" y="40661"/>
                      <a:pt x="14223" y="42976"/>
                    </a:cubicBezTo>
                    <a:cubicBezTo>
                      <a:pt x="13629" y="45253"/>
                      <a:pt x="13334" y="47941"/>
                      <a:pt x="13334" y="51041"/>
                    </a:cubicBezTo>
                    <a:cubicBezTo>
                      <a:pt x="13334" y="54177"/>
                      <a:pt x="13584" y="56828"/>
                      <a:pt x="14092" y="58994"/>
                    </a:cubicBezTo>
                    <a:cubicBezTo>
                      <a:pt x="14596" y="61196"/>
                      <a:pt x="15321" y="62951"/>
                      <a:pt x="16262" y="64333"/>
                    </a:cubicBezTo>
                    <a:cubicBezTo>
                      <a:pt x="17203" y="65714"/>
                      <a:pt x="18353" y="66722"/>
                      <a:pt x="19713" y="67320"/>
                    </a:cubicBezTo>
                    <a:cubicBezTo>
                      <a:pt x="21073" y="67917"/>
                      <a:pt x="22593" y="68216"/>
                      <a:pt x="24262" y="68216"/>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37" name="Google Shape;2237;p90"/>
              <p:cNvSpPr/>
              <p:nvPr/>
            </p:nvSpPr>
            <p:spPr>
              <a:xfrm>
                <a:off x="5661025" y="5332449"/>
                <a:ext cx="67139" cy="75608"/>
              </a:xfrm>
              <a:custGeom>
                <a:avLst/>
                <a:gdLst/>
                <a:ahLst/>
                <a:cxnLst/>
                <a:rect l="l" t="t" r="r" b="b"/>
                <a:pathLst>
                  <a:path w="67139" h="75608" extrusionOk="0">
                    <a:moveTo>
                      <a:pt x="67139" y="37823"/>
                    </a:moveTo>
                    <a:cubicBezTo>
                      <a:pt x="67139" y="43349"/>
                      <a:pt x="66217" y="48427"/>
                      <a:pt x="64372" y="53057"/>
                    </a:cubicBezTo>
                    <a:cubicBezTo>
                      <a:pt x="62523" y="57724"/>
                      <a:pt x="59923" y="61682"/>
                      <a:pt x="56580" y="65042"/>
                    </a:cubicBezTo>
                    <a:cubicBezTo>
                      <a:pt x="53230" y="68403"/>
                      <a:pt x="49204" y="70979"/>
                      <a:pt x="44498" y="72846"/>
                    </a:cubicBezTo>
                    <a:cubicBezTo>
                      <a:pt x="39796" y="74675"/>
                      <a:pt x="34582" y="75609"/>
                      <a:pt x="28867" y="75609"/>
                    </a:cubicBezTo>
                    <a:lnTo>
                      <a:pt x="0" y="75609"/>
                    </a:lnTo>
                    <a:lnTo>
                      <a:pt x="0" y="0"/>
                    </a:lnTo>
                    <a:lnTo>
                      <a:pt x="28867" y="0"/>
                    </a:lnTo>
                    <a:cubicBezTo>
                      <a:pt x="34582" y="0"/>
                      <a:pt x="39796" y="933"/>
                      <a:pt x="44498" y="2800"/>
                    </a:cubicBezTo>
                    <a:cubicBezTo>
                      <a:pt x="49204" y="4667"/>
                      <a:pt x="53230" y="7281"/>
                      <a:pt x="56580" y="10604"/>
                    </a:cubicBezTo>
                    <a:cubicBezTo>
                      <a:pt x="59923" y="13927"/>
                      <a:pt x="62523" y="17922"/>
                      <a:pt x="64372" y="22552"/>
                    </a:cubicBezTo>
                    <a:cubicBezTo>
                      <a:pt x="66217" y="27182"/>
                      <a:pt x="67139" y="32260"/>
                      <a:pt x="67139" y="37823"/>
                    </a:cubicBezTo>
                    <a:close/>
                    <a:moveTo>
                      <a:pt x="52760" y="37823"/>
                    </a:moveTo>
                    <a:cubicBezTo>
                      <a:pt x="52760" y="33679"/>
                      <a:pt x="52203" y="29945"/>
                      <a:pt x="51086" y="26659"/>
                    </a:cubicBezTo>
                    <a:cubicBezTo>
                      <a:pt x="49970" y="23373"/>
                      <a:pt x="48386" y="20573"/>
                      <a:pt x="46332" y="18296"/>
                    </a:cubicBezTo>
                    <a:cubicBezTo>
                      <a:pt x="44274" y="16018"/>
                      <a:pt x="41772" y="14263"/>
                      <a:pt x="38828" y="13031"/>
                    </a:cubicBezTo>
                    <a:cubicBezTo>
                      <a:pt x="35882" y="11799"/>
                      <a:pt x="32557" y="11201"/>
                      <a:pt x="28867" y="11201"/>
                    </a:cubicBezTo>
                    <a:lnTo>
                      <a:pt x="14170" y="11201"/>
                    </a:lnTo>
                    <a:lnTo>
                      <a:pt x="14170" y="64407"/>
                    </a:lnTo>
                    <a:lnTo>
                      <a:pt x="28867" y="64407"/>
                    </a:lnTo>
                    <a:cubicBezTo>
                      <a:pt x="32557" y="64407"/>
                      <a:pt x="35882" y="63810"/>
                      <a:pt x="38828" y="62578"/>
                    </a:cubicBezTo>
                    <a:cubicBezTo>
                      <a:pt x="41772" y="61383"/>
                      <a:pt x="44274" y="59629"/>
                      <a:pt x="46332" y="57351"/>
                    </a:cubicBezTo>
                    <a:cubicBezTo>
                      <a:pt x="48386" y="55036"/>
                      <a:pt x="49970" y="52273"/>
                      <a:pt x="51086" y="48987"/>
                    </a:cubicBezTo>
                    <a:cubicBezTo>
                      <a:pt x="52203" y="45664"/>
                      <a:pt x="52760" y="41968"/>
                      <a:pt x="52760" y="37823"/>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38" name="Google Shape;2238;p90"/>
              <p:cNvSpPr/>
              <p:nvPr/>
            </p:nvSpPr>
            <p:spPr>
              <a:xfrm>
                <a:off x="5735798" y="5353433"/>
                <a:ext cx="44707" cy="55446"/>
              </a:xfrm>
              <a:custGeom>
                <a:avLst/>
                <a:gdLst/>
                <a:ahLst/>
                <a:cxnLst/>
                <a:rect l="l" t="t" r="r" b="b"/>
                <a:pathLst>
                  <a:path w="44707" h="55446" extrusionOk="0">
                    <a:moveTo>
                      <a:pt x="44707" y="54625"/>
                    </a:moveTo>
                    <a:lnTo>
                      <a:pt x="38903" y="54625"/>
                    </a:lnTo>
                    <a:cubicBezTo>
                      <a:pt x="37685" y="54625"/>
                      <a:pt x="36725" y="54438"/>
                      <a:pt x="36027" y="54065"/>
                    </a:cubicBezTo>
                    <a:cubicBezTo>
                      <a:pt x="35329" y="53691"/>
                      <a:pt x="34806" y="52945"/>
                      <a:pt x="34458" y="51862"/>
                    </a:cubicBezTo>
                    <a:lnTo>
                      <a:pt x="33308" y="48016"/>
                    </a:lnTo>
                    <a:cubicBezTo>
                      <a:pt x="31952" y="49248"/>
                      <a:pt x="30615" y="50331"/>
                      <a:pt x="29312" y="51265"/>
                    </a:cubicBezTo>
                    <a:cubicBezTo>
                      <a:pt x="28001" y="52161"/>
                      <a:pt x="26652" y="52945"/>
                      <a:pt x="25259" y="53579"/>
                    </a:cubicBezTo>
                    <a:cubicBezTo>
                      <a:pt x="23862" y="54214"/>
                      <a:pt x="22380" y="54662"/>
                      <a:pt x="20811" y="54998"/>
                    </a:cubicBezTo>
                    <a:cubicBezTo>
                      <a:pt x="19242" y="55297"/>
                      <a:pt x="17498" y="55446"/>
                      <a:pt x="15582" y="55446"/>
                    </a:cubicBezTo>
                    <a:cubicBezTo>
                      <a:pt x="13315" y="55446"/>
                      <a:pt x="11227" y="55147"/>
                      <a:pt x="9307" y="54550"/>
                    </a:cubicBezTo>
                    <a:cubicBezTo>
                      <a:pt x="7388" y="53915"/>
                      <a:pt x="5744" y="53019"/>
                      <a:pt x="4366" y="51787"/>
                    </a:cubicBezTo>
                    <a:cubicBezTo>
                      <a:pt x="2992" y="50555"/>
                      <a:pt x="1920" y="49024"/>
                      <a:pt x="1150" y="47232"/>
                    </a:cubicBezTo>
                    <a:cubicBezTo>
                      <a:pt x="381" y="45402"/>
                      <a:pt x="0" y="43274"/>
                      <a:pt x="0" y="40885"/>
                    </a:cubicBezTo>
                    <a:cubicBezTo>
                      <a:pt x="0" y="38831"/>
                      <a:pt x="530" y="36852"/>
                      <a:pt x="1595" y="34873"/>
                    </a:cubicBezTo>
                    <a:cubicBezTo>
                      <a:pt x="2659" y="32894"/>
                      <a:pt x="4426" y="31102"/>
                      <a:pt x="6906" y="29534"/>
                    </a:cubicBezTo>
                    <a:cubicBezTo>
                      <a:pt x="9378" y="27929"/>
                      <a:pt x="12669" y="26621"/>
                      <a:pt x="16785" y="25576"/>
                    </a:cubicBezTo>
                    <a:cubicBezTo>
                      <a:pt x="20901" y="24531"/>
                      <a:pt x="26006" y="23970"/>
                      <a:pt x="32109" y="23970"/>
                    </a:cubicBezTo>
                    <a:lnTo>
                      <a:pt x="32109" y="20834"/>
                    </a:lnTo>
                    <a:cubicBezTo>
                      <a:pt x="32109" y="17213"/>
                      <a:pt x="31347" y="14524"/>
                      <a:pt x="29831" y="12807"/>
                    </a:cubicBezTo>
                    <a:cubicBezTo>
                      <a:pt x="28315" y="11052"/>
                      <a:pt x="26111" y="10193"/>
                      <a:pt x="23216" y="10193"/>
                    </a:cubicBezTo>
                    <a:cubicBezTo>
                      <a:pt x="21125" y="10193"/>
                      <a:pt x="19380" y="10417"/>
                      <a:pt x="17987" y="10902"/>
                    </a:cubicBezTo>
                    <a:cubicBezTo>
                      <a:pt x="16590" y="11425"/>
                      <a:pt x="15380" y="11948"/>
                      <a:pt x="14353" y="12583"/>
                    </a:cubicBezTo>
                    <a:cubicBezTo>
                      <a:pt x="13322" y="13180"/>
                      <a:pt x="12374" y="13740"/>
                      <a:pt x="11503" y="14225"/>
                    </a:cubicBezTo>
                    <a:cubicBezTo>
                      <a:pt x="10633" y="14711"/>
                      <a:pt x="9673" y="14935"/>
                      <a:pt x="8628" y="14935"/>
                    </a:cubicBezTo>
                    <a:cubicBezTo>
                      <a:pt x="7757" y="14935"/>
                      <a:pt x="7007" y="14711"/>
                      <a:pt x="6379" y="14263"/>
                    </a:cubicBezTo>
                    <a:cubicBezTo>
                      <a:pt x="5752" y="13815"/>
                      <a:pt x="5247" y="13255"/>
                      <a:pt x="4863" y="12583"/>
                    </a:cubicBezTo>
                    <a:lnTo>
                      <a:pt x="2510" y="8475"/>
                    </a:lnTo>
                    <a:cubicBezTo>
                      <a:pt x="8680" y="2837"/>
                      <a:pt x="16120" y="0"/>
                      <a:pt x="24837" y="0"/>
                    </a:cubicBezTo>
                    <a:cubicBezTo>
                      <a:pt x="27975" y="0"/>
                      <a:pt x="30772" y="522"/>
                      <a:pt x="33230" y="1531"/>
                    </a:cubicBezTo>
                    <a:cubicBezTo>
                      <a:pt x="35691" y="2576"/>
                      <a:pt x="37771" y="3995"/>
                      <a:pt x="39478" y="5824"/>
                    </a:cubicBezTo>
                    <a:cubicBezTo>
                      <a:pt x="41185" y="7654"/>
                      <a:pt x="42485" y="9857"/>
                      <a:pt x="43374" y="12396"/>
                    </a:cubicBezTo>
                    <a:cubicBezTo>
                      <a:pt x="44263" y="14935"/>
                      <a:pt x="44707" y="17735"/>
                      <a:pt x="44707" y="20760"/>
                    </a:cubicBezTo>
                    <a:lnTo>
                      <a:pt x="44707" y="54625"/>
                    </a:lnTo>
                    <a:close/>
                    <a:moveTo>
                      <a:pt x="19608" y="46560"/>
                    </a:moveTo>
                    <a:cubicBezTo>
                      <a:pt x="20930" y="46560"/>
                      <a:pt x="22155" y="46448"/>
                      <a:pt x="23269" y="46224"/>
                    </a:cubicBezTo>
                    <a:cubicBezTo>
                      <a:pt x="24381" y="45962"/>
                      <a:pt x="25439" y="45627"/>
                      <a:pt x="26432" y="45141"/>
                    </a:cubicBezTo>
                    <a:cubicBezTo>
                      <a:pt x="27425" y="44656"/>
                      <a:pt x="28385" y="44058"/>
                      <a:pt x="29312" y="43349"/>
                    </a:cubicBezTo>
                    <a:cubicBezTo>
                      <a:pt x="30234" y="42639"/>
                      <a:pt x="31164" y="41818"/>
                      <a:pt x="32109" y="40847"/>
                    </a:cubicBezTo>
                    <a:lnTo>
                      <a:pt x="32109" y="31886"/>
                    </a:lnTo>
                    <a:cubicBezTo>
                      <a:pt x="28341" y="31886"/>
                      <a:pt x="25196" y="32110"/>
                      <a:pt x="22667" y="32596"/>
                    </a:cubicBezTo>
                    <a:cubicBezTo>
                      <a:pt x="20139" y="33081"/>
                      <a:pt x="18111" y="33678"/>
                      <a:pt x="16576" y="34425"/>
                    </a:cubicBezTo>
                    <a:cubicBezTo>
                      <a:pt x="15041" y="35134"/>
                      <a:pt x="13950" y="35993"/>
                      <a:pt x="13308" y="37001"/>
                    </a:cubicBezTo>
                    <a:cubicBezTo>
                      <a:pt x="12665" y="37972"/>
                      <a:pt x="12344" y="39055"/>
                      <a:pt x="12344" y="40212"/>
                    </a:cubicBezTo>
                    <a:cubicBezTo>
                      <a:pt x="12344" y="42490"/>
                      <a:pt x="13009" y="44096"/>
                      <a:pt x="14353" y="45104"/>
                    </a:cubicBezTo>
                    <a:cubicBezTo>
                      <a:pt x="15694" y="46075"/>
                      <a:pt x="17450"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39" name="Google Shape;2239;p90"/>
              <p:cNvSpPr/>
              <p:nvPr/>
            </p:nvSpPr>
            <p:spPr>
              <a:xfrm>
                <a:off x="5788349" y="5338013"/>
                <a:ext cx="36550" cy="70866"/>
              </a:xfrm>
              <a:custGeom>
                <a:avLst/>
                <a:gdLst/>
                <a:ahLst/>
                <a:cxnLst/>
                <a:rect l="l" t="t" r="r" b="b"/>
                <a:pathLst>
                  <a:path w="36550" h="70866" extrusionOk="0">
                    <a:moveTo>
                      <a:pt x="22488" y="70867"/>
                    </a:moveTo>
                    <a:cubicBezTo>
                      <a:pt x="17849" y="70867"/>
                      <a:pt x="14275" y="69560"/>
                      <a:pt x="11769" y="66946"/>
                    </a:cubicBezTo>
                    <a:cubicBezTo>
                      <a:pt x="9259" y="64295"/>
                      <a:pt x="8004" y="60674"/>
                      <a:pt x="8004" y="56043"/>
                    </a:cubicBezTo>
                    <a:lnTo>
                      <a:pt x="8004" y="26062"/>
                    </a:lnTo>
                    <a:lnTo>
                      <a:pt x="2566" y="26062"/>
                    </a:lnTo>
                    <a:cubicBezTo>
                      <a:pt x="1864" y="26062"/>
                      <a:pt x="1262" y="25837"/>
                      <a:pt x="758" y="25389"/>
                    </a:cubicBezTo>
                    <a:cubicBezTo>
                      <a:pt x="254" y="24941"/>
                      <a:pt x="0" y="24269"/>
                      <a:pt x="0" y="23373"/>
                    </a:cubicBezTo>
                    <a:lnTo>
                      <a:pt x="0" y="18258"/>
                    </a:lnTo>
                    <a:lnTo>
                      <a:pt x="8632" y="16839"/>
                    </a:lnTo>
                    <a:lnTo>
                      <a:pt x="11347" y="2203"/>
                    </a:lnTo>
                    <a:cubicBezTo>
                      <a:pt x="11485" y="1493"/>
                      <a:pt x="11810" y="970"/>
                      <a:pt x="12314" y="560"/>
                    </a:cubicBezTo>
                    <a:cubicBezTo>
                      <a:pt x="12822" y="186"/>
                      <a:pt x="13457" y="0"/>
                      <a:pt x="14223" y="0"/>
                    </a:cubicBezTo>
                    <a:lnTo>
                      <a:pt x="20919" y="0"/>
                    </a:lnTo>
                    <a:lnTo>
                      <a:pt x="20919" y="16876"/>
                    </a:lnTo>
                    <a:lnTo>
                      <a:pt x="35034" y="16876"/>
                    </a:lnTo>
                    <a:lnTo>
                      <a:pt x="35034" y="26062"/>
                    </a:lnTo>
                    <a:lnTo>
                      <a:pt x="20919" y="26062"/>
                    </a:lnTo>
                    <a:lnTo>
                      <a:pt x="20919" y="55147"/>
                    </a:lnTo>
                    <a:cubicBezTo>
                      <a:pt x="20919" y="56828"/>
                      <a:pt x="21334" y="58135"/>
                      <a:pt x="22174" y="59068"/>
                    </a:cubicBezTo>
                    <a:cubicBezTo>
                      <a:pt x="23007" y="60001"/>
                      <a:pt x="24124" y="60487"/>
                      <a:pt x="25517" y="60487"/>
                    </a:cubicBezTo>
                    <a:cubicBezTo>
                      <a:pt x="26320" y="60487"/>
                      <a:pt x="26993" y="60375"/>
                      <a:pt x="27530" y="60188"/>
                    </a:cubicBezTo>
                    <a:cubicBezTo>
                      <a:pt x="28072" y="60001"/>
                      <a:pt x="28542" y="59777"/>
                      <a:pt x="28942" y="59591"/>
                    </a:cubicBezTo>
                    <a:cubicBezTo>
                      <a:pt x="29346" y="59367"/>
                      <a:pt x="29700" y="59180"/>
                      <a:pt x="30014" y="58993"/>
                    </a:cubicBezTo>
                    <a:cubicBezTo>
                      <a:pt x="30328" y="58807"/>
                      <a:pt x="30642" y="58695"/>
                      <a:pt x="30955" y="58695"/>
                    </a:cubicBezTo>
                    <a:cubicBezTo>
                      <a:pt x="31340" y="58695"/>
                      <a:pt x="31654" y="58807"/>
                      <a:pt x="31896" y="58993"/>
                    </a:cubicBezTo>
                    <a:cubicBezTo>
                      <a:pt x="32143" y="59180"/>
                      <a:pt x="32401" y="59479"/>
                      <a:pt x="32681" y="59852"/>
                    </a:cubicBezTo>
                    <a:lnTo>
                      <a:pt x="36550" y="66125"/>
                    </a:lnTo>
                    <a:cubicBezTo>
                      <a:pt x="34668" y="67693"/>
                      <a:pt x="32505" y="68888"/>
                      <a:pt x="30066" y="69672"/>
                    </a:cubicBezTo>
                    <a:cubicBezTo>
                      <a:pt x="27627" y="70494"/>
                      <a:pt x="25099" y="70867"/>
                      <a:pt x="22488" y="7086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40" name="Google Shape;2240;p90"/>
              <p:cNvSpPr/>
              <p:nvPr/>
            </p:nvSpPr>
            <p:spPr>
              <a:xfrm>
                <a:off x="5831017" y="5353433"/>
                <a:ext cx="44707" cy="55446"/>
              </a:xfrm>
              <a:custGeom>
                <a:avLst/>
                <a:gdLst/>
                <a:ahLst/>
                <a:cxnLst/>
                <a:rect l="l" t="t" r="r" b="b"/>
                <a:pathLst>
                  <a:path w="44707" h="55446" extrusionOk="0">
                    <a:moveTo>
                      <a:pt x="44707" y="54625"/>
                    </a:moveTo>
                    <a:lnTo>
                      <a:pt x="38903" y="54625"/>
                    </a:lnTo>
                    <a:cubicBezTo>
                      <a:pt x="37686" y="54625"/>
                      <a:pt x="36726" y="54438"/>
                      <a:pt x="36031" y="54065"/>
                    </a:cubicBezTo>
                    <a:cubicBezTo>
                      <a:pt x="35329" y="53691"/>
                      <a:pt x="34806" y="52945"/>
                      <a:pt x="34462" y="51862"/>
                    </a:cubicBezTo>
                    <a:lnTo>
                      <a:pt x="33308" y="48016"/>
                    </a:lnTo>
                    <a:cubicBezTo>
                      <a:pt x="31952" y="49248"/>
                      <a:pt x="30615" y="50331"/>
                      <a:pt x="29312" y="51265"/>
                    </a:cubicBezTo>
                    <a:cubicBezTo>
                      <a:pt x="28001" y="52161"/>
                      <a:pt x="26652" y="52945"/>
                      <a:pt x="25259" y="53579"/>
                    </a:cubicBezTo>
                    <a:cubicBezTo>
                      <a:pt x="23863" y="54214"/>
                      <a:pt x="22380" y="54662"/>
                      <a:pt x="20811" y="54998"/>
                    </a:cubicBezTo>
                    <a:cubicBezTo>
                      <a:pt x="19243" y="55297"/>
                      <a:pt x="17502" y="55446"/>
                      <a:pt x="15582" y="55446"/>
                    </a:cubicBezTo>
                    <a:cubicBezTo>
                      <a:pt x="13315" y="55446"/>
                      <a:pt x="11227" y="55147"/>
                      <a:pt x="9307" y="54550"/>
                    </a:cubicBezTo>
                    <a:cubicBezTo>
                      <a:pt x="7391" y="53915"/>
                      <a:pt x="5744" y="53019"/>
                      <a:pt x="4366" y="51787"/>
                    </a:cubicBezTo>
                    <a:cubicBezTo>
                      <a:pt x="2992" y="50555"/>
                      <a:pt x="1920" y="49024"/>
                      <a:pt x="1154" y="47232"/>
                    </a:cubicBezTo>
                    <a:cubicBezTo>
                      <a:pt x="385" y="45402"/>
                      <a:pt x="0" y="43274"/>
                      <a:pt x="0" y="40885"/>
                    </a:cubicBezTo>
                    <a:cubicBezTo>
                      <a:pt x="0" y="38831"/>
                      <a:pt x="534" y="36852"/>
                      <a:pt x="1595" y="34873"/>
                    </a:cubicBezTo>
                    <a:cubicBezTo>
                      <a:pt x="2659" y="32894"/>
                      <a:pt x="4430" y="31102"/>
                      <a:pt x="6906" y="29534"/>
                    </a:cubicBezTo>
                    <a:cubicBezTo>
                      <a:pt x="9378" y="27929"/>
                      <a:pt x="12673" y="26621"/>
                      <a:pt x="16785" y="25576"/>
                    </a:cubicBezTo>
                    <a:cubicBezTo>
                      <a:pt x="20901" y="24531"/>
                      <a:pt x="26006" y="23970"/>
                      <a:pt x="32109" y="23970"/>
                    </a:cubicBezTo>
                    <a:lnTo>
                      <a:pt x="32109" y="20834"/>
                    </a:lnTo>
                    <a:cubicBezTo>
                      <a:pt x="32109" y="17213"/>
                      <a:pt x="31351" y="14524"/>
                      <a:pt x="29831" y="12807"/>
                    </a:cubicBezTo>
                    <a:cubicBezTo>
                      <a:pt x="28315" y="11052"/>
                      <a:pt x="26111" y="10193"/>
                      <a:pt x="23216" y="10193"/>
                    </a:cubicBezTo>
                    <a:cubicBezTo>
                      <a:pt x="21125" y="10193"/>
                      <a:pt x="19381" y="10417"/>
                      <a:pt x="17988" y="10902"/>
                    </a:cubicBezTo>
                    <a:cubicBezTo>
                      <a:pt x="16591" y="11425"/>
                      <a:pt x="15381" y="11948"/>
                      <a:pt x="14353" y="12583"/>
                    </a:cubicBezTo>
                    <a:cubicBezTo>
                      <a:pt x="13323" y="13180"/>
                      <a:pt x="12378" y="13740"/>
                      <a:pt x="11504" y="14225"/>
                    </a:cubicBezTo>
                    <a:cubicBezTo>
                      <a:pt x="10634" y="14711"/>
                      <a:pt x="9674" y="14935"/>
                      <a:pt x="8632" y="14935"/>
                    </a:cubicBezTo>
                    <a:cubicBezTo>
                      <a:pt x="7758" y="14935"/>
                      <a:pt x="7007" y="14711"/>
                      <a:pt x="6379" y="14263"/>
                    </a:cubicBezTo>
                    <a:cubicBezTo>
                      <a:pt x="5752" y="13815"/>
                      <a:pt x="5248" y="13255"/>
                      <a:pt x="4863" y="12583"/>
                    </a:cubicBezTo>
                    <a:lnTo>
                      <a:pt x="2510" y="8475"/>
                    </a:lnTo>
                    <a:cubicBezTo>
                      <a:pt x="8680" y="2837"/>
                      <a:pt x="16120" y="0"/>
                      <a:pt x="24837" y="0"/>
                    </a:cubicBezTo>
                    <a:cubicBezTo>
                      <a:pt x="27975" y="0"/>
                      <a:pt x="30772" y="522"/>
                      <a:pt x="33233" y="1531"/>
                    </a:cubicBezTo>
                    <a:cubicBezTo>
                      <a:pt x="35691" y="2576"/>
                      <a:pt x="37772" y="3995"/>
                      <a:pt x="39478" y="5824"/>
                    </a:cubicBezTo>
                    <a:cubicBezTo>
                      <a:pt x="41185" y="7654"/>
                      <a:pt x="42485" y="9857"/>
                      <a:pt x="43374" y="12396"/>
                    </a:cubicBezTo>
                    <a:cubicBezTo>
                      <a:pt x="44266" y="14935"/>
                      <a:pt x="44707" y="17735"/>
                      <a:pt x="44707" y="20760"/>
                    </a:cubicBezTo>
                    <a:lnTo>
                      <a:pt x="44707" y="54625"/>
                    </a:lnTo>
                    <a:close/>
                    <a:moveTo>
                      <a:pt x="19608" y="46560"/>
                    </a:moveTo>
                    <a:cubicBezTo>
                      <a:pt x="20934" y="46560"/>
                      <a:pt x="22156" y="46448"/>
                      <a:pt x="23272" y="46224"/>
                    </a:cubicBezTo>
                    <a:cubicBezTo>
                      <a:pt x="24382" y="45962"/>
                      <a:pt x="25442" y="45627"/>
                      <a:pt x="26432" y="45141"/>
                    </a:cubicBezTo>
                    <a:cubicBezTo>
                      <a:pt x="27426" y="44656"/>
                      <a:pt x="28386" y="44058"/>
                      <a:pt x="29312" y="43349"/>
                    </a:cubicBezTo>
                    <a:cubicBezTo>
                      <a:pt x="30234" y="42639"/>
                      <a:pt x="31164" y="41818"/>
                      <a:pt x="32109" y="40847"/>
                    </a:cubicBezTo>
                    <a:lnTo>
                      <a:pt x="32109" y="31886"/>
                    </a:lnTo>
                    <a:cubicBezTo>
                      <a:pt x="28341" y="31886"/>
                      <a:pt x="25196" y="32110"/>
                      <a:pt x="22667" y="32596"/>
                    </a:cubicBezTo>
                    <a:cubicBezTo>
                      <a:pt x="20143" y="33081"/>
                      <a:pt x="18111" y="33678"/>
                      <a:pt x="16579" y="34425"/>
                    </a:cubicBezTo>
                    <a:cubicBezTo>
                      <a:pt x="15041" y="35134"/>
                      <a:pt x="13950" y="35993"/>
                      <a:pt x="13311" y="37001"/>
                    </a:cubicBezTo>
                    <a:cubicBezTo>
                      <a:pt x="12665" y="37972"/>
                      <a:pt x="12344" y="39055"/>
                      <a:pt x="12344" y="40212"/>
                    </a:cubicBezTo>
                    <a:cubicBezTo>
                      <a:pt x="12344" y="42490"/>
                      <a:pt x="13009" y="44096"/>
                      <a:pt x="14353" y="45104"/>
                    </a:cubicBezTo>
                    <a:cubicBezTo>
                      <a:pt x="15694" y="46075"/>
                      <a:pt x="17450"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241" name="Google Shape;2241;p90"/>
            <p:cNvSpPr/>
            <p:nvPr/>
          </p:nvSpPr>
          <p:spPr>
            <a:xfrm>
              <a:off x="5647165" y="4843658"/>
              <a:ext cx="232880" cy="261068"/>
            </a:xfrm>
            <a:custGeom>
              <a:avLst/>
              <a:gdLst/>
              <a:ahLst/>
              <a:cxnLst/>
              <a:rect l="l" t="t" r="r" b="b"/>
              <a:pathLst>
                <a:path w="232880" h="261068" extrusionOk="0">
                  <a:moveTo>
                    <a:pt x="116440" y="0"/>
                  </a:moveTo>
                  <a:cubicBezTo>
                    <a:pt x="58556" y="0"/>
                    <a:pt x="0" y="17052"/>
                    <a:pt x="0" y="49685"/>
                  </a:cubicBezTo>
                  <a:lnTo>
                    <a:pt x="0" y="211372"/>
                  </a:lnTo>
                  <a:cubicBezTo>
                    <a:pt x="0" y="244005"/>
                    <a:pt x="58642" y="261069"/>
                    <a:pt x="116440" y="261069"/>
                  </a:cubicBezTo>
                  <a:cubicBezTo>
                    <a:pt x="174242" y="261069"/>
                    <a:pt x="232881" y="244005"/>
                    <a:pt x="232881" y="211372"/>
                  </a:cubicBezTo>
                  <a:lnTo>
                    <a:pt x="232881" y="49685"/>
                  </a:lnTo>
                  <a:cubicBezTo>
                    <a:pt x="232881" y="17052"/>
                    <a:pt x="174328" y="0"/>
                    <a:pt x="116440" y="0"/>
                  </a:cubicBezTo>
                  <a:close/>
                  <a:moveTo>
                    <a:pt x="37951" y="227315"/>
                  </a:moveTo>
                  <a:cubicBezTo>
                    <a:pt x="26641" y="222163"/>
                    <a:pt x="20105" y="216189"/>
                    <a:pt x="20105" y="211372"/>
                  </a:cubicBezTo>
                  <a:lnTo>
                    <a:pt x="20105" y="191733"/>
                  </a:lnTo>
                  <a:cubicBezTo>
                    <a:pt x="25543" y="195466"/>
                    <a:pt x="31422" y="198566"/>
                    <a:pt x="37614" y="200955"/>
                  </a:cubicBezTo>
                  <a:lnTo>
                    <a:pt x="37951" y="227315"/>
                  </a:lnTo>
                  <a:close/>
                  <a:moveTo>
                    <a:pt x="37951" y="192293"/>
                  </a:moveTo>
                  <a:cubicBezTo>
                    <a:pt x="31437" y="189717"/>
                    <a:pt x="25409" y="186095"/>
                    <a:pt x="20105" y="181614"/>
                  </a:cubicBezTo>
                  <a:lnTo>
                    <a:pt x="20105" y="154115"/>
                  </a:lnTo>
                  <a:cubicBezTo>
                    <a:pt x="25562" y="157826"/>
                    <a:pt x="31437" y="160929"/>
                    <a:pt x="37614" y="163319"/>
                  </a:cubicBezTo>
                  <a:lnTo>
                    <a:pt x="37951" y="192293"/>
                  </a:lnTo>
                  <a:close/>
                  <a:moveTo>
                    <a:pt x="37951" y="154604"/>
                  </a:moveTo>
                  <a:cubicBezTo>
                    <a:pt x="31444" y="152050"/>
                    <a:pt x="25413" y="148466"/>
                    <a:pt x="20105" y="144000"/>
                  </a:cubicBezTo>
                  <a:lnTo>
                    <a:pt x="20105" y="117158"/>
                  </a:lnTo>
                  <a:cubicBezTo>
                    <a:pt x="25663" y="120922"/>
                    <a:pt x="31653" y="124043"/>
                    <a:pt x="37951" y="126459"/>
                  </a:cubicBezTo>
                  <a:lnTo>
                    <a:pt x="37951" y="154604"/>
                  </a:lnTo>
                  <a:close/>
                  <a:moveTo>
                    <a:pt x="37951" y="117647"/>
                  </a:moveTo>
                  <a:cubicBezTo>
                    <a:pt x="31448" y="115120"/>
                    <a:pt x="25420" y="111561"/>
                    <a:pt x="20105" y="107122"/>
                  </a:cubicBezTo>
                  <a:lnTo>
                    <a:pt x="20105" y="78973"/>
                  </a:lnTo>
                  <a:cubicBezTo>
                    <a:pt x="24322" y="81504"/>
                    <a:pt x="28752" y="83689"/>
                    <a:pt x="33342" y="85499"/>
                  </a:cubicBezTo>
                  <a:lnTo>
                    <a:pt x="37614" y="87542"/>
                  </a:lnTo>
                  <a:lnTo>
                    <a:pt x="37951" y="117647"/>
                  </a:lnTo>
                  <a:close/>
                  <a:moveTo>
                    <a:pt x="75229" y="237919"/>
                  </a:moveTo>
                  <a:cubicBezTo>
                    <a:pt x="65246" y="236389"/>
                    <a:pt x="55430" y="233924"/>
                    <a:pt x="45906" y="230639"/>
                  </a:cubicBezTo>
                  <a:lnTo>
                    <a:pt x="45906" y="203979"/>
                  </a:lnTo>
                  <a:cubicBezTo>
                    <a:pt x="55482" y="206967"/>
                    <a:pt x="65287" y="209281"/>
                    <a:pt x="75229" y="210812"/>
                  </a:cubicBezTo>
                  <a:lnTo>
                    <a:pt x="75229" y="237919"/>
                  </a:lnTo>
                  <a:close/>
                  <a:moveTo>
                    <a:pt x="75229" y="202673"/>
                  </a:moveTo>
                  <a:cubicBezTo>
                    <a:pt x="65249" y="201105"/>
                    <a:pt x="55438" y="198677"/>
                    <a:pt x="45906" y="195392"/>
                  </a:cubicBezTo>
                  <a:lnTo>
                    <a:pt x="45906" y="166194"/>
                  </a:lnTo>
                  <a:cubicBezTo>
                    <a:pt x="55468" y="169293"/>
                    <a:pt x="65275" y="171645"/>
                    <a:pt x="75229" y="173213"/>
                  </a:cubicBezTo>
                  <a:lnTo>
                    <a:pt x="75229" y="202673"/>
                  </a:lnTo>
                  <a:close/>
                  <a:moveTo>
                    <a:pt x="75229" y="164962"/>
                  </a:moveTo>
                  <a:cubicBezTo>
                    <a:pt x="65260" y="163393"/>
                    <a:pt x="55453" y="161004"/>
                    <a:pt x="45906" y="157785"/>
                  </a:cubicBezTo>
                  <a:lnTo>
                    <a:pt x="45906" y="129151"/>
                  </a:lnTo>
                  <a:cubicBezTo>
                    <a:pt x="55475" y="132157"/>
                    <a:pt x="65283" y="134393"/>
                    <a:pt x="75229" y="135838"/>
                  </a:cubicBezTo>
                  <a:lnTo>
                    <a:pt x="75229" y="164962"/>
                  </a:lnTo>
                  <a:close/>
                  <a:moveTo>
                    <a:pt x="75229" y="127762"/>
                  </a:moveTo>
                  <a:cubicBezTo>
                    <a:pt x="65264" y="126216"/>
                    <a:pt x="55456" y="123842"/>
                    <a:pt x="45906" y="120664"/>
                  </a:cubicBezTo>
                  <a:lnTo>
                    <a:pt x="45906" y="90641"/>
                  </a:lnTo>
                  <a:cubicBezTo>
                    <a:pt x="55430" y="93990"/>
                    <a:pt x="65246" y="96503"/>
                    <a:pt x="75229" y="98146"/>
                  </a:cubicBezTo>
                  <a:lnTo>
                    <a:pt x="75229" y="127762"/>
                  </a:lnTo>
                  <a:close/>
                  <a:moveTo>
                    <a:pt x="112253" y="241093"/>
                  </a:moveTo>
                  <a:cubicBezTo>
                    <a:pt x="102479" y="240981"/>
                    <a:pt x="92716" y="240309"/>
                    <a:pt x="83016" y="239114"/>
                  </a:cubicBezTo>
                  <a:lnTo>
                    <a:pt x="83016" y="211970"/>
                  </a:lnTo>
                  <a:cubicBezTo>
                    <a:pt x="92712" y="213165"/>
                    <a:pt x="102475" y="213837"/>
                    <a:pt x="112253" y="213911"/>
                  </a:cubicBezTo>
                  <a:lnTo>
                    <a:pt x="112253" y="241093"/>
                  </a:lnTo>
                  <a:close/>
                  <a:moveTo>
                    <a:pt x="112253" y="205846"/>
                  </a:moveTo>
                  <a:cubicBezTo>
                    <a:pt x="102475" y="205772"/>
                    <a:pt x="92712" y="205100"/>
                    <a:pt x="83016" y="203867"/>
                  </a:cubicBezTo>
                  <a:lnTo>
                    <a:pt x="83016" y="174259"/>
                  </a:lnTo>
                  <a:cubicBezTo>
                    <a:pt x="92712" y="175491"/>
                    <a:pt x="102475" y="176126"/>
                    <a:pt x="112253" y="176237"/>
                  </a:cubicBezTo>
                  <a:lnTo>
                    <a:pt x="112253" y="205846"/>
                  </a:lnTo>
                  <a:close/>
                  <a:moveTo>
                    <a:pt x="112253" y="168247"/>
                  </a:moveTo>
                  <a:cubicBezTo>
                    <a:pt x="102475" y="168098"/>
                    <a:pt x="92716" y="167388"/>
                    <a:pt x="83016" y="166194"/>
                  </a:cubicBezTo>
                  <a:lnTo>
                    <a:pt x="83016" y="136984"/>
                  </a:lnTo>
                  <a:cubicBezTo>
                    <a:pt x="92720" y="138135"/>
                    <a:pt x="102479" y="138762"/>
                    <a:pt x="112253" y="138859"/>
                  </a:cubicBezTo>
                  <a:lnTo>
                    <a:pt x="112253" y="168247"/>
                  </a:lnTo>
                  <a:close/>
                  <a:moveTo>
                    <a:pt x="112253" y="130783"/>
                  </a:moveTo>
                  <a:cubicBezTo>
                    <a:pt x="102479" y="130686"/>
                    <a:pt x="92720" y="130058"/>
                    <a:pt x="83016" y="128905"/>
                  </a:cubicBezTo>
                  <a:lnTo>
                    <a:pt x="83016" y="99371"/>
                  </a:lnTo>
                  <a:cubicBezTo>
                    <a:pt x="92705" y="100688"/>
                    <a:pt x="102472" y="101398"/>
                    <a:pt x="112253" y="101491"/>
                  </a:cubicBezTo>
                  <a:lnTo>
                    <a:pt x="112253" y="130783"/>
                  </a:lnTo>
                  <a:close/>
                  <a:moveTo>
                    <a:pt x="149532" y="239114"/>
                  </a:moveTo>
                  <a:cubicBezTo>
                    <a:pt x="139828" y="240309"/>
                    <a:pt x="130069" y="240981"/>
                    <a:pt x="120295" y="241093"/>
                  </a:cubicBezTo>
                  <a:lnTo>
                    <a:pt x="120295" y="213911"/>
                  </a:lnTo>
                  <a:cubicBezTo>
                    <a:pt x="130073" y="213837"/>
                    <a:pt x="139836" y="213165"/>
                    <a:pt x="149532" y="211970"/>
                  </a:cubicBezTo>
                  <a:lnTo>
                    <a:pt x="149532" y="239114"/>
                  </a:lnTo>
                  <a:close/>
                  <a:moveTo>
                    <a:pt x="149532" y="203867"/>
                  </a:moveTo>
                  <a:cubicBezTo>
                    <a:pt x="139836" y="205100"/>
                    <a:pt x="130073" y="205772"/>
                    <a:pt x="120295" y="205846"/>
                  </a:cubicBezTo>
                  <a:lnTo>
                    <a:pt x="120295" y="176237"/>
                  </a:lnTo>
                  <a:cubicBezTo>
                    <a:pt x="130073" y="176126"/>
                    <a:pt x="139836" y="175491"/>
                    <a:pt x="149532" y="174259"/>
                  </a:cubicBezTo>
                  <a:lnTo>
                    <a:pt x="149532" y="203867"/>
                  </a:lnTo>
                  <a:close/>
                  <a:moveTo>
                    <a:pt x="149532" y="166194"/>
                  </a:moveTo>
                  <a:cubicBezTo>
                    <a:pt x="139832" y="167388"/>
                    <a:pt x="130073" y="168098"/>
                    <a:pt x="120295" y="168247"/>
                  </a:cubicBezTo>
                  <a:lnTo>
                    <a:pt x="120295" y="138859"/>
                  </a:lnTo>
                  <a:cubicBezTo>
                    <a:pt x="130069" y="138762"/>
                    <a:pt x="139828" y="138135"/>
                    <a:pt x="149532" y="136984"/>
                  </a:cubicBezTo>
                  <a:lnTo>
                    <a:pt x="149532" y="166194"/>
                  </a:lnTo>
                  <a:close/>
                  <a:moveTo>
                    <a:pt x="149532" y="128905"/>
                  </a:moveTo>
                  <a:cubicBezTo>
                    <a:pt x="139828" y="130058"/>
                    <a:pt x="130069" y="130686"/>
                    <a:pt x="120295" y="130783"/>
                  </a:cubicBezTo>
                  <a:lnTo>
                    <a:pt x="120295" y="101491"/>
                  </a:lnTo>
                  <a:cubicBezTo>
                    <a:pt x="130076" y="101398"/>
                    <a:pt x="139844" y="100688"/>
                    <a:pt x="149532" y="99371"/>
                  </a:cubicBezTo>
                  <a:lnTo>
                    <a:pt x="149532" y="128905"/>
                  </a:lnTo>
                  <a:close/>
                  <a:moveTo>
                    <a:pt x="186806" y="230639"/>
                  </a:moveTo>
                  <a:cubicBezTo>
                    <a:pt x="177286" y="233924"/>
                    <a:pt x="167471" y="236389"/>
                    <a:pt x="157487" y="237919"/>
                  </a:cubicBezTo>
                  <a:lnTo>
                    <a:pt x="157487" y="210812"/>
                  </a:lnTo>
                  <a:cubicBezTo>
                    <a:pt x="167430" y="209281"/>
                    <a:pt x="177234" y="206967"/>
                    <a:pt x="186806" y="203979"/>
                  </a:cubicBezTo>
                  <a:lnTo>
                    <a:pt x="186806" y="230639"/>
                  </a:lnTo>
                  <a:close/>
                  <a:moveTo>
                    <a:pt x="186806" y="195392"/>
                  </a:moveTo>
                  <a:cubicBezTo>
                    <a:pt x="177279" y="198677"/>
                    <a:pt x="167463" y="201105"/>
                    <a:pt x="157487" y="202673"/>
                  </a:cubicBezTo>
                  <a:lnTo>
                    <a:pt x="157487" y="173213"/>
                  </a:lnTo>
                  <a:cubicBezTo>
                    <a:pt x="167441" y="171645"/>
                    <a:pt x="177245" y="169293"/>
                    <a:pt x="186806" y="166194"/>
                  </a:cubicBezTo>
                  <a:lnTo>
                    <a:pt x="186806" y="195392"/>
                  </a:lnTo>
                  <a:close/>
                  <a:moveTo>
                    <a:pt x="186806" y="157785"/>
                  </a:moveTo>
                  <a:cubicBezTo>
                    <a:pt x="177264" y="161004"/>
                    <a:pt x="167456" y="163393"/>
                    <a:pt x="157487" y="164962"/>
                  </a:cubicBezTo>
                  <a:lnTo>
                    <a:pt x="157487" y="135838"/>
                  </a:lnTo>
                  <a:cubicBezTo>
                    <a:pt x="167430" y="134386"/>
                    <a:pt x="177238" y="132149"/>
                    <a:pt x="186806" y="129151"/>
                  </a:cubicBezTo>
                  <a:lnTo>
                    <a:pt x="186806" y="157785"/>
                  </a:lnTo>
                  <a:close/>
                  <a:moveTo>
                    <a:pt x="186806" y="120664"/>
                  </a:moveTo>
                  <a:cubicBezTo>
                    <a:pt x="177260" y="123842"/>
                    <a:pt x="167452" y="126216"/>
                    <a:pt x="157487" y="127762"/>
                  </a:cubicBezTo>
                  <a:lnTo>
                    <a:pt x="157487" y="98146"/>
                  </a:lnTo>
                  <a:cubicBezTo>
                    <a:pt x="167471" y="96503"/>
                    <a:pt x="177282" y="93990"/>
                    <a:pt x="186806" y="90641"/>
                  </a:cubicBezTo>
                  <a:lnTo>
                    <a:pt x="186806" y="120664"/>
                  </a:lnTo>
                  <a:close/>
                  <a:moveTo>
                    <a:pt x="211939" y="211372"/>
                  </a:moveTo>
                  <a:cubicBezTo>
                    <a:pt x="211939" y="216301"/>
                    <a:pt x="205739" y="222163"/>
                    <a:pt x="194430" y="227315"/>
                  </a:cubicBezTo>
                  <a:lnTo>
                    <a:pt x="194430" y="200955"/>
                  </a:lnTo>
                  <a:cubicBezTo>
                    <a:pt x="200925" y="198640"/>
                    <a:pt x="207087" y="195541"/>
                    <a:pt x="212776" y="191733"/>
                  </a:cubicBezTo>
                  <a:lnTo>
                    <a:pt x="211939" y="211372"/>
                  </a:lnTo>
                  <a:close/>
                  <a:moveTo>
                    <a:pt x="211939" y="181614"/>
                  </a:moveTo>
                  <a:cubicBezTo>
                    <a:pt x="206740" y="186095"/>
                    <a:pt x="200828" y="189679"/>
                    <a:pt x="194430" y="192293"/>
                  </a:cubicBezTo>
                  <a:lnTo>
                    <a:pt x="194430" y="163319"/>
                  </a:lnTo>
                  <a:cubicBezTo>
                    <a:pt x="200928" y="161004"/>
                    <a:pt x="207091" y="157882"/>
                    <a:pt x="212776" y="154033"/>
                  </a:cubicBezTo>
                  <a:lnTo>
                    <a:pt x="211939" y="181614"/>
                  </a:lnTo>
                  <a:close/>
                  <a:moveTo>
                    <a:pt x="211939" y="143918"/>
                  </a:moveTo>
                  <a:cubicBezTo>
                    <a:pt x="206762" y="148414"/>
                    <a:pt x="200842" y="152024"/>
                    <a:pt x="194430" y="154604"/>
                  </a:cubicBezTo>
                  <a:lnTo>
                    <a:pt x="194430" y="126459"/>
                  </a:lnTo>
                  <a:cubicBezTo>
                    <a:pt x="200895" y="124058"/>
                    <a:pt x="207054" y="120937"/>
                    <a:pt x="212776" y="117158"/>
                  </a:cubicBezTo>
                  <a:lnTo>
                    <a:pt x="211939" y="143918"/>
                  </a:lnTo>
                  <a:close/>
                  <a:moveTo>
                    <a:pt x="211939" y="107040"/>
                  </a:moveTo>
                  <a:cubicBezTo>
                    <a:pt x="206755" y="111505"/>
                    <a:pt x="200835" y="115090"/>
                    <a:pt x="194430" y="117647"/>
                  </a:cubicBezTo>
                  <a:lnTo>
                    <a:pt x="194430" y="87542"/>
                  </a:lnTo>
                  <a:lnTo>
                    <a:pt x="198620" y="85499"/>
                  </a:lnTo>
                  <a:cubicBezTo>
                    <a:pt x="203244" y="83707"/>
                    <a:pt x="207700" y="81523"/>
                    <a:pt x="211939" y="78973"/>
                  </a:cubicBezTo>
                  <a:lnTo>
                    <a:pt x="211939" y="107040"/>
                  </a:lnTo>
                  <a:close/>
                  <a:moveTo>
                    <a:pt x="116440" y="79466"/>
                  </a:moveTo>
                  <a:cubicBezTo>
                    <a:pt x="57802" y="79466"/>
                    <a:pt x="20105" y="61842"/>
                    <a:pt x="20105" y="49685"/>
                  </a:cubicBezTo>
                  <a:cubicBezTo>
                    <a:pt x="20105" y="37528"/>
                    <a:pt x="57802" y="19905"/>
                    <a:pt x="116440" y="19905"/>
                  </a:cubicBezTo>
                  <a:cubicBezTo>
                    <a:pt x="175079" y="19905"/>
                    <a:pt x="212776" y="37528"/>
                    <a:pt x="212776" y="49685"/>
                  </a:cubicBezTo>
                  <a:cubicBezTo>
                    <a:pt x="212776" y="61842"/>
                    <a:pt x="175079" y="79466"/>
                    <a:pt x="116440" y="79466"/>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242" name="Google Shape;2242;p90"/>
          <p:cNvGrpSpPr/>
          <p:nvPr/>
        </p:nvGrpSpPr>
        <p:grpSpPr>
          <a:xfrm>
            <a:off x="3585899" y="3679596"/>
            <a:ext cx="506144" cy="462803"/>
            <a:chOff x="3555604" y="4843658"/>
            <a:chExt cx="618154" cy="565221"/>
          </a:xfrm>
        </p:grpSpPr>
        <p:grpSp>
          <p:nvGrpSpPr>
            <p:cNvPr id="2243" name="Google Shape;2243;p90"/>
            <p:cNvGrpSpPr/>
            <p:nvPr/>
          </p:nvGrpSpPr>
          <p:grpSpPr>
            <a:xfrm>
              <a:off x="3555604" y="5207144"/>
              <a:ext cx="618154" cy="201735"/>
              <a:chOff x="3555604" y="5207144"/>
              <a:chExt cx="618154" cy="201735"/>
            </a:xfrm>
          </p:grpSpPr>
          <p:sp>
            <p:nvSpPr>
              <p:cNvPr id="2244" name="Google Shape;2244;p90"/>
              <p:cNvSpPr/>
              <p:nvPr/>
            </p:nvSpPr>
            <p:spPr>
              <a:xfrm>
                <a:off x="3555604" y="5209235"/>
                <a:ext cx="62694" cy="76430"/>
              </a:xfrm>
              <a:custGeom>
                <a:avLst/>
                <a:gdLst/>
                <a:ahLst/>
                <a:cxnLst/>
                <a:rect l="l" t="t" r="r" b="b"/>
                <a:pathLst>
                  <a:path w="62694" h="76430" extrusionOk="0">
                    <a:moveTo>
                      <a:pt x="31321" y="64258"/>
                    </a:moveTo>
                    <a:cubicBezTo>
                      <a:pt x="34040" y="64258"/>
                      <a:pt x="36472" y="63810"/>
                      <a:pt x="38616" y="62914"/>
                    </a:cubicBezTo>
                    <a:cubicBezTo>
                      <a:pt x="40759" y="61981"/>
                      <a:pt x="42571" y="60711"/>
                      <a:pt x="44054" y="59068"/>
                    </a:cubicBezTo>
                    <a:cubicBezTo>
                      <a:pt x="45536" y="57463"/>
                      <a:pt x="46668" y="55447"/>
                      <a:pt x="47452" y="53132"/>
                    </a:cubicBezTo>
                    <a:cubicBezTo>
                      <a:pt x="48237" y="50780"/>
                      <a:pt x="48629" y="48166"/>
                      <a:pt x="48629" y="45291"/>
                    </a:cubicBezTo>
                    <a:lnTo>
                      <a:pt x="48629" y="0"/>
                    </a:lnTo>
                    <a:lnTo>
                      <a:pt x="62695" y="0"/>
                    </a:lnTo>
                    <a:lnTo>
                      <a:pt x="62695" y="45291"/>
                    </a:lnTo>
                    <a:cubicBezTo>
                      <a:pt x="62695" y="49771"/>
                      <a:pt x="61970" y="53953"/>
                      <a:pt x="60525" y="57762"/>
                    </a:cubicBezTo>
                    <a:cubicBezTo>
                      <a:pt x="59079" y="61570"/>
                      <a:pt x="56995" y="64856"/>
                      <a:pt x="54276" y="67619"/>
                    </a:cubicBezTo>
                    <a:cubicBezTo>
                      <a:pt x="51557" y="70419"/>
                      <a:pt x="48263" y="72547"/>
                      <a:pt x="44394" y="74116"/>
                    </a:cubicBezTo>
                    <a:cubicBezTo>
                      <a:pt x="40524" y="75646"/>
                      <a:pt x="36165" y="76431"/>
                      <a:pt x="31321" y="76431"/>
                    </a:cubicBezTo>
                    <a:cubicBezTo>
                      <a:pt x="26477" y="76431"/>
                      <a:pt x="22118" y="75646"/>
                      <a:pt x="18249" y="74116"/>
                    </a:cubicBezTo>
                    <a:cubicBezTo>
                      <a:pt x="14380" y="72547"/>
                      <a:pt x="11097" y="70419"/>
                      <a:pt x="8392" y="67619"/>
                    </a:cubicBezTo>
                    <a:cubicBezTo>
                      <a:pt x="5692" y="64856"/>
                      <a:pt x="3619" y="61570"/>
                      <a:pt x="2170" y="57762"/>
                    </a:cubicBezTo>
                    <a:cubicBezTo>
                      <a:pt x="725" y="53953"/>
                      <a:pt x="0" y="49771"/>
                      <a:pt x="0" y="45291"/>
                    </a:cubicBezTo>
                    <a:lnTo>
                      <a:pt x="0" y="0"/>
                    </a:lnTo>
                    <a:lnTo>
                      <a:pt x="14066" y="0"/>
                    </a:lnTo>
                    <a:lnTo>
                      <a:pt x="14066" y="45254"/>
                    </a:lnTo>
                    <a:cubicBezTo>
                      <a:pt x="14066" y="48128"/>
                      <a:pt x="14458" y="50742"/>
                      <a:pt x="15242" y="53057"/>
                    </a:cubicBezTo>
                    <a:cubicBezTo>
                      <a:pt x="16027" y="55409"/>
                      <a:pt x="17151" y="57425"/>
                      <a:pt x="18615" y="59068"/>
                    </a:cubicBezTo>
                    <a:cubicBezTo>
                      <a:pt x="20079" y="60711"/>
                      <a:pt x="21883" y="61981"/>
                      <a:pt x="24027" y="62914"/>
                    </a:cubicBezTo>
                    <a:cubicBezTo>
                      <a:pt x="26171" y="63810"/>
                      <a:pt x="28602" y="64258"/>
                      <a:pt x="31321" y="6425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45" name="Google Shape;2245;p90"/>
              <p:cNvSpPr/>
              <p:nvPr/>
            </p:nvSpPr>
            <p:spPr>
              <a:xfrm>
                <a:off x="3631894" y="5230368"/>
                <a:ext cx="46746" cy="54475"/>
              </a:xfrm>
              <a:custGeom>
                <a:avLst/>
                <a:gdLst/>
                <a:ahLst/>
                <a:cxnLst/>
                <a:rect l="l" t="t" r="r" b="b"/>
                <a:pathLst>
                  <a:path w="46746" h="54475" extrusionOk="0">
                    <a:moveTo>
                      <a:pt x="0" y="54476"/>
                    </a:moveTo>
                    <a:lnTo>
                      <a:pt x="0" y="821"/>
                    </a:lnTo>
                    <a:lnTo>
                      <a:pt x="7896" y="821"/>
                    </a:lnTo>
                    <a:cubicBezTo>
                      <a:pt x="9569" y="821"/>
                      <a:pt x="10667" y="1606"/>
                      <a:pt x="11190" y="3174"/>
                    </a:cubicBezTo>
                    <a:lnTo>
                      <a:pt x="12079" y="7430"/>
                    </a:lnTo>
                    <a:cubicBezTo>
                      <a:pt x="13158" y="6310"/>
                      <a:pt x="14301" y="5302"/>
                      <a:pt x="15504" y="4406"/>
                    </a:cubicBezTo>
                    <a:cubicBezTo>
                      <a:pt x="16706" y="3473"/>
                      <a:pt x="17980" y="2688"/>
                      <a:pt x="19321" y="2054"/>
                    </a:cubicBezTo>
                    <a:cubicBezTo>
                      <a:pt x="20662" y="1381"/>
                      <a:pt x="22100" y="859"/>
                      <a:pt x="23635" y="523"/>
                    </a:cubicBezTo>
                    <a:cubicBezTo>
                      <a:pt x="25166" y="187"/>
                      <a:pt x="26843" y="0"/>
                      <a:pt x="28654" y="0"/>
                    </a:cubicBezTo>
                    <a:cubicBezTo>
                      <a:pt x="31583" y="0"/>
                      <a:pt x="34178" y="485"/>
                      <a:pt x="36445" y="1494"/>
                    </a:cubicBezTo>
                    <a:cubicBezTo>
                      <a:pt x="38709" y="2502"/>
                      <a:pt x="40602" y="3883"/>
                      <a:pt x="42119" y="5675"/>
                    </a:cubicBezTo>
                    <a:cubicBezTo>
                      <a:pt x="43635" y="7468"/>
                      <a:pt x="44786" y="9596"/>
                      <a:pt x="45570" y="12097"/>
                    </a:cubicBezTo>
                    <a:cubicBezTo>
                      <a:pt x="46354" y="14599"/>
                      <a:pt x="46746" y="17325"/>
                      <a:pt x="46746" y="20349"/>
                    </a:cubicBezTo>
                    <a:lnTo>
                      <a:pt x="46746" y="54476"/>
                    </a:lnTo>
                    <a:lnTo>
                      <a:pt x="33831" y="54476"/>
                    </a:lnTo>
                    <a:lnTo>
                      <a:pt x="33831" y="20349"/>
                    </a:lnTo>
                    <a:cubicBezTo>
                      <a:pt x="33831" y="17064"/>
                      <a:pt x="33073" y="14524"/>
                      <a:pt x="31556" y="12732"/>
                    </a:cubicBezTo>
                    <a:cubicBezTo>
                      <a:pt x="30040" y="10940"/>
                      <a:pt x="27765" y="10044"/>
                      <a:pt x="24733" y="10044"/>
                    </a:cubicBezTo>
                    <a:cubicBezTo>
                      <a:pt x="22503" y="10044"/>
                      <a:pt x="20411" y="10529"/>
                      <a:pt x="18458" y="11537"/>
                    </a:cubicBezTo>
                    <a:cubicBezTo>
                      <a:pt x="16505" y="12583"/>
                      <a:pt x="14656" y="13927"/>
                      <a:pt x="12915" y="15682"/>
                    </a:cubicBezTo>
                    <a:lnTo>
                      <a:pt x="12915" y="54476"/>
                    </a:lnTo>
                    <a:lnTo>
                      <a:pt x="0" y="544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46" name="Google Shape;2246;p90"/>
              <p:cNvSpPr/>
              <p:nvPr/>
            </p:nvSpPr>
            <p:spPr>
              <a:xfrm>
                <a:off x="3686641" y="5230368"/>
                <a:ext cx="40053" cy="55297"/>
              </a:xfrm>
              <a:custGeom>
                <a:avLst/>
                <a:gdLst/>
                <a:ahLst/>
                <a:cxnLst/>
                <a:rect l="l" t="t" r="r" b="b"/>
                <a:pathLst>
                  <a:path w="40053" h="55297" extrusionOk="0">
                    <a:moveTo>
                      <a:pt x="36550" y="11276"/>
                    </a:moveTo>
                    <a:cubicBezTo>
                      <a:pt x="36203" y="11836"/>
                      <a:pt x="35837" y="12247"/>
                      <a:pt x="35452" y="12471"/>
                    </a:cubicBezTo>
                    <a:cubicBezTo>
                      <a:pt x="35067" y="12695"/>
                      <a:pt x="34582" y="12807"/>
                      <a:pt x="33988" y="12807"/>
                    </a:cubicBezTo>
                    <a:cubicBezTo>
                      <a:pt x="33360" y="12807"/>
                      <a:pt x="32688" y="12620"/>
                      <a:pt x="31975" y="12284"/>
                    </a:cubicBezTo>
                    <a:cubicBezTo>
                      <a:pt x="31261" y="11948"/>
                      <a:pt x="30432" y="11537"/>
                      <a:pt x="29491" y="11127"/>
                    </a:cubicBezTo>
                    <a:cubicBezTo>
                      <a:pt x="28550" y="10679"/>
                      <a:pt x="27478" y="10268"/>
                      <a:pt x="26275" y="9932"/>
                    </a:cubicBezTo>
                    <a:cubicBezTo>
                      <a:pt x="25073" y="9596"/>
                      <a:pt x="23650" y="9409"/>
                      <a:pt x="22014" y="9409"/>
                    </a:cubicBezTo>
                    <a:cubicBezTo>
                      <a:pt x="19470" y="9409"/>
                      <a:pt x="17465" y="9969"/>
                      <a:pt x="16000" y="11052"/>
                    </a:cubicBezTo>
                    <a:cubicBezTo>
                      <a:pt x="14536" y="12097"/>
                      <a:pt x="13804" y="13516"/>
                      <a:pt x="13804" y="15271"/>
                    </a:cubicBezTo>
                    <a:cubicBezTo>
                      <a:pt x="13804" y="16429"/>
                      <a:pt x="14178" y="17399"/>
                      <a:pt x="14929" y="18183"/>
                    </a:cubicBezTo>
                    <a:cubicBezTo>
                      <a:pt x="15679" y="18968"/>
                      <a:pt x="16673" y="19640"/>
                      <a:pt x="17909" y="20237"/>
                    </a:cubicBezTo>
                    <a:cubicBezTo>
                      <a:pt x="19145" y="20835"/>
                      <a:pt x="20550" y="21357"/>
                      <a:pt x="22118" y="21842"/>
                    </a:cubicBezTo>
                    <a:cubicBezTo>
                      <a:pt x="23687" y="22290"/>
                      <a:pt x="25289" y="22813"/>
                      <a:pt x="26929" y="23373"/>
                    </a:cubicBezTo>
                    <a:cubicBezTo>
                      <a:pt x="28568" y="23934"/>
                      <a:pt x="30171" y="24568"/>
                      <a:pt x="31739" y="25278"/>
                    </a:cubicBezTo>
                    <a:cubicBezTo>
                      <a:pt x="33308" y="25987"/>
                      <a:pt x="34713" y="26883"/>
                      <a:pt x="35949" y="28003"/>
                    </a:cubicBezTo>
                    <a:cubicBezTo>
                      <a:pt x="37185" y="29086"/>
                      <a:pt x="38178" y="30393"/>
                      <a:pt x="38929" y="31924"/>
                    </a:cubicBezTo>
                    <a:cubicBezTo>
                      <a:pt x="39676" y="33492"/>
                      <a:pt x="40053" y="35322"/>
                      <a:pt x="40053" y="37487"/>
                    </a:cubicBezTo>
                    <a:cubicBezTo>
                      <a:pt x="40053" y="40063"/>
                      <a:pt x="39583" y="42453"/>
                      <a:pt x="38642" y="44619"/>
                    </a:cubicBezTo>
                    <a:cubicBezTo>
                      <a:pt x="37700" y="46784"/>
                      <a:pt x="36322" y="48688"/>
                      <a:pt x="34511" y="50257"/>
                    </a:cubicBezTo>
                    <a:cubicBezTo>
                      <a:pt x="32699" y="51862"/>
                      <a:pt x="30458" y="53094"/>
                      <a:pt x="27792" y="53991"/>
                    </a:cubicBezTo>
                    <a:cubicBezTo>
                      <a:pt x="25125" y="54849"/>
                      <a:pt x="22066" y="55297"/>
                      <a:pt x="18615" y="55297"/>
                    </a:cubicBezTo>
                    <a:cubicBezTo>
                      <a:pt x="16766" y="55297"/>
                      <a:pt x="14962" y="55148"/>
                      <a:pt x="13203" y="54812"/>
                    </a:cubicBezTo>
                    <a:cubicBezTo>
                      <a:pt x="11440" y="54476"/>
                      <a:pt x="9752" y="54027"/>
                      <a:pt x="8131" y="53430"/>
                    </a:cubicBezTo>
                    <a:cubicBezTo>
                      <a:pt x="6510" y="52833"/>
                      <a:pt x="5012" y="52124"/>
                      <a:pt x="3634" y="51339"/>
                    </a:cubicBezTo>
                    <a:cubicBezTo>
                      <a:pt x="2256" y="50518"/>
                      <a:pt x="1046" y="49659"/>
                      <a:pt x="0" y="48726"/>
                    </a:cubicBezTo>
                    <a:lnTo>
                      <a:pt x="2980" y="43797"/>
                    </a:lnTo>
                    <a:cubicBezTo>
                      <a:pt x="3365" y="43200"/>
                      <a:pt x="3817" y="42752"/>
                      <a:pt x="4340" y="42453"/>
                    </a:cubicBezTo>
                    <a:cubicBezTo>
                      <a:pt x="4863" y="42117"/>
                      <a:pt x="5524" y="41968"/>
                      <a:pt x="6327" y="41968"/>
                    </a:cubicBezTo>
                    <a:cubicBezTo>
                      <a:pt x="7130" y="41968"/>
                      <a:pt x="7888" y="42192"/>
                      <a:pt x="8602" y="42640"/>
                    </a:cubicBezTo>
                    <a:cubicBezTo>
                      <a:pt x="9315" y="43125"/>
                      <a:pt x="10144" y="43611"/>
                      <a:pt x="11085" y="44133"/>
                    </a:cubicBezTo>
                    <a:cubicBezTo>
                      <a:pt x="12026" y="44656"/>
                      <a:pt x="13132" y="45141"/>
                      <a:pt x="14406" y="45590"/>
                    </a:cubicBezTo>
                    <a:cubicBezTo>
                      <a:pt x="15679" y="46038"/>
                      <a:pt x="17289" y="46261"/>
                      <a:pt x="19242" y="46261"/>
                    </a:cubicBezTo>
                    <a:cubicBezTo>
                      <a:pt x="20774" y="46261"/>
                      <a:pt x="22092" y="46075"/>
                      <a:pt x="23190" y="45701"/>
                    </a:cubicBezTo>
                    <a:cubicBezTo>
                      <a:pt x="24288" y="45365"/>
                      <a:pt x="25192" y="44880"/>
                      <a:pt x="25909" y="44282"/>
                    </a:cubicBezTo>
                    <a:cubicBezTo>
                      <a:pt x="26623" y="43685"/>
                      <a:pt x="27146" y="43013"/>
                      <a:pt x="27478" y="42192"/>
                    </a:cubicBezTo>
                    <a:cubicBezTo>
                      <a:pt x="27810" y="41445"/>
                      <a:pt x="27975" y="40623"/>
                      <a:pt x="27975" y="39765"/>
                    </a:cubicBezTo>
                    <a:cubicBezTo>
                      <a:pt x="27975" y="38533"/>
                      <a:pt x="27601" y="37487"/>
                      <a:pt x="26850" y="36703"/>
                    </a:cubicBezTo>
                    <a:cubicBezTo>
                      <a:pt x="26100" y="35881"/>
                      <a:pt x="25106" y="35210"/>
                      <a:pt x="23870" y="34612"/>
                    </a:cubicBezTo>
                    <a:cubicBezTo>
                      <a:pt x="22630" y="34015"/>
                      <a:pt x="21222" y="33492"/>
                      <a:pt x="19635" y="33006"/>
                    </a:cubicBezTo>
                    <a:cubicBezTo>
                      <a:pt x="18047" y="32558"/>
                      <a:pt x="16426" y="32036"/>
                      <a:pt x="14772" y="31476"/>
                    </a:cubicBezTo>
                    <a:cubicBezTo>
                      <a:pt x="13117" y="30916"/>
                      <a:pt x="11496" y="30243"/>
                      <a:pt x="9909" y="29497"/>
                    </a:cubicBezTo>
                    <a:cubicBezTo>
                      <a:pt x="8321" y="28750"/>
                      <a:pt x="6910" y="27817"/>
                      <a:pt x="5673" y="26659"/>
                    </a:cubicBezTo>
                    <a:cubicBezTo>
                      <a:pt x="4433" y="25502"/>
                      <a:pt x="3444" y="24120"/>
                      <a:pt x="2693" y="22440"/>
                    </a:cubicBezTo>
                    <a:cubicBezTo>
                      <a:pt x="1942" y="20760"/>
                      <a:pt x="1569" y="18744"/>
                      <a:pt x="1569" y="16354"/>
                    </a:cubicBezTo>
                    <a:cubicBezTo>
                      <a:pt x="1569" y="14188"/>
                      <a:pt x="2002" y="12060"/>
                      <a:pt x="2876" y="10081"/>
                    </a:cubicBezTo>
                    <a:cubicBezTo>
                      <a:pt x="3746" y="8102"/>
                      <a:pt x="5027" y="6385"/>
                      <a:pt x="6719" y="4891"/>
                    </a:cubicBezTo>
                    <a:cubicBezTo>
                      <a:pt x="8407" y="3398"/>
                      <a:pt x="10518" y="2240"/>
                      <a:pt x="13046" y="1344"/>
                    </a:cubicBezTo>
                    <a:cubicBezTo>
                      <a:pt x="15575" y="448"/>
                      <a:pt x="18492" y="0"/>
                      <a:pt x="21805" y="0"/>
                    </a:cubicBezTo>
                    <a:cubicBezTo>
                      <a:pt x="25498" y="0"/>
                      <a:pt x="28864" y="598"/>
                      <a:pt x="31896" y="1830"/>
                    </a:cubicBezTo>
                    <a:cubicBezTo>
                      <a:pt x="34929" y="3062"/>
                      <a:pt x="37458" y="4667"/>
                      <a:pt x="39478" y="6646"/>
                    </a:cubicBezTo>
                    <a:lnTo>
                      <a:pt x="36550" y="112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47" name="Google Shape;2247;p90"/>
              <p:cNvSpPr/>
              <p:nvPr/>
            </p:nvSpPr>
            <p:spPr>
              <a:xfrm>
                <a:off x="3732185" y="5214798"/>
                <a:ext cx="36550" cy="70866"/>
              </a:xfrm>
              <a:custGeom>
                <a:avLst/>
                <a:gdLst/>
                <a:ahLst/>
                <a:cxnLst/>
                <a:rect l="l" t="t" r="r" b="b"/>
                <a:pathLst>
                  <a:path w="36550" h="70866" extrusionOk="0">
                    <a:moveTo>
                      <a:pt x="22484" y="70867"/>
                    </a:moveTo>
                    <a:cubicBezTo>
                      <a:pt x="17849" y="70867"/>
                      <a:pt x="14275" y="69560"/>
                      <a:pt x="11765" y="66946"/>
                    </a:cubicBezTo>
                    <a:cubicBezTo>
                      <a:pt x="9255" y="64295"/>
                      <a:pt x="8000" y="60674"/>
                      <a:pt x="8000" y="56043"/>
                    </a:cubicBezTo>
                    <a:lnTo>
                      <a:pt x="8000" y="26062"/>
                    </a:lnTo>
                    <a:lnTo>
                      <a:pt x="2562" y="26062"/>
                    </a:lnTo>
                    <a:cubicBezTo>
                      <a:pt x="1864" y="26062"/>
                      <a:pt x="1262" y="25837"/>
                      <a:pt x="758" y="25389"/>
                    </a:cubicBezTo>
                    <a:cubicBezTo>
                      <a:pt x="254" y="24941"/>
                      <a:pt x="0" y="24269"/>
                      <a:pt x="0" y="23373"/>
                    </a:cubicBezTo>
                    <a:lnTo>
                      <a:pt x="0" y="18258"/>
                    </a:lnTo>
                    <a:lnTo>
                      <a:pt x="8628" y="16839"/>
                    </a:lnTo>
                    <a:lnTo>
                      <a:pt x="11347" y="2203"/>
                    </a:lnTo>
                    <a:cubicBezTo>
                      <a:pt x="11485" y="1493"/>
                      <a:pt x="11806" y="970"/>
                      <a:pt x="12314" y="560"/>
                    </a:cubicBezTo>
                    <a:cubicBezTo>
                      <a:pt x="12818" y="186"/>
                      <a:pt x="13453" y="0"/>
                      <a:pt x="14223" y="0"/>
                    </a:cubicBezTo>
                    <a:lnTo>
                      <a:pt x="20916" y="0"/>
                    </a:lnTo>
                    <a:lnTo>
                      <a:pt x="20916" y="16876"/>
                    </a:lnTo>
                    <a:lnTo>
                      <a:pt x="35034" y="16876"/>
                    </a:lnTo>
                    <a:lnTo>
                      <a:pt x="35034" y="26062"/>
                    </a:lnTo>
                    <a:lnTo>
                      <a:pt x="20916" y="26062"/>
                    </a:lnTo>
                    <a:lnTo>
                      <a:pt x="20916" y="55147"/>
                    </a:lnTo>
                    <a:cubicBezTo>
                      <a:pt x="20916" y="56828"/>
                      <a:pt x="21334" y="58135"/>
                      <a:pt x="22171" y="59068"/>
                    </a:cubicBezTo>
                    <a:cubicBezTo>
                      <a:pt x="23007" y="60001"/>
                      <a:pt x="24124" y="60487"/>
                      <a:pt x="25517" y="60487"/>
                    </a:cubicBezTo>
                    <a:cubicBezTo>
                      <a:pt x="26320" y="60487"/>
                      <a:pt x="26989" y="60375"/>
                      <a:pt x="27530" y="60188"/>
                    </a:cubicBezTo>
                    <a:cubicBezTo>
                      <a:pt x="28068" y="60001"/>
                      <a:pt x="28539" y="59777"/>
                      <a:pt x="28942" y="59591"/>
                    </a:cubicBezTo>
                    <a:cubicBezTo>
                      <a:pt x="29342" y="59367"/>
                      <a:pt x="29700" y="59180"/>
                      <a:pt x="30014" y="58993"/>
                    </a:cubicBezTo>
                    <a:cubicBezTo>
                      <a:pt x="30328" y="58807"/>
                      <a:pt x="30641" y="58695"/>
                      <a:pt x="30955" y="58695"/>
                    </a:cubicBezTo>
                    <a:cubicBezTo>
                      <a:pt x="31336" y="58695"/>
                      <a:pt x="31650" y="58807"/>
                      <a:pt x="31896" y="58993"/>
                    </a:cubicBezTo>
                    <a:cubicBezTo>
                      <a:pt x="32139" y="59180"/>
                      <a:pt x="32401" y="59479"/>
                      <a:pt x="32681" y="59852"/>
                    </a:cubicBezTo>
                    <a:lnTo>
                      <a:pt x="36550" y="66125"/>
                    </a:lnTo>
                    <a:cubicBezTo>
                      <a:pt x="34668" y="67693"/>
                      <a:pt x="32505" y="68888"/>
                      <a:pt x="30066" y="69672"/>
                    </a:cubicBezTo>
                    <a:cubicBezTo>
                      <a:pt x="27624" y="70494"/>
                      <a:pt x="25095" y="70867"/>
                      <a:pt x="22484" y="7086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48" name="Google Shape;2248;p90"/>
              <p:cNvSpPr/>
              <p:nvPr/>
            </p:nvSpPr>
            <p:spPr>
              <a:xfrm>
                <a:off x="3777516" y="5230219"/>
                <a:ext cx="34200" cy="54624"/>
              </a:xfrm>
              <a:custGeom>
                <a:avLst/>
                <a:gdLst/>
                <a:ahLst/>
                <a:cxnLst/>
                <a:rect l="l" t="t" r="r" b="b"/>
                <a:pathLst>
                  <a:path w="34200" h="54624" extrusionOk="0">
                    <a:moveTo>
                      <a:pt x="0" y="54625"/>
                    </a:moveTo>
                    <a:lnTo>
                      <a:pt x="0" y="970"/>
                    </a:lnTo>
                    <a:lnTo>
                      <a:pt x="7586" y="970"/>
                    </a:lnTo>
                    <a:cubicBezTo>
                      <a:pt x="8908" y="970"/>
                      <a:pt x="9834" y="1232"/>
                      <a:pt x="10357" y="1717"/>
                    </a:cubicBezTo>
                    <a:cubicBezTo>
                      <a:pt x="10880" y="2203"/>
                      <a:pt x="11227" y="3061"/>
                      <a:pt x="11403" y="4219"/>
                    </a:cubicBezTo>
                    <a:lnTo>
                      <a:pt x="12187" y="10716"/>
                    </a:lnTo>
                    <a:cubicBezTo>
                      <a:pt x="14103" y="7393"/>
                      <a:pt x="16352" y="4779"/>
                      <a:pt x="18932" y="2875"/>
                    </a:cubicBezTo>
                    <a:cubicBezTo>
                      <a:pt x="21510" y="970"/>
                      <a:pt x="24404" y="0"/>
                      <a:pt x="27612" y="0"/>
                    </a:cubicBezTo>
                    <a:cubicBezTo>
                      <a:pt x="30261" y="0"/>
                      <a:pt x="32457" y="597"/>
                      <a:pt x="34201" y="1830"/>
                    </a:cubicBezTo>
                    <a:lnTo>
                      <a:pt x="32524" y="11500"/>
                    </a:lnTo>
                    <a:cubicBezTo>
                      <a:pt x="32423" y="12135"/>
                      <a:pt x="32195" y="12583"/>
                      <a:pt x="31848" y="12844"/>
                    </a:cubicBezTo>
                    <a:cubicBezTo>
                      <a:pt x="31497" y="13105"/>
                      <a:pt x="31026" y="13217"/>
                      <a:pt x="30436" y="13217"/>
                    </a:cubicBezTo>
                    <a:cubicBezTo>
                      <a:pt x="29913" y="13217"/>
                      <a:pt x="29200" y="13105"/>
                      <a:pt x="28292" y="12844"/>
                    </a:cubicBezTo>
                    <a:cubicBezTo>
                      <a:pt x="27381" y="12620"/>
                      <a:pt x="26182" y="12471"/>
                      <a:pt x="24684" y="12471"/>
                    </a:cubicBezTo>
                    <a:cubicBezTo>
                      <a:pt x="21999" y="12471"/>
                      <a:pt x="19698" y="13217"/>
                      <a:pt x="17782" y="14711"/>
                    </a:cubicBezTo>
                    <a:cubicBezTo>
                      <a:pt x="15862" y="16204"/>
                      <a:pt x="14241" y="18370"/>
                      <a:pt x="12915" y="21208"/>
                    </a:cubicBezTo>
                    <a:lnTo>
                      <a:pt x="12915"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49" name="Google Shape;2249;p90"/>
              <p:cNvSpPr/>
              <p:nvPr/>
            </p:nvSpPr>
            <p:spPr>
              <a:xfrm>
                <a:off x="3819138" y="5231189"/>
                <a:ext cx="46750" cy="54475"/>
              </a:xfrm>
              <a:custGeom>
                <a:avLst/>
                <a:gdLst/>
                <a:ahLst/>
                <a:cxnLst/>
                <a:rect l="l" t="t" r="r" b="b"/>
                <a:pathLst>
                  <a:path w="46750" h="54475" extrusionOk="0">
                    <a:moveTo>
                      <a:pt x="12915" y="0"/>
                    </a:moveTo>
                    <a:lnTo>
                      <a:pt x="12915" y="34089"/>
                    </a:lnTo>
                    <a:cubicBezTo>
                      <a:pt x="12915" y="37375"/>
                      <a:pt x="13674" y="39914"/>
                      <a:pt x="15190" y="41706"/>
                    </a:cubicBezTo>
                    <a:cubicBezTo>
                      <a:pt x="16710" y="43498"/>
                      <a:pt x="18981" y="44395"/>
                      <a:pt x="22017" y="44395"/>
                    </a:cubicBezTo>
                    <a:cubicBezTo>
                      <a:pt x="24243" y="44395"/>
                      <a:pt x="26339" y="43909"/>
                      <a:pt x="28288" y="42901"/>
                    </a:cubicBezTo>
                    <a:cubicBezTo>
                      <a:pt x="30242" y="41931"/>
                      <a:pt x="32090" y="40549"/>
                      <a:pt x="33835" y="38794"/>
                    </a:cubicBezTo>
                    <a:lnTo>
                      <a:pt x="33835" y="0"/>
                    </a:lnTo>
                    <a:lnTo>
                      <a:pt x="46750" y="0"/>
                    </a:lnTo>
                    <a:lnTo>
                      <a:pt x="46750" y="53654"/>
                    </a:lnTo>
                    <a:lnTo>
                      <a:pt x="38851" y="53654"/>
                    </a:lnTo>
                    <a:cubicBezTo>
                      <a:pt x="37177" y="53654"/>
                      <a:pt x="36079" y="52870"/>
                      <a:pt x="35557" y="51302"/>
                    </a:cubicBezTo>
                    <a:lnTo>
                      <a:pt x="34668" y="47008"/>
                    </a:lnTo>
                    <a:cubicBezTo>
                      <a:pt x="33551" y="48128"/>
                      <a:pt x="32404" y="49137"/>
                      <a:pt x="31217" y="50070"/>
                    </a:cubicBezTo>
                    <a:cubicBezTo>
                      <a:pt x="30033" y="51003"/>
                      <a:pt x="28766" y="51787"/>
                      <a:pt x="27429" y="52422"/>
                    </a:cubicBezTo>
                    <a:cubicBezTo>
                      <a:pt x="26081" y="53057"/>
                      <a:pt x="24639" y="53580"/>
                      <a:pt x="23089" y="53953"/>
                    </a:cubicBezTo>
                    <a:cubicBezTo>
                      <a:pt x="21536" y="54289"/>
                      <a:pt x="19870" y="54476"/>
                      <a:pt x="18096" y="54476"/>
                    </a:cubicBezTo>
                    <a:cubicBezTo>
                      <a:pt x="15168" y="54476"/>
                      <a:pt x="12576" y="53991"/>
                      <a:pt x="10331" y="52982"/>
                    </a:cubicBezTo>
                    <a:cubicBezTo>
                      <a:pt x="8079" y="52012"/>
                      <a:pt x="6189" y="50593"/>
                      <a:pt x="4654" y="48801"/>
                    </a:cubicBezTo>
                    <a:cubicBezTo>
                      <a:pt x="3122" y="46971"/>
                      <a:pt x="1961" y="44805"/>
                      <a:pt x="1177" y="42341"/>
                    </a:cubicBezTo>
                    <a:cubicBezTo>
                      <a:pt x="392" y="39839"/>
                      <a:pt x="0" y="37114"/>
                      <a:pt x="0" y="34089"/>
                    </a:cubicBezTo>
                    <a:lnTo>
                      <a:pt x="0" y="0"/>
                    </a:lnTo>
                    <a:lnTo>
                      <a:pt x="1291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50" name="Google Shape;2250;p90"/>
              <p:cNvSpPr/>
              <p:nvPr/>
            </p:nvSpPr>
            <p:spPr>
              <a:xfrm>
                <a:off x="3876081" y="5230368"/>
                <a:ext cx="45230" cy="55259"/>
              </a:xfrm>
              <a:custGeom>
                <a:avLst/>
                <a:gdLst/>
                <a:ahLst/>
                <a:cxnLst/>
                <a:rect l="l" t="t" r="r" b="b"/>
                <a:pathLst>
                  <a:path w="45230" h="55259" extrusionOk="0">
                    <a:moveTo>
                      <a:pt x="41312" y="12172"/>
                    </a:moveTo>
                    <a:cubicBezTo>
                      <a:pt x="40924" y="12658"/>
                      <a:pt x="40550" y="13068"/>
                      <a:pt x="40184" y="13330"/>
                    </a:cubicBezTo>
                    <a:cubicBezTo>
                      <a:pt x="39818" y="13591"/>
                      <a:pt x="39288" y="13740"/>
                      <a:pt x="38589" y="13740"/>
                    </a:cubicBezTo>
                    <a:cubicBezTo>
                      <a:pt x="37925" y="13740"/>
                      <a:pt x="37282" y="13554"/>
                      <a:pt x="36658" y="13143"/>
                    </a:cubicBezTo>
                    <a:cubicBezTo>
                      <a:pt x="36031" y="12732"/>
                      <a:pt x="35276" y="12284"/>
                      <a:pt x="34406" y="11799"/>
                    </a:cubicBezTo>
                    <a:cubicBezTo>
                      <a:pt x="33536" y="11276"/>
                      <a:pt x="32498" y="10828"/>
                      <a:pt x="31295" y="10417"/>
                    </a:cubicBezTo>
                    <a:cubicBezTo>
                      <a:pt x="30096" y="10044"/>
                      <a:pt x="28602" y="9820"/>
                      <a:pt x="26828" y="9820"/>
                    </a:cubicBezTo>
                    <a:cubicBezTo>
                      <a:pt x="24557" y="9820"/>
                      <a:pt x="22570" y="10230"/>
                      <a:pt x="20863" y="11052"/>
                    </a:cubicBezTo>
                    <a:cubicBezTo>
                      <a:pt x="19156" y="11874"/>
                      <a:pt x="17733" y="13068"/>
                      <a:pt x="16602" y="14599"/>
                    </a:cubicBezTo>
                    <a:cubicBezTo>
                      <a:pt x="15470" y="16130"/>
                      <a:pt x="14622" y="17960"/>
                      <a:pt x="14069" y="20162"/>
                    </a:cubicBezTo>
                    <a:cubicBezTo>
                      <a:pt x="13509" y="22328"/>
                      <a:pt x="13229" y="24792"/>
                      <a:pt x="13229" y="27555"/>
                    </a:cubicBezTo>
                    <a:cubicBezTo>
                      <a:pt x="13229" y="30393"/>
                      <a:pt x="13535" y="32969"/>
                      <a:pt x="14144" y="35172"/>
                    </a:cubicBezTo>
                    <a:cubicBezTo>
                      <a:pt x="14753" y="37412"/>
                      <a:pt x="15638" y="39279"/>
                      <a:pt x="16785" y="40810"/>
                    </a:cubicBezTo>
                    <a:cubicBezTo>
                      <a:pt x="17935" y="42304"/>
                      <a:pt x="19332" y="43461"/>
                      <a:pt x="20968" y="44245"/>
                    </a:cubicBezTo>
                    <a:cubicBezTo>
                      <a:pt x="22607" y="45029"/>
                      <a:pt x="24453" y="45440"/>
                      <a:pt x="26514" y="45440"/>
                    </a:cubicBezTo>
                    <a:cubicBezTo>
                      <a:pt x="28568" y="45440"/>
                      <a:pt x="30234" y="45178"/>
                      <a:pt x="31508" y="44656"/>
                    </a:cubicBezTo>
                    <a:cubicBezTo>
                      <a:pt x="32774" y="44171"/>
                      <a:pt x="33850" y="43611"/>
                      <a:pt x="34720" y="43013"/>
                    </a:cubicBezTo>
                    <a:cubicBezTo>
                      <a:pt x="35590" y="42378"/>
                      <a:pt x="36348" y="41818"/>
                      <a:pt x="36995" y="41333"/>
                    </a:cubicBezTo>
                    <a:cubicBezTo>
                      <a:pt x="37641" y="40810"/>
                      <a:pt x="38365" y="40549"/>
                      <a:pt x="39165" y="40549"/>
                    </a:cubicBezTo>
                    <a:cubicBezTo>
                      <a:pt x="40214" y="40549"/>
                      <a:pt x="40998" y="40959"/>
                      <a:pt x="41518" y="41781"/>
                    </a:cubicBezTo>
                    <a:lnTo>
                      <a:pt x="45230" y="46486"/>
                    </a:lnTo>
                    <a:cubicBezTo>
                      <a:pt x="43803" y="48128"/>
                      <a:pt x="42253" y="49547"/>
                      <a:pt x="40576" y="50667"/>
                    </a:cubicBezTo>
                    <a:cubicBezTo>
                      <a:pt x="38903" y="51825"/>
                      <a:pt x="37170" y="52721"/>
                      <a:pt x="35373" y="53393"/>
                    </a:cubicBezTo>
                    <a:cubicBezTo>
                      <a:pt x="33577" y="54065"/>
                      <a:pt x="31721" y="54550"/>
                      <a:pt x="29808" y="54849"/>
                    </a:cubicBezTo>
                    <a:cubicBezTo>
                      <a:pt x="27889" y="55110"/>
                      <a:pt x="25988" y="55260"/>
                      <a:pt x="24105" y="55260"/>
                    </a:cubicBezTo>
                    <a:cubicBezTo>
                      <a:pt x="20792" y="55260"/>
                      <a:pt x="17674" y="54625"/>
                      <a:pt x="14746" y="53393"/>
                    </a:cubicBezTo>
                    <a:cubicBezTo>
                      <a:pt x="11817" y="52161"/>
                      <a:pt x="9266" y="50368"/>
                      <a:pt x="7089" y="47979"/>
                    </a:cubicBezTo>
                    <a:cubicBezTo>
                      <a:pt x="4908" y="45627"/>
                      <a:pt x="3182" y="42715"/>
                      <a:pt x="1909" y="39279"/>
                    </a:cubicBezTo>
                    <a:cubicBezTo>
                      <a:pt x="635" y="35844"/>
                      <a:pt x="0" y="31924"/>
                      <a:pt x="0" y="27555"/>
                    </a:cubicBezTo>
                    <a:cubicBezTo>
                      <a:pt x="0" y="23598"/>
                      <a:pt x="564" y="19976"/>
                      <a:pt x="1699" y="16616"/>
                    </a:cubicBezTo>
                    <a:cubicBezTo>
                      <a:pt x="2835" y="13255"/>
                      <a:pt x="4497" y="10343"/>
                      <a:pt x="6693" y="7878"/>
                    </a:cubicBezTo>
                    <a:cubicBezTo>
                      <a:pt x="8889" y="5414"/>
                      <a:pt x="11608" y="3473"/>
                      <a:pt x="14854" y="2091"/>
                    </a:cubicBezTo>
                    <a:cubicBezTo>
                      <a:pt x="18092" y="710"/>
                      <a:pt x="21823" y="0"/>
                      <a:pt x="26040" y="0"/>
                    </a:cubicBezTo>
                    <a:cubicBezTo>
                      <a:pt x="30047" y="0"/>
                      <a:pt x="33558" y="635"/>
                      <a:pt x="36576" y="1942"/>
                    </a:cubicBezTo>
                    <a:cubicBezTo>
                      <a:pt x="39594" y="3211"/>
                      <a:pt x="42302" y="5078"/>
                      <a:pt x="44707" y="7468"/>
                    </a:cubicBezTo>
                    <a:lnTo>
                      <a:pt x="41312" y="12172"/>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51" name="Google Shape;2251;p90"/>
              <p:cNvSpPr/>
              <p:nvPr/>
            </p:nvSpPr>
            <p:spPr>
              <a:xfrm>
                <a:off x="3924709" y="5214798"/>
                <a:ext cx="36550" cy="70866"/>
              </a:xfrm>
              <a:custGeom>
                <a:avLst/>
                <a:gdLst/>
                <a:ahLst/>
                <a:cxnLst/>
                <a:rect l="l" t="t" r="r" b="b"/>
                <a:pathLst>
                  <a:path w="36550" h="70866" extrusionOk="0">
                    <a:moveTo>
                      <a:pt x="22484" y="70867"/>
                    </a:moveTo>
                    <a:cubicBezTo>
                      <a:pt x="17846" y="70867"/>
                      <a:pt x="14275" y="69560"/>
                      <a:pt x="11765" y="66946"/>
                    </a:cubicBezTo>
                    <a:cubicBezTo>
                      <a:pt x="9255" y="64295"/>
                      <a:pt x="8000" y="60674"/>
                      <a:pt x="8000" y="56043"/>
                    </a:cubicBezTo>
                    <a:lnTo>
                      <a:pt x="8000" y="26062"/>
                    </a:lnTo>
                    <a:lnTo>
                      <a:pt x="2562" y="26062"/>
                    </a:lnTo>
                    <a:cubicBezTo>
                      <a:pt x="1864" y="26062"/>
                      <a:pt x="1259" y="25837"/>
                      <a:pt x="758" y="25389"/>
                    </a:cubicBezTo>
                    <a:cubicBezTo>
                      <a:pt x="250" y="24941"/>
                      <a:pt x="0" y="24269"/>
                      <a:pt x="0" y="23373"/>
                    </a:cubicBezTo>
                    <a:lnTo>
                      <a:pt x="0" y="18258"/>
                    </a:lnTo>
                    <a:lnTo>
                      <a:pt x="8628" y="16839"/>
                    </a:lnTo>
                    <a:lnTo>
                      <a:pt x="11347" y="2203"/>
                    </a:lnTo>
                    <a:cubicBezTo>
                      <a:pt x="11485" y="1493"/>
                      <a:pt x="11810" y="970"/>
                      <a:pt x="12310" y="560"/>
                    </a:cubicBezTo>
                    <a:cubicBezTo>
                      <a:pt x="12818" y="186"/>
                      <a:pt x="13453" y="0"/>
                      <a:pt x="14219" y="0"/>
                    </a:cubicBezTo>
                    <a:lnTo>
                      <a:pt x="20916" y="0"/>
                    </a:lnTo>
                    <a:lnTo>
                      <a:pt x="20916" y="16876"/>
                    </a:lnTo>
                    <a:lnTo>
                      <a:pt x="35030" y="16876"/>
                    </a:lnTo>
                    <a:lnTo>
                      <a:pt x="35030" y="26062"/>
                    </a:lnTo>
                    <a:lnTo>
                      <a:pt x="20916" y="26062"/>
                    </a:lnTo>
                    <a:lnTo>
                      <a:pt x="20916" y="55147"/>
                    </a:lnTo>
                    <a:cubicBezTo>
                      <a:pt x="20916" y="56828"/>
                      <a:pt x="21334" y="58135"/>
                      <a:pt x="22171" y="59068"/>
                    </a:cubicBezTo>
                    <a:cubicBezTo>
                      <a:pt x="23007" y="60001"/>
                      <a:pt x="24124" y="60487"/>
                      <a:pt x="25517" y="60487"/>
                    </a:cubicBezTo>
                    <a:cubicBezTo>
                      <a:pt x="26316" y="60487"/>
                      <a:pt x="26989" y="60375"/>
                      <a:pt x="27530" y="60188"/>
                    </a:cubicBezTo>
                    <a:cubicBezTo>
                      <a:pt x="28068" y="60001"/>
                      <a:pt x="28539" y="59777"/>
                      <a:pt x="28942" y="59591"/>
                    </a:cubicBezTo>
                    <a:cubicBezTo>
                      <a:pt x="29342" y="59367"/>
                      <a:pt x="29700" y="59180"/>
                      <a:pt x="30014" y="58993"/>
                    </a:cubicBezTo>
                    <a:cubicBezTo>
                      <a:pt x="30328" y="58807"/>
                      <a:pt x="30641" y="58695"/>
                      <a:pt x="30955" y="58695"/>
                    </a:cubicBezTo>
                    <a:cubicBezTo>
                      <a:pt x="31336" y="58695"/>
                      <a:pt x="31650" y="58807"/>
                      <a:pt x="31896" y="58993"/>
                    </a:cubicBezTo>
                    <a:cubicBezTo>
                      <a:pt x="32139" y="59180"/>
                      <a:pt x="32397" y="59479"/>
                      <a:pt x="32681" y="59852"/>
                    </a:cubicBezTo>
                    <a:lnTo>
                      <a:pt x="36550" y="66125"/>
                    </a:lnTo>
                    <a:cubicBezTo>
                      <a:pt x="34668" y="67693"/>
                      <a:pt x="32505" y="68888"/>
                      <a:pt x="30063" y="69672"/>
                    </a:cubicBezTo>
                    <a:cubicBezTo>
                      <a:pt x="27624" y="70494"/>
                      <a:pt x="25095" y="70867"/>
                      <a:pt x="22484" y="7086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52" name="Google Shape;2252;p90"/>
              <p:cNvSpPr/>
              <p:nvPr/>
            </p:nvSpPr>
            <p:spPr>
              <a:xfrm>
                <a:off x="3968942" y="5231189"/>
                <a:ext cx="46750" cy="54475"/>
              </a:xfrm>
              <a:custGeom>
                <a:avLst/>
                <a:gdLst/>
                <a:ahLst/>
                <a:cxnLst/>
                <a:rect l="l" t="t" r="r" b="b"/>
                <a:pathLst>
                  <a:path w="46750" h="54475" extrusionOk="0">
                    <a:moveTo>
                      <a:pt x="12915" y="0"/>
                    </a:moveTo>
                    <a:lnTo>
                      <a:pt x="12915" y="34089"/>
                    </a:lnTo>
                    <a:cubicBezTo>
                      <a:pt x="12915" y="37375"/>
                      <a:pt x="13674" y="39914"/>
                      <a:pt x="15194" y="41706"/>
                    </a:cubicBezTo>
                    <a:cubicBezTo>
                      <a:pt x="16710" y="43498"/>
                      <a:pt x="18981" y="44395"/>
                      <a:pt x="22017" y="44395"/>
                    </a:cubicBezTo>
                    <a:cubicBezTo>
                      <a:pt x="24247" y="44395"/>
                      <a:pt x="26339" y="43909"/>
                      <a:pt x="28292" y="42901"/>
                    </a:cubicBezTo>
                    <a:cubicBezTo>
                      <a:pt x="30242" y="41931"/>
                      <a:pt x="32090" y="40549"/>
                      <a:pt x="33835" y="38794"/>
                    </a:cubicBezTo>
                    <a:lnTo>
                      <a:pt x="33835" y="0"/>
                    </a:lnTo>
                    <a:lnTo>
                      <a:pt x="46750" y="0"/>
                    </a:lnTo>
                    <a:lnTo>
                      <a:pt x="46750" y="53654"/>
                    </a:lnTo>
                    <a:lnTo>
                      <a:pt x="38854" y="53654"/>
                    </a:lnTo>
                    <a:cubicBezTo>
                      <a:pt x="37177" y="53654"/>
                      <a:pt x="36083" y="52870"/>
                      <a:pt x="35560" y="51302"/>
                    </a:cubicBezTo>
                    <a:lnTo>
                      <a:pt x="34671" y="47008"/>
                    </a:lnTo>
                    <a:cubicBezTo>
                      <a:pt x="33555" y="48128"/>
                      <a:pt x="32404" y="49137"/>
                      <a:pt x="31220" y="50070"/>
                    </a:cubicBezTo>
                    <a:cubicBezTo>
                      <a:pt x="30033" y="51003"/>
                      <a:pt x="28766" y="51787"/>
                      <a:pt x="27429" y="52422"/>
                    </a:cubicBezTo>
                    <a:cubicBezTo>
                      <a:pt x="26085" y="53057"/>
                      <a:pt x="24639" y="53580"/>
                      <a:pt x="23089" y="53953"/>
                    </a:cubicBezTo>
                    <a:cubicBezTo>
                      <a:pt x="21536" y="54289"/>
                      <a:pt x="19874" y="54476"/>
                      <a:pt x="18096" y="54476"/>
                    </a:cubicBezTo>
                    <a:cubicBezTo>
                      <a:pt x="15167" y="54476"/>
                      <a:pt x="12579" y="53991"/>
                      <a:pt x="10331" y="52982"/>
                    </a:cubicBezTo>
                    <a:cubicBezTo>
                      <a:pt x="8079" y="52012"/>
                      <a:pt x="6192" y="50593"/>
                      <a:pt x="4654" y="48801"/>
                    </a:cubicBezTo>
                    <a:cubicBezTo>
                      <a:pt x="3122" y="46971"/>
                      <a:pt x="1964" y="44805"/>
                      <a:pt x="1180" y="42341"/>
                    </a:cubicBezTo>
                    <a:cubicBezTo>
                      <a:pt x="396" y="39839"/>
                      <a:pt x="0" y="37114"/>
                      <a:pt x="0" y="34089"/>
                    </a:cubicBezTo>
                    <a:lnTo>
                      <a:pt x="0" y="0"/>
                    </a:lnTo>
                    <a:lnTo>
                      <a:pt x="1291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53" name="Google Shape;2253;p90"/>
              <p:cNvSpPr/>
              <p:nvPr/>
            </p:nvSpPr>
            <p:spPr>
              <a:xfrm>
                <a:off x="4029493" y="5230219"/>
                <a:ext cx="34200" cy="54624"/>
              </a:xfrm>
              <a:custGeom>
                <a:avLst/>
                <a:gdLst/>
                <a:ahLst/>
                <a:cxnLst/>
                <a:rect l="l" t="t" r="r" b="b"/>
                <a:pathLst>
                  <a:path w="34200" h="54624" extrusionOk="0">
                    <a:moveTo>
                      <a:pt x="0" y="54625"/>
                    </a:moveTo>
                    <a:lnTo>
                      <a:pt x="0" y="970"/>
                    </a:lnTo>
                    <a:lnTo>
                      <a:pt x="7586" y="970"/>
                    </a:lnTo>
                    <a:cubicBezTo>
                      <a:pt x="8908" y="970"/>
                      <a:pt x="9834" y="1232"/>
                      <a:pt x="10357" y="1717"/>
                    </a:cubicBezTo>
                    <a:cubicBezTo>
                      <a:pt x="10876" y="2203"/>
                      <a:pt x="11227" y="3061"/>
                      <a:pt x="11403" y="4219"/>
                    </a:cubicBezTo>
                    <a:lnTo>
                      <a:pt x="12187" y="10716"/>
                    </a:lnTo>
                    <a:cubicBezTo>
                      <a:pt x="14103" y="7393"/>
                      <a:pt x="16352" y="4779"/>
                      <a:pt x="18932" y="2875"/>
                    </a:cubicBezTo>
                    <a:cubicBezTo>
                      <a:pt x="21510" y="970"/>
                      <a:pt x="24400" y="0"/>
                      <a:pt x="27612" y="0"/>
                    </a:cubicBezTo>
                    <a:cubicBezTo>
                      <a:pt x="30261" y="0"/>
                      <a:pt x="32457" y="597"/>
                      <a:pt x="34201" y="1830"/>
                    </a:cubicBezTo>
                    <a:lnTo>
                      <a:pt x="32524" y="11500"/>
                    </a:lnTo>
                    <a:cubicBezTo>
                      <a:pt x="32423" y="12135"/>
                      <a:pt x="32191" y="12583"/>
                      <a:pt x="31848" y="12844"/>
                    </a:cubicBezTo>
                    <a:cubicBezTo>
                      <a:pt x="31497" y="13105"/>
                      <a:pt x="31026" y="13217"/>
                      <a:pt x="30436" y="13217"/>
                    </a:cubicBezTo>
                    <a:cubicBezTo>
                      <a:pt x="29913" y="13217"/>
                      <a:pt x="29200" y="13105"/>
                      <a:pt x="28288" y="12844"/>
                    </a:cubicBezTo>
                    <a:cubicBezTo>
                      <a:pt x="27381" y="12620"/>
                      <a:pt x="26182" y="12471"/>
                      <a:pt x="24684" y="12471"/>
                    </a:cubicBezTo>
                    <a:cubicBezTo>
                      <a:pt x="21999" y="12471"/>
                      <a:pt x="19698" y="13217"/>
                      <a:pt x="17782" y="14711"/>
                    </a:cubicBezTo>
                    <a:cubicBezTo>
                      <a:pt x="15862" y="16204"/>
                      <a:pt x="14241" y="18370"/>
                      <a:pt x="12915" y="21208"/>
                    </a:cubicBezTo>
                    <a:lnTo>
                      <a:pt x="12915"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54" name="Google Shape;2254;p90"/>
              <p:cNvSpPr/>
              <p:nvPr/>
            </p:nvSpPr>
            <p:spPr>
              <a:xfrm>
                <a:off x="4068605" y="5230368"/>
                <a:ext cx="48994" cy="55259"/>
              </a:xfrm>
              <a:custGeom>
                <a:avLst/>
                <a:gdLst/>
                <a:ahLst/>
                <a:cxnLst/>
                <a:rect l="l" t="t" r="r" b="b"/>
                <a:pathLst>
                  <a:path w="48994" h="55259" extrusionOk="0">
                    <a:moveTo>
                      <a:pt x="25779" y="0"/>
                    </a:moveTo>
                    <a:cubicBezTo>
                      <a:pt x="29162" y="0"/>
                      <a:pt x="32274" y="523"/>
                      <a:pt x="35112" y="1606"/>
                    </a:cubicBezTo>
                    <a:cubicBezTo>
                      <a:pt x="37954" y="2688"/>
                      <a:pt x="40401" y="4294"/>
                      <a:pt x="42459" y="6348"/>
                    </a:cubicBezTo>
                    <a:cubicBezTo>
                      <a:pt x="44517" y="8438"/>
                      <a:pt x="46123" y="10978"/>
                      <a:pt x="47269" y="14002"/>
                    </a:cubicBezTo>
                    <a:cubicBezTo>
                      <a:pt x="48420" y="16989"/>
                      <a:pt x="48995" y="20424"/>
                      <a:pt x="48995" y="24307"/>
                    </a:cubicBezTo>
                    <a:cubicBezTo>
                      <a:pt x="48995" y="25278"/>
                      <a:pt x="48950" y="26099"/>
                      <a:pt x="48864" y="26734"/>
                    </a:cubicBezTo>
                    <a:cubicBezTo>
                      <a:pt x="48778" y="27369"/>
                      <a:pt x="48621" y="27891"/>
                      <a:pt x="48394" y="28265"/>
                    </a:cubicBezTo>
                    <a:cubicBezTo>
                      <a:pt x="48166" y="28638"/>
                      <a:pt x="47859" y="28899"/>
                      <a:pt x="47479" y="29049"/>
                    </a:cubicBezTo>
                    <a:cubicBezTo>
                      <a:pt x="47094" y="29198"/>
                      <a:pt x="46605" y="29273"/>
                      <a:pt x="46014" y="29273"/>
                    </a:cubicBezTo>
                    <a:lnTo>
                      <a:pt x="12863" y="29273"/>
                    </a:lnTo>
                    <a:cubicBezTo>
                      <a:pt x="13248" y="34799"/>
                      <a:pt x="14727" y="38831"/>
                      <a:pt x="17308" y="41407"/>
                    </a:cubicBezTo>
                    <a:cubicBezTo>
                      <a:pt x="19888" y="43984"/>
                      <a:pt x="23302" y="45291"/>
                      <a:pt x="27556" y="45291"/>
                    </a:cubicBezTo>
                    <a:cubicBezTo>
                      <a:pt x="29648" y="45291"/>
                      <a:pt x="31452" y="45029"/>
                      <a:pt x="32968" y="44544"/>
                    </a:cubicBezTo>
                    <a:cubicBezTo>
                      <a:pt x="34485" y="44059"/>
                      <a:pt x="35810" y="43498"/>
                      <a:pt x="36946" y="42901"/>
                    </a:cubicBezTo>
                    <a:cubicBezTo>
                      <a:pt x="38074" y="42341"/>
                      <a:pt x="39067" y="41781"/>
                      <a:pt x="39923" y="41296"/>
                    </a:cubicBezTo>
                    <a:cubicBezTo>
                      <a:pt x="40778" y="40810"/>
                      <a:pt x="41607" y="40549"/>
                      <a:pt x="42406" y="40549"/>
                    </a:cubicBezTo>
                    <a:cubicBezTo>
                      <a:pt x="42929" y="40549"/>
                      <a:pt x="43381" y="40661"/>
                      <a:pt x="43766" y="40885"/>
                    </a:cubicBezTo>
                    <a:cubicBezTo>
                      <a:pt x="44147" y="41071"/>
                      <a:pt x="44479" y="41370"/>
                      <a:pt x="44759" y="41781"/>
                    </a:cubicBezTo>
                    <a:lnTo>
                      <a:pt x="48524" y="46486"/>
                    </a:lnTo>
                    <a:cubicBezTo>
                      <a:pt x="47094" y="48128"/>
                      <a:pt x="45491" y="49547"/>
                      <a:pt x="43714" y="50667"/>
                    </a:cubicBezTo>
                    <a:cubicBezTo>
                      <a:pt x="41936" y="51825"/>
                      <a:pt x="40080" y="52721"/>
                      <a:pt x="38145" y="53393"/>
                    </a:cubicBezTo>
                    <a:cubicBezTo>
                      <a:pt x="36210" y="54065"/>
                      <a:pt x="34242" y="54550"/>
                      <a:pt x="32236" y="54849"/>
                    </a:cubicBezTo>
                    <a:cubicBezTo>
                      <a:pt x="30234" y="55110"/>
                      <a:pt x="28288" y="55260"/>
                      <a:pt x="26406" y="55260"/>
                    </a:cubicBezTo>
                    <a:cubicBezTo>
                      <a:pt x="22675" y="55260"/>
                      <a:pt x="19209" y="54625"/>
                      <a:pt x="16000" y="53393"/>
                    </a:cubicBezTo>
                    <a:cubicBezTo>
                      <a:pt x="12796" y="52161"/>
                      <a:pt x="10006" y="50331"/>
                      <a:pt x="7634" y="47905"/>
                    </a:cubicBezTo>
                    <a:cubicBezTo>
                      <a:pt x="5263" y="45477"/>
                      <a:pt x="3399" y="42490"/>
                      <a:pt x="2039" y="38906"/>
                    </a:cubicBezTo>
                    <a:cubicBezTo>
                      <a:pt x="683" y="35359"/>
                      <a:pt x="0" y="31214"/>
                      <a:pt x="0" y="26510"/>
                    </a:cubicBezTo>
                    <a:cubicBezTo>
                      <a:pt x="0" y="22851"/>
                      <a:pt x="594" y="19416"/>
                      <a:pt x="1782" y="16168"/>
                    </a:cubicBezTo>
                    <a:cubicBezTo>
                      <a:pt x="2962" y="12956"/>
                      <a:pt x="4661" y="10156"/>
                      <a:pt x="6876" y="7767"/>
                    </a:cubicBezTo>
                    <a:cubicBezTo>
                      <a:pt x="9091" y="5377"/>
                      <a:pt x="11791" y="3473"/>
                      <a:pt x="14981" y="2091"/>
                    </a:cubicBezTo>
                    <a:cubicBezTo>
                      <a:pt x="18170" y="710"/>
                      <a:pt x="21771" y="0"/>
                      <a:pt x="25779" y="0"/>
                    </a:cubicBezTo>
                    <a:close/>
                    <a:moveTo>
                      <a:pt x="26040" y="9260"/>
                    </a:moveTo>
                    <a:cubicBezTo>
                      <a:pt x="22275" y="9260"/>
                      <a:pt x="19332" y="10305"/>
                      <a:pt x="17203" y="12434"/>
                    </a:cubicBezTo>
                    <a:cubicBezTo>
                      <a:pt x="15078" y="14562"/>
                      <a:pt x="13718" y="17586"/>
                      <a:pt x="13128" y="21469"/>
                    </a:cubicBezTo>
                    <a:lnTo>
                      <a:pt x="37387" y="21469"/>
                    </a:lnTo>
                    <a:cubicBezTo>
                      <a:pt x="37387" y="19827"/>
                      <a:pt x="37159" y="18221"/>
                      <a:pt x="36707" y="16765"/>
                    </a:cubicBezTo>
                    <a:cubicBezTo>
                      <a:pt x="36255" y="15271"/>
                      <a:pt x="35557" y="13964"/>
                      <a:pt x="34615" y="12844"/>
                    </a:cubicBezTo>
                    <a:cubicBezTo>
                      <a:pt x="33678" y="11761"/>
                      <a:pt x="32490" y="10865"/>
                      <a:pt x="31060" y="10230"/>
                    </a:cubicBezTo>
                    <a:cubicBezTo>
                      <a:pt x="29633" y="9559"/>
                      <a:pt x="27956" y="9260"/>
                      <a:pt x="26040"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55" name="Google Shape;2255;p90"/>
              <p:cNvSpPr/>
              <p:nvPr/>
            </p:nvSpPr>
            <p:spPr>
              <a:xfrm>
                <a:off x="4124394" y="5207144"/>
                <a:ext cx="49364" cy="78483"/>
              </a:xfrm>
              <a:custGeom>
                <a:avLst/>
                <a:gdLst/>
                <a:ahLst/>
                <a:cxnLst/>
                <a:rect l="l" t="t" r="r" b="b"/>
                <a:pathLst>
                  <a:path w="49364" h="78483" extrusionOk="0">
                    <a:moveTo>
                      <a:pt x="41469" y="77699"/>
                    </a:moveTo>
                    <a:cubicBezTo>
                      <a:pt x="39796" y="77699"/>
                      <a:pt x="38698" y="76916"/>
                      <a:pt x="38175" y="75348"/>
                    </a:cubicBezTo>
                    <a:lnTo>
                      <a:pt x="37129" y="70158"/>
                    </a:lnTo>
                    <a:cubicBezTo>
                      <a:pt x="36012" y="71427"/>
                      <a:pt x="34847" y="72547"/>
                      <a:pt x="33626" y="73555"/>
                    </a:cubicBezTo>
                    <a:cubicBezTo>
                      <a:pt x="32404" y="74563"/>
                      <a:pt x="31090" y="75459"/>
                      <a:pt x="29678" y="76169"/>
                    </a:cubicBezTo>
                    <a:cubicBezTo>
                      <a:pt x="28266" y="76916"/>
                      <a:pt x="26750" y="77476"/>
                      <a:pt x="25129" y="77886"/>
                    </a:cubicBezTo>
                    <a:cubicBezTo>
                      <a:pt x="23508" y="78260"/>
                      <a:pt x="21756" y="78484"/>
                      <a:pt x="19874" y="78484"/>
                    </a:cubicBezTo>
                    <a:cubicBezTo>
                      <a:pt x="16945" y="78484"/>
                      <a:pt x="14260" y="77849"/>
                      <a:pt x="11821" y="76654"/>
                    </a:cubicBezTo>
                    <a:cubicBezTo>
                      <a:pt x="9378" y="75422"/>
                      <a:pt x="7279" y="73667"/>
                      <a:pt x="5520" y="71352"/>
                    </a:cubicBezTo>
                    <a:cubicBezTo>
                      <a:pt x="3757" y="69037"/>
                      <a:pt x="2398" y="66162"/>
                      <a:pt x="1442" y="62727"/>
                    </a:cubicBezTo>
                    <a:cubicBezTo>
                      <a:pt x="482" y="59330"/>
                      <a:pt x="0" y="55446"/>
                      <a:pt x="0" y="51041"/>
                    </a:cubicBezTo>
                    <a:cubicBezTo>
                      <a:pt x="0" y="47045"/>
                      <a:pt x="545" y="43349"/>
                      <a:pt x="1625" y="39951"/>
                    </a:cubicBezTo>
                    <a:cubicBezTo>
                      <a:pt x="2704" y="36554"/>
                      <a:pt x="4254" y="33567"/>
                      <a:pt x="6278" y="31065"/>
                    </a:cubicBezTo>
                    <a:cubicBezTo>
                      <a:pt x="8299" y="28563"/>
                      <a:pt x="10723" y="26584"/>
                      <a:pt x="13547" y="25203"/>
                    </a:cubicBezTo>
                    <a:cubicBezTo>
                      <a:pt x="16370" y="23784"/>
                      <a:pt x="19541" y="23075"/>
                      <a:pt x="23063" y="23075"/>
                    </a:cubicBezTo>
                    <a:cubicBezTo>
                      <a:pt x="26062" y="23075"/>
                      <a:pt x="28625" y="23560"/>
                      <a:pt x="30750" y="24493"/>
                    </a:cubicBezTo>
                    <a:cubicBezTo>
                      <a:pt x="32875" y="25464"/>
                      <a:pt x="34776" y="26734"/>
                      <a:pt x="36449" y="28339"/>
                    </a:cubicBezTo>
                    <a:lnTo>
                      <a:pt x="36449" y="0"/>
                    </a:lnTo>
                    <a:lnTo>
                      <a:pt x="49365" y="0"/>
                    </a:lnTo>
                    <a:lnTo>
                      <a:pt x="49365" y="77699"/>
                    </a:lnTo>
                    <a:lnTo>
                      <a:pt x="41469" y="77699"/>
                    </a:lnTo>
                    <a:close/>
                    <a:moveTo>
                      <a:pt x="24266" y="68216"/>
                    </a:moveTo>
                    <a:cubicBezTo>
                      <a:pt x="26948" y="68216"/>
                      <a:pt x="29233" y="67693"/>
                      <a:pt x="31116" y="66573"/>
                    </a:cubicBezTo>
                    <a:cubicBezTo>
                      <a:pt x="32998" y="65453"/>
                      <a:pt x="34776" y="63847"/>
                      <a:pt x="36449" y="61794"/>
                    </a:cubicBezTo>
                    <a:lnTo>
                      <a:pt x="36449" y="37748"/>
                    </a:lnTo>
                    <a:cubicBezTo>
                      <a:pt x="34985" y="35994"/>
                      <a:pt x="33390" y="34724"/>
                      <a:pt x="31665" y="33977"/>
                    </a:cubicBezTo>
                    <a:cubicBezTo>
                      <a:pt x="29939" y="33268"/>
                      <a:pt x="28083" y="32894"/>
                      <a:pt x="26096" y="32894"/>
                    </a:cubicBezTo>
                    <a:cubicBezTo>
                      <a:pt x="24143" y="32894"/>
                      <a:pt x="22376" y="33268"/>
                      <a:pt x="20789" y="33977"/>
                    </a:cubicBezTo>
                    <a:cubicBezTo>
                      <a:pt x="19201" y="34724"/>
                      <a:pt x="17861" y="35844"/>
                      <a:pt x="16762" y="37300"/>
                    </a:cubicBezTo>
                    <a:cubicBezTo>
                      <a:pt x="15664" y="38794"/>
                      <a:pt x="14817" y="40661"/>
                      <a:pt x="14226" y="42976"/>
                    </a:cubicBezTo>
                    <a:cubicBezTo>
                      <a:pt x="13633" y="45253"/>
                      <a:pt x="13338" y="47941"/>
                      <a:pt x="13338" y="51041"/>
                    </a:cubicBezTo>
                    <a:cubicBezTo>
                      <a:pt x="13338" y="54177"/>
                      <a:pt x="13588" y="56828"/>
                      <a:pt x="14096" y="58994"/>
                    </a:cubicBezTo>
                    <a:cubicBezTo>
                      <a:pt x="14600" y="61196"/>
                      <a:pt x="15325" y="62951"/>
                      <a:pt x="16266" y="64333"/>
                    </a:cubicBezTo>
                    <a:cubicBezTo>
                      <a:pt x="17207" y="65714"/>
                      <a:pt x="18357" y="66722"/>
                      <a:pt x="19717" y="67320"/>
                    </a:cubicBezTo>
                    <a:cubicBezTo>
                      <a:pt x="21076" y="67917"/>
                      <a:pt x="22593" y="68216"/>
                      <a:pt x="24266" y="68216"/>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56" name="Google Shape;2256;p90"/>
              <p:cNvSpPr/>
              <p:nvPr/>
            </p:nvSpPr>
            <p:spPr>
              <a:xfrm>
                <a:off x="3758404" y="5332449"/>
                <a:ext cx="67139" cy="75608"/>
              </a:xfrm>
              <a:custGeom>
                <a:avLst/>
                <a:gdLst/>
                <a:ahLst/>
                <a:cxnLst/>
                <a:rect l="l" t="t" r="r" b="b"/>
                <a:pathLst>
                  <a:path w="67139" h="75608" extrusionOk="0">
                    <a:moveTo>
                      <a:pt x="67139" y="37823"/>
                    </a:moveTo>
                    <a:cubicBezTo>
                      <a:pt x="67139" y="43349"/>
                      <a:pt x="66217" y="48427"/>
                      <a:pt x="64372" y="53057"/>
                    </a:cubicBezTo>
                    <a:cubicBezTo>
                      <a:pt x="62519" y="57724"/>
                      <a:pt x="59923" y="61682"/>
                      <a:pt x="56581" y="65042"/>
                    </a:cubicBezTo>
                    <a:cubicBezTo>
                      <a:pt x="53230" y="68403"/>
                      <a:pt x="49204" y="70979"/>
                      <a:pt x="44498" y="72846"/>
                    </a:cubicBezTo>
                    <a:cubicBezTo>
                      <a:pt x="39796" y="74675"/>
                      <a:pt x="34582" y="75609"/>
                      <a:pt x="28867" y="75609"/>
                    </a:cubicBezTo>
                    <a:lnTo>
                      <a:pt x="0" y="75609"/>
                    </a:lnTo>
                    <a:lnTo>
                      <a:pt x="0" y="0"/>
                    </a:lnTo>
                    <a:lnTo>
                      <a:pt x="28867" y="0"/>
                    </a:lnTo>
                    <a:cubicBezTo>
                      <a:pt x="34582" y="0"/>
                      <a:pt x="39796" y="933"/>
                      <a:pt x="44498" y="2800"/>
                    </a:cubicBezTo>
                    <a:cubicBezTo>
                      <a:pt x="49204" y="4667"/>
                      <a:pt x="53230" y="7281"/>
                      <a:pt x="56581" y="10604"/>
                    </a:cubicBezTo>
                    <a:cubicBezTo>
                      <a:pt x="59923" y="13927"/>
                      <a:pt x="62519" y="17922"/>
                      <a:pt x="64372" y="22552"/>
                    </a:cubicBezTo>
                    <a:cubicBezTo>
                      <a:pt x="66217" y="27182"/>
                      <a:pt x="67139" y="32260"/>
                      <a:pt x="67139" y="37823"/>
                    </a:cubicBezTo>
                    <a:close/>
                    <a:moveTo>
                      <a:pt x="52760" y="37823"/>
                    </a:moveTo>
                    <a:cubicBezTo>
                      <a:pt x="52760" y="33679"/>
                      <a:pt x="52203" y="29945"/>
                      <a:pt x="51086" y="26659"/>
                    </a:cubicBezTo>
                    <a:cubicBezTo>
                      <a:pt x="49970" y="23373"/>
                      <a:pt x="48386" y="20573"/>
                      <a:pt x="46332" y="18296"/>
                    </a:cubicBezTo>
                    <a:cubicBezTo>
                      <a:pt x="44274" y="16018"/>
                      <a:pt x="41772" y="14263"/>
                      <a:pt x="38828" y="13031"/>
                    </a:cubicBezTo>
                    <a:cubicBezTo>
                      <a:pt x="35882" y="11799"/>
                      <a:pt x="32557" y="11201"/>
                      <a:pt x="28867" y="11201"/>
                    </a:cubicBezTo>
                    <a:lnTo>
                      <a:pt x="14170" y="11201"/>
                    </a:lnTo>
                    <a:lnTo>
                      <a:pt x="14170" y="64407"/>
                    </a:lnTo>
                    <a:lnTo>
                      <a:pt x="28867" y="64407"/>
                    </a:lnTo>
                    <a:cubicBezTo>
                      <a:pt x="32557" y="64407"/>
                      <a:pt x="35882" y="63810"/>
                      <a:pt x="38828" y="62578"/>
                    </a:cubicBezTo>
                    <a:cubicBezTo>
                      <a:pt x="41772" y="61383"/>
                      <a:pt x="44274" y="59629"/>
                      <a:pt x="46332" y="57351"/>
                    </a:cubicBezTo>
                    <a:cubicBezTo>
                      <a:pt x="48386" y="55036"/>
                      <a:pt x="49970" y="52273"/>
                      <a:pt x="51086" y="48987"/>
                    </a:cubicBezTo>
                    <a:cubicBezTo>
                      <a:pt x="52203" y="45664"/>
                      <a:pt x="52760" y="41968"/>
                      <a:pt x="52760" y="37823"/>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57" name="Google Shape;2257;p90"/>
              <p:cNvSpPr/>
              <p:nvPr/>
            </p:nvSpPr>
            <p:spPr>
              <a:xfrm>
                <a:off x="3833177" y="5353433"/>
                <a:ext cx="44703" cy="55446"/>
              </a:xfrm>
              <a:custGeom>
                <a:avLst/>
                <a:gdLst/>
                <a:ahLst/>
                <a:cxnLst/>
                <a:rect l="l" t="t" r="r" b="b"/>
                <a:pathLst>
                  <a:path w="44703" h="55446" extrusionOk="0">
                    <a:moveTo>
                      <a:pt x="44703" y="54625"/>
                    </a:moveTo>
                    <a:lnTo>
                      <a:pt x="38903" y="54625"/>
                    </a:lnTo>
                    <a:cubicBezTo>
                      <a:pt x="37685" y="54625"/>
                      <a:pt x="36726" y="54438"/>
                      <a:pt x="36027" y="54065"/>
                    </a:cubicBezTo>
                    <a:cubicBezTo>
                      <a:pt x="35329" y="53691"/>
                      <a:pt x="34806" y="52945"/>
                      <a:pt x="34458" y="51862"/>
                    </a:cubicBezTo>
                    <a:lnTo>
                      <a:pt x="33308" y="48016"/>
                    </a:lnTo>
                    <a:cubicBezTo>
                      <a:pt x="31949" y="49248"/>
                      <a:pt x="30615" y="50331"/>
                      <a:pt x="29308" y="51265"/>
                    </a:cubicBezTo>
                    <a:cubicBezTo>
                      <a:pt x="28001" y="52161"/>
                      <a:pt x="26652" y="52945"/>
                      <a:pt x="25256" y="53579"/>
                    </a:cubicBezTo>
                    <a:cubicBezTo>
                      <a:pt x="23859" y="54214"/>
                      <a:pt x="22380" y="54662"/>
                      <a:pt x="20811" y="54998"/>
                    </a:cubicBezTo>
                    <a:cubicBezTo>
                      <a:pt x="19242" y="55297"/>
                      <a:pt x="17498" y="55446"/>
                      <a:pt x="15582" y="55446"/>
                    </a:cubicBezTo>
                    <a:cubicBezTo>
                      <a:pt x="13315" y="55446"/>
                      <a:pt x="11227" y="55147"/>
                      <a:pt x="9307" y="54550"/>
                    </a:cubicBezTo>
                    <a:cubicBezTo>
                      <a:pt x="7388" y="53915"/>
                      <a:pt x="5744" y="53019"/>
                      <a:pt x="4366" y="51787"/>
                    </a:cubicBezTo>
                    <a:cubicBezTo>
                      <a:pt x="2992" y="50555"/>
                      <a:pt x="1916" y="49024"/>
                      <a:pt x="1150" y="47232"/>
                    </a:cubicBezTo>
                    <a:cubicBezTo>
                      <a:pt x="381" y="45402"/>
                      <a:pt x="0" y="43274"/>
                      <a:pt x="0" y="40885"/>
                    </a:cubicBezTo>
                    <a:cubicBezTo>
                      <a:pt x="0" y="38831"/>
                      <a:pt x="530" y="36852"/>
                      <a:pt x="1595" y="34873"/>
                    </a:cubicBezTo>
                    <a:cubicBezTo>
                      <a:pt x="2659" y="32894"/>
                      <a:pt x="4426" y="31102"/>
                      <a:pt x="6902" y="29534"/>
                    </a:cubicBezTo>
                    <a:cubicBezTo>
                      <a:pt x="9378" y="27929"/>
                      <a:pt x="12669" y="26621"/>
                      <a:pt x="16785" y="25576"/>
                    </a:cubicBezTo>
                    <a:cubicBezTo>
                      <a:pt x="20897" y="24531"/>
                      <a:pt x="26006" y="23970"/>
                      <a:pt x="32105" y="23970"/>
                    </a:cubicBezTo>
                    <a:lnTo>
                      <a:pt x="32105" y="20834"/>
                    </a:lnTo>
                    <a:cubicBezTo>
                      <a:pt x="32105" y="17213"/>
                      <a:pt x="31347" y="14524"/>
                      <a:pt x="29831" y="12807"/>
                    </a:cubicBezTo>
                    <a:cubicBezTo>
                      <a:pt x="28315" y="11052"/>
                      <a:pt x="26111" y="10193"/>
                      <a:pt x="23216" y="10193"/>
                    </a:cubicBezTo>
                    <a:cubicBezTo>
                      <a:pt x="21125" y="10193"/>
                      <a:pt x="19381" y="10417"/>
                      <a:pt x="17987" y="10902"/>
                    </a:cubicBezTo>
                    <a:cubicBezTo>
                      <a:pt x="16591" y="11425"/>
                      <a:pt x="15380" y="11948"/>
                      <a:pt x="14353" y="12583"/>
                    </a:cubicBezTo>
                    <a:cubicBezTo>
                      <a:pt x="13322" y="13180"/>
                      <a:pt x="12374" y="13740"/>
                      <a:pt x="11504" y="14225"/>
                    </a:cubicBezTo>
                    <a:cubicBezTo>
                      <a:pt x="10630" y="14711"/>
                      <a:pt x="9673" y="14935"/>
                      <a:pt x="8628" y="14935"/>
                    </a:cubicBezTo>
                    <a:cubicBezTo>
                      <a:pt x="7757" y="14935"/>
                      <a:pt x="7007" y="14711"/>
                      <a:pt x="6379" y="14263"/>
                    </a:cubicBezTo>
                    <a:cubicBezTo>
                      <a:pt x="5752" y="13815"/>
                      <a:pt x="5248" y="13255"/>
                      <a:pt x="4863" y="12583"/>
                    </a:cubicBezTo>
                    <a:lnTo>
                      <a:pt x="2510" y="8475"/>
                    </a:lnTo>
                    <a:cubicBezTo>
                      <a:pt x="8680" y="2837"/>
                      <a:pt x="16120" y="0"/>
                      <a:pt x="24837" y="0"/>
                    </a:cubicBezTo>
                    <a:cubicBezTo>
                      <a:pt x="27975" y="0"/>
                      <a:pt x="30772" y="522"/>
                      <a:pt x="33230" y="1531"/>
                    </a:cubicBezTo>
                    <a:cubicBezTo>
                      <a:pt x="35687" y="2576"/>
                      <a:pt x="37771" y="3995"/>
                      <a:pt x="39478" y="5824"/>
                    </a:cubicBezTo>
                    <a:cubicBezTo>
                      <a:pt x="41185" y="7654"/>
                      <a:pt x="42485" y="9857"/>
                      <a:pt x="43374" y="12396"/>
                    </a:cubicBezTo>
                    <a:cubicBezTo>
                      <a:pt x="44263" y="14935"/>
                      <a:pt x="44703" y="17735"/>
                      <a:pt x="44703" y="20760"/>
                    </a:cubicBezTo>
                    <a:lnTo>
                      <a:pt x="44703" y="54625"/>
                    </a:lnTo>
                    <a:close/>
                    <a:moveTo>
                      <a:pt x="19608" y="46560"/>
                    </a:moveTo>
                    <a:cubicBezTo>
                      <a:pt x="20931" y="46560"/>
                      <a:pt x="22152" y="46448"/>
                      <a:pt x="23269" y="46224"/>
                    </a:cubicBezTo>
                    <a:cubicBezTo>
                      <a:pt x="24382" y="45962"/>
                      <a:pt x="25439" y="45627"/>
                      <a:pt x="26432" y="45141"/>
                    </a:cubicBezTo>
                    <a:cubicBezTo>
                      <a:pt x="27426" y="44656"/>
                      <a:pt x="28382" y="44058"/>
                      <a:pt x="29308" y="43349"/>
                    </a:cubicBezTo>
                    <a:cubicBezTo>
                      <a:pt x="30231" y="42639"/>
                      <a:pt x="31164" y="41818"/>
                      <a:pt x="32105" y="40847"/>
                    </a:cubicBezTo>
                    <a:lnTo>
                      <a:pt x="32105" y="31886"/>
                    </a:lnTo>
                    <a:cubicBezTo>
                      <a:pt x="28341" y="31886"/>
                      <a:pt x="25196" y="32110"/>
                      <a:pt x="22667" y="32596"/>
                    </a:cubicBezTo>
                    <a:cubicBezTo>
                      <a:pt x="20139" y="33081"/>
                      <a:pt x="18107" y="33678"/>
                      <a:pt x="16576" y="34425"/>
                    </a:cubicBezTo>
                    <a:cubicBezTo>
                      <a:pt x="15041" y="35134"/>
                      <a:pt x="13950" y="35993"/>
                      <a:pt x="13308" y="37001"/>
                    </a:cubicBezTo>
                    <a:cubicBezTo>
                      <a:pt x="12661" y="37972"/>
                      <a:pt x="12340" y="39055"/>
                      <a:pt x="12340" y="40212"/>
                    </a:cubicBezTo>
                    <a:cubicBezTo>
                      <a:pt x="12340" y="42490"/>
                      <a:pt x="13009" y="44096"/>
                      <a:pt x="14353" y="45104"/>
                    </a:cubicBezTo>
                    <a:cubicBezTo>
                      <a:pt x="15694" y="46075"/>
                      <a:pt x="17450"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58" name="Google Shape;2258;p90"/>
              <p:cNvSpPr/>
              <p:nvPr/>
            </p:nvSpPr>
            <p:spPr>
              <a:xfrm>
                <a:off x="3885728" y="5338013"/>
                <a:ext cx="36550" cy="70866"/>
              </a:xfrm>
              <a:custGeom>
                <a:avLst/>
                <a:gdLst/>
                <a:ahLst/>
                <a:cxnLst/>
                <a:rect l="l" t="t" r="r" b="b"/>
                <a:pathLst>
                  <a:path w="36550" h="70866" extrusionOk="0">
                    <a:moveTo>
                      <a:pt x="22488" y="70867"/>
                    </a:moveTo>
                    <a:cubicBezTo>
                      <a:pt x="17846" y="70867"/>
                      <a:pt x="14275" y="69560"/>
                      <a:pt x="11765" y="66946"/>
                    </a:cubicBezTo>
                    <a:cubicBezTo>
                      <a:pt x="9259" y="64295"/>
                      <a:pt x="8004" y="60674"/>
                      <a:pt x="8004" y="56043"/>
                    </a:cubicBezTo>
                    <a:lnTo>
                      <a:pt x="8004" y="26062"/>
                    </a:lnTo>
                    <a:lnTo>
                      <a:pt x="2566" y="26062"/>
                    </a:lnTo>
                    <a:cubicBezTo>
                      <a:pt x="1864" y="26062"/>
                      <a:pt x="1262" y="25837"/>
                      <a:pt x="758" y="25389"/>
                    </a:cubicBezTo>
                    <a:cubicBezTo>
                      <a:pt x="250" y="24941"/>
                      <a:pt x="0" y="24269"/>
                      <a:pt x="0" y="23373"/>
                    </a:cubicBezTo>
                    <a:lnTo>
                      <a:pt x="0" y="18258"/>
                    </a:lnTo>
                    <a:lnTo>
                      <a:pt x="8631" y="16839"/>
                    </a:lnTo>
                    <a:lnTo>
                      <a:pt x="11347" y="2203"/>
                    </a:lnTo>
                    <a:cubicBezTo>
                      <a:pt x="11485" y="1493"/>
                      <a:pt x="11810" y="970"/>
                      <a:pt x="12314" y="560"/>
                    </a:cubicBezTo>
                    <a:cubicBezTo>
                      <a:pt x="12822" y="186"/>
                      <a:pt x="13457" y="0"/>
                      <a:pt x="14223" y="0"/>
                    </a:cubicBezTo>
                    <a:lnTo>
                      <a:pt x="20919" y="0"/>
                    </a:lnTo>
                    <a:lnTo>
                      <a:pt x="20919" y="16876"/>
                    </a:lnTo>
                    <a:lnTo>
                      <a:pt x="35034" y="16876"/>
                    </a:lnTo>
                    <a:lnTo>
                      <a:pt x="35034" y="26062"/>
                    </a:lnTo>
                    <a:lnTo>
                      <a:pt x="20919" y="26062"/>
                    </a:lnTo>
                    <a:lnTo>
                      <a:pt x="20919" y="55147"/>
                    </a:lnTo>
                    <a:cubicBezTo>
                      <a:pt x="20919" y="56828"/>
                      <a:pt x="21334" y="58135"/>
                      <a:pt x="22174" y="59068"/>
                    </a:cubicBezTo>
                    <a:cubicBezTo>
                      <a:pt x="23007" y="60001"/>
                      <a:pt x="24124" y="60487"/>
                      <a:pt x="25517" y="60487"/>
                    </a:cubicBezTo>
                    <a:cubicBezTo>
                      <a:pt x="26320" y="60487"/>
                      <a:pt x="26992" y="60375"/>
                      <a:pt x="27530" y="60188"/>
                    </a:cubicBezTo>
                    <a:cubicBezTo>
                      <a:pt x="28072" y="60001"/>
                      <a:pt x="28542" y="59777"/>
                      <a:pt x="28942" y="59591"/>
                    </a:cubicBezTo>
                    <a:cubicBezTo>
                      <a:pt x="29345" y="59367"/>
                      <a:pt x="29700" y="59180"/>
                      <a:pt x="30014" y="58993"/>
                    </a:cubicBezTo>
                    <a:cubicBezTo>
                      <a:pt x="30328" y="58807"/>
                      <a:pt x="30641" y="58695"/>
                      <a:pt x="30955" y="58695"/>
                    </a:cubicBezTo>
                    <a:cubicBezTo>
                      <a:pt x="31340" y="58695"/>
                      <a:pt x="31654" y="58807"/>
                      <a:pt x="31896" y="58993"/>
                    </a:cubicBezTo>
                    <a:cubicBezTo>
                      <a:pt x="32143" y="59180"/>
                      <a:pt x="32401" y="59479"/>
                      <a:pt x="32681" y="59852"/>
                    </a:cubicBezTo>
                    <a:lnTo>
                      <a:pt x="36550" y="66125"/>
                    </a:lnTo>
                    <a:cubicBezTo>
                      <a:pt x="34668" y="67693"/>
                      <a:pt x="32505" y="68888"/>
                      <a:pt x="30066" y="69672"/>
                    </a:cubicBezTo>
                    <a:cubicBezTo>
                      <a:pt x="27627" y="70494"/>
                      <a:pt x="25099" y="70867"/>
                      <a:pt x="22488" y="7086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59" name="Google Shape;2259;p90"/>
              <p:cNvSpPr/>
              <p:nvPr/>
            </p:nvSpPr>
            <p:spPr>
              <a:xfrm>
                <a:off x="3928396" y="5353433"/>
                <a:ext cx="44707" cy="55446"/>
              </a:xfrm>
              <a:custGeom>
                <a:avLst/>
                <a:gdLst/>
                <a:ahLst/>
                <a:cxnLst/>
                <a:rect l="l" t="t" r="r" b="b"/>
                <a:pathLst>
                  <a:path w="44707" h="55446" extrusionOk="0">
                    <a:moveTo>
                      <a:pt x="44707" y="54625"/>
                    </a:moveTo>
                    <a:lnTo>
                      <a:pt x="38903" y="54625"/>
                    </a:lnTo>
                    <a:cubicBezTo>
                      <a:pt x="37685" y="54625"/>
                      <a:pt x="36726" y="54438"/>
                      <a:pt x="36027" y="54065"/>
                    </a:cubicBezTo>
                    <a:cubicBezTo>
                      <a:pt x="35329" y="53691"/>
                      <a:pt x="34806" y="52945"/>
                      <a:pt x="34459" y="51862"/>
                    </a:cubicBezTo>
                    <a:lnTo>
                      <a:pt x="33308" y="48016"/>
                    </a:lnTo>
                    <a:cubicBezTo>
                      <a:pt x="31952" y="49248"/>
                      <a:pt x="30615" y="50331"/>
                      <a:pt x="29312" y="51265"/>
                    </a:cubicBezTo>
                    <a:cubicBezTo>
                      <a:pt x="28001" y="52161"/>
                      <a:pt x="26653" y="52945"/>
                      <a:pt x="25259" y="53579"/>
                    </a:cubicBezTo>
                    <a:cubicBezTo>
                      <a:pt x="23863" y="54214"/>
                      <a:pt x="22380" y="54662"/>
                      <a:pt x="20811" y="54998"/>
                    </a:cubicBezTo>
                    <a:cubicBezTo>
                      <a:pt x="19242" y="55297"/>
                      <a:pt x="17498" y="55446"/>
                      <a:pt x="15582" y="55446"/>
                    </a:cubicBezTo>
                    <a:cubicBezTo>
                      <a:pt x="13315" y="55446"/>
                      <a:pt x="11227" y="55147"/>
                      <a:pt x="9307" y="54550"/>
                    </a:cubicBezTo>
                    <a:cubicBezTo>
                      <a:pt x="7388" y="53915"/>
                      <a:pt x="5744" y="53019"/>
                      <a:pt x="4366" y="51787"/>
                    </a:cubicBezTo>
                    <a:cubicBezTo>
                      <a:pt x="2992" y="50555"/>
                      <a:pt x="1920" y="49024"/>
                      <a:pt x="1150" y="47232"/>
                    </a:cubicBezTo>
                    <a:cubicBezTo>
                      <a:pt x="381" y="45402"/>
                      <a:pt x="0" y="43274"/>
                      <a:pt x="0" y="40885"/>
                    </a:cubicBezTo>
                    <a:cubicBezTo>
                      <a:pt x="0" y="38831"/>
                      <a:pt x="530" y="36852"/>
                      <a:pt x="1595" y="34873"/>
                    </a:cubicBezTo>
                    <a:cubicBezTo>
                      <a:pt x="2659" y="32894"/>
                      <a:pt x="4426" y="31102"/>
                      <a:pt x="6906" y="29534"/>
                    </a:cubicBezTo>
                    <a:cubicBezTo>
                      <a:pt x="9378" y="27929"/>
                      <a:pt x="12669" y="26621"/>
                      <a:pt x="16785" y="25576"/>
                    </a:cubicBezTo>
                    <a:cubicBezTo>
                      <a:pt x="20901" y="24531"/>
                      <a:pt x="26006" y="23970"/>
                      <a:pt x="32109" y="23970"/>
                    </a:cubicBezTo>
                    <a:lnTo>
                      <a:pt x="32109" y="20834"/>
                    </a:lnTo>
                    <a:cubicBezTo>
                      <a:pt x="32109" y="17213"/>
                      <a:pt x="31347" y="14524"/>
                      <a:pt x="29831" y="12807"/>
                    </a:cubicBezTo>
                    <a:cubicBezTo>
                      <a:pt x="28315" y="11052"/>
                      <a:pt x="26111" y="10193"/>
                      <a:pt x="23216" y="10193"/>
                    </a:cubicBezTo>
                    <a:cubicBezTo>
                      <a:pt x="21125" y="10193"/>
                      <a:pt x="19381" y="10417"/>
                      <a:pt x="17987" y="10902"/>
                    </a:cubicBezTo>
                    <a:cubicBezTo>
                      <a:pt x="16591" y="11425"/>
                      <a:pt x="15381" y="11948"/>
                      <a:pt x="14353" y="12583"/>
                    </a:cubicBezTo>
                    <a:cubicBezTo>
                      <a:pt x="13323" y="13180"/>
                      <a:pt x="12374" y="13740"/>
                      <a:pt x="11504" y="14225"/>
                    </a:cubicBezTo>
                    <a:cubicBezTo>
                      <a:pt x="10633" y="14711"/>
                      <a:pt x="9673" y="14935"/>
                      <a:pt x="8628" y="14935"/>
                    </a:cubicBezTo>
                    <a:cubicBezTo>
                      <a:pt x="7757" y="14935"/>
                      <a:pt x="7007" y="14711"/>
                      <a:pt x="6379" y="14263"/>
                    </a:cubicBezTo>
                    <a:cubicBezTo>
                      <a:pt x="5752" y="13815"/>
                      <a:pt x="5248" y="13255"/>
                      <a:pt x="4863" y="12583"/>
                    </a:cubicBezTo>
                    <a:lnTo>
                      <a:pt x="2510" y="8475"/>
                    </a:lnTo>
                    <a:cubicBezTo>
                      <a:pt x="8680" y="2837"/>
                      <a:pt x="16120" y="0"/>
                      <a:pt x="24837" y="0"/>
                    </a:cubicBezTo>
                    <a:cubicBezTo>
                      <a:pt x="27975" y="0"/>
                      <a:pt x="30772" y="522"/>
                      <a:pt x="33230" y="1531"/>
                    </a:cubicBezTo>
                    <a:cubicBezTo>
                      <a:pt x="35691" y="2576"/>
                      <a:pt x="37771" y="3995"/>
                      <a:pt x="39478" y="5824"/>
                    </a:cubicBezTo>
                    <a:cubicBezTo>
                      <a:pt x="41185" y="7654"/>
                      <a:pt x="42485" y="9857"/>
                      <a:pt x="43374" y="12396"/>
                    </a:cubicBezTo>
                    <a:cubicBezTo>
                      <a:pt x="44263" y="14935"/>
                      <a:pt x="44707" y="17735"/>
                      <a:pt x="44707" y="20760"/>
                    </a:cubicBezTo>
                    <a:lnTo>
                      <a:pt x="44707" y="54625"/>
                    </a:lnTo>
                    <a:close/>
                    <a:moveTo>
                      <a:pt x="19608" y="46560"/>
                    </a:moveTo>
                    <a:cubicBezTo>
                      <a:pt x="20931" y="46560"/>
                      <a:pt x="22156" y="46448"/>
                      <a:pt x="23269" y="46224"/>
                    </a:cubicBezTo>
                    <a:cubicBezTo>
                      <a:pt x="24382" y="45962"/>
                      <a:pt x="25439" y="45627"/>
                      <a:pt x="26432" y="45141"/>
                    </a:cubicBezTo>
                    <a:cubicBezTo>
                      <a:pt x="27426" y="44656"/>
                      <a:pt x="28386" y="44058"/>
                      <a:pt x="29312" y="43349"/>
                    </a:cubicBezTo>
                    <a:cubicBezTo>
                      <a:pt x="30234" y="42639"/>
                      <a:pt x="31164" y="41818"/>
                      <a:pt x="32109" y="40847"/>
                    </a:cubicBezTo>
                    <a:lnTo>
                      <a:pt x="32109" y="31886"/>
                    </a:lnTo>
                    <a:cubicBezTo>
                      <a:pt x="28341" y="31886"/>
                      <a:pt x="25196" y="32110"/>
                      <a:pt x="22667" y="32596"/>
                    </a:cubicBezTo>
                    <a:cubicBezTo>
                      <a:pt x="20139" y="33081"/>
                      <a:pt x="18111" y="33678"/>
                      <a:pt x="16576" y="34425"/>
                    </a:cubicBezTo>
                    <a:cubicBezTo>
                      <a:pt x="15041" y="35134"/>
                      <a:pt x="13950" y="35993"/>
                      <a:pt x="13308" y="37001"/>
                    </a:cubicBezTo>
                    <a:cubicBezTo>
                      <a:pt x="12665" y="37972"/>
                      <a:pt x="12344" y="39055"/>
                      <a:pt x="12344" y="40212"/>
                    </a:cubicBezTo>
                    <a:cubicBezTo>
                      <a:pt x="12344" y="42490"/>
                      <a:pt x="13009" y="44096"/>
                      <a:pt x="14353" y="45104"/>
                    </a:cubicBezTo>
                    <a:cubicBezTo>
                      <a:pt x="15694" y="46075"/>
                      <a:pt x="17450"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260" name="Google Shape;2260;p90"/>
            <p:cNvSpPr/>
            <p:nvPr/>
          </p:nvSpPr>
          <p:spPr>
            <a:xfrm>
              <a:off x="3748402" y="4843658"/>
              <a:ext cx="232876" cy="258193"/>
            </a:xfrm>
            <a:custGeom>
              <a:avLst/>
              <a:gdLst/>
              <a:ahLst/>
              <a:cxnLst/>
              <a:rect l="l" t="t" r="r" b="b"/>
              <a:pathLst>
                <a:path w="232876" h="258193" extrusionOk="0">
                  <a:moveTo>
                    <a:pt x="116396" y="0"/>
                  </a:moveTo>
                  <a:cubicBezTo>
                    <a:pt x="58534" y="0"/>
                    <a:pt x="0" y="16862"/>
                    <a:pt x="0" y="49133"/>
                  </a:cubicBezTo>
                  <a:lnTo>
                    <a:pt x="0" y="209057"/>
                  </a:lnTo>
                  <a:cubicBezTo>
                    <a:pt x="0" y="241317"/>
                    <a:pt x="58616" y="258194"/>
                    <a:pt x="116396" y="258194"/>
                  </a:cubicBezTo>
                  <a:cubicBezTo>
                    <a:pt x="174179" y="258194"/>
                    <a:pt x="232877" y="241317"/>
                    <a:pt x="232877" y="209057"/>
                  </a:cubicBezTo>
                  <a:lnTo>
                    <a:pt x="232877" y="49133"/>
                  </a:lnTo>
                  <a:cubicBezTo>
                    <a:pt x="232877" y="16862"/>
                    <a:pt x="174261" y="0"/>
                    <a:pt x="116396" y="0"/>
                  </a:cubicBezTo>
                  <a:close/>
                  <a:moveTo>
                    <a:pt x="42302" y="202934"/>
                  </a:moveTo>
                  <a:cubicBezTo>
                    <a:pt x="42302" y="207004"/>
                    <a:pt x="38847" y="210327"/>
                    <a:pt x="34619" y="210327"/>
                  </a:cubicBezTo>
                  <a:lnTo>
                    <a:pt x="34526" y="210327"/>
                  </a:lnTo>
                  <a:cubicBezTo>
                    <a:pt x="30301" y="210327"/>
                    <a:pt x="26839" y="207004"/>
                    <a:pt x="26839" y="202934"/>
                  </a:cubicBezTo>
                  <a:lnTo>
                    <a:pt x="26839" y="124689"/>
                  </a:lnTo>
                  <a:cubicBezTo>
                    <a:pt x="26839" y="120619"/>
                    <a:pt x="30294" y="117285"/>
                    <a:pt x="34526" y="117285"/>
                  </a:cubicBezTo>
                  <a:lnTo>
                    <a:pt x="34619" y="117285"/>
                  </a:lnTo>
                  <a:cubicBezTo>
                    <a:pt x="38840" y="117285"/>
                    <a:pt x="42302" y="120616"/>
                    <a:pt x="42302" y="124689"/>
                  </a:cubicBezTo>
                  <a:lnTo>
                    <a:pt x="42302" y="202934"/>
                  </a:lnTo>
                  <a:close/>
                  <a:moveTo>
                    <a:pt x="65694" y="221117"/>
                  </a:moveTo>
                  <a:cubicBezTo>
                    <a:pt x="65694" y="225224"/>
                    <a:pt x="62213" y="228548"/>
                    <a:pt x="57962" y="228548"/>
                  </a:cubicBezTo>
                  <a:cubicBezTo>
                    <a:pt x="53716" y="228548"/>
                    <a:pt x="50235" y="225224"/>
                    <a:pt x="50235" y="221117"/>
                  </a:cubicBezTo>
                  <a:lnTo>
                    <a:pt x="50235" y="106495"/>
                  </a:lnTo>
                  <a:cubicBezTo>
                    <a:pt x="50235" y="102395"/>
                    <a:pt x="53716" y="99046"/>
                    <a:pt x="57962" y="99046"/>
                  </a:cubicBezTo>
                  <a:cubicBezTo>
                    <a:pt x="62213" y="99046"/>
                    <a:pt x="65694" y="102402"/>
                    <a:pt x="65694" y="106495"/>
                  </a:cubicBezTo>
                  <a:lnTo>
                    <a:pt x="65694" y="221117"/>
                  </a:lnTo>
                  <a:close/>
                  <a:moveTo>
                    <a:pt x="89082" y="202934"/>
                  </a:moveTo>
                  <a:cubicBezTo>
                    <a:pt x="89082" y="207004"/>
                    <a:pt x="85623" y="210327"/>
                    <a:pt x="81395" y="210327"/>
                  </a:cubicBezTo>
                  <a:lnTo>
                    <a:pt x="81302" y="210327"/>
                  </a:lnTo>
                  <a:cubicBezTo>
                    <a:pt x="77078" y="210327"/>
                    <a:pt x="73616" y="207004"/>
                    <a:pt x="73616" y="202934"/>
                  </a:cubicBezTo>
                  <a:lnTo>
                    <a:pt x="73616" y="124689"/>
                  </a:lnTo>
                  <a:cubicBezTo>
                    <a:pt x="73616" y="120619"/>
                    <a:pt x="77074" y="117285"/>
                    <a:pt x="81302" y="117285"/>
                  </a:cubicBezTo>
                  <a:lnTo>
                    <a:pt x="81395" y="117285"/>
                  </a:lnTo>
                  <a:cubicBezTo>
                    <a:pt x="85620" y="117285"/>
                    <a:pt x="89082" y="120616"/>
                    <a:pt x="89082" y="124689"/>
                  </a:cubicBezTo>
                  <a:lnTo>
                    <a:pt x="89082" y="202934"/>
                  </a:lnTo>
                  <a:close/>
                  <a:moveTo>
                    <a:pt x="112470" y="182361"/>
                  </a:moveTo>
                  <a:cubicBezTo>
                    <a:pt x="112470" y="186468"/>
                    <a:pt x="108989" y="189791"/>
                    <a:pt x="104739" y="189791"/>
                  </a:cubicBezTo>
                  <a:cubicBezTo>
                    <a:pt x="100492" y="189791"/>
                    <a:pt x="97011" y="186431"/>
                    <a:pt x="97011" y="182361"/>
                  </a:cubicBezTo>
                  <a:lnTo>
                    <a:pt x="97011" y="145262"/>
                  </a:lnTo>
                  <a:cubicBezTo>
                    <a:pt x="97011" y="141163"/>
                    <a:pt x="100492" y="137817"/>
                    <a:pt x="104739" y="137817"/>
                  </a:cubicBezTo>
                  <a:cubicBezTo>
                    <a:pt x="108989" y="137817"/>
                    <a:pt x="112470" y="141170"/>
                    <a:pt x="112470" y="145262"/>
                  </a:cubicBezTo>
                  <a:lnTo>
                    <a:pt x="112470" y="182361"/>
                  </a:lnTo>
                  <a:close/>
                  <a:moveTo>
                    <a:pt x="135858" y="191621"/>
                  </a:moveTo>
                  <a:cubicBezTo>
                    <a:pt x="135858" y="195728"/>
                    <a:pt x="132377" y="199088"/>
                    <a:pt x="128131" y="199088"/>
                  </a:cubicBezTo>
                  <a:cubicBezTo>
                    <a:pt x="123880" y="199088"/>
                    <a:pt x="120399" y="195728"/>
                    <a:pt x="120399" y="191621"/>
                  </a:cubicBezTo>
                  <a:lnTo>
                    <a:pt x="120399" y="135991"/>
                  </a:lnTo>
                  <a:cubicBezTo>
                    <a:pt x="120399" y="131895"/>
                    <a:pt x="123880" y="128546"/>
                    <a:pt x="128131" y="128546"/>
                  </a:cubicBezTo>
                  <a:cubicBezTo>
                    <a:pt x="132377" y="128546"/>
                    <a:pt x="135858" y="131899"/>
                    <a:pt x="135858" y="135991"/>
                  </a:cubicBezTo>
                  <a:lnTo>
                    <a:pt x="135858" y="191621"/>
                  </a:lnTo>
                  <a:close/>
                  <a:moveTo>
                    <a:pt x="159246" y="202934"/>
                  </a:moveTo>
                  <a:cubicBezTo>
                    <a:pt x="159246" y="207004"/>
                    <a:pt x="155792" y="210327"/>
                    <a:pt x="151564" y="210327"/>
                  </a:cubicBezTo>
                  <a:lnTo>
                    <a:pt x="151467" y="210327"/>
                  </a:lnTo>
                  <a:cubicBezTo>
                    <a:pt x="147246" y="210327"/>
                    <a:pt x="143784" y="207004"/>
                    <a:pt x="143784" y="202934"/>
                  </a:cubicBezTo>
                  <a:lnTo>
                    <a:pt x="143784" y="124697"/>
                  </a:lnTo>
                  <a:cubicBezTo>
                    <a:pt x="143784" y="120627"/>
                    <a:pt x="147239" y="117289"/>
                    <a:pt x="151467" y="117289"/>
                  </a:cubicBezTo>
                  <a:lnTo>
                    <a:pt x="151564" y="117289"/>
                  </a:lnTo>
                  <a:cubicBezTo>
                    <a:pt x="155784" y="117289"/>
                    <a:pt x="159246" y="120619"/>
                    <a:pt x="159246" y="124697"/>
                  </a:cubicBezTo>
                  <a:lnTo>
                    <a:pt x="159246" y="202934"/>
                  </a:lnTo>
                  <a:close/>
                  <a:moveTo>
                    <a:pt x="182635" y="221117"/>
                  </a:moveTo>
                  <a:cubicBezTo>
                    <a:pt x="182635" y="225224"/>
                    <a:pt x="179154" y="228585"/>
                    <a:pt x="174907" y="228585"/>
                  </a:cubicBezTo>
                  <a:cubicBezTo>
                    <a:pt x="170660" y="228585"/>
                    <a:pt x="167179" y="225224"/>
                    <a:pt x="167179" y="221117"/>
                  </a:cubicBezTo>
                  <a:lnTo>
                    <a:pt x="167179" y="106502"/>
                  </a:lnTo>
                  <a:cubicBezTo>
                    <a:pt x="167179" y="102402"/>
                    <a:pt x="170660" y="99053"/>
                    <a:pt x="174907" y="99053"/>
                  </a:cubicBezTo>
                  <a:cubicBezTo>
                    <a:pt x="179154" y="99053"/>
                    <a:pt x="182635" y="102406"/>
                    <a:pt x="182635" y="106502"/>
                  </a:cubicBezTo>
                  <a:lnTo>
                    <a:pt x="182635" y="221117"/>
                  </a:lnTo>
                  <a:close/>
                  <a:moveTo>
                    <a:pt x="206026" y="202934"/>
                  </a:moveTo>
                  <a:cubicBezTo>
                    <a:pt x="206026" y="207004"/>
                    <a:pt x="202568" y="210327"/>
                    <a:pt x="198340" y="210327"/>
                  </a:cubicBezTo>
                  <a:lnTo>
                    <a:pt x="198247" y="210327"/>
                  </a:lnTo>
                  <a:cubicBezTo>
                    <a:pt x="194022" y="210327"/>
                    <a:pt x="190560" y="207004"/>
                    <a:pt x="190560" y="202934"/>
                  </a:cubicBezTo>
                  <a:lnTo>
                    <a:pt x="190560" y="124697"/>
                  </a:lnTo>
                  <a:cubicBezTo>
                    <a:pt x="190560" y="120627"/>
                    <a:pt x="194015" y="117289"/>
                    <a:pt x="198247" y="117289"/>
                  </a:cubicBezTo>
                  <a:lnTo>
                    <a:pt x="198340" y="117289"/>
                  </a:lnTo>
                  <a:cubicBezTo>
                    <a:pt x="202560" y="117289"/>
                    <a:pt x="206026" y="120619"/>
                    <a:pt x="206026" y="124697"/>
                  </a:cubicBezTo>
                  <a:lnTo>
                    <a:pt x="206026" y="202934"/>
                  </a:lnTo>
                  <a:close/>
                  <a:moveTo>
                    <a:pt x="116384" y="78596"/>
                  </a:moveTo>
                  <a:cubicBezTo>
                    <a:pt x="57768" y="78596"/>
                    <a:pt x="20423" y="61170"/>
                    <a:pt x="20423" y="49144"/>
                  </a:cubicBezTo>
                  <a:cubicBezTo>
                    <a:pt x="20423" y="37121"/>
                    <a:pt x="57858" y="19696"/>
                    <a:pt x="116384" y="19696"/>
                  </a:cubicBezTo>
                  <a:cubicBezTo>
                    <a:pt x="174914" y="19696"/>
                    <a:pt x="212436" y="37121"/>
                    <a:pt x="212436" y="49144"/>
                  </a:cubicBezTo>
                  <a:cubicBezTo>
                    <a:pt x="212436" y="61170"/>
                    <a:pt x="175000" y="78596"/>
                    <a:pt x="116384" y="78596"/>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261" name="Google Shape;2261;p90"/>
          <p:cNvGrpSpPr/>
          <p:nvPr/>
        </p:nvGrpSpPr>
        <p:grpSpPr>
          <a:xfrm>
            <a:off x="6040449" y="3977219"/>
            <a:ext cx="278720" cy="165181"/>
            <a:chOff x="6520527" y="5207144"/>
            <a:chExt cx="340401" cy="201735"/>
          </a:xfrm>
        </p:grpSpPr>
        <p:sp>
          <p:nvSpPr>
            <p:cNvPr id="2262" name="Google Shape;2262;p90"/>
            <p:cNvSpPr/>
            <p:nvPr/>
          </p:nvSpPr>
          <p:spPr>
            <a:xfrm>
              <a:off x="6520527" y="5209235"/>
              <a:ext cx="14118" cy="75608"/>
            </a:xfrm>
            <a:custGeom>
              <a:avLst/>
              <a:gdLst/>
              <a:ahLst/>
              <a:cxnLst/>
              <a:rect l="l" t="t" r="r" b="b"/>
              <a:pathLst>
                <a:path w="14118" h="75608" extrusionOk="0">
                  <a:moveTo>
                    <a:pt x="14118" y="75609"/>
                  </a:moveTo>
                  <a:lnTo>
                    <a:pt x="0" y="75609"/>
                  </a:lnTo>
                  <a:lnTo>
                    <a:pt x="0" y="0"/>
                  </a:lnTo>
                  <a:lnTo>
                    <a:pt x="14118" y="0"/>
                  </a:lnTo>
                  <a:lnTo>
                    <a:pt x="14118" y="7560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63" name="Google Shape;2263;p90"/>
            <p:cNvSpPr/>
            <p:nvPr/>
          </p:nvSpPr>
          <p:spPr>
            <a:xfrm>
              <a:off x="6547306" y="5230368"/>
              <a:ext cx="45230" cy="55259"/>
            </a:xfrm>
            <a:custGeom>
              <a:avLst/>
              <a:gdLst/>
              <a:ahLst/>
              <a:cxnLst/>
              <a:rect l="l" t="t" r="r" b="b"/>
              <a:pathLst>
                <a:path w="45230" h="55259" extrusionOk="0">
                  <a:moveTo>
                    <a:pt x="41309" y="12172"/>
                  </a:moveTo>
                  <a:cubicBezTo>
                    <a:pt x="40935" y="12658"/>
                    <a:pt x="40561" y="13068"/>
                    <a:pt x="40188" y="13330"/>
                  </a:cubicBezTo>
                  <a:cubicBezTo>
                    <a:pt x="39815" y="13591"/>
                    <a:pt x="39292" y="13740"/>
                    <a:pt x="38582" y="13740"/>
                  </a:cubicBezTo>
                  <a:cubicBezTo>
                    <a:pt x="37947" y="13740"/>
                    <a:pt x="37312" y="13554"/>
                    <a:pt x="36677" y="13143"/>
                  </a:cubicBezTo>
                  <a:cubicBezTo>
                    <a:pt x="36042" y="12732"/>
                    <a:pt x="35295" y="12284"/>
                    <a:pt x="34399" y="11799"/>
                  </a:cubicBezTo>
                  <a:cubicBezTo>
                    <a:pt x="33540" y="11276"/>
                    <a:pt x="32494" y="10828"/>
                    <a:pt x="31299" y="10417"/>
                  </a:cubicBezTo>
                  <a:cubicBezTo>
                    <a:pt x="30104" y="10044"/>
                    <a:pt x="28610" y="9820"/>
                    <a:pt x="26854" y="9820"/>
                  </a:cubicBezTo>
                  <a:cubicBezTo>
                    <a:pt x="24576" y="9820"/>
                    <a:pt x="22597" y="10230"/>
                    <a:pt x="20878" y="11052"/>
                  </a:cubicBezTo>
                  <a:cubicBezTo>
                    <a:pt x="19160" y="11874"/>
                    <a:pt x="17741" y="13068"/>
                    <a:pt x="16620" y="14599"/>
                  </a:cubicBezTo>
                  <a:cubicBezTo>
                    <a:pt x="15463" y="16130"/>
                    <a:pt x="14641" y="17960"/>
                    <a:pt x="14081" y="20162"/>
                  </a:cubicBezTo>
                  <a:cubicBezTo>
                    <a:pt x="13520" y="22328"/>
                    <a:pt x="13222" y="24792"/>
                    <a:pt x="13222" y="27555"/>
                  </a:cubicBezTo>
                  <a:cubicBezTo>
                    <a:pt x="13222" y="30393"/>
                    <a:pt x="13558" y="32932"/>
                    <a:pt x="14156" y="35172"/>
                  </a:cubicBezTo>
                  <a:cubicBezTo>
                    <a:pt x="14753" y="37412"/>
                    <a:pt x="15650" y="39279"/>
                    <a:pt x="16807" y="40810"/>
                  </a:cubicBezTo>
                  <a:cubicBezTo>
                    <a:pt x="17928" y="42304"/>
                    <a:pt x="19347" y="43461"/>
                    <a:pt x="20990" y="44245"/>
                  </a:cubicBezTo>
                  <a:cubicBezTo>
                    <a:pt x="22634" y="45029"/>
                    <a:pt x="24464" y="45440"/>
                    <a:pt x="26518" y="45440"/>
                  </a:cubicBezTo>
                  <a:cubicBezTo>
                    <a:pt x="28572" y="45440"/>
                    <a:pt x="30253" y="45178"/>
                    <a:pt x="31523" y="44656"/>
                  </a:cubicBezTo>
                  <a:cubicBezTo>
                    <a:pt x="32793" y="44171"/>
                    <a:pt x="33876" y="43611"/>
                    <a:pt x="34735" y="42976"/>
                  </a:cubicBezTo>
                  <a:cubicBezTo>
                    <a:pt x="35594" y="42378"/>
                    <a:pt x="36378" y="41818"/>
                    <a:pt x="37013" y="41333"/>
                  </a:cubicBezTo>
                  <a:cubicBezTo>
                    <a:pt x="37648" y="40810"/>
                    <a:pt x="38358" y="40549"/>
                    <a:pt x="39179" y="40549"/>
                  </a:cubicBezTo>
                  <a:cubicBezTo>
                    <a:pt x="40225" y="40549"/>
                    <a:pt x="41010" y="40959"/>
                    <a:pt x="41532" y="41781"/>
                  </a:cubicBezTo>
                  <a:lnTo>
                    <a:pt x="45230" y="46486"/>
                  </a:lnTo>
                  <a:cubicBezTo>
                    <a:pt x="43811" y="48128"/>
                    <a:pt x="42280" y="49547"/>
                    <a:pt x="40599" y="50667"/>
                  </a:cubicBezTo>
                  <a:cubicBezTo>
                    <a:pt x="38918" y="51825"/>
                    <a:pt x="37162" y="52721"/>
                    <a:pt x="35370" y="53393"/>
                  </a:cubicBezTo>
                  <a:cubicBezTo>
                    <a:pt x="33577" y="54065"/>
                    <a:pt x="31747" y="54550"/>
                    <a:pt x="29805" y="54849"/>
                  </a:cubicBezTo>
                  <a:cubicBezTo>
                    <a:pt x="27900" y="55110"/>
                    <a:pt x="25995" y="55260"/>
                    <a:pt x="24128" y="55260"/>
                  </a:cubicBezTo>
                  <a:cubicBezTo>
                    <a:pt x="20804" y="55260"/>
                    <a:pt x="17704" y="54625"/>
                    <a:pt x="14753" y="53393"/>
                  </a:cubicBezTo>
                  <a:cubicBezTo>
                    <a:pt x="11840" y="52161"/>
                    <a:pt x="9263" y="50368"/>
                    <a:pt x="7096" y="47979"/>
                  </a:cubicBezTo>
                  <a:cubicBezTo>
                    <a:pt x="4930" y="45627"/>
                    <a:pt x="3175" y="42715"/>
                    <a:pt x="1905" y="39279"/>
                  </a:cubicBezTo>
                  <a:cubicBezTo>
                    <a:pt x="635" y="35844"/>
                    <a:pt x="0" y="31924"/>
                    <a:pt x="0" y="27555"/>
                  </a:cubicBezTo>
                  <a:cubicBezTo>
                    <a:pt x="0" y="23598"/>
                    <a:pt x="560" y="19976"/>
                    <a:pt x="1718" y="16616"/>
                  </a:cubicBezTo>
                  <a:cubicBezTo>
                    <a:pt x="2839" y="13255"/>
                    <a:pt x="4519" y="10305"/>
                    <a:pt x="6686" y="7878"/>
                  </a:cubicBezTo>
                  <a:cubicBezTo>
                    <a:pt x="8889" y="5414"/>
                    <a:pt x="11616" y="3473"/>
                    <a:pt x="14865" y="2091"/>
                  </a:cubicBezTo>
                  <a:cubicBezTo>
                    <a:pt x="18114" y="710"/>
                    <a:pt x="21849" y="0"/>
                    <a:pt x="26032" y="0"/>
                  </a:cubicBezTo>
                  <a:cubicBezTo>
                    <a:pt x="30066" y="0"/>
                    <a:pt x="33577" y="635"/>
                    <a:pt x="36603" y="1942"/>
                  </a:cubicBezTo>
                  <a:cubicBezTo>
                    <a:pt x="39590" y="3211"/>
                    <a:pt x="42317" y="5078"/>
                    <a:pt x="44707" y="7468"/>
                  </a:cubicBezTo>
                  <a:lnTo>
                    <a:pt x="41309" y="12172"/>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64" name="Google Shape;2264;p90"/>
            <p:cNvSpPr/>
            <p:nvPr/>
          </p:nvSpPr>
          <p:spPr>
            <a:xfrm>
              <a:off x="6597205" y="5230368"/>
              <a:ext cx="49002" cy="55259"/>
            </a:xfrm>
            <a:custGeom>
              <a:avLst/>
              <a:gdLst/>
              <a:ahLst/>
              <a:cxnLst/>
              <a:rect l="l" t="t" r="r" b="b"/>
              <a:pathLst>
                <a:path w="49002" h="55259" extrusionOk="0">
                  <a:moveTo>
                    <a:pt x="25771" y="0"/>
                  </a:moveTo>
                  <a:cubicBezTo>
                    <a:pt x="29170" y="0"/>
                    <a:pt x="32270" y="523"/>
                    <a:pt x="35108" y="1606"/>
                  </a:cubicBezTo>
                  <a:cubicBezTo>
                    <a:pt x="37947" y="2688"/>
                    <a:pt x="40412" y="4294"/>
                    <a:pt x="42466" y="6348"/>
                  </a:cubicBezTo>
                  <a:cubicBezTo>
                    <a:pt x="44521" y="8438"/>
                    <a:pt x="46126" y="10978"/>
                    <a:pt x="47247" y="14002"/>
                  </a:cubicBezTo>
                  <a:cubicBezTo>
                    <a:pt x="48405" y="16989"/>
                    <a:pt x="49002" y="20424"/>
                    <a:pt x="49002" y="24307"/>
                  </a:cubicBezTo>
                  <a:cubicBezTo>
                    <a:pt x="49002" y="25278"/>
                    <a:pt x="48928" y="26099"/>
                    <a:pt x="48853" y="26734"/>
                  </a:cubicBezTo>
                  <a:cubicBezTo>
                    <a:pt x="48778" y="27369"/>
                    <a:pt x="48629" y="27891"/>
                    <a:pt x="48405" y="28265"/>
                  </a:cubicBezTo>
                  <a:cubicBezTo>
                    <a:pt x="48143" y="28638"/>
                    <a:pt x="47845" y="28862"/>
                    <a:pt x="47471" y="29049"/>
                  </a:cubicBezTo>
                  <a:cubicBezTo>
                    <a:pt x="47097" y="29198"/>
                    <a:pt x="46612" y="29273"/>
                    <a:pt x="46015" y="29273"/>
                  </a:cubicBezTo>
                  <a:lnTo>
                    <a:pt x="12848" y="29273"/>
                  </a:lnTo>
                  <a:cubicBezTo>
                    <a:pt x="13259" y="34762"/>
                    <a:pt x="14716" y="38831"/>
                    <a:pt x="17293" y="41407"/>
                  </a:cubicBezTo>
                  <a:cubicBezTo>
                    <a:pt x="19870" y="43984"/>
                    <a:pt x="23306" y="45253"/>
                    <a:pt x="27564" y="45253"/>
                  </a:cubicBezTo>
                  <a:cubicBezTo>
                    <a:pt x="29656" y="45253"/>
                    <a:pt x="31448" y="45029"/>
                    <a:pt x="32980" y="44544"/>
                  </a:cubicBezTo>
                  <a:cubicBezTo>
                    <a:pt x="34473" y="44059"/>
                    <a:pt x="35818" y="43498"/>
                    <a:pt x="36939" y="42901"/>
                  </a:cubicBezTo>
                  <a:cubicBezTo>
                    <a:pt x="38059" y="42341"/>
                    <a:pt x="39068" y="41781"/>
                    <a:pt x="39927" y="41296"/>
                  </a:cubicBezTo>
                  <a:cubicBezTo>
                    <a:pt x="40786" y="40810"/>
                    <a:pt x="41607" y="40549"/>
                    <a:pt x="42391" y="40549"/>
                  </a:cubicBezTo>
                  <a:cubicBezTo>
                    <a:pt x="42914" y="40549"/>
                    <a:pt x="43363" y="40661"/>
                    <a:pt x="43773" y="40885"/>
                  </a:cubicBezTo>
                  <a:cubicBezTo>
                    <a:pt x="44147" y="41071"/>
                    <a:pt x="44483" y="41370"/>
                    <a:pt x="44744" y="41781"/>
                  </a:cubicBezTo>
                  <a:lnTo>
                    <a:pt x="48517" y="46486"/>
                  </a:lnTo>
                  <a:cubicBezTo>
                    <a:pt x="47097" y="48128"/>
                    <a:pt x="45492" y="49547"/>
                    <a:pt x="43699" y="50667"/>
                  </a:cubicBezTo>
                  <a:cubicBezTo>
                    <a:pt x="41943" y="51825"/>
                    <a:pt x="40076" y="52721"/>
                    <a:pt x="38134" y="53393"/>
                  </a:cubicBezTo>
                  <a:cubicBezTo>
                    <a:pt x="36192" y="54065"/>
                    <a:pt x="34250" y="54550"/>
                    <a:pt x="32233" y="54849"/>
                  </a:cubicBezTo>
                  <a:cubicBezTo>
                    <a:pt x="30215" y="55110"/>
                    <a:pt x="28274" y="55260"/>
                    <a:pt x="26406" y="55260"/>
                  </a:cubicBezTo>
                  <a:cubicBezTo>
                    <a:pt x="22671" y="55260"/>
                    <a:pt x="19198" y="54625"/>
                    <a:pt x="15986" y="53393"/>
                  </a:cubicBezTo>
                  <a:cubicBezTo>
                    <a:pt x="12774" y="52161"/>
                    <a:pt x="10010" y="50331"/>
                    <a:pt x="7619" y="47905"/>
                  </a:cubicBezTo>
                  <a:cubicBezTo>
                    <a:pt x="5266" y="45477"/>
                    <a:pt x="3399" y="42490"/>
                    <a:pt x="2017" y="38906"/>
                  </a:cubicBezTo>
                  <a:cubicBezTo>
                    <a:pt x="672" y="35359"/>
                    <a:pt x="0" y="31214"/>
                    <a:pt x="0" y="26510"/>
                  </a:cubicBezTo>
                  <a:cubicBezTo>
                    <a:pt x="0" y="22851"/>
                    <a:pt x="598" y="19416"/>
                    <a:pt x="1755" y="16168"/>
                  </a:cubicBezTo>
                  <a:cubicBezTo>
                    <a:pt x="2951" y="12956"/>
                    <a:pt x="4669" y="10156"/>
                    <a:pt x="6872" y="7767"/>
                  </a:cubicBezTo>
                  <a:cubicBezTo>
                    <a:pt x="9076" y="5377"/>
                    <a:pt x="11803" y="3473"/>
                    <a:pt x="14977" y="2091"/>
                  </a:cubicBezTo>
                  <a:cubicBezTo>
                    <a:pt x="18152" y="710"/>
                    <a:pt x="21775" y="0"/>
                    <a:pt x="25771" y="0"/>
                  </a:cubicBezTo>
                  <a:close/>
                  <a:moveTo>
                    <a:pt x="26032" y="9260"/>
                  </a:moveTo>
                  <a:cubicBezTo>
                    <a:pt x="22261" y="9260"/>
                    <a:pt x="19310" y="10305"/>
                    <a:pt x="17181" y="12434"/>
                  </a:cubicBezTo>
                  <a:cubicBezTo>
                    <a:pt x="15089" y="14562"/>
                    <a:pt x="13707" y="17586"/>
                    <a:pt x="13110" y="21469"/>
                  </a:cubicBezTo>
                  <a:lnTo>
                    <a:pt x="37387" y="21469"/>
                  </a:lnTo>
                  <a:cubicBezTo>
                    <a:pt x="37387" y="19827"/>
                    <a:pt x="37163" y="18221"/>
                    <a:pt x="36715" y="16765"/>
                  </a:cubicBezTo>
                  <a:cubicBezTo>
                    <a:pt x="36267" y="15271"/>
                    <a:pt x="35557" y="13964"/>
                    <a:pt x="34623" y="12844"/>
                  </a:cubicBezTo>
                  <a:cubicBezTo>
                    <a:pt x="33652" y="11761"/>
                    <a:pt x="32494" y="10865"/>
                    <a:pt x="31038" y="10230"/>
                  </a:cubicBezTo>
                  <a:cubicBezTo>
                    <a:pt x="29618" y="9559"/>
                    <a:pt x="27937" y="9260"/>
                    <a:pt x="26032"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65" name="Google Shape;2265;p90"/>
            <p:cNvSpPr/>
            <p:nvPr/>
          </p:nvSpPr>
          <p:spPr>
            <a:xfrm>
              <a:off x="6656852" y="5207144"/>
              <a:ext cx="49376" cy="78483"/>
            </a:xfrm>
            <a:custGeom>
              <a:avLst/>
              <a:gdLst/>
              <a:ahLst/>
              <a:cxnLst/>
              <a:rect l="l" t="t" r="r" b="b"/>
              <a:pathLst>
                <a:path w="49376" h="78483" extrusionOk="0">
                  <a:moveTo>
                    <a:pt x="0" y="77699"/>
                  </a:moveTo>
                  <a:lnTo>
                    <a:pt x="0" y="0"/>
                  </a:lnTo>
                  <a:lnTo>
                    <a:pt x="12923" y="0"/>
                  </a:lnTo>
                  <a:lnTo>
                    <a:pt x="12923" y="30654"/>
                  </a:lnTo>
                  <a:cubicBezTo>
                    <a:pt x="15052" y="28377"/>
                    <a:pt x="17442" y="26584"/>
                    <a:pt x="20131" y="25240"/>
                  </a:cubicBezTo>
                  <a:cubicBezTo>
                    <a:pt x="22821" y="23896"/>
                    <a:pt x="25958" y="23224"/>
                    <a:pt x="29543" y="23224"/>
                  </a:cubicBezTo>
                  <a:cubicBezTo>
                    <a:pt x="32494" y="23224"/>
                    <a:pt x="35146" y="23821"/>
                    <a:pt x="37574" y="25016"/>
                  </a:cubicBezTo>
                  <a:cubicBezTo>
                    <a:pt x="40001" y="26211"/>
                    <a:pt x="42093" y="27966"/>
                    <a:pt x="43849" y="30281"/>
                  </a:cubicBezTo>
                  <a:cubicBezTo>
                    <a:pt x="45604" y="32596"/>
                    <a:pt x="46986" y="35433"/>
                    <a:pt x="47920" y="38794"/>
                  </a:cubicBezTo>
                  <a:cubicBezTo>
                    <a:pt x="48891" y="42192"/>
                    <a:pt x="49376" y="46075"/>
                    <a:pt x="49376" y="50443"/>
                  </a:cubicBezTo>
                  <a:cubicBezTo>
                    <a:pt x="49376" y="54476"/>
                    <a:pt x="48816" y="58172"/>
                    <a:pt x="47733" y="61607"/>
                  </a:cubicBezTo>
                  <a:cubicBezTo>
                    <a:pt x="46650" y="65005"/>
                    <a:pt x="45118" y="67954"/>
                    <a:pt x="43101" y="70494"/>
                  </a:cubicBezTo>
                  <a:cubicBezTo>
                    <a:pt x="41122" y="72995"/>
                    <a:pt x="38694" y="74937"/>
                    <a:pt x="35856" y="76355"/>
                  </a:cubicBezTo>
                  <a:cubicBezTo>
                    <a:pt x="33017" y="77774"/>
                    <a:pt x="29843" y="78484"/>
                    <a:pt x="26294" y="78484"/>
                  </a:cubicBezTo>
                  <a:cubicBezTo>
                    <a:pt x="24688" y="78484"/>
                    <a:pt x="23157" y="78297"/>
                    <a:pt x="21812" y="77998"/>
                  </a:cubicBezTo>
                  <a:cubicBezTo>
                    <a:pt x="20468" y="77663"/>
                    <a:pt x="19198" y="77177"/>
                    <a:pt x="18115" y="76580"/>
                  </a:cubicBezTo>
                  <a:cubicBezTo>
                    <a:pt x="16994" y="75982"/>
                    <a:pt x="15948" y="75273"/>
                    <a:pt x="14977" y="74414"/>
                  </a:cubicBezTo>
                  <a:cubicBezTo>
                    <a:pt x="14043" y="73555"/>
                    <a:pt x="13110" y="72622"/>
                    <a:pt x="12251" y="71576"/>
                  </a:cubicBezTo>
                  <a:lnTo>
                    <a:pt x="11653" y="75198"/>
                  </a:lnTo>
                  <a:cubicBezTo>
                    <a:pt x="11467" y="76094"/>
                    <a:pt x="11093" y="76729"/>
                    <a:pt x="10608" y="77102"/>
                  </a:cubicBezTo>
                  <a:cubicBezTo>
                    <a:pt x="10085" y="77513"/>
                    <a:pt x="9412" y="77699"/>
                    <a:pt x="8516" y="77699"/>
                  </a:cubicBezTo>
                  <a:lnTo>
                    <a:pt x="0" y="77699"/>
                  </a:lnTo>
                  <a:close/>
                  <a:moveTo>
                    <a:pt x="25099" y="33268"/>
                  </a:moveTo>
                  <a:cubicBezTo>
                    <a:pt x="22410" y="33268"/>
                    <a:pt x="20131" y="33828"/>
                    <a:pt x="18227" y="34948"/>
                  </a:cubicBezTo>
                  <a:cubicBezTo>
                    <a:pt x="16322" y="36106"/>
                    <a:pt x="14566" y="37674"/>
                    <a:pt x="12923" y="39727"/>
                  </a:cubicBezTo>
                  <a:lnTo>
                    <a:pt x="12923" y="63773"/>
                  </a:lnTo>
                  <a:cubicBezTo>
                    <a:pt x="14380" y="65602"/>
                    <a:pt x="15986" y="66872"/>
                    <a:pt x="17704" y="67581"/>
                  </a:cubicBezTo>
                  <a:cubicBezTo>
                    <a:pt x="19422" y="68291"/>
                    <a:pt x="21289" y="68664"/>
                    <a:pt x="23343" y="68664"/>
                  </a:cubicBezTo>
                  <a:cubicBezTo>
                    <a:pt x="25286" y="68664"/>
                    <a:pt x="27041" y="68291"/>
                    <a:pt x="28610" y="67544"/>
                  </a:cubicBezTo>
                  <a:cubicBezTo>
                    <a:pt x="30179" y="66835"/>
                    <a:pt x="31523" y="65714"/>
                    <a:pt x="32606" y="64221"/>
                  </a:cubicBezTo>
                  <a:cubicBezTo>
                    <a:pt x="33727" y="62690"/>
                    <a:pt x="34548" y="60823"/>
                    <a:pt x="35146" y="58546"/>
                  </a:cubicBezTo>
                  <a:cubicBezTo>
                    <a:pt x="35744" y="56268"/>
                    <a:pt x="36042" y="53579"/>
                    <a:pt x="36042" y="50443"/>
                  </a:cubicBezTo>
                  <a:cubicBezTo>
                    <a:pt x="36042" y="47307"/>
                    <a:pt x="35781" y="44656"/>
                    <a:pt x="35295" y="42490"/>
                  </a:cubicBezTo>
                  <a:cubicBezTo>
                    <a:pt x="34772" y="40325"/>
                    <a:pt x="34063" y="38532"/>
                    <a:pt x="33092" y="37188"/>
                  </a:cubicBezTo>
                  <a:cubicBezTo>
                    <a:pt x="32158" y="35807"/>
                    <a:pt x="31038" y="34836"/>
                    <a:pt x="29693" y="34201"/>
                  </a:cubicBezTo>
                  <a:cubicBezTo>
                    <a:pt x="28348" y="33567"/>
                    <a:pt x="26817" y="33268"/>
                    <a:pt x="25099" y="3326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66" name="Google Shape;2266;p90"/>
            <p:cNvSpPr/>
            <p:nvPr/>
          </p:nvSpPr>
          <p:spPr>
            <a:xfrm>
              <a:off x="6712689" y="5230368"/>
              <a:ext cx="49002" cy="55259"/>
            </a:xfrm>
            <a:custGeom>
              <a:avLst/>
              <a:gdLst/>
              <a:ahLst/>
              <a:cxnLst/>
              <a:rect l="l" t="t" r="r" b="b"/>
              <a:pathLst>
                <a:path w="49002" h="55259" extrusionOk="0">
                  <a:moveTo>
                    <a:pt x="25809" y="0"/>
                  </a:moveTo>
                  <a:cubicBezTo>
                    <a:pt x="29170" y="0"/>
                    <a:pt x="32270" y="523"/>
                    <a:pt x="35146" y="1606"/>
                  </a:cubicBezTo>
                  <a:cubicBezTo>
                    <a:pt x="37984" y="2688"/>
                    <a:pt x="40412" y="4294"/>
                    <a:pt x="42466" y="6348"/>
                  </a:cubicBezTo>
                  <a:cubicBezTo>
                    <a:pt x="44520" y="8438"/>
                    <a:pt x="46126" y="10978"/>
                    <a:pt x="47284" y="14002"/>
                  </a:cubicBezTo>
                  <a:cubicBezTo>
                    <a:pt x="48442" y="16989"/>
                    <a:pt x="49002" y="20424"/>
                    <a:pt x="49002" y="24307"/>
                  </a:cubicBezTo>
                  <a:cubicBezTo>
                    <a:pt x="49002" y="25278"/>
                    <a:pt x="48965" y="26099"/>
                    <a:pt x="48890" y="26734"/>
                  </a:cubicBezTo>
                  <a:cubicBezTo>
                    <a:pt x="48778" y="27369"/>
                    <a:pt x="48629" y="27891"/>
                    <a:pt x="48405" y="28265"/>
                  </a:cubicBezTo>
                  <a:cubicBezTo>
                    <a:pt x="48181" y="28638"/>
                    <a:pt x="47882" y="28862"/>
                    <a:pt x="47508" y="29049"/>
                  </a:cubicBezTo>
                  <a:cubicBezTo>
                    <a:pt x="47097" y="29198"/>
                    <a:pt x="46612" y="29273"/>
                    <a:pt x="46014" y="29273"/>
                  </a:cubicBezTo>
                  <a:lnTo>
                    <a:pt x="12885" y="29273"/>
                  </a:lnTo>
                  <a:cubicBezTo>
                    <a:pt x="13259" y="34762"/>
                    <a:pt x="14753" y="38831"/>
                    <a:pt x="17330" y="41407"/>
                  </a:cubicBezTo>
                  <a:cubicBezTo>
                    <a:pt x="19907" y="43984"/>
                    <a:pt x="23306" y="45253"/>
                    <a:pt x="27564" y="45253"/>
                  </a:cubicBezTo>
                  <a:cubicBezTo>
                    <a:pt x="29655" y="45253"/>
                    <a:pt x="31448" y="45029"/>
                    <a:pt x="32979" y="44544"/>
                  </a:cubicBezTo>
                  <a:cubicBezTo>
                    <a:pt x="34511" y="44059"/>
                    <a:pt x="35818" y="43498"/>
                    <a:pt x="36976" y="42901"/>
                  </a:cubicBezTo>
                  <a:cubicBezTo>
                    <a:pt x="38096" y="42341"/>
                    <a:pt x="39067" y="41781"/>
                    <a:pt x="39926" y="41296"/>
                  </a:cubicBezTo>
                  <a:cubicBezTo>
                    <a:pt x="40785" y="40810"/>
                    <a:pt x="41607" y="40549"/>
                    <a:pt x="42429" y="40549"/>
                  </a:cubicBezTo>
                  <a:cubicBezTo>
                    <a:pt x="42952" y="40549"/>
                    <a:pt x="43400" y="40661"/>
                    <a:pt x="43773" y="40885"/>
                  </a:cubicBezTo>
                  <a:cubicBezTo>
                    <a:pt x="44147" y="41071"/>
                    <a:pt x="44483" y="41370"/>
                    <a:pt x="44782" y="41781"/>
                  </a:cubicBezTo>
                  <a:lnTo>
                    <a:pt x="48554" y="46486"/>
                  </a:lnTo>
                  <a:cubicBezTo>
                    <a:pt x="47097" y="48128"/>
                    <a:pt x="45491" y="49547"/>
                    <a:pt x="43736" y="50667"/>
                  </a:cubicBezTo>
                  <a:cubicBezTo>
                    <a:pt x="41943" y="51825"/>
                    <a:pt x="40113" y="52721"/>
                    <a:pt x="38171" y="53393"/>
                  </a:cubicBezTo>
                  <a:cubicBezTo>
                    <a:pt x="36229" y="54065"/>
                    <a:pt x="34249" y="54550"/>
                    <a:pt x="32233" y="54849"/>
                  </a:cubicBezTo>
                  <a:cubicBezTo>
                    <a:pt x="30253" y="55110"/>
                    <a:pt x="28311" y="55260"/>
                    <a:pt x="26406" y="55260"/>
                  </a:cubicBezTo>
                  <a:cubicBezTo>
                    <a:pt x="22708" y="55260"/>
                    <a:pt x="19235" y="54625"/>
                    <a:pt x="16023" y="53393"/>
                  </a:cubicBezTo>
                  <a:cubicBezTo>
                    <a:pt x="12811" y="52161"/>
                    <a:pt x="10009" y="50331"/>
                    <a:pt x="7656" y="47905"/>
                  </a:cubicBezTo>
                  <a:cubicBezTo>
                    <a:pt x="5266" y="45477"/>
                    <a:pt x="3399" y="42490"/>
                    <a:pt x="2054" y="38906"/>
                  </a:cubicBezTo>
                  <a:cubicBezTo>
                    <a:pt x="709" y="35359"/>
                    <a:pt x="0" y="31214"/>
                    <a:pt x="0" y="26510"/>
                  </a:cubicBezTo>
                  <a:cubicBezTo>
                    <a:pt x="0" y="22851"/>
                    <a:pt x="598" y="19416"/>
                    <a:pt x="1793" y="16168"/>
                  </a:cubicBezTo>
                  <a:cubicBezTo>
                    <a:pt x="2988" y="12956"/>
                    <a:pt x="4669" y="10156"/>
                    <a:pt x="6872" y="7767"/>
                  </a:cubicBezTo>
                  <a:cubicBezTo>
                    <a:pt x="9113" y="5377"/>
                    <a:pt x="11803" y="3473"/>
                    <a:pt x="14977" y="2091"/>
                  </a:cubicBezTo>
                  <a:cubicBezTo>
                    <a:pt x="18189" y="710"/>
                    <a:pt x="21775" y="0"/>
                    <a:pt x="25809" y="0"/>
                  </a:cubicBezTo>
                  <a:close/>
                  <a:moveTo>
                    <a:pt x="26070" y="9260"/>
                  </a:moveTo>
                  <a:cubicBezTo>
                    <a:pt x="22297" y="9260"/>
                    <a:pt x="19347" y="10305"/>
                    <a:pt x="17218" y="12434"/>
                  </a:cubicBezTo>
                  <a:cubicBezTo>
                    <a:pt x="15089" y="14562"/>
                    <a:pt x="13744" y="17586"/>
                    <a:pt x="13147" y="21469"/>
                  </a:cubicBezTo>
                  <a:lnTo>
                    <a:pt x="37387" y="21469"/>
                  </a:lnTo>
                  <a:cubicBezTo>
                    <a:pt x="37387" y="19827"/>
                    <a:pt x="37162" y="18221"/>
                    <a:pt x="36714" y="16765"/>
                  </a:cubicBezTo>
                  <a:cubicBezTo>
                    <a:pt x="36266" y="15271"/>
                    <a:pt x="35557" y="13964"/>
                    <a:pt x="34623" y="12844"/>
                  </a:cubicBezTo>
                  <a:cubicBezTo>
                    <a:pt x="33689" y="11761"/>
                    <a:pt x="32494" y="10865"/>
                    <a:pt x="31074" y="10230"/>
                  </a:cubicBezTo>
                  <a:cubicBezTo>
                    <a:pt x="29655" y="9559"/>
                    <a:pt x="27975" y="9260"/>
                    <a:pt x="26070"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67" name="Google Shape;2267;p90"/>
            <p:cNvSpPr/>
            <p:nvPr/>
          </p:nvSpPr>
          <p:spPr>
            <a:xfrm>
              <a:off x="6772224" y="5230219"/>
              <a:ext cx="34174" cy="54624"/>
            </a:xfrm>
            <a:custGeom>
              <a:avLst/>
              <a:gdLst/>
              <a:ahLst/>
              <a:cxnLst/>
              <a:rect l="l" t="t" r="r" b="b"/>
              <a:pathLst>
                <a:path w="34174" h="54624" extrusionOk="0">
                  <a:moveTo>
                    <a:pt x="0" y="54625"/>
                  </a:moveTo>
                  <a:lnTo>
                    <a:pt x="0" y="970"/>
                  </a:lnTo>
                  <a:lnTo>
                    <a:pt x="7582" y="970"/>
                  </a:lnTo>
                  <a:cubicBezTo>
                    <a:pt x="8889" y="970"/>
                    <a:pt x="9823" y="1232"/>
                    <a:pt x="10346" y="1717"/>
                  </a:cubicBezTo>
                  <a:cubicBezTo>
                    <a:pt x="10869" y="2203"/>
                    <a:pt x="11205" y="3061"/>
                    <a:pt x="11392" y="4219"/>
                  </a:cubicBezTo>
                  <a:lnTo>
                    <a:pt x="12176" y="10716"/>
                  </a:lnTo>
                  <a:cubicBezTo>
                    <a:pt x="14081" y="7393"/>
                    <a:pt x="16322" y="4779"/>
                    <a:pt x="18899" y="2875"/>
                  </a:cubicBezTo>
                  <a:cubicBezTo>
                    <a:pt x="21476" y="970"/>
                    <a:pt x="24389" y="0"/>
                    <a:pt x="27601" y="0"/>
                  </a:cubicBezTo>
                  <a:cubicBezTo>
                    <a:pt x="30253" y="0"/>
                    <a:pt x="32457" y="597"/>
                    <a:pt x="34175" y="1830"/>
                  </a:cubicBezTo>
                  <a:lnTo>
                    <a:pt x="32494" y="11500"/>
                  </a:lnTo>
                  <a:cubicBezTo>
                    <a:pt x="32419" y="12135"/>
                    <a:pt x="32158" y="12545"/>
                    <a:pt x="31822" y="12807"/>
                  </a:cubicBezTo>
                  <a:cubicBezTo>
                    <a:pt x="31486" y="13105"/>
                    <a:pt x="31000" y="13217"/>
                    <a:pt x="30402" y="13217"/>
                  </a:cubicBezTo>
                  <a:cubicBezTo>
                    <a:pt x="29879" y="13217"/>
                    <a:pt x="29170" y="13105"/>
                    <a:pt x="28274" y="12844"/>
                  </a:cubicBezTo>
                  <a:cubicBezTo>
                    <a:pt x="27377" y="12620"/>
                    <a:pt x="26182" y="12471"/>
                    <a:pt x="24651" y="12471"/>
                  </a:cubicBezTo>
                  <a:cubicBezTo>
                    <a:pt x="21999" y="12471"/>
                    <a:pt x="19683" y="13217"/>
                    <a:pt x="17778" y="14711"/>
                  </a:cubicBezTo>
                  <a:cubicBezTo>
                    <a:pt x="15836" y="16204"/>
                    <a:pt x="14230" y="18370"/>
                    <a:pt x="12886" y="21208"/>
                  </a:cubicBezTo>
                  <a:lnTo>
                    <a:pt x="12886"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68" name="Google Shape;2268;p90"/>
            <p:cNvSpPr/>
            <p:nvPr/>
          </p:nvSpPr>
          <p:spPr>
            <a:xfrm>
              <a:off x="6809685" y="5230256"/>
              <a:ext cx="51243" cy="73443"/>
            </a:xfrm>
            <a:custGeom>
              <a:avLst/>
              <a:gdLst/>
              <a:ahLst/>
              <a:cxnLst/>
              <a:rect l="l" t="t" r="r" b="b"/>
              <a:pathLst>
                <a:path w="51243" h="73443" extrusionOk="0">
                  <a:moveTo>
                    <a:pt x="23792" y="0"/>
                  </a:moveTo>
                  <a:cubicBezTo>
                    <a:pt x="26107" y="0"/>
                    <a:pt x="28274" y="262"/>
                    <a:pt x="30290" y="710"/>
                  </a:cubicBezTo>
                  <a:cubicBezTo>
                    <a:pt x="32307" y="1195"/>
                    <a:pt x="34175" y="1867"/>
                    <a:pt x="35818" y="2763"/>
                  </a:cubicBezTo>
                  <a:lnTo>
                    <a:pt x="51243" y="2763"/>
                  </a:lnTo>
                  <a:lnTo>
                    <a:pt x="51243" y="7580"/>
                  </a:lnTo>
                  <a:cubicBezTo>
                    <a:pt x="51243" y="8401"/>
                    <a:pt x="51057" y="8999"/>
                    <a:pt x="50646" y="9484"/>
                  </a:cubicBezTo>
                  <a:cubicBezTo>
                    <a:pt x="50198" y="9932"/>
                    <a:pt x="49488" y="10231"/>
                    <a:pt x="48479" y="10417"/>
                  </a:cubicBezTo>
                  <a:lnTo>
                    <a:pt x="43662" y="11313"/>
                  </a:lnTo>
                  <a:cubicBezTo>
                    <a:pt x="44035" y="12209"/>
                    <a:pt x="44296" y="13180"/>
                    <a:pt x="44483" y="14188"/>
                  </a:cubicBezTo>
                  <a:cubicBezTo>
                    <a:pt x="44670" y="15197"/>
                    <a:pt x="44782" y="16242"/>
                    <a:pt x="44782" y="17362"/>
                  </a:cubicBezTo>
                  <a:cubicBezTo>
                    <a:pt x="44782" y="20013"/>
                    <a:pt x="44259" y="22403"/>
                    <a:pt x="43176" y="24568"/>
                  </a:cubicBezTo>
                  <a:cubicBezTo>
                    <a:pt x="42130" y="26697"/>
                    <a:pt x="40636" y="28526"/>
                    <a:pt x="38769" y="30020"/>
                  </a:cubicBezTo>
                  <a:cubicBezTo>
                    <a:pt x="36939" y="31513"/>
                    <a:pt x="34698" y="32670"/>
                    <a:pt x="32158" y="33492"/>
                  </a:cubicBezTo>
                  <a:cubicBezTo>
                    <a:pt x="29581" y="34314"/>
                    <a:pt x="26817" y="34724"/>
                    <a:pt x="23792" y="34724"/>
                  </a:cubicBezTo>
                  <a:cubicBezTo>
                    <a:pt x="21775" y="34724"/>
                    <a:pt x="19795" y="34537"/>
                    <a:pt x="17890" y="34127"/>
                  </a:cubicBezTo>
                  <a:cubicBezTo>
                    <a:pt x="16209" y="35172"/>
                    <a:pt x="15388" y="36293"/>
                    <a:pt x="15388" y="37562"/>
                  </a:cubicBezTo>
                  <a:cubicBezTo>
                    <a:pt x="15388" y="38645"/>
                    <a:pt x="15873" y="39466"/>
                    <a:pt x="16882" y="39952"/>
                  </a:cubicBezTo>
                  <a:cubicBezTo>
                    <a:pt x="17853" y="40474"/>
                    <a:pt x="19160" y="40810"/>
                    <a:pt x="20804" y="41035"/>
                  </a:cubicBezTo>
                  <a:cubicBezTo>
                    <a:pt x="22410" y="41258"/>
                    <a:pt x="24240" y="41370"/>
                    <a:pt x="26331" y="41370"/>
                  </a:cubicBezTo>
                  <a:cubicBezTo>
                    <a:pt x="28385" y="41370"/>
                    <a:pt x="30477" y="41445"/>
                    <a:pt x="32643" y="41632"/>
                  </a:cubicBezTo>
                  <a:cubicBezTo>
                    <a:pt x="34810" y="41781"/>
                    <a:pt x="36901" y="42117"/>
                    <a:pt x="38956" y="42528"/>
                  </a:cubicBezTo>
                  <a:cubicBezTo>
                    <a:pt x="41010" y="42976"/>
                    <a:pt x="42877" y="43648"/>
                    <a:pt x="44483" y="44619"/>
                  </a:cubicBezTo>
                  <a:cubicBezTo>
                    <a:pt x="46089" y="45552"/>
                    <a:pt x="47397" y="46822"/>
                    <a:pt x="48405" y="48465"/>
                  </a:cubicBezTo>
                  <a:cubicBezTo>
                    <a:pt x="49413" y="50070"/>
                    <a:pt x="49899" y="52161"/>
                    <a:pt x="49899" y="54737"/>
                  </a:cubicBezTo>
                  <a:cubicBezTo>
                    <a:pt x="49899" y="57089"/>
                    <a:pt x="49301" y="59404"/>
                    <a:pt x="48143" y="61645"/>
                  </a:cubicBezTo>
                  <a:cubicBezTo>
                    <a:pt x="46985" y="63885"/>
                    <a:pt x="45267" y="65901"/>
                    <a:pt x="43064" y="67619"/>
                  </a:cubicBezTo>
                  <a:cubicBezTo>
                    <a:pt x="40860" y="69374"/>
                    <a:pt x="38134" y="70793"/>
                    <a:pt x="34959" y="71838"/>
                  </a:cubicBezTo>
                  <a:cubicBezTo>
                    <a:pt x="31747" y="72921"/>
                    <a:pt x="28087" y="73443"/>
                    <a:pt x="23978" y="73443"/>
                  </a:cubicBezTo>
                  <a:cubicBezTo>
                    <a:pt x="19870" y="73443"/>
                    <a:pt x="16359" y="73070"/>
                    <a:pt x="13334" y="72286"/>
                  </a:cubicBezTo>
                  <a:cubicBezTo>
                    <a:pt x="10346" y="71502"/>
                    <a:pt x="7881" y="70456"/>
                    <a:pt x="5901" y="69149"/>
                  </a:cubicBezTo>
                  <a:cubicBezTo>
                    <a:pt x="3922" y="67843"/>
                    <a:pt x="2465" y="66312"/>
                    <a:pt x="1494" y="64632"/>
                  </a:cubicBezTo>
                  <a:cubicBezTo>
                    <a:pt x="486" y="62914"/>
                    <a:pt x="0" y="61122"/>
                    <a:pt x="0" y="59292"/>
                  </a:cubicBezTo>
                  <a:cubicBezTo>
                    <a:pt x="0" y="56791"/>
                    <a:pt x="784" y="54662"/>
                    <a:pt x="2316" y="52945"/>
                  </a:cubicBezTo>
                  <a:cubicBezTo>
                    <a:pt x="3847" y="51265"/>
                    <a:pt x="5976" y="49884"/>
                    <a:pt x="8702" y="48875"/>
                  </a:cubicBezTo>
                  <a:cubicBezTo>
                    <a:pt x="7358" y="48166"/>
                    <a:pt x="6312" y="47157"/>
                    <a:pt x="5490" y="45963"/>
                  </a:cubicBezTo>
                  <a:cubicBezTo>
                    <a:pt x="4706" y="44731"/>
                    <a:pt x="4295" y="43163"/>
                    <a:pt x="4295" y="41184"/>
                  </a:cubicBezTo>
                  <a:cubicBezTo>
                    <a:pt x="4295" y="40400"/>
                    <a:pt x="4445" y="39578"/>
                    <a:pt x="4706" y="38719"/>
                  </a:cubicBezTo>
                  <a:cubicBezTo>
                    <a:pt x="5005" y="37860"/>
                    <a:pt x="5415" y="37002"/>
                    <a:pt x="6013" y="36180"/>
                  </a:cubicBezTo>
                  <a:cubicBezTo>
                    <a:pt x="6574" y="35359"/>
                    <a:pt x="7283" y="34537"/>
                    <a:pt x="8180" y="33791"/>
                  </a:cubicBezTo>
                  <a:cubicBezTo>
                    <a:pt x="9039" y="33044"/>
                    <a:pt x="10084" y="32372"/>
                    <a:pt x="11242" y="31774"/>
                  </a:cubicBezTo>
                  <a:cubicBezTo>
                    <a:pt x="8553" y="30318"/>
                    <a:pt x="6387" y="28377"/>
                    <a:pt x="4856" y="25950"/>
                  </a:cubicBezTo>
                  <a:cubicBezTo>
                    <a:pt x="3287" y="23486"/>
                    <a:pt x="2540" y="20648"/>
                    <a:pt x="2540" y="17362"/>
                  </a:cubicBezTo>
                  <a:cubicBezTo>
                    <a:pt x="2540" y="14711"/>
                    <a:pt x="3063" y="12322"/>
                    <a:pt x="4108" y="10194"/>
                  </a:cubicBezTo>
                  <a:cubicBezTo>
                    <a:pt x="5192" y="8028"/>
                    <a:pt x="6648" y="6198"/>
                    <a:pt x="8553" y="4667"/>
                  </a:cubicBezTo>
                  <a:cubicBezTo>
                    <a:pt x="10458" y="3174"/>
                    <a:pt x="12699" y="2016"/>
                    <a:pt x="15313" y="1195"/>
                  </a:cubicBezTo>
                  <a:cubicBezTo>
                    <a:pt x="17890" y="411"/>
                    <a:pt x="20729" y="0"/>
                    <a:pt x="23792" y="0"/>
                  </a:cubicBezTo>
                  <a:close/>
                  <a:moveTo>
                    <a:pt x="37984" y="56828"/>
                  </a:moveTo>
                  <a:cubicBezTo>
                    <a:pt x="37984" y="55783"/>
                    <a:pt x="37648" y="54887"/>
                    <a:pt x="37051" y="54214"/>
                  </a:cubicBezTo>
                  <a:cubicBezTo>
                    <a:pt x="36416" y="53543"/>
                    <a:pt x="35557" y="53020"/>
                    <a:pt x="34473" y="52646"/>
                  </a:cubicBezTo>
                  <a:cubicBezTo>
                    <a:pt x="33391" y="52273"/>
                    <a:pt x="32120" y="51974"/>
                    <a:pt x="30664" y="51825"/>
                  </a:cubicBezTo>
                  <a:cubicBezTo>
                    <a:pt x="29244" y="51638"/>
                    <a:pt x="27713" y="51564"/>
                    <a:pt x="26070" y="51564"/>
                  </a:cubicBezTo>
                  <a:lnTo>
                    <a:pt x="21065" y="51564"/>
                  </a:lnTo>
                  <a:cubicBezTo>
                    <a:pt x="19347" y="51564"/>
                    <a:pt x="17666" y="51339"/>
                    <a:pt x="16060" y="50966"/>
                  </a:cubicBezTo>
                  <a:cubicBezTo>
                    <a:pt x="14604" y="51787"/>
                    <a:pt x="13408" y="52721"/>
                    <a:pt x="12549" y="53804"/>
                  </a:cubicBezTo>
                  <a:cubicBezTo>
                    <a:pt x="11653" y="54924"/>
                    <a:pt x="11205" y="56193"/>
                    <a:pt x="11205" y="57612"/>
                  </a:cubicBezTo>
                  <a:cubicBezTo>
                    <a:pt x="11205" y="58546"/>
                    <a:pt x="11429" y="59442"/>
                    <a:pt x="11915" y="60263"/>
                  </a:cubicBezTo>
                  <a:cubicBezTo>
                    <a:pt x="12363" y="61085"/>
                    <a:pt x="13147" y="61794"/>
                    <a:pt x="14156" y="62354"/>
                  </a:cubicBezTo>
                  <a:cubicBezTo>
                    <a:pt x="15201" y="62952"/>
                    <a:pt x="16509" y="63437"/>
                    <a:pt x="18152" y="63773"/>
                  </a:cubicBezTo>
                  <a:cubicBezTo>
                    <a:pt x="19795" y="64072"/>
                    <a:pt x="21812" y="64258"/>
                    <a:pt x="24165" y="64258"/>
                  </a:cubicBezTo>
                  <a:cubicBezTo>
                    <a:pt x="26555" y="64258"/>
                    <a:pt x="28647" y="64072"/>
                    <a:pt x="30402" y="63698"/>
                  </a:cubicBezTo>
                  <a:cubicBezTo>
                    <a:pt x="32120" y="63325"/>
                    <a:pt x="33577" y="62802"/>
                    <a:pt x="34698" y="62130"/>
                  </a:cubicBezTo>
                  <a:cubicBezTo>
                    <a:pt x="35855" y="61495"/>
                    <a:pt x="36677" y="60711"/>
                    <a:pt x="37200" y="59778"/>
                  </a:cubicBezTo>
                  <a:cubicBezTo>
                    <a:pt x="37723" y="58882"/>
                    <a:pt x="37984" y="57911"/>
                    <a:pt x="37984" y="56828"/>
                  </a:cubicBezTo>
                  <a:close/>
                  <a:moveTo>
                    <a:pt x="23792" y="26473"/>
                  </a:moveTo>
                  <a:cubicBezTo>
                    <a:pt x="25398" y="26473"/>
                    <a:pt x="26817" y="26248"/>
                    <a:pt x="27975" y="25800"/>
                  </a:cubicBezTo>
                  <a:cubicBezTo>
                    <a:pt x="29170" y="25352"/>
                    <a:pt x="30141" y="24755"/>
                    <a:pt x="30925" y="24008"/>
                  </a:cubicBezTo>
                  <a:cubicBezTo>
                    <a:pt x="31710" y="23224"/>
                    <a:pt x="32307" y="22328"/>
                    <a:pt x="32718" y="21245"/>
                  </a:cubicBezTo>
                  <a:cubicBezTo>
                    <a:pt x="33129" y="20162"/>
                    <a:pt x="33316" y="18968"/>
                    <a:pt x="33316" y="17661"/>
                  </a:cubicBezTo>
                  <a:cubicBezTo>
                    <a:pt x="33316" y="15010"/>
                    <a:pt x="32531" y="12919"/>
                    <a:pt x="30925" y="11388"/>
                  </a:cubicBezTo>
                  <a:cubicBezTo>
                    <a:pt x="29357" y="9820"/>
                    <a:pt x="26966" y="9036"/>
                    <a:pt x="23792" y="9036"/>
                  </a:cubicBezTo>
                  <a:cubicBezTo>
                    <a:pt x="20617" y="9036"/>
                    <a:pt x="18264" y="9820"/>
                    <a:pt x="16658" y="11388"/>
                  </a:cubicBezTo>
                  <a:cubicBezTo>
                    <a:pt x="15089" y="12919"/>
                    <a:pt x="14268" y="15010"/>
                    <a:pt x="14268" y="17661"/>
                  </a:cubicBezTo>
                  <a:cubicBezTo>
                    <a:pt x="14268" y="18930"/>
                    <a:pt x="14492" y="20088"/>
                    <a:pt x="14902" y="21171"/>
                  </a:cubicBezTo>
                  <a:cubicBezTo>
                    <a:pt x="15276" y="22254"/>
                    <a:pt x="15873" y="23187"/>
                    <a:pt x="16658" y="23971"/>
                  </a:cubicBezTo>
                  <a:cubicBezTo>
                    <a:pt x="17442" y="24755"/>
                    <a:pt x="18451" y="25352"/>
                    <a:pt x="19646" y="25800"/>
                  </a:cubicBezTo>
                  <a:cubicBezTo>
                    <a:pt x="20841" y="26248"/>
                    <a:pt x="22223" y="26473"/>
                    <a:pt x="23792" y="26473"/>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69" name="Google Shape;2269;p90"/>
            <p:cNvSpPr/>
            <p:nvPr/>
          </p:nvSpPr>
          <p:spPr>
            <a:xfrm>
              <a:off x="6541032" y="5332449"/>
              <a:ext cx="59684" cy="75608"/>
            </a:xfrm>
            <a:custGeom>
              <a:avLst/>
              <a:gdLst/>
              <a:ahLst/>
              <a:cxnLst/>
              <a:rect l="l" t="t" r="r" b="b"/>
              <a:pathLst>
                <a:path w="59684" h="75608" extrusionOk="0">
                  <a:moveTo>
                    <a:pt x="59684" y="0"/>
                  </a:moveTo>
                  <a:lnTo>
                    <a:pt x="59684" y="11575"/>
                  </a:lnTo>
                  <a:lnTo>
                    <a:pt x="36938" y="11575"/>
                  </a:lnTo>
                  <a:lnTo>
                    <a:pt x="36938" y="75609"/>
                  </a:lnTo>
                  <a:lnTo>
                    <a:pt x="22858" y="75609"/>
                  </a:lnTo>
                  <a:lnTo>
                    <a:pt x="22858" y="11575"/>
                  </a:lnTo>
                  <a:lnTo>
                    <a:pt x="0" y="11575"/>
                  </a:lnTo>
                  <a:lnTo>
                    <a:pt x="0" y="0"/>
                  </a:lnTo>
                  <a:lnTo>
                    <a:pt x="59684"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70" name="Google Shape;2270;p90"/>
            <p:cNvSpPr/>
            <p:nvPr/>
          </p:nvSpPr>
          <p:spPr>
            <a:xfrm>
              <a:off x="6593470" y="5353433"/>
              <a:ext cx="44707" cy="55446"/>
            </a:xfrm>
            <a:custGeom>
              <a:avLst/>
              <a:gdLst/>
              <a:ahLst/>
              <a:cxnLst/>
              <a:rect l="l" t="t" r="r" b="b"/>
              <a:pathLst>
                <a:path w="44707" h="55446" extrusionOk="0">
                  <a:moveTo>
                    <a:pt x="44707" y="54625"/>
                  </a:moveTo>
                  <a:lnTo>
                    <a:pt x="38918" y="54625"/>
                  </a:lnTo>
                  <a:cubicBezTo>
                    <a:pt x="37685" y="54625"/>
                    <a:pt x="36752" y="54438"/>
                    <a:pt x="36042" y="54065"/>
                  </a:cubicBezTo>
                  <a:cubicBezTo>
                    <a:pt x="35333" y="53691"/>
                    <a:pt x="34810" y="52945"/>
                    <a:pt x="34473" y="51862"/>
                  </a:cubicBezTo>
                  <a:lnTo>
                    <a:pt x="33316" y="48016"/>
                  </a:lnTo>
                  <a:cubicBezTo>
                    <a:pt x="31971" y="49248"/>
                    <a:pt x="30627" y="50331"/>
                    <a:pt x="29319" y="51265"/>
                  </a:cubicBezTo>
                  <a:cubicBezTo>
                    <a:pt x="28012" y="52161"/>
                    <a:pt x="26667" y="52945"/>
                    <a:pt x="25286" y="53579"/>
                  </a:cubicBezTo>
                  <a:cubicBezTo>
                    <a:pt x="23866" y="54214"/>
                    <a:pt x="22410" y="54662"/>
                    <a:pt x="20841" y="54998"/>
                  </a:cubicBezTo>
                  <a:cubicBezTo>
                    <a:pt x="19272" y="55297"/>
                    <a:pt x="17517" y="55446"/>
                    <a:pt x="15612" y="55446"/>
                  </a:cubicBezTo>
                  <a:cubicBezTo>
                    <a:pt x="13334" y="55446"/>
                    <a:pt x="11242" y="55147"/>
                    <a:pt x="9337" y="54550"/>
                  </a:cubicBezTo>
                  <a:cubicBezTo>
                    <a:pt x="7395" y="53915"/>
                    <a:pt x="5752" y="53019"/>
                    <a:pt x="4370" y="51787"/>
                  </a:cubicBezTo>
                  <a:cubicBezTo>
                    <a:pt x="2988" y="50555"/>
                    <a:pt x="1942" y="49024"/>
                    <a:pt x="1158" y="47232"/>
                  </a:cubicBezTo>
                  <a:cubicBezTo>
                    <a:pt x="411" y="45402"/>
                    <a:pt x="0" y="43274"/>
                    <a:pt x="0" y="40885"/>
                  </a:cubicBezTo>
                  <a:cubicBezTo>
                    <a:pt x="0" y="38831"/>
                    <a:pt x="560" y="36852"/>
                    <a:pt x="1606" y="34873"/>
                  </a:cubicBezTo>
                  <a:cubicBezTo>
                    <a:pt x="2689" y="32894"/>
                    <a:pt x="4445" y="31102"/>
                    <a:pt x="6910" y="29534"/>
                  </a:cubicBezTo>
                  <a:cubicBezTo>
                    <a:pt x="9375" y="27929"/>
                    <a:pt x="12699" y="26621"/>
                    <a:pt x="16807" y="25576"/>
                  </a:cubicBezTo>
                  <a:cubicBezTo>
                    <a:pt x="20916" y="24493"/>
                    <a:pt x="26032" y="23970"/>
                    <a:pt x="32120" y="23970"/>
                  </a:cubicBezTo>
                  <a:lnTo>
                    <a:pt x="32120" y="20834"/>
                  </a:lnTo>
                  <a:cubicBezTo>
                    <a:pt x="32120" y="17213"/>
                    <a:pt x="31374" y="14524"/>
                    <a:pt x="29842" y="12807"/>
                  </a:cubicBezTo>
                  <a:cubicBezTo>
                    <a:pt x="28348" y="11052"/>
                    <a:pt x="26145" y="10193"/>
                    <a:pt x="23231" y="10193"/>
                  </a:cubicBezTo>
                  <a:cubicBezTo>
                    <a:pt x="21140" y="10193"/>
                    <a:pt x="19385" y="10417"/>
                    <a:pt x="18003" y="10902"/>
                  </a:cubicBezTo>
                  <a:cubicBezTo>
                    <a:pt x="16621" y="11388"/>
                    <a:pt x="15388" y="11948"/>
                    <a:pt x="14379" y="12545"/>
                  </a:cubicBezTo>
                  <a:cubicBezTo>
                    <a:pt x="13334" y="13180"/>
                    <a:pt x="12400" y="13703"/>
                    <a:pt x="11504" y="14225"/>
                  </a:cubicBezTo>
                  <a:cubicBezTo>
                    <a:pt x="10644" y="14711"/>
                    <a:pt x="9673" y="14935"/>
                    <a:pt x="8628" y="14935"/>
                  </a:cubicBezTo>
                  <a:cubicBezTo>
                    <a:pt x="7769" y="14935"/>
                    <a:pt x="7022" y="14711"/>
                    <a:pt x="6387" y="14263"/>
                  </a:cubicBezTo>
                  <a:cubicBezTo>
                    <a:pt x="5752" y="13815"/>
                    <a:pt x="5266" y="13255"/>
                    <a:pt x="4893" y="12583"/>
                  </a:cubicBezTo>
                  <a:lnTo>
                    <a:pt x="2540" y="8475"/>
                  </a:lnTo>
                  <a:cubicBezTo>
                    <a:pt x="8703" y="2800"/>
                    <a:pt x="16135" y="0"/>
                    <a:pt x="24837" y="0"/>
                  </a:cubicBezTo>
                  <a:cubicBezTo>
                    <a:pt x="27975" y="0"/>
                    <a:pt x="30776" y="522"/>
                    <a:pt x="33241" y="1531"/>
                  </a:cubicBezTo>
                  <a:cubicBezTo>
                    <a:pt x="35706" y="2576"/>
                    <a:pt x="37798" y="3995"/>
                    <a:pt x="39479" y="5824"/>
                  </a:cubicBezTo>
                  <a:cubicBezTo>
                    <a:pt x="41196" y="7654"/>
                    <a:pt x="42504" y="9819"/>
                    <a:pt x="43400" y="12396"/>
                  </a:cubicBezTo>
                  <a:cubicBezTo>
                    <a:pt x="44296" y="14935"/>
                    <a:pt x="44707" y="17698"/>
                    <a:pt x="44707" y="20760"/>
                  </a:cubicBezTo>
                  <a:lnTo>
                    <a:pt x="44707" y="54625"/>
                  </a:lnTo>
                  <a:close/>
                  <a:moveTo>
                    <a:pt x="19608" y="46560"/>
                  </a:moveTo>
                  <a:cubicBezTo>
                    <a:pt x="20953" y="46560"/>
                    <a:pt x="22186" y="46448"/>
                    <a:pt x="23269" y="46224"/>
                  </a:cubicBezTo>
                  <a:cubicBezTo>
                    <a:pt x="24389" y="45962"/>
                    <a:pt x="25473" y="45627"/>
                    <a:pt x="26444" y="45141"/>
                  </a:cubicBezTo>
                  <a:cubicBezTo>
                    <a:pt x="27452" y="44656"/>
                    <a:pt x="28385" y="44058"/>
                    <a:pt x="29319" y="43349"/>
                  </a:cubicBezTo>
                  <a:cubicBezTo>
                    <a:pt x="30253" y="42639"/>
                    <a:pt x="31187" y="41818"/>
                    <a:pt x="32120" y="40847"/>
                  </a:cubicBezTo>
                  <a:lnTo>
                    <a:pt x="32120" y="31886"/>
                  </a:lnTo>
                  <a:cubicBezTo>
                    <a:pt x="28348" y="31886"/>
                    <a:pt x="25211" y="32110"/>
                    <a:pt x="22671" y="32596"/>
                  </a:cubicBezTo>
                  <a:cubicBezTo>
                    <a:pt x="20169" y="33044"/>
                    <a:pt x="18114" y="33678"/>
                    <a:pt x="16583" y="34425"/>
                  </a:cubicBezTo>
                  <a:cubicBezTo>
                    <a:pt x="15052" y="35134"/>
                    <a:pt x="13969" y="35993"/>
                    <a:pt x="13334" y="37001"/>
                  </a:cubicBezTo>
                  <a:cubicBezTo>
                    <a:pt x="12661" y="37972"/>
                    <a:pt x="12363" y="39055"/>
                    <a:pt x="12363" y="40212"/>
                  </a:cubicBezTo>
                  <a:cubicBezTo>
                    <a:pt x="12363" y="42490"/>
                    <a:pt x="13035" y="44096"/>
                    <a:pt x="14379" y="45104"/>
                  </a:cubicBezTo>
                  <a:cubicBezTo>
                    <a:pt x="15724" y="46075"/>
                    <a:pt x="17480"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71" name="Google Shape;2271;p90"/>
            <p:cNvSpPr/>
            <p:nvPr/>
          </p:nvSpPr>
          <p:spPr>
            <a:xfrm>
              <a:off x="6651063" y="5330358"/>
              <a:ext cx="49338" cy="78483"/>
            </a:xfrm>
            <a:custGeom>
              <a:avLst/>
              <a:gdLst/>
              <a:ahLst/>
              <a:cxnLst/>
              <a:rect l="l" t="t" r="r" b="b"/>
              <a:pathLst>
                <a:path w="49338" h="78483" extrusionOk="0">
                  <a:moveTo>
                    <a:pt x="0" y="77699"/>
                  </a:moveTo>
                  <a:lnTo>
                    <a:pt x="0" y="0"/>
                  </a:lnTo>
                  <a:lnTo>
                    <a:pt x="12923" y="0"/>
                  </a:lnTo>
                  <a:lnTo>
                    <a:pt x="12923" y="30654"/>
                  </a:lnTo>
                  <a:cubicBezTo>
                    <a:pt x="15052" y="28377"/>
                    <a:pt x="17442" y="26584"/>
                    <a:pt x="20131" y="25240"/>
                  </a:cubicBezTo>
                  <a:cubicBezTo>
                    <a:pt x="22820" y="23896"/>
                    <a:pt x="25958" y="23224"/>
                    <a:pt x="29543" y="23224"/>
                  </a:cubicBezTo>
                  <a:cubicBezTo>
                    <a:pt x="32456" y="23224"/>
                    <a:pt x="35146" y="23821"/>
                    <a:pt x="37573" y="25016"/>
                  </a:cubicBezTo>
                  <a:cubicBezTo>
                    <a:pt x="40001" y="26211"/>
                    <a:pt x="42093" y="27966"/>
                    <a:pt x="43848" y="30281"/>
                  </a:cubicBezTo>
                  <a:cubicBezTo>
                    <a:pt x="45603" y="32596"/>
                    <a:pt x="46948" y="35433"/>
                    <a:pt x="47919" y="38794"/>
                  </a:cubicBezTo>
                  <a:cubicBezTo>
                    <a:pt x="48890" y="42192"/>
                    <a:pt x="49338" y="46075"/>
                    <a:pt x="49338" y="50443"/>
                  </a:cubicBezTo>
                  <a:cubicBezTo>
                    <a:pt x="49338" y="54476"/>
                    <a:pt x="48815" y="58172"/>
                    <a:pt x="47733" y="61607"/>
                  </a:cubicBezTo>
                  <a:cubicBezTo>
                    <a:pt x="46649" y="65005"/>
                    <a:pt x="45118" y="67954"/>
                    <a:pt x="43101" y="70494"/>
                  </a:cubicBezTo>
                  <a:cubicBezTo>
                    <a:pt x="41084" y="72995"/>
                    <a:pt x="38694" y="74937"/>
                    <a:pt x="35855" y="76355"/>
                  </a:cubicBezTo>
                  <a:cubicBezTo>
                    <a:pt x="32979" y="77774"/>
                    <a:pt x="29805" y="78484"/>
                    <a:pt x="26294" y="78484"/>
                  </a:cubicBezTo>
                  <a:cubicBezTo>
                    <a:pt x="24650" y="78484"/>
                    <a:pt x="23156" y="78297"/>
                    <a:pt x="21812" y="77998"/>
                  </a:cubicBezTo>
                  <a:cubicBezTo>
                    <a:pt x="20430" y="77663"/>
                    <a:pt x="19198" y="77177"/>
                    <a:pt x="18077" y="76580"/>
                  </a:cubicBezTo>
                  <a:cubicBezTo>
                    <a:pt x="16957" y="75982"/>
                    <a:pt x="15948" y="75273"/>
                    <a:pt x="14977" y="74414"/>
                  </a:cubicBezTo>
                  <a:cubicBezTo>
                    <a:pt x="14006" y="73555"/>
                    <a:pt x="13110" y="72622"/>
                    <a:pt x="12213" y="71576"/>
                  </a:cubicBezTo>
                  <a:lnTo>
                    <a:pt x="11653" y="75198"/>
                  </a:lnTo>
                  <a:cubicBezTo>
                    <a:pt x="11429" y="76094"/>
                    <a:pt x="11093" y="76729"/>
                    <a:pt x="10570" y="77102"/>
                  </a:cubicBezTo>
                  <a:cubicBezTo>
                    <a:pt x="10084" y="77513"/>
                    <a:pt x="9375" y="77699"/>
                    <a:pt x="8516" y="77699"/>
                  </a:cubicBezTo>
                  <a:lnTo>
                    <a:pt x="0" y="77699"/>
                  </a:lnTo>
                  <a:close/>
                  <a:moveTo>
                    <a:pt x="25099" y="33268"/>
                  </a:moveTo>
                  <a:cubicBezTo>
                    <a:pt x="22410" y="33268"/>
                    <a:pt x="20131" y="33828"/>
                    <a:pt x="18227" y="34948"/>
                  </a:cubicBezTo>
                  <a:cubicBezTo>
                    <a:pt x="16322" y="36106"/>
                    <a:pt x="14529" y="37674"/>
                    <a:pt x="12923" y="39727"/>
                  </a:cubicBezTo>
                  <a:lnTo>
                    <a:pt x="12923" y="63773"/>
                  </a:lnTo>
                  <a:cubicBezTo>
                    <a:pt x="14379" y="65602"/>
                    <a:pt x="15986" y="66872"/>
                    <a:pt x="17704" y="67581"/>
                  </a:cubicBezTo>
                  <a:cubicBezTo>
                    <a:pt x="19421" y="68291"/>
                    <a:pt x="21289" y="68664"/>
                    <a:pt x="23306" y="68664"/>
                  </a:cubicBezTo>
                  <a:cubicBezTo>
                    <a:pt x="25248" y="68664"/>
                    <a:pt x="27041" y="68291"/>
                    <a:pt x="28610" y="67544"/>
                  </a:cubicBezTo>
                  <a:cubicBezTo>
                    <a:pt x="30178" y="66835"/>
                    <a:pt x="31485" y="65714"/>
                    <a:pt x="32606" y="64221"/>
                  </a:cubicBezTo>
                  <a:cubicBezTo>
                    <a:pt x="33689" y="62690"/>
                    <a:pt x="34548" y="60823"/>
                    <a:pt x="35146" y="58546"/>
                  </a:cubicBezTo>
                  <a:cubicBezTo>
                    <a:pt x="35743" y="56268"/>
                    <a:pt x="36005" y="53579"/>
                    <a:pt x="36005" y="50443"/>
                  </a:cubicBezTo>
                  <a:cubicBezTo>
                    <a:pt x="36005" y="47307"/>
                    <a:pt x="35781" y="44656"/>
                    <a:pt x="35258" y="42490"/>
                  </a:cubicBezTo>
                  <a:cubicBezTo>
                    <a:pt x="34772" y="40325"/>
                    <a:pt x="34025" y="38532"/>
                    <a:pt x="33091" y="37188"/>
                  </a:cubicBezTo>
                  <a:cubicBezTo>
                    <a:pt x="32158" y="35807"/>
                    <a:pt x="31000" y="34836"/>
                    <a:pt x="29655" y="34201"/>
                  </a:cubicBezTo>
                  <a:cubicBezTo>
                    <a:pt x="28311" y="33567"/>
                    <a:pt x="26817" y="33268"/>
                    <a:pt x="25099" y="3326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72" name="Google Shape;2272;p90"/>
            <p:cNvSpPr/>
            <p:nvPr/>
          </p:nvSpPr>
          <p:spPr>
            <a:xfrm>
              <a:off x="6711345" y="5330358"/>
              <a:ext cx="12922" cy="77699"/>
            </a:xfrm>
            <a:custGeom>
              <a:avLst/>
              <a:gdLst/>
              <a:ahLst/>
              <a:cxnLst/>
              <a:rect l="l" t="t" r="r" b="b"/>
              <a:pathLst>
                <a:path w="12922" h="77699" extrusionOk="0">
                  <a:moveTo>
                    <a:pt x="12923" y="0"/>
                  </a:moveTo>
                  <a:lnTo>
                    <a:pt x="12923" y="77699"/>
                  </a:lnTo>
                  <a:lnTo>
                    <a:pt x="0" y="77699"/>
                  </a:lnTo>
                  <a:lnTo>
                    <a:pt x="0" y="0"/>
                  </a:lnTo>
                  <a:lnTo>
                    <a:pt x="12923"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73" name="Google Shape;2273;p90"/>
            <p:cNvSpPr/>
            <p:nvPr/>
          </p:nvSpPr>
          <p:spPr>
            <a:xfrm>
              <a:off x="6735248" y="5353582"/>
              <a:ext cx="49002" cy="55259"/>
            </a:xfrm>
            <a:custGeom>
              <a:avLst/>
              <a:gdLst/>
              <a:ahLst/>
              <a:cxnLst/>
              <a:rect l="l" t="t" r="r" b="b"/>
              <a:pathLst>
                <a:path w="49002" h="55259" extrusionOk="0">
                  <a:moveTo>
                    <a:pt x="25771" y="0"/>
                  </a:moveTo>
                  <a:cubicBezTo>
                    <a:pt x="29170" y="0"/>
                    <a:pt x="32269" y="523"/>
                    <a:pt x="35108" y="1606"/>
                  </a:cubicBezTo>
                  <a:cubicBezTo>
                    <a:pt x="37947" y="2688"/>
                    <a:pt x="40412" y="4294"/>
                    <a:pt x="42466" y="6348"/>
                  </a:cubicBezTo>
                  <a:cubicBezTo>
                    <a:pt x="44520" y="8438"/>
                    <a:pt x="46126" y="10978"/>
                    <a:pt x="47247" y="14002"/>
                  </a:cubicBezTo>
                  <a:cubicBezTo>
                    <a:pt x="48405" y="16989"/>
                    <a:pt x="49002" y="20424"/>
                    <a:pt x="49002" y="24307"/>
                  </a:cubicBezTo>
                  <a:cubicBezTo>
                    <a:pt x="49002" y="25278"/>
                    <a:pt x="48928" y="26099"/>
                    <a:pt x="48853" y="26734"/>
                  </a:cubicBezTo>
                  <a:cubicBezTo>
                    <a:pt x="48778" y="27369"/>
                    <a:pt x="48628" y="27891"/>
                    <a:pt x="48405" y="28265"/>
                  </a:cubicBezTo>
                  <a:cubicBezTo>
                    <a:pt x="48143" y="28638"/>
                    <a:pt x="47844" y="28862"/>
                    <a:pt x="47471" y="29049"/>
                  </a:cubicBezTo>
                  <a:cubicBezTo>
                    <a:pt x="47097" y="29198"/>
                    <a:pt x="46612" y="29273"/>
                    <a:pt x="46014" y="29273"/>
                  </a:cubicBezTo>
                  <a:lnTo>
                    <a:pt x="12848" y="29273"/>
                  </a:lnTo>
                  <a:cubicBezTo>
                    <a:pt x="13221" y="34762"/>
                    <a:pt x="14715" y="38831"/>
                    <a:pt x="17292" y="41407"/>
                  </a:cubicBezTo>
                  <a:cubicBezTo>
                    <a:pt x="19870" y="43984"/>
                    <a:pt x="23306" y="45253"/>
                    <a:pt x="27563" y="45253"/>
                  </a:cubicBezTo>
                  <a:cubicBezTo>
                    <a:pt x="29655" y="45253"/>
                    <a:pt x="31448" y="45029"/>
                    <a:pt x="32979" y="44544"/>
                  </a:cubicBezTo>
                  <a:cubicBezTo>
                    <a:pt x="34473" y="44059"/>
                    <a:pt x="35818" y="43498"/>
                    <a:pt x="36938" y="42901"/>
                  </a:cubicBezTo>
                  <a:cubicBezTo>
                    <a:pt x="38059" y="42341"/>
                    <a:pt x="39067" y="41781"/>
                    <a:pt x="39926" y="41296"/>
                  </a:cubicBezTo>
                  <a:cubicBezTo>
                    <a:pt x="40785" y="40810"/>
                    <a:pt x="41607" y="40549"/>
                    <a:pt x="42391" y="40549"/>
                  </a:cubicBezTo>
                  <a:cubicBezTo>
                    <a:pt x="42914" y="40549"/>
                    <a:pt x="43363" y="40661"/>
                    <a:pt x="43773" y="40885"/>
                  </a:cubicBezTo>
                  <a:cubicBezTo>
                    <a:pt x="44147" y="41071"/>
                    <a:pt x="44483" y="41370"/>
                    <a:pt x="44744" y="41781"/>
                  </a:cubicBezTo>
                  <a:lnTo>
                    <a:pt x="48517" y="46486"/>
                  </a:lnTo>
                  <a:cubicBezTo>
                    <a:pt x="47097" y="48128"/>
                    <a:pt x="45491" y="49547"/>
                    <a:pt x="43699" y="50667"/>
                  </a:cubicBezTo>
                  <a:cubicBezTo>
                    <a:pt x="41943" y="51825"/>
                    <a:pt x="40076" y="52721"/>
                    <a:pt x="38134" y="53393"/>
                  </a:cubicBezTo>
                  <a:cubicBezTo>
                    <a:pt x="36191" y="54065"/>
                    <a:pt x="34249" y="54550"/>
                    <a:pt x="32232" y="54849"/>
                  </a:cubicBezTo>
                  <a:cubicBezTo>
                    <a:pt x="30215" y="55110"/>
                    <a:pt x="28273" y="55260"/>
                    <a:pt x="26406" y="55260"/>
                  </a:cubicBezTo>
                  <a:cubicBezTo>
                    <a:pt x="22671" y="55260"/>
                    <a:pt x="19197" y="54625"/>
                    <a:pt x="15985" y="53393"/>
                  </a:cubicBezTo>
                  <a:cubicBezTo>
                    <a:pt x="12773" y="52161"/>
                    <a:pt x="10009" y="50331"/>
                    <a:pt x="7619" y="47905"/>
                  </a:cubicBezTo>
                  <a:cubicBezTo>
                    <a:pt x="5266" y="45477"/>
                    <a:pt x="3398" y="42490"/>
                    <a:pt x="2017" y="38906"/>
                  </a:cubicBezTo>
                  <a:cubicBezTo>
                    <a:pt x="672" y="35359"/>
                    <a:pt x="0" y="31214"/>
                    <a:pt x="0" y="26510"/>
                  </a:cubicBezTo>
                  <a:cubicBezTo>
                    <a:pt x="0" y="22851"/>
                    <a:pt x="597" y="19416"/>
                    <a:pt x="1755" y="16168"/>
                  </a:cubicBezTo>
                  <a:cubicBezTo>
                    <a:pt x="2950" y="12956"/>
                    <a:pt x="4669" y="10156"/>
                    <a:pt x="6872" y="7767"/>
                  </a:cubicBezTo>
                  <a:cubicBezTo>
                    <a:pt x="9076" y="5377"/>
                    <a:pt x="11802" y="3473"/>
                    <a:pt x="14977" y="2091"/>
                  </a:cubicBezTo>
                  <a:cubicBezTo>
                    <a:pt x="18152" y="710"/>
                    <a:pt x="21775" y="0"/>
                    <a:pt x="25771" y="0"/>
                  </a:cubicBezTo>
                  <a:close/>
                  <a:moveTo>
                    <a:pt x="26032" y="9260"/>
                  </a:moveTo>
                  <a:cubicBezTo>
                    <a:pt x="22260" y="9260"/>
                    <a:pt x="19309" y="10305"/>
                    <a:pt x="17181" y="12434"/>
                  </a:cubicBezTo>
                  <a:cubicBezTo>
                    <a:pt x="15089" y="14562"/>
                    <a:pt x="13707" y="17586"/>
                    <a:pt x="13109" y="21469"/>
                  </a:cubicBezTo>
                  <a:lnTo>
                    <a:pt x="37386" y="21469"/>
                  </a:lnTo>
                  <a:cubicBezTo>
                    <a:pt x="37386" y="19827"/>
                    <a:pt x="37162" y="18221"/>
                    <a:pt x="36714" y="16765"/>
                  </a:cubicBezTo>
                  <a:cubicBezTo>
                    <a:pt x="36266" y="15271"/>
                    <a:pt x="35556" y="13964"/>
                    <a:pt x="34622" y="12844"/>
                  </a:cubicBezTo>
                  <a:cubicBezTo>
                    <a:pt x="33651" y="11761"/>
                    <a:pt x="32494" y="10865"/>
                    <a:pt x="31037" y="10230"/>
                  </a:cubicBezTo>
                  <a:cubicBezTo>
                    <a:pt x="29618" y="9559"/>
                    <a:pt x="27937" y="9260"/>
                    <a:pt x="26032"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74" name="Google Shape;2274;p90"/>
            <p:cNvSpPr/>
            <p:nvPr/>
          </p:nvSpPr>
          <p:spPr>
            <a:xfrm>
              <a:off x="6790040" y="5353582"/>
              <a:ext cx="40038" cy="55297"/>
            </a:xfrm>
            <a:custGeom>
              <a:avLst/>
              <a:gdLst/>
              <a:ahLst/>
              <a:cxnLst/>
              <a:rect l="l" t="t" r="r" b="b"/>
              <a:pathLst>
                <a:path w="40038" h="55297" extrusionOk="0">
                  <a:moveTo>
                    <a:pt x="36565" y="11276"/>
                  </a:moveTo>
                  <a:cubicBezTo>
                    <a:pt x="36192" y="11836"/>
                    <a:pt x="35818" y="12247"/>
                    <a:pt x="35444" y="12471"/>
                  </a:cubicBezTo>
                  <a:cubicBezTo>
                    <a:pt x="35071" y="12695"/>
                    <a:pt x="34586" y="12807"/>
                    <a:pt x="33988" y="12807"/>
                  </a:cubicBezTo>
                  <a:cubicBezTo>
                    <a:pt x="33353" y="12807"/>
                    <a:pt x="32681" y="12620"/>
                    <a:pt x="31971" y="12284"/>
                  </a:cubicBezTo>
                  <a:cubicBezTo>
                    <a:pt x="31261" y="11948"/>
                    <a:pt x="30440" y="11537"/>
                    <a:pt x="29506" y="11089"/>
                  </a:cubicBezTo>
                  <a:cubicBezTo>
                    <a:pt x="28535" y="10679"/>
                    <a:pt x="27489" y="10268"/>
                    <a:pt x="26294" y="9932"/>
                  </a:cubicBezTo>
                  <a:cubicBezTo>
                    <a:pt x="25061" y="9596"/>
                    <a:pt x="23642" y="9409"/>
                    <a:pt x="21999" y="9409"/>
                  </a:cubicBezTo>
                  <a:cubicBezTo>
                    <a:pt x="19459" y="9409"/>
                    <a:pt x="17480" y="9932"/>
                    <a:pt x="15986" y="11015"/>
                  </a:cubicBezTo>
                  <a:cubicBezTo>
                    <a:pt x="14529" y="12097"/>
                    <a:pt x="13820" y="13516"/>
                    <a:pt x="13820" y="15271"/>
                  </a:cubicBezTo>
                  <a:cubicBezTo>
                    <a:pt x="13820" y="16429"/>
                    <a:pt x="14193" y="17362"/>
                    <a:pt x="14940" y="18183"/>
                  </a:cubicBezTo>
                  <a:cubicBezTo>
                    <a:pt x="15687" y="18930"/>
                    <a:pt x="16658" y="19640"/>
                    <a:pt x="17890" y="20237"/>
                  </a:cubicBezTo>
                  <a:cubicBezTo>
                    <a:pt x="19160" y="20835"/>
                    <a:pt x="20542" y="21357"/>
                    <a:pt x="22111" y="21805"/>
                  </a:cubicBezTo>
                  <a:cubicBezTo>
                    <a:pt x="23679" y="22290"/>
                    <a:pt x="25286" y="22813"/>
                    <a:pt x="26929" y="23373"/>
                  </a:cubicBezTo>
                  <a:cubicBezTo>
                    <a:pt x="28572" y="23934"/>
                    <a:pt x="30179" y="24568"/>
                    <a:pt x="31747" y="25278"/>
                  </a:cubicBezTo>
                  <a:cubicBezTo>
                    <a:pt x="33316" y="25987"/>
                    <a:pt x="34698" y="26883"/>
                    <a:pt x="35930" y="28003"/>
                  </a:cubicBezTo>
                  <a:cubicBezTo>
                    <a:pt x="37200" y="29086"/>
                    <a:pt x="38171" y="30393"/>
                    <a:pt x="38918" y="31924"/>
                  </a:cubicBezTo>
                  <a:cubicBezTo>
                    <a:pt x="39665" y="33492"/>
                    <a:pt x="40038" y="35322"/>
                    <a:pt x="40038" y="37487"/>
                  </a:cubicBezTo>
                  <a:cubicBezTo>
                    <a:pt x="40038" y="40063"/>
                    <a:pt x="39590" y="42453"/>
                    <a:pt x="38656" y="44619"/>
                  </a:cubicBezTo>
                  <a:cubicBezTo>
                    <a:pt x="37685" y="46784"/>
                    <a:pt x="36341" y="48688"/>
                    <a:pt x="34511" y="50257"/>
                  </a:cubicBezTo>
                  <a:cubicBezTo>
                    <a:pt x="32681" y="51862"/>
                    <a:pt x="30477" y="53094"/>
                    <a:pt x="27788" y="53991"/>
                  </a:cubicBezTo>
                  <a:cubicBezTo>
                    <a:pt x="25136" y="54849"/>
                    <a:pt x="22074" y="55297"/>
                    <a:pt x="18600" y="55297"/>
                  </a:cubicBezTo>
                  <a:cubicBezTo>
                    <a:pt x="16770" y="55297"/>
                    <a:pt x="14977" y="55148"/>
                    <a:pt x="13222" y="54812"/>
                  </a:cubicBezTo>
                  <a:cubicBezTo>
                    <a:pt x="11429" y="54476"/>
                    <a:pt x="9748" y="54027"/>
                    <a:pt x="8142" y="53430"/>
                  </a:cubicBezTo>
                  <a:cubicBezTo>
                    <a:pt x="6499" y="52833"/>
                    <a:pt x="5005" y="52124"/>
                    <a:pt x="3623" y="51339"/>
                  </a:cubicBezTo>
                  <a:cubicBezTo>
                    <a:pt x="2241" y="50518"/>
                    <a:pt x="1046" y="49659"/>
                    <a:pt x="0" y="48726"/>
                  </a:cubicBezTo>
                  <a:lnTo>
                    <a:pt x="2988" y="43797"/>
                  </a:lnTo>
                  <a:cubicBezTo>
                    <a:pt x="3362" y="43200"/>
                    <a:pt x="3810" y="42752"/>
                    <a:pt x="4333" y="42453"/>
                  </a:cubicBezTo>
                  <a:cubicBezTo>
                    <a:pt x="4856" y="42117"/>
                    <a:pt x="5528" y="41968"/>
                    <a:pt x="6312" y="41968"/>
                  </a:cubicBezTo>
                  <a:cubicBezTo>
                    <a:pt x="7134" y="41968"/>
                    <a:pt x="7881" y="42192"/>
                    <a:pt x="8591" y="42640"/>
                  </a:cubicBezTo>
                  <a:cubicBezTo>
                    <a:pt x="9300" y="43125"/>
                    <a:pt x="10159" y="43611"/>
                    <a:pt x="11093" y="44133"/>
                  </a:cubicBezTo>
                  <a:cubicBezTo>
                    <a:pt x="12026" y="44656"/>
                    <a:pt x="13147" y="45141"/>
                    <a:pt x="14417" y="45590"/>
                  </a:cubicBezTo>
                  <a:cubicBezTo>
                    <a:pt x="15687" y="46038"/>
                    <a:pt x="17293" y="46261"/>
                    <a:pt x="19235" y="46261"/>
                  </a:cubicBezTo>
                  <a:cubicBezTo>
                    <a:pt x="20766" y="46261"/>
                    <a:pt x="22111" y="46075"/>
                    <a:pt x="23194" y="45701"/>
                  </a:cubicBezTo>
                  <a:cubicBezTo>
                    <a:pt x="24277" y="45328"/>
                    <a:pt x="25211" y="44880"/>
                    <a:pt x="25921" y="44282"/>
                  </a:cubicBezTo>
                  <a:cubicBezTo>
                    <a:pt x="26630" y="43685"/>
                    <a:pt x="27153" y="42976"/>
                    <a:pt x="27489" y="42192"/>
                  </a:cubicBezTo>
                  <a:cubicBezTo>
                    <a:pt x="27826" y="41407"/>
                    <a:pt x="27975" y="40623"/>
                    <a:pt x="27975" y="39765"/>
                  </a:cubicBezTo>
                  <a:cubicBezTo>
                    <a:pt x="27975" y="38533"/>
                    <a:pt x="27601" y="37487"/>
                    <a:pt x="26854" y="36703"/>
                  </a:cubicBezTo>
                  <a:cubicBezTo>
                    <a:pt x="26107" y="35881"/>
                    <a:pt x="25099" y="35210"/>
                    <a:pt x="23866" y="34612"/>
                  </a:cubicBezTo>
                  <a:cubicBezTo>
                    <a:pt x="22634" y="34015"/>
                    <a:pt x="21215" y="33492"/>
                    <a:pt x="19646" y="33006"/>
                  </a:cubicBezTo>
                  <a:cubicBezTo>
                    <a:pt x="18040" y="32558"/>
                    <a:pt x="16434" y="32036"/>
                    <a:pt x="14790" y="31476"/>
                  </a:cubicBezTo>
                  <a:cubicBezTo>
                    <a:pt x="13110" y="30916"/>
                    <a:pt x="11504" y="30243"/>
                    <a:pt x="9898" y="29497"/>
                  </a:cubicBezTo>
                  <a:cubicBezTo>
                    <a:pt x="8329" y="28750"/>
                    <a:pt x="6910" y="27817"/>
                    <a:pt x="5677" y="26659"/>
                  </a:cubicBezTo>
                  <a:cubicBezTo>
                    <a:pt x="4445" y="25502"/>
                    <a:pt x="3436" y="24083"/>
                    <a:pt x="2689" y="22440"/>
                  </a:cubicBezTo>
                  <a:cubicBezTo>
                    <a:pt x="1942" y="20760"/>
                    <a:pt x="1569" y="18744"/>
                    <a:pt x="1569" y="16354"/>
                  </a:cubicBezTo>
                  <a:cubicBezTo>
                    <a:pt x="1569" y="14151"/>
                    <a:pt x="2017" y="12060"/>
                    <a:pt x="2876" y="10081"/>
                  </a:cubicBezTo>
                  <a:cubicBezTo>
                    <a:pt x="3735" y="8102"/>
                    <a:pt x="5042" y="6385"/>
                    <a:pt x="6723" y="4891"/>
                  </a:cubicBezTo>
                  <a:cubicBezTo>
                    <a:pt x="8404" y="3398"/>
                    <a:pt x="10533" y="2203"/>
                    <a:pt x="13035" y="1344"/>
                  </a:cubicBezTo>
                  <a:cubicBezTo>
                    <a:pt x="15575" y="448"/>
                    <a:pt x="18488" y="0"/>
                    <a:pt x="21812" y="0"/>
                  </a:cubicBezTo>
                  <a:cubicBezTo>
                    <a:pt x="25510" y="0"/>
                    <a:pt x="28871" y="598"/>
                    <a:pt x="31896" y="1830"/>
                  </a:cubicBezTo>
                  <a:cubicBezTo>
                    <a:pt x="34922" y="3062"/>
                    <a:pt x="37462" y="4667"/>
                    <a:pt x="39479" y="6646"/>
                  </a:cubicBezTo>
                  <a:lnTo>
                    <a:pt x="36565" y="112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275" name="Google Shape;2275;p90"/>
          <p:cNvGrpSpPr/>
          <p:nvPr/>
        </p:nvGrpSpPr>
        <p:grpSpPr>
          <a:xfrm>
            <a:off x="6073782" y="3679596"/>
            <a:ext cx="248507" cy="235377"/>
            <a:chOff x="6561237" y="4843658"/>
            <a:chExt cx="303501" cy="287466"/>
          </a:xfrm>
        </p:grpSpPr>
        <p:sp>
          <p:nvSpPr>
            <p:cNvPr id="2276" name="Google Shape;2276;p90"/>
            <p:cNvSpPr/>
            <p:nvPr/>
          </p:nvSpPr>
          <p:spPr>
            <a:xfrm>
              <a:off x="6561237" y="4843658"/>
              <a:ext cx="235338" cy="235268"/>
            </a:xfrm>
            <a:custGeom>
              <a:avLst/>
              <a:gdLst/>
              <a:ahLst/>
              <a:cxnLst/>
              <a:rect l="l" t="t" r="r" b="b"/>
              <a:pathLst>
                <a:path w="235338" h="235268" extrusionOk="0">
                  <a:moveTo>
                    <a:pt x="132628" y="235268"/>
                  </a:moveTo>
                  <a:lnTo>
                    <a:pt x="29282" y="235268"/>
                  </a:lnTo>
                  <a:cubicBezTo>
                    <a:pt x="13147" y="235268"/>
                    <a:pt x="0" y="222126"/>
                    <a:pt x="0" y="205996"/>
                  </a:cubicBezTo>
                  <a:lnTo>
                    <a:pt x="0" y="29273"/>
                  </a:lnTo>
                  <a:cubicBezTo>
                    <a:pt x="0" y="13124"/>
                    <a:pt x="13147" y="0"/>
                    <a:pt x="29282" y="0"/>
                  </a:cubicBezTo>
                  <a:lnTo>
                    <a:pt x="206057" y="0"/>
                  </a:lnTo>
                  <a:cubicBezTo>
                    <a:pt x="222191" y="0"/>
                    <a:pt x="235338" y="13124"/>
                    <a:pt x="235338" y="29273"/>
                  </a:cubicBezTo>
                  <a:lnTo>
                    <a:pt x="235338" y="94237"/>
                  </a:lnTo>
                  <a:cubicBezTo>
                    <a:pt x="235338" y="98531"/>
                    <a:pt x="231865" y="102025"/>
                    <a:pt x="227532" y="102025"/>
                  </a:cubicBezTo>
                  <a:cubicBezTo>
                    <a:pt x="223237" y="102025"/>
                    <a:pt x="219764" y="98531"/>
                    <a:pt x="219764" y="94237"/>
                  </a:cubicBezTo>
                  <a:lnTo>
                    <a:pt x="219764" y="29239"/>
                  </a:lnTo>
                  <a:cubicBezTo>
                    <a:pt x="219764" y="21674"/>
                    <a:pt x="213601" y="15510"/>
                    <a:pt x="206019" y="15510"/>
                  </a:cubicBezTo>
                  <a:lnTo>
                    <a:pt x="29245" y="15510"/>
                  </a:lnTo>
                  <a:cubicBezTo>
                    <a:pt x="21700" y="15510"/>
                    <a:pt x="15500" y="21674"/>
                    <a:pt x="15500" y="29239"/>
                  </a:cubicBezTo>
                  <a:lnTo>
                    <a:pt x="15500" y="205958"/>
                  </a:lnTo>
                  <a:cubicBezTo>
                    <a:pt x="15500" y="213538"/>
                    <a:pt x="21700" y="219699"/>
                    <a:pt x="29245" y="219699"/>
                  </a:cubicBezTo>
                  <a:lnTo>
                    <a:pt x="132628" y="219699"/>
                  </a:lnTo>
                  <a:cubicBezTo>
                    <a:pt x="136885" y="219699"/>
                    <a:pt x="140397" y="223171"/>
                    <a:pt x="140397" y="227465"/>
                  </a:cubicBezTo>
                  <a:cubicBezTo>
                    <a:pt x="140433" y="231759"/>
                    <a:pt x="136923" y="235268"/>
                    <a:pt x="132628" y="235268"/>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77" name="Google Shape;2277;p90"/>
            <p:cNvSpPr/>
            <p:nvPr/>
          </p:nvSpPr>
          <p:spPr>
            <a:xfrm>
              <a:off x="6673734" y="5024189"/>
              <a:ext cx="191004" cy="10379"/>
            </a:xfrm>
            <a:custGeom>
              <a:avLst/>
              <a:gdLst/>
              <a:ahLst/>
              <a:cxnLst/>
              <a:rect l="l" t="t" r="r" b="b"/>
              <a:pathLst>
                <a:path w="191004" h="10379" extrusionOk="0">
                  <a:moveTo>
                    <a:pt x="185813" y="10380"/>
                  </a:moveTo>
                  <a:lnTo>
                    <a:pt x="5154" y="10380"/>
                  </a:lnTo>
                  <a:cubicBezTo>
                    <a:pt x="2316" y="10380"/>
                    <a:pt x="0" y="8028"/>
                    <a:pt x="0" y="5190"/>
                  </a:cubicBezTo>
                  <a:cubicBezTo>
                    <a:pt x="0" y="2315"/>
                    <a:pt x="2316" y="0"/>
                    <a:pt x="5154" y="0"/>
                  </a:cubicBezTo>
                  <a:lnTo>
                    <a:pt x="185813" y="0"/>
                  </a:lnTo>
                  <a:cubicBezTo>
                    <a:pt x="188689" y="0"/>
                    <a:pt x="191005" y="2315"/>
                    <a:pt x="191005" y="5190"/>
                  </a:cubicBezTo>
                  <a:cubicBezTo>
                    <a:pt x="191005" y="8028"/>
                    <a:pt x="188689" y="10380"/>
                    <a:pt x="185813" y="10380"/>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78" name="Google Shape;2278;p90"/>
            <p:cNvSpPr/>
            <p:nvPr/>
          </p:nvSpPr>
          <p:spPr>
            <a:xfrm>
              <a:off x="6702304" y="4950288"/>
              <a:ext cx="135182" cy="80622"/>
            </a:xfrm>
            <a:custGeom>
              <a:avLst/>
              <a:gdLst/>
              <a:ahLst/>
              <a:cxnLst/>
              <a:rect l="l" t="t" r="r" b="b"/>
              <a:pathLst>
                <a:path w="135182" h="80622" extrusionOk="0">
                  <a:moveTo>
                    <a:pt x="129978" y="80622"/>
                  </a:moveTo>
                  <a:cubicBezTo>
                    <a:pt x="128186" y="80622"/>
                    <a:pt x="126430" y="79689"/>
                    <a:pt x="125496" y="78008"/>
                  </a:cubicBezTo>
                  <a:lnTo>
                    <a:pt x="107830" y="47425"/>
                  </a:lnTo>
                  <a:lnTo>
                    <a:pt x="92778" y="45454"/>
                  </a:lnTo>
                  <a:cubicBezTo>
                    <a:pt x="91284" y="45263"/>
                    <a:pt x="89903" y="44404"/>
                    <a:pt x="89081" y="43135"/>
                  </a:cubicBezTo>
                  <a:lnTo>
                    <a:pt x="69920" y="13418"/>
                  </a:lnTo>
                  <a:lnTo>
                    <a:pt x="54047" y="29275"/>
                  </a:lnTo>
                  <a:lnTo>
                    <a:pt x="46129" y="52160"/>
                  </a:lnTo>
                  <a:cubicBezTo>
                    <a:pt x="45606" y="53701"/>
                    <a:pt x="44373" y="54896"/>
                    <a:pt x="42842" y="55419"/>
                  </a:cubicBezTo>
                  <a:lnTo>
                    <a:pt x="20022" y="62700"/>
                  </a:lnTo>
                  <a:lnTo>
                    <a:pt x="9489" y="78307"/>
                  </a:lnTo>
                  <a:cubicBezTo>
                    <a:pt x="7883" y="80697"/>
                    <a:pt x="4634" y="81331"/>
                    <a:pt x="2281" y="79726"/>
                  </a:cubicBezTo>
                  <a:cubicBezTo>
                    <a:pt x="-110" y="78120"/>
                    <a:pt x="-707" y="74872"/>
                    <a:pt x="899" y="72520"/>
                  </a:cubicBezTo>
                  <a:lnTo>
                    <a:pt x="12440" y="55419"/>
                  </a:lnTo>
                  <a:cubicBezTo>
                    <a:pt x="13075" y="54486"/>
                    <a:pt x="14046" y="53739"/>
                    <a:pt x="15129" y="53403"/>
                  </a:cubicBezTo>
                  <a:lnTo>
                    <a:pt x="37165" y="46346"/>
                  </a:lnTo>
                  <a:lnTo>
                    <a:pt x="44635" y="24765"/>
                  </a:lnTo>
                  <a:cubicBezTo>
                    <a:pt x="44896" y="24033"/>
                    <a:pt x="45307" y="23365"/>
                    <a:pt x="45868" y="22794"/>
                  </a:cubicBezTo>
                  <a:lnTo>
                    <a:pt x="67156" y="1530"/>
                  </a:lnTo>
                  <a:cubicBezTo>
                    <a:pt x="68277" y="417"/>
                    <a:pt x="69809" y="-154"/>
                    <a:pt x="71377" y="36"/>
                  </a:cubicBezTo>
                  <a:cubicBezTo>
                    <a:pt x="72946" y="193"/>
                    <a:pt x="74328" y="1052"/>
                    <a:pt x="75187" y="2388"/>
                  </a:cubicBezTo>
                  <a:lnTo>
                    <a:pt x="96513" y="35473"/>
                  </a:lnTo>
                  <a:lnTo>
                    <a:pt x="111714" y="37478"/>
                  </a:lnTo>
                  <a:cubicBezTo>
                    <a:pt x="113320" y="37699"/>
                    <a:pt x="114739" y="38621"/>
                    <a:pt x="115524" y="40021"/>
                  </a:cubicBezTo>
                  <a:lnTo>
                    <a:pt x="134497" y="72819"/>
                  </a:lnTo>
                  <a:cubicBezTo>
                    <a:pt x="135917" y="75283"/>
                    <a:pt x="135058" y="78494"/>
                    <a:pt x="132593" y="79913"/>
                  </a:cubicBezTo>
                  <a:cubicBezTo>
                    <a:pt x="131771" y="80398"/>
                    <a:pt x="130875" y="80622"/>
                    <a:pt x="129978" y="80622"/>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79" name="Google Shape;2279;p90"/>
            <p:cNvSpPr/>
            <p:nvPr/>
          </p:nvSpPr>
          <p:spPr>
            <a:xfrm>
              <a:off x="6706040" y="5038115"/>
              <a:ext cx="125025" cy="93009"/>
            </a:xfrm>
            <a:custGeom>
              <a:avLst/>
              <a:gdLst/>
              <a:ahLst/>
              <a:cxnLst/>
              <a:rect l="l" t="t" r="r" b="b"/>
              <a:pathLst>
                <a:path w="125025" h="93009" extrusionOk="0">
                  <a:moveTo>
                    <a:pt x="74476" y="93010"/>
                  </a:moveTo>
                  <a:cubicBezTo>
                    <a:pt x="73430" y="93010"/>
                    <a:pt x="72421" y="92711"/>
                    <a:pt x="71563" y="92114"/>
                  </a:cubicBezTo>
                  <a:lnTo>
                    <a:pt x="43364" y="72735"/>
                  </a:lnTo>
                  <a:cubicBezTo>
                    <a:pt x="42430" y="72064"/>
                    <a:pt x="41720" y="71205"/>
                    <a:pt x="41384" y="70122"/>
                  </a:cubicBezTo>
                  <a:lnTo>
                    <a:pt x="29993" y="36817"/>
                  </a:lnTo>
                  <a:lnTo>
                    <a:pt x="9488" y="24869"/>
                  </a:lnTo>
                  <a:cubicBezTo>
                    <a:pt x="8554" y="24346"/>
                    <a:pt x="7844" y="23524"/>
                    <a:pt x="7396" y="22554"/>
                  </a:cubicBezTo>
                  <a:lnTo>
                    <a:pt x="449" y="7320"/>
                  </a:lnTo>
                  <a:cubicBezTo>
                    <a:pt x="-708" y="4744"/>
                    <a:pt x="449" y="1645"/>
                    <a:pt x="3027" y="487"/>
                  </a:cubicBezTo>
                  <a:cubicBezTo>
                    <a:pt x="5641" y="-745"/>
                    <a:pt x="8741" y="450"/>
                    <a:pt x="9899" y="3063"/>
                  </a:cubicBezTo>
                  <a:lnTo>
                    <a:pt x="16173" y="16766"/>
                  </a:lnTo>
                  <a:lnTo>
                    <a:pt x="36940" y="28901"/>
                  </a:lnTo>
                  <a:cubicBezTo>
                    <a:pt x="38023" y="29536"/>
                    <a:pt x="38807" y="30507"/>
                    <a:pt x="39218" y="31701"/>
                  </a:cubicBezTo>
                  <a:lnTo>
                    <a:pt x="50684" y="65193"/>
                  </a:lnTo>
                  <a:lnTo>
                    <a:pt x="72160" y="79979"/>
                  </a:lnTo>
                  <a:lnTo>
                    <a:pt x="86801" y="44583"/>
                  </a:lnTo>
                  <a:cubicBezTo>
                    <a:pt x="87622" y="42642"/>
                    <a:pt x="89527" y="41372"/>
                    <a:pt x="91619" y="41372"/>
                  </a:cubicBezTo>
                  <a:lnTo>
                    <a:pt x="97109" y="41372"/>
                  </a:lnTo>
                  <a:lnTo>
                    <a:pt x="115149" y="3026"/>
                  </a:lnTo>
                  <a:cubicBezTo>
                    <a:pt x="116344" y="412"/>
                    <a:pt x="119444" y="-708"/>
                    <a:pt x="122059" y="525"/>
                  </a:cubicBezTo>
                  <a:cubicBezTo>
                    <a:pt x="124636" y="1757"/>
                    <a:pt x="125756" y="4818"/>
                    <a:pt x="124524" y="7432"/>
                  </a:cubicBezTo>
                  <a:lnTo>
                    <a:pt x="105102" y="48802"/>
                  </a:lnTo>
                  <a:cubicBezTo>
                    <a:pt x="104243" y="50594"/>
                    <a:pt x="102413" y="51789"/>
                    <a:pt x="100396" y="51789"/>
                  </a:cubicBezTo>
                  <a:lnTo>
                    <a:pt x="95092" y="51789"/>
                  </a:lnTo>
                  <a:lnTo>
                    <a:pt x="79294" y="89911"/>
                  </a:lnTo>
                  <a:cubicBezTo>
                    <a:pt x="78696" y="91367"/>
                    <a:pt x="77501" y="92450"/>
                    <a:pt x="76007" y="92898"/>
                  </a:cubicBezTo>
                  <a:cubicBezTo>
                    <a:pt x="75447" y="92973"/>
                    <a:pt x="74998" y="93010"/>
                    <a:pt x="74476" y="93010"/>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80" name="Google Shape;2280;p90"/>
            <p:cNvSpPr/>
            <p:nvPr/>
          </p:nvSpPr>
          <p:spPr>
            <a:xfrm>
              <a:off x="6765349" y="4955938"/>
              <a:ext cx="37623" cy="74972"/>
            </a:xfrm>
            <a:custGeom>
              <a:avLst/>
              <a:gdLst/>
              <a:ahLst/>
              <a:cxnLst/>
              <a:rect l="l" t="t" r="r" b="b"/>
              <a:pathLst>
                <a:path w="37623" h="74972" extrusionOk="0">
                  <a:moveTo>
                    <a:pt x="32385" y="74972"/>
                  </a:moveTo>
                  <a:cubicBezTo>
                    <a:pt x="30629" y="74972"/>
                    <a:pt x="28874" y="74039"/>
                    <a:pt x="27903" y="72396"/>
                  </a:cubicBezTo>
                  <a:lnTo>
                    <a:pt x="20956" y="60448"/>
                  </a:lnTo>
                  <a:lnTo>
                    <a:pt x="5456" y="31063"/>
                  </a:lnTo>
                  <a:cubicBezTo>
                    <a:pt x="5232" y="30619"/>
                    <a:pt x="5045" y="30174"/>
                    <a:pt x="4970" y="29697"/>
                  </a:cubicBezTo>
                  <a:lnTo>
                    <a:pt x="115" y="6241"/>
                  </a:lnTo>
                  <a:cubicBezTo>
                    <a:pt x="-483" y="3444"/>
                    <a:pt x="1310" y="711"/>
                    <a:pt x="4111" y="107"/>
                  </a:cubicBezTo>
                  <a:cubicBezTo>
                    <a:pt x="6912" y="-465"/>
                    <a:pt x="9639" y="1316"/>
                    <a:pt x="10236" y="4143"/>
                  </a:cubicBezTo>
                  <a:lnTo>
                    <a:pt x="14980" y="26900"/>
                  </a:lnTo>
                  <a:lnTo>
                    <a:pt x="30032" y="55407"/>
                  </a:lnTo>
                  <a:lnTo>
                    <a:pt x="36904" y="67169"/>
                  </a:lnTo>
                  <a:cubicBezTo>
                    <a:pt x="38361" y="69633"/>
                    <a:pt x="37539" y="72807"/>
                    <a:pt x="35037" y="74263"/>
                  </a:cubicBezTo>
                  <a:cubicBezTo>
                    <a:pt x="34178" y="74711"/>
                    <a:pt x="33281" y="74972"/>
                    <a:pt x="32385" y="74972"/>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81" name="Google Shape;2281;p90"/>
            <p:cNvSpPr/>
            <p:nvPr/>
          </p:nvSpPr>
          <p:spPr>
            <a:xfrm>
              <a:off x="6653976" y="4876523"/>
              <a:ext cx="49861" cy="49834"/>
            </a:xfrm>
            <a:custGeom>
              <a:avLst/>
              <a:gdLst/>
              <a:ahLst/>
              <a:cxnLst/>
              <a:rect l="l" t="t" r="r" b="b"/>
              <a:pathLst>
                <a:path w="49861" h="49834" extrusionOk="0">
                  <a:moveTo>
                    <a:pt x="38619" y="49835"/>
                  </a:moveTo>
                  <a:lnTo>
                    <a:pt x="11242" y="49835"/>
                  </a:lnTo>
                  <a:cubicBezTo>
                    <a:pt x="5042" y="49835"/>
                    <a:pt x="0" y="44813"/>
                    <a:pt x="0" y="38615"/>
                  </a:cubicBezTo>
                  <a:lnTo>
                    <a:pt x="0" y="11220"/>
                  </a:lnTo>
                  <a:cubicBezTo>
                    <a:pt x="0" y="5022"/>
                    <a:pt x="5042" y="0"/>
                    <a:pt x="11242" y="0"/>
                  </a:cubicBezTo>
                  <a:lnTo>
                    <a:pt x="38619" y="0"/>
                  </a:lnTo>
                  <a:cubicBezTo>
                    <a:pt x="44819" y="0"/>
                    <a:pt x="49861" y="5022"/>
                    <a:pt x="49861" y="11220"/>
                  </a:cubicBezTo>
                  <a:lnTo>
                    <a:pt x="49861" y="38615"/>
                  </a:lnTo>
                  <a:cubicBezTo>
                    <a:pt x="49861" y="44813"/>
                    <a:pt x="44819" y="49835"/>
                    <a:pt x="38619" y="49835"/>
                  </a:cubicBezTo>
                  <a:close/>
                  <a:moveTo>
                    <a:pt x="11242" y="10328"/>
                  </a:moveTo>
                  <a:cubicBezTo>
                    <a:pt x="10757" y="10328"/>
                    <a:pt x="10383" y="10708"/>
                    <a:pt x="10383" y="11186"/>
                  </a:cubicBezTo>
                  <a:lnTo>
                    <a:pt x="10383" y="38585"/>
                  </a:lnTo>
                  <a:cubicBezTo>
                    <a:pt x="10383" y="39063"/>
                    <a:pt x="10757" y="39444"/>
                    <a:pt x="11242" y="39444"/>
                  </a:cubicBezTo>
                  <a:lnTo>
                    <a:pt x="38619" y="39444"/>
                  </a:lnTo>
                  <a:cubicBezTo>
                    <a:pt x="39105" y="39444"/>
                    <a:pt x="39478" y="39063"/>
                    <a:pt x="39478" y="38585"/>
                  </a:cubicBezTo>
                  <a:lnTo>
                    <a:pt x="39478" y="11186"/>
                  </a:lnTo>
                  <a:cubicBezTo>
                    <a:pt x="39478" y="10708"/>
                    <a:pt x="39105" y="10328"/>
                    <a:pt x="38619" y="10328"/>
                  </a:cubicBezTo>
                  <a:lnTo>
                    <a:pt x="11242" y="10328"/>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82" name="Google Shape;2282;p90"/>
            <p:cNvSpPr/>
            <p:nvPr/>
          </p:nvSpPr>
          <p:spPr>
            <a:xfrm>
              <a:off x="6653976" y="4935927"/>
              <a:ext cx="49861" cy="49834"/>
            </a:xfrm>
            <a:custGeom>
              <a:avLst/>
              <a:gdLst/>
              <a:ahLst/>
              <a:cxnLst/>
              <a:rect l="l" t="t" r="r" b="b"/>
              <a:pathLst>
                <a:path w="49861" h="49834" extrusionOk="0">
                  <a:moveTo>
                    <a:pt x="38619" y="49835"/>
                  </a:moveTo>
                  <a:lnTo>
                    <a:pt x="11242" y="49835"/>
                  </a:lnTo>
                  <a:cubicBezTo>
                    <a:pt x="5042" y="49835"/>
                    <a:pt x="0" y="44812"/>
                    <a:pt x="0" y="38615"/>
                  </a:cubicBezTo>
                  <a:lnTo>
                    <a:pt x="0" y="11220"/>
                  </a:lnTo>
                  <a:cubicBezTo>
                    <a:pt x="0" y="5022"/>
                    <a:pt x="5042" y="0"/>
                    <a:pt x="11242" y="0"/>
                  </a:cubicBezTo>
                  <a:lnTo>
                    <a:pt x="38619" y="0"/>
                  </a:lnTo>
                  <a:cubicBezTo>
                    <a:pt x="44819" y="0"/>
                    <a:pt x="49861" y="5022"/>
                    <a:pt x="49861" y="11220"/>
                  </a:cubicBezTo>
                  <a:lnTo>
                    <a:pt x="49861" y="38615"/>
                  </a:lnTo>
                  <a:cubicBezTo>
                    <a:pt x="49861" y="44812"/>
                    <a:pt x="44819" y="49835"/>
                    <a:pt x="38619" y="49835"/>
                  </a:cubicBezTo>
                  <a:close/>
                  <a:moveTo>
                    <a:pt x="11242" y="10361"/>
                  </a:moveTo>
                  <a:cubicBezTo>
                    <a:pt x="10757" y="10361"/>
                    <a:pt x="10383" y="10742"/>
                    <a:pt x="10383" y="11220"/>
                  </a:cubicBezTo>
                  <a:lnTo>
                    <a:pt x="10383" y="38615"/>
                  </a:lnTo>
                  <a:cubicBezTo>
                    <a:pt x="10383" y="39092"/>
                    <a:pt x="10757" y="39473"/>
                    <a:pt x="11242" y="39473"/>
                  </a:cubicBezTo>
                  <a:lnTo>
                    <a:pt x="38619" y="39473"/>
                  </a:lnTo>
                  <a:cubicBezTo>
                    <a:pt x="39105" y="39473"/>
                    <a:pt x="39478" y="39092"/>
                    <a:pt x="39478" y="38615"/>
                  </a:cubicBezTo>
                  <a:lnTo>
                    <a:pt x="39478" y="11220"/>
                  </a:lnTo>
                  <a:cubicBezTo>
                    <a:pt x="39478" y="10742"/>
                    <a:pt x="39105" y="10361"/>
                    <a:pt x="38619" y="10361"/>
                  </a:cubicBezTo>
                  <a:lnTo>
                    <a:pt x="11242" y="10361"/>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83" name="Google Shape;2283;p90"/>
            <p:cNvSpPr/>
            <p:nvPr/>
          </p:nvSpPr>
          <p:spPr>
            <a:xfrm>
              <a:off x="6713773" y="4876523"/>
              <a:ext cx="49861" cy="49834"/>
            </a:xfrm>
            <a:custGeom>
              <a:avLst/>
              <a:gdLst/>
              <a:ahLst/>
              <a:cxnLst/>
              <a:rect l="l" t="t" r="r" b="b"/>
              <a:pathLst>
                <a:path w="49861" h="49834" extrusionOk="0">
                  <a:moveTo>
                    <a:pt x="38656" y="49835"/>
                  </a:moveTo>
                  <a:lnTo>
                    <a:pt x="11242" y="49835"/>
                  </a:lnTo>
                  <a:cubicBezTo>
                    <a:pt x="5042" y="49835"/>
                    <a:pt x="0" y="44813"/>
                    <a:pt x="0" y="38615"/>
                  </a:cubicBezTo>
                  <a:lnTo>
                    <a:pt x="0" y="11220"/>
                  </a:lnTo>
                  <a:cubicBezTo>
                    <a:pt x="0" y="5022"/>
                    <a:pt x="5042" y="0"/>
                    <a:pt x="11242" y="0"/>
                  </a:cubicBezTo>
                  <a:lnTo>
                    <a:pt x="38656" y="0"/>
                  </a:lnTo>
                  <a:cubicBezTo>
                    <a:pt x="44856" y="0"/>
                    <a:pt x="49861" y="5022"/>
                    <a:pt x="49861" y="11220"/>
                  </a:cubicBezTo>
                  <a:lnTo>
                    <a:pt x="49861" y="38615"/>
                  </a:lnTo>
                  <a:cubicBezTo>
                    <a:pt x="49861" y="44813"/>
                    <a:pt x="44819" y="49835"/>
                    <a:pt x="38656" y="49835"/>
                  </a:cubicBezTo>
                  <a:close/>
                  <a:moveTo>
                    <a:pt x="11205" y="10328"/>
                  </a:moveTo>
                  <a:cubicBezTo>
                    <a:pt x="10719" y="10328"/>
                    <a:pt x="10345" y="10708"/>
                    <a:pt x="10345" y="11186"/>
                  </a:cubicBezTo>
                  <a:lnTo>
                    <a:pt x="10345" y="38585"/>
                  </a:lnTo>
                  <a:cubicBezTo>
                    <a:pt x="10345" y="39063"/>
                    <a:pt x="10719" y="39444"/>
                    <a:pt x="11205" y="39444"/>
                  </a:cubicBezTo>
                  <a:lnTo>
                    <a:pt x="38619" y="39444"/>
                  </a:lnTo>
                  <a:cubicBezTo>
                    <a:pt x="39105" y="39444"/>
                    <a:pt x="39478" y="39063"/>
                    <a:pt x="39478" y="38585"/>
                  </a:cubicBezTo>
                  <a:lnTo>
                    <a:pt x="39478" y="11186"/>
                  </a:lnTo>
                  <a:cubicBezTo>
                    <a:pt x="39478" y="10708"/>
                    <a:pt x="39105" y="10328"/>
                    <a:pt x="38619" y="10328"/>
                  </a:cubicBezTo>
                  <a:lnTo>
                    <a:pt x="11205" y="10328"/>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84" name="Google Shape;2284;p90"/>
            <p:cNvSpPr/>
            <p:nvPr/>
          </p:nvSpPr>
          <p:spPr>
            <a:xfrm>
              <a:off x="6594217" y="4876523"/>
              <a:ext cx="49861" cy="49834"/>
            </a:xfrm>
            <a:custGeom>
              <a:avLst/>
              <a:gdLst/>
              <a:ahLst/>
              <a:cxnLst/>
              <a:rect l="l" t="t" r="r" b="b"/>
              <a:pathLst>
                <a:path w="49861" h="49834" extrusionOk="0">
                  <a:moveTo>
                    <a:pt x="38619" y="49835"/>
                  </a:moveTo>
                  <a:lnTo>
                    <a:pt x="11205" y="49835"/>
                  </a:lnTo>
                  <a:cubicBezTo>
                    <a:pt x="5005" y="49835"/>
                    <a:pt x="0" y="44813"/>
                    <a:pt x="0" y="38615"/>
                  </a:cubicBezTo>
                  <a:lnTo>
                    <a:pt x="0" y="11220"/>
                  </a:lnTo>
                  <a:cubicBezTo>
                    <a:pt x="0" y="5022"/>
                    <a:pt x="5005" y="0"/>
                    <a:pt x="11205" y="0"/>
                  </a:cubicBezTo>
                  <a:lnTo>
                    <a:pt x="38619" y="0"/>
                  </a:lnTo>
                  <a:cubicBezTo>
                    <a:pt x="44819" y="0"/>
                    <a:pt x="49861" y="5022"/>
                    <a:pt x="49861" y="11220"/>
                  </a:cubicBezTo>
                  <a:lnTo>
                    <a:pt x="49861" y="38615"/>
                  </a:lnTo>
                  <a:cubicBezTo>
                    <a:pt x="49861" y="44813"/>
                    <a:pt x="44819" y="49835"/>
                    <a:pt x="38619" y="49835"/>
                  </a:cubicBezTo>
                  <a:close/>
                  <a:moveTo>
                    <a:pt x="11167" y="10328"/>
                  </a:moveTo>
                  <a:cubicBezTo>
                    <a:pt x="10719" y="10328"/>
                    <a:pt x="10308" y="10708"/>
                    <a:pt x="10308" y="11186"/>
                  </a:cubicBezTo>
                  <a:lnTo>
                    <a:pt x="10308" y="38585"/>
                  </a:lnTo>
                  <a:cubicBezTo>
                    <a:pt x="10308" y="39063"/>
                    <a:pt x="10719" y="39444"/>
                    <a:pt x="11167" y="39444"/>
                  </a:cubicBezTo>
                  <a:lnTo>
                    <a:pt x="38582" y="39444"/>
                  </a:lnTo>
                  <a:cubicBezTo>
                    <a:pt x="39067" y="39444"/>
                    <a:pt x="39441" y="39063"/>
                    <a:pt x="39441" y="38585"/>
                  </a:cubicBezTo>
                  <a:lnTo>
                    <a:pt x="39441" y="11186"/>
                  </a:lnTo>
                  <a:cubicBezTo>
                    <a:pt x="39441" y="10708"/>
                    <a:pt x="39067" y="10328"/>
                    <a:pt x="38582" y="10328"/>
                  </a:cubicBezTo>
                  <a:lnTo>
                    <a:pt x="11167" y="10328"/>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85" name="Google Shape;2285;p90"/>
            <p:cNvSpPr/>
            <p:nvPr/>
          </p:nvSpPr>
          <p:spPr>
            <a:xfrm>
              <a:off x="6594217" y="4935927"/>
              <a:ext cx="49861" cy="49834"/>
            </a:xfrm>
            <a:custGeom>
              <a:avLst/>
              <a:gdLst/>
              <a:ahLst/>
              <a:cxnLst/>
              <a:rect l="l" t="t" r="r" b="b"/>
              <a:pathLst>
                <a:path w="49861" h="49834" extrusionOk="0">
                  <a:moveTo>
                    <a:pt x="38619" y="49835"/>
                  </a:moveTo>
                  <a:lnTo>
                    <a:pt x="11205" y="49835"/>
                  </a:lnTo>
                  <a:cubicBezTo>
                    <a:pt x="5005" y="49835"/>
                    <a:pt x="0" y="44812"/>
                    <a:pt x="0" y="38615"/>
                  </a:cubicBezTo>
                  <a:lnTo>
                    <a:pt x="0" y="11220"/>
                  </a:lnTo>
                  <a:cubicBezTo>
                    <a:pt x="0" y="5022"/>
                    <a:pt x="5005" y="0"/>
                    <a:pt x="11205" y="0"/>
                  </a:cubicBezTo>
                  <a:lnTo>
                    <a:pt x="38619" y="0"/>
                  </a:lnTo>
                  <a:cubicBezTo>
                    <a:pt x="44819" y="0"/>
                    <a:pt x="49861" y="5022"/>
                    <a:pt x="49861" y="11220"/>
                  </a:cubicBezTo>
                  <a:lnTo>
                    <a:pt x="49861" y="38615"/>
                  </a:lnTo>
                  <a:cubicBezTo>
                    <a:pt x="49861" y="44812"/>
                    <a:pt x="44819" y="49835"/>
                    <a:pt x="38619" y="49835"/>
                  </a:cubicBezTo>
                  <a:close/>
                  <a:moveTo>
                    <a:pt x="11167" y="10361"/>
                  </a:moveTo>
                  <a:cubicBezTo>
                    <a:pt x="10719" y="10361"/>
                    <a:pt x="10308" y="10742"/>
                    <a:pt x="10308" y="11220"/>
                  </a:cubicBezTo>
                  <a:lnTo>
                    <a:pt x="10308" y="38615"/>
                  </a:lnTo>
                  <a:cubicBezTo>
                    <a:pt x="10308" y="39092"/>
                    <a:pt x="10719" y="39473"/>
                    <a:pt x="11167" y="39473"/>
                  </a:cubicBezTo>
                  <a:lnTo>
                    <a:pt x="38582" y="39473"/>
                  </a:lnTo>
                  <a:cubicBezTo>
                    <a:pt x="39067" y="39473"/>
                    <a:pt x="39441" y="39092"/>
                    <a:pt x="39441" y="38615"/>
                  </a:cubicBezTo>
                  <a:lnTo>
                    <a:pt x="39441" y="11220"/>
                  </a:lnTo>
                  <a:cubicBezTo>
                    <a:pt x="39441" y="10742"/>
                    <a:pt x="39067" y="10361"/>
                    <a:pt x="38582" y="10361"/>
                  </a:cubicBezTo>
                  <a:lnTo>
                    <a:pt x="11167" y="10361"/>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86" name="Google Shape;2286;p90"/>
            <p:cNvSpPr/>
            <p:nvPr/>
          </p:nvSpPr>
          <p:spPr>
            <a:xfrm>
              <a:off x="6594217" y="4995903"/>
              <a:ext cx="49861" cy="49830"/>
            </a:xfrm>
            <a:custGeom>
              <a:avLst/>
              <a:gdLst/>
              <a:ahLst/>
              <a:cxnLst/>
              <a:rect l="l" t="t" r="r" b="b"/>
              <a:pathLst>
                <a:path w="49861" h="49830" extrusionOk="0">
                  <a:moveTo>
                    <a:pt x="38619" y="49831"/>
                  </a:moveTo>
                  <a:lnTo>
                    <a:pt x="11205" y="49831"/>
                  </a:lnTo>
                  <a:cubicBezTo>
                    <a:pt x="5005" y="49831"/>
                    <a:pt x="0" y="44828"/>
                    <a:pt x="0" y="38630"/>
                  </a:cubicBezTo>
                  <a:lnTo>
                    <a:pt x="0" y="11224"/>
                  </a:lnTo>
                  <a:cubicBezTo>
                    <a:pt x="0" y="5022"/>
                    <a:pt x="5005" y="0"/>
                    <a:pt x="11205" y="0"/>
                  </a:cubicBezTo>
                  <a:lnTo>
                    <a:pt x="38619" y="0"/>
                  </a:lnTo>
                  <a:cubicBezTo>
                    <a:pt x="44819" y="0"/>
                    <a:pt x="49861" y="5022"/>
                    <a:pt x="49861" y="11224"/>
                  </a:cubicBezTo>
                  <a:lnTo>
                    <a:pt x="49861" y="38630"/>
                  </a:lnTo>
                  <a:cubicBezTo>
                    <a:pt x="49861" y="44828"/>
                    <a:pt x="44819" y="49831"/>
                    <a:pt x="38619" y="49831"/>
                  </a:cubicBezTo>
                  <a:close/>
                  <a:moveTo>
                    <a:pt x="11167" y="10365"/>
                  </a:moveTo>
                  <a:cubicBezTo>
                    <a:pt x="10719" y="10365"/>
                    <a:pt x="10308" y="10738"/>
                    <a:pt x="10308" y="11224"/>
                  </a:cubicBezTo>
                  <a:lnTo>
                    <a:pt x="10308" y="38630"/>
                  </a:lnTo>
                  <a:cubicBezTo>
                    <a:pt x="10308" y="39078"/>
                    <a:pt x="10719" y="39488"/>
                    <a:pt x="11167" y="39488"/>
                  </a:cubicBezTo>
                  <a:lnTo>
                    <a:pt x="38582" y="39488"/>
                  </a:lnTo>
                  <a:cubicBezTo>
                    <a:pt x="39067" y="39488"/>
                    <a:pt x="39441" y="39078"/>
                    <a:pt x="39441" y="38630"/>
                  </a:cubicBezTo>
                  <a:lnTo>
                    <a:pt x="39441" y="11224"/>
                  </a:lnTo>
                  <a:cubicBezTo>
                    <a:pt x="39441" y="10738"/>
                    <a:pt x="39067" y="10365"/>
                    <a:pt x="38582" y="10365"/>
                  </a:cubicBezTo>
                  <a:lnTo>
                    <a:pt x="11167" y="10365"/>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287" name="Google Shape;2287;p90"/>
          <p:cNvSpPr/>
          <p:nvPr/>
        </p:nvSpPr>
        <p:spPr>
          <a:xfrm>
            <a:off x="3823664" y="3546780"/>
            <a:ext cx="4702170" cy="112039"/>
          </a:xfrm>
          <a:custGeom>
            <a:avLst/>
            <a:gdLst/>
            <a:ahLst/>
            <a:cxnLst/>
            <a:rect l="l" t="t" r="r" b="b"/>
            <a:pathLst>
              <a:path w="5734354" h="136633" extrusionOk="0">
                <a:moveTo>
                  <a:pt x="5731329" y="136633"/>
                </a:moveTo>
                <a:cubicBezTo>
                  <a:pt x="5729649" y="136633"/>
                  <a:pt x="5728304" y="135271"/>
                  <a:pt x="5728304" y="133598"/>
                </a:cubicBezTo>
                <a:cubicBezTo>
                  <a:pt x="5728304" y="99273"/>
                  <a:pt x="5690320" y="71345"/>
                  <a:pt x="5643670" y="71345"/>
                </a:cubicBezTo>
                <a:lnTo>
                  <a:pt x="2954853" y="71345"/>
                </a:lnTo>
                <a:cubicBezTo>
                  <a:pt x="2912910" y="71345"/>
                  <a:pt x="2877503" y="49775"/>
                  <a:pt x="2867194" y="20581"/>
                </a:cubicBezTo>
                <a:cubicBezTo>
                  <a:pt x="2856886" y="49775"/>
                  <a:pt x="2821479" y="71345"/>
                  <a:pt x="2779535" y="71345"/>
                </a:cubicBezTo>
                <a:lnTo>
                  <a:pt x="90699" y="71345"/>
                </a:lnTo>
                <a:cubicBezTo>
                  <a:pt x="68260" y="71345"/>
                  <a:pt x="46328" y="78099"/>
                  <a:pt x="30522" y="89868"/>
                </a:cubicBezTo>
                <a:cubicBezTo>
                  <a:pt x="14753" y="101615"/>
                  <a:pt x="6066" y="117143"/>
                  <a:pt x="6066" y="133598"/>
                </a:cubicBezTo>
                <a:cubicBezTo>
                  <a:pt x="6066" y="135271"/>
                  <a:pt x="4710" y="136633"/>
                  <a:pt x="3033" y="136633"/>
                </a:cubicBezTo>
                <a:cubicBezTo>
                  <a:pt x="1360" y="136633"/>
                  <a:pt x="0" y="135271"/>
                  <a:pt x="0" y="133598"/>
                </a:cubicBezTo>
                <a:cubicBezTo>
                  <a:pt x="0" y="115448"/>
                  <a:pt x="9804" y="97739"/>
                  <a:pt x="26899" y="85003"/>
                </a:cubicBezTo>
                <a:cubicBezTo>
                  <a:pt x="43975" y="72286"/>
                  <a:pt x="66635" y="65285"/>
                  <a:pt x="90699" y="65285"/>
                </a:cubicBezTo>
                <a:lnTo>
                  <a:pt x="2779535" y="65285"/>
                </a:lnTo>
                <a:cubicBezTo>
                  <a:pt x="2826185" y="65285"/>
                  <a:pt x="2864169" y="37360"/>
                  <a:pt x="2864169" y="3032"/>
                </a:cubicBezTo>
                <a:cubicBezTo>
                  <a:pt x="2864169" y="1359"/>
                  <a:pt x="2865513" y="0"/>
                  <a:pt x="2867194" y="0"/>
                </a:cubicBezTo>
                <a:cubicBezTo>
                  <a:pt x="2868875" y="0"/>
                  <a:pt x="2870219" y="1359"/>
                  <a:pt x="2870219" y="3032"/>
                </a:cubicBezTo>
                <a:cubicBezTo>
                  <a:pt x="2870219" y="37360"/>
                  <a:pt x="2908204" y="65285"/>
                  <a:pt x="2954853" y="65285"/>
                </a:cubicBezTo>
                <a:lnTo>
                  <a:pt x="5643670" y="65285"/>
                </a:lnTo>
                <a:cubicBezTo>
                  <a:pt x="5693681" y="65285"/>
                  <a:pt x="5734355" y="95928"/>
                  <a:pt x="5734355" y="133598"/>
                </a:cubicBezTo>
                <a:cubicBezTo>
                  <a:pt x="5734355" y="135271"/>
                  <a:pt x="5733010" y="136633"/>
                  <a:pt x="5731329" y="136633"/>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288" name="Google Shape;2288;p90"/>
          <p:cNvGrpSpPr/>
          <p:nvPr/>
        </p:nvGrpSpPr>
        <p:grpSpPr>
          <a:xfrm>
            <a:off x="4191476" y="4367624"/>
            <a:ext cx="195343" cy="116754"/>
            <a:chOff x="4295194" y="5683946"/>
            <a:chExt cx="238572" cy="142592"/>
          </a:xfrm>
        </p:grpSpPr>
        <p:sp>
          <p:nvSpPr>
            <p:cNvPr id="2289" name="Google Shape;2289;p90"/>
            <p:cNvSpPr/>
            <p:nvPr/>
          </p:nvSpPr>
          <p:spPr>
            <a:xfrm>
              <a:off x="4305060" y="5683946"/>
              <a:ext cx="218837" cy="74563"/>
            </a:xfrm>
            <a:custGeom>
              <a:avLst/>
              <a:gdLst/>
              <a:ahLst/>
              <a:cxnLst/>
              <a:rect l="l" t="t" r="r" b="b"/>
              <a:pathLst>
                <a:path w="218837" h="74563" extrusionOk="0">
                  <a:moveTo>
                    <a:pt x="57365" y="51787"/>
                  </a:moveTo>
                  <a:cubicBezTo>
                    <a:pt x="57365" y="54700"/>
                    <a:pt x="57682" y="57089"/>
                    <a:pt x="58239" y="58844"/>
                  </a:cubicBezTo>
                  <a:cubicBezTo>
                    <a:pt x="58874" y="60599"/>
                    <a:pt x="59665" y="62503"/>
                    <a:pt x="60779" y="64557"/>
                  </a:cubicBezTo>
                  <a:cubicBezTo>
                    <a:pt x="61175" y="65192"/>
                    <a:pt x="61335" y="65826"/>
                    <a:pt x="61335" y="66386"/>
                  </a:cubicBezTo>
                  <a:cubicBezTo>
                    <a:pt x="61335" y="67170"/>
                    <a:pt x="60857" y="67955"/>
                    <a:pt x="59826" y="68739"/>
                  </a:cubicBezTo>
                  <a:lnTo>
                    <a:pt x="54829" y="72099"/>
                  </a:lnTo>
                  <a:cubicBezTo>
                    <a:pt x="54112" y="72547"/>
                    <a:pt x="53398" y="72808"/>
                    <a:pt x="52763" y="72808"/>
                  </a:cubicBezTo>
                  <a:cubicBezTo>
                    <a:pt x="51972" y="72808"/>
                    <a:pt x="51176" y="72398"/>
                    <a:pt x="50384" y="71689"/>
                  </a:cubicBezTo>
                  <a:cubicBezTo>
                    <a:pt x="49271" y="70494"/>
                    <a:pt x="48319" y="69224"/>
                    <a:pt x="47527" y="67955"/>
                  </a:cubicBezTo>
                  <a:cubicBezTo>
                    <a:pt x="46735" y="66611"/>
                    <a:pt x="45940" y="65117"/>
                    <a:pt x="45066" y="63288"/>
                  </a:cubicBezTo>
                  <a:cubicBezTo>
                    <a:pt x="38877" y="70568"/>
                    <a:pt x="31101" y="74227"/>
                    <a:pt x="21741" y="74227"/>
                  </a:cubicBezTo>
                  <a:cubicBezTo>
                    <a:pt x="15074" y="74227"/>
                    <a:pt x="9759" y="72323"/>
                    <a:pt x="5871" y="68515"/>
                  </a:cubicBezTo>
                  <a:cubicBezTo>
                    <a:pt x="1983" y="64706"/>
                    <a:pt x="0" y="59629"/>
                    <a:pt x="0" y="53281"/>
                  </a:cubicBezTo>
                  <a:cubicBezTo>
                    <a:pt x="0" y="46560"/>
                    <a:pt x="2379" y="41071"/>
                    <a:pt x="7220" y="36964"/>
                  </a:cubicBezTo>
                  <a:cubicBezTo>
                    <a:pt x="12060" y="32820"/>
                    <a:pt x="18488" y="30766"/>
                    <a:pt x="26660" y="30766"/>
                  </a:cubicBezTo>
                  <a:cubicBezTo>
                    <a:pt x="29357" y="30766"/>
                    <a:pt x="32135" y="30990"/>
                    <a:pt x="35071" y="31401"/>
                  </a:cubicBezTo>
                  <a:cubicBezTo>
                    <a:pt x="38007" y="31774"/>
                    <a:pt x="41021" y="32409"/>
                    <a:pt x="44196" y="33156"/>
                  </a:cubicBezTo>
                  <a:lnTo>
                    <a:pt x="44196" y="27331"/>
                  </a:lnTo>
                  <a:cubicBezTo>
                    <a:pt x="44196" y="21320"/>
                    <a:pt x="42926" y="17101"/>
                    <a:pt x="40464" y="14674"/>
                  </a:cubicBezTo>
                  <a:cubicBezTo>
                    <a:pt x="37925" y="12209"/>
                    <a:pt x="33641" y="11015"/>
                    <a:pt x="27530" y="11015"/>
                  </a:cubicBezTo>
                  <a:cubicBezTo>
                    <a:pt x="24755" y="11015"/>
                    <a:pt x="21898" y="11313"/>
                    <a:pt x="18962" y="12023"/>
                  </a:cubicBezTo>
                  <a:cubicBezTo>
                    <a:pt x="16027" y="12770"/>
                    <a:pt x="13169" y="13628"/>
                    <a:pt x="10394" y="14749"/>
                  </a:cubicBezTo>
                  <a:cubicBezTo>
                    <a:pt x="9124" y="15309"/>
                    <a:pt x="8172" y="15607"/>
                    <a:pt x="7616" y="15757"/>
                  </a:cubicBezTo>
                  <a:cubicBezTo>
                    <a:pt x="7059" y="15943"/>
                    <a:pt x="6663" y="16018"/>
                    <a:pt x="6346" y="16018"/>
                  </a:cubicBezTo>
                  <a:cubicBezTo>
                    <a:pt x="5236" y="16018"/>
                    <a:pt x="4680" y="15197"/>
                    <a:pt x="4680" y="13554"/>
                  </a:cubicBezTo>
                  <a:lnTo>
                    <a:pt x="4680" y="9671"/>
                  </a:lnTo>
                  <a:cubicBezTo>
                    <a:pt x="4680" y="8401"/>
                    <a:pt x="4841" y="7430"/>
                    <a:pt x="5236" y="6870"/>
                  </a:cubicBezTo>
                  <a:cubicBezTo>
                    <a:pt x="5632" y="6348"/>
                    <a:pt x="6346" y="5788"/>
                    <a:pt x="7459" y="5227"/>
                  </a:cubicBezTo>
                  <a:cubicBezTo>
                    <a:pt x="10234" y="3809"/>
                    <a:pt x="13565" y="2614"/>
                    <a:pt x="17453" y="1643"/>
                  </a:cubicBezTo>
                  <a:cubicBezTo>
                    <a:pt x="21341" y="635"/>
                    <a:pt x="25469" y="149"/>
                    <a:pt x="29831" y="149"/>
                  </a:cubicBezTo>
                  <a:cubicBezTo>
                    <a:pt x="39277" y="149"/>
                    <a:pt x="46179" y="2278"/>
                    <a:pt x="50623" y="6571"/>
                  </a:cubicBezTo>
                  <a:cubicBezTo>
                    <a:pt x="54986" y="10865"/>
                    <a:pt x="57208" y="17362"/>
                    <a:pt x="57208" y="26062"/>
                  </a:cubicBezTo>
                  <a:lnTo>
                    <a:pt x="57208" y="51787"/>
                  </a:lnTo>
                  <a:lnTo>
                    <a:pt x="57365" y="51787"/>
                  </a:lnTo>
                  <a:close/>
                  <a:moveTo>
                    <a:pt x="25151" y="63848"/>
                  </a:moveTo>
                  <a:cubicBezTo>
                    <a:pt x="27769" y="63848"/>
                    <a:pt x="30466" y="63362"/>
                    <a:pt x="33323" y="62392"/>
                  </a:cubicBezTo>
                  <a:cubicBezTo>
                    <a:pt x="36180" y="61458"/>
                    <a:pt x="38720" y="59703"/>
                    <a:pt x="40860" y="57351"/>
                  </a:cubicBezTo>
                  <a:cubicBezTo>
                    <a:pt x="42130" y="55820"/>
                    <a:pt x="43083" y="54177"/>
                    <a:pt x="43561" y="52273"/>
                  </a:cubicBezTo>
                  <a:cubicBezTo>
                    <a:pt x="44035" y="50368"/>
                    <a:pt x="44352" y="48054"/>
                    <a:pt x="44352" y="45365"/>
                  </a:cubicBezTo>
                  <a:lnTo>
                    <a:pt x="44352" y="42042"/>
                  </a:lnTo>
                  <a:cubicBezTo>
                    <a:pt x="42052" y="41482"/>
                    <a:pt x="39594" y="40997"/>
                    <a:pt x="37054" y="40661"/>
                  </a:cubicBezTo>
                  <a:cubicBezTo>
                    <a:pt x="34515" y="40362"/>
                    <a:pt x="32053" y="40213"/>
                    <a:pt x="29596" y="40213"/>
                  </a:cubicBezTo>
                  <a:cubicBezTo>
                    <a:pt x="24277" y="40213"/>
                    <a:pt x="20389" y="41221"/>
                    <a:pt x="17771" y="43386"/>
                  </a:cubicBezTo>
                  <a:cubicBezTo>
                    <a:pt x="15153" y="45515"/>
                    <a:pt x="13883" y="48539"/>
                    <a:pt x="13883" y="52497"/>
                  </a:cubicBezTo>
                  <a:cubicBezTo>
                    <a:pt x="13883" y="56231"/>
                    <a:pt x="14835" y="58994"/>
                    <a:pt x="16818" y="60898"/>
                  </a:cubicBezTo>
                  <a:cubicBezTo>
                    <a:pt x="18723" y="62877"/>
                    <a:pt x="21502" y="63848"/>
                    <a:pt x="25151" y="63848"/>
                  </a:cubicBezTo>
                  <a:close/>
                  <a:moveTo>
                    <a:pt x="88865" y="72398"/>
                  </a:moveTo>
                  <a:cubicBezTo>
                    <a:pt x="87439" y="72398"/>
                    <a:pt x="86486" y="72174"/>
                    <a:pt x="85851" y="71614"/>
                  </a:cubicBezTo>
                  <a:cubicBezTo>
                    <a:pt x="85216" y="71128"/>
                    <a:pt x="84660" y="70008"/>
                    <a:pt x="84185" y="68515"/>
                  </a:cubicBezTo>
                  <a:lnTo>
                    <a:pt x="65541" y="7206"/>
                  </a:lnTo>
                  <a:cubicBezTo>
                    <a:pt x="65063" y="5601"/>
                    <a:pt x="64824" y="4593"/>
                    <a:pt x="64824" y="4033"/>
                  </a:cubicBezTo>
                  <a:cubicBezTo>
                    <a:pt x="64824" y="2763"/>
                    <a:pt x="65458" y="2054"/>
                    <a:pt x="66728" y="2054"/>
                  </a:cubicBezTo>
                  <a:lnTo>
                    <a:pt x="74504" y="2054"/>
                  </a:lnTo>
                  <a:cubicBezTo>
                    <a:pt x="76013" y="2054"/>
                    <a:pt x="77044" y="2278"/>
                    <a:pt x="77601" y="2838"/>
                  </a:cubicBezTo>
                  <a:cubicBezTo>
                    <a:pt x="78236" y="3323"/>
                    <a:pt x="78710" y="4443"/>
                    <a:pt x="79188" y="5937"/>
                  </a:cubicBezTo>
                  <a:lnTo>
                    <a:pt x="92518" y="58434"/>
                  </a:lnTo>
                  <a:lnTo>
                    <a:pt x="104896" y="5937"/>
                  </a:lnTo>
                  <a:cubicBezTo>
                    <a:pt x="105291" y="4331"/>
                    <a:pt x="105766" y="3323"/>
                    <a:pt x="106401" y="2838"/>
                  </a:cubicBezTo>
                  <a:cubicBezTo>
                    <a:pt x="107036" y="2352"/>
                    <a:pt x="108149" y="2054"/>
                    <a:pt x="109576" y="2054"/>
                  </a:cubicBezTo>
                  <a:lnTo>
                    <a:pt x="115925" y="2054"/>
                  </a:lnTo>
                  <a:cubicBezTo>
                    <a:pt x="117430" y="2054"/>
                    <a:pt x="118465" y="2278"/>
                    <a:pt x="119100" y="2838"/>
                  </a:cubicBezTo>
                  <a:cubicBezTo>
                    <a:pt x="119731" y="3323"/>
                    <a:pt x="120287" y="4443"/>
                    <a:pt x="120605" y="5937"/>
                  </a:cubicBezTo>
                  <a:lnTo>
                    <a:pt x="133143" y="59068"/>
                  </a:lnTo>
                  <a:lnTo>
                    <a:pt x="146869" y="5937"/>
                  </a:lnTo>
                  <a:cubicBezTo>
                    <a:pt x="147347" y="4331"/>
                    <a:pt x="147900" y="3323"/>
                    <a:pt x="148456" y="2838"/>
                  </a:cubicBezTo>
                  <a:cubicBezTo>
                    <a:pt x="149091" y="2352"/>
                    <a:pt x="150122" y="2054"/>
                    <a:pt x="151553" y="2054"/>
                  </a:cubicBezTo>
                  <a:lnTo>
                    <a:pt x="158929" y="2054"/>
                  </a:lnTo>
                  <a:cubicBezTo>
                    <a:pt x="160199" y="2054"/>
                    <a:pt x="160912" y="2689"/>
                    <a:pt x="160912" y="4033"/>
                  </a:cubicBezTo>
                  <a:cubicBezTo>
                    <a:pt x="160912" y="4443"/>
                    <a:pt x="160834" y="4817"/>
                    <a:pt x="160755" y="5302"/>
                  </a:cubicBezTo>
                  <a:cubicBezTo>
                    <a:pt x="160677" y="5788"/>
                    <a:pt x="160516" y="6422"/>
                    <a:pt x="160199" y="7281"/>
                  </a:cubicBezTo>
                  <a:lnTo>
                    <a:pt x="141076" y="68589"/>
                  </a:lnTo>
                  <a:cubicBezTo>
                    <a:pt x="140602" y="70195"/>
                    <a:pt x="140045" y="71203"/>
                    <a:pt x="139410" y="71689"/>
                  </a:cubicBezTo>
                  <a:cubicBezTo>
                    <a:pt x="138775" y="72174"/>
                    <a:pt x="137744" y="72473"/>
                    <a:pt x="136396" y="72473"/>
                  </a:cubicBezTo>
                  <a:lnTo>
                    <a:pt x="129572" y="72473"/>
                  </a:lnTo>
                  <a:cubicBezTo>
                    <a:pt x="128064" y="72473"/>
                    <a:pt x="127033" y="72249"/>
                    <a:pt x="126398" y="71689"/>
                  </a:cubicBezTo>
                  <a:cubicBezTo>
                    <a:pt x="125763" y="71128"/>
                    <a:pt x="125206" y="70120"/>
                    <a:pt x="124889" y="68515"/>
                  </a:cubicBezTo>
                  <a:lnTo>
                    <a:pt x="112593" y="17362"/>
                  </a:lnTo>
                  <a:lnTo>
                    <a:pt x="100373" y="68440"/>
                  </a:lnTo>
                  <a:cubicBezTo>
                    <a:pt x="99977" y="70008"/>
                    <a:pt x="99499" y="71054"/>
                    <a:pt x="98864" y="71614"/>
                  </a:cubicBezTo>
                  <a:cubicBezTo>
                    <a:pt x="98229" y="72174"/>
                    <a:pt x="97119" y="72398"/>
                    <a:pt x="95689" y="72398"/>
                  </a:cubicBezTo>
                  <a:lnTo>
                    <a:pt x="88865" y="72398"/>
                  </a:lnTo>
                  <a:close/>
                  <a:moveTo>
                    <a:pt x="190829" y="74564"/>
                  </a:moveTo>
                  <a:cubicBezTo>
                    <a:pt x="186702" y="74564"/>
                    <a:pt x="182575" y="74078"/>
                    <a:pt x="178608" y="73107"/>
                  </a:cubicBezTo>
                  <a:cubicBezTo>
                    <a:pt x="174642" y="72174"/>
                    <a:pt x="171546" y="71128"/>
                    <a:pt x="169484" y="69934"/>
                  </a:cubicBezTo>
                  <a:cubicBezTo>
                    <a:pt x="168214" y="69224"/>
                    <a:pt x="167340" y="68440"/>
                    <a:pt x="167023" y="67731"/>
                  </a:cubicBezTo>
                  <a:cubicBezTo>
                    <a:pt x="166705" y="67021"/>
                    <a:pt x="166548" y="66200"/>
                    <a:pt x="166548" y="65490"/>
                  </a:cubicBezTo>
                  <a:lnTo>
                    <a:pt x="166548" y="61458"/>
                  </a:lnTo>
                  <a:cubicBezTo>
                    <a:pt x="166548" y="59778"/>
                    <a:pt x="167183" y="58994"/>
                    <a:pt x="168371" y="58994"/>
                  </a:cubicBezTo>
                  <a:cubicBezTo>
                    <a:pt x="168849" y="58994"/>
                    <a:pt x="169323" y="59068"/>
                    <a:pt x="169801" y="59255"/>
                  </a:cubicBezTo>
                  <a:cubicBezTo>
                    <a:pt x="170276" y="59404"/>
                    <a:pt x="170989" y="59703"/>
                    <a:pt x="171785" y="60039"/>
                  </a:cubicBezTo>
                  <a:cubicBezTo>
                    <a:pt x="174481" y="61234"/>
                    <a:pt x="177417" y="62167"/>
                    <a:pt x="180513" y="62802"/>
                  </a:cubicBezTo>
                  <a:cubicBezTo>
                    <a:pt x="183688" y="63437"/>
                    <a:pt x="186781" y="63773"/>
                    <a:pt x="189955" y="63773"/>
                  </a:cubicBezTo>
                  <a:cubicBezTo>
                    <a:pt x="194952" y="63773"/>
                    <a:pt x="198840" y="62877"/>
                    <a:pt x="201541" y="61122"/>
                  </a:cubicBezTo>
                  <a:cubicBezTo>
                    <a:pt x="204237" y="59404"/>
                    <a:pt x="205664" y="56866"/>
                    <a:pt x="205664" y="53617"/>
                  </a:cubicBezTo>
                  <a:cubicBezTo>
                    <a:pt x="205664" y="51377"/>
                    <a:pt x="204951" y="49547"/>
                    <a:pt x="203524" y="48054"/>
                  </a:cubicBezTo>
                  <a:cubicBezTo>
                    <a:pt x="202094" y="46560"/>
                    <a:pt x="199397" y="45179"/>
                    <a:pt x="195509" y="43909"/>
                  </a:cubicBezTo>
                  <a:lnTo>
                    <a:pt x="184002" y="40362"/>
                  </a:lnTo>
                  <a:cubicBezTo>
                    <a:pt x="178213" y="38533"/>
                    <a:pt x="173925" y="35845"/>
                    <a:pt x="171307" y="32260"/>
                  </a:cubicBezTo>
                  <a:cubicBezTo>
                    <a:pt x="168688" y="28788"/>
                    <a:pt x="167340" y="24904"/>
                    <a:pt x="167340" y="20760"/>
                  </a:cubicBezTo>
                  <a:cubicBezTo>
                    <a:pt x="167340" y="17437"/>
                    <a:pt x="168053" y="14487"/>
                    <a:pt x="169484" y="11948"/>
                  </a:cubicBezTo>
                  <a:cubicBezTo>
                    <a:pt x="170911" y="9409"/>
                    <a:pt x="172816" y="7206"/>
                    <a:pt x="175195" y="5452"/>
                  </a:cubicBezTo>
                  <a:cubicBezTo>
                    <a:pt x="177577" y="3622"/>
                    <a:pt x="180274" y="2278"/>
                    <a:pt x="183449" y="1344"/>
                  </a:cubicBezTo>
                  <a:cubicBezTo>
                    <a:pt x="186623" y="374"/>
                    <a:pt x="189955" y="0"/>
                    <a:pt x="193447" y="0"/>
                  </a:cubicBezTo>
                  <a:cubicBezTo>
                    <a:pt x="195191" y="0"/>
                    <a:pt x="197018" y="75"/>
                    <a:pt x="198762" y="299"/>
                  </a:cubicBezTo>
                  <a:cubicBezTo>
                    <a:pt x="200588" y="523"/>
                    <a:pt x="202254" y="859"/>
                    <a:pt x="203920" y="1158"/>
                  </a:cubicBezTo>
                  <a:cubicBezTo>
                    <a:pt x="205507" y="1568"/>
                    <a:pt x="207013" y="1979"/>
                    <a:pt x="208443" y="2427"/>
                  </a:cubicBezTo>
                  <a:cubicBezTo>
                    <a:pt x="209870" y="2912"/>
                    <a:pt x="210983" y="3398"/>
                    <a:pt x="211775" y="3883"/>
                  </a:cubicBezTo>
                  <a:cubicBezTo>
                    <a:pt x="212884" y="4518"/>
                    <a:pt x="213679" y="5153"/>
                    <a:pt x="214154" y="5862"/>
                  </a:cubicBezTo>
                  <a:cubicBezTo>
                    <a:pt x="214632" y="6497"/>
                    <a:pt x="214871" y="7356"/>
                    <a:pt x="214871" y="8476"/>
                  </a:cubicBezTo>
                  <a:lnTo>
                    <a:pt x="214871" y="12209"/>
                  </a:lnTo>
                  <a:cubicBezTo>
                    <a:pt x="214871" y="13853"/>
                    <a:pt x="214236" y="14749"/>
                    <a:pt x="213045" y="14749"/>
                  </a:cubicBezTo>
                  <a:cubicBezTo>
                    <a:pt x="212410" y="14749"/>
                    <a:pt x="211379" y="14412"/>
                    <a:pt x="210030" y="13778"/>
                  </a:cubicBezTo>
                  <a:cubicBezTo>
                    <a:pt x="205507" y="11724"/>
                    <a:pt x="200428" y="10679"/>
                    <a:pt x="194796" y="10679"/>
                  </a:cubicBezTo>
                  <a:cubicBezTo>
                    <a:pt x="190273" y="10679"/>
                    <a:pt x="186702" y="11388"/>
                    <a:pt x="184241" y="12919"/>
                  </a:cubicBezTo>
                  <a:cubicBezTo>
                    <a:pt x="181783" y="14412"/>
                    <a:pt x="180513" y="16728"/>
                    <a:pt x="180513" y="19976"/>
                  </a:cubicBezTo>
                  <a:cubicBezTo>
                    <a:pt x="180513" y="22179"/>
                    <a:pt x="181305" y="24083"/>
                    <a:pt x="182892" y="25614"/>
                  </a:cubicBezTo>
                  <a:cubicBezTo>
                    <a:pt x="184480" y="27107"/>
                    <a:pt x="187415" y="28601"/>
                    <a:pt x="191621" y="29982"/>
                  </a:cubicBezTo>
                  <a:lnTo>
                    <a:pt x="202889" y="33530"/>
                  </a:lnTo>
                  <a:cubicBezTo>
                    <a:pt x="208600" y="35359"/>
                    <a:pt x="212727" y="37898"/>
                    <a:pt x="215188" y="41146"/>
                  </a:cubicBezTo>
                  <a:cubicBezTo>
                    <a:pt x="217646" y="44395"/>
                    <a:pt x="218837" y="48128"/>
                    <a:pt x="218837" y="52273"/>
                  </a:cubicBezTo>
                  <a:cubicBezTo>
                    <a:pt x="218837" y="55671"/>
                    <a:pt x="218124" y="58769"/>
                    <a:pt x="216772" y="61458"/>
                  </a:cubicBezTo>
                  <a:cubicBezTo>
                    <a:pt x="215345" y="64146"/>
                    <a:pt x="213440" y="66536"/>
                    <a:pt x="210983" y="68440"/>
                  </a:cubicBezTo>
                  <a:cubicBezTo>
                    <a:pt x="208521" y="70419"/>
                    <a:pt x="205586" y="71838"/>
                    <a:pt x="202172" y="72883"/>
                  </a:cubicBezTo>
                  <a:cubicBezTo>
                    <a:pt x="198601" y="74004"/>
                    <a:pt x="194874" y="74564"/>
                    <a:pt x="190829" y="74564"/>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90" name="Google Shape;2290;p90"/>
            <p:cNvSpPr/>
            <p:nvPr/>
          </p:nvSpPr>
          <p:spPr>
            <a:xfrm>
              <a:off x="4295194" y="5777564"/>
              <a:ext cx="217584" cy="48974"/>
            </a:xfrm>
            <a:custGeom>
              <a:avLst/>
              <a:gdLst/>
              <a:ahLst/>
              <a:cxnLst/>
              <a:rect l="l" t="t" r="r" b="b"/>
              <a:pathLst>
                <a:path w="217584" h="48974" extrusionOk="0">
                  <a:moveTo>
                    <a:pt x="215691" y="19478"/>
                  </a:moveTo>
                  <a:cubicBezTo>
                    <a:pt x="189584" y="38744"/>
                    <a:pt x="151655" y="48975"/>
                    <a:pt x="119046" y="48975"/>
                  </a:cubicBezTo>
                  <a:cubicBezTo>
                    <a:pt x="73341" y="48975"/>
                    <a:pt x="32160" y="32098"/>
                    <a:pt x="1055" y="4020"/>
                  </a:cubicBezTo>
                  <a:cubicBezTo>
                    <a:pt x="-1402" y="1780"/>
                    <a:pt x="820" y="-1208"/>
                    <a:pt x="3756" y="510"/>
                  </a:cubicBezTo>
                  <a:cubicBezTo>
                    <a:pt x="37396" y="20038"/>
                    <a:pt x="78895" y="31837"/>
                    <a:pt x="121825" y="31837"/>
                  </a:cubicBezTo>
                  <a:cubicBezTo>
                    <a:pt x="150785" y="31837"/>
                    <a:pt x="182603" y="25825"/>
                    <a:pt x="211881" y="13466"/>
                  </a:cubicBezTo>
                  <a:cubicBezTo>
                    <a:pt x="216244" y="11450"/>
                    <a:pt x="219975" y="16304"/>
                    <a:pt x="215691" y="19478"/>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91" name="Google Shape;2291;p90"/>
            <p:cNvSpPr/>
            <p:nvPr/>
          </p:nvSpPr>
          <p:spPr>
            <a:xfrm>
              <a:off x="4489053" y="5772846"/>
              <a:ext cx="44713" cy="44024"/>
            </a:xfrm>
            <a:custGeom>
              <a:avLst/>
              <a:gdLst/>
              <a:ahLst/>
              <a:cxnLst/>
              <a:rect l="l" t="t" r="r" b="b"/>
              <a:pathLst>
                <a:path w="44713" h="44024" extrusionOk="0">
                  <a:moveTo>
                    <a:pt x="32701" y="11838"/>
                  </a:moveTo>
                  <a:cubicBezTo>
                    <a:pt x="29370" y="7544"/>
                    <a:pt x="10643" y="9746"/>
                    <a:pt x="2153" y="10792"/>
                  </a:cubicBezTo>
                  <a:cubicBezTo>
                    <a:pt x="-387" y="11091"/>
                    <a:pt x="-783" y="8888"/>
                    <a:pt x="1518" y="7207"/>
                  </a:cubicBezTo>
                  <a:cubicBezTo>
                    <a:pt x="16436" y="-3247"/>
                    <a:pt x="40956" y="-223"/>
                    <a:pt x="43809" y="3250"/>
                  </a:cubicBezTo>
                  <a:cubicBezTo>
                    <a:pt x="46666" y="6834"/>
                    <a:pt x="43017" y="31328"/>
                    <a:pt x="29052" y="43089"/>
                  </a:cubicBezTo>
                  <a:cubicBezTo>
                    <a:pt x="26908" y="44881"/>
                    <a:pt x="24847" y="43948"/>
                    <a:pt x="25799" y="41558"/>
                  </a:cubicBezTo>
                  <a:cubicBezTo>
                    <a:pt x="28974" y="33717"/>
                    <a:pt x="36033" y="16019"/>
                    <a:pt x="32701" y="11838"/>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292" name="Google Shape;2292;p90"/>
          <p:cNvGrpSpPr/>
          <p:nvPr/>
        </p:nvGrpSpPr>
        <p:grpSpPr>
          <a:xfrm>
            <a:off x="7690278" y="4379457"/>
            <a:ext cx="612398" cy="95915"/>
            <a:chOff x="8568279" y="5698397"/>
            <a:chExt cx="747921" cy="117141"/>
          </a:xfrm>
        </p:grpSpPr>
        <p:grpSp>
          <p:nvGrpSpPr>
            <p:cNvPr id="2293" name="Google Shape;2293;p90"/>
            <p:cNvGrpSpPr/>
            <p:nvPr/>
          </p:nvGrpSpPr>
          <p:grpSpPr>
            <a:xfrm>
              <a:off x="8568279" y="5698397"/>
              <a:ext cx="138642" cy="111564"/>
              <a:chOff x="8568279" y="5698397"/>
              <a:chExt cx="138642" cy="111564"/>
            </a:xfrm>
          </p:grpSpPr>
          <p:sp>
            <p:nvSpPr>
              <p:cNvPr id="2294" name="Google Shape;2294;p90"/>
              <p:cNvSpPr/>
              <p:nvPr/>
            </p:nvSpPr>
            <p:spPr>
              <a:xfrm>
                <a:off x="8584975" y="5698397"/>
                <a:ext cx="88144" cy="39987"/>
              </a:xfrm>
              <a:custGeom>
                <a:avLst/>
                <a:gdLst/>
                <a:ahLst/>
                <a:cxnLst/>
                <a:rect l="l" t="t" r="r" b="b"/>
                <a:pathLst>
                  <a:path w="88144" h="39987" extrusionOk="0">
                    <a:moveTo>
                      <a:pt x="71262" y="30728"/>
                    </a:moveTo>
                    <a:lnTo>
                      <a:pt x="75483" y="30728"/>
                    </a:lnTo>
                    <a:lnTo>
                      <a:pt x="87547" y="18667"/>
                    </a:lnTo>
                    <a:lnTo>
                      <a:pt x="88144" y="13552"/>
                    </a:lnTo>
                    <a:cubicBezTo>
                      <a:pt x="65697" y="-6237"/>
                      <a:pt x="31485" y="-4109"/>
                      <a:pt x="11690" y="18331"/>
                    </a:cubicBezTo>
                    <a:cubicBezTo>
                      <a:pt x="6162" y="24567"/>
                      <a:pt x="2203" y="31960"/>
                      <a:pt x="0" y="39987"/>
                    </a:cubicBezTo>
                    <a:cubicBezTo>
                      <a:pt x="1345" y="39427"/>
                      <a:pt x="2838" y="39352"/>
                      <a:pt x="4257" y="39726"/>
                    </a:cubicBezTo>
                    <a:lnTo>
                      <a:pt x="28348" y="35768"/>
                    </a:lnTo>
                    <a:cubicBezTo>
                      <a:pt x="28348" y="35768"/>
                      <a:pt x="29580" y="33714"/>
                      <a:pt x="30215" y="33864"/>
                    </a:cubicBezTo>
                    <a:cubicBezTo>
                      <a:pt x="40935" y="22065"/>
                      <a:pt x="58974" y="20721"/>
                      <a:pt x="71337" y="30728"/>
                    </a:cubicBezTo>
                    <a:lnTo>
                      <a:pt x="71262" y="30728"/>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95" name="Google Shape;2295;p90"/>
              <p:cNvSpPr/>
              <p:nvPr/>
            </p:nvSpPr>
            <p:spPr>
              <a:xfrm>
                <a:off x="8634351" y="5711987"/>
                <a:ext cx="72570" cy="97974"/>
              </a:xfrm>
              <a:custGeom>
                <a:avLst/>
                <a:gdLst/>
                <a:ahLst/>
                <a:cxnLst/>
                <a:rect l="l" t="t" r="r" b="b"/>
                <a:pathLst>
                  <a:path w="72570" h="97974" extrusionOk="0">
                    <a:moveTo>
                      <a:pt x="55352" y="26398"/>
                    </a:moveTo>
                    <a:cubicBezTo>
                      <a:pt x="52550" y="16205"/>
                      <a:pt x="46873" y="7020"/>
                      <a:pt x="38955" y="0"/>
                    </a:cubicBezTo>
                    <a:lnTo>
                      <a:pt x="22073" y="16914"/>
                    </a:lnTo>
                    <a:cubicBezTo>
                      <a:pt x="29207" y="22776"/>
                      <a:pt x="33278" y="31551"/>
                      <a:pt x="33091" y="40773"/>
                    </a:cubicBezTo>
                    <a:lnTo>
                      <a:pt x="33091" y="43760"/>
                    </a:lnTo>
                    <a:cubicBezTo>
                      <a:pt x="41420" y="43760"/>
                      <a:pt x="48143" y="50518"/>
                      <a:pt x="48143" y="58807"/>
                    </a:cubicBezTo>
                    <a:cubicBezTo>
                      <a:pt x="48143" y="67133"/>
                      <a:pt x="41420" y="73854"/>
                      <a:pt x="33091" y="73854"/>
                    </a:cubicBezTo>
                    <a:lnTo>
                      <a:pt x="2988" y="73854"/>
                    </a:lnTo>
                    <a:lnTo>
                      <a:pt x="0" y="76916"/>
                    </a:lnTo>
                    <a:lnTo>
                      <a:pt x="0" y="94950"/>
                    </a:lnTo>
                    <a:lnTo>
                      <a:pt x="2988" y="97974"/>
                    </a:lnTo>
                    <a:lnTo>
                      <a:pt x="33091" y="97974"/>
                    </a:lnTo>
                    <a:cubicBezTo>
                      <a:pt x="54717" y="98124"/>
                      <a:pt x="72383" y="80724"/>
                      <a:pt x="72570" y="59106"/>
                    </a:cubicBezTo>
                    <a:cubicBezTo>
                      <a:pt x="72644" y="46038"/>
                      <a:pt x="66183" y="33753"/>
                      <a:pt x="55352" y="26398"/>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96" name="Google Shape;2296;p90"/>
              <p:cNvSpPr/>
              <p:nvPr/>
            </p:nvSpPr>
            <p:spPr>
              <a:xfrm>
                <a:off x="8583556" y="5784347"/>
                <a:ext cx="53745" cy="25427"/>
              </a:xfrm>
              <a:custGeom>
                <a:avLst/>
                <a:gdLst/>
                <a:ahLst/>
                <a:cxnLst/>
                <a:rect l="l" t="t" r="r" b="b"/>
                <a:pathLst>
                  <a:path w="53745" h="25427" extrusionOk="0">
                    <a:moveTo>
                      <a:pt x="23642" y="25427"/>
                    </a:moveTo>
                    <a:lnTo>
                      <a:pt x="53745" y="25427"/>
                    </a:lnTo>
                    <a:lnTo>
                      <a:pt x="53745" y="1344"/>
                    </a:lnTo>
                    <a:lnTo>
                      <a:pt x="23642" y="1344"/>
                    </a:lnTo>
                    <a:cubicBezTo>
                      <a:pt x="21476" y="1344"/>
                      <a:pt x="19384" y="859"/>
                      <a:pt x="17404" y="0"/>
                    </a:cubicBezTo>
                    <a:lnTo>
                      <a:pt x="13184" y="1307"/>
                    </a:lnTo>
                    <a:lnTo>
                      <a:pt x="1045" y="13330"/>
                    </a:lnTo>
                    <a:lnTo>
                      <a:pt x="0" y="17586"/>
                    </a:lnTo>
                    <a:cubicBezTo>
                      <a:pt x="6797" y="22702"/>
                      <a:pt x="15089" y="25465"/>
                      <a:pt x="23642" y="25427"/>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297" name="Google Shape;2297;p90"/>
              <p:cNvSpPr/>
              <p:nvPr/>
            </p:nvSpPr>
            <p:spPr>
              <a:xfrm>
                <a:off x="8568279" y="5731626"/>
                <a:ext cx="70105" cy="70157"/>
              </a:xfrm>
              <a:custGeom>
                <a:avLst/>
                <a:gdLst/>
                <a:ahLst/>
                <a:cxnLst/>
                <a:rect l="l" t="t" r="r" b="b"/>
                <a:pathLst>
                  <a:path w="70105" h="70157" extrusionOk="0">
                    <a:moveTo>
                      <a:pt x="38919" y="0"/>
                    </a:moveTo>
                    <a:cubicBezTo>
                      <a:pt x="17294" y="112"/>
                      <a:pt x="-148" y="17736"/>
                      <a:pt x="1" y="39354"/>
                    </a:cubicBezTo>
                    <a:cubicBezTo>
                      <a:pt x="38" y="51452"/>
                      <a:pt x="5678" y="62802"/>
                      <a:pt x="15277" y="70158"/>
                    </a:cubicBezTo>
                    <a:lnTo>
                      <a:pt x="32719" y="52721"/>
                    </a:lnTo>
                    <a:cubicBezTo>
                      <a:pt x="25174" y="49286"/>
                      <a:pt x="21776" y="40362"/>
                      <a:pt x="25212" y="32783"/>
                    </a:cubicBezTo>
                    <a:cubicBezTo>
                      <a:pt x="28648" y="25203"/>
                      <a:pt x="37537" y="21843"/>
                      <a:pt x="45119" y="25278"/>
                    </a:cubicBezTo>
                    <a:cubicBezTo>
                      <a:pt x="48480" y="26771"/>
                      <a:pt x="51132" y="29460"/>
                      <a:pt x="52663" y="32783"/>
                    </a:cubicBezTo>
                    <a:lnTo>
                      <a:pt x="70106" y="15346"/>
                    </a:lnTo>
                    <a:cubicBezTo>
                      <a:pt x="62673" y="5638"/>
                      <a:pt x="51132" y="-37"/>
                      <a:pt x="38919" y="0"/>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298" name="Google Shape;2298;p90"/>
            <p:cNvGrpSpPr/>
            <p:nvPr/>
          </p:nvGrpSpPr>
          <p:grpSpPr>
            <a:xfrm>
              <a:off x="8747443" y="5714708"/>
              <a:ext cx="568757" cy="100830"/>
              <a:chOff x="8747443" y="5714708"/>
              <a:chExt cx="568757" cy="100830"/>
            </a:xfrm>
          </p:grpSpPr>
          <p:sp>
            <p:nvSpPr>
              <p:cNvPr id="2299" name="Google Shape;2299;p90"/>
              <p:cNvSpPr/>
              <p:nvPr/>
            </p:nvSpPr>
            <p:spPr>
              <a:xfrm>
                <a:off x="8747443" y="5714708"/>
                <a:ext cx="308881" cy="100830"/>
              </a:xfrm>
              <a:custGeom>
                <a:avLst/>
                <a:gdLst/>
                <a:ahLst/>
                <a:cxnLst/>
                <a:rect l="l" t="t" r="r" b="b"/>
                <a:pathLst>
                  <a:path w="308881" h="100830" extrusionOk="0">
                    <a:moveTo>
                      <a:pt x="39630" y="78264"/>
                    </a:moveTo>
                    <a:cubicBezTo>
                      <a:pt x="29172" y="78376"/>
                      <a:pt x="19088" y="74231"/>
                      <a:pt x="11729" y="66801"/>
                    </a:cubicBezTo>
                    <a:cubicBezTo>
                      <a:pt x="4111" y="59633"/>
                      <a:pt x="-110" y="49663"/>
                      <a:pt x="2" y="39246"/>
                    </a:cubicBezTo>
                    <a:cubicBezTo>
                      <a:pt x="-110" y="28792"/>
                      <a:pt x="4148" y="18822"/>
                      <a:pt x="11729" y="11653"/>
                    </a:cubicBezTo>
                    <a:cubicBezTo>
                      <a:pt x="19050" y="4149"/>
                      <a:pt x="29134" y="-70"/>
                      <a:pt x="39630" y="4"/>
                    </a:cubicBezTo>
                    <a:cubicBezTo>
                      <a:pt x="49639" y="-145"/>
                      <a:pt x="59276" y="3738"/>
                      <a:pt x="66409" y="10795"/>
                    </a:cubicBezTo>
                    <a:lnTo>
                      <a:pt x="58864" y="18449"/>
                    </a:lnTo>
                    <a:cubicBezTo>
                      <a:pt x="53710" y="13446"/>
                      <a:pt x="46801" y="10720"/>
                      <a:pt x="39630" y="10832"/>
                    </a:cubicBezTo>
                    <a:cubicBezTo>
                      <a:pt x="32123" y="10720"/>
                      <a:pt x="24914" y="13782"/>
                      <a:pt x="19760" y="19271"/>
                    </a:cubicBezTo>
                    <a:cubicBezTo>
                      <a:pt x="14419" y="24573"/>
                      <a:pt x="11468" y="31816"/>
                      <a:pt x="11580" y="39358"/>
                    </a:cubicBezTo>
                    <a:cubicBezTo>
                      <a:pt x="11543" y="46788"/>
                      <a:pt x="14493" y="53957"/>
                      <a:pt x="19760" y="59185"/>
                    </a:cubicBezTo>
                    <a:cubicBezTo>
                      <a:pt x="30628" y="70012"/>
                      <a:pt x="48182" y="70237"/>
                      <a:pt x="59350" y="59633"/>
                    </a:cubicBezTo>
                    <a:cubicBezTo>
                      <a:pt x="62637" y="56011"/>
                      <a:pt x="64691" y="51381"/>
                      <a:pt x="65139" y="46490"/>
                    </a:cubicBezTo>
                    <a:lnTo>
                      <a:pt x="39741" y="46490"/>
                    </a:lnTo>
                    <a:lnTo>
                      <a:pt x="39741" y="35662"/>
                    </a:lnTo>
                    <a:lnTo>
                      <a:pt x="75672" y="35662"/>
                    </a:lnTo>
                    <a:cubicBezTo>
                      <a:pt x="76008" y="37865"/>
                      <a:pt x="76157" y="40068"/>
                      <a:pt x="76083" y="42271"/>
                    </a:cubicBezTo>
                    <a:cubicBezTo>
                      <a:pt x="76531" y="51493"/>
                      <a:pt x="73207" y="60529"/>
                      <a:pt x="66820" y="67212"/>
                    </a:cubicBezTo>
                    <a:cubicBezTo>
                      <a:pt x="59724" y="74605"/>
                      <a:pt x="49863" y="78600"/>
                      <a:pt x="39630" y="78264"/>
                    </a:cubicBezTo>
                    <a:close/>
                    <a:moveTo>
                      <a:pt x="123105" y="71058"/>
                    </a:moveTo>
                    <a:cubicBezTo>
                      <a:pt x="113096" y="80654"/>
                      <a:pt x="97297" y="80654"/>
                      <a:pt x="87288" y="71058"/>
                    </a:cubicBezTo>
                    <a:cubicBezTo>
                      <a:pt x="82432" y="66353"/>
                      <a:pt x="79780" y="59857"/>
                      <a:pt x="79967" y="53099"/>
                    </a:cubicBezTo>
                    <a:cubicBezTo>
                      <a:pt x="79780" y="46340"/>
                      <a:pt x="82432" y="39844"/>
                      <a:pt x="87288" y="35139"/>
                    </a:cubicBezTo>
                    <a:cubicBezTo>
                      <a:pt x="97297" y="25543"/>
                      <a:pt x="113096" y="25543"/>
                      <a:pt x="123105" y="35139"/>
                    </a:cubicBezTo>
                    <a:cubicBezTo>
                      <a:pt x="127961" y="39844"/>
                      <a:pt x="130613" y="46340"/>
                      <a:pt x="130426" y="53099"/>
                    </a:cubicBezTo>
                    <a:cubicBezTo>
                      <a:pt x="130613" y="59857"/>
                      <a:pt x="127924" y="66353"/>
                      <a:pt x="123068" y="71058"/>
                    </a:cubicBezTo>
                    <a:lnTo>
                      <a:pt x="123105" y="71058"/>
                    </a:lnTo>
                    <a:close/>
                    <a:moveTo>
                      <a:pt x="95206" y="64001"/>
                    </a:moveTo>
                    <a:cubicBezTo>
                      <a:pt x="100360" y="69527"/>
                      <a:pt x="109025" y="69826"/>
                      <a:pt x="114552" y="64636"/>
                    </a:cubicBezTo>
                    <a:cubicBezTo>
                      <a:pt x="114777" y="64449"/>
                      <a:pt x="115001" y="64225"/>
                      <a:pt x="115187" y="64001"/>
                    </a:cubicBezTo>
                    <a:cubicBezTo>
                      <a:pt x="118026" y="61089"/>
                      <a:pt x="119557" y="57168"/>
                      <a:pt x="119445" y="53099"/>
                    </a:cubicBezTo>
                    <a:cubicBezTo>
                      <a:pt x="119557" y="49029"/>
                      <a:pt x="118026" y="45071"/>
                      <a:pt x="115187" y="42159"/>
                    </a:cubicBezTo>
                    <a:cubicBezTo>
                      <a:pt x="109884" y="36595"/>
                      <a:pt x="101069" y="36408"/>
                      <a:pt x="95542" y="41748"/>
                    </a:cubicBezTo>
                    <a:cubicBezTo>
                      <a:pt x="95392" y="41860"/>
                      <a:pt x="95243" y="42009"/>
                      <a:pt x="95131" y="42159"/>
                    </a:cubicBezTo>
                    <a:cubicBezTo>
                      <a:pt x="92292" y="45071"/>
                      <a:pt x="90761" y="49029"/>
                      <a:pt x="90873" y="53099"/>
                    </a:cubicBezTo>
                    <a:cubicBezTo>
                      <a:pt x="90761" y="57168"/>
                      <a:pt x="92330" y="61089"/>
                      <a:pt x="95168" y="64001"/>
                    </a:cubicBezTo>
                    <a:lnTo>
                      <a:pt x="95206" y="64001"/>
                    </a:lnTo>
                    <a:close/>
                    <a:moveTo>
                      <a:pt x="178158" y="71058"/>
                    </a:moveTo>
                    <a:cubicBezTo>
                      <a:pt x="168149" y="80654"/>
                      <a:pt x="152350" y="80654"/>
                      <a:pt x="142341" y="71058"/>
                    </a:cubicBezTo>
                    <a:cubicBezTo>
                      <a:pt x="137485" y="66353"/>
                      <a:pt x="134833" y="59857"/>
                      <a:pt x="135020" y="53099"/>
                    </a:cubicBezTo>
                    <a:cubicBezTo>
                      <a:pt x="134833" y="46340"/>
                      <a:pt x="137485" y="39844"/>
                      <a:pt x="142341" y="35139"/>
                    </a:cubicBezTo>
                    <a:cubicBezTo>
                      <a:pt x="152350" y="25543"/>
                      <a:pt x="168149" y="25543"/>
                      <a:pt x="178158" y="35139"/>
                    </a:cubicBezTo>
                    <a:cubicBezTo>
                      <a:pt x="183014" y="39844"/>
                      <a:pt x="185666" y="46340"/>
                      <a:pt x="185479" y="53099"/>
                    </a:cubicBezTo>
                    <a:cubicBezTo>
                      <a:pt x="185666" y="59857"/>
                      <a:pt x="183014" y="66353"/>
                      <a:pt x="178158" y="71058"/>
                    </a:cubicBezTo>
                    <a:close/>
                    <a:moveTo>
                      <a:pt x="150259" y="64001"/>
                    </a:moveTo>
                    <a:cubicBezTo>
                      <a:pt x="155413" y="69527"/>
                      <a:pt x="164115" y="69826"/>
                      <a:pt x="169605" y="64636"/>
                    </a:cubicBezTo>
                    <a:cubicBezTo>
                      <a:pt x="169830" y="64449"/>
                      <a:pt x="170053" y="64225"/>
                      <a:pt x="170240" y="64001"/>
                    </a:cubicBezTo>
                    <a:cubicBezTo>
                      <a:pt x="173079" y="61089"/>
                      <a:pt x="174610" y="57168"/>
                      <a:pt x="174498" y="53099"/>
                    </a:cubicBezTo>
                    <a:cubicBezTo>
                      <a:pt x="174610" y="49029"/>
                      <a:pt x="173079" y="45071"/>
                      <a:pt x="170240" y="42159"/>
                    </a:cubicBezTo>
                    <a:cubicBezTo>
                      <a:pt x="164937" y="36595"/>
                      <a:pt x="156122" y="36408"/>
                      <a:pt x="150595" y="41748"/>
                    </a:cubicBezTo>
                    <a:cubicBezTo>
                      <a:pt x="150445" y="41860"/>
                      <a:pt x="150296" y="42009"/>
                      <a:pt x="150184" y="42159"/>
                    </a:cubicBezTo>
                    <a:cubicBezTo>
                      <a:pt x="147345" y="45071"/>
                      <a:pt x="145814" y="49029"/>
                      <a:pt x="145926" y="53099"/>
                    </a:cubicBezTo>
                    <a:cubicBezTo>
                      <a:pt x="145851" y="57168"/>
                      <a:pt x="147383" y="61089"/>
                      <a:pt x="150221" y="64001"/>
                    </a:cubicBezTo>
                    <a:lnTo>
                      <a:pt x="150259" y="64001"/>
                    </a:lnTo>
                    <a:close/>
                    <a:moveTo>
                      <a:pt x="214350" y="100816"/>
                    </a:moveTo>
                    <a:cubicBezTo>
                      <a:pt x="209308" y="100965"/>
                      <a:pt x="204340" y="99397"/>
                      <a:pt x="200269" y="96336"/>
                    </a:cubicBezTo>
                    <a:cubicBezTo>
                      <a:pt x="196684" y="93647"/>
                      <a:pt x="193882" y="90063"/>
                      <a:pt x="192090" y="85956"/>
                    </a:cubicBezTo>
                    <a:lnTo>
                      <a:pt x="201726" y="81923"/>
                    </a:lnTo>
                    <a:cubicBezTo>
                      <a:pt x="202772" y="84388"/>
                      <a:pt x="204415" y="86553"/>
                      <a:pt x="206506" y="88233"/>
                    </a:cubicBezTo>
                    <a:cubicBezTo>
                      <a:pt x="208747" y="90026"/>
                      <a:pt x="211549" y="90959"/>
                      <a:pt x="214387" y="90884"/>
                    </a:cubicBezTo>
                    <a:cubicBezTo>
                      <a:pt x="218085" y="91108"/>
                      <a:pt x="221670" y="89727"/>
                      <a:pt x="224247" y="87076"/>
                    </a:cubicBezTo>
                    <a:cubicBezTo>
                      <a:pt x="226787" y="84014"/>
                      <a:pt x="228057" y="80056"/>
                      <a:pt x="227758" y="76098"/>
                    </a:cubicBezTo>
                    <a:lnTo>
                      <a:pt x="227758" y="72439"/>
                    </a:lnTo>
                    <a:lnTo>
                      <a:pt x="227385" y="72439"/>
                    </a:lnTo>
                    <a:cubicBezTo>
                      <a:pt x="224135" y="76323"/>
                      <a:pt x="219205" y="78451"/>
                      <a:pt x="214163" y="78152"/>
                    </a:cubicBezTo>
                    <a:cubicBezTo>
                      <a:pt x="207739" y="78189"/>
                      <a:pt x="201614" y="75501"/>
                      <a:pt x="197244" y="70797"/>
                    </a:cubicBezTo>
                    <a:cubicBezTo>
                      <a:pt x="192500" y="66129"/>
                      <a:pt x="189886" y="59744"/>
                      <a:pt x="189998" y="53099"/>
                    </a:cubicBezTo>
                    <a:cubicBezTo>
                      <a:pt x="189886" y="46415"/>
                      <a:pt x="192500" y="39956"/>
                      <a:pt x="197244" y="35251"/>
                    </a:cubicBezTo>
                    <a:cubicBezTo>
                      <a:pt x="201577" y="30509"/>
                      <a:pt x="207739" y="27858"/>
                      <a:pt x="214163" y="27858"/>
                    </a:cubicBezTo>
                    <a:cubicBezTo>
                      <a:pt x="216852" y="27858"/>
                      <a:pt x="219504" y="28455"/>
                      <a:pt x="221932" y="29576"/>
                    </a:cubicBezTo>
                    <a:cubicBezTo>
                      <a:pt x="224024" y="30509"/>
                      <a:pt x="225928" y="31891"/>
                      <a:pt x="227422" y="33608"/>
                    </a:cubicBezTo>
                    <a:lnTo>
                      <a:pt x="227796" y="33608"/>
                    </a:lnTo>
                    <a:lnTo>
                      <a:pt x="227796" y="29576"/>
                    </a:lnTo>
                    <a:lnTo>
                      <a:pt x="238291" y="29576"/>
                    </a:lnTo>
                    <a:lnTo>
                      <a:pt x="238291" y="74605"/>
                    </a:lnTo>
                    <a:cubicBezTo>
                      <a:pt x="238851" y="81811"/>
                      <a:pt x="236423" y="88905"/>
                      <a:pt x="231568" y="94282"/>
                    </a:cubicBezTo>
                    <a:cubicBezTo>
                      <a:pt x="226936" y="98688"/>
                      <a:pt x="220737" y="101040"/>
                      <a:pt x="214350" y="100816"/>
                    </a:cubicBezTo>
                    <a:close/>
                    <a:moveTo>
                      <a:pt x="215134" y="68370"/>
                    </a:moveTo>
                    <a:cubicBezTo>
                      <a:pt x="218795" y="68444"/>
                      <a:pt x="222268" y="66876"/>
                      <a:pt x="224696" y="64113"/>
                    </a:cubicBezTo>
                    <a:cubicBezTo>
                      <a:pt x="227273" y="61126"/>
                      <a:pt x="228655" y="57280"/>
                      <a:pt x="228543" y="53322"/>
                    </a:cubicBezTo>
                    <a:cubicBezTo>
                      <a:pt x="228692" y="49290"/>
                      <a:pt x="227310" y="45332"/>
                      <a:pt x="224696" y="42271"/>
                    </a:cubicBezTo>
                    <a:cubicBezTo>
                      <a:pt x="222268" y="39508"/>
                      <a:pt x="218795" y="37977"/>
                      <a:pt x="215134" y="38051"/>
                    </a:cubicBezTo>
                    <a:cubicBezTo>
                      <a:pt x="211362" y="37977"/>
                      <a:pt x="207776" y="39508"/>
                      <a:pt x="205237" y="42271"/>
                    </a:cubicBezTo>
                    <a:cubicBezTo>
                      <a:pt x="202435" y="45220"/>
                      <a:pt x="200904" y="49141"/>
                      <a:pt x="201016" y="53210"/>
                    </a:cubicBezTo>
                    <a:cubicBezTo>
                      <a:pt x="200904" y="57243"/>
                      <a:pt x="202435" y="61126"/>
                      <a:pt x="205237" y="64038"/>
                    </a:cubicBezTo>
                    <a:cubicBezTo>
                      <a:pt x="207739" y="66839"/>
                      <a:pt x="211362" y="68407"/>
                      <a:pt x="215134" y="68370"/>
                    </a:cubicBezTo>
                    <a:close/>
                    <a:moveTo>
                      <a:pt x="256928" y="2842"/>
                    </a:moveTo>
                    <a:lnTo>
                      <a:pt x="256928" y="76733"/>
                    </a:lnTo>
                    <a:lnTo>
                      <a:pt x="245910" y="76733"/>
                    </a:lnTo>
                    <a:lnTo>
                      <a:pt x="245910" y="2842"/>
                    </a:lnTo>
                    <a:lnTo>
                      <a:pt x="256928" y="2842"/>
                    </a:lnTo>
                    <a:close/>
                    <a:moveTo>
                      <a:pt x="287218" y="78264"/>
                    </a:moveTo>
                    <a:cubicBezTo>
                      <a:pt x="280533" y="78413"/>
                      <a:pt x="274071" y="75800"/>
                      <a:pt x="269403" y="71020"/>
                    </a:cubicBezTo>
                    <a:cubicBezTo>
                      <a:pt x="264697" y="66279"/>
                      <a:pt x="262082" y="59782"/>
                      <a:pt x="262269" y="53099"/>
                    </a:cubicBezTo>
                    <a:cubicBezTo>
                      <a:pt x="262008" y="46378"/>
                      <a:pt x="264510" y="39844"/>
                      <a:pt x="269179" y="34990"/>
                    </a:cubicBezTo>
                    <a:cubicBezTo>
                      <a:pt x="273549" y="30360"/>
                      <a:pt x="279711" y="27821"/>
                      <a:pt x="286098" y="27933"/>
                    </a:cubicBezTo>
                    <a:cubicBezTo>
                      <a:pt x="288974" y="27896"/>
                      <a:pt x="291850" y="28455"/>
                      <a:pt x="294539" y="29576"/>
                    </a:cubicBezTo>
                    <a:cubicBezTo>
                      <a:pt x="296966" y="30547"/>
                      <a:pt x="299133" y="32003"/>
                      <a:pt x="301000" y="33832"/>
                    </a:cubicBezTo>
                    <a:cubicBezTo>
                      <a:pt x="302606" y="35363"/>
                      <a:pt x="304026" y="37081"/>
                      <a:pt x="305221" y="38948"/>
                    </a:cubicBezTo>
                    <a:cubicBezTo>
                      <a:pt x="306229" y="40516"/>
                      <a:pt x="307051" y="42159"/>
                      <a:pt x="307723" y="43876"/>
                    </a:cubicBezTo>
                    <a:lnTo>
                      <a:pt x="308881" y="46751"/>
                    </a:lnTo>
                    <a:lnTo>
                      <a:pt x="275042" y="60678"/>
                    </a:lnTo>
                    <a:cubicBezTo>
                      <a:pt x="277134" y="65457"/>
                      <a:pt x="281990" y="68482"/>
                      <a:pt x="287218" y="68258"/>
                    </a:cubicBezTo>
                    <a:cubicBezTo>
                      <a:pt x="292298" y="68295"/>
                      <a:pt x="297004" y="65644"/>
                      <a:pt x="299619" y="61313"/>
                    </a:cubicBezTo>
                    <a:lnTo>
                      <a:pt x="308060" y="66988"/>
                    </a:lnTo>
                    <a:cubicBezTo>
                      <a:pt x="305893" y="70087"/>
                      <a:pt x="303167" y="72701"/>
                      <a:pt x="299955" y="74679"/>
                    </a:cubicBezTo>
                    <a:cubicBezTo>
                      <a:pt x="296145" y="77107"/>
                      <a:pt x="291738" y="78339"/>
                      <a:pt x="287218" y="78264"/>
                    </a:cubicBezTo>
                    <a:close/>
                    <a:moveTo>
                      <a:pt x="273101" y="52352"/>
                    </a:moveTo>
                    <a:lnTo>
                      <a:pt x="295585" y="42980"/>
                    </a:lnTo>
                    <a:cubicBezTo>
                      <a:pt x="294913" y="41337"/>
                      <a:pt x="293680" y="39993"/>
                      <a:pt x="292074" y="39134"/>
                    </a:cubicBezTo>
                    <a:cubicBezTo>
                      <a:pt x="290319" y="38164"/>
                      <a:pt x="288302" y="37641"/>
                      <a:pt x="286285" y="37678"/>
                    </a:cubicBezTo>
                    <a:cubicBezTo>
                      <a:pt x="282849" y="37753"/>
                      <a:pt x="279599" y="39209"/>
                      <a:pt x="277209" y="41673"/>
                    </a:cubicBezTo>
                    <a:cubicBezTo>
                      <a:pt x="274296" y="44436"/>
                      <a:pt x="272802" y="48357"/>
                      <a:pt x="273101" y="52352"/>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00" name="Google Shape;2300;p90"/>
              <p:cNvSpPr/>
              <p:nvPr/>
            </p:nvSpPr>
            <p:spPr>
              <a:xfrm>
                <a:off x="9078668" y="5721667"/>
                <a:ext cx="62737" cy="71309"/>
              </a:xfrm>
              <a:custGeom>
                <a:avLst/>
                <a:gdLst/>
                <a:ahLst/>
                <a:cxnLst/>
                <a:rect l="l" t="t" r="r" b="b"/>
                <a:pathLst>
                  <a:path w="62737" h="71309" extrusionOk="0">
                    <a:moveTo>
                      <a:pt x="35435" y="71306"/>
                    </a:moveTo>
                    <a:cubicBezTo>
                      <a:pt x="16200" y="71604"/>
                      <a:pt x="327" y="56296"/>
                      <a:pt x="28" y="37067"/>
                    </a:cubicBezTo>
                    <a:cubicBezTo>
                      <a:pt x="-9" y="36581"/>
                      <a:pt x="-9" y="36133"/>
                      <a:pt x="28" y="35648"/>
                    </a:cubicBezTo>
                    <a:cubicBezTo>
                      <a:pt x="-420" y="16419"/>
                      <a:pt x="14818" y="476"/>
                      <a:pt x="34053" y="28"/>
                    </a:cubicBezTo>
                    <a:cubicBezTo>
                      <a:pt x="34501" y="-9"/>
                      <a:pt x="34987" y="-9"/>
                      <a:pt x="35435" y="28"/>
                    </a:cubicBezTo>
                    <a:cubicBezTo>
                      <a:pt x="45072" y="-271"/>
                      <a:pt x="54297" y="3836"/>
                      <a:pt x="60534" y="11192"/>
                    </a:cubicBezTo>
                    <a:lnTo>
                      <a:pt x="54446" y="17091"/>
                    </a:lnTo>
                    <a:cubicBezTo>
                      <a:pt x="49889" y="11341"/>
                      <a:pt x="42830" y="8130"/>
                      <a:pt x="35510" y="8429"/>
                    </a:cubicBezTo>
                    <a:cubicBezTo>
                      <a:pt x="28451" y="8280"/>
                      <a:pt x="21653" y="11005"/>
                      <a:pt x="16686" y="15971"/>
                    </a:cubicBezTo>
                    <a:cubicBezTo>
                      <a:pt x="11494" y="21161"/>
                      <a:pt x="8730" y="28293"/>
                      <a:pt x="9029" y="35648"/>
                    </a:cubicBezTo>
                    <a:cubicBezTo>
                      <a:pt x="8730" y="43003"/>
                      <a:pt x="11494" y="50135"/>
                      <a:pt x="16686" y="55362"/>
                    </a:cubicBezTo>
                    <a:cubicBezTo>
                      <a:pt x="21653" y="60328"/>
                      <a:pt x="28451" y="63017"/>
                      <a:pt x="35510" y="62867"/>
                    </a:cubicBezTo>
                    <a:cubicBezTo>
                      <a:pt x="43689" y="62979"/>
                      <a:pt x="51458" y="59320"/>
                      <a:pt x="56650" y="52973"/>
                    </a:cubicBezTo>
                    <a:lnTo>
                      <a:pt x="62738" y="59059"/>
                    </a:lnTo>
                    <a:cubicBezTo>
                      <a:pt x="59526" y="62867"/>
                      <a:pt x="55529" y="65929"/>
                      <a:pt x="51010" y="67983"/>
                    </a:cubicBezTo>
                    <a:cubicBezTo>
                      <a:pt x="46154" y="70260"/>
                      <a:pt x="40814" y="71380"/>
                      <a:pt x="35435" y="71306"/>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01" name="Google Shape;2301;p90"/>
              <p:cNvSpPr/>
              <p:nvPr/>
            </p:nvSpPr>
            <p:spPr>
              <a:xfrm>
                <a:off x="9149025" y="5723150"/>
                <a:ext cx="8740" cy="68290"/>
              </a:xfrm>
              <a:custGeom>
                <a:avLst/>
                <a:gdLst/>
                <a:ahLst/>
                <a:cxnLst/>
                <a:rect l="l" t="t" r="r" b="b"/>
                <a:pathLst>
                  <a:path w="8740" h="68290" extrusionOk="0">
                    <a:moveTo>
                      <a:pt x="8740" y="68291"/>
                    </a:moveTo>
                    <a:lnTo>
                      <a:pt x="0" y="68291"/>
                    </a:lnTo>
                    <a:lnTo>
                      <a:pt x="0" y="0"/>
                    </a:lnTo>
                    <a:lnTo>
                      <a:pt x="8740" y="0"/>
                    </a:lnTo>
                    <a:lnTo>
                      <a:pt x="8740" y="68291"/>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02" name="Google Shape;2302;p90"/>
              <p:cNvSpPr/>
              <p:nvPr/>
            </p:nvSpPr>
            <p:spPr>
              <a:xfrm>
                <a:off x="9165262" y="5743219"/>
                <a:ext cx="48088" cy="49734"/>
              </a:xfrm>
              <a:custGeom>
                <a:avLst/>
                <a:gdLst/>
                <a:ahLst/>
                <a:cxnLst/>
                <a:rect l="l" t="t" r="r" b="b"/>
                <a:pathLst>
                  <a:path w="48088" h="49734" extrusionOk="0">
                    <a:moveTo>
                      <a:pt x="6807" y="7113"/>
                    </a:moveTo>
                    <a:cubicBezTo>
                      <a:pt x="16332" y="-2371"/>
                      <a:pt x="31757" y="-2371"/>
                      <a:pt x="41281" y="7113"/>
                    </a:cubicBezTo>
                    <a:cubicBezTo>
                      <a:pt x="45837" y="11892"/>
                      <a:pt x="48265" y="18314"/>
                      <a:pt x="48079" y="24886"/>
                    </a:cubicBezTo>
                    <a:cubicBezTo>
                      <a:pt x="48265" y="31457"/>
                      <a:pt x="45837" y="37842"/>
                      <a:pt x="41281" y="42621"/>
                    </a:cubicBezTo>
                    <a:cubicBezTo>
                      <a:pt x="31757" y="52105"/>
                      <a:pt x="16332" y="52105"/>
                      <a:pt x="6807" y="42621"/>
                    </a:cubicBezTo>
                    <a:cubicBezTo>
                      <a:pt x="2251" y="37842"/>
                      <a:pt x="-177" y="31457"/>
                      <a:pt x="10" y="24886"/>
                    </a:cubicBezTo>
                    <a:cubicBezTo>
                      <a:pt x="-177" y="18314"/>
                      <a:pt x="2251" y="11892"/>
                      <a:pt x="6807" y="7113"/>
                    </a:cubicBezTo>
                    <a:close/>
                    <a:moveTo>
                      <a:pt x="13306" y="37133"/>
                    </a:moveTo>
                    <a:cubicBezTo>
                      <a:pt x="18909" y="43069"/>
                      <a:pt x="28246" y="43331"/>
                      <a:pt x="34184" y="37730"/>
                    </a:cubicBezTo>
                    <a:cubicBezTo>
                      <a:pt x="34371" y="37543"/>
                      <a:pt x="34558" y="37319"/>
                      <a:pt x="34745" y="37133"/>
                    </a:cubicBezTo>
                    <a:cubicBezTo>
                      <a:pt x="37845" y="33809"/>
                      <a:pt x="39451" y="29403"/>
                      <a:pt x="39264" y="24886"/>
                    </a:cubicBezTo>
                    <a:cubicBezTo>
                      <a:pt x="39451" y="20368"/>
                      <a:pt x="37845" y="15925"/>
                      <a:pt x="34745" y="12601"/>
                    </a:cubicBezTo>
                    <a:cubicBezTo>
                      <a:pt x="29142" y="6702"/>
                      <a:pt x="19805" y="6441"/>
                      <a:pt x="13867" y="12042"/>
                    </a:cubicBezTo>
                    <a:cubicBezTo>
                      <a:pt x="13680" y="12228"/>
                      <a:pt x="13493" y="12415"/>
                      <a:pt x="13306" y="12601"/>
                    </a:cubicBezTo>
                    <a:cubicBezTo>
                      <a:pt x="10206" y="15925"/>
                      <a:pt x="8600" y="20368"/>
                      <a:pt x="8787" y="24886"/>
                    </a:cubicBezTo>
                    <a:cubicBezTo>
                      <a:pt x="8600" y="29403"/>
                      <a:pt x="10244" y="33809"/>
                      <a:pt x="13344" y="37095"/>
                    </a:cubicBezTo>
                    <a:lnTo>
                      <a:pt x="13306" y="37133"/>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03" name="Google Shape;2303;p90"/>
              <p:cNvSpPr/>
              <p:nvPr/>
            </p:nvSpPr>
            <p:spPr>
              <a:xfrm>
                <a:off x="9220439" y="5744769"/>
                <a:ext cx="41381" cy="48389"/>
              </a:xfrm>
              <a:custGeom>
                <a:avLst/>
                <a:gdLst/>
                <a:ahLst/>
                <a:cxnLst/>
                <a:rect l="l" t="t" r="r" b="b"/>
                <a:pathLst>
                  <a:path w="41381" h="48389" extrusionOk="0">
                    <a:moveTo>
                      <a:pt x="41381" y="46672"/>
                    </a:moveTo>
                    <a:lnTo>
                      <a:pt x="32940" y="46672"/>
                    </a:lnTo>
                    <a:lnTo>
                      <a:pt x="32940" y="40213"/>
                    </a:lnTo>
                    <a:lnTo>
                      <a:pt x="32679" y="40213"/>
                    </a:lnTo>
                    <a:cubicBezTo>
                      <a:pt x="31185" y="42640"/>
                      <a:pt x="29056" y="44656"/>
                      <a:pt x="26516" y="46037"/>
                    </a:cubicBezTo>
                    <a:cubicBezTo>
                      <a:pt x="23864" y="47568"/>
                      <a:pt x="20876" y="48352"/>
                      <a:pt x="17851" y="48352"/>
                    </a:cubicBezTo>
                    <a:cubicBezTo>
                      <a:pt x="12846" y="48688"/>
                      <a:pt x="7953" y="46747"/>
                      <a:pt x="4555" y="43013"/>
                    </a:cubicBezTo>
                    <a:cubicBezTo>
                      <a:pt x="1343" y="38981"/>
                      <a:pt x="-263" y="33902"/>
                      <a:pt x="35" y="28750"/>
                    </a:cubicBezTo>
                    <a:lnTo>
                      <a:pt x="35" y="0"/>
                    </a:lnTo>
                    <a:lnTo>
                      <a:pt x="8775" y="0"/>
                    </a:lnTo>
                    <a:lnTo>
                      <a:pt x="8775" y="27145"/>
                    </a:lnTo>
                    <a:cubicBezTo>
                      <a:pt x="8775" y="35844"/>
                      <a:pt x="12622" y="40213"/>
                      <a:pt x="20316" y="40213"/>
                    </a:cubicBezTo>
                    <a:cubicBezTo>
                      <a:pt x="23789" y="40287"/>
                      <a:pt x="27114" y="38719"/>
                      <a:pt x="29205" y="35956"/>
                    </a:cubicBezTo>
                    <a:cubicBezTo>
                      <a:pt x="31484" y="33081"/>
                      <a:pt x="32679" y="29534"/>
                      <a:pt x="32641" y="25875"/>
                    </a:cubicBezTo>
                    <a:lnTo>
                      <a:pt x="32641" y="0"/>
                    </a:lnTo>
                    <a:lnTo>
                      <a:pt x="41381" y="0"/>
                    </a:lnTo>
                    <a:lnTo>
                      <a:pt x="41381" y="46672"/>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04" name="Google Shape;2304;p90"/>
              <p:cNvSpPr/>
              <p:nvPr/>
            </p:nvSpPr>
            <p:spPr>
              <a:xfrm>
                <a:off x="9269354" y="5723150"/>
                <a:ext cx="46846" cy="69822"/>
              </a:xfrm>
              <a:custGeom>
                <a:avLst/>
                <a:gdLst/>
                <a:ahLst/>
                <a:cxnLst/>
                <a:rect l="l" t="t" r="r" b="b"/>
                <a:pathLst>
                  <a:path w="46846" h="69822" extrusionOk="0">
                    <a:moveTo>
                      <a:pt x="22196" y="69822"/>
                    </a:moveTo>
                    <a:cubicBezTo>
                      <a:pt x="16182" y="69822"/>
                      <a:pt x="10468" y="67208"/>
                      <a:pt x="6546" y="62653"/>
                    </a:cubicBezTo>
                    <a:cubicBezTo>
                      <a:pt x="2176" y="57836"/>
                      <a:pt x="-177" y="51489"/>
                      <a:pt x="10" y="44955"/>
                    </a:cubicBezTo>
                    <a:cubicBezTo>
                      <a:pt x="-177" y="38421"/>
                      <a:pt x="2176" y="32073"/>
                      <a:pt x="6546" y="27219"/>
                    </a:cubicBezTo>
                    <a:cubicBezTo>
                      <a:pt x="10468" y="22664"/>
                      <a:pt x="16182" y="20088"/>
                      <a:pt x="22196" y="20088"/>
                    </a:cubicBezTo>
                    <a:cubicBezTo>
                      <a:pt x="25520" y="20050"/>
                      <a:pt x="28807" y="20835"/>
                      <a:pt x="31757" y="22365"/>
                    </a:cubicBezTo>
                    <a:cubicBezTo>
                      <a:pt x="34334" y="23672"/>
                      <a:pt x="36538" y="25651"/>
                      <a:pt x="38107" y="28078"/>
                    </a:cubicBezTo>
                    <a:lnTo>
                      <a:pt x="38480" y="28078"/>
                    </a:lnTo>
                    <a:lnTo>
                      <a:pt x="38107" y="21619"/>
                    </a:lnTo>
                    <a:lnTo>
                      <a:pt x="38107" y="0"/>
                    </a:lnTo>
                    <a:lnTo>
                      <a:pt x="46846" y="0"/>
                    </a:lnTo>
                    <a:lnTo>
                      <a:pt x="46846" y="68291"/>
                    </a:lnTo>
                    <a:lnTo>
                      <a:pt x="38405" y="68291"/>
                    </a:lnTo>
                    <a:lnTo>
                      <a:pt x="38405" y="61831"/>
                    </a:lnTo>
                    <a:lnTo>
                      <a:pt x="38032" y="61831"/>
                    </a:lnTo>
                    <a:cubicBezTo>
                      <a:pt x="36463" y="64258"/>
                      <a:pt x="34259" y="66237"/>
                      <a:pt x="31683" y="67507"/>
                    </a:cubicBezTo>
                    <a:cubicBezTo>
                      <a:pt x="28769" y="69075"/>
                      <a:pt x="25520" y="69859"/>
                      <a:pt x="22196" y="69822"/>
                    </a:cubicBezTo>
                    <a:close/>
                    <a:moveTo>
                      <a:pt x="23652" y="61831"/>
                    </a:moveTo>
                    <a:cubicBezTo>
                      <a:pt x="27649" y="61869"/>
                      <a:pt x="31496" y="60226"/>
                      <a:pt x="34185" y="57239"/>
                    </a:cubicBezTo>
                    <a:cubicBezTo>
                      <a:pt x="37135" y="53878"/>
                      <a:pt x="38667" y="49435"/>
                      <a:pt x="38405" y="44955"/>
                    </a:cubicBezTo>
                    <a:cubicBezTo>
                      <a:pt x="38667" y="40437"/>
                      <a:pt x="37135" y="36031"/>
                      <a:pt x="34185" y="32633"/>
                    </a:cubicBezTo>
                    <a:cubicBezTo>
                      <a:pt x="28844" y="26809"/>
                      <a:pt x="19805" y="26398"/>
                      <a:pt x="13979" y="31700"/>
                    </a:cubicBezTo>
                    <a:cubicBezTo>
                      <a:pt x="13642" y="31999"/>
                      <a:pt x="13344" y="32297"/>
                      <a:pt x="13045" y="32633"/>
                    </a:cubicBezTo>
                    <a:cubicBezTo>
                      <a:pt x="10057" y="35994"/>
                      <a:pt x="8526" y="40437"/>
                      <a:pt x="8787" y="44917"/>
                    </a:cubicBezTo>
                    <a:cubicBezTo>
                      <a:pt x="8526" y="49398"/>
                      <a:pt x="10057" y="53804"/>
                      <a:pt x="13045" y="57164"/>
                    </a:cubicBezTo>
                    <a:cubicBezTo>
                      <a:pt x="15734" y="60188"/>
                      <a:pt x="19581" y="61869"/>
                      <a:pt x="23652" y="61831"/>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grpSp>
        <p:nvGrpSpPr>
          <p:cNvPr id="2305" name="Google Shape;2305;p90"/>
          <p:cNvGrpSpPr/>
          <p:nvPr/>
        </p:nvGrpSpPr>
        <p:grpSpPr>
          <a:xfrm>
            <a:off x="6014324" y="3232361"/>
            <a:ext cx="1013708" cy="240389"/>
            <a:chOff x="6521438" y="4297449"/>
            <a:chExt cx="1238041" cy="293587"/>
          </a:xfrm>
        </p:grpSpPr>
        <p:grpSp>
          <p:nvGrpSpPr>
            <p:cNvPr id="2306" name="Google Shape;2306;p90"/>
            <p:cNvGrpSpPr/>
            <p:nvPr/>
          </p:nvGrpSpPr>
          <p:grpSpPr>
            <a:xfrm>
              <a:off x="7023212" y="4424547"/>
              <a:ext cx="736267" cy="78517"/>
              <a:chOff x="7023212" y="4424547"/>
              <a:chExt cx="736267" cy="78517"/>
            </a:xfrm>
          </p:grpSpPr>
          <p:sp>
            <p:nvSpPr>
              <p:cNvPr id="2307" name="Google Shape;2307;p90"/>
              <p:cNvSpPr/>
              <p:nvPr/>
            </p:nvSpPr>
            <p:spPr>
              <a:xfrm>
                <a:off x="7023212" y="4426638"/>
                <a:ext cx="67154" cy="75590"/>
              </a:xfrm>
              <a:custGeom>
                <a:avLst/>
                <a:gdLst/>
                <a:ahLst/>
                <a:cxnLst/>
                <a:rect l="l" t="t" r="r" b="b"/>
                <a:pathLst>
                  <a:path w="67154" h="75590" extrusionOk="0">
                    <a:moveTo>
                      <a:pt x="67154" y="37797"/>
                    </a:moveTo>
                    <a:cubicBezTo>
                      <a:pt x="67154" y="43334"/>
                      <a:pt x="66220" y="48423"/>
                      <a:pt x="64353" y="53057"/>
                    </a:cubicBezTo>
                    <a:cubicBezTo>
                      <a:pt x="62523" y="57694"/>
                      <a:pt x="59908" y="61682"/>
                      <a:pt x="56584" y="65027"/>
                    </a:cubicBezTo>
                    <a:cubicBezTo>
                      <a:pt x="53223" y="68376"/>
                      <a:pt x="49189" y="70971"/>
                      <a:pt x="44483" y="72816"/>
                    </a:cubicBezTo>
                    <a:cubicBezTo>
                      <a:pt x="39777" y="74668"/>
                      <a:pt x="34586" y="75590"/>
                      <a:pt x="28871" y="75590"/>
                    </a:cubicBezTo>
                    <a:lnTo>
                      <a:pt x="0" y="75590"/>
                    </a:lnTo>
                    <a:lnTo>
                      <a:pt x="0" y="0"/>
                    </a:lnTo>
                    <a:lnTo>
                      <a:pt x="28871" y="0"/>
                    </a:lnTo>
                    <a:cubicBezTo>
                      <a:pt x="34586" y="0"/>
                      <a:pt x="39777" y="933"/>
                      <a:pt x="44483" y="2796"/>
                    </a:cubicBezTo>
                    <a:cubicBezTo>
                      <a:pt x="49189" y="4663"/>
                      <a:pt x="53223" y="7258"/>
                      <a:pt x="56584" y="10585"/>
                    </a:cubicBezTo>
                    <a:cubicBezTo>
                      <a:pt x="59908" y="13916"/>
                      <a:pt x="62523" y="17896"/>
                      <a:pt x="64353" y="22533"/>
                    </a:cubicBezTo>
                    <a:cubicBezTo>
                      <a:pt x="66220" y="27167"/>
                      <a:pt x="67154" y="32256"/>
                      <a:pt x="67154" y="37797"/>
                    </a:cubicBezTo>
                    <a:close/>
                    <a:moveTo>
                      <a:pt x="52775" y="37797"/>
                    </a:moveTo>
                    <a:cubicBezTo>
                      <a:pt x="52775" y="33649"/>
                      <a:pt x="52214" y="29930"/>
                      <a:pt x="51094" y="26633"/>
                    </a:cubicBezTo>
                    <a:cubicBezTo>
                      <a:pt x="49973" y="23340"/>
                      <a:pt x="48367" y="20551"/>
                      <a:pt x="46313" y="18269"/>
                    </a:cubicBezTo>
                    <a:cubicBezTo>
                      <a:pt x="44259" y="15988"/>
                      <a:pt x="41756" y="14237"/>
                      <a:pt x="38806" y="13020"/>
                    </a:cubicBezTo>
                    <a:cubicBezTo>
                      <a:pt x="35893" y="11802"/>
                      <a:pt x="32569" y="11190"/>
                      <a:pt x="28871" y="11190"/>
                    </a:cubicBezTo>
                    <a:lnTo>
                      <a:pt x="14155" y="11190"/>
                    </a:lnTo>
                    <a:lnTo>
                      <a:pt x="14155" y="64404"/>
                    </a:lnTo>
                    <a:lnTo>
                      <a:pt x="28871" y="64404"/>
                    </a:lnTo>
                    <a:cubicBezTo>
                      <a:pt x="32569" y="64404"/>
                      <a:pt x="35893" y="63791"/>
                      <a:pt x="38806" y="62570"/>
                    </a:cubicBezTo>
                    <a:cubicBezTo>
                      <a:pt x="41756" y="61353"/>
                      <a:pt x="44259" y="59602"/>
                      <a:pt x="46313" y="57321"/>
                    </a:cubicBezTo>
                    <a:cubicBezTo>
                      <a:pt x="48367" y="55039"/>
                      <a:pt x="49973" y="52250"/>
                      <a:pt x="51094" y="48957"/>
                    </a:cubicBezTo>
                    <a:cubicBezTo>
                      <a:pt x="52214" y="45660"/>
                      <a:pt x="52775" y="41941"/>
                      <a:pt x="52775" y="3779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08" name="Google Shape;2308;p90"/>
              <p:cNvSpPr/>
              <p:nvPr/>
            </p:nvSpPr>
            <p:spPr>
              <a:xfrm>
                <a:off x="7097985" y="4447603"/>
                <a:ext cx="44707" cy="55461"/>
              </a:xfrm>
              <a:custGeom>
                <a:avLst/>
                <a:gdLst/>
                <a:ahLst/>
                <a:cxnLst/>
                <a:rect l="l" t="t" r="r" b="b"/>
                <a:pathLst>
                  <a:path w="44707" h="55461" extrusionOk="0">
                    <a:moveTo>
                      <a:pt x="44707" y="54625"/>
                    </a:moveTo>
                    <a:lnTo>
                      <a:pt x="38918" y="54625"/>
                    </a:lnTo>
                    <a:cubicBezTo>
                      <a:pt x="37685" y="54625"/>
                      <a:pt x="36714" y="54442"/>
                      <a:pt x="36042" y="54076"/>
                    </a:cubicBezTo>
                    <a:cubicBezTo>
                      <a:pt x="35332" y="53706"/>
                      <a:pt x="34809" y="52967"/>
                      <a:pt x="34473" y="51851"/>
                    </a:cubicBezTo>
                    <a:lnTo>
                      <a:pt x="33315" y="48039"/>
                    </a:lnTo>
                    <a:cubicBezTo>
                      <a:pt x="31933" y="49256"/>
                      <a:pt x="30626" y="50327"/>
                      <a:pt x="29319" y="51253"/>
                    </a:cubicBezTo>
                    <a:cubicBezTo>
                      <a:pt x="28012" y="52172"/>
                      <a:pt x="26630" y="52948"/>
                      <a:pt x="25248" y="53579"/>
                    </a:cubicBezTo>
                    <a:cubicBezTo>
                      <a:pt x="23866" y="54207"/>
                      <a:pt x="22372" y="54674"/>
                      <a:pt x="20803" y="54987"/>
                    </a:cubicBezTo>
                    <a:cubicBezTo>
                      <a:pt x="19235" y="55301"/>
                      <a:pt x="17517" y="55461"/>
                      <a:pt x="15574" y="55461"/>
                    </a:cubicBezTo>
                    <a:cubicBezTo>
                      <a:pt x="13334" y="55461"/>
                      <a:pt x="11242" y="55155"/>
                      <a:pt x="9300" y="54543"/>
                    </a:cubicBezTo>
                    <a:cubicBezTo>
                      <a:pt x="7395" y="53930"/>
                      <a:pt x="5751" y="53012"/>
                      <a:pt x="4370" y="51787"/>
                    </a:cubicBezTo>
                    <a:cubicBezTo>
                      <a:pt x="2988" y="50566"/>
                      <a:pt x="1904" y="49043"/>
                      <a:pt x="1158" y="47225"/>
                    </a:cubicBezTo>
                    <a:cubicBezTo>
                      <a:pt x="373" y="45406"/>
                      <a:pt x="0" y="43289"/>
                      <a:pt x="0" y="40881"/>
                    </a:cubicBezTo>
                    <a:cubicBezTo>
                      <a:pt x="0" y="38850"/>
                      <a:pt x="522" y="36852"/>
                      <a:pt x="1606" y="34877"/>
                    </a:cubicBezTo>
                    <a:cubicBezTo>
                      <a:pt x="2652" y="32898"/>
                      <a:pt x="4444" y="31117"/>
                      <a:pt x="6910" y="29523"/>
                    </a:cubicBezTo>
                    <a:cubicBezTo>
                      <a:pt x="9374" y="27932"/>
                      <a:pt x="12661" y="26614"/>
                      <a:pt x="16770" y="25565"/>
                    </a:cubicBezTo>
                    <a:cubicBezTo>
                      <a:pt x="20878" y="24516"/>
                      <a:pt x="25995" y="23989"/>
                      <a:pt x="32120" y="23989"/>
                    </a:cubicBezTo>
                    <a:lnTo>
                      <a:pt x="32120" y="20831"/>
                    </a:lnTo>
                    <a:cubicBezTo>
                      <a:pt x="32120" y="17213"/>
                      <a:pt x="31336" y="14536"/>
                      <a:pt x="29842" y="12799"/>
                    </a:cubicBezTo>
                    <a:cubicBezTo>
                      <a:pt x="28311" y="11059"/>
                      <a:pt x="26107" y="10189"/>
                      <a:pt x="23231" y="10189"/>
                    </a:cubicBezTo>
                    <a:cubicBezTo>
                      <a:pt x="21139" y="10189"/>
                      <a:pt x="19384" y="10439"/>
                      <a:pt x="18002" y="10921"/>
                    </a:cubicBezTo>
                    <a:cubicBezTo>
                      <a:pt x="16583" y="11410"/>
                      <a:pt x="15388" y="11963"/>
                      <a:pt x="14342" y="12568"/>
                    </a:cubicBezTo>
                    <a:cubicBezTo>
                      <a:pt x="13334" y="13180"/>
                      <a:pt x="12362" y="13725"/>
                      <a:pt x="11503" y="14214"/>
                    </a:cubicBezTo>
                    <a:cubicBezTo>
                      <a:pt x="10644" y="14704"/>
                      <a:pt x="9673" y="14950"/>
                      <a:pt x="8627" y="14950"/>
                    </a:cubicBezTo>
                    <a:cubicBezTo>
                      <a:pt x="7769" y="14950"/>
                      <a:pt x="7022" y="14722"/>
                      <a:pt x="6387" y="14267"/>
                    </a:cubicBezTo>
                    <a:cubicBezTo>
                      <a:pt x="5751" y="13815"/>
                      <a:pt x="5229" y="13258"/>
                      <a:pt x="4855" y="12598"/>
                    </a:cubicBezTo>
                    <a:lnTo>
                      <a:pt x="2502" y="8468"/>
                    </a:lnTo>
                    <a:cubicBezTo>
                      <a:pt x="8665" y="2823"/>
                      <a:pt x="16135" y="0"/>
                      <a:pt x="24837" y="0"/>
                    </a:cubicBezTo>
                    <a:cubicBezTo>
                      <a:pt x="27975" y="0"/>
                      <a:pt x="30776" y="511"/>
                      <a:pt x="33241" y="1542"/>
                    </a:cubicBezTo>
                    <a:cubicBezTo>
                      <a:pt x="35668" y="2569"/>
                      <a:pt x="37760" y="3999"/>
                      <a:pt x="39478" y="5828"/>
                    </a:cubicBezTo>
                    <a:cubicBezTo>
                      <a:pt x="41196" y="7654"/>
                      <a:pt x="42466" y="9842"/>
                      <a:pt x="43363" y="12385"/>
                    </a:cubicBezTo>
                    <a:cubicBezTo>
                      <a:pt x="44259" y="14931"/>
                      <a:pt x="44707" y="17720"/>
                      <a:pt x="44707" y="20749"/>
                    </a:cubicBezTo>
                    <a:lnTo>
                      <a:pt x="44707" y="54625"/>
                    </a:lnTo>
                    <a:close/>
                    <a:moveTo>
                      <a:pt x="19608" y="46571"/>
                    </a:moveTo>
                    <a:cubicBezTo>
                      <a:pt x="20916" y="46571"/>
                      <a:pt x="22148" y="46455"/>
                      <a:pt x="23269" y="46217"/>
                    </a:cubicBezTo>
                    <a:cubicBezTo>
                      <a:pt x="24389" y="45974"/>
                      <a:pt x="25435" y="45615"/>
                      <a:pt x="26443" y="45134"/>
                    </a:cubicBezTo>
                    <a:cubicBezTo>
                      <a:pt x="27414" y="44656"/>
                      <a:pt x="28385" y="44058"/>
                      <a:pt x="29319" y="43357"/>
                    </a:cubicBezTo>
                    <a:cubicBezTo>
                      <a:pt x="30215" y="42658"/>
                      <a:pt x="31149" y="41822"/>
                      <a:pt x="32120" y="40862"/>
                    </a:cubicBezTo>
                    <a:lnTo>
                      <a:pt x="32120" y="31886"/>
                    </a:lnTo>
                    <a:cubicBezTo>
                      <a:pt x="28348" y="31886"/>
                      <a:pt x="25211" y="32121"/>
                      <a:pt x="22671" y="32592"/>
                    </a:cubicBezTo>
                    <a:cubicBezTo>
                      <a:pt x="20131" y="33066"/>
                      <a:pt x="18114" y="33675"/>
                      <a:pt x="16583" y="34414"/>
                    </a:cubicBezTo>
                    <a:cubicBezTo>
                      <a:pt x="15051" y="35150"/>
                      <a:pt x="13969" y="36008"/>
                      <a:pt x="13296" y="36990"/>
                    </a:cubicBezTo>
                    <a:cubicBezTo>
                      <a:pt x="12661" y="37976"/>
                      <a:pt x="12325" y="39048"/>
                      <a:pt x="12325" y="40201"/>
                    </a:cubicBezTo>
                    <a:cubicBezTo>
                      <a:pt x="12325" y="42486"/>
                      <a:pt x="12998" y="44114"/>
                      <a:pt x="14342" y="45100"/>
                    </a:cubicBezTo>
                    <a:cubicBezTo>
                      <a:pt x="15687" y="46082"/>
                      <a:pt x="17442" y="46571"/>
                      <a:pt x="19608" y="46571"/>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09" name="Google Shape;2309;p90"/>
              <p:cNvSpPr/>
              <p:nvPr/>
            </p:nvSpPr>
            <p:spPr>
              <a:xfrm>
                <a:off x="7150536" y="4432182"/>
                <a:ext cx="36565" cy="70881"/>
              </a:xfrm>
              <a:custGeom>
                <a:avLst/>
                <a:gdLst/>
                <a:ahLst/>
                <a:cxnLst/>
                <a:rect l="l" t="t" r="r" b="b"/>
                <a:pathLst>
                  <a:path w="36565" h="70881" extrusionOk="0">
                    <a:moveTo>
                      <a:pt x="22484" y="70882"/>
                    </a:moveTo>
                    <a:cubicBezTo>
                      <a:pt x="17853" y="70882"/>
                      <a:pt x="14267" y="69564"/>
                      <a:pt x="11765" y="66935"/>
                    </a:cubicBezTo>
                    <a:cubicBezTo>
                      <a:pt x="9263" y="64303"/>
                      <a:pt x="7993" y="60670"/>
                      <a:pt x="7993" y="56036"/>
                    </a:cubicBezTo>
                    <a:lnTo>
                      <a:pt x="7993" y="26084"/>
                    </a:lnTo>
                    <a:lnTo>
                      <a:pt x="2577" y="26084"/>
                    </a:lnTo>
                    <a:cubicBezTo>
                      <a:pt x="1867" y="26084"/>
                      <a:pt x="1270" y="25860"/>
                      <a:pt x="747" y="25405"/>
                    </a:cubicBezTo>
                    <a:cubicBezTo>
                      <a:pt x="261" y="24949"/>
                      <a:pt x="0" y="24269"/>
                      <a:pt x="0" y="23366"/>
                    </a:cubicBezTo>
                    <a:lnTo>
                      <a:pt x="0" y="18243"/>
                    </a:lnTo>
                    <a:lnTo>
                      <a:pt x="8628" y="16832"/>
                    </a:lnTo>
                    <a:lnTo>
                      <a:pt x="11354" y="2196"/>
                    </a:lnTo>
                    <a:cubicBezTo>
                      <a:pt x="11503" y="1497"/>
                      <a:pt x="11803" y="956"/>
                      <a:pt x="12325" y="575"/>
                    </a:cubicBezTo>
                    <a:cubicBezTo>
                      <a:pt x="12811" y="190"/>
                      <a:pt x="13446" y="0"/>
                      <a:pt x="14230" y="0"/>
                    </a:cubicBezTo>
                    <a:lnTo>
                      <a:pt x="20916" y="0"/>
                    </a:lnTo>
                    <a:lnTo>
                      <a:pt x="20916" y="16880"/>
                    </a:lnTo>
                    <a:lnTo>
                      <a:pt x="35034" y="16880"/>
                    </a:lnTo>
                    <a:lnTo>
                      <a:pt x="35034" y="26084"/>
                    </a:lnTo>
                    <a:lnTo>
                      <a:pt x="20916" y="26084"/>
                    </a:lnTo>
                    <a:lnTo>
                      <a:pt x="20916" y="55144"/>
                    </a:lnTo>
                    <a:cubicBezTo>
                      <a:pt x="20916" y="56821"/>
                      <a:pt x="21326" y="58127"/>
                      <a:pt x="22185" y="59068"/>
                    </a:cubicBezTo>
                    <a:cubicBezTo>
                      <a:pt x="23007" y="60009"/>
                      <a:pt x="24128" y="60476"/>
                      <a:pt x="25509" y="60476"/>
                    </a:cubicBezTo>
                    <a:cubicBezTo>
                      <a:pt x="26331" y="60476"/>
                      <a:pt x="27004" y="60382"/>
                      <a:pt x="27526" y="60192"/>
                    </a:cubicBezTo>
                    <a:cubicBezTo>
                      <a:pt x="28087" y="59998"/>
                      <a:pt x="28535" y="59796"/>
                      <a:pt x="28946" y="59591"/>
                    </a:cubicBezTo>
                    <a:cubicBezTo>
                      <a:pt x="29357" y="59382"/>
                      <a:pt x="29693" y="59176"/>
                      <a:pt x="30029" y="58990"/>
                    </a:cubicBezTo>
                    <a:cubicBezTo>
                      <a:pt x="30328" y="58799"/>
                      <a:pt x="30626" y="58702"/>
                      <a:pt x="30963" y="58702"/>
                    </a:cubicBezTo>
                    <a:cubicBezTo>
                      <a:pt x="31336" y="58702"/>
                      <a:pt x="31635" y="58799"/>
                      <a:pt x="31896" y="58990"/>
                    </a:cubicBezTo>
                    <a:cubicBezTo>
                      <a:pt x="32158" y="59176"/>
                      <a:pt x="32382" y="59471"/>
                      <a:pt x="32681" y="59849"/>
                    </a:cubicBezTo>
                    <a:lnTo>
                      <a:pt x="36565" y="66125"/>
                    </a:lnTo>
                    <a:cubicBezTo>
                      <a:pt x="34660" y="67693"/>
                      <a:pt x="32494" y="68877"/>
                      <a:pt x="30066" y="69680"/>
                    </a:cubicBezTo>
                    <a:cubicBezTo>
                      <a:pt x="27639" y="70482"/>
                      <a:pt x="25099" y="70882"/>
                      <a:pt x="22484" y="70882"/>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10" name="Google Shape;2310;p90"/>
              <p:cNvSpPr/>
              <p:nvPr/>
            </p:nvSpPr>
            <p:spPr>
              <a:xfrm>
                <a:off x="7193189" y="4447603"/>
                <a:ext cx="44707" cy="55461"/>
              </a:xfrm>
              <a:custGeom>
                <a:avLst/>
                <a:gdLst/>
                <a:ahLst/>
                <a:cxnLst/>
                <a:rect l="l" t="t" r="r" b="b"/>
                <a:pathLst>
                  <a:path w="44707" h="55461" extrusionOk="0">
                    <a:moveTo>
                      <a:pt x="44707" y="54625"/>
                    </a:moveTo>
                    <a:lnTo>
                      <a:pt x="38918" y="54625"/>
                    </a:lnTo>
                    <a:cubicBezTo>
                      <a:pt x="37685" y="54625"/>
                      <a:pt x="36752" y="54442"/>
                      <a:pt x="36042" y="54076"/>
                    </a:cubicBezTo>
                    <a:cubicBezTo>
                      <a:pt x="35332" y="53706"/>
                      <a:pt x="34809" y="52967"/>
                      <a:pt x="34473" y="51851"/>
                    </a:cubicBezTo>
                    <a:lnTo>
                      <a:pt x="33315" y="48039"/>
                    </a:lnTo>
                    <a:cubicBezTo>
                      <a:pt x="31971" y="49256"/>
                      <a:pt x="30626" y="50327"/>
                      <a:pt x="29319" y="51253"/>
                    </a:cubicBezTo>
                    <a:cubicBezTo>
                      <a:pt x="28012" y="52172"/>
                      <a:pt x="26667" y="52948"/>
                      <a:pt x="25285" y="53579"/>
                    </a:cubicBezTo>
                    <a:cubicBezTo>
                      <a:pt x="23866" y="54207"/>
                      <a:pt x="22410" y="54674"/>
                      <a:pt x="20841" y="54987"/>
                    </a:cubicBezTo>
                    <a:cubicBezTo>
                      <a:pt x="19272" y="55301"/>
                      <a:pt x="17517" y="55461"/>
                      <a:pt x="15612" y="55461"/>
                    </a:cubicBezTo>
                    <a:cubicBezTo>
                      <a:pt x="13334" y="55461"/>
                      <a:pt x="11242" y="55155"/>
                      <a:pt x="9337" y="54543"/>
                    </a:cubicBezTo>
                    <a:cubicBezTo>
                      <a:pt x="7395" y="53930"/>
                      <a:pt x="5751" y="53012"/>
                      <a:pt x="4370" y="51787"/>
                    </a:cubicBezTo>
                    <a:cubicBezTo>
                      <a:pt x="2988" y="50566"/>
                      <a:pt x="1942" y="49043"/>
                      <a:pt x="1158" y="47225"/>
                    </a:cubicBezTo>
                    <a:cubicBezTo>
                      <a:pt x="411" y="45406"/>
                      <a:pt x="0" y="43289"/>
                      <a:pt x="0" y="40881"/>
                    </a:cubicBezTo>
                    <a:cubicBezTo>
                      <a:pt x="0" y="38850"/>
                      <a:pt x="560" y="36852"/>
                      <a:pt x="1606" y="34877"/>
                    </a:cubicBezTo>
                    <a:cubicBezTo>
                      <a:pt x="2689" y="32898"/>
                      <a:pt x="4444" y="31117"/>
                      <a:pt x="6910" y="29523"/>
                    </a:cubicBezTo>
                    <a:cubicBezTo>
                      <a:pt x="9375" y="27932"/>
                      <a:pt x="12698" y="26614"/>
                      <a:pt x="16807" y="25565"/>
                    </a:cubicBezTo>
                    <a:cubicBezTo>
                      <a:pt x="20916" y="24516"/>
                      <a:pt x="26032" y="23989"/>
                      <a:pt x="32120" y="23989"/>
                    </a:cubicBezTo>
                    <a:lnTo>
                      <a:pt x="32120" y="20831"/>
                    </a:lnTo>
                    <a:cubicBezTo>
                      <a:pt x="32120" y="17213"/>
                      <a:pt x="31373" y="14536"/>
                      <a:pt x="29842" y="12799"/>
                    </a:cubicBezTo>
                    <a:cubicBezTo>
                      <a:pt x="28311" y="11059"/>
                      <a:pt x="26145" y="10189"/>
                      <a:pt x="23231" y="10189"/>
                    </a:cubicBezTo>
                    <a:cubicBezTo>
                      <a:pt x="21139" y="10189"/>
                      <a:pt x="19384" y="10439"/>
                      <a:pt x="18002" y="10921"/>
                    </a:cubicBezTo>
                    <a:cubicBezTo>
                      <a:pt x="16620" y="11410"/>
                      <a:pt x="15388" y="11963"/>
                      <a:pt x="14379" y="12568"/>
                    </a:cubicBezTo>
                    <a:cubicBezTo>
                      <a:pt x="13334" y="13180"/>
                      <a:pt x="12400" y="13725"/>
                      <a:pt x="11503" y="14214"/>
                    </a:cubicBezTo>
                    <a:cubicBezTo>
                      <a:pt x="10644" y="14704"/>
                      <a:pt x="9673" y="14950"/>
                      <a:pt x="8627" y="14950"/>
                    </a:cubicBezTo>
                    <a:cubicBezTo>
                      <a:pt x="7769" y="14950"/>
                      <a:pt x="7022" y="14722"/>
                      <a:pt x="6387" y="14267"/>
                    </a:cubicBezTo>
                    <a:cubicBezTo>
                      <a:pt x="5751" y="13815"/>
                      <a:pt x="5266" y="13258"/>
                      <a:pt x="4893" y="12598"/>
                    </a:cubicBezTo>
                    <a:lnTo>
                      <a:pt x="2540" y="8468"/>
                    </a:lnTo>
                    <a:cubicBezTo>
                      <a:pt x="8702" y="2823"/>
                      <a:pt x="16135" y="0"/>
                      <a:pt x="24837" y="0"/>
                    </a:cubicBezTo>
                    <a:cubicBezTo>
                      <a:pt x="27975" y="0"/>
                      <a:pt x="30776" y="511"/>
                      <a:pt x="33241" y="1542"/>
                    </a:cubicBezTo>
                    <a:cubicBezTo>
                      <a:pt x="35706" y="2569"/>
                      <a:pt x="37798" y="3999"/>
                      <a:pt x="39478" y="5828"/>
                    </a:cubicBezTo>
                    <a:cubicBezTo>
                      <a:pt x="41196" y="7654"/>
                      <a:pt x="42504" y="9842"/>
                      <a:pt x="43400" y="12385"/>
                    </a:cubicBezTo>
                    <a:cubicBezTo>
                      <a:pt x="44296" y="14931"/>
                      <a:pt x="44707" y="17720"/>
                      <a:pt x="44707" y="20749"/>
                    </a:cubicBezTo>
                    <a:lnTo>
                      <a:pt x="44707" y="54625"/>
                    </a:lnTo>
                    <a:close/>
                    <a:moveTo>
                      <a:pt x="19608" y="46571"/>
                    </a:moveTo>
                    <a:cubicBezTo>
                      <a:pt x="20953" y="46571"/>
                      <a:pt x="22185" y="46455"/>
                      <a:pt x="23269" y="46217"/>
                    </a:cubicBezTo>
                    <a:cubicBezTo>
                      <a:pt x="24389" y="45974"/>
                      <a:pt x="25472" y="45615"/>
                      <a:pt x="26443" y="45134"/>
                    </a:cubicBezTo>
                    <a:cubicBezTo>
                      <a:pt x="27452" y="44656"/>
                      <a:pt x="28385" y="44058"/>
                      <a:pt x="29319" y="43357"/>
                    </a:cubicBezTo>
                    <a:cubicBezTo>
                      <a:pt x="30253" y="42658"/>
                      <a:pt x="31187" y="41822"/>
                      <a:pt x="32120" y="40862"/>
                    </a:cubicBezTo>
                    <a:lnTo>
                      <a:pt x="32120" y="31886"/>
                    </a:lnTo>
                    <a:cubicBezTo>
                      <a:pt x="28348" y="31886"/>
                      <a:pt x="25211" y="32121"/>
                      <a:pt x="22671" y="32592"/>
                    </a:cubicBezTo>
                    <a:cubicBezTo>
                      <a:pt x="20168" y="33066"/>
                      <a:pt x="18114" y="33675"/>
                      <a:pt x="16583" y="34414"/>
                    </a:cubicBezTo>
                    <a:cubicBezTo>
                      <a:pt x="15051" y="35150"/>
                      <a:pt x="13969" y="36008"/>
                      <a:pt x="13334" y="36990"/>
                    </a:cubicBezTo>
                    <a:cubicBezTo>
                      <a:pt x="12661" y="37976"/>
                      <a:pt x="12362" y="39048"/>
                      <a:pt x="12362" y="40201"/>
                    </a:cubicBezTo>
                    <a:cubicBezTo>
                      <a:pt x="12362" y="42486"/>
                      <a:pt x="13035" y="44114"/>
                      <a:pt x="14379" y="45100"/>
                    </a:cubicBezTo>
                    <a:cubicBezTo>
                      <a:pt x="15724" y="46082"/>
                      <a:pt x="17479" y="46571"/>
                      <a:pt x="19608" y="46571"/>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11" name="Google Shape;2311;p90"/>
              <p:cNvSpPr/>
              <p:nvPr/>
            </p:nvSpPr>
            <p:spPr>
              <a:xfrm>
                <a:off x="7271548" y="4426638"/>
                <a:ext cx="44333" cy="75590"/>
              </a:xfrm>
              <a:custGeom>
                <a:avLst/>
                <a:gdLst/>
                <a:ahLst/>
                <a:cxnLst/>
                <a:rect l="l" t="t" r="r" b="b"/>
                <a:pathLst>
                  <a:path w="44333" h="75590" extrusionOk="0">
                    <a:moveTo>
                      <a:pt x="14043" y="63985"/>
                    </a:moveTo>
                    <a:lnTo>
                      <a:pt x="44334" y="63985"/>
                    </a:lnTo>
                    <a:lnTo>
                      <a:pt x="44334" y="75590"/>
                    </a:lnTo>
                    <a:lnTo>
                      <a:pt x="0" y="75590"/>
                    </a:lnTo>
                    <a:lnTo>
                      <a:pt x="0" y="0"/>
                    </a:lnTo>
                    <a:lnTo>
                      <a:pt x="14043" y="0"/>
                    </a:lnTo>
                    <a:lnTo>
                      <a:pt x="14043" y="6398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12" name="Google Shape;2312;p90"/>
              <p:cNvSpPr/>
              <p:nvPr/>
            </p:nvSpPr>
            <p:spPr>
              <a:xfrm>
                <a:off x="7322193" y="4447603"/>
                <a:ext cx="44707" cy="55461"/>
              </a:xfrm>
              <a:custGeom>
                <a:avLst/>
                <a:gdLst/>
                <a:ahLst/>
                <a:cxnLst/>
                <a:rect l="l" t="t" r="r" b="b"/>
                <a:pathLst>
                  <a:path w="44707" h="55461" extrusionOk="0">
                    <a:moveTo>
                      <a:pt x="44708" y="54625"/>
                    </a:moveTo>
                    <a:lnTo>
                      <a:pt x="38918" y="54625"/>
                    </a:lnTo>
                    <a:cubicBezTo>
                      <a:pt x="37686" y="54625"/>
                      <a:pt x="36715" y="54442"/>
                      <a:pt x="36042" y="54076"/>
                    </a:cubicBezTo>
                    <a:cubicBezTo>
                      <a:pt x="35333" y="53706"/>
                      <a:pt x="34810" y="52967"/>
                      <a:pt x="34473" y="51851"/>
                    </a:cubicBezTo>
                    <a:lnTo>
                      <a:pt x="33316" y="48039"/>
                    </a:lnTo>
                    <a:cubicBezTo>
                      <a:pt x="31971" y="49256"/>
                      <a:pt x="30627" y="50327"/>
                      <a:pt x="29320" y="51253"/>
                    </a:cubicBezTo>
                    <a:cubicBezTo>
                      <a:pt x="28012" y="52172"/>
                      <a:pt x="26667" y="52948"/>
                      <a:pt x="25248" y="53579"/>
                    </a:cubicBezTo>
                    <a:cubicBezTo>
                      <a:pt x="23866" y="54207"/>
                      <a:pt x="22372" y="54674"/>
                      <a:pt x="20804" y="54987"/>
                    </a:cubicBezTo>
                    <a:cubicBezTo>
                      <a:pt x="19235" y="55301"/>
                      <a:pt x="17517" y="55461"/>
                      <a:pt x="15575" y="55461"/>
                    </a:cubicBezTo>
                    <a:cubicBezTo>
                      <a:pt x="13334" y="55461"/>
                      <a:pt x="11242" y="55155"/>
                      <a:pt x="9300" y="54543"/>
                    </a:cubicBezTo>
                    <a:cubicBezTo>
                      <a:pt x="7395" y="53930"/>
                      <a:pt x="5752" y="53012"/>
                      <a:pt x="4370" y="51787"/>
                    </a:cubicBezTo>
                    <a:cubicBezTo>
                      <a:pt x="2988" y="50566"/>
                      <a:pt x="1942" y="49043"/>
                      <a:pt x="1158" y="47225"/>
                    </a:cubicBezTo>
                    <a:cubicBezTo>
                      <a:pt x="374" y="45406"/>
                      <a:pt x="0" y="43289"/>
                      <a:pt x="0" y="40881"/>
                    </a:cubicBezTo>
                    <a:cubicBezTo>
                      <a:pt x="0" y="38850"/>
                      <a:pt x="523" y="36852"/>
                      <a:pt x="1606" y="34877"/>
                    </a:cubicBezTo>
                    <a:cubicBezTo>
                      <a:pt x="2652" y="32898"/>
                      <a:pt x="4445" y="31117"/>
                      <a:pt x="6910" y="29523"/>
                    </a:cubicBezTo>
                    <a:cubicBezTo>
                      <a:pt x="9375" y="27932"/>
                      <a:pt x="12661" y="26614"/>
                      <a:pt x="16807" y="25565"/>
                    </a:cubicBezTo>
                    <a:cubicBezTo>
                      <a:pt x="20916" y="24516"/>
                      <a:pt x="25995" y="23989"/>
                      <a:pt x="32121" y="23989"/>
                    </a:cubicBezTo>
                    <a:lnTo>
                      <a:pt x="32121" y="20831"/>
                    </a:lnTo>
                    <a:cubicBezTo>
                      <a:pt x="32121" y="17213"/>
                      <a:pt x="31374" y="14536"/>
                      <a:pt x="29842" y="12799"/>
                    </a:cubicBezTo>
                    <a:cubicBezTo>
                      <a:pt x="28311" y="11059"/>
                      <a:pt x="26107" y="10189"/>
                      <a:pt x="23232" y="10189"/>
                    </a:cubicBezTo>
                    <a:cubicBezTo>
                      <a:pt x="21140" y="10189"/>
                      <a:pt x="19385" y="10439"/>
                      <a:pt x="18003" y="10921"/>
                    </a:cubicBezTo>
                    <a:cubicBezTo>
                      <a:pt x="16583" y="11410"/>
                      <a:pt x="15388" y="11963"/>
                      <a:pt x="14342" y="12568"/>
                    </a:cubicBezTo>
                    <a:cubicBezTo>
                      <a:pt x="13334" y="13180"/>
                      <a:pt x="12400" y="13725"/>
                      <a:pt x="11504" y="14214"/>
                    </a:cubicBezTo>
                    <a:cubicBezTo>
                      <a:pt x="10645" y="14704"/>
                      <a:pt x="9674" y="14950"/>
                      <a:pt x="8628" y="14950"/>
                    </a:cubicBezTo>
                    <a:cubicBezTo>
                      <a:pt x="7769" y="14950"/>
                      <a:pt x="7022" y="14722"/>
                      <a:pt x="6387" y="14267"/>
                    </a:cubicBezTo>
                    <a:cubicBezTo>
                      <a:pt x="5752" y="13815"/>
                      <a:pt x="5266" y="13258"/>
                      <a:pt x="4856" y="12598"/>
                    </a:cubicBezTo>
                    <a:lnTo>
                      <a:pt x="2503" y="8468"/>
                    </a:lnTo>
                    <a:cubicBezTo>
                      <a:pt x="8703" y="2823"/>
                      <a:pt x="16135" y="0"/>
                      <a:pt x="24837" y="0"/>
                    </a:cubicBezTo>
                    <a:cubicBezTo>
                      <a:pt x="27975" y="0"/>
                      <a:pt x="30776" y="511"/>
                      <a:pt x="33241" y="1542"/>
                    </a:cubicBezTo>
                    <a:cubicBezTo>
                      <a:pt x="35706" y="2569"/>
                      <a:pt x="37798" y="3999"/>
                      <a:pt x="39479" y="5828"/>
                    </a:cubicBezTo>
                    <a:cubicBezTo>
                      <a:pt x="41196" y="7654"/>
                      <a:pt x="42504" y="9842"/>
                      <a:pt x="43400" y="12385"/>
                    </a:cubicBezTo>
                    <a:cubicBezTo>
                      <a:pt x="44259" y="14931"/>
                      <a:pt x="44708" y="17720"/>
                      <a:pt x="44708" y="20749"/>
                    </a:cubicBezTo>
                    <a:lnTo>
                      <a:pt x="44708" y="54625"/>
                    </a:lnTo>
                    <a:close/>
                    <a:moveTo>
                      <a:pt x="19608" y="46571"/>
                    </a:moveTo>
                    <a:cubicBezTo>
                      <a:pt x="20953" y="46571"/>
                      <a:pt x="22148" y="46455"/>
                      <a:pt x="23269" y="46217"/>
                    </a:cubicBezTo>
                    <a:cubicBezTo>
                      <a:pt x="24389" y="45974"/>
                      <a:pt x="25435" y="45615"/>
                      <a:pt x="26444" y="45134"/>
                    </a:cubicBezTo>
                    <a:cubicBezTo>
                      <a:pt x="27415" y="44656"/>
                      <a:pt x="28386" y="44058"/>
                      <a:pt x="29320" y="43357"/>
                    </a:cubicBezTo>
                    <a:cubicBezTo>
                      <a:pt x="30253" y="42658"/>
                      <a:pt x="31187" y="41822"/>
                      <a:pt x="32121" y="40862"/>
                    </a:cubicBezTo>
                    <a:lnTo>
                      <a:pt x="32121" y="31886"/>
                    </a:lnTo>
                    <a:cubicBezTo>
                      <a:pt x="28348" y="31886"/>
                      <a:pt x="25211" y="32121"/>
                      <a:pt x="22671" y="32592"/>
                    </a:cubicBezTo>
                    <a:cubicBezTo>
                      <a:pt x="20131" y="33066"/>
                      <a:pt x="18115" y="33675"/>
                      <a:pt x="16583" y="34414"/>
                    </a:cubicBezTo>
                    <a:cubicBezTo>
                      <a:pt x="15052" y="35150"/>
                      <a:pt x="13969" y="36008"/>
                      <a:pt x="13334" y="36990"/>
                    </a:cubicBezTo>
                    <a:cubicBezTo>
                      <a:pt x="12661" y="37976"/>
                      <a:pt x="12363" y="39048"/>
                      <a:pt x="12363" y="40201"/>
                    </a:cubicBezTo>
                    <a:cubicBezTo>
                      <a:pt x="12363" y="42486"/>
                      <a:pt x="13035" y="44114"/>
                      <a:pt x="14342" y="45100"/>
                    </a:cubicBezTo>
                    <a:cubicBezTo>
                      <a:pt x="15687" y="46082"/>
                      <a:pt x="17442" y="46571"/>
                      <a:pt x="19608" y="46571"/>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13" name="Google Shape;2313;p90"/>
              <p:cNvSpPr/>
              <p:nvPr/>
            </p:nvSpPr>
            <p:spPr>
              <a:xfrm>
                <a:off x="7379786" y="4424547"/>
                <a:ext cx="49487" cy="77680"/>
              </a:xfrm>
              <a:custGeom>
                <a:avLst/>
                <a:gdLst/>
                <a:ahLst/>
                <a:cxnLst/>
                <a:rect l="l" t="t" r="r" b="b"/>
                <a:pathLst>
                  <a:path w="49487" h="77680" extrusionOk="0">
                    <a:moveTo>
                      <a:pt x="12885" y="0"/>
                    </a:moveTo>
                    <a:lnTo>
                      <a:pt x="12885" y="44484"/>
                    </a:lnTo>
                    <a:lnTo>
                      <a:pt x="15313" y="44484"/>
                    </a:lnTo>
                    <a:cubicBezTo>
                      <a:pt x="16172" y="44484"/>
                      <a:pt x="16845" y="44368"/>
                      <a:pt x="17330" y="44118"/>
                    </a:cubicBezTo>
                    <a:cubicBezTo>
                      <a:pt x="17853" y="43879"/>
                      <a:pt x="18339" y="43424"/>
                      <a:pt x="18899" y="42763"/>
                    </a:cubicBezTo>
                    <a:lnTo>
                      <a:pt x="32233" y="26297"/>
                    </a:lnTo>
                    <a:cubicBezTo>
                      <a:pt x="32830" y="25595"/>
                      <a:pt x="33465" y="25050"/>
                      <a:pt x="34137" y="24646"/>
                    </a:cubicBezTo>
                    <a:cubicBezTo>
                      <a:pt x="34809" y="24247"/>
                      <a:pt x="35669" y="24049"/>
                      <a:pt x="36752" y="24049"/>
                    </a:cubicBezTo>
                    <a:lnTo>
                      <a:pt x="48554" y="24049"/>
                    </a:lnTo>
                    <a:lnTo>
                      <a:pt x="31896" y="43965"/>
                    </a:lnTo>
                    <a:cubicBezTo>
                      <a:pt x="31299" y="44697"/>
                      <a:pt x="30664" y="45365"/>
                      <a:pt x="30066" y="45974"/>
                    </a:cubicBezTo>
                    <a:cubicBezTo>
                      <a:pt x="29431" y="46582"/>
                      <a:pt x="28759" y="47116"/>
                      <a:pt x="28012" y="47568"/>
                    </a:cubicBezTo>
                    <a:cubicBezTo>
                      <a:pt x="28759" y="48095"/>
                      <a:pt x="29394" y="48703"/>
                      <a:pt x="29954" y="49398"/>
                    </a:cubicBezTo>
                    <a:cubicBezTo>
                      <a:pt x="30515" y="50100"/>
                      <a:pt x="31074" y="50846"/>
                      <a:pt x="31635" y="51645"/>
                    </a:cubicBezTo>
                    <a:lnTo>
                      <a:pt x="49488" y="77681"/>
                    </a:lnTo>
                    <a:lnTo>
                      <a:pt x="37835" y="77681"/>
                    </a:lnTo>
                    <a:cubicBezTo>
                      <a:pt x="36826" y="77681"/>
                      <a:pt x="35967" y="77506"/>
                      <a:pt x="35295" y="77154"/>
                    </a:cubicBezTo>
                    <a:cubicBezTo>
                      <a:pt x="34586" y="76807"/>
                      <a:pt x="33950" y="76214"/>
                      <a:pt x="33390" y="75377"/>
                    </a:cubicBezTo>
                    <a:lnTo>
                      <a:pt x="19758" y="55043"/>
                    </a:lnTo>
                    <a:cubicBezTo>
                      <a:pt x="19235" y="54244"/>
                      <a:pt x="18712" y="53725"/>
                      <a:pt x="18189" y="53475"/>
                    </a:cubicBezTo>
                    <a:cubicBezTo>
                      <a:pt x="17666" y="53236"/>
                      <a:pt x="16882" y="53113"/>
                      <a:pt x="15836" y="53113"/>
                    </a:cubicBezTo>
                    <a:lnTo>
                      <a:pt x="12885" y="53113"/>
                    </a:lnTo>
                    <a:lnTo>
                      <a:pt x="12885" y="77681"/>
                    </a:lnTo>
                    <a:lnTo>
                      <a:pt x="0" y="77681"/>
                    </a:lnTo>
                    <a:lnTo>
                      <a:pt x="0" y="0"/>
                    </a:lnTo>
                    <a:lnTo>
                      <a:pt x="1288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14" name="Google Shape;2314;p90"/>
              <p:cNvSpPr/>
              <p:nvPr/>
            </p:nvSpPr>
            <p:spPr>
              <a:xfrm>
                <a:off x="7430544" y="4447759"/>
                <a:ext cx="49002" cy="55252"/>
              </a:xfrm>
              <a:custGeom>
                <a:avLst/>
                <a:gdLst/>
                <a:ahLst/>
                <a:cxnLst/>
                <a:rect l="l" t="t" r="r" b="b"/>
                <a:pathLst>
                  <a:path w="49002" h="55252" extrusionOk="0">
                    <a:moveTo>
                      <a:pt x="25771" y="0"/>
                    </a:moveTo>
                    <a:cubicBezTo>
                      <a:pt x="29170" y="0"/>
                      <a:pt x="32270" y="538"/>
                      <a:pt x="35108" y="1617"/>
                    </a:cubicBezTo>
                    <a:cubicBezTo>
                      <a:pt x="37947" y="2696"/>
                      <a:pt x="40412" y="4275"/>
                      <a:pt x="42466" y="6351"/>
                    </a:cubicBezTo>
                    <a:cubicBezTo>
                      <a:pt x="44521" y="8423"/>
                      <a:pt x="46126" y="10966"/>
                      <a:pt x="47284" y="13983"/>
                    </a:cubicBezTo>
                    <a:cubicBezTo>
                      <a:pt x="48405" y="16996"/>
                      <a:pt x="49002" y="20439"/>
                      <a:pt x="49002" y="24303"/>
                    </a:cubicBezTo>
                    <a:cubicBezTo>
                      <a:pt x="49002" y="25281"/>
                      <a:pt x="48965" y="26091"/>
                      <a:pt x="48853" y="26738"/>
                    </a:cubicBezTo>
                    <a:cubicBezTo>
                      <a:pt x="48778" y="27383"/>
                      <a:pt x="48629" y="27884"/>
                      <a:pt x="48405" y="28250"/>
                    </a:cubicBezTo>
                    <a:cubicBezTo>
                      <a:pt x="48181" y="28619"/>
                      <a:pt x="47882" y="28877"/>
                      <a:pt x="47471" y="29037"/>
                    </a:cubicBezTo>
                    <a:cubicBezTo>
                      <a:pt x="47097" y="29191"/>
                      <a:pt x="46612" y="29273"/>
                      <a:pt x="46015" y="29273"/>
                    </a:cubicBezTo>
                    <a:lnTo>
                      <a:pt x="12886" y="29273"/>
                    </a:lnTo>
                    <a:cubicBezTo>
                      <a:pt x="13259" y="34776"/>
                      <a:pt x="14716" y="38820"/>
                      <a:pt x="17293" y="41400"/>
                    </a:cubicBezTo>
                    <a:cubicBezTo>
                      <a:pt x="19907" y="43980"/>
                      <a:pt x="23306" y="45268"/>
                      <a:pt x="27564" y="45268"/>
                    </a:cubicBezTo>
                    <a:cubicBezTo>
                      <a:pt x="29656" y="45268"/>
                      <a:pt x="31448" y="45022"/>
                      <a:pt x="32980" y="44533"/>
                    </a:cubicBezTo>
                    <a:cubicBezTo>
                      <a:pt x="34473" y="44047"/>
                      <a:pt x="35818" y="43506"/>
                      <a:pt x="36939" y="42916"/>
                    </a:cubicBezTo>
                    <a:cubicBezTo>
                      <a:pt x="38097" y="42326"/>
                      <a:pt x="39068" y="41785"/>
                      <a:pt x="39927" y="41295"/>
                    </a:cubicBezTo>
                    <a:cubicBezTo>
                      <a:pt x="40786" y="40806"/>
                      <a:pt x="41607" y="40560"/>
                      <a:pt x="42429" y="40560"/>
                    </a:cubicBezTo>
                    <a:cubicBezTo>
                      <a:pt x="42914" y="40560"/>
                      <a:pt x="43400" y="40668"/>
                      <a:pt x="43773" y="40873"/>
                    </a:cubicBezTo>
                    <a:cubicBezTo>
                      <a:pt x="44147" y="41086"/>
                      <a:pt x="44483" y="41385"/>
                      <a:pt x="44782" y="41762"/>
                    </a:cubicBezTo>
                    <a:lnTo>
                      <a:pt x="48517" y="46467"/>
                    </a:lnTo>
                    <a:cubicBezTo>
                      <a:pt x="47097" y="48143"/>
                      <a:pt x="45492" y="49543"/>
                      <a:pt x="43699" y="50675"/>
                    </a:cubicBezTo>
                    <a:cubicBezTo>
                      <a:pt x="41943" y="51814"/>
                      <a:pt x="40076" y="52717"/>
                      <a:pt x="38134" y="53393"/>
                    </a:cubicBezTo>
                    <a:cubicBezTo>
                      <a:pt x="36229" y="54072"/>
                      <a:pt x="34250" y="54554"/>
                      <a:pt x="32233" y="54830"/>
                    </a:cubicBezTo>
                    <a:cubicBezTo>
                      <a:pt x="30253" y="55107"/>
                      <a:pt x="28274" y="55252"/>
                      <a:pt x="26406" y="55252"/>
                    </a:cubicBezTo>
                    <a:cubicBezTo>
                      <a:pt x="22671" y="55252"/>
                      <a:pt x="19198" y="54633"/>
                      <a:pt x="15986" y="53393"/>
                    </a:cubicBezTo>
                    <a:cubicBezTo>
                      <a:pt x="12811" y="52157"/>
                      <a:pt x="10010" y="50327"/>
                      <a:pt x="7619" y="47908"/>
                    </a:cubicBezTo>
                    <a:cubicBezTo>
                      <a:pt x="5266" y="45481"/>
                      <a:pt x="3399" y="42490"/>
                      <a:pt x="2054" y="38917"/>
                    </a:cubicBezTo>
                    <a:cubicBezTo>
                      <a:pt x="672" y="35347"/>
                      <a:pt x="0" y="31203"/>
                      <a:pt x="0" y="26498"/>
                    </a:cubicBezTo>
                    <a:cubicBezTo>
                      <a:pt x="0" y="22839"/>
                      <a:pt x="598" y="19401"/>
                      <a:pt x="1793" y="16178"/>
                    </a:cubicBezTo>
                    <a:cubicBezTo>
                      <a:pt x="2951" y="12952"/>
                      <a:pt x="4669" y="10148"/>
                      <a:pt x="6873" y="7762"/>
                    </a:cubicBezTo>
                    <a:cubicBezTo>
                      <a:pt x="9076" y="5373"/>
                      <a:pt x="11803" y="3484"/>
                      <a:pt x="14977" y="2091"/>
                    </a:cubicBezTo>
                    <a:cubicBezTo>
                      <a:pt x="18189" y="694"/>
                      <a:pt x="21775" y="0"/>
                      <a:pt x="25771" y="0"/>
                    </a:cubicBezTo>
                    <a:close/>
                    <a:moveTo>
                      <a:pt x="26032" y="9252"/>
                    </a:moveTo>
                    <a:cubicBezTo>
                      <a:pt x="22261" y="9252"/>
                      <a:pt x="19347" y="10313"/>
                      <a:pt x="17218" y="12441"/>
                    </a:cubicBezTo>
                    <a:cubicBezTo>
                      <a:pt x="15089" y="14565"/>
                      <a:pt x="13707" y="17582"/>
                      <a:pt x="13147" y="21484"/>
                    </a:cubicBezTo>
                    <a:lnTo>
                      <a:pt x="37387" y="21484"/>
                    </a:lnTo>
                    <a:cubicBezTo>
                      <a:pt x="37387" y="19808"/>
                      <a:pt x="37163" y="18232"/>
                      <a:pt x="36715" y="16750"/>
                    </a:cubicBezTo>
                    <a:cubicBezTo>
                      <a:pt x="36267" y="15271"/>
                      <a:pt x="35557" y="13972"/>
                      <a:pt x="34623" y="12855"/>
                    </a:cubicBezTo>
                    <a:cubicBezTo>
                      <a:pt x="33689" y="11743"/>
                      <a:pt x="32494" y="10865"/>
                      <a:pt x="31075" y="10215"/>
                    </a:cubicBezTo>
                    <a:cubicBezTo>
                      <a:pt x="29618" y="9573"/>
                      <a:pt x="27975" y="9252"/>
                      <a:pt x="26032" y="9252"/>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15" name="Google Shape;2315;p90"/>
              <p:cNvSpPr/>
              <p:nvPr/>
            </p:nvSpPr>
            <p:spPr>
              <a:xfrm>
                <a:off x="7490041" y="4424547"/>
                <a:ext cx="46761" cy="77680"/>
              </a:xfrm>
              <a:custGeom>
                <a:avLst/>
                <a:gdLst/>
                <a:ahLst/>
                <a:cxnLst/>
                <a:rect l="l" t="t" r="r" b="b"/>
                <a:pathLst>
                  <a:path w="46761" h="77680" extrusionOk="0">
                    <a:moveTo>
                      <a:pt x="0" y="77681"/>
                    </a:moveTo>
                    <a:lnTo>
                      <a:pt x="0" y="0"/>
                    </a:lnTo>
                    <a:lnTo>
                      <a:pt x="12923" y="0"/>
                    </a:lnTo>
                    <a:lnTo>
                      <a:pt x="12923" y="29848"/>
                    </a:lnTo>
                    <a:cubicBezTo>
                      <a:pt x="15015" y="27865"/>
                      <a:pt x="17330" y="26259"/>
                      <a:pt x="19832" y="25042"/>
                    </a:cubicBezTo>
                    <a:cubicBezTo>
                      <a:pt x="22335" y="23821"/>
                      <a:pt x="25286" y="23213"/>
                      <a:pt x="28647" y="23213"/>
                    </a:cubicBezTo>
                    <a:cubicBezTo>
                      <a:pt x="31597" y="23213"/>
                      <a:pt x="34175" y="23709"/>
                      <a:pt x="36453" y="24699"/>
                    </a:cubicBezTo>
                    <a:cubicBezTo>
                      <a:pt x="38731" y="25696"/>
                      <a:pt x="40599" y="27088"/>
                      <a:pt x="42130" y="28884"/>
                    </a:cubicBezTo>
                    <a:cubicBezTo>
                      <a:pt x="43661" y="30680"/>
                      <a:pt x="44782" y="32823"/>
                      <a:pt x="45566" y="35310"/>
                    </a:cubicBezTo>
                    <a:cubicBezTo>
                      <a:pt x="46351" y="37804"/>
                      <a:pt x="46761" y="40545"/>
                      <a:pt x="46761" y="43543"/>
                    </a:cubicBezTo>
                    <a:lnTo>
                      <a:pt x="46761" y="77681"/>
                    </a:lnTo>
                    <a:lnTo>
                      <a:pt x="33838" y="77681"/>
                    </a:lnTo>
                    <a:lnTo>
                      <a:pt x="33838" y="43543"/>
                    </a:lnTo>
                    <a:cubicBezTo>
                      <a:pt x="33838" y="40269"/>
                      <a:pt x="33091" y="37733"/>
                      <a:pt x="31560" y="35938"/>
                    </a:cubicBezTo>
                    <a:cubicBezTo>
                      <a:pt x="30066" y="34141"/>
                      <a:pt x="27788" y="33245"/>
                      <a:pt x="24725" y="33245"/>
                    </a:cubicBezTo>
                    <a:cubicBezTo>
                      <a:pt x="22522" y="33245"/>
                      <a:pt x="20430" y="33753"/>
                      <a:pt x="18450" y="34761"/>
                    </a:cubicBezTo>
                    <a:cubicBezTo>
                      <a:pt x="16508" y="35777"/>
                      <a:pt x="14678" y="37151"/>
                      <a:pt x="12923" y="38891"/>
                    </a:cubicBezTo>
                    <a:lnTo>
                      <a:pt x="12923" y="77681"/>
                    </a:lnTo>
                    <a:lnTo>
                      <a:pt x="0" y="77681"/>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16" name="Google Shape;2316;p90"/>
              <p:cNvSpPr/>
              <p:nvPr/>
            </p:nvSpPr>
            <p:spPr>
              <a:xfrm>
                <a:off x="7545804" y="4447759"/>
                <a:ext cx="53073" cy="55252"/>
              </a:xfrm>
              <a:custGeom>
                <a:avLst/>
                <a:gdLst/>
                <a:ahLst/>
                <a:cxnLst/>
                <a:rect l="l" t="t" r="r" b="b"/>
                <a:pathLst>
                  <a:path w="53073" h="55252" extrusionOk="0">
                    <a:moveTo>
                      <a:pt x="26593" y="0"/>
                    </a:moveTo>
                    <a:cubicBezTo>
                      <a:pt x="30627" y="0"/>
                      <a:pt x="34250" y="646"/>
                      <a:pt x="37499" y="1930"/>
                    </a:cubicBezTo>
                    <a:cubicBezTo>
                      <a:pt x="40748" y="3222"/>
                      <a:pt x="43549" y="5052"/>
                      <a:pt x="45828" y="7423"/>
                    </a:cubicBezTo>
                    <a:cubicBezTo>
                      <a:pt x="48143" y="9794"/>
                      <a:pt x="49936" y="12684"/>
                      <a:pt x="51169" y="16100"/>
                    </a:cubicBezTo>
                    <a:cubicBezTo>
                      <a:pt x="52439" y="19513"/>
                      <a:pt x="53074" y="23329"/>
                      <a:pt x="53074" y="27548"/>
                    </a:cubicBezTo>
                    <a:cubicBezTo>
                      <a:pt x="53074" y="31797"/>
                      <a:pt x="52439" y="35631"/>
                      <a:pt x="51169" y="39048"/>
                    </a:cubicBezTo>
                    <a:cubicBezTo>
                      <a:pt x="49936" y="42464"/>
                      <a:pt x="48143" y="45373"/>
                      <a:pt x="45828" y="47777"/>
                    </a:cubicBezTo>
                    <a:cubicBezTo>
                      <a:pt x="43549" y="50178"/>
                      <a:pt x="40748" y="52026"/>
                      <a:pt x="37499" y="53314"/>
                    </a:cubicBezTo>
                    <a:cubicBezTo>
                      <a:pt x="34250" y="54606"/>
                      <a:pt x="30627" y="55252"/>
                      <a:pt x="26593" y="55252"/>
                    </a:cubicBezTo>
                    <a:cubicBezTo>
                      <a:pt x="22597" y="55252"/>
                      <a:pt x="18936" y="54606"/>
                      <a:pt x="15687" y="53314"/>
                    </a:cubicBezTo>
                    <a:cubicBezTo>
                      <a:pt x="12400" y="52026"/>
                      <a:pt x="9599" y="50178"/>
                      <a:pt x="7283" y="47777"/>
                    </a:cubicBezTo>
                    <a:cubicBezTo>
                      <a:pt x="4968" y="45373"/>
                      <a:pt x="3175" y="42464"/>
                      <a:pt x="1905" y="39048"/>
                    </a:cubicBezTo>
                    <a:cubicBezTo>
                      <a:pt x="635" y="35631"/>
                      <a:pt x="0" y="31797"/>
                      <a:pt x="0" y="27548"/>
                    </a:cubicBezTo>
                    <a:cubicBezTo>
                      <a:pt x="0" y="23329"/>
                      <a:pt x="635" y="19513"/>
                      <a:pt x="1905" y="16100"/>
                    </a:cubicBezTo>
                    <a:cubicBezTo>
                      <a:pt x="3175" y="12684"/>
                      <a:pt x="4968" y="9794"/>
                      <a:pt x="7283" y="7423"/>
                    </a:cubicBezTo>
                    <a:cubicBezTo>
                      <a:pt x="9599" y="5052"/>
                      <a:pt x="12400" y="3222"/>
                      <a:pt x="15687" y="1930"/>
                    </a:cubicBezTo>
                    <a:cubicBezTo>
                      <a:pt x="18936" y="646"/>
                      <a:pt x="22597" y="0"/>
                      <a:pt x="26593" y="0"/>
                    </a:cubicBezTo>
                    <a:close/>
                    <a:moveTo>
                      <a:pt x="26593" y="45317"/>
                    </a:moveTo>
                    <a:cubicBezTo>
                      <a:pt x="31075" y="45317"/>
                      <a:pt x="34362" y="43819"/>
                      <a:pt x="36528" y="40821"/>
                    </a:cubicBezTo>
                    <a:cubicBezTo>
                      <a:pt x="38657" y="37827"/>
                      <a:pt x="39740" y="33436"/>
                      <a:pt x="39740" y="27652"/>
                    </a:cubicBezTo>
                    <a:cubicBezTo>
                      <a:pt x="39740" y="21869"/>
                      <a:pt x="38657" y="17455"/>
                      <a:pt x="36528" y="14423"/>
                    </a:cubicBezTo>
                    <a:cubicBezTo>
                      <a:pt x="34362" y="11392"/>
                      <a:pt x="31075" y="9880"/>
                      <a:pt x="26593" y="9880"/>
                    </a:cubicBezTo>
                    <a:cubicBezTo>
                      <a:pt x="22074" y="9880"/>
                      <a:pt x="18712" y="11403"/>
                      <a:pt x="16546" y="14453"/>
                    </a:cubicBezTo>
                    <a:cubicBezTo>
                      <a:pt x="14417" y="17500"/>
                      <a:pt x="13334" y="21899"/>
                      <a:pt x="13334" y="27652"/>
                    </a:cubicBezTo>
                    <a:cubicBezTo>
                      <a:pt x="13334" y="33399"/>
                      <a:pt x="14417" y="37782"/>
                      <a:pt x="16546" y="40795"/>
                    </a:cubicBezTo>
                    <a:cubicBezTo>
                      <a:pt x="18712" y="43812"/>
                      <a:pt x="22074" y="45317"/>
                      <a:pt x="26593" y="4531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17" name="Google Shape;2317;p90"/>
              <p:cNvSpPr/>
              <p:nvPr/>
            </p:nvSpPr>
            <p:spPr>
              <a:xfrm>
                <a:off x="7607841" y="4448596"/>
                <a:ext cx="46761" cy="54468"/>
              </a:xfrm>
              <a:custGeom>
                <a:avLst/>
                <a:gdLst/>
                <a:ahLst/>
                <a:cxnLst/>
                <a:rect l="l" t="t" r="r" b="b"/>
                <a:pathLst>
                  <a:path w="46761" h="54468" extrusionOk="0">
                    <a:moveTo>
                      <a:pt x="12923" y="0"/>
                    </a:moveTo>
                    <a:lnTo>
                      <a:pt x="12923" y="34078"/>
                    </a:lnTo>
                    <a:cubicBezTo>
                      <a:pt x="12923" y="37356"/>
                      <a:pt x="13707" y="39892"/>
                      <a:pt x="15201" y="41684"/>
                    </a:cubicBezTo>
                    <a:cubicBezTo>
                      <a:pt x="16733" y="43480"/>
                      <a:pt x="19011" y="44376"/>
                      <a:pt x="22036" y="44376"/>
                    </a:cubicBezTo>
                    <a:cubicBezTo>
                      <a:pt x="24277" y="44376"/>
                      <a:pt x="26369" y="43879"/>
                      <a:pt x="28311" y="42890"/>
                    </a:cubicBezTo>
                    <a:cubicBezTo>
                      <a:pt x="30253" y="41897"/>
                      <a:pt x="32121" y="40526"/>
                      <a:pt x="33839" y="38782"/>
                    </a:cubicBezTo>
                    <a:lnTo>
                      <a:pt x="33839" y="0"/>
                    </a:lnTo>
                    <a:lnTo>
                      <a:pt x="46761" y="0"/>
                    </a:lnTo>
                    <a:lnTo>
                      <a:pt x="46761" y="53632"/>
                    </a:lnTo>
                    <a:lnTo>
                      <a:pt x="38881" y="53632"/>
                    </a:lnTo>
                    <a:cubicBezTo>
                      <a:pt x="37200" y="53632"/>
                      <a:pt x="36080" y="52848"/>
                      <a:pt x="35557" y="51280"/>
                    </a:cubicBezTo>
                    <a:lnTo>
                      <a:pt x="34698" y="46993"/>
                    </a:lnTo>
                    <a:cubicBezTo>
                      <a:pt x="33577" y="48110"/>
                      <a:pt x="32419" y="49129"/>
                      <a:pt x="31224" y="50051"/>
                    </a:cubicBezTo>
                    <a:cubicBezTo>
                      <a:pt x="30066" y="50977"/>
                      <a:pt x="28797" y="51757"/>
                      <a:pt x="27452" y="52400"/>
                    </a:cubicBezTo>
                    <a:cubicBezTo>
                      <a:pt x="26108" y="53046"/>
                      <a:pt x="24651" y="53550"/>
                      <a:pt x="23119" y="53919"/>
                    </a:cubicBezTo>
                    <a:cubicBezTo>
                      <a:pt x="21551" y="54281"/>
                      <a:pt x="19870" y="54468"/>
                      <a:pt x="18115" y="54468"/>
                    </a:cubicBezTo>
                    <a:cubicBezTo>
                      <a:pt x="15164" y="54468"/>
                      <a:pt x="12587" y="53968"/>
                      <a:pt x="10346" y="52978"/>
                    </a:cubicBezTo>
                    <a:cubicBezTo>
                      <a:pt x="8105" y="51981"/>
                      <a:pt x="6200" y="50581"/>
                      <a:pt x="4669" y="48771"/>
                    </a:cubicBezTo>
                    <a:cubicBezTo>
                      <a:pt x="3138" y="46956"/>
                      <a:pt x="1980" y="44805"/>
                      <a:pt x="1195" y="42311"/>
                    </a:cubicBezTo>
                    <a:cubicBezTo>
                      <a:pt x="411" y="39821"/>
                      <a:pt x="0" y="37076"/>
                      <a:pt x="0" y="34078"/>
                    </a:cubicBezTo>
                    <a:lnTo>
                      <a:pt x="0" y="0"/>
                    </a:lnTo>
                    <a:lnTo>
                      <a:pt x="12923"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18" name="Google Shape;2318;p90"/>
              <p:cNvSpPr/>
              <p:nvPr/>
            </p:nvSpPr>
            <p:spPr>
              <a:xfrm>
                <a:off x="7663716" y="4447759"/>
                <a:ext cx="40038" cy="55304"/>
              </a:xfrm>
              <a:custGeom>
                <a:avLst/>
                <a:gdLst/>
                <a:ahLst/>
                <a:cxnLst/>
                <a:rect l="l" t="t" r="r" b="b"/>
                <a:pathLst>
                  <a:path w="40038" h="55304" extrusionOk="0">
                    <a:moveTo>
                      <a:pt x="36528" y="11287"/>
                    </a:moveTo>
                    <a:cubicBezTo>
                      <a:pt x="36191" y="11851"/>
                      <a:pt x="35818" y="12239"/>
                      <a:pt x="35444" y="12467"/>
                    </a:cubicBezTo>
                    <a:cubicBezTo>
                      <a:pt x="35071" y="12695"/>
                      <a:pt x="34586" y="12803"/>
                      <a:pt x="33988" y="12803"/>
                    </a:cubicBezTo>
                    <a:cubicBezTo>
                      <a:pt x="33353" y="12803"/>
                      <a:pt x="32681" y="12631"/>
                      <a:pt x="31971" y="12284"/>
                    </a:cubicBezTo>
                    <a:cubicBezTo>
                      <a:pt x="31261" y="11937"/>
                      <a:pt x="30402" y="11545"/>
                      <a:pt x="29469" y="11104"/>
                    </a:cubicBezTo>
                    <a:cubicBezTo>
                      <a:pt x="28535" y="10671"/>
                      <a:pt x="27452" y="10283"/>
                      <a:pt x="26257" y="9932"/>
                    </a:cubicBezTo>
                    <a:cubicBezTo>
                      <a:pt x="25061" y="9581"/>
                      <a:pt x="23642" y="9405"/>
                      <a:pt x="21999" y="9405"/>
                    </a:cubicBezTo>
                    <a:cubicBezTo>
                      <a:pt x="19459" y="9405"/>
                      <a:pt x="17442" y="9947"/>
                      <a:pt x="15986" y="11029"/>
                    </a:cubicBezTo>
                    <a:cubicBezTo>
                      <a:pt x="14529" y="12109"/>
                      <a:pt x="13782" y="13520"/>
                      <a:pt x="13782" y="15264"/>
                    </a:cubicBezTo>
                    <a:cubicBezTo>
                      <a:pt x="13782" y="16414"/>
                      <a:pt x="14155" y="17377"/>
                      <a:pt x="14902" y="18165"/>
                    </a:cubicBezTo>
                    <a:cubicBezTo>
                      <a:pt x="15649" y="18945"/>
                      <a:pt x="16658" y="19636"/>
                      <a:pt x="17890" y="20229"/>
                    </a:cubicBezTo>
                    <a:cubicBezTo>
                      <a:pt x="19123" y="20819"/>
                      <a:pt x="20542" y="21350"/>
                      <a:pt x="22111" y="21820"/>
                    </a:cubicBezTo>
                    <a:cubicBezTo>
                      <a:pt x="23679" y="22290"/>
                      <a:pt x="25286" y="22810"/>
                      <a:pt x="26929" y="23366"/>
                    </a:cubicBezTo>
                    <a:cubicBezTo>
                      <a:pt x="28535" y="23922"/>
                      <a:pt x="30141" y="24561"/>
                      <a:pt x="31710" y="25274"/>
                    </a:cubicBezTo>
                    <a:cubicBezTo>
                      <a:pt x="33278" y="25991"/>
                      <a:pt x="34697" y="26894"/>
                      <a:pt x="35930" y="27992"/>
                    </a:cubicBezTo>
                    <a:cubicBezTo>
                      <a:pt x="37162" y="29090"/>
                      <a:pt x="38171" y="30400"/>
                      <a:pt x="38918" y="31935"/>
                    </a:cubicBezTo>
                    <a:cubicBezTo>
                      <a:pt x="39665" y="33473"/>
                      <a:pt x="40038" y="35318"/>
                      <a:pt x="40038" y="37479"/>
                    </a:cubicBezTo>
                    <a:cubicBezTo>
                      <a:pt x="40038" y="40056"/>
                      <a:pt x="39553" y="42434"/>
                      <a:pt x="38619" y="44615"/>
                    </a:cubicBezTo>
                    <a:cubicBezTo>
                      <a:pt x="37685" y="46792"/>
                      <a:pt x="36303" y="48673"/>
                      <a:pt x="34511" y="50260"/>
                    </a:cubicBezTo>
                    <a:cubicBezTo>
                      <a:pt x="32681" y="51843"/>
                      <a:pt x="30440" y="53083"/>
                      <a:pt x="27788" y="53972"/>
                    </a:cubicBezTo>
                    <a:cubicBezTo>
                      <a:pt x="25099" y="54860"/>
                      <a:pt x="22036" y="55305"/>
                      <a:pt x="18600" y="55305"/>
                    </a:cubicBezTo>
                    <a:cubicBezTo>
                      <a:pt x="16770" y="55305"/>
                      <a:pt x="14940" y="55136"/>
                      <a:pt x="13184" y="54804"/>
                    </a:cubicBezTo>
                    <a:cubicBezTo>
                      <a:pt x="11429" y="54476"/>
                      <a:pt x="9748" y="54016"/>
                      <a:pt x="8105" y="53423"/>
                    </a:cubicBezTo>
                    <a:cubicBezTo>
                      <a:pt x="6499" y="52829"/>
                      <a:pt x="5005" y="52135"/>
                      <a:pt x="3623" y="51332"/>
                    </a:cubicBezTo>
                    <a:cubicBezTo>
                      <a:pt x="2241" y="50529"/>
                      <a:pt x="1046" y="49659"/>
                      <a:pt x="0" y="48718"/>
                    </a:cubicBezTo>
                    <a:lnTo>
                      <a:pt x="2950" y="43805"/>
                    </a:lnTo>
                    <a:cubicBezTo>
                      <a:pt x="3362" y="43211"/>
                      <a:pt x="3810" y="42755"/>
                      <a:pt x="4333" y="42442"/>
                    </a:cubicBezTo>
                    <a:cubicBezTo>
                      <a:pt x="4855" y="42128"/>
                      <a:pt x="5528" y="41975"/>
                      <a:pt x="6312" y="41975"/>
                    </a:cubicBezTo>
                    <a:cubicBezTo>
                      <a:pt x="7134" y="41975"/>
                      <a:pt x="7881" y="42199"/>
                      <a:pt x="8590" y="42655"/>
                    </a:cubicBezTo>
                    <a:cubicBezTo>
                      <a:pt x="9300" y="43106"/>
                      <a:pt x="10122" y="43592"/>
                      <a:pt x="11055" y="44118"/>
                    </a:cubicBezTo>
                    <a:cubicBezTo>
                      <a:pt x="12026" y="44641"/>
                      <a:pt x="13110" y="45130"/>
                      <a:pt x="14379" y="45582"/>
                    </a:cubicBezTo>
                    <a:cubicBezTo>
                      <a:pt x="15649" y="46034"/>
                      <a:pt x="17293" y="46258"/>
                      <a:pt x="19235" y="46258"/>
                    </a:cubicBezTo>
                    <a:cubicBezTo>
                      <a:pt x="20766" y="46258"/>
                      <a:pt x="22074" y="46078"/>
                      <a:pt x="23194" y="45709"/>
                    </a:cubicBezTo>
                    <a:cubicBezTo>
                      <a:pt x="24277" y="45343"/>
                      <a:pt x="25173" y="44865"/>
                      <a:pt x="25883" y="44271"/>
                    </a:cubicBezTo>
                    <a:cubicBezTo>
                      <a:pt x="26593" y="43681"/>
                      <a:pt x="27153" y="42991"/>
                      <a:pt x="27452" y="42207"/>
                    </a:cubicBezTo>
                    <a:cubicBezTo>
                      <a:pt x="27788" y="41422"/>
                      <a:pt x="27975" y="40616"/>
                      <a:pt x="27975" y="39780"/>
                    </a:cubicBezTo>
                    <a:cubicBezTo>
                      <a:pt x="27975" y="38525"/>
                      <a:pt x="27601" y="37498"/>
                      <a:pt x="26854" y="36695"/>
                    </a:cubicBezTo>
                    <a:cubicBezTo>
                      <a:pt x="26070" y="35893"/>
                      <a:pt x="25099" y="35194"/>
                      <a:pt x="23866" y="34601"/>
                    </a:cubicBezTo>
                    <a:cubicBezTo>
                      <a:pt x="22633" y="34011"/>
                      <a:pt x="21214" y="33481"/>
                      <a:pt x="19608" y="33010"/>
                    </a:cubicBezTo>
                    <a:cubicBezTo>
                      <a:pt x="18040" y="32540"/>
                      <a:pt x="16396" y="32024"/>
                      <a:pt x="14753" y="31464"/>
                    </a:cubicBezTo>
                    <a:cubicBezTo>
                      <a:pt x="13110" y="30912"/>
                      <a:pt x="11466" y="30255"/>
                      <a:pt x="9898" y="29504"/>
                    </a:cubicBezTo>
                    <a:cubicBezTo>
                      <a:pt x="8329" y="28757"/>
                      <a:pt x="6910" y="27805"/>
                      <a:pt x="5677" y="26655"/>
                    </a:cubicBezTo>
                    <a:cubicBezTo>
                      <a:pt x="4407" y="25509"/>
                      <a:pt x="3436" y="24098"/>
                      <a:pt x="2689" y="22425"/>
                    </a:cubicBezTo>
                    <a:cubicBezTo>
                      <a:pt x="1942" y="20752"/>
                      <a:pt x="1568" y="18729"/>
                      <a:pt x="1568" y="16361"/>
                    </a:cubicBezTo>
                    <a:cubicBezTo>
                      <a:pt x="1568" y="14166"/>
                      <a:pt x="1980" y="12075"/>
                      <a:pt x="2876" y="10085"/>
                    </a:cubicBezTo>
                    <a:cubicBezTo>
                      <a:pt x="3735" y="8102"/>
                      <a:pt x="5005" y="6366"/>
                      <a:pt x="6723" y="4884"/>
                    </a:cubicBezTo>
                    <a:cubicBezTo>
                      <a:pt x="8404" y="3405"/>
                      <a:pt x="10495" y="2218"/>
                      <a:pt x="13035" y="1333"/>
                    </a:cubicBezTo>
                    <a:cubicBezTo>
                      <a:pt x="15574" y="444"/>
                      <a:pt x="18488" y="0"/>
                      <a:pt x="21775" y="0"/>
                    </a:cubicBezTo>
                    <a:cubicBezTo>
                      <a:pt x="25472" y="0"/>
                      <a:pt x="28871" y="608"/>
                      <a:pt x="31896" y="1830"/>
                    </a:cubicBezTo>
                    <a:cubicBezTo>
                      <a:pt x="34922" y="3047"/>
                      <a:pt x="37424" y="4652"/>
                      <a:pt x="39478" y="6635"/>
                    </a:cubicBezTo>
                    <a:lnTo>
                      <a:pt x="36528" y="11287"/>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19" name="Google Shape;2319;p90"/>
              <p:cNvSpPr/>
              <p:nvPr/>
            </p:nvSpPr>
            <p:spPr>
              <a:xfrm>
                <a:off x="7710515" y="4447759"/>
                <a:ext cx="48964" cy="55252"/>
              </a:xfrm>
              <a:custGeom>
                <a:avLst/>
                <a:gdLst/>
                <a:ahLst/>
                <a:cxnLst/>
                <a:rect l="l" t="t" r="r" b="b"/>
                <a:pathLst>
                  <a:path w="48964" h="55252" extrusionOk="0">
                    <a:moveTo>
                      <a:pt x="25771" y="0"/>
                    </a:moveTo>
                    <a:cubicBezTo>
                      <a:pt x="29132" y="0"/>
                      <a:pt x="32269" y="538"/>
                      <a:pt x="35108" y="1617"/>
                    </a:cubicBezTo>
                    <a:cubicBezTo>
                      <a:pt x="37947" y="2696"/>
                      <a:pt x="40374" y="4275"/>
                      <a:pt x="42429" y="6351"/>
                    </a:cubicBezTo>
                    <a:cubicBezTo>
                      <a:pt x="44520" y="8423"/>
                      <a:pt x="46126" y="10966"/>
                      <a:pt x="47247" y="13983"/>
                    </a:cubicBezTo>
                    <a:cubicBezTo>
                      <a:pt x="48405" y="16996"/>
                      <a:pt x="48965" y="20439"/>
                      <a:pt x="48965" y="24303"/>
                    </a:cubicBezTo>
                    <a:cubicBezTo>
                      <a:pt x="48965" y="25281"/>
                      <a:pt x="48928" y="26091"/>
                      <a:pt x="48853" y="26738"/>
                    </a:cubicBezTo>
                    <a:cubicBezTo>
                      <a:pt x="48778" y="27383"/>
                      <a:pt x="48591" y="27884"/>
                      <a:pt x="48367" y="28250"/>
                    </a:cubicBezTo>
                    <a:cubicBezTo>
                      <a:pt x="48143" y="28619"/>
                      <a:pt x="47844" y="28877"/>
                      <a:pt x="47471" y="29037"/>
                    </a:cubicBezTo>
                    <a:cubicBezTo>
                      <a:pt x="47097" y="29191"/>
                      <a:pt x="46612" y="29273"/>
                      <a:pt x="46014" y="29273"/>
                    </a:cubicBezTo>
                    <a:lnTo>
                      <a:pt x="12848" y="29273"/>
                    </a:lnTo>
                    <a:cubicBezTo>
                      <a:pt x="13221" y="34776"/>
                      <a:pt x="14715" y="38820"/>
                      <a:pt x="17293" y="41400"/>
                    </a:cubicBezTo>
                    <a:cubicBezTo>
                      <a:pt x="19870" y="43980"/>
                      <a:pt x="23306" y="45268"/>
                      <a:pt x="27526" y="45268"/>
                    </a:cubicBezTo>
                    <a:cubicBezTo>
                      <a:pt x="29655" y="45268"/>
                      <a:pt x="31448" y="45022"/>
                      <a:pt x="32942" y="44533"/>
                    </a:cubicBezTo>
                    <a:cubicBezTo>
                      <a:pt x="34473" y="44047"/>
                      <a:pt x="35781" y="43506"/>
                      <a:pt x="36938" y="42916"/>
                    </a:cubicBezTo>
                    <a:cubicBezTo>
                      <a:pt x="38059" y="42326"/>
                      <a:pt x="39067" y="41785"/>
                      <a:pt x="39926" y="41295"/>
                    </a:cubicBezTo>
                    <a:cubicBezTo>
                      <a:pt x="40748" y="40806"/>
                      <a:pt x="41607" y="40560"/>
                      <a:pt x="42391" y="40560"/>
                    </a:cubicBezTo>
                    <a:cubicBezTo>
                      <a:pt x="42914" y="40560"/>
                      <a:pt x="43363" y="40668"/>
                      <a:pt x="43736" y="40873"/>
                    </a:cubicBezTo>
                    <a:cubicBezTo>
                      <a:pt x="44147" y="41086"/>
                      <a:pt x="44483" y="41385"/>
                      <a:pt x="44744" y="41762"/>
                    </a:cubicBezTo>
                    <a:lnTo>
                      <a:pt x="48517" y="46467"/>
                    </a:lnTo>
                    <a:cubicBezTo>
                      <a:pt x="47097" y="48143"/>
                      <a:pt x="45491" y="49543"/>
                      <a:pt x="43699" y="50675"/>
                    </a:cubicBezTo>
                    <a:cubicBezTo>
                      <a:pt x="41943" y="51814"/>
                      <a:pt x="40076" y="52717"/>
                      <a:pt x="38134" y="53393"/>
                    </a:cubicBezTo>
                    <a:cubicBezTo>
                      <a:pt x="36191" y="54072"/>
                      <a:pt x="34212" y="54554"/>
                      <a:pt x="32233" y="54830"/>
                    </a:cubicBezTo>
                    <a:cubicBezTo>
                      <a:pt x="30215" y="55107"/>
                      <a:pt x="28273" y="55252"/>
                      <a:pt x="26406" y="55252"/>
                    </a:cubicBezTo>
                    <a:cubicBezTo>
                      <a:pt x="22671" y="55252"/>
                      <a:pt x="19197" y="54633"/>
                      <a:pt x="15985" y="53393"/>
                    </a:cubicBezTo>
                    <a:cubicBezTo>
                      <a:pt x="12773" y="52157"/>
                      <a:pt x="10009" y="50327"/>
                      <a:pt x="7619" y="47908"/>
                    </a:cubicBezTo>
                    <a:cubicBezTo>
                      <a:pt x="5266" y="45481"/>
                      <a:pt x="3398" y="42490"/>
                      <a:pt x="2017" y="38917"/>
                    </a:cubicBezTo>
                    <a:cubicBezTo>
                      <a:pt x="672" y="35347"/>
                      <a:pt x="0" y="31203"/>
                      <a:pt x="0" y="26498"/>
                    </a:cubicBezTo>
                    <a:cubicBezTo>
                      <a:pt x="0" y="22839"/>
                      <a:pt x="597" y="19401"/>
                      <a:pt x="1755" y="16178"/>
                    </a:cubicBezTo>
                    <a:cubicBezTo>
                      <a:pt x="2950" y="12952"/>
                      <a:pt x="4631" y="10148"/>
                      <a:pt x="6872" y="7762"/>
                    </a:cubicBezTo>
                    <a:cubicBezTo>
                      <a:pt x="9076" y="5373"/>
                      <a:pt x="11765" y="3484"/>
                      <a:pt x="14977" y="2091"/>
                    </a:cubicBezTo>
                    <a:cubicBezTo>
                      <a:pt x="18152" y="694"/>
                      <a:pt x="21775" y="0"/>
                      <a:pt x="25771" y="0"/>
                    </a:cubicBezTo>
                    <a:close/>
                    <a:moveTo>
                      <a:pt x="26032" y="9252"/>
                    </a:moveTo>
                    <a:cubicBezTo>
                      <a:pt x="22260" y="9252"/>
                      <a:pt x="19309" y="10313"/>
                      <a:pt x="17181" y="12441"/>
                    </a:cubicBezTo>
                    <a:cubicBezTo>
                      <a:pt x="15051" y="14565"/>
                      <a:pt x="13707" y="17582"/>
                      <a:pt x="13109" y="21484"/>
                    </a:cubicBezTo>
                    <a:lnTo>
                      <a:pt x="37386" y="21484"/>
                    </a:lnTo>
                    <a:cubicBezTo>
                      <a:pt x="37386" y="19808"/>
                      <a:pt x="37162" y="18232"/>
                      <a:pt x="36677" y="16750"/>
                    </a:cubicBezTo>
                    <a:cubicBezTo>
                      <a:pt x="36229" y="15271"/>
                      <a:pt x="35556" y="13972"/>
                      <a:pt x="34622" y="12855"/>
                    </a:cubicBezTo>
                    <a:cubicBezTo>
                      <a:pt x="33651" y="11743"/>
                      <a:pt x="32494" y="10865"/>
                      <a:pt x="31037" y="10215"/>
                    </a:cubicBezTo>
                    <a:cubicBezTo>
                      <a:pt x="29618" y="9573"/>
                      <a:pt x="27937" y="9252"/>
                      <a:pt x="26032" y="9252"/>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320" name="Google Shape;2320;p90"/>
            <p:cNvGrpSpPr/>
            <p:nvPr/>
          </p:nvGrpSpPr>
          <p:grpSpPr>
            <a:xfrm>
              <a:off x="6521438" y="4297449"/>
              <a:ext cx="390494" cy="293587"/>
              <a:chOff x="6521438" y="4297449"/>
              <a:chExt cx="390494" cy="293587"/>
            </a:xfrm>
          </p:grpSpPr>
          <p:sp>
            <p:nvSpPr>
              <p:cNvPr id="2321" name="Google Shape;2321;p90"/>
              <p:cNvSpPr/>
              <p:nvPr/>
            </p:nvSpPr>
            <p:spPr>
              <a:xfrm>
                <a:off x="6639485" y="4297449"/>
                <a:ext cx="154663" cy="186169"/>
              </a:xfrm>
              <a:custGeom>
                <a:avLst/>
                <a:gdLst/>
                <a:ahLst/>
                <a:cxnLst/>
                <a:rect l="l" t="t" r="r" b="b"/>
                <a:pathLst>
                  <a:path w="154663" h="186169" extrusionOk="0">
                    <a:moveTo>
                      <a:pt x="129789" y="10104"/>
                    </a:moveTo>
                    <a:cubicBezTo>
                      <a:pt x="112944" y="3062"/>
                      <a:pt x="95278" y="-284"/>
                      <a:pt x="77350" y="19"/>
                    </a:cubicBezTo>
                    <a:cubicBezTo>
                      <a:pt x="59273" y="-284"/>
                      <a:pt x="41682" y="3065"/>
                      <a:pt x="24800" y="10145"/>
                    </a:cubicBezTo>
                    <a:cubicBezTo>
                      <a:pt x="8814" y="17579"/>
                      <a:pt x="0" y="28074"/>
                      <a:pt x="0" y="39686"/>
                    </a:cubicBezTo>
                    <a:lnTo>
                      <a:pt x="0" y="145617"/>
                    </a:lnTo>
                    <a:cubicBezTo>
                      <a:pt x="0" y="157681"/>
                      <a:pt x="8515" y="168229"/>
                      <a:pt x="24800" y="176178"/>
                    </a:cubicBezTo>
                    <a:cubicBezTo>
                      <a:pt x="40599" y="182813"/>
                      <a:pt x="57144" y="186170"/>
                      <a:pt x="73877" y="186170"/>
                    </a:cubicBezTo>
                    <a:cubicBezTo>
                      <a:pt x="74997" y="186170"/>
                      <a:pt x="76118" y="186155"/>
                      <a:pt x="77238" y="186125"/>
                    </a:cubicBezTo>
                    <a:cubicBezTo>
                      <a:pt x="95390" y="186513"/>
                      <a:pt x="113019" y="183070"/>
                      <a:pt x="129938" y="175861"/>
                    </a:cubicBezTo>
                    <a:cubicBezTo>
                      <a:pt x="145662" y="168550"/>
                      <a:pt x="154663" y="157423"/>
                      <a:pt x="154663" y="145341"/>
                    </a:cubicBezTo>
                    <a:lnTo>
                      <a:pt x="154663" y="39686"/>
                    </a:lnTo>
                    <a:cubicBezTo>
                      <a:pt x="154663" y="28104"/>
                      <a:pt x="145849" y="17609"/>
                      <a:pt x="129789" y="10104"/>
                    </a:cubicBezTo>
                    <a:close/>
                    <a:moveTo>
                      <a:pt x="13856" y="135424"/>
                    </a:moveTo>
                    <a:cubicBezTo>
                      <a:pt x="17367" y="137851"/>
                      <a:pt x="21102" y="139871"/>
                      <a:pt x="24986" y="141469"/>
                    </a:cubicBezTo>
                    <a:cubicBezTo>
                      <a:pt x="41868" y="148007"/>
                      <a:pt x="59535" y="151139"/>
                      <a:pt x="77238" y="150762"/>
                    </a:cubicBezTo>
                    <a:cubicBezTo>
                      <a:pt x="95129" y="151102"/>
                      <a:pt x="112795" y="148010"/>
                      <a:pt x="129714" y="141454"/>
                    </a:cubicBezTo>
                    <a:cubicBezTo>
                      <a:pt x="133598" y="139867"/>
                      <a:pt x="137296" y="137843"/>
                      <a:pt x="140807" y="135424"/>
                    </a:cubicBezTo>
                    <a:lnTo>
                      <a:pt x="140807" y="145617"/>
                    </a:lnTo>
                    <a:cubicBezTo>
                      <a:pt x="140807" y="157968"/>
                      <a:pt x="114737" y="171724"/>
                      <a:pt x="77313" y="171724"/>
                    </a:cubicBezTo>
                    <a:lnTo>
                      <a:pt x="74736" y="171724"/>
                    </a:lnTo>
                    <a:lnTo>
                      <a:pt x="74736" y="171843"/>
                    </a:lnTo>
                    <a:cubicBezTo>
                      <a:pt x="38731" y="171231"/>
                      <a:pt x="13856" y="157823"/>
                      <a:pt x="13856" y="145755"/>
                    </a:cubicBezTo>
                    <a:lnTo>
                      <a:pt x="13856" y="135424"/>
                    </a:lnTo>
                    <a:close/>
                    <a:moveTo>
                      <a:pt x="124635" y="127770"/>
                    </a:moveTo>
                    <a:cubicBezTo>
                      <a:pt x="109396" y="133647"/>
                      <a:pt x="93411" y="136402"/>
                      <a:pt x="77238" y="136088"/>
                    </a:cubicBezTo>
                    <a:cubicBezTo>
                      <a:pt x="61103" y="136454"/>
                      <a:pt x="45230" y="133643"/>
                      <a:pt x="30103" y="127803"/>
                    </a:cubicBezTo>
                    <a:cubicBezTo>
                      <a:pt x="20243" y="123606"/>
                      <a:pt x="13856" y="117924"/>
                      <a:pt x="13856" y="113324"/>
                    </a:cubicBezTo>
                    <a:lnTo>
                      <a:pt x="13856" y="99684"/>
                    </a:lnTo>
                    <a:cubicBezTo>
                      <a:pt x="17367" y="102093"/>
                      <a:pt x="21139" y="104086"/>
                      <a:pt x="25099" y="105636"/>
                    </a:cubicBezTo>
                    <a:cubicBezTo>
                      <a:pt x="41943" y="112002"/>
                      <a:pt x="59497" y="115019"/>
                      <a:pt x="77238" y="114709"/>
                    </a:cubicBezTo>
                    <a:cubicBezTo>
                      <a:pt x="95054" y="115030"/>
                      <a:pt x="112683" y="112002"/>
                      <a:pt x="129602" y="105621"/>
                    </a:cubicBezTo>
                    <a:cubicBezTo>
                      <a:pt x="133524" y="104079"/>
                      <a:pt x="137296" y="102093"/>
                      <a:pt x="140807" y="99684"/>
                    </a:cubicBezTo>
                    <a:lnTo>
                      <a:pt x="140807" y="113324"/>
                    </a:lnTo>
                    <a:cubicBezTo>
                      <a:pt x="140807" y="117924"/>
                      <a:pt x="134420" y="123606"/>
                      <a:pt x="124635" y="127770"/>
                    </a:cubicBezTo>
                    <a:close/>
                    <a:moveTo>
                      <a:pt x="124672" y="91914"/>
                    </a:moveTo>
                    <a:cubicBezTo>
                      <a:pt x="109359" y="97608"/>
                      <a:pt x="93448" y="100326"/>
                      <a:pt x="77313" y="99964"/>
                    </a:cubicBezTo>
                    <a:cubicBezTo>
                      <a:pt x="38582" y="99964"/>
                      <a:pt x="13856" y="86810"/>
                      <a:pt x="13856" y="77756"/>
                    </a:cubicBezTo>
                    <a:lnTo>
                      <a:pt x="13856" y="63560"/>
                    </a:lnTo>
                    <a:cubicBezTo>
                      <a:pt x="17330" y="66024"/>
                      <a:pt x="20990" y="68078"/>
                      <a:pt x="24874" y="69687"/>
                    </a:cubicBezTo>
                    <a:cubicBezTo>
                      <a:pt x="41682" y="76789"/>
                      <a:pt x="59311" y="80160"/>
                      <a:pt x="77238" y="79839"/>
                    </a:cubicBezTo>
                    <a:cubicBezTo>
                      <a:pt x="95353" y="80287"/>
                      <a:pt x="112982" y="76793"/>
                      <a:pt x="129789" y="69695"/>
                    </a:cubicBezTo>
                    <a:cubicBezTo>
                      <a:pt x="133673" y="68078"/>
                      <a:pt x="137371" y="66021"/>
                      <a:pt x="140807" y="63560"/>
                    </a:cubicBezTo>
                    <a:lnTo>
                      <a:pt x="140807" y="77756"/>
                    </a:lnTo>
                    <a:cubicBezTo>
                      <a:pt x="140807" y="82251"/>
                      <a:pt x="134420" y="87822"/>
                      <a:pt x="124672" y="91914"/>
                    </a:cubicBezTo>
                    <a:close/>
                    <a:moveTo>
                      <a:pt x="124448" y="56249"/>
                    </a:moveTo>
                    <a:cubicBezTo>
                      <a:pt x="109359" y="62563"/>
                      <a:pt x="93522" y="65617"/>
                      <a:pt x="77313" y="65236"/>
                    </a:cubicBezTo>
                    <a:cubicBezTo>
                      <a:pt x="37984" y="65236"/>
                      <a:pt x="13856" y="50514"/>
                      <a:pt x="13856" y="39963"/>
                    </a:cubicBezTo>
                    <a:cubicBezTo>
                      <a:pt x="13856" y="34534"/>
                      <a:pt x="20019" y="28444"/>
                      <a:pt x="30290" y="23661"/>
                    </a:cubicBezTo>
                    <a:cubicBezTo>
                      <a:pt x="45342" y="17366"/>
                      <a:pt x="61178" y="14301"/>
                      <a:pt x="77313" y="14692"/>
                    </a:cubicBezTo>
                    <a:cubicBezTo>
                      <a:pt x="116642" y="14692"/>
                      <a:pt x="140807" y="29407"/>
                      <a:pt x="140807" y="39963"/>
                    </a:cubicBezTo>
                    <a:cubicBezTo>
                      <a:pt x="140807" y="45560"/>
                      <a:pt x="134794" y="51504"/>
                      <a:pt x="124448" y="56249"/>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22" name="Google Shape;2322;p90"/>
              <p:cNvSpPr/>
              <p:nvPr/>
            </p:nvSpPr>
            <p:spPr>
              <a:xfrm>
                <a:off x="6521438" y="4498673"/>
                <a:ext cx="390494" cy="34688"/>
              </a:xfrm>
              <a:custGeom>
                <a:avLst/>
                <a:gdLst/>
                <a:ahLst/>
                <a:cxnLst/>
                <a:rect l="l" t="t" r="r" b="b"/>
                <a:pathLst>
                  <a:path w="390494" h="34688" extrusionOk="0">
                    <a:moveTo>
                      <a:pt x="383787" y="34623"/>
                    </a:moveTo>
                    <a:cubicBezTo>
                      <a:pt x="366906" y="34649"/>
                      <a:pt x="350435" y="28967"/>
                      <a:pt x="336839" y="18404"/>
                    </a:cubicBezTo>
                    <a:cubicBezTo>
                      <a:pt x="308939" y="40037"/>
                      <a:pt x="270955" y="40037"/>
                      <a:pt x="243018" y="18404"/>
                    </a:cubicBezTo>
                    <a:cubicBezTo>
                      <a:pt x="215118" y="40015"/>
                      <a:pt x="177171" y="40015"/>
                      <a:pt x="149271" y="18404"/>
                    </a:cubicBezTo>
                    <a:cubicBezTo>
                      <a:pt x="121371" y="40037"/>
                      <a:pt x="83349" y="40037"/>
                      <a:pt x="55449" y="18404"/>
                    </a:cubicBezTo>
                    <a:cubicBezTo>
                      <a:pt x="41892" y="28967"/>
                      <a:pt x="25495" y="34649"/>
                      <a:pt x="8651" y="34623"/>
                    </a:cubicBezTo>
                    <a:cubicBezTo>
                      <a:pt x="4430" y="35187"/>
                      <a:pt x="583" y="32039"/>
                      <a:pt x="60" y="27596"/>
                    </a:cubicBezTo>
                    <a:cubicBezTo>
                      <a:pt x="-463" y="23153"/>
                      <a:pt x="2488" y="19095"/>
                      <a:pt x="6708" y="18531"/>
                    </a:cubicBezTo>
                    <a:cubicBezTo>
                      <a:pt x="7343" y="18445"/>
                      <a:pt x="7978" y="18445"/>
                      <a:pt x="8651" y="18531"/>
                    </a:cubicBezTo>
                    <a:cubicBezTo>
                      <a:pt x="24001" y="18516"/>
                      <a:pt x="38866" y="12617"/>
                      <a:pt x="50444" y="1927"/>
                    </a:cubicBezTo>
                    <a:cubicBezTo>
                      <a:pt x="53358" y="-642"/>
                      <a:pt x="57616" y="-642"/>
                      <a:pt x="60566" y="1927"/>
                    </a:cubicBezTo>
                    <a:cubicBezTo>
                      <a:pt x="84544" y="24057"/>
                      <a:pt x="120325" y="24057"/>
                      <a:pt x="144303" y="1927"/>
                    </a:cubicBezTo>
                    <a:cubicBezTo>
                      <a:pt x="147179" y="-624"/>
                      <a:pt x="151400" y="-624"/>
                      <a:pt x="154276" y="1927"/>
                    </a:cubicBezTo>
                    <a:cubicBezTo>
                      <a:pt x="178254" y="24057"/>
                      <a:pt x="214035" y="24057"/>
                      <a:pt x="238013" y="1927"/>
                    </a:cubicBezTo>
                    <a:cubicBezTo>
                      <a:pt x="240963" y="-642"/>
                      <a:pt x="245184" y="-642"/>
                      <a:pt x="248135" y="1927"/>
                    </a:cubicBezTo>
                    <a:cubicBezTo>
                      <a:pt x="272113" y="24057"/>
                      <a:pt x="307894" y="24057"/>
                      <a:pt x="331872" y="1927"/>
                    </a:cubicBezTo>
                    <a:cubicBezTo>
                      <a:pt x="334748" y="-624"/>
                      <a:pt x="338968" y="-624"/>
                      <a:pt x="341844" y="1927"/>
                    </a:cubicBezTo>
                    <a:cubicBezTo>
                      <a:pt x="353460" y="12646"/>
                      <a:pt x="368362" y="18546"/>
                      <a:pt x="383787" y="18531"/>
                    </a:cubicBezTo>
                    <a:cubicBezTo>
                      <a:pt x="387970" y="19095"/>
                      <a:pt x="390958" y="23153"/>
                      <a:pt x="390436" y="27596"/>
                    </a:cubicBezTo>
                    <a:cubicBezTo>
                      <a:pt x="389987" y="31267"/>
                      <a:pt x="387261" y="34157"/>
                      <a:pt x="383787" y="34623"/>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23" name="Google Shape;2323;p90"/>
              <p:cNvSpPr/>
              <p:nvPr/>
            </p:nvSpPr>
            <p:spPr>
              <a:xfrm>
                <a:off x="6521438" y="4556239"/>
                <a:ext cx="390494" cy="34797"/>
              </a:xfrm>
              <a:custGeom>
                <a:avLst/>
                <a:gdLst/>
                <a:ahLst/>
                <a:cxnLst/>
                <a:rect l="l" t="t" r="r" b="b"/>
                <a:pathLst>
                  <a:path w="390494" h="34797" extrusionOk="0">
                    <a:moveTo>
                      <a:pt x="383787" y="34732"/>
                    </a:moveTo>
                    <a:cubicBezTo>
                      <a:pt x="366868" y="34714"/>
                      <a:pt x="350435" y="28986"/>
                      <a:pt x="336839" y="18386"/>
                    </a:cubicBezTo>
                    <a:cubicBezTo>
                      <a:pt x="308977" y="40184"/>
                      <a:pt x="270880" y="40184"/>
                      <a:pt x="243018" y="18386"/>
                    </a:cubicBezTo>
                    <a:cubicBezTo>
                      <a:pt x="215155" y="40165"/>
                      <a:pt x="177133" y="40165"/>
                      <a:pt x="149271" y="18386"/>
                    </a:cubicBezTo>
                    <a:cubicBezTo>
                      <a:pt x="121408" y="40184"/>
                      <a:pt x="83312" y="40184"/>
                      <a:pt x="55449" y="18386"/>
                    </a:cubicBezTo>
                    <a:cubicBezTo>
                      <a:pt x="41892" y="28982"/>
                      <a:pt x="25495" y="34714"/>
                      <a:pt x="8651" y="34732"/>
                    </a:cubicBezTo>
                    <a:cubicBezTo>
                      <a:pt x="4430" y="35296"/>
                      <a:pt x="583" y="32149"/>
                      <a:pt x="60" y="27705"/>
                    </a:cubicBezTo>
                    <a:cubicBezTo>
                      <a:pt x="-463" y="23262"/>
                      <a:pt x="2488" y="19204"/>
                      <a:pt x="6708" y="18644"/>
                    </a:cubicBezTo>
                    <a:cubicBezTo>
                      <a:pt x="7343" y="18554"/>
                      <a:pt x="7978" y="18554"/>
                      <a:pt x="8651" y="18644"/>
                    </a:cubicBezTo>
                    <a:cubicBezTo>
                      <a:pt x="24001" y="18625"/>
                      <a:pt x="38866" y="12725"/>
                      <a:pt x="50444" y="2036"/>
                    </a:cubicBezTo>
                    <a:cubicBezTo>
                      <a:pt x="53320" y="-641"/>
                      <a:pt x="57653" y="-641"/>
                      <a:pt x="60566" y="2036"/>
                    </a:cubicBezTo>
                    <a:cubicBezTo>
                      <a:pt x="84544" y="24169"/>
                      <a:pt x="120325" y="24169"/>
                      <a:pt x="144303" y="2036"/>
                    </a:cubicBezTo>
                    <a:cubicBezTo>
                      <a:pt x="147104" y="-679"/>
                      <a:pt x="151437" y="-679"/>
                      <a:pt x="154276" y="2036"/>
                    </a:cubicBezTo>
                    <a:cubicBezTo>
                      <a:pt x="178254" y="24169"/>
                      <a:pt x="214035" y="24169"/>
                      <a:pt x="238013" y="2036"/>
                    </a:cubicBezTo>
                    <a:cubicBezTo>
                      <a:pt x="240889" y="-641"/>
                      <a:pt x="245221" y="-641"/>
                      <a:pt x="248135" y="2036"/>
                    </a:cubicBezTo>
                    <a:cubicBezTo>
                      <a:pt x="272113" y="24169"/>
                      <a:pt x="307894" y="24169"/>
                      <a:pt x="331872" y="2036"/>
                    </a:cubicBezTo>
                    <a:cubicBezTo>
                      <a:pt x="334711" y="-679"/>
                      <a:pt x="339005" y="-679"/>
                      <a:pt x="341844" y="2036"/>
                    </a:cubicBezTo>
                    <a:cubicBezTo>
                      <a:pt x="353460" y="12755"/>
                      <a:pt x="368362" y="18655"/>
                      <a:pt x="383787" y="18644"/>
                    </a:cubicBezTo>
                    <a:cubicBezTo>
                      <a:pt x="387970" y="19204"/>
                      <a:pt x="390958" y="23262"/>
                      <a:pt x="390436" y="27705"/>
                    </a:cubicBezTo>
                    <a:cubicBezTo>
                      <a:pt x="389987" y="31376"/>
                      <a:pt x="387261" y="34269"/>
                      <a:pt x="383787" y="34732"/>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24" name="Google Shape;2324;p90"/>
              <p:cNvSpPr/>
              <p:nvPr/>
            </p:nvSpPr>
            <p:spPr>
              <a:xfrm>
                <a:off x="6521438" y="4435353"/>
                <a:ext cx="107066" cy="34767"/>
              </a:xfrm>
              <a:custGeom>
                <a:avLst/>
                <a:gdLst/>
                <a:ahLst/>
                <a:cxnLst/>
                <a:rect l="l" t="t" r="r" b="b"/>
                <a:pathLst>
                  <a:path w="107066" h="34767" extrusionOk="0">
                    <a:moveTo>
                      <a:pt x="104676" y="18410"/>
                    </a:moveTo>
                    <a:cubicBezTo>
                      <a:pt x="103891" y="18470"/>
                      <a:pt x="103145" y="18608"/>
                      <a:pt x="102360" y="18612"/>
                    </a:cubicBezTo>
                    <a:cubicBezTo>
                      <a:pt x="86972" y="18593"/>
                      <a:pt x="72144" y="12694"/>
                      <a:pt x="60566" y="2008"/>
                    </a:cubicBezTo>
                    <a:cubicBezTo>
                      <a:pt x="57653" y="-669"/>
                      <a:pt x="53320" y="-669"/>
                      <a:pt x="50444" y="2008"/>
                    </a:cubicBezTo>
                    <a:cubicBezTo>
                      <a:pt x="38866" y="12694"/>
                      <a:pt x="24001" y="18593"/>
                      <a:pt x="8651" y="18612"/>
                    </a:cubicBezTo>
                    <a:cubicBezTo>
                      <a:pt x="4430" y="18048"/>
                      <a:pt x="583" y="21196"/>
                      <a:pt x="60" y="25639"/>
                    </a:cubicBezTo>
                    <a:cubicBezTo>
                      <a:pt x="-463" y="30082"/>
                      <a:pt x="2488" y="34141"/>
                      <a:pt x="6708" y="34701"/>
                    </a:cubicBezTo>
                    <a:cubicBezTo>
                      <a:pt x="7343" y="34790"/>
                      <a:pt x="7978" y="34790"/>
                      <a:pt x="8651" y="34701"/>
                    </a:cubicBezTo>
                    <a:cubicBezTo>
                      <a:pt x="25495" y="34686"/>
                      <a:pt x="41892" y="28955"/>
                      <a:pt x="55449" y="18354"/>
                    </a:cubicBezTo>
                    <a:cubicBezTo>
                      <a:pt x="69007" y="28955"/>
                      <a:pt x="85478" y="34686"/>
                      <a:pt x="102360" y="34701"/>
                    </a:cubicBezTo>
                    <a:cubicBezTo>
                      <a:pt x="103966" y="34690"/>
                      <a:pt x="105535" y="34540"/>
                      <a:pt x="107066" y="34369"/>
                    </a:cubicBezTo>
                    <a:cubicBezTo>
                      <a:pt x="105684" y="29376"/>
                      <a:pt x="104975" y="23529"/>
                      <a:pt x="104676" y="18410"/>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25" name="Google Shape;2325;p90"/>
              <p:cNvSpPr/>
              <p:nvPr/>
            </p:nvSpPr>
            <p:spPr>
              <a:xfrm>
                <a:off x="6805353" y="4435353"/>
                <a:ext cx="106579" cy="34767"/>
              </a:xfrm>
              <a:custGeom>
                <a:avLst/>
                <a:gdLst/>
                <a:ahLst/>
                <a:cxnLst/>
                <a:rect l="l" t="t" r="r" b="b"/>
                <a:pathLst>
                  <a:path w="106579" h="34767" extrusionOk="0">
                    <a:moveTo>
                      <a:pt x="106520" y="25639"/>
                    </a:moveTo>
                    <a:cubicBezTo>
                      <a:pt x="105997" y="21196"/>
                      <a:pt x="102151" y="18048"/>
                      <a:pt x="97930" y="18612"/>
                    </a:cubicBezTo>
                    <a:cubicBezTo>
                      <a:pt x="82542" y="18593"/>
                      <a:pt x="67714" y="12694"/>
                      <a:pt x="56136" y="2008"/>
                    </a:cubicBezTo>
                    <a:cubicBezTo>
                      <a:pt x="53223" y="-669"/>
                      <a:pt x="48891" y="-669"/>
                      <a:pt x="46015" y="2008"/>
                    </a:cubicBezTo>
                    <a:cubicBezTo>
                      <a:pt x="34436" y="12694"/>
                      <a:pt x="19571" y="18593"/>
                      <a:pt x="4220" y="18612"/>
                    </a:cubicBezTo>
                    <a:cubicBezTo>
                      <a:pt x="4109" y="18612"/>
                      <a:pt x="4034" y="18590"/>
                      <a:pt x="3959" y="18590"/>
                    </a:cubicBezTo>
                    <a:cubicBezTo>
                      <a:pt x="3212" y="23428"/>
                      <a:pt x="1980" y="29279"/>
                      <a:pt x="0" y="34402"/>
                    </a:cubicBezTo>
                    <a:cubicBezTo>
                      <a:pt x="1382" y="34544"/>
                      <a:pt x="2764" y="34690"/>
                      <a:pt x="4220" y="34701"/>
                    </a:cubicBezTo>
                    <a:cubicBezTo>
                      <a:pt x="21102" y="34686"/>
                      <a:pt x="37536" y="28955"/>
                      <a:pt x="51132" y="18354"/>
                    </a:cubicBezTo>
                    <a:cubicBezTo>
                      <a:pt x="64689" y="28955"/>
                      <a:pt x="81086" y="34686"/>
                      <a:pt x="97930" y="34701"/>
                    </a:cubicBezTo>
                    <a:cubicBezTo>
                      <a:pt x="98565" y="34790"/>
                      <a:pt x="99237" y="34790"/>
                      <a:pt x="99872" y="34701"/>
                    </a:cubicBezTo>
                    <a:cubicBezTo>
                      <a:pt x="104055" y="34141"/>
                      <a:pt x="107043" y="30082"/>
                      <a:pt x="106520" y="25639"/>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sp>
        <p:nvSpPr>
          <p:cNvPr id="2326" name="Google Shape;2326;p90"/>
          <p:cNvSpPr/>
          <p:nvPr/>
        </p:nvSpPr>
        <p:spPr>
          <a:xfrm>
            <a:off x="5935448" y="4223962"/>
            <a:ext cx="478480" cy="113001"/>
          </a:xfrm>
          <a:custGeom>
            <a:avLst/>
            <a:gdLst/>
            <a:ahLst/>
            <a:cxnLst/>
            <a:rect l="l" t="t" r="r" b="b"/>
            <a:pathLst>
              <a:path w="583512" h="137806" extrusionOk="0">
                <a:moveTo>
                  <a:pt x="514588" y="0"/>
                </a:moveTo>
                <a:cubicBezTo>
                  <a:pt x="552654" y="0"/>
                  <a:pt x="583513" y="30849"/>
                  <a:pt x="583513" y="68903"/>
                </a:cubicBezTo>
                <a:lnTo>
                  <a:pt x="583513" y="68903"/>
                </a:lnTo>
                <a:cubicBezTo>
                  <a:pt x="583513" y="106957"/>
                  <a:pt x="552654" y="137806"/>
                  <a:pt x="514588" y="137806"/>
                </a:cubicBezTo>
                <a:lnTo>
                  <a:pt x="68924" y="137806"/>
                </a:lnTo>
                <a:cubicBezTo>
                  <a:pt x="30858" y="137806"/>
                  <a:pt x="0" y="106957"/>
                  <a:pt x="0" y="68903"/>
                </a:cubicBezTo>
                <a:lnTo>
                  <a:pt x="0" y="68903"/>
                </a:lnTo>
                <a:cubicBezTo>
                  <a:pt x="0" y="30849"/>
                  <a:pt x="30858" y="0"/>
                  <a:pt x="68924" y="0"/>
                </a:cubicBezTo>
                <a:close/>
              </a:path>
            </a:pathLst>
          </a:custGeom>
          <a:solidFill>
            <a:srgbClr val="29557C"/>
          </a:solidFill>
          <a:ln w="16275" cap="flat" cmpd="sng">
            <a:solidFill>
              <a:srgbClr val="29557C"/>
            </a:solidFill>
            <a:prstDash val="solid"/>
            <a:miter lim="8000"/>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327" name="Google Shape;2327;p90"/>
          <p:cNvGrpSpPr/>
          <p:nvPr/>
        </p:nvGrpSpPr>
        <p:grpSpPr>
          <a:xfrm>
            <a:off x="6017340" y="4247996"/>
            <a:ext cx="304287" cy="67748"/>
            <a:chOff x="6525121" y="5537844"/>
            <a:chExt cx="371625" cy="82740"/>
          </a:xfrm>
        </p:grpSpPr>
        <p:sp>
          <p:nvSpPr>
            <p:cNvPr id="2328" name="Google Shape;2328;p90"/>
            <p:cNvSpPr/>
            <p:nvPr/>
          </p:nvSpPr>
          <p:spPr>
            <a:xfrm>
              <a:off x="6525121" y="5538889"/>
              <a:ext cx="43810" cy="66236"/>
            </a:xfrm>
            <a:custGeom>
              <a:avLst/>
              <a:gdLst/>
              <a:ahLst/>
              <a:cxnLst/>
              <a:rect l="l" t="t" r="r" b="b"/>
              <a:pathLst>
                <a:path w="43810" h="66236" extrusionOk="0">
                  <a:moveTo>
                    <a:pt x="39665" y="12508"/>
                  </a:moveTo>
                  <a:cubicBezTo>
                    <a:pt x="39329" y="13180"/>
                    <a:pt x="38955" y="13628"/>
                    <a:pt x="38544" y="13927"/>
                  </a:cubicBezTo>
                  <a:cubicBezTo>
                    <a:pt x="38096" y="14188"/>
                    <a:pt x="37573" y="14301"/>
                    <a:pt x="36975" y="14301"/>
                  </a:cubicBezTo>
                  <a:cubicBezTo>
                    <a:pt x="36378" y="14301"/>
                    <a:pt x="35706" y="14076"/>
                    <a:pt x="34959" y="13628"/>
                  </a:cubicBezTo>
                  <a:cubicBezTo>
                    <a:pt x="34212" y="13143"/>
                    <a:pt x="33353" y="12658"/>
                    <a:pt x="32307" y="12060"/>
                  </a:cubicBezTo>
                  <a:cubicBezTo>
                    <a:pt x="31299" y="11500"/>
                    <a:pt x="30103" y="10978"/>
                    <a:pt x="28759" y="10529"/>
                  </a:cubicBezTo>
                  <a:cubicBezTo>
                    <a:pt x="27414" y="10081"/>
                    <a:pt x="25808" y="9820"/>
                    <a:pt x="23941" y="9820"/>
                  </a:cubicBezTo>
                  <a:cubicBezTo>
                    <a:pt x="22260" y="9820"/>
                    <a:pt x="20803" y="10044"/>
                    <a:pt x="19571" y="10455"/>
                  </a:cubicBezTo>
                  <a:cubicBezTo>
                    <a:pt x="18338" y="10828"/>
                    <a:pt x="17293" y="11388"/>
                    <a:pt x="16433" y="12135"/>
                  </a:cubicBezTo>
                  <a:cubicBezTo>
                    <a:pt x="15574" y="12844"/>
                    <a:pt x="14940" y="13703"/>
                    <a:pt x="14528" y="14711"/>
                  </a:cubicBezTo>
                  <a:cubicBezTo>
                    <a:pt x="14118" y="15682"/>
                    <a:pt x="13894" y="16802"/>
                    <a:pt x="13894" y="17997"/>
                  </a:cubicBezTo>
                  <a:cubicBezTo>
                    <a:pt x="13894" y="19528"/>
                    <a:pt x="14342" y="20797"/>
                    <a:pt x="15164" y="21805"/>
                  </a:cubicBezTo>
                  <a:cubicBezTo>
                    <a:pt x="16023" y="22813"/>
                    <a:pt x="17143" y="23672"/>
                    <a:pt x="18563" y="24382"/>
                  </a:cubicBezTo>
                  <a:cubicBezTo>
                    <a:pt x="19982" y="25128"/>
                    <a:pt x="21550" y="25763"/>
                    <a:pt x="23343" y="26323"/>
                  </a:cubicBezTo>
                  <a:cubicBezTo>
                    <a:pt x="25136" y="26883"/>
                    <a:pt x="26966" y="27480"/>
                    <a:pt x="28834" y="28153"/>
                  </a:cubicBezTo>
                  <a:cubicBezTo>
                    <a:pt x="30701" y="28787"/>
                    <a:pt x="32531" y="29534"/>
                    <a:pt x="34324" y="30393"/>
                  </a:cubicBezTo>
                  <a:cubicBezTo>
                    <a:pt x="36117" y="31214"/>
                    <a:pt x="37723" y="32297"/>
                    <a:pt x="39142" y="33604"/>
                  </a:cubicBezTo>
                  <a:cubicBezTo>
                    <a:pt x="40524" y="34911"/>
                    <a:pt x="41682" y="36479"/>
                    <a:pt x="42504" y="38383"/>
                  </a:cubicBezTo>
                  <a:cubicBezTo>
                    <a:pt x="43363" y="40250"/>
                    <a:pt x="43811" y="42528"/>
                    <a:pt x="43811" y="45216"/>
                  </a:cubicBezTo>
                  <a:cubicBezTo>
                    <a:pt x="43811" y="48166"/>
                    <a:pt x="43288" y="50891"/>
                    <a:pt x="42279" y="53468"/>
                  </a:cubicBezTo>
                  <a:cubicBezTo>
                    <a:pt x="41308" y="56007"/>
                    <a:pt x="39814" y="58209"/>
                    <a:pt x="37909" y="60114"/>
                  </a:cubicBezTo>
                  <a:cubicBezTo>
                    <a:pt x="35967" y="62018"/>
                    <a:pt x="33614" y="63511"/>
                    <a:pt x="30851" y="64594"/>
                  </a:cubicBezTo>
                  <a:cubicBezTo>
                    <a:pt x="28049" y="65677"/>
                    <a:pt x="24874" y="66237"/>
                    <a:pt x="21289" y="66237"/>
                  </a:cubicBezTo>
                  <a:cubicBezTo>
                    <a:pt x="19235" y="66237"/>
                    <a:pt x="17218" y="66051"/>
                    <a:pt x="15201" y="65640"/>
                  </a:cubicBezTo>
                  <a:cubicBezTo>
                    <a:pt x="13184" y="65229"/>
                    <a:pt x="11279" y="64669"/>
                    <a:pt x="9449" y="63922"/>
                  </a:cubicBezTo>
                  <a:cubicBezTo>
                    <a:pt x="7619" y="63176"/>
                    <a:pt x="5901" y="62279"/>
                    <a:pt x="4295" y="61234"/>
                  </a:cubicBezTo>
                  <a:cubicBezTo>
                    <a:pt x="2689" y="60188"/>
                    <a:pt x="1270" y="59031"/>
                    <a:pt x="0" y="57724"/>
                  </a:cubicBezTo>
                  <a:lnTo>
                    <a:pt x="3511" y="51937"/>
                  </a:lnTo>
                  <a:cubicBezTo>
                    <a:pt x="3847" y="51526"/>
                    <a:pt x="4220" y="51190"/>
                    <a:pt x="4706" y="50891"/>
                  </a:cubicBezTo>
                  <a:cubicBezTo>
                    <a:pt x="5154" y="50630"/>
                    <a:pt x="5677" y="50481"/>
                    <a:pt x="6237" y="50481"/>
                  </a:cubicBezTo>
                  <a:cubicBezTo>
                    <a:pt x="6984" y="50481"/>
                    <a:pt x="7806" y="50779"/>
                    <a:pt x="8665" y="51377"/>
                  </a:cubicBezTo>
                  <a:cubicBezTo>
                    <a:pt x="9524" y="52012"/>
                    <a:pt x="10532" y="52683"/>
                    <a:pt x="11727" y="53430"/>
                  </a:cubicBezTo>
                  <a:cubicBezTo>
                    <a:pt x="12923" y="54177"/>
                    <a:pt x="14305" y="54849"/>
                    <a:pt x="15911" y="55484"/>
                  </a:cubicBezTo>
                  <a:cubicBezTo>
                    <a:pt x="17479" y="56081"/>
                    <a:pt x="19421" y="56380"/>
                    <a:pt x="21662" y="56380"/>
                  </a:cubicBezTo>
                  <a:cubicBezTo>
                    <a:pt x="25099" y="56380"/>
                    <a:pt x="27750" y="55558"/>
                    <a:pt x="29618" y="53953"/>
                  </a:cubicBezTo>
                  <a:cubicBezTo>
                    <a:pt x="31523" y="52310"/>
                    <a:pt x="32456" y="49995"/>
                    <a:pt x="32456" y="46934"/>
                  </a:cubicBezTo>
                  <a:cubicBezTo>
                    <a:pt x="32456" y="45216"/>
                    <a:pt x="32046" y="43834"/>
                    <a:pt x="31187" y="42752"/>
                  </a:cubicBezTo>
                  <a:cubicBezTo>
                    <a:pt x="30328" y="41706"/>
                    <a:pt x="29207" y="40773"/>
                    <a:pt x="27788" y="40063"/>
                  </a:cubicBezTo>
                  <a:cubicBezTo>
                    <a:pt x="26406" y="39317"/>
                    <a:pt x="24800" y="38719"/>
                    <a:pt x="23007" y="38196"/>
                  </a:cubicBezTo>
                  <a:cubicBezTo>
                    <a:pt x="21214" y="37674"/>
                    <a:pt x="19384" y="37151"/>
                    <a:pt x="17517" y="36554"/>
                  </a:cubicBezTo>
                  <a:cubicBezTo>
                    <a:pt x="15687" y="35956"/>
                    <a:pt x="13856" y="35210"/>
                    <a:pt x="12064" y="34388"/>
                  </a:cubicBezTo>
                  <a:cubicBezTo>
                    <a:pt x="10271" y="33567"/>
                    <a:pt x="8665" y="32447"/>
                    <a:pt x="7283" y="31103"/>
                  </a:cubicBezTo>
                  <a:cubicBezTo>
                    <a:pt x="5864" y="29758"/>
                    <a:pt x="4743" y="28078"/>
                    <a:pt x="3884" y="26062"/>
                  </a:cubicBezTo>
                  <a:cubicBezTo>
                    <a:pt x="3025" y="24046"/>
                    <a:pt x="2614" y="21581"/>
                    <a:pt x="2614" y="18631"/>
                  </a:cubicBezTo>
                  <a:cubicBezTo>
                    <a:pt x="2614" y="16242"/>
                    <a:pt x="3062" y="13964"/>
                    <a:pt x="4034" y="11724"/>
                  </a:cubicBezTo>
                  <a:cubicBezTo>
                    <a:pt x="4967" y="9484"/>
                    <a:pt x="6349" y="7468"/>
                    <a:pt x="8142" y="5750"/>
                  </a:cubicBezTo>
                  <a:cubicBezTo>
                    <a:pt x="9935" y="4033"/>
                    <a:pt x="12176" y="2651"/>
                    <a:pt x="14790" y="1568"/>
                  </a:cubicBezTo>
                  <a:cubicBezTo>
                    <a:pt x="17442" y="560"/>
                    <a:pt x="20430" y="0"/>
                    <a:pt x="23792" y="0"/>
                  </a:cubicBezTo>
                  <a:cubicBezTo>
                    <a:pt x="27638" y="0"/>
                    <a:pt x="31149" y="635"/>
                    <a:pt x="34399" y="1830"/>
                  </a:cubicBezTo>
                  <a:cubicBezTo>
                    <a:pt x="37611" y="3025"/>
                    <a:pt x="40374" y="4667"/>
                    <a:pt x="42615" y="6833"/>
                  </a:cubicBezTo>
                  <a:lnTo>
                    <a:pt x="39665" y="12508"/>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29" name="Google Shape;2329;p90"/>
            <p:cNvSpPr/>
            <p:nvPr/>
          </p:nvSpPr>
          <p:spPr>
            <a:xfrm>
              <a:off x="6577522" y="5557745"/>
              <a:ext cx="40076" cy="46672"/>
            </a:xfrm>
            <a:custGeom>
              <a:avLst/>
              <a:gdLst/>
              <a:ahLst/>
              <a:cxnLst/>
              <a:rect l="l" t="t" r="r" b="b"/>
              <a:pathLst>
                <a:path w="40076" h="46672" extrusionOk="0">
                  <a:moveTo>
                    <a:pt x="0" y="46672"/>
                  </a:moveTo>
                  <a:lnTo>
                    <a:pt x="0" y="709"/>
                  </a:lnTo>
                  <a:lnTo>
                    <a:pt x="6760" y="709"/>
                  </a:lnTo>
                  <a:cubicBezTo>
                    <a:pt x="8217" y="709"/>
                    <a:pt x="9151" y="1381"/>
                    <a:pt x="9599" y="2726"/>
                  </a:cubicBezTo>
                  <a:lnTo>
                    <a:pt x="10346" y="6347"/>
                  </a:lnTo>
                  <a:cubicBezTo>
                    <a:pt x="11280" y="5376"/>
                    <a:pt x="12251" y="4518"/>
                    <a:pt x="13297" y="3734"/>
                  </a:cubicBezTo>
                  <a:cubicBezTo>
                    <a:pt x="14305" y="2949"/>
                    <a:pt x="15425" y="2315"/>
                    <a:pt x="16546" y="1717"/>
                  </a:cubicBezTo>
                  <a:cubicBezTo>
                    <a:pt x="17704" y="1157"/>
                    <a:pt x="18936" y="747"/>
                    <a:pt x="20244" y="448"/>
                  </a:cubicBezTo>
                  <a:cubicBezTo>
                    <a:pt x="21588" y="149"/>
                    <a:pt x="23007" y="0"/>
                    <a:pt x="24576" y="0"/>
                  </a:cubicBezTo>
                  <a:cubicBezTo>
                    <a:pt x="27078" y="0"/>
                    <a:pt x="29282" y="411"/>
                    <a:pt x="31224" y="1269"/>
                  </a:cubicBezTo>
                  <a:cubicBezTo>
                    <a:pt x="33166" y="2128"/>
                    <a:pt x="34810" y="3323"/>
                    <a:pt x="36117" y="4854"/>
                  </a:cubicBezTo>
                  <a:cubicBezTo>
                    <a:pt x="37387" y="6385"/>
                    <a:pt x="38395" y="8214"/>
                    <a:pt x="39068" y="10343"/>
                  </a:cubicBezTo>
                  <a:cubicBezTo>
                    <a:pt x="39740" y="12508"/>
                    <a:pt x="40076" y="14860"/>
                    <a:pt x="40076" y="17399"/>
                  </a:cubicBezTo>
                  <a:lnTo>
                    <a:pt x="40076" y="46672"/>
                  </a:lnTo>
                  <a:lnTo>
                    <a:pt x="28983" y="46672"/>
                  </a:lnTo>
                  <a:lnTo>
                    <a:pt x="28983" y="17399"/>
                  </a:lnTo>
                  <a:cubicBezTo>
                    <a:pt x="28983" y="14599"/>
                    <a:pt x="28348" y="12433"/>
                    <a:pt x="27041" y="10902"/>
                  </a:cubicBezTo>
                  <a:cubicBezTo>
                    <a:pt x="25734" y="9372"/>
                    <a:pt x="23792" y="8587"/>
                    <a:pt x="21215" y="8587"/>
                  </a:cubicBezTo>
                  <a:cubicBezTo>
                    <a:pt x="19272" y="8587"/>
                    <a:pt x="17480" y="9035"/>
                    <a:pt x="15836" y="9895"/>
                  </a:cubicBezTo>
                  <a:cubicBezTo>
                    <a:pt x="14156" y="10753"/>
                    <a:pt x="12549" y="11948"/>
                    <a:pt x="11056" y="13441"/>
                  </a:cubicBezTo>
                  <a:lnTo>
                    <a:pt x="11056" y="46672"/>
                  </a:lnTo>
                  <a:lnTo>
                    <a:pt x="0" y="46672"/>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30" name="Google Shape;2330;p90"/>
            <p:cNvSpPr/>
            <p:nvPr/>
          </p:nvSpPr>
          <p:spPr>
            <a:xfrm>
              <a:off x="6625292" y="5557745"/>
              <a:ext cx="45491" cy="47343"/>
            </a:xfrm>
            <a:custGeom>
              <a:avLst/>
              <a:gdLst/>
              <a:ahLst/>
              <a:cxnLst/>
              <a:rect l="l" t="t" r="r" b="b"/>
              <a:pathLst>
                <a:path w="45491" h="47343" extrusionOk="0">
                  <a:moveTo>
                    <a:pt x="22820" y="0"/>
                  </a:moveTo>
                  <a:cubicBezTo>
                    <a:pt x="26257" y="0"/>
                    <a:pt x="29357" y="523"/>
                    <a:pt x="32158" y="1643"/>
                  </a:cubicBezTo>
                  <a:cubicBezTo>
                    <a:pt x="34959" y="2763"/>
                    <a:pt x="37349" y="4331"/>
                    <a:pt x="39329" y="6347"/>
                  </a:cubicBezTo>
                  <a:cubicBezTo>
                    <a:pt x="41271" y="8364"/>
                    <a:pt x="42802" y="10865"/>
                    <a:pt x="43885" y="13777"/>
                  </a:cubicBezTo>
                  <a:cubicBezTo>
                    <a:pt x="44969" y="16727"/>
                    <a:pt x="45492" y="19976"/>
                    <a:pt x="45492" y="23597"/>
                  </a:cubicBezTo>
                  <a:cubicBezTo>
                    <a:pt x="45492" y="27219"/>
                    <a:pt x="44969" y="30542"/>
                    <a:pt x="43885" y="33454"/>
                  </a:cubicBezTo>
                  <a:cubicBezTo>
                    <a:pt x="42802" y="36367"/>
                    <a:pt x="41271" y="38868"/>
                    <a:pt x="39329" y="40922"/>
                  </a:cubicBezTo>
                  <a:cubicBezTo>
                    <a:pt x="37349" y="43013"/>
                    <a:pt x="34959" y="44581"/>
                    <a:pt x="32158" y="45701"/>
                  </a:cubicBezTo>
                  <a:cubicBezTo>
                    <a:pt x="29357" y="46784"/>
                    <a:pt x="26257" y="47344"/>
                    <a:pt x="22820" y="47344"/>
                  </a:cubicBezTo>
                  <a:cubicBezTo>
                    <a:pt x="19385" y="47344"/>
                    <a:pt x="16247" y="46784"/>
                    <a:pt x="13446" y="45701"/>
                  </a:cubicBezTo>
                  <a:cubicBezTo>
                    <a:pt x="10644" y="44581"/>
                    <a:pt x="8254" y="43013"/>
                    <a:pt x="6275" y="40922"/>
                  </a:cubicBezTo>
                  <a:cubicBezTo>
                    <a:pt x="4258" y="38868"/>
                    <a:pt x="2726" y="36367"/>
                    <a:pt x="1644" y="33454"/>
                  </a:cubicBezTo>
                  <a:cubicBezTo>
                    <a:pt x="560" y="30542"/>
                    <a:pt x="0" y="27219"/>
                    <a:pt x="0" y="23597"/>
                  </a:cubicBezTo>
                  <a:cubicBezTo>
                    <a:pt x="0" y="19976"/>
                    <a:pt x="560" y="16727"/>
                    <a:pt x="1644" y="13777"/>
                  </a:cubicBezTo>
                  <a:cubicBezTo>
                    <a:pt x="2726" y="10865"/>
                    <a:pt x="4258" y="8364"/>
                    <a:pt x="6275" y="6347"/>
                  </a:cubicBezTo>
                  <a:cubicBezTo>
                    <a:pt x="8254" y="4331"/>
                    <a:pt x="10644" y="2763"/>
                    <a:pt x="13446" y="1643"/>
                  </a:cubicBezTo>
                  <a:cubicBezTo>
                    <a:pt x="16247" y="523"/>
                    <a:pt x="19385" y="0"/>
                    <a:pt x="22820" y="0"/>
                  </a:cubicBezTo>
                  <a:close/>
                  <a:moveTo>
                    <a:pt x="22820" y="38831"/>
                  </a:moveTo>
                  <a:cubicBezTo>
                    <a:pt x="26630" y="38831"/>
                    <a:pt x="29469" y="37561"/>
                    <a:pt x="31299" y="34985"/>
                  </a:cubicBezTo>
                  <a:cubicBezTo>
                    <a:pt x="33166" y="32409"/>
                    <a:pt x="34063" y="28638"/>
                    <a:pt x="34063" y="23672"/>
                  </a:cubicBezTo>
                  <a:cubicBezTo>
                    <a:pt x="34063" y="18744"/>
                    <a:pt x="33166" y="14935"/>
                    <a:pt x="31299" y="12359"/>
                  </a:cubicBezTo>
                  <a:cubicBezTo>
                    <a:pt x="29469" y="9745"/>
                    <a:pt x="26630" y="8438"/>
                    <a:pt x="22820" y="8438"/>
                  </a:cubicBezTo>
                  <a:cubicBezTo>
                    <a:pt x="18936" y="8438"/>
                    <a:pt x="16060" y="9745"/>
                    <a:pt x="14230" y="12359"/>
                  </a:cubicBezTo>
                  <a:cubicBezTo>
                    <a:pt x="12363" y="14972"/>
                    <a:pt x="11429" y="18744"/>
                    <a:pt x="11429" y="23672"/>
                  </a:cubicBezTo>
                  <a:cubicBezTo>
                    <a:pt x="11429" y="28600"/>
                    <a:pt x="12363" y="32371"/>
                    <a:pt x="14230" y="34948"/>
                  </a:cubicBezTo>
                  <a:cubicBezTo>
                    <a:pt x="16060" y="37524"/>
                    <a:pt x="18936" y="38831"/>
                    <a:pt x="22820" y="38831"/>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31" name="Google Shape;2331;p90"/>
            <p:cNvSpPr/>
            <p:nvPr/>
          </p:nvSpPr>
          <p:spPr>
            <a:xfrm>
              <a:off x="6673846" y="5558342"/>
              <a:ext cx="70254" cy="46075"/>
            </a:xfrm>
            <a:custGeom>
              <a:avLst/>
              <a:gdLst/>
              <a:ahLst/>
              <a:cxnLst/>
              <a:rect l="l" t="t" r="r" b="b"/>
              <a:pathLst>
                <a:path w="70254" h="46075" extrusionOk="0">
                  <a:moveTo>
                    <a:pt x="0" y="112"/>
                  </a:moveTo>
                  <a:lnTo>
                    <a:pt x="8777" y="112"/>
                  </a:lnTo>
                  <a:cubicBezTo>
                    <a:pt x="9599" y="112"/>
                    <a:pt x="10308" y="299"/>
                    <a:pt x="10869" y="672"/>
                  </a:cubicBezTo>
                  <a:cubicBezTo>
                    <a:pt x="11466" y="1083"/>
                    <a:pt x="11803" y="1568"/>
                    <a:pt x="11952" y="2166"/>
                  </a:cubicBezTo>
                  <a:lnTo>
                    <a:pt x="18525" y="26734"/>
                  </a:lnTo>
                  <a:cubicBezTo>
                    <a:pt x="18899" y="28078"/>
                    <a:pt x="19198" y="29385"/>
                    <a:pt x="19421" y="30655"/>
                  </a:cubicBezTo>
                  <a:cubicBezTo>
                    <a:pt x="19646" y="31924"/>
                    <a:pt x="19870" y="33231"/>
                    <a:pt x="20057" y="34500"/>
                  </a:cubicBezTo>
                  <a:cubicBezTo>
                    <a:pt x="20393" y="33231"/>
                    <a:pt x="20729" y="31924"/>
                    <a:pt x="21102" y="30655"/>
                  </a:cubicBezTo>
                  <a:cubicBezTo>
                    <a:pt x="21476" y="29385"/>
                    <a:pt x="21887" y="28078"/>
                    <a:pt x="22297" y="26734"/>
                  </a:cubicBezTo>
                  <a:lnTo>
                    <a:pt x="29917" y="2054"/>
                  </a:lnTo>
                  <a:cubicBezTo>
                    <a:pt x="30104" y="1494"/>
                    <a:pt x="30477" y="971"/>
                    <a:pt x="31000" y="598"/>
                  </a:cubicBezTo>
                  <a:cubicBezTo>
                    <a:pt x="31523" y="224"/>
                    <a:pt x="32158" y="0"/>
                    <a:pt x="32868" y="0"/>
                  </a:cubicBezTo>
                  <a:lnTo>
                    <a:pt x="37760" y="0"/>
                  </a:lnTo>
                  <a:cubicBezTo>
                    <a:pt x="38582" y="0"/>
                    <a:pt x="39254" y="224"/>
                    <a:pt x="39777" y="598"/>
                  </a:cubicBezTo>
                  <a:cubicBezTo>
                    <a:pt x="40337" y="971"/>
                    <a:pt x="40674" y="1494"/>
                    <a:pt x="40860" y="2054"/>
                  </a:cubicBezTo>
                  <a:lnTo>
                    <a:pt x="48405" y="27182"/>
                  </a:lnTo>
                  <a:cubicBezTo>
                    <a:pt x="48778" y="28452"/>
                    <a:pt x="49114" y="29684"/>
                    <a:pt x="49451" y="30916"/>
                  </a:cubicBezTo>
                  <a:cubicBezTo>
                    <a:pt x="49749" y="32111"/>
                    <a:pt x="50048" y="33343"/>
                    <a:pt x="50347" y="34575"/>
                  </a:cubicBezTo>
                  <a:cubicBezTo>
                    <a:pt x="50571" y="33268"/>
                    <a:pt x="50795" y="31999"/>
                    <a:pt x="51057" y="30692"/>
                  </a:cubicBezTo>
                  <a:cubicBezTo>
                    <a:pt x="51318" y="29422"/>
                    <a:pt x="51617" y="28078"/>
                    <a:pt x="52028" y="26734"/>
                  </a:cubicBezTo>
                  <a:lnTo>
                    <a:pt x="58825" y="2166"/>
                  </a:lnTo>
                  <a:cubicBezTo>
                    <a:pt x="58975" y="1568"/>
                    <a:pt x="59348" y="1083"/>
                    <a:pt x="59909" y="672"/>
                  </a:cubicBezTo>
                  <a:cubicBezTo>
                    <a:pt x="60469" y="299"/>
                    <a:pt x="61141" y="112"/>
                    <a:pt x="61888" y="112"/>
                  </a:cubicBezTo>
                  <a:lnTo>
                    <a:pt x="70254" y="112"/>
                  </a:lnTo>
                  <a:lnTo>
                    <a:pt x="55688" y="46075"/>
                  </a:lnTo>
                  <a:lnTo>
                    <a:pt x="46799" y="46075"/>
                  </a:lnTo>
                  <a:cubicBezTo>
                    <a:pt x="45828" y="46075"/>
                    <a:pt x="45118" y="45403"/>
                    <a:pt x="44707" y="44096"/>
                  </a:cubicBezTo>
                  <a:lnTo>
                    <a:pt x="36416" y="17549"/>
                  </a:lnTo>
                  <a:cubicBezTo>
                    <a:pt x="36154" y="16653"/>
                    <a:pt x="35893" y="15794"/>
                    <a:pt x="35669" y="14898"/>
                  </a:cubicBezTo>
                  <a:cubicBezTo>
                    <a:pt x="35444" y="14039"/>
                    <a:pt x="35258" y="13143"/>
                    <a:pt x="35108" y="12284"/>
                  </a:cubicBezTo>
                  <a:cubicBezTo>
                    <a:pt x="34959" y="13180"/>
                    <a:pt x="34735" y="14076"/>
                    <a:pt x="34548" y="14972"/>
                  </a:cubicBezTo>
                  <a:cubicBezTo>
                    <a:pt x="34324" y="15832"/>
                    <a:pt x="34100" y="16728"/>
                    <a:pt x="33839" y="17624"/>
                  </a:cubicBezTo>
                  <a:lnTo>
                    <a:pt x="25435" y="44096"/>
                  </a:lnTo>
                  <a:cubicBezTo>
                    <a:pt x="25024" y="45403"/>
                    <a:pt x="24202" y="46075"/>
                    <a:pt x="23007" y="46075"/>
                  </a:cubicBezTo>
                  <a:lnTo>
                    <a:pt x="14566" y="46075"/>
                  </a:lnTo>
                  <a:lnTo>
                    <a:pt x="0" y="112"/>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32" name="Google Shape;2332;p90"/>
            <p:cNvSpPr/>
            <p:nvPr/>
          </p:nvSpPr>
          <p:spPr>
            <a:xfrm>
              <a:off x="6745855" y="5557633"/>
              <a:ext cx="43922" cy="62951"/>
            </a:xfrm>
            <a:custGeom>
              <a:avLst/>
              <a:gdLst/>
              <a:ahLst/>
              <a:cxnLst/>
              <a:rect l="l" t="t" r="r" b="b"/>
              <a:pathLst>
                <a:path w="43922" h="62951" extrusionOk="0">
                  <a:moveTo>
                    <a:pt x="20393" y="0"/>
                  </a:moveTo>
                  <a:cubicBezTo>
                    <a:pt x="22372" y="0"/>
                    <a:pt x="24202" y="224"/>
                    <a:pt x="25958" y="598"/>
                  </a:cubicBezTo>
                  <a:cubicBezTo>
                    <a:pt x="27676" y="1008"/>
                    <a:pt x="29282" y="1606"/>
                    <a:pt x="30701" y="2390"/>
                  </a:cubicBezTo>
                  <a:lnTo>
                    <a:pt x="43923" y="2390"/>
                  </a:lnTo>
                  <a:lnTo>
                    <a:pt x="43923" y="6497"/>
                  </a:lnTo>
                  <a:cubicBezTo>
                    <a:pt x="43923" y="7206"/>
                    <a:pt x="43736" y="7729"/>
                    <a:pt x="43400" y="8102"/>
                  </a:cubicBezTo>
                  <a:cubicBezTo>
                    <a:pt x="43027" y="8513"/>
                    <a:pt x="42429" y="8774"/>
                    <a:pt x="41532" y="8924"/>
                  </a:cubicBezTo>
                  <a:lnTo>
                    <a:pt x="37424" y="9670"/>
                  </a:lnTo>
                  <a:cubicBezTo>
                    <a:pt x="37723" y="10455"/>
                    <a:pt x="37947" y="11276"/>
                    <a:pt x="38134" y="12135"/>
                  </a:cubicBezTo>
                  <a:cubicBezTo>
                    <a:pt x="38283" y="12993"/>
                    <a:pt x="38358" y="13927"/>
                    <a:pt x="38358" y="14860"/>
                  </a:cubicBezTo>
                  <a:cubicBezTo>
                    <a:pt x="38358" y="17138"/>
                    <a:pt x="37910" y="19192"/>
                    <a:pt x="37013" y="21059"/>
                  </a:cubicBezTo>
                  <a:cubicBezTo>
                    <a:pt x="36080" y="22888"/>
                    <a:pt x="34847" y="24456"/>
                    <a:pt x="33241" y="25726"/>
                  </a:cubicBezTo>
                  <a:cubicBezTo>
                    <a:pt x="31635" y="26995"/>
                    <a:pt x="29730" y="28003"/>
                    <a:pt x="27526" y="28712"/>
                  </a:cubicBezTo>
                  <a:cubicBezTo>
                    <a:pt x="25360" y="29422"/>
                    <a:pt x="22970" y="29758"/>
                    <a:pt x="20393" y="29758"/>
                  </a:cubicBezTo>
                  <a:cubicBezTo>
                    <a:pt x="18675" y="29758"/>
                    <a:pt x="16956" y="29609"/>
                    <a:pt x="15313" y="29273"/>
                  </a:cubicBezTo>
                  <a:cubicBezTo>
                    <a:pt x="13894" y="30131"/>
                    <a:pt x="13184" y="31102"/>
                    <a:pt x="13184" y="32185"/>
                  </a:cubicBezTo>
                  <a:cubicBezTo>
                    <a:pt x="13184" y="33118"/>
                    <a:pt x="13595" y="33828"/>
                    <a:pt x="14454" y="34239"/>
                  </a:cubicBezTo>
                  <a:cubicBezTo>
                    <a:pt x="15313" y="34687"/>
                    <a:pt x="16434" y="34985"/>
                    <a:pt x="17816" y="35172"/>
                  </a:cubicBezTo>
                  <a:cubicBezTo>
                    <a:pt x="19198" y="35359"/>
                    <a:pt x="20766" y="35433"/>
                    <a:pt x="22559" y="35433"/>
                  </a:cubicBezTo>
                  <a:cubicBezTo>
                    <a:pt x="24314" y="35433"/>
                    <a:pt x="26107" y="35508"/>
                    <a:pt x="27975" y="35658"/>
                  </a:cubicBezTo>
                  <a:cubicBezTo>
                    <a:pt x="29805" y="35807"/>
                    <a:pt x="31635" y="36068"/>
                    <a:pt x="33390" y="36442"/>
                  </a:cubicBezTo>
                  <a:cubicBezTo>
                    <a:pt x="35146" y="36815"/>
                    <a:pt x="36714" y="37412"/>
                    <a:pt x="38134" y="38234"/>
                  </a:cubicBezTo>
                  <a:cubicBezTo>
                    <a:pt x="39515" y="39055"/>
                    <a:pt x="40636" y="40138"/>
                    <a:pt x="41495" y="41519"/>
                  </a:cubicBezTo>
                  <a:cubicBezTo>
                    <a:pt x="42317" y="42938"/>
                    <a:pt x="42765" y="44730"/>
                    <a:pt x="42765" y="46896"/>
                  </a:cubicBezTo>
                  <a:cubicBezTo>
                    <a:pt x="42765" y="48950"/>
                    <a:pt x="42242" y="50929"/>
                    <a:pt x="41271" y="52833"/>
                  </a:cubicBezTo>
                  <a:cubicBezTo>
                    <a:pt x="40263" y="54775"/>
                    <a:pt x="38806" y="56455"/>
                    <a:pt x="36901" y="57986"/>
                  </a:cubicBezTo>
                  <a:cubicBezTo>
                    <a:pt x="34996" y="59479"/>
                    <a:pt x="32681" y="60674"/>
                    <a:pt x="29954" y="61570"/>
                  </a:cubicBezTo>
                  <a:cubicBezTo>
                    <a:pt x="27190" y="62503"/>
                    <a:pt x="24053" y="62951"/>
                    <a:pt x="20542" y="62951"/>
                  </a:cubicBezTo>
                  <a:cubicBezTo>
                    <a:pt x="17031" y="62951"/>
                    <a:pt x="14006" y="62615"/>
                    <a:pt x="11429" y="61943"/>
                  </a:cubicBezTo>
                  <a:cubicBezTo>
                    <a:pt x="8852" y="61271"/>
                    <a:pt x="6723" y="60375"/>
                    <a:pt x="5042" y="59255"/>
                  </a:cubicBezTo>
                  <a:cubicBezTo>
                    <a:pt x="3362" y="58135"/>
                    <a:pt x="2091" y="56865"/>
                    <a:pt x="1270" y="55372"/>
                  </a:cubicBezTo>
                  <a:cubicBezTo>
                    <a:pt x="411" y="53915"/>
                    <a:pt x="0" y="52385"/>
                    <a:pt x="0" y="50817"/>
                  </a:cubicBezTo>
                  <a:cubicBezTo>
                    <a:pt x="0" y="48651"/>
                    <a:pt x="672" y="46859"/>
                    <a:pt x="1980" y="45403"/>
                  </a:cubicBezTo>
                  <a:cubicBezTo>
                    <a:pt x="3287" y="43947"/>
                    <a:pt x="5117" y="42751"/>
                    <a:pt x="7432" y="41893"/>
                  </a:cubicBezTo>
                  <a:cubicBezTo>
                    <a:pt x="6312" y="41258"/>
                    <a:pt x="5378" y="40437"/>
                    <a:pt x="4706" y="39391"/>
                  </a:cubicBezTo>
                  <a:cubicBezTo>
                    <a:pt x="4034" y="38346"/>
                    <a:pt x="3660" y="36964"/>
                    <a:pt x="3660" y="35321"/>
                  </a:cubicBezTo>
                  <a:cubicBezTo>
                    <a:pt x="3660" y="34612"/>
                    <a:pt x="3810" y="33902"/>
                    <a:pt x="4034" y="33193"/>
                  </a:cubicBezTo>
                  <a:cubicBezTo>
                    <a:pt x="4258" y="32446"/>
                    <a:pt x="4631" y="31737"/>
                    <a:pt x="5117" y="31028"/>
                  </a:cubicBezTo>
                  <a:cubicBezTo>
                    <a:pt x="5640" y="30281"/>
                    <a:pt x="6237" y="29609"/>
                    <a:pt x="6984" y="28974"/>
                  </a:cubicBezTo>
                  <a:cubicBezTo>
                    <a:pt x="7731" y="28339"/>
                    <a:pt x="8627" y="27742"/>
                    <a:pt x="9636" y="27257"/>
                  </a:cubicBezTo>
                  <a:cubicBezTo>
                    <a:pt x="7320" y="25987"/>
                    <a:pt x="5490" y="24307"/>
                    <a:pt x="4146" y="22216"/>
                  </a:cubicBezTo>
                  <a:cubicBezTo>
                    <a:pt x="2801" y="20125"/>
                    <a:pt x="2166" y="17698"/>
                    <a:pt x="2166" y="14860"/>
                  </a:cubicBezTo>
                  <a:cubicBezTo>
                    <a:pt x="2166" y="12620"/>
                    <a:pt x="2614" y="10566"/>
                    <a:pt x="3511" y="8737"/>
                  </a:cubicBezTo>
                  <a:cubicBezTo>
                    <a:pt x="4444" y="6870"/>
                    <a:pt x="5715" y="5302"/>
                    <a:pt x="7320" y="3995"/>
                  </a:cubicBezTo>
                  <a:cubicBezTo>
                    <a:pt x="8964" y="2726"/>
                    <a:pt x="10869" y="1717"/>
                    <a:pt x="13110" y="1046"/>
                  </a:cubicBezTo>
                  <a:cubicBezTo>
                    <a:pt x="15351" y="336"/>
                    <a:pt x="17778" y="0"/>
                    <a:pt x="20393" y="0"/>
                  </a:cubicBezTo>
                  <a:close/>
                  <a:moveTo>
                    <a:pt x="32531" y="48726"/>
                  </a:moveTo>
                  <a:cubicBezTo>
                    <a:pt x="32531" y="47792"/>
                    <a:pt x="32270" y="47045"/>
                    <a:pt x="31747" y="46485"/>
                  </a:cubicBezTo>
                  <a:cubicBezTo>
                    <a:pt x="31187" y="45888"/>
                    <a:pt x="30477" y="45440"/>
                    <a:pt x="29543" y="45104"/>
                  </a:cubicBezTo>
                  <a:cubicBezTo>
                    <a:pt x="28610" y="44805"/>
                    <a:pt x="27526" y="44581"/>
                    <a:pt x="26294" y="44432"/>
                  </a:cubicBezTo>
                  <a:cubicBezTo>
                    <a:pt x="25061" y="44245"/>
                    <a:pt x="23717" y="44170"/>
                    <a:pt x="22335" y="44170"/>
                  </a:cubicBezTo>
                  <a:lnTo>
                    <a:pt x="18040" y="44170"/>
                  </a:lnTo>
                  <a:cubicBezTo>
                    <a:pt x="16546" y="44170"/>
                    <a:pt x="15126" y="44021"/>
                    <a:pt x="13744" y="43685"/>
                  </a:cubicBezTo>
                  <a:cubicBezTo>
                    <a:pt x="12512" y="44395"/>
                    <a:pt x="11503" y="45178"/>
                    <a:pt x="10719" y="46149"/>
                  </a:cubicBezTo>
                  <a:cubicBezTo>
                    <a:pt x="9972" y="47083"/>
                    <a:pt x="9599" y="48166"/>
                    <a:pt x="9599" y="49398"/>
                  </a:cubicBezTo>
                  <a:cubicBezTo>
                    <a:pt x="9599" y="50182"/>
                    <a:pt x="9786" y="50929"/>
                    <a:pt x="10196" y="51638"/>
                  </a:cubicBezTo>
                  <a:cubicBezTo>
                    <a:pt x="10607" y="52347"/>
                    <a:pt x="11242" y="52945"/>
                    <a:pt x="12139" y="53467"/>
                  </a:cubicBezTo>
                  <a:cubicBezTo>
                    <a:pt x="12998" y="53953"/>
                    <a:pt x="14155" y="54364"/>
                    <a:pt x="15537" y="54662"/>
                  </a:cubicBezTo>
                  <a:cubicBezTo>
                    <a:pt x="16956" y="54924"/>
                    <a:pt x="18675" y="55073"/>
                    <a:pt x="20691" y="55073"/>
                  </a:cubicBezTo>
                  <a:cubicBezTo>
                    <a:pt x="22783" y="55073"/>
                    <a:pt x="24538" y="54924"/>
                    <a:pt x="26032" y="54588"/>
                  </a:cubicBezTo>
                  <a:cubicBezTo>
                    <a:pt x="27526" y="54252"/>
                    <a:pt x="28759" y="53841"/>
                    <a:pt x="29730" y="53281"/>
                  </a:cubicBezTo>
                  <a:cubicBezTo>
                    <a:pt x="30701" y="52683"/>
                    <a:pt x="31411" y="52012"/>
                    <a:pt x="31859" y="51265"/>
                  </a:cubicBezTo>
                  <a:cubicBezTo>
                    <a:pt x="32307" y="50481"/>
                    <a:pt x="32531" y="49622"/>
                    <a:pt x="32531" y="48726"/>
                  </a:cubicBezTo>
                  <a:close/>
                  <a:moveTo>
                    <a:pt x="20393" y="22664"/>
                  </a:moveTo>
                  <a:cubicBezTo>
                    <a:pt x="21775" y="22664"/>
                    <a:pt x="22970" y="22477"/>
                    <a:pt x="23978" y="22104"/>
                  </a:cubicBezTo>
                  <a:cubicBezTo>
                    <a:pt x="24986" y="21730"/>
                    <a:pt x="25845" y="21245"/>
                    <a:pt x="26518" y="20573"/>
                  </a:cubicBezTo>
                  <a:cubicBezTo>
                    <a:pt x="27190" y="19901"/>
                    <a:pt x="27676" y="19117"/>
                    <a:pt x="28049" y="18183"/>
                  </a:cubicBezTo>
                  <a:cubicBezTo>
                    <a:pt x="28385" y="17287"/>
                    <a:pt x="28535" y="16242"/>
                    <a:pt x="28535" y="15159"/>
                  </a:cubicBezTo>
                  <a:cubicBezTo>
                    <a:pt x="28535" y="12881"/>
                    <a:pt x="27862" y="11089"/>
                    <a:pt x="26518" y="9745"/>
                  </a:cubicBezTo>
                  <a:cubicBezTo>
                    <a:pt x="25136" y="8438"/>
                    <a:pt x="23119" y="7766"/>
                    <a:pt x="20393" y="7766"/>
                  </a:cubicBezTo>
                  <a:cubicBezTo>
                    <a:pt x="17666" y="7766"/>
                    <a:pt x="15649" y="8438"/>
                    <a:pt x="14267" y="9745"/>
                  </a:cubicBezTo>
                  <a:cubicBezTo>
                    <a:pt x="12923" y="11089"/>
                    <a:pt x="12251" y="12881"/>
                    <a:pt x="12251" y="15159"/>
                  </a:cubicBezTo>
                  <a:cubicBezTo>
                    <a:pt x="12251" y="16242"/>
                    <a:pt x="12400" y="17213"/>
                    <a:pt x="12736" y="18146"/>
                  </a:cubicBezTo>
                  <a:cubicBezTo>
                    <a:pt x="13110" y="19079"/>
                    <a:pt x="13595" y="19863"/>
                    <a:pt x="14267" y="20536"/>
                  </a:cubicBezTo>
                  <a:cubicBezTo>
                    <a:pt x="14940" y="21208"/>
                    <a:pt x="15799" y="21730"/>
                    <a:pt x="16845" y="22104"/>
                  </a:cubicBezTo>
                  <a:cubicBezTo>
                    <a:pt x="17853" y="22477"/>
                    <a:pt x="19048" y="22664"/>
                    <a:pt x="20393" y="22664"/>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33" name="Google Shape;2333;p90"/>
            <p:cNvSpPr/>
            <p:nvPr/>
          </p:nvSpPr>
          <p:spPr>
            <a:xfrm>
              <a:off x="6796725" y="5557595"/>
              <a:ext cx="29319" cy="46821"/>
            </a:xfrm>
            <a:custGeom>
              <a:avLst/>
              <a:gdLst/>
              <a:ahLst/>
              <a:cxnLst/>
              <a:rect l="l" t="t" r="r" b="b"/>
              <a:pathLst>
                <a:path w="29319" h="46821" extrusionOk="0">
                  <a:moveTo>
                    <a:pt x="0" y="46822"/>
                  </a:moveTo>
                  <a:lnTo>
                    <a:pt x="0" y="859"/>
                  </a:lnTo>
                  <a:lnTo>
                    <a:pt x="6499" y="859"/>
                  </a:lnTo>
                  <a:cubicBezTo>
                    <a:pt x="7619" y="859"/>
                    <a:pt x="8441" y="1046"/>
                    <a:pt x="8889" y="1494"/>
                  </a:cubicBezTo>
                  <a:cubicBezTo>
                    <a:pt x="9337" y="1904"/>
                    <a:pt x="9636" y="2613"/>
                    <a:pt x="9786" y="3622"/>
                  </a:cubicBezTo>
                  <a:lnTo>
                    <a:pt x="10458" y="9185"/>
                  </a:lnTo>
                  <a:cubicBezTo>
                    <a:pt x="12101" y="6347"/>
                    <a:pt x="14006" y="4107"/>
                    <a:pt x="16209" y="2464"/>
                  </a:cubicBezTo>
                  <a:cubicBezTo>
                    <a:pt x="18450" y="821"/>
                    <a:pt x="20916" y="0"/>
                    <a:pt x="23679" y="0"/>
                  </a:cubicBezTo>
                  <a:cubicBezTo>
                    <a:pt x="25920" y="0"/>
                    <a:pt x="27825" y="523"/>
                    <a:pt x="29319" y="1568"/>
                  </a:cubicBezTo>
                  <a:lnTo>
                    <a:pt x="27862" y="9857"/>
                  </a:lnTo>
                  <a:cubicBezTo>
                    <a:pt x="27788" y="10380"/>
                    <a:pt x="27601" y="10791"/>
                    <a:pt x="27302" y="11014"/>
                  </a:cubicBezTo>
                  <a:cubicBezTo>
                    <a:pt x="27004" y="11201"/>
                    <a:pt x="26593" y="11351"/>
                    <a:pt x="26070" y="11351"/>
                  </a:cubicBezTo>
                  <a:cubicBezTo>
                    <a:pt x="25622" y="11351"/>
                    <a:pt x="25024" y="11239"/>
                    <a:pt x="24240" y="11014"/>
                  </a:cubicBezTo>
                  <a:cubicBezTo>
                    <a:pt x="23456" y="10828"/>
                    <a:pt x="22447" y="10716"/>
                    <a:pt x="21140" y="10716"/>
                  </a:cubicBezTo>
                  <a:cubicBezTo>
                    <a:pt x="18861" y="10716"/>
                    <a:pt x="16882" y="11351"/>
                    <a:pt x="15238" y="12620"/>
                  </a:cubicBezTo>
                  <a:cubicBezTo>
                    <a:pt x="13595" y="13890"/>
                    <a:pt x="12213" y="15756"/>
                    <a:pt x="11055" y="18183"/>
                  </a:cubicBezTo>
                  <a:lnTo>
                    <a:pt x="11055" y="46822"/>
                  </a:lnTo>
                  <a:lnTo>
                    <a:pt x="0" y="46822"/>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34" name="Google Shape;2334;p90"/>
            <p:cNvSpPr/>
            <p:nvPr/>
          </p:nvSpPr>
          <p:spPr>
            <a:xfrm>
              <a:off x="6832618" y="5537956"/>
              <a:ext cx="14155" cy="66461"/>
            </a:xfrm>
            <a:custGeom>
              <a:avLst/>
              <a:gdLst/>
              <a:ahLst/>
              <a:cxnLst/>
              <a:rect l="l" t="t" r="r" b="b"/>
              <a:pathLst>
                <a:path w="14155" h="66461" extrusionOk="0">
                  <a:moveTo>
                    <a:pt x="14156" y="7094"/>
                  </a:moveTo>
                  <a:cubicBezTo>
                    <a:pt x="14156" y="8065"/>
                    <a:pt x="13969" y="8961"/>
                    <a:pt x="13595" y="9782"/>
                  </a:cubicBezTo>
                  <a:cubicBezTo>
                    <a:pt x="13184" y="10604"/>
                    <a:pt x="12699" y="11351"/>
                    <a:pt x="12026" y="11985"/>
                  </a:cubicBezTo>
                  <a:cubicBezTo>
                    <a:pt x="11392" y="12620"/>
                    <a:pt x="10644" y="13106"/>
                    <a:pt x="9786" y="13479"/>
                  </a:cubicBezTo>
                  <a:cubicBezTo>
                    <a:pt x="8927" y="13852"/>
                    <a:pt x="7993" y="14039"/>
                    <a:pt x="6984" y="14039"/>
                  </a:cubicBezTo>
                  <a:cubicBezTo>
                    <a:pt x="6051" y="14039"/>
                    <a:pt x="5154" y="13852"/>
                    <a:pt x="4295" y="13479"/>
                  </a:cubicBezTo>
                  <a:cubicBezTo>
                    <a:pt x="3436" y="13106"/>
                    <a:pt x="2689" y="12620"/>
                    <a:pt x="2054" y="11985"/>
                  </a:cubicBezTo>
                  <a:cubicBezTo>
                    <a:pt x="1457" y="11351"/>
                    <a:pt x="934" y="10604"/>
                    <a:pt x="560" y="9782"/>
                  </a:cubicBezTo>
                  <a:cubicBezTo>
                    <a:pt x="187" y="8961"/>
                    <a:pt x="0" y="8065"/>
                    <a:pt x="0" y="7094"/>
                  </a:cubicBezTo>
                  <a:cubicBezTo>
                    <a:pt x="0" y="6123"/>
                    <a:pt x="187" y="5190"/>
                    <a:pt x="560" y="4331"/>
                  </a:cubicBezTo>
                  <a:cubicBezTo>
                    <a:pt x="934" y="3435"/>
                    <a:pt x="1457" y="2688"/>
                    <a:pt x="2054" y="2091"/>
                  </a:cubicBezTo>
                  <a:cubicBezTo>
                    <a:pt x="2689" y="1456"/>
                    <a:pt x="3436" y="933"/>
                    <a:pt x="4295" y="560"/>
                  </a:cubicBezTo>
                  <a:cubicBezTo>
                    <a:pt x="5154" y="187"/>
                    <a:pt x="6051" y="0"/>
                    <a:pt x="6984" y="0"/>
                  </a:cubicBezTo>
                  <a:cubicBezTo>
                    <a:pt x="7993" y="0"/>
                    <a:pt x="8927" y="187"/>
                    <a:pt x="9786" y="560"/>
                  </a:cubicBezTo>
                  <a:cubicBezTo>
                    <a:pt x="10644" y="933"/>
                    <a:pt x="11392" y="1456"/>
                    <a:pt x="12026" y="2091"/>
                  </a:cubicBezTo>
                  <a:cubicBezTo>
                    <a:pt x="12699" y="2688"/>
                    <a:pt x="13184" y="3435"/>
                    <a:pt x="13595" y="4331"/>
                  </a:cubicBezTo>
                  <a:cubicBezTo>
                    <a:pt x="13969" y="5190"/>
                    <a:pt x="14156" y="6123"/>
                    <a:pt x="14156" y="7094"/>
                  </a:cubicBezTo>
                  <a:close/>
                  <a:moveTo>
                    <a:pt x="12512" y="20498"/>
                  </a:moveTo>
                  <a:lnTo>
                    <a:pt x="12512" y="66461"/>
                  </a:lnTo>
                  <a:lnTo>
                    <a:pt x="1457" y="66461"/>
                  </a:lnTo>
                  <a:lnTo>
                    <a:pt x="1457" y="20498"/>
                  </a:lnTo>
                  <a:lnTo>
                    <a:pt x="12512" y="20498"/>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35" name="Google Shape;2335;p90"/>
            <p:cNvSpPr/>
            <p:nvPr/>
          </p:nvSpPr>
          <p:spPr>
            <a:xfrm>
              <a:off x="6854467" y="5537844"/>
              <a:ext cx="42279" cy="67245"/>
            </a:xfrm>
            <a:custGeom>
              <a:avLst/>
              <a:gdLst/>
              <a:ahLst/>
              <a:cxnLst/>
              <a:rect l="l" t="t" r="r" b="b"/>
              <a:pathLst>
                <a:path w="42279" h="67245" extrusionOk="0">
                  <a:moveTo>
                    <a:pt x="35519" y="66573"/>
                  </a:moveTo>
                  <a:cubicBezTo>
                    <a:pt x="34100" y="66573"/>
                    <a:pt x="33166" y="65901"/>
                    <a:pt x="32718" y="64557"/>
                  </a:cubicBezTo>
                  <a:lnTo>
                    <a:pt x="31822" y="60114"/>
                  </a:lnTo>
                  <a:cubicBezTo>
                    <a:pt x="30851" y="61196"/>
                    <a:pt x="29842" y="62167"/>
                    <a:pt x="28796" y="63026"/>
                  </a:cubicBezTo>
                  <a:cubicBezTo>
                    <a:pt x="27751" y="63885"/>
                    <a:pt x="26630" y="64632"/>
                    <a:pt x="25435" y="65267"/>
                  </a:cubicBezTo>
                  <a:cubicBezTo>
                    <a:pt x="24202" y="65901"/>
                    <a:pt x="22895" y="66386"/>
                    <a:pt x="21513" y="66722"/>
                  </a:cubicBezTo>
                  <a:cubicBezTo>
                    <a:pt x="20131" y="67059"/>
                    <a:pt x="18637" y="67245"/>
                    <a:pt x="17032" y="67245"/>
                  </a:cubicBezTo>
                  <a:cubicBezTo>
                    <a:pt x="14492" y="67245"/>
                    <a:pt x="12213" y="66722"/>
                    <a:pt x="10122" y="65677"/>
                  </a:cubicBezTo>
                  <a:cubicBezTo>
                    <a:pt x="8030" y="64632"/>
                    <a:pt x="6238" y="63101"/>
                    <a:pt x="4706" y="61122"/>
                  </a:cubicBezTo>
                  <a:cubicBezTo>
                    <a:pt x="3212" y="59143"/>
                    <a:pt x="2054" y="56679"/>
                    <a:pt x="1233" y="53766"/>
                  </a:cubicBezTo>
                  <a:cubicBezTo>
                    <a:pt x="411" y="50817"/>
                    <a:pt x="0" y="47494"/>
                    <a:pt x="0" y="43723"/>
                  </a:cubicBezTo>
                  <a:cubicBezTo>
                    <a:pt x="0" y="40325"/>
                    <a:pt x="448" y="37151"/>
                    <a:pt x="1382" y="34239"/>
                  </a:cubicBezTo>
                  <a:cubicBezTo>
                    <a:pt x="2316" y="31289"/>
                    <a:pt x="3623" y="28750"/>
                    <a:pt x="5379" y="26584"/>
                  </a:cubicBezTo>
                  <a:cubicBezTo>
                    <a:pt x="7096" y="24456"/>
                    <a:pt x="9188" y="22776"/>
                    <a:pt x="11578" y="21581"/>
                  </a:cubicBezTo>
                  <a:cubicBezTo>
                    <a:pt x="14006" y="20349"/>
                    <a:pt x="16732" y="19752"/>
                    <a:pt x="19758" y="19752"/>
                  </a:cubicBezTo>
                  <a:cubicBezTo>
                    <a:pt x="22335" y="19752"/>
                    <a:pt x="24501" y="20162"/>
                    <a:pt x="26331" y="20984"/>
                  </a:cubicBezTo>
                  <a:cubicBezTo>
                    <a:pt x="28162" y="21806"/>
                    <a:pt x="29805" y="22888"/>
                    <a:pt x="31224" y="24269"/>
                  </a:cubicBezTo>
                  <a:lnTo>
                    <a:pt x="31224" y="0"/>
                  </a:lnTo>
                  <a:lnTo>
                    <a:pt x="42280" y="0"/>
                  </a:lnTo>
                  <a:lnTo>
                    <a:pt x="42280" y="66573"/>
                  </a:lnTo>
                  <a:lnTo>
                    <a:pt x="35519" y="66573"/>
                  </a:lnTo>
                  <a:close/>
                  <a:moveTo>
                    <a:pt x="20766" y="58471"/>
                  </a:moveTo>
                  <a:cubicBezTo>
                    <a:pt x="23082" y="58471"/>
                    <a:pt x="25024" y="57986"/>
                    <a:pt x="26667" y="57015"/>
                  </a:cubicBezTo>
                  <a:cubicBezTo>
                    <a:pt x="28274" y="56081"/>
                    <a:pt x="29805" y="54700"/>
                    <a:pt x="31224" y="52945"/>
                  </a:cubicBezTo>
                  <a:lnTo>
                    <a:pt x="31224" y="32335"/>
                  </a:lnTo>
                  <a:cubicBezTo>
                    <a:pt x="29954" y="30804"/>
                    <a:pt x="28610" y="29758"/>
                    <a:pt x="27116" y="29124"/>
                  </a:cubicBezTo>
                  <a:cubicBezTo>
                    <a:pt x="25659" y="28489"/>
                    <a:pt x="24053" y="28153"/>
                    <a:pt x="22335" y="28153"/>
                  </a:cubicBezTo>
                  <a:cubicBezTo>
                    <a:pt x="20692" y="28153"/>
                    <a:pt x="19160" y="28489"/>
                    <a:pt x="17816" y="29124"/>
                  </a:cubicBezTo>
                  <a:cubicBezTo>
                    <a:pt x="16434" y="29758"/>
                    <a:pt x="15276" y="30692"/>
                    <a:pt x="14342" y="31961"/>
                  </a:cubicBezTo>
                  <a:cubicBezTo>
                    <a:pt x="13408" y="33231"/>
                    <a:pt x="12699" y="34836"/>
                    <a:pt x="12176" y="36815"/>
                  </a:cubicBezTo>
                  <a:cubicBezTo>
                    <a:pt x="11653" y="38757"/>
                    <a:pt x="11429" y="41071"/>
                    <a:pt x="11429" y="43723"/>
                  </a:cubicBezTo>
                  <a:cubicBezTo>
                    <a:pt x="11429" y="46411"/>
                    <a:pt x="11616" y="48688"/>
                    <a:pt x="12064" y="50555"/>
                  </a:cubicBezTo>
                  <a:cubicBezTo>
                    <a:pt x="12512" y="52422"/>
                    <a:pt x="13110" y="53953"/>
                    <a:pt x="13931" y="55110"/>
                  </a:cubicBezTo>
                  <a:cubicBezTo>
                    <a:pt x="14716" y="56305"/>
                    <a:pt x="15724" y="57164"/>
                    <a:pt x="16882" y="57687"/>
                  </a:cubicBezTo>
                  <a:cubicBezTo>
                    <a:pt x="18040" y="58210"/>
                    <a:pt x="19347" y="58471"/>
                    <a:pt x="20766" y="58471"/>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336" name="Google Shape;2336;p90"/>
          <p:cNvSpPr/>
          <p:nvPr/>
        </p:nvSpPr>
        <p:spPr>
          <a:xfrm>
            <a:off x="3430517" y="4415466"/>
            <a:ext cx="18500" cy="1985"/>
          </a:xfrm>
          <a:custGeom>
            <a:avLst/>
            <a:gdLst/>
            <a:ahLst/>
            <a:cxnLst/>
            <a:rect l="l" t="t" r="r" b="b"/>
            <a:pathLst>
              <a:path w="22561" h="2421" extrusionOk="0">
                <a:moveTo>
                  <a:pt x="0" y="0"/>
                </a:moveTo>
                <a:lnTo>
                  <a:pt x="22562" y="0"/>
                </a:lnTo>
                <a:lnTo>
                  <a:pt x="22562" y="2421"/>
                </a:lnTo>
                <a:lnTo>
                  <a:pt x="0" y="2421"/>
                </a:lnTo>
                <a:close/>
              </a:path>
            </a:pathLst>
          </a:custGeom>
          <a:solidFill>
            <a:srgbClr val="5CB3E3"/>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337" name="Google Shape;2337;p90"/>
          <p:cNvGrpSpPr/>
          <p:nvPr/>
        </p:nvGrpSpPr>
        <p:grpSpPr>
          <a:xfrm>
            <a:off x="3080037" y="2087426"/>
            <a:ext cx="9174" cy="164497"/>
            <a:chOff x="2937794" y="2899141"/>
            <a:chExt cx="11204" cy="200900"/>
          </a:xfrm>
        </p:grpSpPr>
        <p:sp>
          <p:nvSpPr>
            <p:cNvPr id="2338" name="Google Shape;2338;p90"/>
            <p:cNvSpPr/>
            <p:nvPr/>
          </p:nvSpPr>
          <p:spPr>
            <a:xfrm>
              <a:off x="2937794" y="2899141"/>
              <a:ext cx="11204" cy="11149"/>
            </a:xfrm>
            <a:custGeom>
              <a:avLst/>
              <a:gdLst/>
              <a:ahLst/>
              <a:cxnLst/>
              <a:rect l="l" t="t" r="r" b="b"/>
              <a:pathLst>
                <a:path w="11204" h="11149" extrusionOk="0">
                  <a:moveTo>
                    <a:pt x="5602" y="11150"/>
                  </a:moveTo>
                  <a:cubicBezTo>
                    <a:pt x="4855" y="11150"/>
                    <a:pt x="4146" y="11001"/>
                    <a:pt x="3474" y="10702"/>
                  </a:cubicBezTo>
                  <a:cubicBezTo>
                    <a:pt x="2764" y="10441"/>
                    <a:pt x="2166" y="10030"/>
                    <a:pt x="1643" y="9507"/>
                  </a:cubicBezTo>
                  <a:cubicBezTo>
                    <a:pt x="598" y="8424"/>
                    <a:pt x="0" y="7006"/>
                    <a:pt x="0" y="5549"/>
                  </a:cubicBezTo>
                  <a:cubicBezTo>
                    <a:pt x="0" y="5176"/>
                    <a:pt x="37" y="4803"/>
                    <a:pt x="112" y="4429"/>
                  </a:cubicBezTo>
                  <a:cubicBezTo>
                    <a:pt x="187" y="4093"/>
                    <a:pt x="299" y="3720"/>
                    <a:pt x="411" y="3384"/>
                  </a:cubicBezTo>
                  <a:cubicBezTo>
                    <a:pt x="560" y="3048"/>
                    <a:pt x="747" y="2715"/>
                    <a:pt x="934" y="2413"/>
                  </a:cubicBezTo>
                  <a:cubicBezTo>
                    <a:pt x="1158" y="2114"/>
                    <a:pt x="1382" y="1816"/>
                    <a:pt x="1643" y="1554"/>
                  </a:cubicBezTo>
                  <a:cubicBezTo>
                    <a:pt x="3698" y="-499"/>
                    <a:pt x="7470" y="-537"/>
                    <a:pt x="9561" y="1554"/>
                  </a:cubicBezTo>
                  <a:cubicBezTo>
                    <a:pt x="9823" y="1816"/>
                    <a:pt x="10047" y="2114"/>
                    <a:pt x="10271" y="2413"/>
                  </a:cubicBezTo>
                  <a:cubicBezTo>
                    <a:pt x="10458" y="2715"/>
                    <a:pt x="10645" y="3048"/>
                    <a:pt x="10757" y="3384"/>
                  </a:cubicBezTo>
                  <a:cubicBezTo>
                    <a:pt x="10906" y="3720"/>
                    <a:pt x="11018" y="4093"/>
                    <a:pt x="11093" y="4429"/>
                  </a:cubicBezTo>
                  <a:cubicBezTo>
                    <a:pt x="11167" y="4803"/>
                    <a:pt x="11205" y="5176"/>
                    <a:pt x="11205" y="5549"/>
                  </a:cubicBezTo>
                  <a:cubicBezTo>
                    <a:pt x="11205" y="7006"/>
                    <a:pt x="10607" y="8424"/>
                    <a:pt x="9561" y="9507"/>
                  </a:cubicBezTo>
                  <a:cubicBezTo>
                    <a:pt x="8516" y="10553"/>
                    <a:pt x="7096" y="11150"/>
                    <a:pt x="5602" y="11150"/>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39" name="Google Shape;2339;p90"/>
            <p:cNvSpPr/>
            <p:nvPr/>
          </p:nvSpPr>
          <p:spPr>
            <a:xfrm>
              <a:off x="2937794" y="2930715"/>
              <a:ext cx="11204" cy="137663"/>
            </a:xfrm>
            <a:custGeom>
              <a:avLst/>
              <a:gdLst/>
              <a:ahLst/>
              <a:cxnLst/>
              <a:rect l="l" t="t" r="r" b="b"/>
              <a:pathLst>
                <a:path w="11204" h="137663" extrusionOk="0">
                  <a:moveTo>
                    <a:pt x="0" y="132063"/>
                  </a:moveTo>
                  <a:cubicBezTo>
                    <a:pt x="0" y="129002"/>
                    <a:pt x="2502" y="126500"/>
                    <a:pt x="5602" y="126500"/>
                  </a:cubicBezTo>
                  <a:lnTo>
                    <a:pt x="5602" y="126500"/>
                  </a:lnTo>
                  <a:cubicBezTo>
                    <a:pt x="8702" y="126500"/>
                    <a:pt x="11205" y="129002"/>
                    <a:pt x="11205" y="132063"/>
                  </a:cubicBezTo>
                  <a:lnTo>
                    <a:pt x="11205" y="132063"/>
                  </a:lnTo>
                  <a:cubicBezTo>
                    <a:pt x="11205" y="135162"/>
                    <a:pt x="8702" y="137664"/>
                    <a:pt x="5602" y="137664"/>
                  </a:cubicBezTo>
                  <a:lnTo>
                    <a:pt x="5602" y="137664"/>
                  </a:lnTo>
                  <a:cubicBezTo>
                    <a:pt x="2502" y="137664"/>
                    <a:pt x="0" y="135162"/>
                    <a:pt x="0" y="132063"/>
                  </a:cubicBezTo>
                  <a:close/>
                  <a:moveTo>
                    <a:pt x="0" y="100476"/>
                  </a:moveTo>
                  <a:cubicBezTo>
                    <a:pt x="0" y="97377"/>
                    <a:pt x="2502" y="94838"/>
                    <a:pt x="5602" y="94838"/>
                  </a:cubicBezTo>
                  <a:lnTo>
                    <a:pt x="5602" y="94838"/>
                  </a:lnTo>
                  <a:cubicBezTo>
                    <a:pt x="8702" y="94838"/>
                    <a:pt x="11205" y="97377"/>
                    <a:pt x="11205" y="100476"/>
                  </a:cubicBezTo>
                  <a:lnTo>
                    <a:pt x="11205" y="100476"/>
                  </a:lnTo>
                  <a:cubicBezTo>
                    <a:pt x="11205" y="103537"/>
                    <a:pt x="8702" y="106039"/>
                    <a:pt x="5602" y="106039"/>
                  </a:cubicBezTo>
                  <a:lnTo>
                    <a:pt x="5602" y="106039"/>
                  </a:lnTo>
                  <a:cubicBezTo>
                    <a:pt x="2502" y="106039"/>
                    <a:pt x="0" y="103537"/>
                    <a:pt x="0" y="100476"/>
                  </a:cubicBezTo>
                  <a:close/>
                  <a:moveTo>
                    <a:pt x="0" y="68813"/>
                  </a:moveTo>
                  <a:cubicBezTo>
                    <a:pt x="0" y="65752"/>
                    <a:pt x="2502" y="63250"/>
                    <a:pt x="5602" y="63250"/>
                  </a:cubicBezTo>
                  <a:lnTo>
                    <a:pt x="5602" y="63250"/>
                  </a:lnTo>
                  <a:cubicBezTo>
                    <a:pt x="8702" y="63250"/>
                    <a:pt x="11205" y="65752"/>
                    <a:pt x="11205" y="68813"/>
                  </a:cubicBezTo>
                  <a:lnTo>
                    <a:pt x="11205" y="68813"/>
                  </a:lnTo>
                  <a:cubicBezTo>
                    <a:pt x="11205" y="71912"/>
                    <a:pt x="8702" y="74451"/>
                    <a:pt x="5602" y="74451"/>
                  </a:cubicBezTo>
                  <a:lnTo>
                    <a:pt x="5602" y="74451"/>
                  </a:lnTo>
                  <a:cubicBezTo>
                    <a:pt x="2502" y="74451"/>
                    <a:pt x="0" y="71912"/>
                    <a:pt x="0" y="68813"/>
                  </a:cubicBezTo>
                  <a:close/>
                  <a:moveTo>
                    <a:pt x="0" y="37226"/>
                  </a:moveTo>
                  <a:cubicBezTo>
                    <a:pt x="0" y="34127"/>
                    <a:pt x="2502" y="31588"/>
                    <a:pt x="5602" y="31588"/>
                  </a:cubicBezTo>
                  <a:lnTo>
                    <a:pt x="5602" y="31588"/>
                  </a:lnTo>
                  <a:cubicBezTo>
                    <a:pt x="8702" y="31588"/>
                    <a:pt x="11205" y="34127"/>
                    <a:pt x="11205" y="37226"/>
                  </a:cubicBezTo>
                  <a:lnTo>
                    <a:pt x="11205" y="37226"/>
                  </a:lnTo>
                  <a:cubicBezTo>
                    <a:pt x="11205" y="40287"/>
                    <a:pt x="8702" y="42826"/>
                    <a:pt x="5602" y="42826"/>
                  </a:cubicBezTo>
                  <a:lnTo>
                    <a:pt x="5602" y="42826"/>
                  </a:lnTo>
                  <a:cubicBezTo>
                    <a:pt x="2502" y="42826"/>
                    <a:pt x="0" y="40287"/>
                    <a:pt x="0" y="37226"/>
                  </a:cubicBezTo>
                  <a:close/>
                  <a:moveTo>
                    <a:pt x="0" y="5563"/>
                  </a:moveTo>
                  <a:cubicBezTo>
                    <a:pt x="0" y="2464"/>
                    <a:pt x="2502" y="0"/>
                    <a:pt x="5602" y="0"/>
                  </a:cubicBezTo>
                  <a:lnTo>
                    <a:pt x="5602" y="0"/>
                  </a:lnTo>
                  <a:cubicBezTo>
                    <a:pt x="8702" y="0"/>
                    <a:pt x="11205" y="2464"/>
                    <a:pt x="11205" y="5563"/>
                  </a:cubicBezTo>
                  <a:lnTo>
                    <a:pt x="11205" y="5563"/>
                  </a:lnTo>
                  <a:cubicBezTo>
                    <a:pt x="11205" y="8662"/>
                    <a:pt x="8702" y="11164"/>
                    <a:pt x="5602" y="11164"/>
                  </a:cubicBezTo>
                  <a:lnTo>
                    <a:pt x="5602" y="11164"/>
                  </a:lnTo>
                  <a:cubicBezTo>
                    <a:pt x="2502" y="11164"/>
                    <a:pt x="0" y="8662"/>
                    <a:pt x="0" y="556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40" name="Google Shape;2340;p90"/>
            <p:cNvSpPr/>
            <p:nvPr/>
          </p:nvSpPr>
          <p:spPr>
            <a:xfrm>
              <a:off x="2937794" y="3088831"/>
              <a:ext cx="11204" cy="11210"/>
            </a:xfrm>
            <a:custGeom>
              <a:avLst/>
              <a:gdLst/>
              <a:ahLst/>
              <a:cxnLst/>
              <a:rect l="l" t="t" r="r" b="b"/>
              <a:pathLst>
                <a:path w="11204" h="11210" extrusionOk="0">
                  <a:moveTo>
                    <a:pt x="5602" y="11211"/>
                  </a:moveTo>
                  <a:cubicBezTo>
                    <a:pt x="4108" y="11211"/>
                    <a:pt x="2689" y="10613"/>
                    <a:pt x="1643" y="9530"/>
                  </a:cubicBezTo>
                  <a:cubicBezTo>
                    <a:pt x="560" y="8485"/>
                    <a:pt x="0" y="7104"/>
                    <a:pt x="0" y="5573"/>
                  </a:cubicBezTo>
                  <a:cubicBezTo>
                    <a:pt x="0" y="5237"/>
                    <a:pt x="37" y="4863"/>
                    <a:pt x="112" y="4490"/>
                  </a:cubicBezTo>
                  <a:cubicBezTo>
                    <a:pt x="187" y="4154"/>
                    <a:pt x="299" y="3781"/>
                    <a:pt x="411" y="3448"/>
                  </a:cubicBezTo>
                  <a:cubicBezTo>
                    <a:pt x="560" y="3108"/>
                    <a:pt x="747" y="2772"/>
                    <a:pt x="934" y="2474"/>
                  </a:cubicBezTo>
                  <a:cubicBezTo>
                    <a:pt x="1120" y="2175"/>
                    <a:pt x="1382" y="1876"/>
                    <a:pt x="1643" y="1615"/>
                  </a:cubicBezTo>
                  <a:cubicBezTo>
                    <a:pt x="1905" y="1354"/>
                    <a:pt x="2166" y="1129"/>
                    <a:pt x="2465" y="943"/>
                  </a:cubicBezTo>
                  <a:cubicBezTo>
                    <a:pt x="2801" y="719"/>
                    <a:pt x="3100" y="569"/>
                    <a:pt x="3436" y="420"/>
                  </a:cubicBezTo>
                  <a:cubicBezTo>
                    <a:pt x="3772" y="271"/>
                    <a:pt x="4146" y="159"/>
                    <a:pt x="4482" y="84"/>
                  </a:cubicBezTo>
                  <a:cubicBezTo>
                    <a:pt x="5229" y="-28"/>
                    <a:pt x="5976" y="-28"/>
                    <a:pt x="6686" y="84"/>
                  </a:cubicBezTo>
                  <a:cubicBezTo>
                    <a:pt x="7059" y="159"/>
                    <a:pt x="7395" y="271"/>
                    <a:pt x="7731" y="420"/>
                  </a:cubicBezTo>
                  <a:cubicBezTo>
                    <a:pt x="8067" y="569"/>
                    <a:pt x="8404" y="719"/>
                    <a:pt x="8702" y="943"/>
                  </a:cubicBezTo>
                  <a:cubicBezTo>
                    <a:pt x="9001" y="1129"/>
                    <a:pt x="9300" y="1354"/>
                    <a:pt x="9561" y="1615"/>
                  </a:cubicBezTo>
                  <a:cubicBezTo>
                    <a:pt x="9823" y="1876"/>
                    <a:pt x="10047" y="2175"/>
                    <a:pt x="10271" y="2474"/>
                  </a:cubicBezTo>
                  <a:cubicBezTo>
                    <a:pt x="10458" y="2772"/>
                    <a:pt x="10645" y="3108"/>
                    <a:pt x="10757" y="3448"/>
                  </a:cubicBezTo>
                  <a:cubicBezTo>
                    <a:pt x="10906" y="3781"/>
                    <a:pt x="11018" y="4117"/>
                    <a:pt x="11093" y="4490"/>
                  </a:cubicBezTo>
                  <a:cubicBezTo>
                    <a:pt x="11167" y="4863"/>
                    <a:pt x="11205" y="5237"/>
                    <a:pt x="11205" y="5573"/>
                  </a:cubicBezTo>
                  <a:cubicBezTo>
                    <a:pt x="11205" y="7104"/>
                    <a:pt x="10607" y="8485"/>
                    <a:pt x="9561" y="9530"/>
                  </a:cubicBezTo>
                  <a:cubicBezTo>
                    <a:pt x="8516" y="10613"/>
                    <a:pt x="7096" y="11211"/>
                    <a:pt x="5602" y="1121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341" name="Google Shape;2341;p90"/>
          <p:cNvGrpSpPr/>
          <p:nvPr/>
        </p:nvGrpSpPr>
        <p:grpSpPr>
          <a:xfrm>
            <a:off x="4984026" y="1320187"/>
            <a:ext cx="2307039" cy="105749"/>
            <a:chOff x="5263135" y="1962112"/>
            <a:chExt cx="2817586" cy="129151"/>
          </a:xfrm>
        </p:grpSpPr>
        <p:sp>
          <p:nvSpPr>
            <p:cNvPr id="2342" name="Google Shape;2342;p90"/>
            <p:cNvSpPr/>
            <p:nvPr/>
          </p:nvSpPr>
          <p:spPr>
            <a:xfrm>
              <a:off x="5263135" y="1964394"/>
              <a:ext cx="77234" cy="105288"/>
            </a:xfrm>
            <a:custGeom>
              <a:avLst/>
              <a:gdLst/>
              <a:ahLst/>
              <a:cxnLst/>
              <a:rect l="l" t="t" r="r" b="b"/>
              <a:pathLst>
                <a:path w="77234" h="105288" extrusionOk="0">
                  <a:moveTo>
                    <a:pt x="68282" y="62119"/>
                  </a:moveTo>
                  <a:lnTo>
                    <a:pt x="25454" y="62119"/>
                  </a:lnTo>
                  <a:lnTo>
                    <a:pt x="25454" y="105289"/>
                  </a:lnTo>
                  <a:lnTo>
                    <a:pt x="0" y="105289"/>
                  </a:lnTo>
                  <a:lnTo>
                    <a:pt x="0" y="0"/>
                  </a:lnTo>
                  <a:lnTo>
                    <a:pt x="77235" y="0"/>
                  </a:lnTo>
                  <a:lnTo>
                    <a:pt x="77235" y="21936"/>
                  </a:lnTo>
                  <a:lnTo>
                    <a:pt x="25454" y="21936"/>
                  </a:lnTo>
                  <a:lnTo>
                    <a:pt x="25454" y="42117"/>
                  </a:lnTo>
                  <a:lnTo>
                    <a:pt x="68282" y="42117"/>
                  </a:lnTo>
                  <a:lnTo>
                    <a:pt x="68282" y="62119"/>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43" name="Google Shape;2343;p90"/>
            <p:cNvSpPr/>
            <p:nvPr/>
          </p:nvSpPr>
          <p:spPr>
            <a:xfrm>
              <a:off x="5355993" y="1964394"/>
              <a:ext cx="93384" cy="107745"/>
            </a:xfrm>
            <a:custGeom>
              <a:avLst/>
              <a:gdLst/>
              <a:ahLst/>
              <a:cxnLst/>
              <a:rect l="l" t="t" r="r" b="b"/>
              <a:pathLst>
                <a:path w="93384" h="107745" extrusionOk="0">
                  <a:moveTo>
                    <a:pt x="0" y="59837"/>
                  </a:moveTo>
                  <a:lnTo>
                    <a:pt x="0" y="0"/>
                  </a:lnTo>
                  <a:lnTo>
                    <a:pt x="25454" y="0"/>
                  </a:lnTo>
                  <a:lnTo>
                    <a:pt x="25454" y="59837"/>
                  </a:lnTo>
                  <a:cubicBezTo>
                    <a:pt x="25454" y="72999"/>
                    <a:pt x="32475" y="83002"/>
                    <a:pt x="46694" y="83002"/>
                  </a:cubicBezTo>
                  <a:cubicBezTo>
                    <a:pt x="61440" y="83002"/>
                    <a:pt x="67931" y="72999"/>
                    <a:pt x="67931" y="59837"/>
                  </a:cubicBezTo>
                  <a:lnTo>
                    <a:pt x="67931" y="0"/>
                  </a:lnTo>
                  <a:lnTo>
                    <a:pt x="93385" y="0"/>
                  </a:lnTo>
                  <a:lnTo>
                    <a:pt x="93385" y="59837"/>
                  </a:lnTo>
                  <a:cubicBezTo>
                    <a:pt x="93385" y="87038"/>
                    <a:pt x="75830" y="107745"/>
                    <a:pt x="46694" y="107745"/>
                  </a:cubicBezTo>
                  <a:cubicBezTo>
                    <a:pt x="18256" y="107745"/>
                    <a:pt x="0" y="87038"/>
                    <a:pt x="0" y="59837"/>
                  </a:cubicBez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44" name="Google Shape;2344;p90"/>
            <p:cNvSpPr/>
            <p:nvPr/>
          </p:nvSpPr>
          <p:spPr>
            <a:xfrm>
              <a:off x="5469748" y="1964394"/>
              <a:ext cx="72495" cy="105288"/>
            </a:xfrm>
            <a:custGeom>
              <a:avLst/>
              <a:gdLst/>
              <a:ahLst/>
              <a:cxnLst/>
              <a:rect l="l" t="t" r="r" b="b"/>
              <a:pathLst>
                <a:path w="72495" h="105288" extrusionOk="0">
                  <a:moveTo>
                    <a:pt x="0" y="105289"/>
                  </a:moveTo>
                  <a:lnTo>
                    <a:pt x="0" y="0"/>
                  </a:lnTo>
                  <a:lnTo>
                    <a:pt x="25450" y="0"/>
                  </a:lnTo>
                  <a:lnTo>
                    <a:pt x="25450" y="83356"/>
                  </a:lnTo>
                  <a:lnTo>
                    <a:pt x="72495" y="83356"/>
                  </a:lnTo>
                  <a:lnTo>
                    <a:pt x="72495" y="105289"/>
                  </a:lnTo>
                  <a:lnTo>
                    <a:pt x="0" y="105289"/>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45" name="Google Shape;2345;p90"/>
            <p:cNvSpPr/>
            <p:nvPr/>
          </p:nvSpPr>
          <p:spPr>
            <a:xfrm>
              <a:off x="5557866" y="1964394"/>
              <a:ext cx="72494" cy="105288"/>
            </a:xfrm>
            <a:custGeom>
              <a:avLst/>
              <a:gdLst/>
              <a:ahLst/>
              <a:cxnLst/>
              <a:rect l="l" t="t" r="r" b="b"/>
              <a:pathLst>
                <a:path w="72494" h="105288" extrusionOk="0">
                  <a:moveTo>
                    <a:pt x="0" y="105289"/>
                  </a:moveTo>
                  <a:lnTo>
                    <a:pt x="0" y="0"/>
                  </a:lnTo>
                  <a:lnTo>
                    <a:pt x="25454" y="0"/>
                  </a:lnTo>
                  <a:lnTo>
                    <a:pt x="25454" y="83356"/>
                  </a:lnTo>
                  <a:lnTo>
                    <a:pt x="72495" y="83356"/>
                  </a:lnTo>
                  <a:lnTo>
                    <a:pt x="72495" y="105289"/>
                  </a:lnTo>
                  <a:lnTo>
                    <a:pt x="0" y="105289"/>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46" name="Google Shape;2346;p90"/>
            <p:cNvSpPr/>
            <p:nvPr/>
          </p:nvSpPr>
          <p:spPr>
            <a:xfrm>
              <a:off x="5617027" y="1964394"/>
              <a:ext cx="99349" cy="105288"/>
            </a:xfrm>
            <a:custGeom>
              <a:avLst/>
              <a:gdLst/>
              <a:ahLst/>
              <a:cxnLst/>
              <a:rect l="l" t="t" r="r" b="b"/>
              <a:pathLst>
                <a:path w="99349" h="105288" extrusionOk="0">
                  <a:moveTo>
                    <a:pt x="71969" y="0"/>
                  </a:moveTo>
                  <a:lnTo>
                    <a:pt x="99349" y="0"/>
                  </a:lnTo>
                  <a:lnTo>
                    <a:pt x="62489" y="64400"/>
                  </a:lnTo>
                  <a:lnTo>
                    <a:pt x="62489" y="105289"/>
                  </a:lnTo>
                  <a:lnTo>
                    <a:pt x="37036" y="105289"/>
                  </a:lnTo>
                  <a:lnTo>
                    <a:pt x="37036" y="64751"/>
                  </a:lnTo>
                  <a:lnTo>
                    <a:pt x="0" y="0"/>
                  </a:lnTo>
                  <a:lnTo>
                    <a:pt x="27385" y="0"/>
                  </a:lnTo>
                  <a:lnTo>
                    <a:pt x="45111" y="31939"/>
                  </a:lnTo>
                  <a:lnTo>
                    <a:pt x="49675" y="42640"/>
                  </a:lnTo>
                  <a:lnTo>
                    <a:pt x="54239" y="31939"/>
                  </a:lnTo>
                  <a:lnTo>
                    <a:pt x="71969" y="0"/>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47" name="Google Shape;2347;p90"/>
            <p:cNvSpPr/>
            <p:nvPr/>
          </p:nvSpPr>
          <p:spPr>
            <a:xfrm>
              <a:off x="5713575" y="2019317"/>
              <a:ext cx="49147" cy="20356"/>
            </a:xfrm>
            <a:custGeom>
              <a:avLst/>
              <a:gdLst/>
              <a:ahLst/>
              <a:cxnLst/>
              <a:rect l="l" t="t" r="r" b="b"/>
              <a:pathLst>
                <a:path w="49147" h="20356" extrusionOk="0">
                  <a:moveTo>
                    <a:pt x="0" y="0"/>
                  </a:moveTo>
                  <a:lnTo>
                    <a:pt x="49148" y="0"/>
                  </a:lnTo>
                  <a:lnTo>
                    <a:pt x="49148" y="20356"/>
                  </a:lnTo>
                  <a:lnTo>
                    <a:pt x="0" y="20356"/>
                  </a:lnTo>
                  <a:lnTo>
                    <a:pt x="0" y="0"/>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48" name="Google Shape;2348;p90"/>
            <p:cNvSpPr/>
            <p:nvPr/>
          </p:nvSpPr>
          <p:spPr>
            <a:xfrm>
              <a:off x="5781506" y="1964394"/>
              <a:ext cx="106721" cy="105288"/>
            </a:xfrm>
            <a:custGeom>
              <a:avLst/>
              <a:gdLst/>
              <a:ahLst/>
              <a:cxnLst/>
              <a:rect l="l" t="t" r="r" b="b"/>
              <a:pathLst>
                <a:path w="106721" h="105288" extrusionOk="0">
                  <a:moveTo>
                    <a:pt x="81448" y="47206"/>
                  </a:moveTo>
                  <a:lnTo>
                    <a:pt x="58803" y="77386"/>
                  </a:lnTo>
                  <a:lnTo>
                    <a:pt x="48098" y="77386"/>
                  </a:lnTo>
                  <a:lnTo>
                    <a:pt x="25278" y="47031"/>
                  </a:lnTo>
                  <a:lnTo>
                    <a:pt x="25278" y="105289"/>
                  </a:lnTo>
                  <a:lnTo>
                    <a:pt x="0" y="105289"/>
                  </a:lnTo>
                  <a:lnTo>
                    <a:pt x="176" y="0"/>
                  </a:lnTo>
                  <a:lnTo>
                    <a:pt x="20714" y="0"/>
                  </a:lnTo>
                  <a:lnTo>
                    <a:pt x="53361" y="45096"/>
                  </a:lnTo>
                  <a:lnTo>
                    <a:pt x="86012" y="0"/>
                  </a:lnTo>
                  <a:lnTo>
                    <a:pt x="106550" y="0"/>
                  </a:lnTo>
                  <a:lnTo>
                    <a:pt x="106722" y="105289"/>
                  </a:lnTo>
                  <a:lnTo>
                    <a:pt x="81448" y="105289"/>
                  </a:lnTo>
                  <a:lnTo>
                    <a:pt x="81448" y="47206"/>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49" name="Google Shape;2349;p90"/>
            <p:cNvSpPr/>
            <p:nvPr/>
          </p:nvSpPr>
          <p:spPr>
            <a:xfrm>
              <a:off x="5897364" y="1964394"/>
              <a:ext cx="108126" cy="105288"/>
            </a:xfrm>
            <a:custGeom>
              <a:avLst/>
              <a:gdLst/>
              <a:ahLst/>
              <a:cxnLst/>
              <a:rect l="l" t="t" r="r" b="b"/>
              <a:pathLst>
                <a:path w="108126" h="105288" extrusionOk="0">
                  <a:moveTo>
                    <a:pt x="108126" y="105289"/>
                  </a:moveTo>
                  <a:lnTo>
                    <a:pt x="80745" y="105289"/>
                  </a:lnTo>
                  <a:lnTo>
                    <a:pt x="74251" y="86336"/>
                  </a:lnTo>
                  <a:lnTo>
                    <a:pt x="33880" y="86336"/>
                  </a:lnTo>
                  <a:lnTo>
                    <a:pt x="27384" y="105289"/>
                  </a:lnTo>
                  <a:lnTo>
                    <a:pt x="0" y="105289"/>
                  </a:lnTo>
                  <a:lnTo>
                    <a:pt x="40195" y="0"/>
                  </a:lnTo>
                  <a:lnTo>
                    <a:pt x="67931" y="0"/>
                  </a:lnTo>
                  <a:lnTo>
                    <a:pt x="108126" y="105289"/>
                  </a:lnTo>
                  <a:close/>
                  <a:moveTo>
                    <a:pt x="40726" y="66330"/>
                  </a:moveTo>
                  <a:lnTo>
                    <a:pt x="67404" y="66330"/>
                  </a:lnTo>
                  <a:lnTo>
                    <a:pt x="54063" y="27376"/>
                  </a:lnTo>
                  <a:lnTo>
                    <a:pt x="40726" y="66330"/>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50" name="Google Shape;2350;p90"/>
            <p:cNvSpPr/>
            <p:nvPr/>
          </p:nvSpPr>
          <p:spPr>
            <a:xfrm>
              <a:off x="6014802" y="1964394"/>
              <a:ext cx="95479" cy="105288"/>
            </a:xfrm>
            <a:custGeom>
              <a:avLst/>
              <a:gdLst/>
              <a:ahLst/>
              <a:cxnLst/>
              <a:rect l="l" t="t" r="r" b="b"/>
              <a:pathLst>
                <a:path w="95479" h="105288" extrusionOk="0">
                  <a:moveTo>
                    <a:pt x="95480" y="105289"/>
                  </a:moveTo>
                  <a:lnTo>
                    <a:pt x="75834" y="105289"/>
                  </a:lnTo>
                  <a:lnTo>
                    <a:pt x="25278" y="43868"/>
                  </a:lnTo>
                  <a:lnTo>
                    <a:pt x="25278" y="105289"/>
                  </a:lnTo>
                  <a:lnTo>
                    <a:pt x="0" y="105289"/>
                  </a:lnTo>
                  <a:lnTo>
                    <a:pt x="0" y="0"/>
                  </a:lnTo>
                  <a:lnTo>
                    <a:pt x="19661" y="0"/>
                  </a:lnTo>
                  <a:lnTo>
                    <a:pt x="70194" y="60364"/>
                  </a:lnTo>
                  <a:lnTo>
                    <a:pt x="70194" y="0"/>
                  </a:lnTo>
                  <a:lnTo>
                    <a:pt x="95480" y="0"/>
                  </a:lnTo>
                  <a:lnTo>
                    <a:pt x="95480" y="105289"/>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51" name="Google Shape;2351;p90"/>
            <p:cNvSpPr/>
            <p:nvPr/>
          </p:nvSpPr>
          <p:spPr>
            <a:xfrm>
              <a:off x="6119581" y="1964394"/>
              <a:ext cx="108126" cy="105288"/>
            </a:xfrm>
            <a:custGeom>
              <a:avLst/>
              <a:gdLst/>
              <a:ahLst/>
              <a:cxnLst/>
              <a:rect l="l" t="t" r="r" b="b"/>
              <a:pathLst>
                <a:path w="108126" h="105288" extrusionOk="0">
                  <a:moveTo>
                    <a:pt x="108127" y="105289"/>
                  </a:moveTo>
                  <a:lnTo>
                    <a:pt x="80749" y="105289"/>
                  </a:lnTo>
                  <a:lnTo>
                    <a:pt x="74251" y="86336"/>
                  </a:lnTo>
                  <a:lnTo>
                    <a:pt x="33876" y="86336"/>
                  </a:lnTo>
                  <a:lnTo>
                    <a:pt x="27415" y="105289"/>
                  </a:lnTo>
                  <a:lnTo>
                    <a:pt x="0" y="105289"/>
                  </a:lnTo>
                  <a:lnTo>
                    <a:pt x="40225" y="0"/>
                  </a:lnTo>
                  <a:lnTo>
                    <a:pt x="67939" y="0"/>
                  </a:lnTo>
                  <a:lnTo>
                    <a:pt x="108127" y="105289"/>
                  </a:lnTo>
                  <a:close/>
                  <a:moveTo>
                    <a:pt x="40748" y="66330"/>
                  </a:moveTo>
                  <a:lnTo>
                    <a:pt x="67416" y="66330"/>
                  </a:lnTo>
                  <a:lnTo>
                    <a:pt x="54082" y="27376"/>
                  </a:lnTo>
                  <a:lnTo>
                    <a:pt x="40748" y="66330"/>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52" name="Google Shape;2352;p90"/>
            <p:cNvSpPr/>
            <p:nvPr/>
          </p:nvSpPr>
          <p:spPr>
            <a:xfrm>
              <a:off x="6228604" y="1962112"/>
              <a:ext cx="103905" cy="109847"/>
            </a:xfrm>
            <a:custGeom>
              <a:avLst/>
              <a:gdLst/>
              <a:ahLst/>
              <a:cxnLst/>
              <a:rect l="l" t="t" r="r" b="b"/>
              <a:pathLst>
                <a:path w="103905" h="109847" extrusionOk="0">
                  <a:moveTo>
                    <a:pt x="51430" y="44921"/>
                  </a:moveTo>
                  <a:lnTo>
                    <a:pt x="103906" y="44921"/>
                  </a:lnTo>
                  <a:lnTo>
                    <a:pt x="103906" y="60188"/>
                  </a:lnTo>
                  <a:cubicBezTo>
                    <a:pt x="103906" y="90193"/>
                    <a:pt x="84447" y="109847"/>
                    <a:pt x="53708" y="109847"/>
                  </a:cubicBezTo>
                  <a:cubicBezTo>
                    <a:pt x="20019" y="109847"/>
                    <a:pt x="0" y="85108"/>
                    <a:pt x="0" y="54927"/>
                  </a:cubicBezTo>
                  <a:cubicBezTo>
                    <a:pt x="0" y="24744"/>
                    <a:pt x="20355" y="0"/>
                    <a:pt x="54082" y="0"/>
                  </a:cubicBezTo>
                  <a:cubicBezTo>
                    <a:pt x="80936" y="0"/>
                    <a:pt x="92141" y="13162"/>
                    <a:pt x="92141" y="13162"/>
                  </a:cubicBezTo>
                  <a:lnTo>
                    <a:pt x="76902" y="32816"/>
                  </a:lnTo>
                  <a:cubicBezTo>
                    <a:pt x="76902" y="32816"/>
                    <a:pt x="68797" y="24393"/>
                    <a:pt x="53708" y="24393"/>
                  </a:cubicBezTo>
                  <a:cubicBezTo>
                    <a:pt x="38096" y="24393"/>
                    <a:pt x="26331" y="36673"/>
                    <a:pt x="26331" y="54927"/>
                  </a:cubicBezTo>
                  <a:cubicBezTo>
                    <a:pt x="26331" y="73174"/>
                    <a:pt x="38096" y="85458"/>
                    <a:pt x="53708" y="85458"/>
                  </a:cubicBezTo>
                  <a:cubicBezTo>
                    <a:pt x="68125" y="85458"/>
                    <a:pt x="75147" y="77035"/>
                    <a:pt x="75483" y="66159"/>
                  </a:cubicBezTo>
                  <a:lnTo>
                    <a:pt x="75483" y="64926"/>
                  </a:lnTo>
                  <a:lnTo>
                    <a:pt x="51430" y="64926"/>
                  </a:lnTo>
                  <a:lnTo>
                    <a:pt x="51430" y="44921"/>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53" name="Google Shape;2353;p90"/>
            <p:cNvSpPr/>
            <p:nvPr/>
          </p:nvSpPr>
          <p:spPr>
            <a:xfrm>
              <a:off x="6346927" y="1964394"/>
              <a:ext cx="76528" cy="105288"/>
            </a:xfrm>
            <a:custGeom>
              <a:avLst/>
              <a:gdLst/>
              <a:ahLst/>
              <a:cxnLst/>
              <a:rect l="l" t="t" r="r" b="b"/>
              <a:pathLst>
                <a:path w="76528" h="105288" extrusionOk="0">
                  <a:moveTo>
                    <a:pt x="68275" y="61943"/>
                  </a:moveTo>
                  <a:lnTo>
                    <a:pt x="25435" y="61943"/>
                  </a:lnTo>
                  <a:lnTo>
                    <a:pt x="25435" y="83356"/>
                  </a:lnTo>
                  <a:lnTo>
                    <a:pt x="76529" y="83356"/>
                  </a:lnTo>
                  <a:lnTo>
                    <a:pt x="76529" y="105289"/>
                  </a:lnTo>
                  <a:lnTo>
                    <a:pt x="0" y="105289"/>
                  </a:lnTo>
                  <a:lnTo>
                    <a:pt x="0" y="0"/>
                  </a:lnTo>
                  <a:lnTo>
                    <a:pt x="76529" y="0"/>
                  </a:lnTo>
                  <a:lnTo>
                    <a:pt x="76529" y="21936"/>
                  </a:lnTo>
                  <a:lnTo>
                    <a:pt x="25435" y="21936"/>
                  </a:lnTo>
                  <a:lnTo>
                    <a:pt x="25435" y="41941"/>
                  </a:lnTo>
                  <a:lnTo>
                    <a:pt x="68275" y="41941"/>
                  </a:lnTo>
                  <a:lnTo>
                    <a:pt x="68275" y="61943"/>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54" name="Google Shape;2354;p90"/>
            <p:cNvSpPr/>
            <p:nvPr/>
          </p:nvSpPr>
          <p:spPr>
            <a:xfrm>
              <a:off x="6440487" y="1964394"/>
              <a:ext cx="95838" cy="105288"/>
            </a:xfrm>
            <a:custGeom>
              <a:avLst/>
              <a:gdLst/>
              <a:ahLst/>
              <a:cxnLst/>
              <a:rect l="l" t="t" r="r" b="b"/>
              <a:pathLst>
                <a:path w="95838" h="105288" extrusionOk="0">
                  <a:moveTo>
                    <a:pt x="40561" y="105289"/>
                  </a:moveTo>
                  <a:lnTo>
                    <a:pt x="0" y="105289"/>
                  </a:lnTo>
                  <a:lnTo>
                    <a:pt x="0" y="0"/>
                  </a:lnTo>
                  <a:lnTo>
                    <a:pt x="40561" y="0"/>
                  </a:lnTo>
                  <a:cubicBezTo>
                    <a:pt x="74437" y="0"/>
                    <a:pt x="95839" y="22462"/>
                    <a:pt x="95839" y="52646"/>
                  </a:cubicBezTo>
                  <a:cubicBezTo>
                    <a:pt x="95839" y="82826"/>
                    <a:pt x="74437" y="105289"/>
                    <a:pt x="40561" y="105289"/>
                  </a:cubicBezTo>
                  <a:close/>
                  <a:moveTo>
                    <a:pt x="25435" y="21936"/>
                  </a:moveTo>
                  <a:lnTo>
                    <a:pt x="25435" y="83356"/>
                  </a:lnTo>
                  <a:lnTo>
                    <a:pt x="38619" y="83356"/>
                  </a:lnTo>
                  <a:cubicBezTo>
                    <a:pt x="55651" y="83356"/>
                    <a:pt x="69507" y="71946"/>
                    <a:pt x="69507" y="52646"/>
                  </a:cubicBezTo>
                  <a:cubicBezTo>
                    <a:pt x="69507" y="32290"/>
                    <a:pt x="55651" y="21936"/>
                    <a:pt x="38619" y="21936"/>
                  </a:cubicBezTo>
                  <a:lnTo>
                    <a:pt x="25435" y="21936"/>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55" name="Google Shape;2355;p90"/>
            <p:cNvSpPr/>
            <p:nvPr/>
          </p:nvSpPr>
          <p:spPr>
            <a:xfrm>
              <a:off x="6543347" y="2043184"/>
              <a:ext cx="28982" cy="48079"/>
            </a:xfrm>
            <a:custGeom>
              <a:avLst/>
              <a:gdLst/>
              <a:ahLst/>
              <a:cxnLst/>
              <a:rect l="l" t="t" r="r" b="b"/>
              <a:pathLst>
                <a:path w="28982" h="48079" extrusionOk="0">
                  <a:moveTo>
                    <a:pt x="11055" y="27727"/>
                  </a:moveTo>
                  <a:cubicBezTo>
                    <a:pt x="5079" y="26323"/>
                    <a:pt x="709" y="20883"/>
                    <a:pt x="709" y="14214"/>
                  </a:cubicBezTo>
                  <a:cubicBezTo>
                    <a:pt x="709" y="6314"/>
                    <a:pt x="6835" y="0"/>
                    <a:pt x="14753" y="0"/>
                  </a:cubicBezTo>
                  <a:cubicBezTo>
                    <a:pt x="22633" y="0"/>
                    <a:pt x="28983" y="6314"/>
                    <a:pt x="28983" y="14214"/>
                  </a:cubicBezTo>
                  <a:lnTo>
                    <a:pt x="28983" y="15092"/>
                  </a:lnTo>
                  <a:cubicBezTo>
                    <a:pt x="28983" y="29654"/>
                    <a:pt x="20878" y="44570"/>
                    <a:pt x="3698" y="48080"/>
                  </a:cubicBezTo>
                  <a:lnTo>
                    <a:pt x="0" y="35094"/>
                  </a:lnTo>
                  <a:cubicBezTo>
                    <a:pt x="6312" y="33690"/>
                    <a:pt x="9823" y="31584"/>
                    <a:pt x="11055" y="27727"/>
                  </a:cubicBez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56" name="Google Shape;2356;p90"/>
            <p:cNvSpPr/>
            <p:nvPr/>
          </p:nvSpPr>
          <p:spPr>
            <a:xfrm>
              <a:off x="6622864" y="1964394"/>
              <a:ext cx="93373" cy="107745"/>
            </a:xfrm>
            <a:custGeom>
              <a:avLst/>
              <a:gdLst/>
              <a:ahLst/>
              <a:cxnLst/>
              <a:rect l="l" t="t" r="r" b="b"/>
              <a:pathLst>
                <a:path w="93373" h="107745" extrusionOk="0">
                  <a:moveTo>
                    <a:pt x="0" y="59837"/>
                  </a:moveTo>
                  <a:lnTo>
                    <a:pt x="0" y="0"/>
                  </a:lnTo>
                  <a:lnTo>
                    <a:pt x="25473" y="0"/>
                  </a:lnTo>
                  <a:lnTo>
                    <a:pt x="25473" y="59837"/>
                  </a:lnTo>
                  <a:cubicBezTo>
                    <a:pt x="25473" y="72999"/>
                    <a:pt x="32494" y="83002"/>
                    <a:pt x="46687" y="83002"/>
                  </a:cubicBezTo>
                  <a:cubicBezTo>
                    <a:pt x="61440" y="83002"/>
                    <a:pt x="67939" y="72999"/>
                    <a:pt x="67939" y="59837"/>
                  </a:cubicBezTo>
                  <a:lnTo>
                    <a:pt x="67939" y="0"/>
                  </a:lnTo>
                  <a:lnTo>
                    <a:pt x="93373" y="0"/>
                  </a:lnTo>
                  <a:lnTo>
                    <a:pt x="93373" y="59837"/>
                  </a:lnTo>
                  <a:cubicBezTo>
                    <a:pt x="93373" y="87038"/>
                    <a:pt x="75819" y="107745"/>
                    <a:pt x="46687" y="107745"/>
                  </a:cubicBezTo>
                  <a:cubicBezTo>
                    <a:pt x="18264" y="107745"/>
                    <a:pt x="0" y="87038"/>
                    <a:pt x="0" y="59837"/>
                  </a:cubicBez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57" name="Google Shape;2357;p90"/>
            <p:cNvSpPr/>
            <p:nvPr/>
          </p:nvSpPr>
          <p:spPr>
            <a:xfrm>
              <a:off x="6736630" y="1964394"/>
              <a:ext cx="95464" cy="105288"/>
            </a:xfrm>
            <a:custGeom>
              <a:avLst/>
              <a:gdLst/>
              <a:ahLst/>
              <a:cxnLst/>
              <a:rect l="l" t="t" r="r" b="b"/>
              <a:pathLst>
                <a:path w="95464" h="105288" extrusionOk="0">
                  <a:moveTo>
                    <a:pt x="95465" y="105289"/>
                  </a:moveTo>
                  <a:lnTo>
                    <a:pt x="75819" y="105289"/>
                  </a:lnTo>
                  <a:lnTo>
                    <a:pt x="25285" y="43868"/>
                  </a:lnTo>
                  <a:lnTo>
                    <a:pt x="25285" y="105289"/>
                  </a:lnTo>
                  <a:lnTo>
                    <a:pt x="0" y="105289"/>
                  </a:lnTo>
                  <a:lnTo>
                    <a:pt x="0" y="0"/>
                  </a:lnTo>
                  <a:lnTo>
                    <a:pt x="19645" y="0"/>
                  </a:lnTo>
                  <a:lnTo>
                    <a:pt x="70217" y="60364"/>
                  </a:lnTo>
                  <a:lnTo>
                    <a:pt x="70217" y="0"/>
                  </a:lnTo>
                  <a:lnTo>
                    <a:pt x="95465" y="0"/>
                  </a:lnTo>
                  <a:lnTo>
                    <a:pt x="95465" y="105289"/>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58" name="Google Shape;2358;p90"/>
            <p:cNvSpPr/>
            <p:nvPr/>
          </p:nvSpPr>
          <p:spPr>
            <a:xfrm>
              <a:off x="6853870" y="1964394"/>
              <a:ext cx="25472" cy="105288"/>
            </a:xfrm>
            <a:custGeom>
              <a:avLst/>
              <a:gdLst/>
              <a:ahLst/>
              <a:cxnLst/>
              <a:rect l="l" t="t" r="r" b="b"/>
              <a:pathLst>
                <a:path w="25472" h="105288" extrusionOk="0">
                  <a:moveTo>
                    <a:pt x="25473" y="105289"/>
                  </a:moveTo>
                  <a:lnTo>
                    <a:pt x="0" y="105289"/>
                  </a:lnTo>
                  <a:lnTo>
                    <a:pt x="0" y="0"/>
                  </a:lnTo>
                  <a:lnTo>
                    <a:pt x="25473" y="0"/>
                  </a:lnTo>
                  <a:lnTo>
                    <a:pt x="25473" y="105289"/>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59" name="Google Shape;2359;p90"/>
            <p:cNvSpPr/>
            <p:nvPr/>
          </p:nvSpPr>
          <p:spPr>
            <a:xfrm>
              <a:off x="6901117" y="1964394"/>
              <a:ext cx="77201" cy="105288"/>
            </a:xfrm>
            <a:custGeom>
              <a:avLst/>
              <a:gdLst/>
              <a:ahLst/>
              <a:cxnLst/>
              <a:rect l="l" t="t" r="r" b="b"/>
              <a:pathLst>
                <a:path w="77201" h="105288" extrusionOk="0">
                  <a:moveTo>
                    <a:pt x="68275" y="62119"/>
                  </a:moveTo>
                  <a:lnTo>
                    <a:pt x="25435" y="62119"/>
                  </a:lnTo>
                  <a:lnTo>
                    <a:pt x="25435" y="105289"/>
                  </a:lnTo>
                  <a:lnTo>
                    <a:pt x="0" y="105289"/>
                  </a:lnTo>
                  <a:lnTo>
                    <a:pt x="0" y="0"/>
                  </a:lnTo>
                  <a:lnTo>
                    <a:pt x="77201" y="0"/>
                  </a:lnTo>
                  <a:lnTo>
                    <a:pt x="77201" y="21936"/>
                  </a:lnTo>
                  <a:lnTo>
                    <a:pt x="25435" y="21936"/>
                  </a:lnTo>
                  <a:lnTo>
                    <a:pt x="25435" y="42117"/>
                  </a:lnTo>
                  <a:lnTo>
                    <a:pt x="68275" y="42117"/>
                  </a:lnTo>
                  <a:lnTo>
                    <a:pt x="68275" y="62119"/>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60" name="Google Shape;2360;p90"/>
            <p:cNvSpPr/>
            <p:nvPr/>
          </p:nvSpPr>
          <p:spPr>
            <a:xfrm>
              <a:off x="6995349" y="1964394"/>
              <a:ext cx="25472" cy="105288"/>
            </a:xfrm>
            <a:custGeom>
              <a:avLst/>
              <a:gdLst/>
              <a:ahLst/>
              <a:cxnLst/>
              <a:rect l="l" t="t" r="r" b="b"/>
              <a:pathLst>
                <a:path w="25472" h="105288" extrusionOk="0">
                  <a:moveTo>
                    <a:pt x="25473" y="105289"/>
                  </a:moveTo>
                  <a:lnTo>
                    <a:pt x="0" y="105289"/>
                  </a:lnTo>
                  <a:lnTo>
                    <a:pt x="0" y="0"/>
                  </a:lnTo>
                  <a:lnTo>
                    <a:pt x="25473" y="0"/>
                  </a:lnTo>
                  <a:lnTo>
                    <a:pt x="25473" y="105289"/>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61" name="Google Shape;2361;p90"/>
            <p:cNvSpPr/>
            <p:nvPr/>
          </p:nvSpPr>
          <p:spPr>
            <a:xfrm>
              <a:off x="7042596" y="1964394"/>
              <a:ext cx="76528" cy="105288"/>
            </a:xfrm>
            <a:custGeom>
              <a:avLst/>
              <a:gdLst/>
              <a:ahLst/>
              <a:cxnLst/>
              <a:rect l="l" t="t" r="r" b="b"/>
              <a:pathLst>
                <a:path w="76528" h="105288" extrusionOk="0">
                  <a:moveTo>
                    <a:pt x="68275" y="61943"/>
                  </a:moveTo>
                  <a:lnTo>
                    <a:pt x="25435" y="61943"/>
                  </a:lnTo>
                  <a:lnTo>
                    <a:pt x="25435" y="83356"/>
                  </a:lnTo>
                  <a:lnTo>
                    <a:pt x="76529" y="83356"/>
                  </a:lnTo>
                  <a:lnTo>
                    <a:pt x="76529" y="105289"/>
                  </a:lnTo>
                  <a:lnTo>
                    <a:pt x="0" y="105289"/>
                  </a:lnTo>
                  <a:lnTo>
                    <a:pt x="0" y="0"/>
                  </a:lnTo>
                  <a:lnTo>
                    <a:pt x="76529" y="0"/>
                  </a:lnTo>
                  <a:lnTo>
                    <a:pt x="76529" y="21936"/>
                  </a:lnTo>
                  <a:lnTo>
                    <a:pt x="25435" y="21936"/>
                  </a:lnTo>
                  <a:lnTo>
                    <a:pt x="25435" y="41941"/>
                  </a:lnTo>
                  <a:lnTo>
                    <a:pt x="68275" y="41941"/>
                  </a:lnTo>
                  <a:lnTo>
                    <a:pt x="68275" y="61943"/>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62" name="Google Shape;2362;p90"/>
            <p:cNvSpPr/>
            <p:nvPr/>
          </p:nvSpPr>
          <p:spPr>
            <a:xfrm>
              <a:off x="7136156" y="1964394"/>
              <a:ext cx="95838" cy="105288"/>
            </a:xfrm>
            <a:custGeom>
              <a:avLst/>
              <a:gdLst/>
              <a:ahLst/>
              <a:cxnLst/>
              <a:rect l="l" t="t" r="r" b="b"/>
              <a:pathLst>
                <a:path w="95838" h="105288" extrusionOk="0">
                  <a:moveTo>
                    <a:pt x="40524" y="105289"/>
                  </a:moveTo>
                  <a:lnTo>
                    <a:pt x="0" y="105289"/>
                  </a:lnTo>
                  <a:lnTo>
                    <a:pt x="0" y="0"/>
                  </a:lnTo>
                  <a:lnTo>
                    <a:pt x="40524" y="0"/>
                  </a:lnTo>
                  <a:cubicBezTo>
                    <a:pt x="74400" y="0"/>
                    <a:pt x="95839" y="22462"/>
                    <a:pt x="95839" y="52646"/>
                  </a:cubicBezTo>
                  <a:cubicBezTo>
                    <a:pt x="95839" y="82826"/>
                    <a:pt x="74400" y="105289"/>
                    <a:pt x="40524" y="105289"/>
                  </a:cubicBezTo>
                  <a:close/>
                  <a:moveTo>
                    <a:pt x="25435" y="21936"/>
                  </a:moveTo>
                  <a:lnTo>
                    <a:pt x="25435" y="83356"/>
                  </a:lnTo>
                  <a:lnTo>
                    <a:pt x="38619" y="83356"/>
                  </a:lnTo>
                  <a:cubicBezTo>
                    <a:pt x="55613" y="83356"/>
                    <a:pt x="69507" y="71946"/>
                    <a:pt x="69507" y="52646"/>
                  </a:cubicBezTo>
                  <a:cubicBezTo>
                    <a:pt x="69507" y="32290"/>
                    <a:pt x="55613" y="21936"/>
                    <a:pt x="38619" y="21936"/>
                  </a:cubicBezTo>
                  <a:lnTo>
                    <a:pt x="25435" y="21936"/>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63" name="Google Shape;2363;p90"/>
            <p:cNvSpPr/>
            <p:nvPr/>
          </p:nvSpPr>
          <p:spPr>
            <a:xfrm>
              <a:off x="7282715" y="1964394"/>
              <a:ext cx="87061" cy="105288"/>
            </a:xfrm>
            <a:custGeom>
              <a:avLst/>
              <a:gdLst/>
              <a:ahLst/>
              <a:cxnLst/>
              <a:rect l="l" t="t" r="r" b="b"/>
              <a:pathLst>
                <a:path w="87061" h="105288" extrusionOk="0">
                  <a:moveTo>
                    <a:pt x="87061" y="35448"/>
                  </a:moveTo>
                  <a:cubicBezTo>
                    <a:pt x="87061" y="57030"/>
                    <a:pt x="70739" y="70718"/>
                    <a:pt x="46537" y="70718"/>
                  </a:cubicBezTo>
                  <a:lnTo>
                    <a:pt x="25472" y="70718"/>
                  </a:lnTo>
                  <a:lnTo>
                    <a:pt x="25472" y="105289"/>
                  </a:lnTo>
                  <a:lnTo>
                    <a:pt x="0" y="105289"/>
                  </a:lnTo>
                  <a:lnTo>
                    <a:pt x="0" y="0"/>
                  </a:lnTo>
                  <a:lnTo>
                    <a:pt x="46537" y="0"/>
                  </a:lnTo>
                  <a:cubicBezTo>
                    <a:pt x="70553" y="0"/>
                    <a:pt x="87061" y="14913"/>
                    <a:pt x="87061" y="35448"/>
                  </a:cubicBezTo>
                  <a:close/>
                  <a:moveTo>
                    <a:pt x="44782" y="21936"/>
                  </a:moveTo>
                  <a:lnTo>
                    <a:pt x="25472" y="21936"/>
                  </a:lnTo>
                  <a:lnTo>
                    <a:pt x="25472" y="49136"/>
                  </a:lnTo>
                  <a:lnTo>
                    <a:pt x="44931" y="49136"/>
                  </a:lnTo>
                  <a:cubicBezTo>
                    <a:pt x="53895" y="49136"/>
                    <a:pt x="60730" y="44398"/>
                    <a:pt x="60730" y="35448"/>
                  </a:cubicBezTo>
                  <a:cubicBezTo>
                    <a:pt x="60730" y="26323"/>
                    <a:pt x="54082" y="21936"/>
                    <a:pt x="44782" y="21936"/>
                  </a:cubicBez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64" name="Google Shape;2364;p90"/>
            <p:cNvSpPr/>
            <p:nvPr/>
          </p:nvSpPr>
          <p:spPr>
            <a:xfrm>
              <a:off x="7384193" y="1964394"/>
              <a:ext cx="72494" cy="105288"/>
            </a:xfrm>
            <a:custGeom>
              <a:avLst/>
              <a:gdLst/>
              <a:ahLst/>
              <a:cxnLst/>
              <a:rect l="l" t="t" r="r" b="b"/>
              <a:pathLst>
                <a:path w="72494" h="105288" extrusionOk="0">
                  <a:moveTo>
                    <a:pt x="0" y="105289"/>
                  </a:moveTo>
                  <a:lnTo>
                    <a:pt x="0" y="0"/>
                  </a:lnTo>
                  <a:lnTo>
                    <a:pt x="25435" y="0"/>
                  </a:lnTo>
                  <a:lnTo>
                    <a:pt x="25435" y="83356"/>
                  </a:lnTo>
                  <a:lnTo>
                    <a:pt x="72495" y="83356"/>
                  </a:lnTo>
                  <a:lnTo>
                    <a:pt x="72495" y="105289"/>
                  </a:lnTo>
                  <a:lnTo>
                    <a:pt x="0" y="105289"/>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65" name="Google Shape;2365;p90"/>
            <p:cNvSpPr/>
            <p:nvPr/>
          </p:nvSpPr>
          <p:spPr>
            <a:xfrm>
              <a:off x="7459826" y="1964394"/>
              <a:ext cx="108126" cy="105288"/>
            </a:xfrm>
            <a:custGeom>
              <a:avLst/>
              <a:gdLst/>
              <a:ahLst/>
              <a:cxnLst/>
              <a:rect l="l" t="t" r="r" b="b"/>
              <a:pathLst>
                <a:path w="108126" h="105288" extrusionOk="0">
                  <a:moveTo>
                    <a:pt x="108126" y="105289"/>
                  </a:moveTo>
                  <a:lnTo>
                    <a:pt x="80749" y="105289"/>
                  </a:lnTo>
                  <a:lnTo>
                    <a:pt x="74250" y="86336"/>
                  </a:lnTo>
                  <a:lnTo>
                    <a:pt x="33876" y="86336"/>
                  </a:lnTo>
                  <a:lnTo>
                    <a:pt x="27377" y="105289"/>
                  </a:lnTo>
                  <a:lnTo>
                    <a:pt x="0" y="105289"/>
                  </a:lnTo>
                  <a:lnTo>
                    <a:pt x="40225" y="0"/>
                  </a:lnTo>
                  <a:lnTo>
                    <a:pt x="67938" y="0"/>
                  </a:lnTo>
                  <a:lnTo>
                    <a:pt x="108126" y="105289"/>
                  </a:lnTo>
                  <a:close/>
                  <a:moveTo>
                    <a:pt x="40748" y="66330"/>
                  </a:moveTo>
                  <a:lnTo>
                    <a:pt x="67415" y="66330"/>
                  </a:lnTo>
                  <a:lnTo>
                    <a:pt x="54082" y="27376"/>
                  </a:lnTo>
                  <a:lnTo>
                    <a:pt x="40748" y="66330"/>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66" name="Google Shape;2366;p90"/>
            <p:cNvSpPr/>
            <p:nvPr/>
          </p:nvSpPr>
          <p:spPr>
            <a:xfrm>
              <a:off x="7559212" y="1964394"/>
              <a:ext cx="84745" cy="105288"/>
            </a:xfrm>
            <a:custGeom>
              <a:avLst/>
              <a:gdLst/>
              <a:ahLst/>
              <a:cxnLst/>
              <a:rect l="l" t="t" r="r" b="b"/>
              <a:pathLst>
                <a:path w="84745" h="105288" extrusionOk="0">
                  <a:moveTo>
                    <a:pt x="0" y="0"/>
                  </a:moveTo>
                  <a:lnTo>
                    <a:pt x="84745" y="0"/>
                  </a:lnTo>
                  <a:lnTo>
                    <a:pt x="84745" y="21936"/>
                  </a:lnTo>
                  <a:lnTo>
                    <a:pt x="55090" y="21936"/>
                  </a:lnTo>
                  <a:lnTo>
                    <a:pt x="55090" y="105289"/>
                  </a:lnTo>
                  <a:lnTo>
                    <a:pt x="29655" y="105289"/>
                  </a:lnTo>
                  <a:lnTo>
                    <a:pt x="29655" y="21936"/>
                  </a:lnTo>
                  <a:lnTo>
                    <a:pt x="0" y="21936"/>
                  </a:lnTo>
                  <a:lnTo>
                    <a:pt x="0" y="0"/>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67" name="Google Shape;2367;p90"/>
            <p:cNvSpPr/>
            <p:nvPr/>
          </p:nvSpPr>
          <p:spPr>
            <a:xfrm>
              <a:off x="7658898" y="1964394"/>
              <a:ext cx="77238" cy="105288"/>
            </a:xfrm>
            <a:custGeom>
              <a:avLst/>
              <a:gdLst/>
              <a:ahLst/>
              <a:cxnLst/>
              <a:rect l="l" t="t" r="r" b="b"/>
              <a:pathLst>
                <a:path w="77238" h="105288" extrusionOk="0">
                  <a:moveTo>
                    <a:pt x="68275" y="62119"/>
                  </a:moveTo>
                  <a:lnTo>
                    <a:pt x="25435" y="62119"/>
                  </a:lnTo>
                  <a:lnTo>
                    <a:pt x="25435" y="105289"/>
                  </a:lnTo>
                  <a:lnTo>
                    <a:pt x="0" y="105289"/>
                  </a:lnTo>
                  <a:lnTo>
                    <a:pt x="0" y="0"/>
                  </a:lnTo>
                  <a:lnTo>
                    <a:pt x="77239" y="0"/>
                  </a:lnTo>
                  <a:lnTo>
                    <a:pt x="77239" y="21936"/>
                  </a:lnTo>
                  <a:lnTo>
                    <a:pt x="25435" y="21936"/>
                  </a:lnTo>
                  <a:lnTo>
                    <a:pt x="25435" y="42117"/>
                  </a:lnTo>
                  <a:lnTo>
                    <a:pt x="68275" y="42117"/>
                  </a:lnTo>
                  <a:lnTo>
                    <a:pt x="68275" y="62119"/>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68" name="Google Shape;2368;p90"/>
            <p:cNvSpPr/>
            <p:nvPr/>
          </p:nvSpPr>
          <p:spPr>
            <a:xfrm>
              <a:off x="7744913" y="1962112"/>
              <a:ext cx="108126" cy="110026"/>
            </a:xfrm>
            <a:custGeom>
              <a:avLst/>
              <a:gdLst/>
              <a:ahLst/>
              <a:cxnLst/>
              <a:rect l="l" t="t" r="r" b="b"/>
              <a:pathLst>
                <a:path w="108126" h="110026" extrusionOk="0">
                  <a:moveTo>
                    <a:pt x="0" y="54927"/>
                  </a:moveTo>
                  <a:cubicBezTo>
                    <a:pt x="0" y="24744"/>
                    <a:pt x="22111" y="0"/>
                    <a:pt x="53895" y="0"/>
                  </a:cubicBezTo>
                  <a:cubicBezTo>
                    <a:pt x="86016" y="0"/>
                    <a:pt x="108126" y="24744"/>
                    <a:pt x="108126" y="54927"/>
                  </a:cubicBezTo>
                  <a:cubicBezTo>
                    <a:pt x="108126" y="85108"/>
                    <a:pt x="86016" y="110027"/>
                    <a:pt x="53895" y="110027"/>
                  </a:cubicBezTo>
                  <a:cubicBezTo>
                    <a:pt x="22111" y="110027"/>
                    <a:pt x="0" y="85108"/>
                    <a:pt x="0" y="54927"/>
                  </a:cubicBezTo>
                  <a:close/>
                  <a:moveTo>
                    <a:pt x="81795" y="54927"/>
                  </a:moveTo>
                  <a:cubicBezTo>
                    <a:pt x="81795" y="36673"/>
                    <a:pt x="69507" y="24568"/>
                    <a:pt x="53895" y="24568"/>
                  </a:cubicBezTo>
                  <a:cubicBezTo>
                    <a:pt x="38619" y="24568"/>
                    <a:pt x="26331" y="36673"/>
                    <a:pt x="26331" y="54927"/>
                  </a:cubicBezTo>
                  <a:cubicBezTo>
                    <a:pt x="26331" y="73174"/>
                    <a:pt x="38619" y="85283"/>
                    <a:pt x="53895" y="85283"/>
                  </a:cubicBezTo>
                  <a:cubicBezTo>
                    <a:pt x="69507" y="85283"/>
                    <a:pt x="81795" y="73174"/>
                    <a:pt x="81795" y="54927"/>
                  </a:cubicBez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69" name="Google Shape;2369;p90"/>
            <p:cNvSpPr/>
            <p:nvPr/>
          </p:nvSpPr>
          <p:spPr>
            <a:xfrm>
              <a:off x="7868838" y="1964394"/>
              <a:ext cx="91095" cy="105288"/>
            </a:xfrm>
            <a:custGeom>
              <a:avLst/>
              <a:gdLst/>
              <a:ahLst/>
              <a:cxnLst/>
              <a:rect l="l" t="t" r="r" b="b"/>
              <a:pathLst>
                <a:path w="91095" h="105288" extrusionOk="0">
                  <a:moveTo>
                    <a:pt x="46538" y="0"/>
                  </a:moveTo>
                  <a:cubicBezTo>
                    <a:pt x="70553" y="0"/>
                    <a:pt x="87062" y="14913"/>
                    <a:pt x="87062" y="35448"/>
                  </a:cubicBezTo>
                  <a:cubicBezTo>
                    <a:pt x="87062" y="50014"/>
                    <a:pt x="79517" y="61070"/>
                    <a:pt x="67416" y="66685"/>
                  </a:cubicBezTo>
                  <a:lnTo>
                    <a:pt x="67416" y="68612"/>
                  </a:lnTo>
                  <a:lnTo>
                    <a:pt x="91095" y="103534"/>
                  </a:lnTo>
                  <a:lnTo>
                    <a:pt x="91095" y="105289"/>
                  </a:lnTo>
                  <a:lnTo>
                    <a:pt x="62149" y="105289"/>
                  </a:lnTo>
                  <a:lnTo>
                    <a:pt x="40188" y="70718"/>
                  </a:lnTo>
                  <a:lnTo>
                    <a:pt x="25473" y="70718"/>
                  </a:lnTo>
                  <a:lnTo>
                    <a:pt x="25473" y="105289"/>
                  </a:lnTo>
                  <a:lnTo>
                    <a:pt x="0" y="105289"/>
                  </a:lnTo>
                  <a:lnTo>
                    <a:pt x="0" y="0"/>
                  </a:lnTo>
                  <a:lnTo>
                    <a:pt x="46538" y="0"/>
                  </a:lnTo>
                  <a:close/>
                  <a:moveTo>
                    <a:pt x="44782" y="21936"/>
                  </a:moveTo>
                  <a:lnTo>
                    <a:pt x="25473" y="21936"/>
                  </a:lnTo>
                  <a:lnTo>
                    <a:pt x="25473" y="49136"/>
                  </a:lnTo>
                  <a:lnTo>
                    <a:pt x="44931" y="49136"/>
                  </a:lnTo>
                  <a:cubicBezTo>
                    <a:pt x="53895" y="49136"/>
                    <a:pt x="60730" y="44398"/>
                    <a:pt x="60730" y="35448"/>
                  </a:cubicBezTo>
                  <a:cubicBezTo>
                    <a:pt x="60730" y="26323"/>
                    <a:pt x="54082" y="21936"/>
                    <a:pt x="44782" y="21936"/>
                  </a:cubicBez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70" name="Google Shape;2370;p90"/>
            <p:cNvSpPr/>
            <p:nvPr/>
          </p:nvSpPr>
          <p:spPr>
            <a:xfrm>
              <a:off x="7973977" y="1964394"/>
              <a:ext cx="106744" cy="105288"/>
            </a:xfrm>
            <a:custGeom>
              <a:avLst/>
              <a:gdLst/>
              <a:ahLst/>
              <a:cxnLst/>
              <a:rect l="l" t="t" r="r" b="b"/>
              <a:pathLst>
                <a:path w="106744" h="105288" extrusionOk="0">
                  <a:moveTo>
                    <a:pt x="81459" y="47206"/>
                  </a:moveTo>
                  <a:lnTo>
                    <a:pt x="58825" y="77386"/>
                  </a:lnTo>
                  <a:lnTo>
                    <a:pt x="48106" y="77386"/>
                  </a:lnTo>
                  <a:lnTo>
                    <a:pt x="25286" y="47031"/>
                  </a:lnTo>
                  <a:lnTo>
                    <a:pt x="25286" y="105289"/>
                  </a:lnTo>
                  <a:lnTo>
                    <a:pt x="0" y="105289"/>
                  </a:lnTo>
                  <a:lnTo>
                    <a:pt x="187" y="0"/>
                  </a:lnTo>
                  <a:lnTo>
                    <a:pt x="20729" y="0"/>
                  </a:lnTo>
                  <a:lnTo>
                    <a:pt x="53372" y="45096"/>
                  </a:lnTo>
                  <a:lnTo>
                    <a:pt x="86016" y="0"/>
                  </a:lnTo>
                  <a:lnTo>
                    <a:pt x="106558" y="0"/>
                  </a:lnTo>
                  <a:lnTo>
                    <a:pt x="106745" y="105289"/>
                  </a:lnTo>
                  <a:lnTo>
                    <a:pt x="81459" y="105289"/>
                  </a:lnTo>
                  <a:lnTo>
                    <a:pt x="81459" y="47206"/>
                  </a:lnTo>
                  <a:close/>
                </a:path>
              </a:pathLst>
            </a:custGeom>
            <a:solidFill>
              <a:srgbClr val="29557C">
                <a:alpha val="89800"/>
              </a:srgbClr>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371" name="Google Shape;2371;p90"/>
          <p:cNvSpPr/>
          <p:nvPr/>
        </p:nvSpPr>
        <p:spPr>
          <a:xfrm>
            <a:off x="3448989" y="1511704"/>
            <a:ext cx="5452920" cy="703594"/>
          </a:xfrm>
          <a:custGeom>
            <a:avLst/>
            <a:gdLst/>
            <a:ahLst/>
            <a:cxnLst/>
            <a:rect l="l" t="t" r="r" b="b"/>
            <a:pathLst>
              <a:path w="6649902" h="858042" extrusionOk="0">
                <a:moveTo>
                  <a:pt x="0" y="0"/>
                </a:moveTo>
                <a:lnTo>
                  <a:pt x="6649903" y="0"/>
                </a:lnTo>
                <a:lnTo>
                  <a:pt x="6649903" y="858042"/>
                </a:lnTo>
                <a:lnTo>
                  <a:pt x="0" y="858042"/>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72" name="Google Shape;2372;p90"/>
          <p:cNvSpPr/>
          <p:nvPr/>
        </p:nvSpPr>
        <p:spPr>
          <a:xfrm>
            <a:off x="8066808" y="2236853"/>
            <a:ext cx="793930" cy="331797"/>
          </a:xfrm>
          <a:custGeom>
            <a:avLst/>
            <a:gdLst/>
            <a:ahLst/>
            <a:cxnLst/>
            <a:rect l="l" t="t" r="r" b="b"/>
            <a:pathLst>
              <a:path w="968207" h="404631" extrusionOk="0">
                <a:moveTo>
                  <a:pt x="16396" y="50649"/>
                </a:moveTo>
                <a:cubicBezTo>
                  <a:pt x="16396" y="55219"/>
                  <a:pt x="12736" y="58923"/>
                  <a:pt x="8217" y="58923"/>
                </a:cubicBezTo>
                <a:cubicBezTo>
                  <a:pt x="3660" y="58923"/>
                  <a:pt x="0" y="55219"/>
                  <a:pt x="0" y="50649"/>
                </a:cubicBezTo>
                <a:cubicBezTo>
                  <a:pt x="0" y="46075"/>
                  <a:pt x="3660" y="42371"/>
                  <a:pt x="8217" y="42371"/>
                </a:cubicBezTo>
                <a:cubicBezTo>
                  <a:pt x="12736" y="42371"/>
                  <a:pt x="16396" y="46075"/>
                  <a:pt x="16396" y="50649"/>
                </a:cubicBezTo>
                <a:close/>
                <a:moveTo>
                  <a:pt x="46276" y="42371"/>
                </a:moveTo>
                <a:cubicBezTo>
                  <a:pt x="41757" y="42371"/>
                  <a:pt x="38059" y="46075"/>
                  <a:pt x="38059" y="50649"/>
                </a:cubicBezTo>
                <a:cubicBezTo>
                  <a:pt x="38059" y="55219"/>
                  <a:pt x="41757" y="58923"/>
                  <a:pt x="46276" y="58923"/>
                </a:cubicBezTo>
                <a:cubicBezTo>
                  <a:pt x="50795" y="58923"/>
                  <a:pt x="54493" y="55219"/>
                  <a:pt x="54493" y="50649"/>
                </a:cubicBezTo>
                <a:cubicBezTo>
                  <a:pt x="54493" y="46075"/>
                  <a:pt x="50795" y="42371"/>
                  <a:pt x="46276" y="42371"/>
                </a:cubicBezTo>
                <a:close/>
                <a:moveTo>
                  <a:pt x="84335" y="42371"/>
                </a:moveTo>
                <a:cubicBezTo>
                  <a:pt x="79816" y="42371"/>
                  <a:pt x="76155" y="46075"/>
                  <a:pt x="76155" y="50649"/>
                </a:cubicBezTo>
                <a:cubicBezTo>
                  <a:pt x="76155" y="55219"/>
                  <a:pt x="79816" y="58923"/>
                  <a:pt x="84335" y="58923"/>
                </a:cubicBezTo>
                <a:cubicBezTo>
                  <a:pt x="88892" y="58923"/>
                  <a:pt x="92552" y="55219"/>
                  <a:pt x="92552" y="50649"/>
                </a:cubicBezTo>
                <a:cubicBezTo>
                  <a:pt x="92552" y="46075"/>
                  <a:pt x="88892" y="42371"/>
                  <a:pt x="84335" y="42371"/>
                </a:cubicBezTo>
                <a:close/>
                <a:moveTo>
                  <a:pt x="122431" y="42371"/>
                </a:moveTo>
                <a:cubicBezTo>
                  <a:pt x="117875" y="42371"/>
                  <a:pt x="114215" y="46075"/>
                  <a:pt x="114215" y="50649"/>
                </a:cubicBezTo>
                <a:cubicBezTo>
                  <a:pt x="114215" y="55219"/>
                  <a:pt x="117875" y="58923"/>
                  <a:pt x="122431" y="58923"/>
                </a:cubicBezTo>
                <a:cubicBezTo>
                  <a:pt x="126950" y="58923"/>
                  <a:pt x="130611" y="55219"/>
                  <a:pt x="130611" y="50649"/>
                </a:cubicBezTo>
                <a:cubicBezTo>
                  <a:pt x="130611" y="46075"/>
                  <a:pt x="126950" y="42371"/>
                  <a:pt x="122431" y="42371"/>
                </a:cubicBezTo>
                <a:close/>
                <a:moveTo>
                  <a:pt x="160491" y="42371"/>
                </a:moveTo>
                <a:cubicBezTo>
                  <a:pt x="155971" y="42371"/>
                  <a:pt x="152273" y="46075"/>
                  <a:pt x="152273" y="50649"/>
                </a:cubicBezTo>
                <a:cubicBezTo>
                  <a:pt x="152273" y="55219"/>
                  <a:pt x="155971" y="58923"/>
                  <a:pt x="160491" y="58923"/>
                </a:cubicBezTo>
                <a:cubicBezTo>
                  <a:pt x="165010" y="58923"/>
                  <a:pt x="168707" y="55219"/>
                  <a:pt x="168707" y="50649"/>
                </a:cubicBezTo>
                <a:cubicBezTo>
                  <a:pt x="168707" y="46075"/>
                  <a:pt x="165010" y="42371"/>
                  <a:pt x="160491" y="42371"/>
                </a:cubicBezTo>
                <a:close/>
                <a:moveTo>
                  <a:pt x="198549" y="42371"/>
                </a:moveTo>
                <a:cubicBezTo>
                  <a:pt x="194030" y="42371"/>
                  <a:pt x="190370" y="46075"/>
                  <a:pt x="190370" y="50649"/>
                </a:cubicBezTo>
                <a:cubicBezTo>
                  <a:pt x="190370" y="55219"/>
                  <a:pt x="194030" y="58923"/>
                  <a:pt x="198549" y="58923"/>
                </a:cubicBezTo>
                <a:cubicBezTo>
                  <a:pt x="203106" y="58923"/>
                  <a:pt x="206766" y="55219"/>
                  <a:pt x="206766" y="50649"/>
                </a:cubicBezTo>
                <a:cubicBezTo>
                  <a:pt x="206766" y="46075"/>
                  <a:pt x="203106" y="42371"/>
                  <a:pt x="198549" y="42371"/>
                </a:cubicBezTo>
                <a:close/>
                <a:moveTo>
                  <a:pt x="236645" y="42371"/>
                </a:moveTo>
                <a:cubicBezTo>
                  <a:pt x="232089" y="42371"/>
                  <a:pt x="228429" y="46075"/>
                  <a:pt x="228429" y="50649"/>
                </a:cubicBezTo>
                <a:cubicBezTo>
                  <a:pt x="228429" y="55219"/>
                  <a:pt x="232089" y="58923"/>
                  <a:pt x="236645" y="58923"/>
                </a:cubicBezTo>
                <a:cubicBezTo>
                  <a:pt x="241165" y="58923"/>
                  <a:pt x="244825" y="55219"/>
                  <a:pt x="244825" y="50649"/>
                </a:cubicBezTo>
                <a:cubicBezTo>
                  <a:pt x="244825" y="46075"/>
                  <a:pt x="241165" y="42371"/>
                  <a:pt x="236645" y="42371"/>
                </a:cubicBezTo>
                <a:close/>
                <a:moveTo>
                  <a:pt x="274705" y="42371"/>
                </a:moveTo>
                <a:cubicBezTo>
                  <a:pt x="270186" y="42371"/>
                  <a:pt x="266525" y="46075"/>
                  <a:pt x="266525" y="50649"/>
                </a:cubicBezTo>
                <a:cubicBezTo>
                  <a:pt x="266525" y="55219"/>
                  <a:pt x="270186" y="58923"/>
                  <a:pt x="274705" y="58923"/>
                </a:cubicBezTo>
                <a:cubicBezTo>
                  <a:pt x="279224" y="58923"/>
                  <a:pt x="282921" y="55219"/>
                  <a:pt x="282921" y="50649"/>
                </a:cubicBezTo>
                <a:cubicBezTo>
                  <a:pt x="282921" y="46075"/>
                  <a:pt x="279224" y="42371"/>
                  <a:pt x="274705" y="42371"/>
                </a:cubicBezTo>
                <a:close/>
                <a:moveTo>
                  <a:pt x="312763" y="42371"/>
                </a:moveTo>
                <a:cubicBezTo>
                  <a:pt x="308244" y="42371"/>
                  <a:pt x="304584" y="46075"/>
                  <a:pt x="304584" y="50649"/>
                </a:cubicBezTo>
                <a:cubicBezTo>
                  <a:pt x="304584" y="55219"/>
                  <a:pt x="308244" y="58923"/>
                  <a:pt x="312763" y="58923"/>
                </a:cubicBezTo>
                <a:cubicBezTo>
                  <a:pt x="317320" y="58923"/>
                  <a:pt x="320981" y="55219"/>
                  <a:pt x="320981" y="50649"/>
                </a:cubicBezTo>
                <a:cubicBezTo>
                  <a:pt x="320981" y="46075"/>
                  <a:pt x="317320" y="42371"/>
                  <a:pt x="312763" y="42371"/>
                </a:cubicBezTo>
                <a:close/>
                <a:moveTo>
                  <a:pt x="350860" y="42371"/>
                </a:moveTo>
                <a:cubicBezTo>
                  <a:pt x="346340" y="42371"/>
                  <a:pt x="342643" y="46075"/>
                  <a:pt x="342643" y="50649"/>
                </a:cubicBezTo>
                <a:cubicBezTo>
                  <a:pt x="342643" y="55219"/>
                  <a:pt x="346340" y="58923"/>
                  <a:pt x="350860" y="58923"/>
                </a:cubicBezTo>
                <a:cubicBezTo>
                  <a:pt x="355379" y="58923"/>
                  <a:pt x="359039" y="55219"/>
                  <a:pt x="359039" y="50649"/>
                </a:cubicBezTo>
                <a:cubicBezTo>
                  <a:pt x="359039" y="46075"/>
                  <a:pt x="355379" y="42371"/>
                  <a:pt x="350860" y="42371"/>
                </a:cubicBezTo>
                <a:close/>
                <a:moveTo>
                  <a:pt x="388919" y="42371"/>
                </a:moveTo>
                <a:cubicBezTo>
                  <a:pt x="384400" y="42371"/>
                  <a:pt x="380740" y="46075"/>
                  <a:pt x="380740" y="50649"/>
                </a:cubicBezTo>
                <a:cubicBezTo>
                  <a:pt x="380740" y="55219"/>
                  <a:pt x="384400" y="58923"/>
                  <a:pt x="388919" y="58923"/>
                </a:cubicBezTo>
                <a:cubicBezTo>
                  <a:pt x="393438" y="58923"/>
                  <a:pt x="397136" y="55219"/>
                  <a:pt x="397136" y="50649"/>
                </a:cubicBezTo>
                <a:cubicBezTo>
                  <a:pt x="397136" y="46075"/>
                  <a:pt x="393438" y="42371"/>
                  <a:pt x="388919" y="42371"/>
                </a:cubicBezTo>
                <a:close/>
                <a:moveTo>
                  <a:pt x="427015" y="42371"/>
                </a:moveTo>
                <a:cubicBezTo>
                  <a:pt x="422458" y="42371"/>
                  <a:pt x="418798" y="46075"/>
                  <a:pt x="418798" y="50649"/>
                </a:cubicBezTo>
                <a:cubicBezTo>
                  <a:pt x="418798" y="55219"/>
                  <a:pt x="422458" y="58923"/>
                  <a:pt x="427015" y="58923"/>
                </a:cubicBezTo>
                <a:cubicBezTo>
                  <a:pt x="431535" y="58923"/>
                  <a:pt x="435195" y="55219"/>
                  <a:pt x="435195" y="50649"/>
                </a:cubicBezTo>
                <a:cubicBezTo>
                  <a:pt x="435195" y="46075"/>
                  <a:pt x="431535" y="42371"/>
                  <a:pt x="427015" y="42371"/>
                </a:cubicBezTo>
                <a:close/>
                <a:moveTo>
                  <a:pt x="465074" y="42371"/>
                </a:moveTo>
                <a:cubicBezTo>
                  <a:pt x="460555" y="42371"/>
                  <a:pt x="456858" y="46075"/>
                  <a:pt x="456858" y="50649"/>
                </a:cubicBezTo>
                <a:cubicBezTo>
                  <a:pt x="456858" y="55219"/>
                  <a:pt x="460555" y="58923"/>
                  <a:pt x="465074" y="58923"/>
                </a:cubicBezTo>
                <a:cubicBezTo>
                  <a:pt x="469593" y="58923"/>
                  <a:pt x="473254" y="55219"/>
                  <a:pt x="473254" y="50649"/>
                </a:cubicBezTo>
                <a:cubicBezTo>
                  <a:pt x="473254" y="46075"/>
                  <a:pt x="469593" y="42371"/>
                  <a:pt x="465074" y="42371"/>
                </a:cubicBezTo>
                <a:close/>
                <a:moveTo>
                  <a:pt x="503133" y="42371"/>
                </a:moveTo>
                <a:cubicBezTo>
                  <a:pt x="498614" y="42371"/>
                  <a:pt x="494954" y="46075"/>
                  <a:pt x="494954" y="50649"/>
                </a:cubicBezTo>
                <a:cubicBezTo>
                  <a:pt x="494954" y="55219"/>
                  <a:pt x="498614" y="58923"/>
                  <a:pt x="503133" y="58923"/>
                </a:cubicBezTo>
                <a:cubicBezTo>
                  <a:pt x="507690" y="58923"/>
                  <a:pt x="511350" y="55219"/>
                  <a:pt x="511350" y="50649"/>
                </a:cubicBezTo>
                <a:cubicBezTo>
                  <a:pt x="511350" y="46075"/>
                  <a:pt x="507690" y="42371"/>
                  <a:pt x="503133" y="42371"/>
                </a:cubicBezTo>
                <a:close/>
                <a:moveTo>
                  <a:pt x="541230" y="42371"/>
                </a:moveTo>
                <a:cubicBezTo>
                  <a:pt x="536673" y="42371"/>
                  <a:pt x="533013" y="46075"/>
                  <a:pt x="533013" y="50649"/>
                </a:cubicBezTo>
                <a:cubicBezTo>
                  <a:pt x="533013" y="55219"/>
                  <a:pt x="536673" y="58923"/>
                  <a:pt x="541230" y="58923"/>
                </a:cubicBezTo>
                <a:cubicBezTo>
                  <a:pt x="545749" y="58923"/>
                  <a:pt x="549409" y="55219"/>
                  <a:pt x="549409" y="50649"/>
                </a:cubicBezTo>
                <a:cubicBezTo>
                  <a:pt x="549409" y="46075"/>
                  <a:pt x="545749" y="42371"/>
                  <a:pt x="541230" y="42371"/>
                </a:cubicBezTo>
                <a:close/>
                <a:moveTo>
                  <a:pt x="579289" y="42371"/>
                </a:moveTo>
                <a:cubicBezTo>
                  <a:pt x="574769" y="42371"/>
                  <a:pt x="571072" y="46075"/>
                  <a:pt x="571072" y="50649"/>
                </a:cubicBezTo>
                <a:cubicBezTo>
                  <a:pt x="571072" y="55219"/>
                  <a:pt x="574769" y="58923"/>
                  <a:pt x="579289" y="58923"/>
                </a:cubicBezTo>
                <a:cubicBezTo>
                  <a:pt x="583808" y="58923"/>
                  <a:pt x="587506" y="55219"/>
                  <a:pt x="587506" y="50649"/>
                </a:cubicBezTo>
                <a:cubicBezTo>
                  <a:pt x="587506" y="46075"/>
                  <a:pt x="583808" y="42371"/>
                  <a:pt x="579289" y="42371"/>
                </a:cubicBezTo>
                <a:close/>
                <a:moveTo>
                  <a:pt x="617348" y="42371"/>
                </a:moveTo>
                <a:cubicBezTo>
                  <a:pt x="612828" y="42371"/>
                  <a:pt x="609168" y="46075"/>
                  <a:pt x="609168" y="50649"/>
                </a:cubicBezTo>
                <a:cubicBezTo>
                  <a:pt x="609168" y="55219"/>
                  <a:pt x="612828" y="58923"/>
                  <a:pt x="617348" y="58923"/>
                </a:cubicBezTo>
                <a:cubicBezTo>
                  <a:pt x="621904" y="58923"/>
                  <a:pt x="625564" y="55219"/>
                  <a:pt x="625564" y="50649"/>
                </a:cubicBezTo>
                <a:cubicBezTo>
                  <a:pt x="625564" y="46075"/>
                  <a:pt x="621904" y="42371"/>
                  <a:pt x="617348" y="42371"/>
                </a:cubicBezTo>
                <a:close/>
                <a:moveTo>
                  <a:pt x="655444" y="42371"/>
                </a:moveTo>
                <a:cubicBezTo>
                  <a:pt x="650887" y="42371"/>
                  <a:pt x="647227" y="46075"/>
                  <a:pt x="647227" y="50649"/>
                </a:cubicBezTo>
                <a:cubicBezTo>
                  <a:pt x="647227" y="55219"/>
                  <a:pt x="650887" y="58923"/>
                  <a:pt x="655444" y="58923"/>
                </a:cubicBezTo>
                <a:cubicBezTo>
                  <a:pt x="659963" y="58923"/>
                  <a:pt x="663624" y="55219"/>
                  <a:pt x="663624" y="50649"/>
                </a:cubicBezTo>
                <a:cubicBezTo>
                  <a:pt x="663624" y="46075"/>
                  <a:pt x="659963" y="42371"/>
                  <a:pt x="655444" y="42371"/>
                </a:cubicBezTo>
                <a:close/>
                <a:moveTo>
                  <a:pt x="693503" y="42371"/>
                </a:moveTo>
                <a:cubicBezTo>
                  <a:pt x="688984" y="42371"/>
                  <a:pt x="685286" y="46075"/>
                  <a:pt x="685286" y="50649"/>
                </a:cubicBezTo>
                <a:cubicBezTo>
                  <a:pt x="685286" y="55219"/>
                  <a:pt x="688984" y="58923"/>
                  <a:pt x="693503" y="58923"/>
                </a:cubicBezTo>
                <a:cubicBezTo>
                  <a:pt x="698022" y="58923"/>
                  <a:pt x="701720" y="55219"/>
                  <a:pt x="701720" y="50649"/>
                </a:cubicBezTo>
                <a:cubicBezTo>
                  <a:pt x="701720" y="46075"/>
                  <a:pt x="698022" y="42371"/>
                  <a:pt x="693503" y="42371"/>
                </a:cubicBezTo>
                <a:close/>
                <a:moveTo>
                  <a:pt x="731562" y="42371"/>
                </a:moveTo>
                <a:cubicBezTo>
                  <a:pt x="727043" y="42371"/>
                  <a:pt x="723382" y="46075"/>
                  <a:pt x="723382" y="50649"/>
                </a:cubicBezTo>
                <a:cubicBezTo>
                  <a:pt x="723382" y="55219"/>
                  <a:pt x="727043" y="58923"/>
                  <a:pt x="731562" y="58923"/>
                </a:cubicBezTo>
                <a:cubicBezTo>
                  <a:pt x="736119" y="58923"/>
                  <a:pt x="739779" y="55219"/>
                  <a:pt x="739779" y="50649"/>
                </a:cubicBezTo>
                <a:cubicBezTo>
                  <a:pt x="739779" y="46075"/>
                  <a:pt x="736119" y="42371"/>
                  <a:pt x="731562" y="42371"/>
                </a:cubicBezTo>
                <a:close/>
                <a:moveTo>
                  <a:pt x="769658" y="42371"/>
                </a:moveTo>
                <a:cubicBezTo>
                  <a:pt x="765102" y="42371"/>
                  <a:pt x="761441" y="46075"/>
                  <a:pt x="761441" y="50649"/>
                </a:cubicBezTo>
                <a:cubicBezTo>
                  <a:pt x="761441" y="55219"/>
                  <a:pt x="765102" y="58923"/>
                  <a:pt x="769658" y="58923"/>
                </a:cubicBezTo>
                <a:cubicBezTo>
                  <a:pt x="774177" y="58923"/>
                  <a:pt x="777838" y="55219"/>
                  <a:pt x="777838" y="50649"/>
                </a:cubicBezTo>
                <a:cubicBezTo>
                  <a:pt x="777838" y="46075"/>
                  <a:pt x="774177" y="42371"/>
                  <a:pt x="769658" y="42371"/>
                </a:cubicBezTo>
                <a:close/>
                <a:moveTo>
                  <a:pt x="807717" y="42371"/>
                </a:moveTo>
                <a:cubicBezTo>
                  <a:pt x="803198" y="42371"/>
                  <a:pt x="799538" y="46075"/>
                  <a:pt x="799538" y="50649"/>
                </a:cubicBezTo>
                <a:cubicBezTo>
                  <a:pt x="799538" y="55219"/>
                  <a:pt x="803198" y="58923"/>
                  <a:pt x="807717" y="58923"/>
                </a:cubicBezTo>
                <a:cubicBezTo>
                  <a:pt x="812237" y="58923"/>
                  <a:pt x="815934" y="55219"/>
                  <a:pt x="815934" y="50649"/>
                </a:cubicBezTo>
                <a:cubicBezTo>
                  <a:pt x="815934" y="46075"/>
                  <a:pt x="812237" y="42371"/>
                  <a:pt x="807717" y="42371"/>
                </a:cubicBezTo>
                <a:close/>
                <a:moveTo>
                  <a:pt x="845776" y="42371"/>
                </a:moveTo>
                <a:cubicBezTo>
                  <a:pt x="841257" y="42371"/>
                  <a:pt x="837597" y="46075"/>
                  <a:pt x="837597" y="50649"/>
                </a:cubicBezTo>
                <a:cubicBezTo>
                  <a:pt x="837597" y="55219"/>
                  <a:pt x="841257" y="58923"/>
                  <a:pt x="845776" y="58923"/>
                </a:cubicBezTo>
                <a:cubicBezTo>
                  <a:pt x="850333" y="58923"/>
                  <a:pt x="853993" y="55219"/>
                  <a:pt x="853993" y="50649"/>
                </a:cubicBezTo>
                <a:cubicBezTo>
                  <a:pt x="853993" y="46075"/>
                  <a:pt x="850333" y="42371"/>
                  <a:pt x="845776" y="42371"/>
                </a:cubicBezTo>
                <a:close/>
                <a:moveTo>
                  <a:pt x="883873" y="42371"/>
                </a:moveTo>
                <a:cubicBezTo>
                  <a:pt x="879353" y="42371"/>
                  <a:pt x="875656" y="46075"/>
                  <a:pt x="875656" y="50649"/>
                </a:cubicBezTo>
                <a:cubicBezTo>
                  <a:pt x="875656" y="55219"/>
                  <a:pt x="879353" y="58923"/>
                  <a:pt x="883873" y="58923"/>
                </a:cubicBezTo>
                <a:cubicBezTo>
                  <a:pt x="888392" y="58923"/>
                  <a:pt x="892052" y="55219"/>
                  <a:pt x="892052" y="50649"/>
                </a:cubicBezTo>
                <a:cubicBezTo>
                  <a:pt x="892052" y="46075"/>
                  <a:pt x="888392" y="42371"/>
                  <a:pt x="883873" y="42371"/>
                </a:cubicBezTo>
                <a:close/>
                <a:moveTo>
                  <a:pt x="921932" y="42371"/>
                </a:moveTo>
                <a:cubicBezTo>
                  <a:pt x="917412" y="42371"/>
                  <a:pt x="913752" y="46075"/>
                  <a:pt x="913752" y="50649"/>
                </a:cubicBezTo>
                <a:cubicBezTo>
                  <a:pt x="913752" y="55219"/>
                  <a:pt x="917412" y="58923"/>
                  <a:pt x="921932" y="58923"/>
                </a:cubicBezTo>
                <a:cubicBezTo>
                  <a:pt x="926451" y="58923"/>
                  <a:pt x="930148" y="55219"/>
                  <a:pt x="930148" y="50649"/>
                </a:cubicBezTo>
                <a:cubicBezTo>
                  <a:pt x="930148" y="46075"/>
                  <a:pt x="926451" y="42371"/>
                  <a:pt x="921932" y="42371"/>
                </a:cubicBezTo>
                <a:close/>
                <a:moveTo>
                  <a:pt x="960028" y="42371"/>
                </a:moveTo>
                <a:cubicBezTo>
                  <a:pt x="955471" y="42371"/>
                  <a:pt x="951811" y="46075"/>
                  <a:pt x="951811" y="50649"/>
                </a:cubicBezTo>
                <a:cubicBezTo>
                  <a:pt x="951811" y="55219"/>
                  <a:pt x="955471" y="58923"/>
                  <a:pt x="960028" y="58923"/>
                </a:cubicBezTo>
                <a:cubicBezTo>
                  <a:pt x="964547" y="58923"/>
                  <a:pt x="968207" y="55219"/>
                  <a:pt x="968207" y="50649"/>
                </a:cubicBezTo>
                <a:cubicBezTo>
                  <a:pt x="968207" y="46075"/>
                  <a:pt x="964547" y="42371"/>
                  <a:pt x="960028" y="42371"/>
                </a:cubicBezTo>
                <a:close/>
                <a:moveTo>
                  <a:pt x="8217" y="85705"/>
                </a:moveTo>
                <a:cubicBezTo>
                  <a:pt x="3660" y="85705"/>
                  <a:pt x="0" y="89409"/>
                  <a:pt x="0" y="93983"/>
                </a:cubicBezTo>
                <a:cubicBezTo>
                  <a:pt x="0" y="98553"/>
                  <a:pt x="3660" y="102257"/>
                  <a:pt x="8217" y="102257"/>
                </a:cubicBezTo>
                <a:cubicBezTo>
                  <a:pt x="12736" y="102257"/>
                  <a:pt x="16396" y="98553"/>
                  <a:pt x="16396" y="93983"/>
                </a:cubicBezTo>
                <a:cubicBezTo>
                  <a:pt x="16396" y="89409"/>
                  <a:pt x="12736" y="85705"/>
                  <a:pt x="8217" y="85705"/>
                </a:cubicBezTo>
                <a:close/>
                <a:moveTo>
                  <a:pt x="46276" y="85705"/>
                </a:moveTo>
                <a:cubicBezTo>
                  <a:pt x="41757" y="85705"/>
                  <a:pt x="38059" y="89409"/>
                  <a:pt x="38059" y="93983"/>
                </a:cubicBezTo>
                <a:cubicBezTo>
                  <a:pt x="38059" y="98553"/>
                  <a:pt x="41757" y="102257"/>
                  <a:pt x="46276" y="102257"/>
                </a:cubicBezTo>
                <a:cubicBezTo>
                  <a:pt x="50795" y="102257"/>
                  <a:pt x="54493" y="98553"/>
                  <a:pt x="54493" y="93983"/>
                </a:cubicBezTo>
                <a:cubicBezTo>
                  <a:pt x="54493" y="89409"/>
                  <a:pt x="50795" y="85705"/>
                  <a:pt x="46276" y="85705"/>
                </a:cubicBezTo>
                <a:close/>
                <a:moveTo>
                  <a:pt x="84335" y="85705"/>
                </a:moveTo>
                <a:cubicBezTo>
                  <a:pt x="79816" y="85705"/>
                  <a:pt x="76155" y="89409"/>
                  <a:pt x="76155" y="93983"/>
                </a:cubicBezTo>
                <a:cubicBezTo>
                  <a:pt x="76155" y="98553"/>
                  <a:pt x="79816" y="102257"/>
                  <a:pt x="84335" y="102257"/>
                </a:cubicBezTo>
                <a:cubicBezTo>
                  <a:pt x="88892" y="102257"/>
                  <a:pt x="92552" y="98553"/>
                  <a:pt x="92552" y="93983"/>
                </a:cubicBezTo>
                <a:cubicBezTo>
                  <a:pt x="92552" y="89409"/>
                  <a:pt x="88892" y="85705"/>
                  <a:pt x="84335" y="85705"/>
                </a:cubicBezTo>
                <a:close/>
                <a:moveTo>
                  <a:pt x="122431" y="85705"/>
                </a:moveTo>
                <a:cubicBezTo>
                  <a:pt x="117875" y="85705"/>
                  <a:pt x="114215" y="89409"/>
                  <a:pt x="114215" y="93983"/>
                </a:cubicBezTo>
                <a:cubicBezTo>
                  <a:pt x="114215" y="98553"/>
                  <a:pt x="117875" y="102257"/>
                  <a:pt x="122431" y="102257"/>
                </a:cubicBezTo>
                <a:cubicBezTo>
                  <a:pt x="126950" y="102257"/>
                  <a:pt x="130611" y="98553"/>
                  <a:pt x="130611" y="93983"/>
                </a:cubicBezTo>
                <a:cubicBezTo>
                  <a:pt x="130611" y="89409"/>
                  <a:pt x="126950" y="85705"/>
                  <a:pt x="122431" y="85705"/>
                </a:cubicBezTo>
                <a:close/>
                <a:moveTo>
                  <a:pt x="160491" y="85705"/>
                </a:moveTo>
                <a:cubicBezTo>
                  <a:pt x="155971" y="85705"/>
                  <a:pt x="152273" y="89409"/>
                  <a:pt x="152273" y="93983"/>
                </a:cubicBezTo>
                <a:cubicBezTo>
                  <a:pt x="152273" y="98553"/>
                  <a:pt x="155971" y="102257"/>
                  <a:pt x="160491" y="102257"/>
                </a:cubicBezTo>
                <a:cubicBezTo>
                  <a:pt x="165010" y="102257"/>
                  <a:pt x="168707" y="98553"/>
                  <a:pt x="168707" y="93983"/>
                </a:cubicBezTo>
                <a:cubicBezTo>
                  <a:pt x="168707" y="89409"/>
                  <a:pt x="165010" y="85705"/>
                  <a:pt x="160491" y="85705"/>
                </a:cubicBezTo>
                <a:close/>
                <a:moveTo>
                  <a:pt x="198549" y="85705"/>
                </a:moveTo>
                <a:cubicBezTo>
                  <a:pt x="194030" y="85705"/>
                  <a:pt x="190370" y="89409"/>
                  <a:pt x="190370" y="93983"/>
                </a:cubicBezTo>
                <a:cubicBezTo>
                  <a:pt x="190370" y="98553"/>
                  <a:pt x="194030" y="102257"/>
                  <a:pt x="198549" y="102257"/>
                </a:cubicBezTo>
                <a:cubicBezTo>
                  <a:pt x="203106" y="102257"/>
                  <a:pt x="206766" y="98553"/>
                  <a:pt x="206766" y="93983"/>
                </a:cubicBezTo>
                <a:cubicBezTo>
                  <a:pt x="206766" y="89409"/>
                  <a:pt x="203106" y="85705"/>
                  <a:pt x="198549" y="85705"/>
                </a:cubicBezTo>
                <a:close/>
                <a:moveTo>
                  <a:pt x="236645" y="85705"/>
                </a:moveTo>
                <a:cubicBezTo>
                  <a:pt x="232089" y="85705"/>
                  <a:pt x="228429" y="89409"/>
                  <a:pt x="228429" y="93983"/>
                </a:cubicBezTo>
                <a:cubicBezTo>
                  <a:pt x="228429" y="98553"/>
                  <a:pt x="232089" y="102257"/>
                  <a:pt x="236645" y="102257"/>
                </a:cubicBezTo>
                <a:cubicBezTo>
                  <a:pt x="241165" y="102257"/>
                  <a:pt x="244825" y="98553"/>
                  <a:pt x="244825" y="93983"/>
                </a:cubicBezTo>
                <a:cubicBezTo>
                  <a:pt x="244825" y="89409"/>
                  <a:pt x="241165" y="85705"/>
                  <a:pt x="236645" y="85705"/>
                </a:cubicBezTo>
                <a:close/>
                <a:moveTo>
                  <a:pt x="274705" y="85705"/>
                </a:moveTo>
                <a:cubicBezTo>
                  <a:pt x="270186" y="85705"/>
                  <a:pt x="266525" y="89409"/>
                  <a:pt x="266525" y="93983"/>
                </a:cubicBezTo>
                <a:cubicBezTo>
                  <a:pt x="266525" y="98553"/>
                  <a:pt x="270186" y="102257"/>
                  <a:pt x="274705" y="102257"/>
                </a:cubicBezTo>
                <a:cubicBezTo>
                  <a:pt x="279224" y="102257"/>
                  <a:pt x="282921" y="98553"/>
                  <a:pt x="282921" y="93983"/>
                </a:cubicBezTo>
                <a:cubicBezTo>
                  <a:pt x="282921" y="89409"/>
                  <a:pt x="279224" y="85705"/>
                  <a:pt x="274705" y="85705"/>
                </a:cubicBezTo>
                <a:close/>
                <a:moveTo>
                  <a:pt x="312763" y="85705"/>
                </a:moveTo>
                <a:cubicBezTo>
                  <a:pt x="308244" y="85705"/>
                  <a:pt x="304584" y="89409"/>
                  <a:pt x="304584" y="93983"/>
                </a:cubicBezTo>
                <a:cubicBezTo>
                  <a:pt x="304584" y="98553"/>
                  <a:pt x="308244" y="102257"/>
                  <a:pt x="312763" y="102257"/>
                </a:cubicBezTo>
                <a:cubicBezTo>
                  <a:pt x="317320" y="102257"/>
                  <a:pt x="320981" y="98553"/>
                  <a:pt x="320981" y="93983"/>
                </a:cubicBezTo>
                <a:cubicBezTo>
                  <a:pt x="320981" y="89409"/>
                  <a:pt x="317320" y="85705"/>
                  <a:pt x="312763" y="85705"/>
                </a:cubicBezTo>
                <a:close/>
                <a:moveTo>
                  <a:pt x="350860" y="85705"/>
                </a:moveTo>
                <a:cubicBezTo>
                  <a:pt x="346340" y="85705"/>
                  <a:pt x="342643" y="89409"/>
                  <a:pt x="342643" y="93983"/>
                </a:cubicBezTo>
                <a:cubicBezTo>
                  <a:pt x="342643" y="98553"/>
                  <a:pt x="346340" y="102257"/>
                  <a:pt x="350860" y="102257"/>
                </a:cubicBezTo>
                <a:cubicBezTo>
                  <a:pt x="355379" y="102257"/>
                  <a:pt x="359039" y="98553"/>
                  <a:pt x="359039" y="93983"/>
                </a:cubicBezTo>
                <a:cubicBezTo>
                  <a:pt x="359039" y="89409"/>
                  <a:pt x="355379" y="85705"/>
                  <a:pt x="350860" y="85705"/>
                </a:cubicBezTo>
                <a:close/>
                <a:moveTo>
                  <a:pt x="388919" y="85705"/>
                </a:moveTo>
                <a:cubicBezTo>
                  <a:pt x="384400" y="85705"/>
                  <a:pt x="380740" y="89409"/>
                  <a:pt x="380740" y="93983"/>
                </a:cubicBezTo>
                <a:cubicBezTo>
                  <a:pt x="380740" y="98553"/>
                  <a:pt x="384400" y="102257"/>
                  <a:pt x="388919" y="102257"/>
                </a:cubicBezTo>
                <a:cubicBezTo>
                  <a:pt x="393438" y="102257"/>
                  <a:pt x="397136" y="98553"/>
                  <a:pt x="397136" y="93983"/>
                </a:cubicBezTo>
                <a:cubicBezTo>
                  <a:pt x="397136" y="89409"/>
                  <a:pt x="393438" y="85705"/>
                  <a:pt x="388919" y="85705"/>
                </a:cubicBezTo>
                <a:close/>
                <a:moveTo>
                  <a:pt x="427015" y="85705"/>
                </a:moveTo>
                <a:cubicBezTo>
                  <a:pt x="422458" y="85705"/>
                  <a:pt x="418798" y="89409"/>
                  <a:pt x="418798" y="93983"/>
                </a:cubicBezTo>
                <a:cubicBezTo>
                  <a:pt x="418798" y="98553"/>
                  <a:pt x="422458" y="102257"/>
                  <a:pt x="427015" y="102257"/>
                </a:cubicBezTo>
                <a:cubicBezTo>
                  <a:pt x="431535" y="102257"/>
                  <a:pt x="435195" y="98553"/>
                  <a:pt x="435195" y="93983"/>
                </a:cubicBezTo>
                <a:cubicBezTo>
                  <a:pt x="435195" y="89409"/>
                  <a:pt x="431535" y="85705"/>
                  <a:pt x="427015" y="85705"/>
                </a:cubicBezTo>
                <a:close/>
                <a:moveTo>
                  <a:pt x="465074" y="85705"/>
                </a:moveTo>
                <a:cubicBezTo>
                  <a:pt x="460555" y="85705"/>
                  <a:pt x="456858" y="89409"/>
                  <a:pt x="456858" y="93983"/>
                </a:cubicBezTo>
                <a:cubicBezTo>
                  <a:pt x="456858" y="98553"/>
                  <a:pt x="460555" y="102257"/>
                  <a:pt x="465074" y="102257"/>
                </a:cubicBezTo>
                <a:cubicBezTo>
                  <a:pt x="469593" y="102257"/>
                  <a:pt x="473254" y="98553"/>
                  <a:pt x="473254" y="93983"/>
                </a:cubicBezTo>
                <a:cubicBezTo>
                  <a:pt x="473254" y="89409"/>
                  <a:pt x="469593" y="85705"/>
                  <a:pt x="465074" y="85705"/>
                </a:cubicBezTo>
                <a:close/>
                <a:moveTo>
                  <a:pt x="503133" y="85705"/>
                </a:moveTo>
                <a:cubicBezTo>
                  <a:pt x="498614" y="85705"/>
                  <a:pt x="494954" y="89409"/>
                  <a:pt x="494954" y="93983"/>
                </a:cubicBezTo>
                <a:cubicBezTo>
                  <a:pt x="494954" y="98553"/>
                  <a:pt x="498614" y="102257"/>
                  <a:pt x="503133" y="102257"/>
                </a:cubicBezTo>
                <a:cubicBezTo>
                  <a:pt x="507690" y="102257"/>
                  <a:pt x="511350" y="98553"/>
                  <a:pt x="511350" y="93983"/>
                </a:cubicBezTo>
                <a:cubicBezTo>
                  <a:pt x="511350" y="89409"/>
                  <a:pt x="507690" y="85705"/>
                  <a:pt x="503133" y="85705"/>
                </a:cubicBezTo>
                <a:close/>
                <a:moveTo>
                  <a:pt x="541230" y="85705"/>
                </a:moveTo>
                <a:cubicBezTo>
                  <a:pt x="536673" y="85705"/>
                  <a:pt x="533013" y="89409"/>
                  <a:pt x="533013" y="93983"/>
                </a:cubicBezTo>
                <a:cubicBezTo>
                  <a:pt x="533013" y="98553"/>
                  <a:pt x="536673" y="102257"/>
                  <a:pt x="541230" y="102257"/>
                </a:cubicBezTo>
                <a:cubicBezTo>
                  <a:pt x="545749" y="102257"/>
                  <a:pt x="549409" y="98553"/>
                  <a:pt x="549409" y="93983"/>
                </a:cubicBezTo>
                <a:cubicBezTo>
                  <a:pt x="549409" y="89409"/>
                  <a:pt x="545749" y="85705"/>
                  <a:pt x="541230" y="85705"/>
                </a:cubicBezTo>
                <a:close/>
                <a:moveTo>
                  <a:pt x="579289" y="85705"/>
                </a:moveTo>
                <a:cubicBezTo>
                  <a:pt x="574769" y="85705"/>
                  <a:pt x="571072" y="89409"/>
                  <a:pt x="571072" y="93983"/>
                </a:cubicBezTo>
                <a:cubicBezTo>
                  <a:pt x="571072" y="98553"/>
                  <a:pt x="574769" y="102257"/>
                  <a:pt x="579289" y="102257"/>
                </a:cubicBezTo>
                <a:cubicBezTo>
                  <a:pt x="583808" y="102257"/>
                  <a:pt x="587506" y="98553"/>
                  <a:pt x="587506" y="93983"/>
                </a:cubicBezTo>
                <a:cubicBezTo>
                  <a:pt x="587506" y="89409"/>
                  <a:pt x="583808" y="85705"/>
                  <a:pt x="579289" y="85705"/>
                </a:cubicBezTo>
                <a:close/>
                <a:moveTo>
                  <a:pt x="617348" y="85705"/>
                </a:moveTo>
                <a:cubicBezTo>
                  <a:pt x="612828" y="85705"/>
                  <a:pt x="609168" y="89409"/>
                  <a:pt x="609168" y="93983"/>
                </a:cubicBezTo>
                <a:cubicBezTo>
                  <a:pt x="609168" y="98553"/>
                  <a:pt x="612828" y="102257"/>
                  <a:pt x="617348" y="102257"/>
                </a:cubicBezTo>
                <a:cubicBezTo>
                  <a:pt x="621904" y="102257"/>
                  <a:pt x="625564" y="98553"/>
                  <a:pt x="625564" y="93983"/>
                </a:cubicBezTo>
                <a:cubicBezTo>
                  <a:pt x="625564" y="89409"/>
                  <a:pt x="621904" y="85705"/>
                  <a:pt x="617348" y="85705"/>
                </a:cubicBezTo>
                <a:close/>
                <a:moveTo>
                  <a:pt x="655444" y="85705"/>
                </a:moveTo>
                <a:cubicBezTo>
                  <a:pt x="650887" y="85705"/>
                  <a:pt x="647227" y="89409"/>
                  <a:pt x="647227" y="93983"/>
                </a:cubicBezTo>
                <a:cubicBezTo>
                  <a:pt x="647227" y="98553"/>
                  <a:pt x="650887" y="102257"/>
                  <a:pt x="655444" y="102257"/>
                </a:cubicBezTo>
                <a:cubicBezTo>
                  <a:pt x="659963" y="102257"/>
                  <a:pt x="663624" y="98553"/>
                  <a:pt x="663624" y="93983"/>
                </a:cubicBezTo>
                <a:cubicBezTo>
                  <a:pt x="663624" y="89409"/>
                  <a:pt x="659963" y="85705"/>
                  <a:pt x="655444" y="85705"/>
                </a:cubicBezTo>
                <a:close/>
                <a:moveTo>
                  <a:pt x="693503" y="85705"/>
                </a:moveTo>
                <a:cubicBezTo>
                  <a:pt x="688984" y="85705"/>
                  <a:pt x="685286" y="89409"/>
                  <a:pt x="685286" y="93983"/>
                </a:cubicBezTo>
                <a:cubicBezTo>
                  <a:pt x="685286" y="98553"/>
                  <a:pt x="688984" y="102257"/>
                  <a:pt x="693503" y="102257"/>
                </a:cubicBezTo>
                <a:cubicBezTo>
                  <a:pt x="698022" y="102257"/>
                  <a:pt x="701720" y="98553"/>
                  <a:pt x="701720" y="93983"/>
                </a:cubicBezTo>
                <a:cubicBezTo>
                  <a:pt x="701720" y="89409"/>
                  <a:pt x="698022" y="85705"/>
                  <a:pt x="693503" y="85705"/>
                </a:cubicBezTo>
                <a:close/>
                <a:moveTo>
                  <a:pt x="731562" y="85705"/>
                </a:moveTo>
                <a:cubicBezTo>
                  <a:pt x="727043" y="85705"/>
                  <a:pt x="723382" y="89409"/>
                  <a:pt x="723382" y="93983"/>
                </a:cubicBezTo>
                <a:cubicBezTo>
                  <a:pt x="723382" y="98553"/>
                  <a:pt x="727043" y="102257"/>
                  <a:pt x="731562" y="102257"/>
                </a:cubicBezTo>
                <a:cubicBezTo>
                  <a:pt x="736119" y="102257"/>
                  <a:pt x="739779" y="98553"/>
                  <a:pt x="739779" y="93983"/>
                </a:cubicBezTo>
                <a:cubicBezTo>
                  <a:pt x="739779" y="89409"/>
                  <a:pt x="736119" y="85705"/>
                  <a:pt x="731562" y="85705"/>
                </a:cubicBezTo>
                <a:close/>
                <a:moveTo>
                  <a:pt x="769658" y="85705"/>
                </a:moveTo>
                <a:cubicBezTo>
                  <a:pt x="765102" y="85705"/>
                  <a:pt x="761441" y="89409"/>
                  <a:pt x="761441" y="93983"/>
                </a:cubicBezTo>
                <a:cubicBezTo>
                  <a:pt x="761441" y="98553"/>
                  <a:pt x="765102" y="102257"/>
                  <a:pt x="769658" y="102257"/>
                </a:cubicBezTo>
                <a:cubicBezTo>
                  <a:pt x="774177" y="102257"/>
                  <a:pt x="777838" y="98553"/>
                  <a:pt x="777838" y="93983"/>
                </a:cubicBezTo>
                <a:cubicBezTo>
                  <a:pt x="777838" y="89409"/>
                  <a:pt x="774177" y="85705"/>
                  <a:pt x="769658" y="85705"/>
                </a:cubicBezTo>
                <a:close/>
                <a:moveTo>
                  <a:pt x="807717" y="85705"/>
                </a:moveTo>
                <a:cubicBezTo>
                  <a:pt x="803198" y="85705"/>
                  <a:pt x="799538" y="89409"/>
                  <a:pt x="799538" y="93983"/>
                </a:cubicBezTo>
                <a:cubicBezTo>
                  <a:pt x="799538" y="98553"/>
                  <a:pt x="803198" y="102257"/>
                  <a:pt x="807717" y="102257"/>
                </a:cubicBezTo>
                <a:cubicBezTo>
                  <a:pt x="812237" y="102257"/>
                  <a:pt x="815934" y="98553"/>
                  <a:pt x="815934" y="93983"/>
                </a:cubicBezTo>
                <a:cubicBezTo>
                  <a:pt x="815934" y="89409"/>
                  <a:pt x="812237" y="85705"/>
                  <a:pt x="807717" y="85705"/>
                </a:cubicBezTo>
                <a:close/>
                <a:moveTo>
                  <a:pt x="845776" y="85705"/>
                </a:moveTo>
                <a:cubicBezTo>
                  <a:pt x="841257" y="85705"/>
                  <a:pt x="837597" y="89409"/>
                  <a:pt x="837597" y="93983"/>
                </a:cubicBezTo>
                <a:cubicBezTo>
                  <a:pt x="837597" y="98553"/>
                  <a:pt x="841257" y="102257"/>
                  <a:pt x="845776" y="102257"/>
                </a:cubicBezTo>
                <a:cubicBezTo>
                  <a:pt x="850333" y="102257"/>
                  <a:pt x="853993" y="98553"/>
                  <a:pt x="853993" y="93983"/>
                </a:cubicBezTo>
                <a:cubicBezTo>
                  <a:pt x="853993" y="89409"/>
                  <a:pt x="850333" y="85705"/>
                  <a:pt x="845776" y="85705"/>
                </a:cubicBezTo>
                <a:close/>
                <a:moveTo>
                  <a:pt x="883873" y="85705"/>
                </a:moveTo>
                <a:cubicBezTo>
                  <a:pt x="879353" y="85705"/>
                  <a:pt x="875656" y="89409"/>
                  <a:pt x="875656" y="93983"/>
                </a:cubicBezTo>
                <a:cubicBezTo>
                  <a:pt x="875656" y="98553"/>
                  <a:pt x="879353" y="102257"/>
                  <a:pt x="883873" y="102257"/>
                </a:cubicBezTo>
                <a:cubicBezTo>
                  <a:pt x="888392" y="102257"/>
                  <a:pt x="892052" y="98553"/>
                  <a:pt x="892052" y="93983"/>
                </a:cubicBezTo>
                <a:cubicBezTo>
                  <a:pt x="892052" y="89409"/>
                  <a:pt x="888392" y="85705"/>
                  <a:pt x="883873" y="85705"/>
                </a:cubicBezTo>
                <a:close/>
                <a:moveTo>
                  <a:pt x="921932" y="85705"/>
                </a:moveTo>
                <a:cubicBezTo>
                  <a:pt x="917412" y="85705"/>
                  <a:pt x="913752" y="89409"/>
                  <a:pt x="913752" y="93983"/>
                </a:cubicBezTo>
                <a:cubicBezTo>
                  <a:pt x="913752" y="98553"/>
                  <a:pt x="917412" y="102257"/>
                  <a:pt x="921932" y="102257"/>
                </a:cubicBezTo>
                <a:cubicBezTo>
                  <a:pt x="926451" y="102257"/>
                  <a:pt x="930148" y="98553"/>
                  <a:pt x="930148" y="93983"/>
                </a:cubicBezTo>
                <a:cubicBezTo>
                  <a:pt x="930148" y="89409"/>
                  <a:pt x="926451" y="85705"/>
                  <a:pt x="921932" y="85705"/>
                </a:cubicBezTo>
                <a:close/>
                <a:moveTo>
                  <a:pt x="960028" y="85705"/>
                </a:moveTo>
                <a:cubicBezTo>
                  <a:pt x="955471" y="85705"/>
                  <a:pt x="951811" y="89409"/>
                  <a:pt x="951811" y="93983"/>
                </a:cubicBezTo>
                <a:cubicBezTo>
                  <a:pt x="951811" y="98553"/>
                  <a:pt x="955471" y="102257"/>
                  <a:pt x="960028" y="102257"/>
                </a:cubicBezTo>
                <a:cubicBezTo>
                  <a:pt x="964547" y="102257"/>
                  <a:pt x="968207" y="98553"/>
                  <a:pt x="968207" y="93983"/>
                </a:cubicBezTo>
                <a:cubicBezTo>
                  <a:pt x="968207" y="89409"/>
                  <a:pt x="964547" y="85705"/>
                  <a:pt x="960028" y="85705"/>
                </a:cubicBezTo>
                <a:close/>
                <a:moveTo>
                  <a:pt x="8217" y="129039"/>
                </a:moveTo>
                <a:cubicBezTo>
                  <a:pt x="3660" y="129039"/>
                  <a:pt x="0" y="132743"/>
                  <a:pt x="0" y="137317"/>
                </a:cubicBezTo>
                <a:cubicBezTo>
                  <a:pt x="0" y="141887"/>
                  <a:pt x="3660" y="145591"/>
                  <a:pt x="8217" y="145591"/>
                </a:cubicBezTo>
                <a:cubicBezTo>
                  <a:pt x="12736" y="145591"/>
                  <a:pt x="16396" y="141887"/>
                  <a:pt x="16396" y="137317"/>
                </a:cubicBezTo>
                <a:cubicBezTo>
                  <a:pt x="16396" y="132743"/>
                  <a:pt x="12736" y="129039"/>
                  <a:pt x="8217" y="129039"/>
                </a:cubicBezTo>
                <a:close/>
                <a:moveTo>
                  <a:pt x="46276" y="129039"/>
                </a:moveTo>
                <a:cubicBezTo>
                  <a:pt x="41757" y="129039"/>
                  <a:pt x="38059" y="132743"/>
                  <a:pt x="38059" y="137317"/>
                </a:cubicBezTo>
                <a:cubicBezTo>
                  <a:pt x="38059" y="141887"/>
                  <a:pt x="41757" y="145591"/>
                  <a:pt x="46276" y="145591"/>
                </a:cubicBezTo>
                <a:cubicBezTo>
                  <a:pt x="50795" y="145591"/>
                  <a:pt x="54493" y="141887"/>
                  <a:pt x="54493" y="137317"/>
                </a:cubicBezTo>
                <a:cubicBezTo>
                  <a:pt x="54493" y="132743"/>
                  <a:pt x="50795" y="129039"/>
                  <a:pt x="46276" y="129039"/>
                </a:cubicBezTo>
                <a:close/>
                <a:moveTo>
                  <a:pt x="84335" y="129039"/>
                </a:moveTo>
                <a:cubicBezTo>
                  <a:pt x="79816" y="129039"/>
                  <a:pt x="76155" y="132743"/>
                  <a:pt x="76155" y="137317"/>
                </a:cubicBezTo>
                <a:cubicBezTo>
                  <a:pt x="76155" y="141887"/>
                  <a:pt x="79816" y="145591"/>
                  <a:pt x="84335" y="145591"/>
                </a:cubicBezTo>
                <a:cubicBezTo>
                  <a:pt x="88892" y="145591"/>
                  <a:pt x="92552" y="141887"/>
                  <a:pt x="92552" y="137317"/>
                </a:cubicBezTo>
                <a:cubicBezTo>
                  <a:pt x="92552" y="132743"/>
                  <a:pt x="88892" y="129039"/>
                  <a:pt x="84335" y="129039"/>
                </a:cubicBezTo>
                <a:close/>
                <a:moveTo>
                  <a:pt x="122431" y="129039"/>
                </a:moveTo>
                <a:cubicBezTo>
                  <a:pt x="117875" y="129039"/>
                  <a:pt x="114215" y="132743"/>
                  <a:pt x="114215" y="137317"/>
                </a:cubicBezTo>
                <a:cubicBezTo>
                  <a:pt x="114215" y="141887"/>
                  <a:pt x="117875" y="145591"/>
                  <a:pt x="122431" y="145591"/>
                </a:cubicBezTo>
                <a:cubicBezTo>
                  <a:pt x="126950" y="145591"/>
                  <a:pt x="130611" y="141887"/>
                  <a:pt x="130611" y="137317"/>
                </a:cubicBezTo>
                <a:cubicBezTo>
                  <a:pt x="130611" y="132743"/>
                  <a:pt x="126950" y="129039"/>
                  <a:pt x="122431" y="129039"/>
                </a:cubicBezTo>
                <a:close/>
                <a:moveTo>
                  <a:pt x="160491" y="129039"/>
                </a:moveTo>
                <a:cubicBezTo>
                  <a:pt x="155971" y="129039"/>
                  <a:pt x="152273" y="132743"/>
                  <a:pt x="152273" y="137317"/>
                </a:cubicBezTo>
                <a:cubicBezTo>
                  <a:pt x="152273" y="141887"/>
                  <a:pt x="155971" y="145591"/>
                  <a:pt x="160491" y="145591"/>
                </a:cubicBezTo>
                <a:cubicBezTo>
                  <a:pt x="165010" y="145591"/>
                  <a:pt x="168707" y="141887"/>
                  <a:pt x="168707" y="137317"/>
                </a:cubicBezTo>
                <a:cubicBezTo>
                  <a:pt x="168707" y="132743"/>
                  <a:pt x="165010" y="129039"/>
                  <a:pt x="160491" y="129039"/>
                </a:cubicBezTo>
                <a:close/>
                <a:moveTo>
                  <a:pt x="198549" y="129039"/>
                </a:moveTo>
                <a:cubicBezTo>
                  <a:pt x="194030" y="129039"/>
                  <a:pt x="190370" y="132743"/>
                  <a:pt x="190370" y="137317"/>
                </a:cubicBezTo>
                <a:cubicBezTo>
                  <a:pt x="190370" y="141887"/>
                  <a:pt x="194030" y="145591"/>
                  <a:pt x="198549" y="145591"/>
                </a:cubicBezTo>
                <a:cubicBezTo>
                  <a:pt x="203106" y="145591"/>
                  <a:pt x="206766" y="141887"/>
                  <a:pt x="206766" y="137317"/>
                </a:cubicBezTo>
                <a:cubicBezTo>
                  <a:pt x="206766" y="132743"/>
                  <a:pt x="203106" y="129039"/>
                  <a:pt x="198549" y="129039"/>
                </a:cubicBezTo>
                <a:close/>
                <a:moveTo>
                  <a:pt x="236645" y="129039"/>
                </a:moveTo>
                <a:cubicBezTo>
                  <a:pt x="232089" y="129039"/>
                  <a:pt x="228429" y="132743"/>
                  <a:pt x="228429" y="137317"/>
                </a:cubicBezTo>
                <a:cubicBezTo>
                  <a:pt x="228429" y="141887"/>
                  <a:pt x="232089" y="145591"/>
                  <a:pt x="236645" y="145591"/>
                </a:cubicBezTo>
                <a:cubicBezTo>
                  <a:pt x="241165" y="145591"/>
                  <a:pt x="244825" y="141887"/>
                  <a:pt x="244825" y="137317"/>
                </a:cubicBezTo>
                <a:cubicBezTo>
                  <a:pt x="244825" y="132743"/>
                  <a:pt x="241165" y="129039"/>
                  <a:pt x="236645" y="129039"/>
                </a:cubicBezTo>
                <a:close/>
                <a:moveTo>
                  <a:pt x="274705" y="129039"/>
                </a:moveTo>
                <a:cubicBezTo>
                  <a:pt x="270186" y="129039"/>
                  <a:pt x="266525" y="132743"/>
                  <a:pt x="266525" y="137317"/>
                </a:cubicBezTo>
                <a:cubicBezTo>
                  <a:pt x="266525" y="141887"/>
                  <a:pt x="270186" y="145591"/>
                  <a:pt x="274705" y="145591"/>
                </a:cubicBezTo>
                <a:cubicBezTo>
                  <a:pt x="279224" y="145591"/>
                  <a:pt x="282921" y="141887"/>
                  <a:pt x="282921" y="137317"/>
                </a:cubicBezTo>
                <a:cubicBezTo>
                  <a:pt x="282921" y="132743"/>
                  <a:pt x="279224" y="129039"/>
                  <a:pt x="274705" y="129039"/>
                </a:cubicBezTo>
                <a:close/>
                <a:moveTo>
                  <a:pt x="312763" y="129039"/>
                </a:moveTo>
                <a:cubicBezTo>
                  <a:pt x="308244" y="129039"/>
                  <a:pt x="304584" y="132743"/>
                  <a:pt x="304584" y="137317"/>
                </a:cubicBezTo>
                <a:cubicBezTo>
                  <a:pt x="304584" y="141887"/>
                  <a:pt x="308244" y="145591"/>
                  <a:pt x="312763" y="145591"/>
                </a:cubicBezTo>
                <a:cubicBezTo>
                  <a:pt x="317320" y="145591"/>
                  <a:pt x="320981" y="141887"/>
                  <a:pt x="320981" y="137317"/>
                </a:cubicBezTo>
                <a:cubicBezTo>
                  <a:pt x="320981" y="132743"/>
                  <a:pt x="317320" y="129039"/>
                  <a:pt x="312763" y="129039"/>
                </a:cubicBezTo>
                <a:close/>
                <a:moveTo>
                  <a:pt x="350860" y="129039"/>
                </a:moveTo>
                <a:cubicBezTo>
                  <a:pt x="346340" y="129039"/>
                  <a:pt x="342643" y="132743"/>
                  <a:pt x="342643" y="137317"/>
                </a:cubicBezTo>
                <a:cubicBezTo>
                  <a:pt x="342643" y="141887"/>
                  <a:pt x="346340" y="145591"/>
                  <a:pt x="350860" y="145591"/>
                </a:cubicBezTo>
                <a:cubicBezTo>
                  <a:pt x="355379" y="145591"/>
                  <a:pt x="359039" y="141887"/>
                  <a:pt x="359039" y="137317"/>
                </a:cubicBezTo>
                <a:cubicBezTo>
                  <a:pt x="359039" y="132743"/>
                  <a:pt x="355379" y="129039"/>
                  <a:pt x="350860" y="129039"/>
                </a:cubicBezTo>
                <a:close/>
                <a:moveTo>
                  <a:pt x="388919" y="129039"/>
                </a:moveTo>
                <a:cubicBezTo>
                  <a:pt x="384400" y="129039"/>
                  <a:pt x="380740" y="132743"/>
                  <a:pt x="380740" y="137317"/>
                </a:cubicBezTo>
                <a:cubicBezTo>
                  <a:pt x="380740" y="141887"/>
                  <a:pt x="384400" y="145591"/>
                  <a:pt x="388919" y="145591"/>
                </a:cubicBezTo>
                <a:cubicBezTo>
                  <a:pt x="393438" y="145591"/>
                  <a:pt x="397136" y="141887"/>
                  <a:pt x="397136" y="137317"/>
                </a:cubicBezTo>
                <a:cubicBezTo>
                  <a:pt x="397136" y="132743"/>
                  <a:pt x="393438" y="129039"/>
                  <a:pt x="388919" y="129039"/>
                </a:cubicBezTo>
                <a:close/>
                <a:moveTo>
                  <a:pt x="427015" y="129039"/>
                </a:moveTo>
                <a:cubicBezTo>
                  <a:pt x="422458" y="129039"/>
                  <a:pt x="418798" y="132743"/>
                  <a:pt x="418798" y="137317"/>
                </a:cubicBezTo>
                <a:cubicBezTo>
                  <a:pt x="418798" y="141887"/>
                  <a:pt x="422458" y="145591"/>
                  <a:pt x="427015" y="145591"/>
                </a:cubicBezTo>
                <a:cubicBezTo>
                  <a:pt x="431535" y="145591"/>
                  <a:pt x="435195" y="141887"/>
                  <a:pt x="435195" y="137317"/>
                </a:cubicBezTo>
                <a:cubicBezTo>
                  <a:pt x="435195" y="132743"/>
                  <a:pt x="431535" y="129039"/>
                  <a:pt x="427015" y="129039"/>
                </a:cubicBezTo>
                <a:close/>
                <a:moveTo>
                  <a:pt x="465074" y="129039"/>
                </a:moveTo>
                <a:cubicBezTo>
                  <a:pt x="460555" y="129039"/>
                  <a:pt x="456858" y="132743"/>
                  <a:pt x="456858" y="137317"/>
                </a:cubicBezTo>
                <a:cubicBezTo>
                  <a:pt x="456858" y="141887"/>
                  <a:pt x="460555" y="145591"/>
                  <a:pt x="465074" y="145591"/>
                </a:cubicBezTo>
                <a:cubicBezTo>
                  <a:pt x="469593" y="145591"/>
                  <a:pt x="473254" y="141887"/>
                  <a:pt x="473254" y="137317"/>
                </a:cubicBezTo>
                <a:cubicBezTo>
                  <a:pt x="473254" y="132743"/>
                  <a:pt x="469593" y="129039"/>
                  <a:pt x="465074" y="129039"/>
                </a:cubicBezTo>
                <a:close/>
                <a:moveTo>
                  <a:pt x="503133" y="129039"/>
                </a:moveTo>
                <a:cubicBezTo>
                  <a:pt x="498614" y="129039"/>
                  <a:pt x="494954" y="132743"/>
                  <a:pt x="494954" y="137317"/>
                </a:cubicBezTo>
                <a:cubicBezTo>
                  <a:pt x="494954" y="141887"/>
                  <a:pt x="498614" y="145591"/>
                  <a:pt x="503133" y="145591"/>
                </a:cubicBezTo>
                <a:cubicBezTo>
                  <a:pt x="507690" y="145591"/>
                  <a:pt x="511350" y="141887"/>
                  <a:pt x="511350" y="137317"/>
                </a:cubicBezTo>
                <a:cubicBezTo>
                  <a:pt x="511350" y="132743"/>
                  <a:pt x="507690" y="129039"/>
                  <a:pt x="503133" y="129039"/>
                </a:cubicBezTo>
                <a:close/>
                <a:moveTo>
                  <a:pt x="541230" y="129039"/>
                </a:moveTo>
                <a:cubicBezTo>
                  <a:pt x="536673" y="129039"/>
                  <a:pt x="533013" y="132743"/>
                  <a:pt x="533013" y="137317"/>
                </a:cubicBezTo>
                <a:cubicBezTo>
                  <a:pt x="533013" y="141887"/>
                  <a:pt x="536673" y="145591"/>
                  <a:pt x="541230" y="145591"/>
                </a:cubicBezTo>
                <a:cubicBezTo>
                  <a:pt x="545749" y="145591"/>
                  <a:pt x="549409" y="141887"/>
                  <a:pt x="549409" y="137317"/>
                </a:cubicBezTo>
                <a:cubicBezTo>
                  <a:pt x="549409" y="132743"/>
                  <a:pt x="545749" y="129039"/>
                  <a:pt x="541230" y="129039"/>
                </a:cubicBezTo>
                <a:close/>
                <a:moveTo>
                  <a:pt x="579289" y="129039"/>
                </a:moveTo>
                <a:cubicBezTo>
                  <a:pt x="574769" y="129039"/>
                  <a:pt x="571072" y="132743"/>
                  <a:pt x="571072" y="137317"/>
                </a:cubicBezTo>
                <a:cubicBezTo>
                  <a:pt x="571072" y="141887"/>
                  <a:pt x="574769" y="145591"/>
                  <a:pt x="579289" y="145591"/>
                </a:cubicBezTo>
                <a:cubicBezTo>
                  <a:pt x="583808" y="145591"/>
                  <a:pt x="587506" y="141887"/>
                  <a:pt x="587506" y="137317"/>
                </a:cubicBezTo>
                <a:cubicBezTo>
                  <a:pt x="587506" y="132743"/>
                  <a:pt x="583808" y="129039"/>
                  <a:pt x="579289" y="129039"/>
                </a:cubicBezTo>
                <a:close/>
                <a:moveTo>
                  <a:pt x="617348" y="129039"/>
                </a:moveTo>
                <a:cubicBezTo>
                  <a:pt x="612828" y="129039"/>
                  <a:pt x="609168" y="132743"/>
                  <a:pt x="609168" y="137317"/>
                </a:cubicBezTo>
                <a:cubicBezTo>
                  <a:pt x="609168" y="141887"/>
                  <a:pt x="612828" y="145591"/>
                  <a:pt x="617348" y="145591"/>
                </a:cubicBezTo>
                <a:cubicBezTo>
                  <a:pt x="621904" y="145591"/>
                  <a:pt x="625564" y="141887"/>
                  <a:pt x="625564" y="137317"/>
                </a:cubicBezTo>
                <a:cubicBezTo>
                  <a:pt x="625564" y="132743"/>
                  <a:pt x="621904" y="129039"/>
                  <a:pt x="617348" y="129039"/>
                </a:cubicBezTo>
                <a:close/>
                <a:moveTo>
                  <a:pt x="655444" y="129039"/>
                </a:moveTo>
                <a:cubicBezTo>
                  <a:pt x="650887" y="129039"/>
                  <a:pt x="647227" y="132743"/>
                  <a:pt x="647227" y="137317"/>
                </a:cubicBezTo>
                <a:cubicBezTo>
                  <a:pt x="647227" y="141887"/>
                  <a:pt x="650887" y="145591"/>
                  <a:pt x="655444" y="145591"/>
                </a:cubicBezTo>
                <a:cubicBezTo>
                  <a:pt x="659963" y="145591"/>
                  <a:pt x="663624" y="141887"/>
                  <a:pt x="663624" y="137317"/>
                </a:cubicBezTo>
                <a:cubicBezTo>
                  <a:pt x="663624" y="132743"/>
                  <a:pt x="659963" y="129039"/>
                  <a:pt x="655444" y="129039"/>
                </a:cubicBezTo>
                <a:close/>
                <a:moveTo>
                  <a:pt x="693503" y="129039"/>
                </a:moveTo>
                <a:cubicBezTo>
                  <a:pt x="688984" y="129039"/>
                  <a:pt x="685286" y="132743"/>
                  <a:pt x="685286" y="137317"/>
                </a:cubicBezTo>
                <a:cubicBezTo>
                  <a:pt x="685286" y="141887"/>
                  <a:pt x="688984" y="145591"/>
                  <a:pt x="693503" y="145591"/>
                </a:cubicBezTo>
                <a:cubicBezTo>
                  <a:pt x="698022" y="145591"/>
                  <a:pt x="701720" y="141887"/>
                  <a:pt x="701720" y="137317"/>
                </a:cubicBezTo>
                <a:cubicBezTo>
                  <a:pt x="701720" y="132743"/>
                  <a:pt x="698022" y="129039"/>
                  <a:pt x="693503" y="129039"/>
                </a:cubicBezTo>
                <a:close/>
                <a:moveTo>
                  <a:pt x="731562" y="129039"/>
                </a:moveTo>
                <a:cubicBezTo>
                  <a:pt x="727043" y="129039"/>
                  <a:pt x="723382" y="132743"/>
                  <a:pt x="723382" y="137317"/>
                </a:cubicBezTo>
                <a:cubicBezTo>
                  <a:pt x="723382" y="141887"/>
                  <a:pt x="727043" y="145591"/>
                  <a:pt x="731562" y="145591"/>
                </a:cubicBezTo>
                <a:cubicBezTo>
                  <a:pt x="736119" y="145591"/>
                  <a:pt x="739779" y="141887"/>
                  <a:pt x="739779" y="137317"/>
                </a:cubicBezTo>
                <a:cubicBezTo>
                  <a:pt x="739779" y="132743"/>
                  <a:pt x="736119" y="129039"/>
                  <a:pt x="731562" y="129039"/>
                </a:cubicBezTo>
                <a:close/>
                <a:moveTo>
                  <a:pt x="769658" y="129039"/>
                </a:moveTo>
                <a:cubicBezTo>
                  <a:pt x="765102" y="129039"/>
                  <a:pt x="761441" y="132743"/>
                  <a:pt x="761441" y="137317"/>
                </a:cubicBezTo>
                <a:cubicBezTo>
                  <a:pt x="761441" y="141887"/>
                  <a:pt x="765102" y="145591"/>
                  <a:pt x="769658" y="145591"/>
                </a:cubicBezTo>
                <a:cubicBezTo>
                  <a:pt x="774177" y="145591"/>
                  <a:pt x="777838" y="141887"/>
                  <a:pt x="777838" y="137317"/>
                </a:cubicBezTo>
                <a:cubicBezTo>
                  <a:pt x="777838" y="132743"/>
                  <a:pt x="774177" y="129039"/>
                  <a:pt x="769658" y="129039"/>
                </a:cubicBezTo>
                <a:close/>
                <a:moveTo>
                  <a:pt x="807717" y="129039"/>
                </a:moveTo>
                <a:cubicBezTo>
                  <a:pt x="803198" y="129039"/>
                  <a:pt x="799538" y="132743"/>
                  <a:pt x="799538" y="137317"/>
                </a:cubicBezTo>
                <a:cubicBezTo>
                  <a:pt x="799538" y="141887"/>
                  <a:pt x="803198" y="145591"/>
                  <a:pt x="807717" y="145591"/>
                </a:cubicBezTo>
                <a:cubicBezTo>
                  <a:pt x="812237" y="145591"/>
                  <a:pt x="815934" y="141887"/>
                  <a:pt x="815934" y="137317"/>
                </a:cubicBezTo>
                <a:cubicBezTo>
                  <a:pt x="815934" y="132743"/>
                  <a:pt x="812237" y="129039"/>
                  <a:pt x="807717" y="129039"/>
                </a:cubicBezTo>
                <a:close/>
                <a:moveTo>
                  <a:pt x="845776" y="129039"/>
                </a:moveTo>
                <a:cubicBezTo>
                  <a:pt x="841257" y="129039"/>
                  <a:pt x="837597" y="132743"/>
                  <a:pt x="837597" y="137317"/>
                </a:cubicBezTo>
                <a:cubicBezTo>
                  <a:pt x="837597" y="141887"/>
                  <a:pt x="841257" y="145591"/>
                  <a:pt x="845776" y="145591"/>
                </a:cubicBezTo>
                <a:cubicBezTo>
                  <a:pt x="850333" y="145591"/>
                  <a:pt x="853993" y="141887"/>
                  <a:pt x="853993" y="137317"/>
                </a:cubicBezTo>
                <a:cubicBezTo>
                  <a:pt x="853993" y="132743"/>
                  <a:pt x="850333" y="129039"/>
                  <a:pt x="845776" y="129039"/>
                </a:cubicBezTo>
                <a:close/>
                <a:moveTo>
                  <a:pt x="883873" y="129039"/>
                </a:moveTo>
                <a:cubicBezTo>
                  <a:pt x="879353" y="129039"/>
                  <a:pt x="875656" y="132743"/>
                  <a:pt x="875656" y="137317"/>
                </a:cubicBezTo>
                <a:cubicBezTo>
                  <a:pt x="875656" y="141887"/>
                  <a:pt x="879353" y="145591"/>
                  <a:pt x="883873" y="145591"/>
                </a:cubicBezTo>
                <a:cubicBezTo>
                  <a:pt x="888392" y="145591"/>
                  <a:pt x="892052" y="141887"/>
                  <a:pt x="892052" y="137317"/>
                </a:cubicBezTo>
                <a:cubicBezTo>
                  <a:pt x="892052" y="132743"/>
                  <a:pt x="888392" y="129039"/>
                  <a:pt x="883873" y="129039"/>
                </a:cubicBezTo>
                <a:close/>
                <a:moveTo>
                  <a:pt x="921932" y="129039"/>
                </a:moveTo>
                <a:cubicBezTo>
                  <a:pt x="917412" y="129039"/>
                  <a:pt x="913752" y="132743"/>
                  <a:pt x="913752" y="137317"/>
                </a:cubicBezTo>
                <a:cubicBezTo>
                  <a:pt x="913752" y="141887"/>
                  <a:pt x="917412" y="145591"/>
                  <a:pt x="921932" y="145591"/>
                </a:cubicBezTo>
                <a:cubicBezTo>
                  <a:pt x="926451" y="145591"/>
                  <a:pt x="930148" y="141887"/>
                  <a:pt x="930148" y="137317"/>
                </a:cubicBezTo>
                <a:cubicBezTo>
                  <a:pt x="930148" y="132743"/>
                  <a:pt x="926451" y="129039"/>
                  <a:pt x="921932" y="129039"/>
                </a:cubicBezTo>
                <a:close/>
                <a:moveTo>
                  <a:pt x="960028" y="129039"/>
                </a:moveTo>
                <a:cubicBezTo>
                  <a:pt x="955471" y="129039"/>
                  <a:pt x="951811" y="132743"/>
                  <a:pt x="951811" y="137317"/>
                </a:cubicBezTo>
                <a:cubicBezTo>
                  <a:pt x="951811" y="141887"/>
                  <a:pt x="955471" y="145591"/>
                  <a:pt x="960028" y="145591"/>
                </a:cubicBezTo>
                <a:cubicBezTo>
                  <a:pt x="964547" y="145591"/>
                  <a:pt x="968207" y="141887"/>
                  <a:pt x="968207" y="137317"/>
                </a:cubicBezTo>
                <a:cubicBezTo>
                  <a:pt x="968207" y="132743"/>
                  <a:pt x="964547" y="129039"/>
                  <a:pt x="960028" y="129039"/>
                </a:cubicBezTo>
                <a:close/>
                <a:moveTo>
                  <a:pt x="8217" y="172373"/>
                </a:moveTo>
                <a:cubicBezTo>
                  <a:pt x="3660" y="172373"/>
                  <a:pt x="0" y="176077"/>
                  <a:pt x="0" y="180651"/>
                </a:cubicBezTo>
                <a:cubicBezTo>
                  <a:pt x="0" y="185221"/>
                  <a:pt x="3660" y="188925"/>
                  <a:pt x="8217" y="188925"/>
                </a:cubicBezTo>
                <a:cubicBezTo>
                  <a:pt x="12736" y="188925"/>
                  <a:pt x="16396" y="185221"/>
                  <a:pt x="16396" y="180651"/>
                </a:cubicBezTo>
                <a:cubicBezTo>
                  <a:pt x="16396" y="176077"/>
                  <a:pt x="12736" y="172373"/>
                  <a:pt x="8217" y="172373"/>
                </a:cubicBezTo>
                <a:close/>
                <a:moveTo>
                  <a:pt x="46276" y="172373"/>
                </a:moveTo>
                <a:cubicBezTo>
                  <a:pt x="41757" y="172373"/>
                  <a:pt x="38059" y="176077"/>
                  <a:pt x="38059" y="180651"/>
                </a:cubicBezTo>
                <a:cubicBezTo>
                  <a:pt x="38059" y="185221"/>
                  <a:pt x="41757" y="188925"/>
                  <a:pt x="46276" y="188925"/>
                </a:cubicBezTo>
                <a:cubicBezTo>
                  <a:pt x="50795" y="188925"/>
                  <a:pt x="54493" y="185221"/>
                  <a:pt x="54493" y="180651"/>
                </a:cubicBezTo>
                <a:cubicBezTo>
                  <a:pt x="54493" y="176077"/>
                  <a:pt x="50795" y="172373"/>
                  <a:pt x="46276" y="172373"/>
                </a:cubicBezTo>
                <a:close/>
                <a:moveTo>
                  <a:pt x="84335" y="172373"/>
                </a:moveTo>
                <a:cubicBezTo>
                  <a:pt x="79816" y="172373"/>
                  <a:pt x="76155" y="176077"/>
                  <a:pt x="76155" y="180651"/>
                </a:cubicBezTo>
                <a:cubicBezTo>
                  <a:pt x="76155" y="185221"/>
                  <a:pt x="79816" y="188925"/>
                  <a:pt x="84335" y="188925"/>
                </a:cubicBezTo>
                <a:cubicBezTo>
                  <a:pt x="88892" y="188925"/>
                  <a:pt x="92552" y="185221"/>
                  <a:pt x="92552" y="180651"/>
                </a:cubicBezTo>
                <a:cubicBezTo>
                  <a:pt x="92552" y="176077"/>
                  <a:pt x="88892" y="172373"/>
                  <a:pt x="84335" y="172373"/>
                </a:cubicBezTo>
                <a:close/>
                <a:moveTo>
                  <a:pt x="122431" y="172373"/>
                </a:moveTo>
                <a:cubicBezTo>
                  <a:pt x="117875" y="172373"/>
                  <a:pt x="114215" y="176077"/>
                  <a:pt x="114215" y="180651"/>
                </a:cubicBezTo>
                <a:cubicBezTo>
                  <a:pt x="114215" y="185221"/>
                  <a:pt x="117875" y="188925"/>
                  <a:pt x="122431" y="188925"/>
                </a:cubicBezTo>
                <a:cubicBezTo>
                  <a:pt x="126950" y="188925"/>
                  <a:pt x="130611" y="185221"/>
                  <a:pt x="130611" y="180651"/>
                </a:cubicBezTo>
                <a:cubicBezTo>
                  <a:pt x="130611" y="176077"/>
                  <a:pt x="126950" y="172373"/>
                  <a:pt x="122431" y="172373"/>
                </a:cubicBezTo>
                <a:close/>
                <a:moveTo>
                  <a:pt x="160491" y="172373"/>
                </a:moveTo>
                <a:cubicBezTo>
                  <a:pt x="155971" y="172373"/>
                  <a:pt x="152273" y="176077"/>
                  <a:pt x="152273" y="180651"/>
                </a:cubicBezTo>
                <a:cubicBezTo>
                  <a:pt x="152273" y="185221"/>
                  <a:pt x="155971" y="188925"/>
                  <a:pt x="160491" y="188925"/>
                </a:cubicBezTo>
                <a:cubicBezTo>
                  <a:pt x="165010" y="188925"/>
                  <a:pt x="168707" y="185221"/>
                  <a:pt x="168707" y="180651"/>
                </a:cubicBezTo>
                <a:cubicBezTo>
                  <a:pt x="168707" y="176077"/>
                  <a:pt x="165010" y="172373"/>
                  <a:pt x="160491" y="172373"/>
                </a:cubicBezTo>
                <a:close/>
                <a:moveTo>
                  <a:pt x="198549" y="172373"/>
                </a:moveTo>
                <a:cubicBezTo>
                  <a:pt x="194030" y="172373"/>
                  <a:pt x="190370" y="176077"/>
                  <a:pt x="190370" y="180651"/>
                </a:cubicBezTo>
                <a:cubicBezTo>
                  <a:pt x="190370" y="185221"/>
                  <a:pt x="194030" y="188925"/>
                  <a:pt x="198549" y="188925"/>
                </a:cubicBezTo>
                <a:cubicBezTo>
                  <a:pt x="203106" y="188925"/>
                  <a:pt x="206766" y="185221"/>
                  <a:pt x="206766" y="180651"/>
                </a:cubicBezTo>
                <a:cubicBezTo>
                  <a:pt x="206766" y="176077"/>
                  <a:pt x="203106" y="172373"/>
                  <a:pt x="198549" y="172373"/>
                </a:cubicBezTo>
                <a:close/>
                <a:moveTo>
                  <a:pt x="236645" y="172373"/>
                </a:moveTo>
                <a:cubicBezTo>
                  <a:pt x="232089" y="172373"/>
                  <a:pt x="228429" y="176077"/>
                  <a:pt x="228429" y="180651"/>
                </a:cubicBezTo>
                <a:cubicBezTo>
                  <a:pt x="228429" y="185221"/>
                  <a:pt x="232089" y="188925"/>
                  <a:pt x="236645" y="188925"/>
                </a:cubicBezTo>
                <a:cubicBezTo>
                  <a:pt x="241165" y="188925"/>
                  <a:pt x="244825" y="185221"/>
                  <a:pt x="244825" y="180651"/>
                </a:cubicBezTo>
                <a:cubicBezTo>
                  <a:pt x="244825" y="176077"/>
                  <a:pt x="241165" y="172373"/>
                  <a:pt x="236645" y="172373"/>
                </a:cubicBezTo>
                <a:close/>
                <a:moveTo>
                  <a:pt x="274705" y="172373"/>
                </a:moveTo>
                <a:cubicBezTo>
                  <a:pt x="270186" y="172373"/>
                  <a:pt x="266525" y="176077"/>
                  <a:pt x="266525" y="180651"/>
                </a:cubicBezTo>
                <a:cubicBezTo>
                  <a:pt x="266525" y="185221"/>
                  <a:pt x="270186" y="188925"/>
                  <a:pt x="274705" y="188925"/>
                </a:cubicBezTo>
                <a:cubicBezTo>
                  <a:pt x="279224" y="188925"/>
                  <a:pt x="282921" y="185221"/>
                  <a:pt x="282921" y="180651"/>
                </a:cubicBezTo>
                <a:cubicBezTo>
                  <a:pt x="282921" y="176077"/>
                  <a:pt x="279224" y="172373"/>
                  <a:pt x="274705" y="172373"/>
                </a:cubicBezTo>
                <a:close/>
                <a:moveTo>
                  <a:pt x="312763" y="172373"/>
                </a:moveTo>
                <a:cubicBezTo>
                  <a:pt x="308244" y="172373"/>
                  <a:pt x="304584" y="176077"/>
                  <a:pt x="304584" y="180651"/>
                </a:cubicBezTo>
                <a:cubicBezTo>
                  <a:pt x="304584" y="185221"/>
                  <a:pt x="308244" y="188925"/>
                  <a:pt x="312763" y="188925"/>
                </a:cubicBezTo>
                <a:cubicBezTo>
                  <a:pt x="317320" y="188925"/>
                  <a:pt x="320981" y="185221"/>
                  <a:pt x="320981" y="180651"/>
                </a:cubicBezTo>
                <a:cubicBezTo>
                  <a:pt x="320981" y="176077"/>
                  <a:pt x="317320" y="172373"/>
                  <a:pt x="312763" y="172373"/>
                </a:cubicBezTo>
                <a:close/>
                <a:moveTo>
                  <a:pt x="350860" y="172373"/>
                </a:moveTo>
                <a:cubicBezTo>
                  <a:pt x="346340" y="172373"/>
                  <a:pt x="342643" y="176077"/>
                  <a:pt x="342643" y="180651"/>
                </a:cubicBezTo>
                <a:cubicBezTo>
                  <a:pt x="342643" y="185221"/>
                  <a:pt x="346340" y="188925"/>
                  <a:pt x="350860" y="188925"/>
                </a:cubicBezTo>
                <a:cubicBezTo>
                  <a:pt x="355379" y="188925"/>
                  <a:pt x="359039" y="185221"/>
                  <a:pt x="359039" y="180651"/>
                </a:cubicBezTo>
                <a:cubicBezTo>
                  <a:pt x="359039" y="176077"/>
                  <a:pt x="355379" y="172373"/>
                  <a:pt x="350860" y="172373"/>
                </a:cubicBezTo>
                <a:close/>
                <a:moveTo>
                  <a:pt x="388919" y="172373"/>
                </a:moveTo>
                <a:cubicBezTo>
                  <a:pt x="384400" y="172373"/>
                  <a:pt x="380740" y="176077"/>
                  <a:pt x="380740" y="180651"/>
                </a:cubicBezTo>
                <a:cubicBezTo>
                  <a:pt x="380740" y="185221"/>
                  <a:pt x="384400" y="188925"/>
                  <a:pt x="388919" y="188925"/>
                </a:cubicBezTo>
                <a:cubicBezTo>
                  <a:pt x="393438" y="188925"/>
                  <a:pt x="397136" y="185221"/>
                  <a:pt x="397136" y="180651"/>
                </a:cubicBezTo>
                <a:cubicBezTo>
                  <a:pt x="397136" y="176077"/>
                  <a:pt x="393438" y="172373"/>
                  <a:pt x="388919" y="172373"/>
                </a:cubicBezTo>
                <a:close/>
                <a:moveTo>
                  <a:pt x="427015" y="172373"/>
                </a:moveTo>
                <a:cubicBezTo>
                  <a:pt x="422458" y="172373"/>
                  <a:pt x="418798" y="176077"/>
                  <a:pt x="418798" y="180651"/>
                </a:cubicBezTo>
                <a:cubicBezTo>
                  <a:pt x="418798" y="185221"/>
                  <a:pt x="422458" y="188925"/>
                  <a:pt x="427015" y="188925"/>
                </a:cubicBezTo>
                <a:cubicBezTo>
                  <a:pt x="431535" y="188925"/>
                  <a:pt x="435195" y="185221"/>
                  <a:pt x="435195" y="180651"/>
                </a:cubicBezTo>
                <a:cubicBezTo>
                  <a:pt x="435195" y="176077"/>
                  <a:pt x="431535" y="172373"/>
                  <a:pt x="427015" y="172373"/>
                </a:cubicBezTo>
                <a:close/>
                <a:moveTo>
                  <a:pt x="465074" y="172373"/>
                </a:moveTo>
                <a:cubicBezTo>
                  <a:pt x="460555" y="172373"/>
                  <a:pt x="456858" y="176077"/>
                  <a:pt x="456858" y="180651"/>
                </a:cubicBezTo>
                <a:cubicBezTo>
                  <a:pt x="456858" y="185221"/>
                  <a:pt x="460555" y="188925"/>
                  <a:pt x="465074" y="188925"/>
                </a:cubicBezTo>
                <a:cubicBezTo>
                  <a:pt x="469593" y="188925"/>
                  <a:pt x="473254" y="185221"/>
                  <a:pt x="473254" y="180651"/>
                </a:cubicBezTo>
                <a:cubicBezTo>
                  <a:pt x="473254" y="176077"/>
                  <a:pt x="469593" y="172373"/>
                  <a:pt x="465074" y="172373"/>
                </a:cubicBezTo>
                <a:close/>
                <a:moveTo>
                  <a:pt x="503133" y="172373"/>
                </a:moveTo>
                <a:cubicBezTo>
                  <a:pt x="498614" y="172373"/>
                  <a:pt x="494954" y="176077"/>
                  <a:pt x="494954" y="180651"/>
                </a:cubicBezTo>
                <a:cubicBezTo>
                  <a:pt x="494954" y="185221"/>
                  <a:pt x="498614" y="188925"/>
                  <a:pt x="503133" y="188925"/>
                </a:cubicBezTo>
                <a:cubicBezTo>
                  <a:pt x="507690" y="188925"/>
                  <a:pt x="511350" y="185221"/>
                  <a:pt x="511350" y="180651"/>
                </a:cubicBezTo>
                <a:cubicBezTo>
                  <a:pt x="511350" y="176077"/>
                  <a:pt x="507690" y="172373"/>
                  <a:pt x="503133" y="172373"/>
                </a:cubicBezTo>
                <a:close/>
                <a:moveTo>
                  <a:pt x="541230" y="172373"/>
                </a:moveTo>
                <a:cubicBezTo>
                  <a:pt x="536673" y="172373"/>
                  <a:pt x="533013" y="176077"/>
                  <a:pt x="533013" y="180651"/>
                </a:cubicBezTo>
                <a:cubicBezTo>
                  <a:pt x="533013" y="185221"/>
                  <a:pt x="536673" y="188925"/>
                  <a:pt x="541230" y="188925"/>
                </a:cubicBezTo>
                <a:cubicBezTo>
                  <a:pt x="545749" y="188925"/>
                  <a:pt x="549409" y="185221"/>
                  <a:pt x="549409" y="180651"/>
                </a:cubicBezTo>
                <a:cubicBezTo>
                  <a:pt x="549409" y="176077"/>
                  <a:pt x="545749" y="172373"/>
                  <a:pt x="541230" y="172373"/>
                </a:cubicBezTo>
                <a:close/>
                <a:moveTo>
                  <a:pt x="579289" y="172373"/>
                </a:moveTo>
                <a:cubicBezTo>
                  <a:pt x="574769" y="172373"/>
                  <a:pt x="571072" y="176077"/>
                  <a:pt x="571072" y="180651"/>
                </a:cubicBezTo>
                <a:cubicBezTo>
                  <a:pt x="571072" y="185221"/>
                  <a:pt x="574769" y="188925"/>
                  <a:pt x="579289" y="188925"/>
                </a:cubicBezTo>
                <a:cubicBezTo>
                  <a:pt x="583808" y="188925"/>
                  <a:pt x="587506" y="185221"/>
                  <a:pt x="587506" y="180651"/>
                </a:cubicBezTo>
                <a:cubicBezTo>
                  <a:pt x="587506" y="176077"/>
                  <a:pt x="583808" y="172373"/>
                  <a:pt x="579289" y="172373"/>
                </a:cubicBezTo>
                <a:close/>
                <a:moveTo>
                  <a:pt x="617348" y="172373"/>
                </a:moveTo>
                <a:cubicBezTo>
                  <a:pt x="612828" y="172373"/>
                  <a:pt x="609168" y="176077"/>
                  <a:pt x="609168" y="180651"/>
                </a:cubicBezTo>
                <a:cubicBezTo>
                  <a:pt x="609168" y="185221"/>
                  <a:pt x="612828" y="188925"/>
                  <a:pt x="617348" y="188925"/>
                </a:cubicBezTo>
                <a:cubicBezTo>
                  <a:pt x="621904" y="188925"/>
                  <a:pt x="625564" y="185221"/>
                  <a:pt x="625564" y="180651"/>
                </a:cubicBezTo>
                <a:cubicBezTo>
                  <a:pt x="625564" y="176077"/>
                  <a:pt x="621904" y="172373"/>
                  <a:pt x="617348" y="172373"/>
                </a:cubicBezTo>
                <a:close/>
                <a:moveTo>
                  <a:pt x="655444" y="172373"/>
                </a:moveTo>
                <a:cubicBezTo>
                  <a:pt x="650887" y="172373"/>
                  <a:pt x="647227" y="176077"/>
                  <a:pt x="647227" y="180651"/>
                </a:cubicBezTo>
                <a:cubicBezTo>
                  <a:pt x="647227" y="185221"/>
                  <a:pt x="650887" y="188925"/>
                  <a:pt x="655444" y="188925"/>
                </a:cubicBezTo>
                <a:cubicBezTo>
                  <a:pt x="659963" y="188925"/>
                  <a:pt x="663624" y="185221"/>
                  <a:pt x="663624" y="180651"/>
                </a:cubicBezTo>
                <a:cubicBezTo>
                  <a:pt x="663624" y="176077"/>
                  <a:pt x="659963" y="172373"/>
                  <a:pt x="655444" y="172373"/>
                </a:cubicBezTo>
                <a:close/>
                <a:moveTo>
                  <a:pt x="693503" y="172373"/>
                </a:moveTo>
                <a:cubicBezTo>
                  <a:pt x="688984" y="172373"/>
                  <a:pt x="685286" y="176077"/>
                  <a:pt x="685286" y="180651"/>
                </a:cubicBezTo>
                <a:cubicBezTo>
                  <a:pt x="685286" y="185221"/>
                  <a:pt x="688984" y="188925"/>
                  <a:pt x="693503" y="188925"/>
                </a:cubicBezTo>
                <a:cubicBezTo>
                  <a:pt x="698022" y="188925"/>
                  <a:pt x="701720" y="185221"/>
                  <a:pt x="701720" y="180651"/>
                </a:cubicBezTo>
                <a:cubicBezTo>
                  <a:pt x="701720" y="176077"/>
                  <a:pt x="698022" y="172373"/>
                  <a:pt x="693503" y="172373"/>
                </a:cubicBezTo>
                <a:close/>
                <a:moveTo>
                  <a:pt x="731562" y="172373"/>
                </a:moveTo>
                <a:cubicBezTo>
                  <a:pt x="727043" y="172373"/>
                  <a:pt x="723382" y="176077"/>
                  <a:pt x="723382" y="180651"/>
                </a:cubicBezTo>
                <a:cubicBezTo>
                  <a:pt x="723382" y="185221"/>
                  <a:pt x="727043" y="188925"/>
                  <a:pt x="731562" y="188925"/>
                </a:cubicBezTo>
                <a:cubicBezTo>
                  <a:pt x="736119" y="188925"/>
                  <a:pt x="739779" y="185221"/>
                  <a:pt x="739779" y="180651"/>
                </a:cubicBezTo>
                <a:cubicBezTo>
                  <a:pt x="739779" y="176077"/>
                  <a:pt x="736119" y="172373"/>
                  <a:pt x="731562" y="172373"/>
                </a:cubicBezTo>
                <a:close/>
                <a:moveTo>
                  <a:pt x="769658" y="172373"/>
                </a:moveTo>
                <a:cubicBezTo>
                  <a:pt x="765102" y="172373"/>
                  <a:pt x="761441" y="176077"/>
                  <a:pt x="761441" y="180651"/>
                </a:cubicBezTo>
                <a:cubicBezTo>
                  <a:pt x="761441" y="185221"/>
                  <a:pt x="765102" y="188925"/>
                  <a:pt x="769658" y="188925"/>
                </a:cubicBezTo>
                <a:cubicBezTo>
                  <a:pt x="774177" y="188925"/>
                  <a:pt x="777838" y="185221"/>
                  <a:pt x="777838" y="180651"/>
                </a:cubicBezTo>
                <a:cubicBezTo>
                  <a:pt x="777838" y="176077"/>
                  <a:pt x="774177" y="172373"/>
                  <a:pt x="769658" y="172373"/>
                </a:cubicBezTo>
                <a:close/>
                <a:moveTo>
                  <a:pt x="807717" y="172373"/>
                </a:moveTo>
                <a:cubicBezTo>
                  <a:pt x="803198" y="172373"/>
                  <a:pt x="799538" y="176077"/>
                  <a:pt x="799538" y="180651"/>
                </a:cubicBezTo>
                <a:cubicBezTo>
                  <a:pt x="799538" y="185221"/>
                  <a:pt x="803198" y="188925"/>
                  <a:pt x="807717" y="188925"/>
                </a:cubicBezTo>
                <a:cubicBezTo>
                  <a:pt x="812237" y="188925"/>
                  <a:pt x="815934" y="185221"/>
                  <a:pt x="815934" y="180651"/>
                </a:cubicBezTo>
                <a:cubicBezTo>
                  <a:pt x="815934" y="176077"/>
                  <a:pt x="812237" y="172373"/>
                  <a:pt x="807717" y="172373"/>
                </a:cubicBezTo>
                <a:close/>
                <a:moveTo>
                  <a:pt x="845776" y="172373"/>
                </a:moveTo>
                <a:cubicBezTo>
                  <a:pt x="841257" y="172373"/>
                  <a:pt x="837597" y="176077"/>
                  <a:pt x="837597" y="180651"/>
                </a:cubicBezTo>
                <a:cubicBezTo>
                  <a:pt x="837597" y="185221"/>
                  <a:pt x="841257" y="188925"/>
                  <a:pt x="845776" y="188925"/>
                </a:cubicBezTo>
                <a:cubicBezTo>
                  <a:pt x="850333" y="188925"/>
                  <a:pt x="853993" y="185221"/>
                  <a:pt x="853993" y="180651"/>
                </a:cubicBezTo>
                <a:cubicBezTo>
                  <a:pt x="853993" y="176077"/>
                  <a:pt x="850333" y="172373"/>
                  <a:pt x="845776" y="172373"/>
                </a:cubicBezTo>
                <a:close/>
                <a:moveTo>
                  <a:pt x="883873" y="172373"/>
                </a:moveTo>
                <a:cubicBezTo>
                  <a:pt x="879353" y="172373"/>
                  <a:pt x="875656" y="176077"/>
                  <a:pt x="875656" y="180651"/>
                </a:cubicBezTo>
                <a:cubicBezTo>
                  <a:pt x="875656" y="185221"/>
                  <a:pt x="879353" y="188925"/>
                  <a:pt x="883873" y="188925"/>
                </a:cubicBezTo>
                <a:cubicBezTo>
                  <a:pt x="888392" y="188925"/>
                  <a:pt x="892052" y="185221"/>
                  <a:pt x="892052" y="180651"/>
                </a:cubicBezTo>
                <a:cubicBezTo>
                  <a:pt x="892052" y="176077"/>
                  <a:pt x="888392" y="172373"/>
                  <a:pt x="883873" y="172373"/>
                </a:cubicBezTo>
                <a:close/>
                <a:moveTo>
                  <a:pt x="921932" y="172373"/>
                </a:moveTo>
                <a:cubicBezTo>
                  <a:pt x="917412" y="172373"/>
                  <a:pt x="913752" y="176077"/>
                  <a:pt x="913752" y="180651"/>
                </a:cubicBezTo>
                <a:cubicBezTo>
                  <a:pt x="913752" y="185221"/>
                  <a:pt x="917412" y="188925"/>
                  <a:pt x="921932" y="188925"/>
                </a:cubicBezTo>
                <a:cubicBezTo>
                  <a:pt x="926451" y="188925"/>
                  <a:pt x="930148" y="185221"/>
                  <a:pt x="930148" y="180651"/>
                </a:cubicBezTo>
                <a:cubicBezTo>
                  <a:pt x="930148" y="176077"/>
                  <a:pt x="926451" y="172373"/>
                  <a:pt x="921932" y="172373"/>
                </a:cubicBezTo>
                <a:close/>
                <a:moveTo>
                  <a:pt x="960028" y="172373"/>
                </a:moveTo>
                <a:cubicBezTo>
                  <a:pt x="955471" y="172373"/>
                  <a:pt x="951811" y="176077"/>
                  <a:pt x="951811" y="180651"/>
                </a:cubicBezTo>
                <a:cubicBezTo>
                  <a:pt x="951811" y="185221"/>
                  <a:pt x="955471" y="188925"/>
                  <a:pt x="960028" y="188925"/>
                </a:cubicBezTo>
                <a:cubicBezTo>
                  <a:pt x="964547" y="188925"/>
                  <a:pt x="968207" y="185221"/>
                  <a:pt x="968207" y="180651"/>
                </a:cubicBezTo>
                <a:cubicBezTo>
                  <a:pt x="968207" y="176077"/>
                  <a:pt x="964547" y="172373"/>
                  <a:pt x="960028" y="172373"/>
                </a:cubicBezTo>
                <a:close/>
                <a:moveTo>
                  <a:pt x="8217" y="215707"/>
                </a:moveTo>
                <a:cubicBezTo>
                  <a:pt x="3660" y="215707"/>
                  <a:pt x="0" y="219411"/>
                  <a:pt x="0" y="223985"/>
                </a:cubicBezTo>
                <a:cubicBezTo>
                  <a:pt x="0" y="228555"/>
                  <a:pt x="3660" y="232259"/>
                  <a:pt x="8217" y="232259"/>
                </a:cubicBezTo>
                <a:cubicBezTo>
                  <a:pt x="12736" y="232259"/>
                  <a:pt x="16396" y="228555"/>
                  <a:pt x="16396" y="223985"/>
                </a:cubicBezTo>
                <a:cubicBezTo>
                  <a:pt x="16396" y="219411"/>
                  <a:pt x="12736" y="215707"/>
                  <a:pt x="8217" y="215707"/>
                </a:cubicBezTo>
                <a:close/>
                <a:moveTo>
                  <a:pt x="46276" y="215707"/>
                </a:moveTo>
                <a:cubicBezTo>
                  <a:pt x="41757" y="215707"/>
                  <a:pt x="38059" y="219411"/>
                  <a:pt x="38059" y="223985"/>
                </a:cubicBezTo>
                <a:cubicBezTo>
                  <a:pt x="38059" y="228555"/>
                  <a:pt x="41757" y="232259"/>
                  <a:pt x="46276" y="232259"/>
                </a:cubicBezTo>
                <a:cubicBezTo>
                  <a:pt x="50795" y="232259"/>
                  <a:pt x="54493" y="228555"/>
                  <a:pt x="54493" y="223985"/>
                </a:cubicBezTo>
                <a:cubicBezTo>
                  <a:pt x="54493" y="219411"/>
                  <a:pt x="50795" y="215707"/>
                  <a:pt x="46276" y="215707"/>
                </a:cubicBezTo>
                <a:close/>
                <a:moveTo>
                  <a:pt x="84335" y="215707"/>
                </a:moveTo>
                <a:cubicBezTo>
                  <a:pt x="79816" y="215707"/>
                  <a:pt x="76155" y="219411"/>
                  <a:pt x="76155" y="223985"/>
                </a:cubicBezTo>
                <a:cubicBezTo>
                  <a:pt x="76155" y="228555"/>
                  <a:pt x="79816" y="232259"/>
                  <a:pt x="84335" y="232259"/>
                </a:cubicBezTo>
                <a:cubicBezTo>
                  <a:pt x="88892" y="232259"/>
                  <a:pt x="92552" y="228555"/>
                  <a:pt x="92552" y="223985"/>
                </a:cubicBezTo>
                <a:cubicBezTo>
                  <a:pt x="92552" y="219411"/>
                  <a:pt x="88892" y="215707"/>
                  <a:pt x="84335" y="215707"/>
                </a:cubicBezTo>
                <a:close/>
                <a:moveTo>
                  <a:pt x="122431" y="215707"/>
                </a:moveTo>
                <a:cubicBezTo>
                  <a:pt x="117875" y="215707"/>
                  <a:pt x="114215" y="219411"/>
                  <a:pt x="114215" y="223985"/>
                </a:cubicBezTo>
                <a:cubicBezTo>
                  <a:pt x="114215" y="228555"/>
                  <a:pt x="117875" y="232259"/>
                  <a:pt x="122431" y="232259"/>
                </a:cubicBezTo>
                <a:cubicBezTo>
                  <a:pt x="126950" y="232259"/>
                  <a:pt x="130611" y="228555"/>
                  <a:pt x="130611" y="223985"/>
                </a:cubicBezTo>
                <a:cubicBezTo>
                  <a:pt x="130611" y="219411"/>
                  <a:pt x="126950" y="215707"/>
                  <a:pt x="122431" y="215707"/>
                </a:cubicBezTo>
                <a:close/>
                <a:moveTo>
                  <a:pt x="160491" y="215707"/>
                </a:moveTo>
                <a:cubicBezTo>
                  <a:pt x="155971" y="215707"/>
                  <a:pt x="152273" y="219411"/>
                  <a:pt x="152273" y="223985"/>
                </a:cubicBezTo>
                <a:cubicBezTo>
                  <a:pt x="152273" y="228555"/>
                  <a:pt x="155971" y="232259"/>
                  <a:pt x="160491" y="232259"/>
                </a:cubicBezTo>
                <a:cubicBezTo>
                  <a:pt x="165010" y="232259"/>
                  <a:pt x="168707" y="228555"/>
                  <a:pt x="168707" y="223985"/>
                </a:cubicBezTo>
                <a:cubicBezTo>
                  <a:pt x="168707" y="219411"/>
                  <a:pt x="165010" y="215707"/>
                  <a:pt x="160491" y="215707"/>
                </a:cubicBezTo>
                <a:close/>
                <a:moveTo>
                  <a:pt x="198549" y="215707"/>
                </a:moveTo>
                <a:cubicBezTo>
                  <a:pt x="194030" y="215707"/>
                  <a:pt x="190370" y="219411"/>
                  <a:pt x="190370" y="223985"/>
                </a:cubicBezTo>
                <a:cubicBezTo>
                  <a:pt x="190370" y="228555"/>
                  <a:pt x="194030" y="232259"/>
                  <a:pt x="198549" y="232259"/>
                </a:cubicBezTo>
                <a:cubicBezTo>
                  <a:pt x="203106" y="232259"/>
                  <a:pt x="206766" y="228555"/>
                  <a:pt x="206766" y="223985"/>
                </a:cubicBezTo>
                <a:cubicBezTo>
                  <a:pt x="206766" y="219411"/>
                  <a:pt x="203106" y="215707"/>
                  <a:pt x="198549" y="215707"/>
                </a:cubicBezTo>
                <a:close/>
                <a:moveTo>
                  <a:pt x="236645" y="215707"/>
                </a:moveTo>
                <a:cubicBezTo>
                  <a:pt x="232089" y="215707"/>
                  <a:pt x="228429" y="219411"/>
                  <a:pt x="228429" y="223985"/>
                </a:cubicBezTo>
                <a:cubicBezTo>
                  <a:pt x="228429" y="228555"/>
                  <a:pt x="232089" y="232259"/>
                  <a:pt x="236645" y="232259"/>
                </a:cubicBezTo>
                <a:cubicBezTo>
                  <a:pt x="241165" y="232259"/>
                  <a:pt x="244825" y="228555"/>
                  <a:pt x="244825" y="223985"/>
                </a:cubicBezTo>
                <a:cubicBezTo>
                  <a:pt x="244825" y="219411"/>
                  <a:pt x="241165" y="215707"/>
                  <a:pt x="236645" y="215707"/>
                </a:cubicBezTo>
                <a:close/>
                <a:moveTo>
                  <a:pt x="274705" y="215707"/>
                </a:moveTo>
                <a:cubicBezTo>
                  <a:pt x="270186" y="215707"/>
                  <a:pt x="266525" y="219411"/>
                  <a:pt x="266525" y="223985"/>
                </a:cubicBezTo>
                <a:cubicBezTo>
                  <a:pt x="266525" y="228555"/>
                  <a:pt x="270186" y="232259"/>
                  <a:pt x="274705" y="232259"/>
                </a:cubicBezTo>
                <a:cubicBezTo>
                  <a:pt x="279224" y="232259"/>
                  <a:pt x="282921" y="228555"/>
                  <a:pt x="282921" y="223985"/>
                </a:cubicBezTo>
                <a:cubicBezTo>
                  <a:pt x="282921" y="219411"/>
                  <a:pt x="279224" y="215707"/>
                  <a:pt x="274705" y="215707"/>
                </a:cubicBezTo>
                <a:close/>
                <a:moveTo>
                  <a:pt x="312763" y="215707"/>
                </a:moveTo>
                <a:cubicBezTo>
                  <a:pt x="308244" y="215707"/>
                  <a:pt x="304584" y="219411"/>
                  <a:pt x="304584" y="223985"/>
                </a:cubicBezTo>
                <a:cubicBezTo>
                  <a:pt x="304584" y="228555"/>
                  <a:pt x="308244" y="232259"/>
                  <a:pt x="312763" y="232259"/>
                </a:cubicBezTo>
                <a:cubicBezTo>
                  <a:pt x="317320" y="232259"/>
                  <a:pt x="320981" y="228555"/>
                  <a:pt x="320981" y="223985"/>
                </a:cubicBezTo>
                <a:cubicBezTo>
                  <a:pt x="320981" y="219411"/>
                  <a:pt x="317320" y="215707"/>
                  <a:pt x="312763" y="215707"/>
                </a:cubicBezTo>
                <a:close/>
                <a:moveTo>
                  <a:pt x="350860" y="215707"/>
                </a:moveTo>
                <a:cubicBezTo>
                  <a:pt x="346340" y="215707"/>
                  <a:pt x="342643" y="219411"/>
                  <a:pt x="342643" y="223985"/>
                </a:cubicBezTo>
                <a:cubicBezTo>
                  <a:pt x="342643" y="228555"/>
                  <a:pt x="346340" y="232259"/>
                  <a:pt x="350860" y="232259"/>
                </a:cubicBezTo>
                <a:cubicBezTo>
                  <a:pt x="355379" y="232259"/>
                  <a:pt x="359039" y="228555"/>
                  <a:pt x="359039" y="223985"/>
                </a:cubicBezTo>
                <a:cubicBezTo>
                  <a:pt x="359039" y="219411"/>
                  <a:pt x="355379" y="215707"/>
                  <a:pt x="350860" y="215707"/>
                </a:cubicBezTo>
                <a:close/>
                <a:moveTo>
                  <a:pt x="388919" y="215707"/>
                </a:moveTo>
                <a:cubicBezTo>
                  <a:pt x="384400" y="215707"/>
                  <a:pt x="380740" y="219411"/>
                  <a:pt x="380740" y="223985"/>
                </a:cubicBezTo>
                <a:cubicBezTo>
                  <a:pt x="380740" y="228555"/>
                  <a:pt x="384400" y="232259"/>
                  <a:pt x="388919" y="232259"/>
                </a:cubicBezTo>
                <a:cubicBezTo>
                  <a:pt x="393438" y="232259"/>
                  <a:pt x="397136" y="228555"/>
                  <a:pt x="397136" y="223985"/>
                </a:cubicBezTo>
                <a:cubicBezTo>
                  <a:pt x="397136" y="219411"/>
                  <a:pt x="393438" y="215707"/>
                  <a:pt x="388919" y="215707"/>
                </a:cubicBezTo>
                <a:close/>
                <a:moveTo>
                  <a:pt x="427015" y="215707"/>
                </a:moveTo>
                <a:cubicBezTo>
                  <a:pt x="422458" y="215707"/>
                  <a:pt x="418798" y="219411"/>
                  <a:pt x="418798" y="223985"/>
                </a:cubicBezTo>
                <a:cubicBezTo>
                  <a:pt x="418798" y="228555"/>
                  <a:pt x="422458" y="232259"/>
                  <a:pt x="427015" y="232259"/>
                </a:cubicBezTo>
                <a:cubicBezTo>
                  <a:pt x="431535" y="232259"/>
                  <a:pt x="435195" y="228555"/>
                  <a:pt x="435195" y="223985"/>
                </a:cubicBezTo>
                <a:cubicBezTo>
                  <a:pt x="435195" y="219411"/>
                  <a:pt x="431535" y="215707"/>
                  <a:pt x="427015" y="215707"/>
                </a:cubicBezTo>
                <a:close/>
                <a:moveTo>
                  <a:pt x="465074" y="215707"/>
                </a:moveTo>
                <a:cubicBezTo>
                  <a:pt x="460555" y="215707"/>
                  <a:pt x="456858" y="219411"/>
                  <a:pt x="456858" y="223985"/>
                </a:cubicBezTo>
                <a:cubicBezTo>
                  <a:pt x="456858" y="228555"/>
                  <a:pt x="460555" y="232259"/>
                  <a:pt x="465074" y="232259"/>
                </a:cubicBezTo>
                <a:cubicBezTo>
                  <a:pt x="469593" y="232259"/>
                  <a:pt x="473254" y="228555"/>
                  <a:pt x="473254" y="223985"/>
                </a:cubicBezTo>
                <a:cubicBezTo>
                  <a:pt x="473254" y="219411"/>
                  <a:pt x="469593" y="215707"/>
                  <a:pt x="465074" y="215707"/>
                </a:cubicBezTo>
                <a:close/>
                <a:moveTo>
                  <a:pt x="503133" y="215707"/>
                </a:moveTo>
                <a:cubicBezTo>
                  <a:pt x="498614" y="215707"/>
                  <a:pt x="494954" y="219411"/>
                  <a:pt x="494954" y="223985"/>
                </a:cubicBezTo>
                <a:cubicBezTo>
                  <a:pt x="494954" y="228555"/>
                  <a:pt x="498614" y="232259"/>
                  <a:pt x="503133" y="232259"/>
                </a:cubicBezTo>
                <a:cubicBezTo>
                  <a:pt x="507690" y="232259"/>
                  <a:pt x="511350" y="228555"/>
                  <a:pt x="511350" y="223985"/>
                </a:cubicBezTo>
                <a:cubicBezTo>
                  <a:pt x="511350" y="219411"/>
                  <a:pt x="507690" y="215707"/>
                  <a:pt x="503133" y="215707"/>
                </a:cubicBezTo>
                <a:close/>
                <a:moveTo>
                  <a:pt x="541230" y="215707"/>
                </a:moveTo>
                <a:cubicBezTo>
                  <a:pt x="536673" y="215707"/>
                  <a:pt x="533013" y="219411"/>
                  <a:pt x="533013" y="223985"/>
                </a:cubicBezTo>
                <a:cubicBezTo>
                  <a:pt x="533013" y="228555"/>
                  <a:pt x="536673" y="232259"/>
                  <a:pt x="541230" y="232259"/>
                </a:cubicBezTo>
                <a:cubicBezTo>
                  <a:pt x="545749" y="232259"/>
                  <a:pt x="549409" y="228555"/>
                  <a:pt x="549409" y="223985"/>
                </a:cubicBezTo>
                <a:cubicBezTo>
                  <a:pt x="549409" y="219411"/>
                  <a:pt x="545749" y="215707"/>
                  <a:pt x="541230" y="215707"/>
                </a:cubicBezTo>
                <a:close/>
                <a:moveTo>
                  <a:pt x="579289" y="215707"/>
                </a:moveTo>
                <a:cubicBezTo>
                  <a:pt x="574769" y="215707"/>
                  <a:pt x="571072" y="219411"/>
                  <a:pt x="571072" y="223985"/>
                </a:cubicBezTo>
                <a:cubicBezTo>
                  <a:pt x="571072" y="228555"/>
                  <a:pt x="574769" y="232259"/>
                  <a:pt x="579289" y="232259"/>
                </a:cubicBezTo>
                <a:cubicBezTo>
                  <a:pt x="583808" y="232259"/>
                  <a:pt x="587506" y="228555"/>
                  <a:pt x="587506" y="223985"/>
                </a:cubicBezTo>
                <a:cubicBezTo>
                  <a:pt x="587506" y="219411"/>
                  <a:pt x="583808" y="215707"/>
                  <a:pt x="579289" y="215707"/>
                </a:cubicBezTo>
                <a:close/>
                <a:moveTo>
                  <a:pt x="617348" y="215707"/>
                </a:moveTo>
                <a:cubicBezTo>
                  <a:pt x="612828" y="215707"/>
                  <a:pt x="609168" y="219411"/>
                  <a:pt x="609168" y="223985"/>
                </a:cubicBezTo>
                <a:cubicBezTo>
                  <a:pt x="609168" y="228555"/>
                  <a:pt x="612828" y="232259"/>
                  <a:pt x="617348" y="232259"/>
                </a:cubicBezTo>
                <a:cubicBezTo>
                  <a:pt x="621904" y="232259"/>
                  <a:pt x="625564" y="228555"/>
                  <a:pt x="625564" y="223985"/>
                </a:cubicBezTo>
                <a:cubicBezTo>
                  <a:pt x="625564" y="219411"/>
                  <a:pt x="621904" y="215707"/>
                  <a:pt x="617348" y="215707"/>
                </a:cubicBezTo>
                <a:close/>
                <a:moveTo>
                  <a:pt x="655444" y="215707"/>
                </a:moveTo>
                <a:cubicBezTo>
                  <a:pt x="650887" y="215707"/>
                  <a:pt x="647227" y="219411"/>
                  <a:pt x="647227" y="223985"/>
                </a:cubicBezTo>
                <a:cubicBezTo>
                  <a:pt x="647227" y="228555"/>
                  <a:pt x="650887" y="232259"/>
                  <a:pt x="655444" y="232259"/>
                </a:cubicBezTo>
                <a:cubicBezTo>
                  <a:pt x="659963" y="232259"/>
                  <a:pt x="663624" y="228555"/>
                  <a:pt x="663624" y="223985"/>
                </a:cubicBezTo>
                <a:cubicBezTo>
                  <a:pt x="663624" y="219411"/>
                  <a:pt x="659963" y="215707"/>
                  <a:pt x="655444" y="215707"/>
                </a:cubicBezTo>
                <a:close/>
                <a:moveTo>
                  <a:pt x="693503" y="215707"/>
                </a:moveTo>
                <a:cubicBezTo>
                  <a:pt x="688984" y="215707"/>
                  <a:pt x="685286" y="219411"/>
                  <a:pt x="685286" y="223985"/>
                </a:cubicBezTo>
                <a:cubicBezTo>
                  <a:pt x="685286" y="228555"/>
                  <a:pt x="688984" y="232259"/>
                  <a:pt x="693503" y="232259"/>
                </a:cubicBezTo>
                <a:cubicBezTo>
                  <a:pt x="698022" y="232259"/>
                  <a:pt x="701720" y="228555"/>
                  <a:pt x="701720" y="223985"/>
                </a:cubicBezTo>
                <a:cubicBezTo>
                  <a:pt x="701720" y="219411"/>
                  <a:pt x="698022" y="215707"/>
                  <a:pt x="693503" y="215707"/>
                </a:cubicBezTo>
                <a:close/>
                <a:moveTo>
                  <a:pt x="731562" y="215707"/>
                </a:moveTo>
                <a:cubicBezTo>
                  <a:pt x="727043" y="215707"/>
                  <a:pt x="723382" y="219411"/>
                  <a:pt x="723382" y="223985"/>
                </a:cubicBezTo>
                <a:cubicBezTo>
                  <a:pt x="723382" y="228555"/>
                  <a:pt x="727043" y="232259"/>
                  <a:pt x="731562" y="232259"/>
                </a:cubicBezTo>
                <a:cubicBezTo>
                  <a:pt x="736119" y="232259"/>
                  <a:pt x="739779" y="228555"/>
                  <a:pt x="739779" y="223985"/>
                </a:cubicBezTo>
                <a:cubicBezTo>
                  <a:pt x="739779" y="219411"/>
                  <a:pt x="736119" y="215707"/>
                  <a:pt x="731562" y="215707"/>
                </a:cubicBezTo>
                <a:close/>
                <a:moveTo>
                  <a:pt x="769658" y="215707"/>
                </a:moveTo>
                <a:cubicBezTo>
                  <a:pt x="765102" y="215707"/>
                  <a:pt x="761441" y="219411"/>
                  <a:pt x="761441" y="223985"/>
                </a:cubicBezTo>
                <a:cubicBezTo>
                  <a:pt x="761441" y="228555"/>
                  <a:pt x="765102" y="232259"/>
                  <a:pt x="769658" y="232259"/>
                </a:cubicBezTo>
                <a:cubicBezTo>
                  <a:pt x="774177" y="232259"/>
                  <a:pt x="777838" y="228555"/>
                  <a:pt x="777838" y="223985"/>
                </a:cubicBezTo>
                <a:cubicBezTo>
                  <a:pt x="777838" y="219411"/>
                  <a:pt x="774177" y="215707"/>
                  <a:pt x="769658" y="215707"/>
                </a:cubicBezTo>
                <a:close/>
                <a:moveTo>
                  <a:pt x="807717" y="215707"/>
                </a:moveTo>
                <a:cubicBezTo>
                  <a:pt x="803198" y="215707"/>
                  <a:pt x="799538" y="219411"/>
                  <a:pt x="799538" y="223985"/>
                </a:cubicBezTo>
                <a:cubicBezTo>
                  <a:pt x="799538" y="228555"/>
                  <a:pt x="803198" y="232259"/>
                  <a:pt x="807717" y="232259"/>
                </a:cubicBezTo>
                <a:cubicBezTo>
                  <a:pt x="812237" y="232259"/>
                  <a:pt x="815934" y="228555"/>
                  <a:pt x="815934" y="223985"/>
                </a:cubicBezTo>
                <a:cubicBezTo>
                  <a:pt x="815934" y="219411"/>
                  <a:pt x="812237" y="215707"/>
                  <a:pt x="807717" y="215707"/>
                </a:cubicBezTo>
                <a:close/>
                <a:moveTo>
                  <a:pt x="845776" y="215707"/>
                </a:moveTo>
                <a:cubicBezTo>
                  <a:pt x="841257" y="215707"/>
                  <a:pt x="837597" y="219411"/>
                  <a:pt x="837597" y="223985"/>
                </a:cubicBezTo>
                <a:cubicBezTo>
                  <a:pt x="837597" y="228555"/>
                  <a:pt x="841257" y="232259"/>
                  <a:pt x="845776" y="232259"/>
                </a:cubicBezTo>
                <a:cubicBezTo>
                  <a:pt x="850333" y="232259"/>
                  <a:pt x="853993" y="228555"/>
                  <a:pt x="853993" y="223985"/>
                </a:cubicBezTo>
                <a:cubicBezTo>
                  <a:pt x="853993" y="219411"/>
                  <a:pt x="850333" y="215707"/>
                  <a:pt x="845776" y="215707"/>
                </a:cubicBezTo>
                <a:close/>
                <a:moveTo>
                  <a:pt x="883873" y="215707"/>
                </a:moveTo>
                <a:cubicBezTo>
                  <a:pt x="879353" y="215707"/>
                  <a:pt x="875656" y="219411"/>
                  <a:pt x="875656" y="223985"/>
                </a:cubicBezTo>
                <a:cubicBezTo>
                  <a:pt x="875656" y="228555"/>
                  <a:pt x="879353" y="232259"/>
                  <a:pt x="883873" y="232259"/>
                </a:cubicBezTo>
                <a:cubicBezTo>
                  <a:pt x="888392" y="232259"/>
                  <a:pt x="892052" y="228555"/>
                  <a:pt x="892052" y="223985"/>
                </a:cubicBezTo>
                <a:cubicBezTo>
                  <a:pt x="892052" y="219411"/>
                  <a:pt x="888392" y="215707"/>
                  <a:pt x="883873" y="215707"/>
                </a:cubicBezTo>
                <a:close/>
                <a:moveTo>
                  <a:pt x="921932" y="215707"/>
                </a:moveTo>
                <a:cubicBezTo>
                  <a:pt x="917412" y="215707"/>
                  <a:pt x="913752" y="219411"/>
                  <a:pt x="913752" y="223985"/>
                </a:cubicBezTo>
                <a:cubicBezTo>
                  <a:pt x="913752" y="228555"/>
                  <a:pt x="917412" y="232259"/>
                  <a:pt x="921932" y="232259"/>
                </a:cubicBezTo>
                <a:cubicBezTo>
                  <a:pt x="926451" y="232259"/>
                  <a:pt x="930148" y="228555"/>
                  <a:pt x="930148" y="223985"/>
                </a:cubicBezTo>
                <a:cubicBezTo>
                  <a:pt x="930148" y="219411"/>
                  <a:pt x="926451" y="215707"/>
                  <a:pt x="921932" y="215707"/>
                </a:cubicBezTo>
                <a:close/>
                <a:moveTo>
                  <a:pt x="960028" y="215707"/>
                </a:moveTo>
                <a:cubicBezTo>
                  <a:pt x="955471" y="215707"/>
                  <a:pt x="951811" y="219411"/>
                  <a:pt x="951811" y="223985"/>
                </a:cubicBezTo>
                <a:cubicBezTo>
                  <a:pt x="951811" y="228555"/>
                  <a:pt x="955471" y="232259"/>
                  <a:pt x="960028" y="232259"/>
                </a:cubicBezTo>
                <a:cubicBezTo>
                  <a:pt x="964547" y="232259"/>
                  <a:pt x="968207" y="228555"/>
                  <a:pt x="968207" y="223985"/>
                </a:cubicBezTo>
                <a:cubicBezTo>
                  <a:pt x="968207" y="219411"/>
                  <a:pt x="964547" y="215707"/>
                  <a:pt x="960028" y="215707"/>
                </a:cubicBezTo>
                <a:close/>
                <a:moveTo>
                  <a:pt x="8217" y="259041"/>
                </a:moveTo>
                <a:cubicBezTo>
                  <a:pt x="3660" y="259041"/>
                  <a:pt x="0" y="262745"/>
                  <a:pt x="0" y="267319"/>
                </a:cubicBezTo>
                <a:cubicBezTo>
                  <a:pt x="0" y="271889"/>
                  <a:pt x="3660" y="275593"/>
                  <a:pt x="8217" y="275593"/>
                </a:cubicBezTo>
                <a:cubicBezTo>
                  <a:pt x="12736" y="275593"/>
                  <a:pt x="16396" y="271889"/>
                  <a:pt x="16396" y="267319"/>
                </a:cubicBezTo>
                <a:cubicBezTo>
                  <a:pt x="16396" y="262745"/>
                  <a:pt x="12736" y="259041"/>
                  <a:pt x="8217" y="259041"/>
                </a:cubicBezTo>
                <a:close/>
                <a:moveTo>
                  <a:pt x="46276" y="259041"/>
                </a:moveTo>
                <a:cubicBezTo>
                  <a:pt x="41757" y="259041"/>
                  <a:pt x="38059" y="262745"/>
                  <a:pt x="38059" y="267319"/>
                </a:cubicBezTo>
                <a:cubicBezTo>
                  <a:pt x="38059" y="271889"/>
                  <a:pt x="41757" y="275593"/>
                  <a:pt x="46276" y="275593"/>
                </a:cubicBezTo>
                <a:cubicBezTo>
                  <a:pt x="50795" y="275593"/>
                  <a:pt x="54493" y="271889"/>
                  <a:pt x="54493" y="267319"/>
                </a:cubicBezTo>
                <a:cubicBezTo>
                  <a:pt x="54493" y="262745"/>
                  <a:pt x="50795" y="259041"/>
                  <a:pt x="46276" y="259041"/>
                </a:cubicBezTo>
                <a:close/>
                <a:moveTo>
                  <a:pt x="84335" y="259041"/>
                </a:moveTo>
                <a:cubicBezTo>
                  <a:pt x="79816" y="259041"/>
                  <a:pt x="76155" y="262745"/>
                  <a:pt x="76155" y="267319"/>
                </a:cubicBezTo>
                <a:cubicBezTo>
                  <a:pt x="76155" y="271889"/>
                  <a:pt x="79816" y="275593"/>
                  <a:pt x="84335" y="275593"/>
                </a:cubicBezTo>
                <a:cubicBezTo>
                  <a:pt x="88892" y="275593"/>
                  <a:pt x="92552" y="271889"/>
                  <a:pt x="92552" y="267319"/>
                </a:cubicBezTo>
                <a:cubicBezTo>
                  <a:pt x="92552" y="262745"/>
                  <a:pt x="88892" y="259041"/>
                  <a:pt x="84335" y="259041"/>
                </a:cubicBezTo>
                <a:close/>
                <a:moveTo>
                  <a:pt x="122431" y="259041"/>
                </a:moveTo>
                <a:cubicBezTo>
                  <a:pt x="117875" y="259041"/>
                  <a:pt x="114215" y="262745"/>
                  <a:pt x="114215" y="267319"/>
                </a:cubicBezTo>
                <a:cubicBezTo>
                  <a:pt x="114215" y="271889"/>
                  <a:pt x="117875" y="275593"/>
                  <a:pt x="122431" y="275593"/>
                </a:cubicBezTo>
                <a:cubicBezTo>
                  <a:pt x="126950" y="275593"/>
                  <a:pt x="130611" y="271889"/>
                  <a:pt x="130611" y="267319"/>
                </a:cubicBezTo>
                <a:cubicBezTo>
                  <a:pt x="130611" y="262745"/>
                  <a:pt x="126950" y="259041"/>
                  <a:pt x="122431" y="259041"/>
                </a:cubicBezTo>
                <a:close/>
                <a:moveTo>
                  <a:pt x="160491" y="259041"/>
                </a:moveTo>
                <a:cubicBezTo>
                  <a:pt x="155971" y="259041"/>
                  <a:pt x="152273" y="262745"/>
                  <a:pt x="152273" y="267319"/>
                </a:cubicBezTo>
                <a:cubicBezTo>
                  <a:pt x="152273" y="271889"/>
                  <a:pt x="155971" y="275593"/>
                  <a:pt x="160491" y="275593"/>
                </a:cubicBezTo>
                <a:cubicBezTo>
                  <a:pt x="165010" y="275593"/>
                  <a:pt x="168707" y="271889"/>
                  <a:pt x="168707" y="267319"/>
                </a:cubicBezTo>
                <a:cubicBezTo>
                  <a:pt x="168707" y="262745"/>
                  <a:pt x="165010" y="259041"/>
                  <a:pt x="160491" y="259041"/>
                </a:cubicBezTo>
                <a:close/>
                <a:moveTo>
                  <a:pt x="198549" y="259041"/>
                </a:moveTo>
                <a:cubicBezTo>
                  <a:pt x="194030" y="259041"/>
                  <a:pt x="190370" y="262745"/>
                  <a:pt x="190370" y="267319"/>
                </a:cubicBezTo>
                <a:cubicBezTo>
                  <a:pt x="190370" y="271889"/>
                  <a:pt x="194030" y="275593"/>
                  <a:pt x="198549" y="275593"/>
                </a:cubicBezTo>
                <a:cubicBezTo>
                  <a:pt x="203106" y="275593"/>
                  <a:pt x="206766" y="271889"/>
                  <a:pt x="206766" y="267319"/>
                </a:cubicBezTo>
                <a:cubicBezTo>
                  <a:pt x="206766" y="262745"/>
                  <a:pt x="203106" y="259041"/>
                  <a:pt x="198549" y="259041"/>
                </a:cubicBezTo>
                <a:close/>
                <a:moveTo>
                  <a:pt x="236645" y="259041"/>
                </a:moveTo>
                <a:cubicBezTo>
                  <a:pt x="232089" y="259041"/>
                  <a:pt x="228429" y="262745"/>
                  <a:pt x="228429" y="267319"/>
                </a:cubicBezTo>
                <a:cubicBezTo>
                  <a:pt x="228429" y="271889"/>
                  <a:pt x="232089" y="275593"/>
                  <a:pt x="236645" y="275593"/>
                </a:cubicBezTo>
                <a:cubicBezTo>
                  <a:pt x="241165" y="275593"/>
                  <a:pt x="244825" y="271889"/>
                  <a:pt x="244825" y="267319"/>
                </a:cubicBezTo>
                <a:cubicBezTo>
                  <a:pt x="244825" y="262745"/>
                  <a:pt x="241165" y="259041"/>
                  <a:pt x="236645" y="259041"/>
                </a:cubicBezTo>
                <a:close/>
                <a:moveTo>
                  <a:pt x="274705" y="259041"/>
                </a:moveTo>
                <a:cubicBezTo>
                  <a:pt x="270186" y="259041"/>
                  <a:pt x="266525" y="262745"/>
                  <a:pt x="266525" y="267319"/>
                </a:cubicBezTo>
                <a:cubicBezTo>
                  <a:pt x="266525" y="271889"/>
                  <a:pt x="270186" y="275593"/>
                  <a:pt x="274705" y="275593"/>
                </a:cubicBezTo>
                <a:cubicBezTo>
                  <a:pt x="279224" y="275593"/>
                  <a:pt x="282921" y="271889"/>
                  <a:pt x="282921" y="267319"/>
                </a:cubicBezTo>
                <a:cubicBezTo>
                  <a:pt x="282921" y="262745"/>
                  <a:pt x="279224" y="259041"/>
                  <a:pt x="274705" y="259041"/>
                </a:cubicBezTo>
                <a:close/>
                <a:moveTo>
                  <a:pt x="312763" y="259041"/>
                </a:moveTo>
                <a:cubicBezTo>
                  <a:pt x="308244" y="259041"/>
                  <a:pt x="304584" y="262745"/>
                  <a:pt x="304584" y="267319"/>
                </a:cubicBezTo>
                <a:cubicBezTo>
                  <a:pt x="304584" y="271889"/>
                  <a:pt x="308244" y="275593"/>
                  <a:pt x="312763" y="275593"/>
                </a:cubicBezTo>
                <a:cubicBezTo>
                  <a:pt x="317320" y="275593"/>
                  <a:pt x="320981" y="271889"/>
                  <a:pt x="320981" y="267319"/>
                </a:cubicBezTo>
                <a:cubicBezTo>
                  <a:pt x="320981" y="262745"/>
                  <a:pt x="317320" y="259041"/>
                  <a:pt x="312763" y="259041"/>
                </a:cubicBezTo>
                <a:close/>
                <a:moveTo>
                  <a:pt x="350860" y="259041"/>
                </a:moveTo>
                <a:cubicBezTo>
                  <a:pt x="346340" y="259041"/>
                  <a:pt x="342643" y="262745"/>
                  <a:pt x="342643" y="267319"/>
                </a:cubicBezTo>
                <a:cubicBezTo>
                  <a:pt x="342643" y="271889"/>
                  <a:pt x="346340" y="275593"/>
                  <a:pt x="350860" y="275593"/>
                </a:cubicBezTo>
                <a:cubicBezTo>
                  <a:pt x="355379" y="275593"/>
                  <a:pt x="359039" y="271889"/>
                  <a:pt x="359039" y="267319"/>
                </a:cubicBezTo>
                <a:cubicBezTo>
                  <a:pt x="359039" y="262745"/>
                  <a:pt x="355379" y="259041"/>
                  <a:pt x="350860" y="259041"/>
                </a:cubicBezTo>
                <a:close/>
                <a:moveTo>
                  <a:pt x="388919" y="259041"/>
                </a:moveTo>
                <a:cubicBezTo>
                  <a:pt x="384400" y="259041"/>
                  <a:pt x="380740" y="262745"/>
                  <a:pt x="380740" y="267319"/>
                </a:cubicBezTo>
                <a:cubicBezTo>
                  <a:pt x="380740" y="271889"/>
                  <a:pt x="384400" y="275593"/>
                  <a:pt x="388919" y="275593"/>
                </a:cubicBezTo>
                <a:cubicBezTo>
                  <a:pt x="393438" y="275593"/>
                  <a:pt x="397136" y="271889"/>
                  <a:pt x="397136" y="267319"/>
                </a:cubicBezTo>
                <a:cubicBezTo>
                  <a:pt x="397136" y="262745"/>
                  <a:pt x="393438" y="259041"/>
                  <a:pt x="388919" y="259041"/>
                </a:cubicBezTo>
                <a:close/>
                <a:moveTo>
                  <a:pt x="427015" y="259041"/>
                </a:moveTo>
                <a:cubicBezTo>
                  <a:pt x="422458" y="259041"/>
                  <a:pt x="418798" y="262745"/>
                  <a:pt x="418798" y="267319"/>
                </a:cubicBezTo>
                <a:cubicBezTo>
                  <a:pt x="418798" y="271889"/>
                  <a:pt x="422458" y="275593"/>
                  <a:pt x="427015" y="275593"/>
                </a:cubicBezTo>
                <a:cubicBezTo>
                  <a:pt x="431535" y="275593"/>
                  <a:pt x="435195" y="271889"/>
                  <a:pt x="435195" y="267319"/>
                </a:cubicBezTo>
                <a:cubicBezTo>
                  <a:pt x="435195" y="262745"/>
                  <a:pt x="431535" y="259041"/>
                  <a:pt x="427015" y="259041"/>
                </a:cubicBezTo>
                <a:close/>
                <a:moveTo>
                  <a:pt x="465074" y="259041"/>
                </a:moveTo>
                <a:cubicBezTo>
                  <a:pt x="460555" y="259041"/>
                  <a:pt x="456858" y="262745"/>
                  <a:pt x="456858" y="267319"/>
                </a:cubicBezTo>
                <a:cubicBezTo>
                  <a:pt x="456858" y="271889"/>
                  <a:pt x="460555" y="275593"/>
                  <a:pt x="465074" y="275593"/>
                </a:cubicBezTo>
                <a:cubicBezTo>
                  <a:pt x="469593" y="275593"/>
                  <a:pt x="473254" y="271889"/>
                  <a:pt x="473254" y="267319"/>
                </a:cubicBezTo>
                <a:cubicBezTo>
                  <a:pt x="473254" y="262745"/>
                  <a:pt x="469593" y="259041"/>
                  <a:pt x="465074" y="259041"/>
                </a:cubicBezTo>
                <a:close/>
                <a:moveTo>
                  <a:pt x="503133" y="259041"/>
                </a:moveTo>
                <a:cubicBezTo>
                  <a:pt x="498614" y="259041"/>
                  <a:pt x="494954" y="262745"/>
                  <a:pt x="494954" y="267319"/>
                </a:cubicBezTo>
                <a:cubicBezTo>
                  <a:pt x="494954" y="271889"/>
                  <a:pt x="498614" y="275593"/>
                  <a:pt x="503133" y="275593"/>
                </a:cubicBezTo>
                <a:cubicBezTo>
                  <a:pt x="507690" y="275593"/>
                  <a:pt x="511350" y="271889"/>
                  <a:pt x="511350" y="267319"/>
                </a:cubicBezTo>
                <a:cubicBezTo>
                  <a:pt x="511350" y="262745"/>
                  <a:pt x="507690" y="259041"/>
                  <a:pt x="503133" y="259041"/>
                </a:cubicBezTo>
                <a:close/>
                <a:moveTo>
                  <a:pt x="541230" y="259041"/>
                </a:moveTo>
                <a:cubicBezTo>
                  <a:pt x="536673" y="259041"/>
                  <a:pt x="533013" y="262745"/>
                  <a:pt x="533013" y="267319"/>
                </a:cubicBezTo>
                <a:cubicBezTo>
                  <a:pt x="533013" y="271889"/>
                  <a:pt x="536673" y="275593"/>
                  <a:pt x="541230" y="275593"/>
                </a:cubicBezTo>
                <a:cubicBezTo>
                  <a:pt x="545749" y="275593"/>
                  <a:pt x="549409" y="271889"/>
                  <a:pt x="549409" y="267319"/>
                </a:cubicBezTo>
                <a:cubicBezTo>
                  <a:pt x="549409" y="262745"/>
                  <a:pt x="545749" y="259041"/>
                  <a:pt x="541230" y="259041"/>
                </a:cubicBezTo>
                <a:close/>
                <a:moveTo>
                  <a:pt x="579289" y="259041"/>
                </a:moveTo>
                <a:cubicBezTo>
                  <a:pt x="574769" y="259041"/>
                  <a:pt x="571072" y="262745"/>
                  <a:pt x="571072" y="267319"/>
                </a:cubicBezTo>
                <a:cubicBezTo>
                  <a:pt x="571072" y="271889"/>
                  <a:pt x="574769" y="275593"/>
                  <a:pt x="579289" y="275593"/>
                </a:cubicBezTo>
                <a:cubicBezTo>
                  <a:pt x="583808" y="275593"/>
                  <a:pt x="587506" y="271889"/>
                  <a:pt x="587506" y="267319"/>
                </a:cubicBezTo>
                <a:cubicBezTo>
                  <a:pt x="587506" y="262745"/>
                  <a:pt x="583808" y="259041"/>
                  <a:pt x="579289" y="259041"/>
                </a:cubicBezTo>
                <a:close/>
                <a:moveTo>
                  <a:pt x="617348" y="259041"/>
                </a:moveTo>
                <a:cubicBezTo>
                  <a:pt x="612828" y="259041"/>
                  <a:pt x="609168" y="262745"/>
                  <a:pt x="609168" y="267319"/>
                </a:cubicBezTo>
                <a:cubicBezTo>
                  <a:pt x="609168" y="271889"/>
                  <a:pt x="612828" y="275593"/>
                  <a:pt x="617348" y="275593"/>
                </a:cubicBezTo>
                <a:cubicBezTo>
                  <a:pt x="621904" y="275593"/>
                  <a:pt x="625564" y="271889"/>
                  <a:pt x="625564" y="267319"/>
                </a:cubicBezTo>
                <a:cubicBezTo>
                  <a:pt x="625564" y="262745"/>
                  <a:pt x="621904" y="259041"/>
                  <a:pt x="617348" y="259041"/>
                </a:cubicBezTo>
                <a:close/>
                <a:moveTo>
                  <a:pt x="655444" y="259041"/>
                </a:moveTo>
                <a:cubicBezTo>
                  <a:pt x="650887" y="259041"/>
                  <a:pt x="647227" y="262745"/>
                  <a:pt x="647227" y="267319"/>
                </a:cubicBezTo>
                <a:cubicBezTo>
                  <a:pt x="647227" y="271889"/>
                  <a:pt x="650887" y="275593"/>
                  <a:pt x="655444" y="275593"/>
                </a:cubicBezTo>
                <a:cubicBezTo>
                  <a:pt x="659963" y="275593"/>
                  <a:pt x="663624" y="271889"/>
                  <a:pt x="663624" y="267319"/>
                </a:cubicBezTo>
                <a:cubicBezTo>
                  <a:pt x="663624" y="262745"/>
                  <a:pt x="659963" y="259041"/>
                  <a:pt x="655444" y="259041"/>
                </a:cubicBezTo>
                <a:close/>
                <a:moveTo>
                  <a:pt x="693503" y="259041"/>
                </a:moveTo>
                <a:cubicBezTo>
                  <a:pt x="688984" y="259041"/>
                  <a:pt x="685286" y="262745"/>
                  <a:pt x="685286" y="267319"/>
                </a:cubicBezTo>
                <a:cubicBezTo>
                  <a:pt x="685286" y="271889"/>
                  <a:pt x="688984" y="275593"/>
                  <a:pt x="693503" y="275593"/>
                </a:cubicBezTo>
                <a:cubicBezTo>
                  <a:pt x="698022" y="275593"/>
                  <a:pt x="701720" y="271889"/>
                  <a:pt x="701720" y="267319"/>
                </a:cubicBezTo>
                <a:cubicBezTo>
                  <a:pt x="701720" y="262745"/>
                  <a:pt x="698022" y="259041"/>
                  <a:pt x="693503" y="259041"/>
                </a:cubicBezTo>
                <a:close/>
                <a:moveTo>
                  <a:pt x="731562" y="259041"/>
                </a:moveTo>
                <a:cubicBezTo>
                  <a:pt x="727043" y="259041"/>
                  <a:pt x="723382" y="262745"/>
                  <a:pt x="723382" y="267319"/>
                </a:cubicBezTo>
                <a:cubicBezTo>
                  <a:pt x="723382" y="271889"/>
                  <a:pt x="727043" y="275593"/>
                  <a:pt x="731562" y="275593"/>
                </a:cubicBezTo>
                <a:cubicBezTo>
                  <a:pt x="736119" y="275593"/>
                  <a:pt x="739779" y="271889"/>
                  <a:pt x="739779" y="267319"/>
                </a:cubicBezTo>
                <a:cubicBezTo>
                  <a:pt x="739779" y="262745"/>
                  <a:pt x="736119" y="259041"/>
                  <a:pt x="731562" y="259041"/>
                </a:cubicBezTo>
                <a:close/>
                <a:moveTo>
                  <a:pt x="769658" y="259041"/>
                </a:moveTo>
                <a:cubicBezTo>
                  <a:pt x="765102" y="259041"/>
                  <a:pt x="761441" y="262745"/>
                  <a:pt x="761441" y="267319"/>
                </a:cubicBezTo>
                <a:cubicBezTo>
                  <a:pt x="761441" y="271889"/>
                  <a:pt x="765102" y="275593"/>
                  <a:pt x="769658" y="275593"/>
                </a:cubicBezTo>
                <a:cubicBezTo>
                  <a:pt x="774177" y="275593"/>
                  <a:pt x="777838" y="271889"/>
                  <a:pt x="777838" y="267319"/>
                </a:cubicBezTo>
                <a:cubicBezTo>
                  <a:pt x="777838" y="262745"/>
                  <a:pt x="774177" y="259041"/>
                  <a:pt x="769658" y="259041"/>
                </a:cubicBezTo>
                <a:close/>
                <a:moveTo>
                  <a:pt x="807717" y="259041"/>
                </a:moveTo>
                <a:cubicBezTo>
                  <a:pt x="803198" y="259041"/>
                  <a:pt x="799538" y="262745"/>
                  <a:pt x="799538" y="267319"/>
                </a:cubicBezTo>
                <a:cubicBezTo>
                  <a:pt x="799538" y="271889"/>
                  <a:pt x="803198" y="275593"/>
                  <a:pt x="807717" y="275593"/>
                </a:cubicBezTo>
                <a:cubicBezTo>
                  <a:pt x="812237" y="275593"/>
                  <a:pt x="815934" y="271889"/>
                  <a:pt x="815934" y="267319"/>
                </a:cubicBezTo>
                <a:cubicBezTo>
                  <a:pt x="815934" y="262745"/>
                  <a:pt x="812237" y="259041"/>
                  <a:pt x="807717" y="259041"/>
                </a:cubicBezTo>
                <a:close/>
                <a:moveTo>
                  <a:pt x="845776" y="259041"/>
                </a:moveTo>
                <a:cubicBezTo>
                  <a:pt x="841257" y="259041"/>
                  <a:pt x="837597" y="262745"/>
                  <a:pt x="837597" y="267319"/>
                </a:cubicBezTo>
                <a:cubicBezTo>
                  <a:pt x="837597" y="271889"/>
                  <a:pt x="841257" y="275593"/>
                  <a:pt x="845776" y="275593"/>
                </a:cubicBezTo>
                <a:cubicBezTo>
                  <a:pt x="850333" y="275593"/>
                  <a:pt x="853993" y="271889"/>
                  <a:pt x="853993" y="267319"/>
                </a:cubicBezTo>
                <a:cubicBezTo>
                  <a:pt x="853993" y="262745"/>
                  <a:pt x="850333" y="259041"/>
                  <a:pt x="845776" y="259041"/>
                </a:cubicBezTo>
                <a:close/>
                <a:moveTo>
                  <a:pt x="883873" y="259041"/>
                </a:moveTo>
                <a:cubicBezTo>
                  <a:pt x="879353" y="259041"/>
                  <a:pt x="875656" y="262745"/>
                  <a:pt x="875656" y="267319"/>
                </a:cubicBezTo>
                <a:cubicBezTo>
                  <a:pt x="875656" y="271889"/>
                  <a:pt x="879353" y="275593"/>
                  <a:pt x="883873" y="275593"/>
                </a:cubicBezTo>
                <a:cubicBezTo>
                  <a:pt x="888392" y="275593"/>
                  <a:pt x="892052" y="271889"/>
                  <a:pt x="892052" y="267319"/>
                </a:cubicBezTo>
                <a:cubicBezTo>
                  <a:pt x="892052" y="262745"/>
                  <a:pt x="888392" y="259041"/>
                  <a:pt x="883873" y="259041"/>
                </a:cubicBezTo>
                <a:close/>
                <a:moveTo>
                  <a:pt x="921932" y="259041"/>
                </a:moveTo>
                <a:cubicBezTo>
                  <a:pt x="917412" y="259041"/>
                  <a:pt x="913752" y="262745"/>
                  <a:pt x="913752" y="267319"/>
                </a:cubicBezTo>
                <a:cubicBezTo>
                  <a:pt x="913752" y="271889"/>
                  <a:pt x="917412" y="275593"/>
                  <a:pt x="921932" y="275593"/>
                </a:cubicBezTo>
                <a:cubicBezTo>
                  <a:pt x="926451" y="275593"/>
                  <a:pt x="930148" y="271889"/>
                  <a:pt x="930148" y="267319"/>
                </a:cubicBezTo>
                <a:cubicBezTo>
                  <a:pt x="930148" y="262745"/>
                  <a:pt x="926451" y="259041"/>
                  <a:pt x="921932" y="259041"/>
                </a:cubicBezTo>
                <a:close/>
                <a:moveTo>
                  <a:pt x="960028" y="259041"/>
                </a:moveTo>
                <a:cubicBezTo>
                  <a:pt x="955471" y="259041"/>
                  <a:pt x="951811" y="262745"/>
                  <a:pt x="951811" y="267319"/>
                </a:cubicBezTo>
                <a:cubicBezTo>
                  <a:pt x="951811" y="271889"/>
                  <a:pt x="955471" y="275593"/>
                  <a:pt x="960028" y="275593"/>
                </a:cubicBezTo>
                <a:cubicBezTo>
                  <a:pt x="964547" y="275593"/>
                  <a:pt x="968207" y="271889"/>
                  <a:pt x="968207" y="267319"/>
                </a:cubicBezTo>
                <a:cubicBezTo>
                  <a:pt x="968207" y="262745"/>
                  <a:pt x="964547" y="259041"/>
                  <a:pt x="960028" y="259041"/>
                </a:cubicBezTo>
                <a:close/>
                <a:moveTo>
                  <a:pt x="8217" y="302375"/>
                </a:moveTo>
                <a:cubicBezTo>
                  <a:pt x="3660" y="302375"/>
                  <a:pt x="0" y="306079"/>
                  <a:pt x="0" y="310653"/>
                </a:cubicBezTo>
                <a:cubicBezTo>
                  <a:pt x="0" y="315223"/>
                  <a:pt x="3660" y="318927"/>
                  <a:pt x="8217" y="318927"/>
                </a:cubicBezTo>
                <a:cubicBezTo>
                  <a:pt x="12736" y="318927"/>
                  <a:pt x="16396" y="315223"/>
                  <a:pt x="16396" y="310653"/>
                </a:cubicBezTo>
                <a:cubicBezTo>
                  <a:pt x="16396" y="306079"/>
                  <a:pt x="12736" y="302375"/>
                  <a:pt x="8217" y="302375"/>
                </a:cubicBezTo>
                <a:close/>
                <a:moveTo>
                  <a:pt x="46276" y="302375"/>
                </a:moveTo>
                <a:cubicBezTo>
                  <a:pt x="41757" y="302375"/>
                  <a:pt x="38059" y="306079"/>
                  <a:pt x="38059" y="310653"/>
                </a:cubicBezTo>
                <a:cubicBezTo>
                  <a:pt x="38059" y="315223"/>
                  <a:pt x="41757" y="318927"/>
                  <a:pt x="46276" y="318927"/>
                </a:cubicBezTo>
                <a:cubicBezTo>
                  <a:pt x="50795" y="318927"/>
                  <a:pt x="54493" y="315223"/>
                  <a:pt x="54493" y="310653"/>
                </a:cubicBezTo>
                <a:cubicBezTo>
                  <a:pt x="54493" y="306079"/>
                  <a:pt x="50795" y="302375"/>
                  <a:pt x="46276" y="302375"/>
                </a:cubicBezTo>
                <a:close/>
                <a:moveTo>
                  <a:pt x="84335" y="302375"/>
                </a:moveTo>
                <a:cubicBezTo>
                  <a:pt x="79816" y="302375"/>
                  <a:pt x="76155" y="306079"/>
                  <a:pt x="76155" y="310653"/>
                </a:cubicBezTo>
                <a:cubicBezTo>
                  <a:pt x="76155" y="315223"/>
                  <a:pt x="79816" y="318927"/>
                  <a:pt x="84335" y="318927"/>
                </a:cubicBezTo>
                <a:cubicBezTo>
                  <a:pt x="88892" y="318927"/>
                  <a:pt x="92552" y="315223"/>
                  <a:pt x="92552" y="310653"/>
                </a:cubicBezTo>
                <a:cubicBezTo>
                  <a:pt x="92552" y="306079"/>
                  <a:pt x="88892" y="302375"/>
                  <a:pt x="84335" y="302375"/>
                </a:cubicBezTo>
                <a:close/>
                <a:moveTo>
                  <a:pt x="122431" y="302375"/>
                </a:moveTo>
                <a:cubicBezTo>
                  <a:pt x="117875" y="302375"/>
                  <a:pt x="114215" y="306079"/>
                  <a:pt x="114215" y="310653"/>
                </a:cubicBezTo>
                <a:cubicBezTo>
                  <a:pt x="114215" y="315223"/>
                  <a:pt x="117875" y="318927"/>
                  <a:pt x="122431" y="318927"/>
                </a:cubicBezTo>
                <a:cubicBezTo>
                  <a:pt x="126950" y="318927"/>
                  <a:pt x="130611" y="315223"/>
                  <a:pt x="130611" y="310653"/>
                </a:cubicBezTo>
                <a:cubicBezTo>
                  <a:pt x="130611" y="306079"/>
                  <a:pt x="126950" y="302375"/>
                  <a:pt x="122431" y="302375"/>
                </a:cubicBezTo>
                <a:close/>
                <a:moveTo>
                  <a:pt x="160491" y="302375"/>
                </a:moveTo>
                <a:cubicBezTo>
                  <a:pt x="155971" y="302375"/>
                  <a:pt x="152273" y="306079"/>
                  <a:pt x="152273" y="310653"/>
                </a:cubicBezTo>
                <a:cubicBezTo>
                  <a:pt x="152273" y="315223"/>
                  <a:pt x="155971" y="318927"/>
                  <a:pt x="160491" y="318927"/>
                </a:cubicBezTo>
                <a:cubicBezTo>
                  <a:pt x="165010" y="318927"/>
                  <a:pt x="168707" y="315223"/>
                  <a:pt x="168707" y="310653"/>
                </a:cubicBezTo>
                <a:cubicBezTo>
                  <a:pt x="168707" y="306079"/>
                  <a:pt x="165010" y="302375"/>
                  <a:pt x="160491" y="302375"/>
                </a:cubicBezTo>
                <a:close/>
                <a:moveTo>
                  <a:pt x="198549" y="302375"/>
                </a:moveTo>
                <a:cubicBezTo>
                  <a:pt x="194030" y="302375"/>
                  <a:pt x="190370" y="306079"/>
                  <a:pt x="190370" y="310653"/>
                </a:cubicBezTo>
                <a:cubicBezTo>
                  <a:pt x="190370" y="315223"/>
                  <a:pt x="194030" y="318927"/>
                  <a:pt x="198549" y="318927"/>
                </a:cubicBezTo>
                <a:cubicBezTo>
                  <a:pt x="203106" y="318927"/>
                  <a:pt x="206766" y="315223"/>
                  <a:pt x="206766" y="310653"/>
                </a:cubicBezTo>
                <a:cubicBezTo>
                  <a:pt x="206766" y="306079"/>
                  <a:pt x="203106" y="302375"/>
                  <a:pt x="198549" y="302375"/>
                </a:cubicBezTo>
                <a:close/>
                <a:moveTo>
                  <a:pt x="236645" y="302375"/>
                </a:moveTo>
                <a:cubicBezTo>
                  <a:pt x="232089" y="302375"/>
                  <a:pt x="228429" y="306079"/>
                  <a:pt x="228429" y="310653"/>
                </a:cubicBezTo>
                <a:cubicBezTo>
                  <a:pt x="228429" y="315223"/>
                  <a:pt x="232089" y="318927"/>
                  <a:pt x="236645" y="318927"/>
                </a:cubicBezTo>
                <a:cubicBezTo>
                  <a:pt x="241165" y="318927"/>
                  <a:pt x="244825" y="315223"/>
                  <a:pt x="244825" y="310653"/>
                </a:cubicBezTo>
                <a:cubicBezTo>
                  <a:pt x="244825" y="306079"/>
                  <a:pt x="241165" y="302375"/>
                  <a:pt x="236645" y="302375"/>
                </a:cubicBezTo>
                <a:close/>
                <a:moveTo>
                  <a:pt x="274705" y="302375"/>
                </a:moveTo>
                <a:cubicBezTo>
                  <a:pt x="270186" y="302375"/>
                  <a:pt x="266525" y="306079"/>
                  <a:pt x="266525" y="310653"/>
                </a:cubicBezTo>
                <a:cubicBezTo>
                  <a:pt x="266525" y="315223"/>
                  <a:pt x="270186" y="318927"/>
                  <a:pt x="274705" y="318927"/>
                </a:cubicBezTo>
                <a:cubicBezTo>
                  <a:pt x="279224" y="318927"/>
                  <a:pt x="282921" y="315223"/>
                  <a:pt x="282921" y="310653"/>
                </a:cubicBezTo>
                <a:cubicBezTo>
                  <a:pt x="282921" y="306079"/>
                  <a:pt x="279224" y="302375"/>
                  <a:pt x="274705" y="302375"/>
                </a:cubicBezTo>
                <a:close/>
                <a:moveTo>
                  <a:pt x="312763" y="302375"/>
                </a:moveTo>
                <a:cubicBezTo>
                  <a:pt x="308244" y="302375"/>
                  <a:pt x="304584" y="306079"/>
                  <a:pt x="304584" y="310653"/>
                </a:cubicBezTo>
                <a:cubicBezTo>
                  <a:pt x="304584" y="315223"/>
                  <a:pt x="308244" y="318927"/>
                  <a:pt x="312763" y="318927"/>
                </a:cubicBezTo>
                <a:cubicBezTo>
                  <a:pt x="317320" y="318927"/>
                  <a:pt x="320981" y="315223"/>
                  <a:pt x="320981" y="310653"/>
                </a:cubicBezTo>
                <a:cubicBezTo>
                  <a:pt x="320981" y="306079"/>
                  <a:pt x="317320" y="302375"/>
                  <a:pt x="312763" y="302375"/>
                </a:cubicBezTo>
                <a:close/>
                <a:moveTo>
                  <a:pt x="350860" y="302375"/>
                </a:moveTo>
                <a:cubicBezTo>
                  <a:pt x="346340" y="302375"/>
                  <a:pt x="342643" y="306079"/>
                  <a:pt x="342643" y="310653"/>
                </a:cubicBezTo>
                <a:cubicBezTo>
                  <a:pt x="342643" y="315223"/>
                  <a:pt x="346340" y="318927"/>
                  <a:pt x="350860" y="318927"/>
                </a:cubicBezTo>
                <a:cubicBezTo>
                  <a:pt x="355379" y="318927"/>
                  <a:pt x="359039" y="315223"/>
                  <a:pt x="359039" y="310653"/>
                </a:cubicBezTo>
                <a:cubicBezTo>
                  <a:pt x="359039" y="306079"/>
                  <a:pt x="355379" y="302375"/>
                  <a:pt x="350860" y="302375"/>
                </a:cubicBezTo>
                <a:close/>
                <a:moveTo>
                  <a:pt x="388919" y="302375"/>
                </a:moveTo>
                <a:cubicBezTo>
                  <a:pt x="384400" y="302375"/>
                  <a:pt x="380740" y="306079"/>
                  <a:pt x="380740" y="310653"/>
                </a:cubicBezTo>
                <a:cubicBezTo>
                  <a:pt x="380740" y="315223"/>
                  <a:pt x="384400" y="318927"/>
                  <a:pt x="388919" y="318927"/>
                </a:cubicBezTo>
                <a:cubicBezTo>
                  <a:pt x="393438" y="318927"/>
                  <a:pt x="397136" y="315223"/>
                  <a:pt x="397136" y="310653"/>
                </a:cubicBezTo>
                <a:cubicBezTo>
                  <a:pt x="397136" y="306079"/>
                  <a:pt x="393438" y="302375"/>
                  <a:pt x="388919" y="302375"/>
                </a:cubicBezTo>
                <a:close/>
                <a:moveTo>
                  <a:pt x="427015" y="302375"/>
                </a:moveTo>
                <a:cubicBezTo>
                  <a:pt x="422458" y="302375"/>
                  <a:pt x="418798" y="306079"/>
                  <a:pt x="418798" y="310653"/>
                </a:cubicBezTo>
                <a:cubicBezTo>
                  <a:pt x="418798" y="315223"/>
                  <a:pt x="422458" y="318927"/>
                  <a:pt x="427015" y="318927"/>
                </a:cubicBezTo>
                <a:cubicBezTo>
                  <a:pt x="431535" y="318927"/>
                  <a:pt x="435195" y="315223"/>
                  <a:pt x="435195" y="310653"/>
                </a:cubicBezTo>
                <a:cubicBezTo>
                  <a:pt x="435195" y="306079"/>
                  <a:pt x="431535" y="302375"/>
                  <a:pt x="427015" y="302375"/>
                </a:cubicBezTo>
                <a:close/>
                <a:moveTo>
                  <a:pt x="465074" y="302375"/>
                </a:moveTo>
                <a:cubicBezTo>
                  <a:pt x="460555" y="302375"/>
                  <a:pt x="456858" y="306079"/>
                  <a:pt x="456858" y="310653"/>
                </a:cubicBezTo>
                <a:cubicBezTo>
                  <a:pt x="456858" y="315223"/>
                  <a:pt x="460555" y="318927"/>
                  <a:pt x="465074" y="318927"/>
                </a:cubicBezTo>
                <a:cubicBezTo>
                  <a:pt x="469593" y="318927"/>
                  <a:pt x="473254" y="315223"/>
                  <a:pt x="473254" y="310653"/>
                </a:cubicBezTo>
                <a:cubicBezTo>
                  <a:pt x="473254" y="306079"/>
                  <a:pt x="469593" y="302375"/>
                  <a:pt x="465074" y="302375"/>
                </a:cubicBezTo>
                <a:close/>
                <a:moveTo>
                  <a:pt x="503133" y="302375"/>
                </a:moveTo>
                <a:cubicBezTo>
                  <a:pt x="498614" y="302375"/>
                  <a:pt x="494954" y="306079"/>
                  <a:pt x="494954" y="310653"/>
                </a:cubicBezTo>
                <a:cubicBezTo>
                  <a:pt x="494954" y="315223"/>
                  <a:pt x="498614" y="318927"/>
                  <a:pt x="503133" y="318927"/>
                </a:cubicBezTo>
                <a:cubicBezTo>
                  <a:pt x="507690" y="318927"/>
                  <a:pt x="511350" y="315223"/>
                  <a:pt x="511350" y="310653"/>
                </a:cubicBezTo>
                <a:cubicBezTo>
                  <a:pt x="511350" y="306079"/>
                  <a:pt x="507690" y="302375"/>
                  <a:pt x="503133" y="302375"/>
                </a:cubicBezTo>
                <a:close/>
                <a:moveTo>
                  <a:pt x="541230" y="302375"/>
                </a:moveTo>
                <a:cubicBezTo>
                  <a:pt x="536673" y="302375"/>
                  <a:pt x="533013" y="306079"/>
                  <a:pt x="533013" y="310653"/>
                </a:cubicBezTo>
                <a:cubicBezTo>
                  <a:pt x="533013" y="315223"/>
                  <a:pt x="536673" y="318927"/>
                  <a:pt x="541230" y="318927"/>
                </a:cubicBezTo>
                <a:cubicBezTo>
                  <a:pt x="545749" y="318927"/>
                  <a:pt x="549409" y="315223"/>
                  <a:pt x="549409" y="310653"/>
                </a:cubicBezTo>
                <a:cubicBezTo>
                  <a:pt x="549409" y="306079"/>
                  <a:pt x="545749" y="302375"/>
                  <a:pt x="541230" y="302375"/>
                </a:cubicBezTo>
                <a:close/>
                <a:moveTo>
                  <a:pt x="579289" y="302375"/>
                </a:moveTo>
                <a:cubicBezTo>
                  <a:pt x="574769" y="302375"/>
                  <a:pt x="571072" y="306079"/>
                  <a:pt x="571072" y="310653"/>
                </a:cubicBezTo>
                <a:cubicBezTo>
                  <a:pt x="571072" y="315223"/>
                  <a:pt x="574769" y="318927"/>
                  <a:pt x="579289" y="318927"/>
                </a:cubicBezTo>
                <a:cubicBezTo>
                  <a:pt x="583808" y="318927"/>
                  <a:pt x="587506" y="315223"/>
                  <a:pt x="587506" y="310653"/>
                </a:cubicBezTo>
                <a:cubicBezTo>
                  <a:pt x="587506" y="306079"/>
                  <a:pt x="583808" y="302375"/>
                  <a:pt x="579289" y="302375"/>
                </a:cubicBezTo>
                <a:close/>
                <a:moveTo>
                  <a:pt x="617348" y="302375"/>
                </a:moveTo>
                <a:cubicBezTo>
                  <a:pt x="612828" y="302375"/>
                  <a:pt x="609168" y="306079"/>
                  <a:pt x="609168" y="310653"/>
                </a:cubicBezTo>
                <a:cubicBezTo>
                  <a:pt x="609168" y="315223"/>
                  <a:pt x="612828" y="318927"/>
                  <a:pt x="617348" y="318927"/>
                </a:cubicBezTo>
                <a:cubicBezTo>
                  <a:pt x="621904" y="318927"/>
                  <a:pt x="625564" y="315223"/>
                  <a:pt x="625564" y="310653"/>
                </a:cubicBezTo>
                <a:cubicBezTo>
                  <a:pt x="625564" y="306079"/>
                  <a:pt x="621904" y="302375"/>
                  <a:pt x="617348" y="302375"/>
                </a:cubicBezTo>
                <a:close/>
                <a:moveTo>
                  <a:pt x="655444" y="302375"/>
                </a:moveTo>
                <a:cubicBezTo>
                  <a:pt x="650887" y="302375"/>
                  <a:pt x="647227" y="306079"/>
                  <a:pt x="647227" y="310653"/>
                </a:cubicBezTo>
                <a:cubicBezTo>
                  <a:pt x="647227" y="315223"/>
                  <a:pt x="650887" y="318927"/>
                  <a:pt x="655444" y="318927"/>
                </a:cubicBezTo>
                <a:cubicBezTo>
                  <a:pt x="659963" y="318927"/>
                  <a:pt x="663624" y="315223"/>
                  <a:pt x="663624" y="310653"/>
                </a:cubicBezTo>
                <a:cubicBezTo>
                  <a:pt x="663624" y="306079"/>
                  <a:pt x="659963" y="302375"/>
                  <a:pt x="655444" y="302375"/>
                </a:cubicBezTo>
                <a:close/>
                <a:moveTo>
                  <a:pt x="693503" y="302375"/>
                </a:moveTo>
                <a:cubicBezTo>
                  <a:pt x="688984" y="302375"/>
                  <a:pt x="685286" y="306079"/>
                  <a:pt x="685286" y="310653"/>
                </a:cubicBezTo>
                <a:cubicBezTo>
                  <a:pt x="685286" y="315223"/>
                  <a:pt x="688984" y="318927"/>
                  <a:pt x="693503" y="318927"/>
                </a:cubicBezTo>
                <a:cubicBezTo>
                  <a:pt x="698022" y="318927"/>
                  <a:pt x="701720" y="315223"/>
                  <a:pt x="701720" y="310653"/>
                </a:cubicBezTo>
                <a:cubicBezTo>
                  <a:pt x="701720" y="306079"/>
                  <a:pt x="698022" y="302375"/>
                  <a:pt x="693503" y="302375"/>
                </a:cubicBezTo>
                <a:close/>
                <a:moveTo>
                  <a:pt x="731562" y="302375"/>
                </a:moveTo>
                <a:cubicBezTo>
                  <a:pt x="727043" y="302375"/>
                  <a:pt x="723382" y="306079"/>
                  <a:pt x="723382" y="310653"/>
                </a:cubicBezTo>
                <a:cubicBezTo>
                  <a:pt x="723382" y="315223"/>
                  <a:pt x="727043" y="318927"/>
                  <a:pt x="731562" y="318927"/>
                </a:cubicBezTo>
                <a:cubicBezTo>
                  <a:pt x="736119" y="318927"/>
                  <a:pt x="739779" y="315223"/>
                  <a:pt x="739779" y="310653"/>
                </a:cubicBezTo>
                <a:cubicBezTo>
                  <a:pt x="739779" y="306079"/>
                  <a:pt x="736119" y="302375"/>
                  <a:pt x="731562" y="302375"/>
                </a:cubicBezTo>
                <a:close/>
                <a:moveTo>
                  <a:pt x="769658" y="302375"/>
                </a:moveTo>
                <a:cubicBezTo>
                  <a:pt x="765102" y="302375"/>
                  <a:pt x="761441" y="306079"/>
                  <a:pt x="761441" y="310653"/>
                </a:cubicBezTo>
                <a:cubicBezTo>
                  <a:pt x="761441" y="315223"/>
                  <a:pt x="765102" y="318927"/>
                  <a:pt x="769658" y="318927"/>
                </a:cubicBezTo>
                <a:cubicBezTo>
                  <a:pt x="774177" y="318927"/>
                  <a:pt x="777838" y="315223"/>
                  <a:pt x="777838" y="310653"/>
                </a:cubicBezTo>
                <a:cubicBezTo>
                  <a:pt x="777838" y="306079"/>
                  <a:pt x="774177" y="302375"/>
                  <a:pt x="769658" y="302375"/>
                </a:cubicBezTo>
                <a:close/>
                <a:moveTo>
                  <a:pt x="807717" y="302375"/>
                </a:moveTo>
                <a:cubicBezTo>
                  <a:pt x="803198" y="302375"/>
                  <a:pt x="799538" y="306079"/>
                  <a:pt x="799538" y="310653"/>
                </a:cubicBezTo>
                <a:cubicBezTo>
                  <a:pt x="799538" y="315223"/>
                  <a:pt x="803198" y="318927"/>
                  <a:pt x="807717" y="318927"/>
                </a:cubicBezTo>
                <a:cubicBezTo>
                  <a:pt x="812237" y="318927"/>
                  <a:pt x="815934" y="315223"/>
                  <a:pt x="815934" y="310653"/>
                </a:cubicBezTo>
                <a:cubicBezTo>
                  <a:pt x="815934" y="306079"/>
                  <a:pt x="812237" y="302375"/>
                  <a:pt x="807717" y="302375"/>
                </a:cubicBezTo>
                <a:close/>
                <a:moveTo>
                  <a:pt x="845776" y="302375"/>
                </a:moveTo>
                <a:cubicBezTo>
                  <a:pt x="841257" y="302375"/>
                  <a:pt x="837597" y="306079"/>
                  <a:pt x="837597" y="310653"/>
                </a:cubicBezTo>
                <a:cubicBezTo>
                  <a:pt x="837597" y="315223"/>
                  <a:pt x="841257" y="318927"/>
                  <a:pt x="845776" y="318927"/>
                </a:cubicBezTo>
                <a:cubicBezTo>
                  <a:pt x="850333" y="318927"/>
                  <a:pt x="853993" y="315223"/>
                  <a:pt x="853993" y="310653"/>
                </a:cubicBezTo>
                <a:cubicBezTo>
                  <a:pt x="853993" y="306079"/>
                  <a:pt x="850333" y="302375"/>
                  <a:pt x="845776" y="302375"/>
                </a:cubicBezTo>
                <a:close/>
                <a:moveTo>
                  <a:pt x="883873" y="302375"/>
                </a:moveTo>
                <a:cubicBezTo>
                  <a:pt x="879353" y="302375"/>
                  <a:pt x="875656" y="306079"/>
                  <a:pt x="875656" y="310653"/>
                </a:cubicBezTo>
                <a:cubicBezTo>
                  <a:pt x="875656" y="315223"/>
                  <a:pt x="879353" y="318927"/>
                  <a:pt x="883873" y="318927"/>
                </a:cubicBezTo>
                <a:cubicBezTo>
                  <a:pt x="888392" y="318927"/>
                  <a:pt x="892052" y="315223"/>
                  <a:pt x="892052" y="310653"/>
                </a:cubicBezTo>
                <a:cubicBezTo>
                  <a:pt x="892052" y="306079"/>
                  <a:pt x="888392" y="302375"/>
                  <a:pt x="883873" y="302375"/>
                </a:cubicBezTo>
                <a:close/>
                <a:moveTo>
                  <a:pt x="921932" y="302375"/>
                </a:moveTo>
                <a:cubicBezTo>
                  <a:pt x="917412" y="302375"/>
                  <a:pt x="913752" y="306079"/>
                  <a:pt x="913752" y="310653"/>
                </a:cubicBezTo>
                <a:cubicBezTo>
                  <a:pt x="913752" y="315223"/>
                  <a:pt x="917412" y="318927"/>
                  <a:pt x="921932" y="318927"/>
                </a:cubicBezTo>
                <a:cubicBezTo>
                  <a:pt x="926451" y="318927"/>
                  <a:pt x="930148" y="315223"/>
                  <a:pt x="930148" y="310653"/>
                </a:cubicBezTo>
                <a:cubicBezTo>
                  <a:pt x="930148" y="306079"/>
                  <a:pt x="926451" y="302375"/>
                  <a:pt x="921932" y="302375"/>
                </a:cubicBezTo>
                <a:close/>
                <a:moveTo>
                  <a:pt x="960028" y="302375"/>
                </a:moveTo>
                <a:cubicBezTo>
                  <a:pt x="955471" y="302375"/>
                  <a:pt x="951811" y="306079"/>
                  <a:pt x="951811" y="310653"/>
                </a:cubicBezTo>
                <a:cubicBezTo>
                  <a:pt x="951811" y="315223"/>
                  <a:pt x="955471" y="318927"/>
                  <a:pt x="960028" y="318927"/>
                </a:cubicBezTo>
                <a:cubicBezTo>
                  <a:pt x="964547" y="318927"/>
                  <a:pt x="968207" y="315223"/>
                  <a:pt x="968207" y="310653"/>
                </a:cubicBezTo>
                <a:cubicBezTo>
                  <a:pt x="968207" y="306079"/>
                  <a:pt x="964547" y="302375"/>
                  <a:pt x="960028" y="302375"/>
                </a:cubicBezTo>
                <a:close/>
                <a:moveTo>
                  <a:pt x="8217" y="345709"/>
                </a:moveTo>
                <a:cubicBezTo>
                  <a:pt x="3660" y="345709"/>
                  <a:pt x="0" y="349413"/>
                  <a:pt x="0" y="353987"/>
                </a:cubicBezTo>
                <a:cubicBezTo>
                  <a:pt x="0" y="358557"/>
                  <a:pt x="3660" y="362261"/>
                  <a:pt x="8217" y="362261"/>
                </a:cubicBezTo>
                <a:cubicBezTo>
                  <a:pt x="12736" y="362261"/>
                  <a:pt x="16396" y="358557"/>
                  <a:pt x="16396" y="353987"/>
                </a:cubicBezTo>
                <a:cubicBezTo>
                  <a:pt x="16396" y="349413"/>
                  <a:pt x="12736" y="345709"/>
                  <a:pt x="8217" y="345709"/>
                </a:cubicBezTo>
                <a:close/>
                <a:moveTo>
                  <a:pt x="46276" y="345709"/>
                </a:moveTo>
                <a:cubicBezTo>
                  <a:pt x="41757" y="345709"/>
                  <a:pt x="38059" y="349413"/>
                  <a:pt x="38059" y="353987"/>
                </a:cubicBezTo>
                <a:cubicBezTo>
                  <a:pt x="38059" y="358557"/>
                  <a:pt x="41757" y="362261"/>
                  <a:pt x="46276" y="362261"/>
                </a:cubicBezTo>
                <a:cubicBezTo>
                  <a:pt x="50795" y="362261"/>
                  <a:pt x="54493" y="358557"/>
                  <a:pt x="54493" y="353987"/>
                </a:cubicBezTo>
                <a:cubicBezTo>
                  <a:pt x="54493" y="349413"/>
                  <a:pt x="50795" y="345709"/>
                  <a:pt x="46276" y="345709"/>
                </a:cubicBezTo>
                <a:close/>
                <a:moveTo>
                  <a:pt x="84335" y="345709"/>
                </a:moveTo>
                <a:cubicBezTo>
                  <a:pt x="79816" y="345709"/>
                  <a:pt x="76155" y="349413"/>
                  <a:pt x="76155" y="353987"/>
                </a:cubicBezTo>
                <a:cubicBezTo>
                  <a:pt x="76155" y="358557"/>
                  <a:pt x="79816" y="362261"/>
                  <a:pt x="84335" y="362261"/>
                </a:cubicBezTo>
                <a:cubicBezTo>
                  <a:pt x="88892" y="362261"/>
                  <a:pt x="92552" y="358557"/>
                  <a:pt x="92552" y="353987"/>
                </a:cubicBezTo>
                <a:cubicBezTo>
                  <a:pt x="92552" y="349413"/>
                  <a:pt x="88892" y="345709"/>
                  <a:pt x="84335" y="345709"/>
                </a:cubicBezTo>
                <a:close/>
                <a:moveTo>
                  <a:pt x="122431" y="345709"/>
                </a:moveTo>
                <a:cubicBezTo>
                  <a:pt x="117875" y="345709"/>
                  <a:pt x="114215" y="349413"/>
                  <a:pt x="114215" y="353987"/>
                </a:cubicBezTo>
                <a:cubicBezTo>
                  <a:pt x="114215" y="358557"/>
                  <a:pt x="117875" y="362261"/>
                  <a:pt x="122431" y="362261"/>
                </a:cubicBezTo>
                <a:cubicBezTo>
                  <a:pt x="126950" y="362261"/>
                  <a:pt x="130611" y="358557"/>
                  <a:pt x="130611" y="353987"/>
                </a:cubicBezTo>
                <a:cubicBezTo>
                  <a:pt x="130611" y="349413"/>
                  <a:pt x="126950" y="345709"/>
                  <a:pt x="122431" y="345709"/>
                </a:cubicBezTo>
                <a:close/>
                <a:moveTo>
                  <a:pt x="160491" y="345709"/>
                </a:moveTo>
                <a:cubicBezTo>
                  <a:pt x="155971" y="345709"/>
                  <a:pt x="152273" y="349413"/>
                  <a:pt x="152273" y="353987"/>
                </a:cubicBezTo>
                <a:cubicBezTo>
                  <a:pt x="152273" y="358557"/>
                  <a:pt x="155971" y="362261"/>
                  <a:pt x="160491" y="362261"/>
                </a:cubicBezTo>
                <a:cubicBezTo>
                  <a:pt x="165010" y="362261"/>
                  <a:pt x="168707" y="358557"/>
                  <a:pt x="168707" y="353987"/>
                </a:cubicBezTo>
                <a:cubicBezTo>
                  <a:pt x="168707" y="349413"/>
                  <a:pt x="165010" y="345709"/>
                  <a:pt x="160491" y="345709"/>
                </a:cubicBezTo>
                <a:close/>
                <a:moveTo>
                  <a:pt x="198549" y="345709"/>
                </a:moveTo>
                <a:cubicBezTo>
                  <a:pt x="194030" y="345709"/>
                  <a:pt x="190370" y="349413"/>
                  <a:pt x="190370" y="353987"/>
                </a:cubicBezTo>
                <a:cubicBezTo>
                  <a:pt x="190370" y="358557"/>
                  <a:pt x="194030" y="362261"/>
                  <a:pt x="198549" y="362261"/>
                </a:cubicBezTo>
                <a:cubicBezTo>
                  <a:pt x="203106" y="362261"/>
                  <a:pt x="206766" y="358557"/>
                  <a:pt x="206766" y="353987"/>
                </a:cubicBezTo>
                <a:cubicBezTo>
                  <a:pt x="206766" y="349413"/>
                  <a:pt x="203106" y="345709"/>
                  <a:pt x="198549" y="345709"/>
                </a:cubicBezTo>
                <a:close/>
                <a:moveTo>
                  <a:pt x="236645" y="345709"/>
                </a:moveTo>
                <a:cubicBezTo>
                  <a:pt x="232089" y="345709"/>
                  <a:pt x="228429" y="349413"/>
                  <a:pt x="228429" y="353987"/>
                </a:cubicBezTo>
                <a:cubicBezTo>
                  <a:pt x="228429" y="358557"/>
                  <a:pt x="232089" y="362261"/>
                  <a:pt x="236645" y="362261"/>
                </a:cubicBezTo>
                <a:cubicBezTo>
                  <a:pt x="241165" y="362261"/>
                  <a:pt x="244825" y="358557"/>
                  <a:pt x="244825" y="353987"/>
                </a:cubicBezTo>
                <a:cubicBezTo>
                  <a:pt x="244825" y="349413"/>
                  <a:pt x="241165" y="345709"/>
                  <a:pt x="236645" y="345709"/>
                </a:cubicBezTo>
                <a:close/>
                <a:moveTo>
                  <a:pt x="274705" y="345709"/>
                </a:moveTo>
                <a:cubicBezTo>
                  <a:pt x="270186" y="345709"/>
                  <a:pt x="266525" y="349413"/>
                  <a:pt x="266525" y="353987"/>
                </a:cubicBezTo>
                <a:cubicBezTo>
                  <a:pt x="266525" y="358557"/>
                  <a:pt x="270186" y="362261"/>
                  <a:pt x="274705" y="362261"/>
                </a:cubicBezTo>
                <a:cubicBezTo>
                  <a:pt x="279224" y="362261"/>
                  <a:pt x="282921" y="358557"/>
                  <a:pt x="282921" y="353987"/>
                </a:cubicBezTo>
                <a:cubicBezTo>
                  <a:pt x="282921" y="349413"/>
                  <a:pt x="279224" y="345709"/>
                  <a:pt x="274705" y="345709"/>
                </a:cubicBezTo>
                <a:close/>
                <a:moveTo>
                  <a:pt x="312763" y="345709"/>
                </a:moveTo>
                <a:cubicBezTo>
                  <a:pt x="308244" y="345709"/>
                  <a:pt x="304584" y="349413"/>
                  <a:pt x="304584" y="353987"/>
                </a:cubicBezTo>
                <a:cubicBezTo>
                  <a:pt x="304584" y="358557"/>
                  <a:pt x="308244" y="362261"/>
                  <a:pt x="312763" y="362261"/>
                </a:cubicBezTo>
                <a:cubicBezTo>
                  <a:pt x="317320" y="362261"/>
                  <a:pt x="320981" y="358557"/>
                  <a:pt x="320981" y="353987"/>
                </a:cubicBezTo>
                <a:cubicBezTo>
                  <a:pt x="320981" y="349413"/>
                  <a:pt x="317320" y="345709"/>
                  <a:pt x="312763" y="345709"/>
                </a:cubicBezTo>
                <a:close/>
                <a:moveTo>
                  <a:pt x="350860" y="345709"/>
                </a:moveTo>
                <a:cubicBezTo>
                  <a:pt x="346340" y="345709"/>
                  <a:pt x="342643" y="349413"/>
                  <a:pt x="342643" y="353987"/>
                </a:cubicBezTo>
                <a:cubicBezTo>
                  <a:pt x="342643" y="358557"/>
                  <a:pt x="346340" y="362261"/>
                  <a:pt x="350860" y="362261"/>
                </a:cubicBezTo>
                <a:cubicBezTo>
                  <a:pt x="355379" y="362261"/>
                  <a:pt x="359039" y="358557"/>
                  <a:pt x="359039" y="353987"/>
                </a:cubicBezTo>
                <a:cubicBezTo>
                  <a:pt x="359039" y="349413"/>
                  <a:pt x="355379" y="345709"/>
                  <a:pt x="350860" y="345709"/>
                </a:cubicBezTo>
                <a:close/>
                <a:moveTo>
                  <a:pt x="388919" y="345709"/>
                </a:moveTo>
                <a:cubicBezTo>
                  <a:pt x="384400" y="345709"/>
                  <a:pt x="380740" y="349413"/>
                  <a:pt x="380740" y="353987"/>
                </a:cubicBezTo>
                <a:cubicBezTo>
                  <a:pt x="380740" y="358557"/>
                  <a:pt x="384400" y="362261"/>
                  <a:pt x="388919" y="362261"/>
                </a:cubicBezTo>
                <a:cubicBezTo>
                  <a:pt x="393438" y="362261"/>
                  <a:pt x="397136" y="358557"/>
                  <a:pt x="397136" y="353987"/>
                </a:cubicBezTo>
                <a:cubicBezTo>
                  <a:pt x="397136" y="349413"/>
                  <a:pt x="393438" y="345709"/>
                  <a:pt x="388919" y="345709"/>
                </a:cubicBezTo>
                <a:close/>
                <a:moveTo>
                  <a:pt x="427015" y="345709"/>
                </a:moveTo>
                <a:cubicBezTo>
                  <a:pt x="422458" y="345709"/>
                  <a:pt x="418798" y="349413"/>
                  <a:pt x="418798" y="353987"/>
                </a:cubicBezTo>
                <a:cubicBezTo>
                  <a:pt x="418798" y="358557"/>
                  <a:pt x="422458" y="362261"/>
                  <a:pt x="427015" y="362261"/>
                </a:cubicBezTo>
                <a:cubicBezTo>
                  <a:pt x="431535" y="362261"/>
                  <a:pt x="435195" y="358557"/>
                  <a:pt x="435195" y="353987"/>
                </a:cubicBezTo>
                <a:cubicBezTo>
                  <a:pt x="435195" y="349413"/>
                  <a:pt x="431535" y="345709"/>
                  <a:pt x="427015" y="345709"/>
                </a:cubicBezTo>
                <a:close/>
                <a:moveTo>
                  <a:pt x="465074" y="345709"/>
                </a:moveTo>
                <a:cubicBezTo>
                  <a:pt x="460555" y="345709"/>
                  <a:pt x="456858" y="349413"/>
                  <a:pt x="456858" y="353987"/>
                </a:cubicBezTo>
                <a:cubicBezTo>
                  <a:pt x="456858" y="358557"/>
                  <a:pt x="460555" y="362261"/>
                  <a:pt x="465074" y="362261"/>
                </a:cubicBezTo>
                <a:cubicBezTo>
                  <a:pt x="469593" y="362261"/>
                  <a:pt x="473254" y="358557"/>
                  <a:pt x="473254" y="353987"/>
                </a:cubicBezTo>
                <a:cubicBezTo>
                  <a:pt x="473254" y="349413"/>
                  <a:pt x="469593" y="345709"/>
                  <a:pt x="465074" y="345709"/>
                </a:cubicBezTo>
                <a:close/>
                <a:moveTo>
                  <a:pt x="503133" y="345709"/>
                </a:moveTo>
                <a:cubicBezTo>
                  <a:pt x="498614" y="345709"/>
                  <a:pt x="494954" y="349413"/>
                  <a:pt x="494954" y="353987"/>
                </a:cubicBezTo>
                <a:cubicBezTo>
                  <a:pt x="494954" y="358557"/>
                  <a:pt x="498614" y="362261"/>
                  <a:pt x="503133" y="362261"/>
                </a:cubicBezTo>
                <a:cubicBezTo>
                  <a:pt x="507690" y="362261"/>
                  <a:pt x="511350" y="358557"/>
                  <a:pt x="511350" y="353987"/>
                </a:cubicBezTo>
                <a:cubicBezTo>
                  <a:pt x="511350" y="349413"/>
                  <a:pt x="507690" y="345709"/>
                  <a:pt x="503133" y="345709"/>
                </a:cubicBezTo>
                <a:close/>
                <a:moveTo>
                  <a:pt x="541230" y="345709"/>
                </a:moveTo>
                <a:cubicBezTo>
                  <a:pt x="536673" y="345709"/>
                  <a:pt x="533013" y="349413"/>
                  <a:pt x="533013" y="353987"/>
                </a:cubicBezTo>
                <a:cubicBezTo>
                  <a:pt x="533013" y="358557"/>
                  <a:pt x="536673" y="362261"/>
                  <a:pt x="541230" y="362261"/>
                </a:cubicBezTo>
                <a:cubicBezTo>
                  <a:pt x="545749" y="362261"/>
                  <a:pt x="549409" y="358557"/>
                  <a:pt x="549409" y="353987"/>
                </a:cubicBezTo>
                <a:cubicBezTo>
                  <a:pt x="549409" y="349413"/>
                  <a:pt x="545749" y="345709"/>
                  <a:pt x="541230" y="345709"/>
                </a:cubicBezTo>
                <a:close/>
                <a:moveTo>
                  <a:pt x="579289" y="345709"/>
                </a:moveTo>
                <a:cubicBezTo>
                  <a:pt x="574769" y="345709"/>
                  <a:pt x="571072" y="349413"/>
                  <a:pt x="571072" y="353987"/>
                </a:cubicBezTo>
                <a:cubicBezTo>
                  <a:pt x="571072" y="358557"/>
                  <a:pt x="574769" y="362261"/>
                  <a:pt x="579289" y="362261"/>
                </a:cubicBezTo>
                <a:cubicBezTo>
                  <a:pt x="583808" y="362261"/>
                  <a:pt x="587506" y="358557"/>
                  <a:pt x="587506" y="353987"/>
                </a:cubicBezTo>
                <a:cubicBezTo>
                  <a:pt x="587506" y="349413"/>
                  <a:pt x="583808" y="345709"/>
                  <a:pt x="579289" y="345709"/>
                </a:cubicBezTo>
                <a:close/>
                <a:moveTo>
                  <a:pt x="617348" y="345709"/>
                </a:moveTo>
                <a:cubicBezTo>
                  <a:pt x="612828" y="345709"/>
                  <a:pt x="609168" y="349413"/>
                  <a:pt x="609168" y="353987"/>
                </a:cubicBezTo>
                <a:cubicBezTo>
                  <a:pt x="609168" y="358557"/>
                  <a:pt x="612828" y="362261"/>
                  <a:pt x="617348" y="362261"/>
                </a:cubicBezTo>
                <a:cubicBezTo>
                  <a:pt x="621904" y="362261"/>
                  <a:pt x="625564" y="358557"/>
                  <a:pt x="625564" y="353987"/>
                </a:cubicBezTo>
                <a:cubicBezTo>
                  <a:pt x="625564" y="349413"/>
                  <a:pt x="621904" y="345709"/>
                  <a:pt x="617348" y="345709"/>
                </a:cubicBezTo>
                <a:close/>
                <a:moveTo>
                  <a:pt x="655444" y="345709"/>
                </a:moveTo>
                <a:cubicBezTo>
                  <a:pt x="650887" y="345709"/>
                  <a:pt x="647227" y="349413"/>
                  <a:pt x="647227" y="353987"/>
                </a:cubicBezTo>
                <a:cubicBezTo>
                  <a:pt x="647227" y="358557"/>
                  <a:pt x="650887" y="362261"/>
                  <a:pt x="655444" y="362261"/>
                </a:cubicBezTo>
                <a:cubicBezTo>
                  <a:pt x="659963" y="362261"/>
                  <a:pt x="663624" y="358557"/>
                  <a:pt x="663624" y="353987"/>
                </a:cubicBezTo>
                <a:cubicBezTo>
                  <a:pt x="663624" y="349413"/>
                  <a:pt x="659963" y="345709"/>
                  <a:pt x="655444" y="345709"/>
                </a:cubicBezTo>
                <a:close/>
                <a:moveTo>
                  <a:pt x="693503" y="345709"/>
                </a:moveTo>
                <a:cubicBezTo>
                  <a:pt x="688984" y="345709"/>
                  <a:pt x="685286" y="349413"/>
                  <a:pt x="685286" y="353987"/>
                </a:cubicBezTo>
                <a:cubicBezTo>
                  <a:pt x="685286" y="358557"/>
                  <a:pt x="688984" y="362261"/>
                  <a:pt x="693503" y="362261"/>
                </a:cubicBezTo>
                <a:cubicBezTo>
                  <a:pt x="698022" y="362261"/>
                  <a:pt x="701720" y="358557"/>
                  <a:pt x="701720" y="353987"/>
                </a:cubicBezTo>
                <a:cubicBezTo>
                  <a:pt x="701720" y="349413"/>
                  <a:pt x="698022" y="345709"/>
                  <a:pt x="693503" y="345709"/>
                </a:cubicBezTo>
                <a:close/>
                <a:moveTo>
                  <a:pt x="731562" y="345709"/>
                </a:moveTo>
                <a:cubicBezTo>
                  <a:pt x="727043" y="345709"/>
                  <a:pt x="723382" y="349413"/>
                  <a:pt x="723382" y="353987"/>
                </a:cubicBezTo>
                <a:cubicBezTo>
                  <a:pt x="723382" y="358557"/>
                  <a:pt x="727043" y="362261"/>
                  <a:pt x="731562" y="362261"/>
                </a:cubicBezTo>
                <a:cubicBezTo>
                  <a:pt x="736119" y="362261"/>
                  <a:pt x="739779" y="358557"/>
                  <a:pt x="739779" y="353987"/>
                </a:cubicBezTo>
                <a:cubicBezTo>
                  <a:pt x="739779" y="349413"/>
                  <a:pt x="736119" y="345709"/>
                  <a:pt x="731562" y="345709"/>
                </a:cubicBezTo>
                <a:close/>
                <a:moveTo>
                  <a:pt x="769658" y="345709"/>
                </a:moveTo>
                <a:cubicBezTo>
                  <a:pt x="765102" y="345709"/>
                  <a:pt x="761441" y="349413"/>
                  <a:pt x="761441" y="353987"/>
                </a:cubicBezTo>
                <a:cubicBezTo>
                  <a:pt x="761441" y="358557"/>
                  <a:pt x="765102" y="362261"/>
                  <a:pt x="769658" y="362261"/>
                </a:cubicBezTo>
                <a:cubicBezTo>
                  <a:pt x="774177" y="362261"/>
                  <a:pt x="777838" y="358557"/>
                  <a:pt x="777838" y="353987"/>
                </a:cubicBezTo>
                <a:cubicBezTo>
                  <a:pt x="777838" y="349413"/>
                  <a:pt x="774177" y="345709"/>
                  <a:pt x="769658" y="345709"/>
                </a:cubicBezTo>
                <a:close/>
                <a:moveTo>
                  <a:pt x="807717" y="345709"/>
                </a:moveTo>
                <a:cubicBezTo>
                  <a:pt x="803198" y="345709"/>
                  <a:pt x="799538" y="349413"/>
                  <a:pt x="799538" y="353987"/>
                </a:cubicBezTo>
                <a:cubicBezTo>
                  <a:pt x="799538" y="358557"/>
                  <a:pt x="803198" y="362261"/>
                  <a:pt x="807717" y="362261"/>
                </a:cubicBezTo>
                <a:cubicBezTo>
                  <a:pt x="812237" y="362261"/>
                  <a:pt x="815934" y="358557"/>
                  <a:pt x="815934" y="353987"/>
                </a:cubicBezTo>
                <a:cubicBezTo>
                  <a:pt x="815934" y="349413"/>
                  <a:pt x="812237" y="345709"/>
                  <a:pt x="807717" y="345709"/>
                </a:cubicBezTo>
                <a:close/>
                <a:moveTo>
                  <a:pt x="845776" y="345709"/>
                </a:moveTo>
                <a:cubicBezTo>
                  <a:pt x="841257" y="345709"/>
                  <a:pt x="837597" y="349413"/>
                  <a:pt x="837597" y="353987"/>
                </a:cubicBezTo>
                <a:cubicBezTo>
                  <a:pt x="837597" y="358557"/>
                  <a:pt x="841257" y="362261"/>
                  <a:pt x="845776" y="362261"/>
                </a:cubicBezTo>
                <a:cubicBezTo>
                  <a:pt x="850333" y="362261"/>
                  <a:pt x="853993" y="358557"/>
                  <a:pt x="853993" y="353987"/>
                </a:cubicBezTo>
                <a:cubicBezTo>
                  <a:pt x="853993" y="349413"/>
                  <a:pt x="850333" y="345709"/>
                  <a:pt x="845776" y="345709"/>
                </a:cubicBezTo>
                <a:close/>
                <a:moveTo>
                  <a:pt x="883873" y="345709"/>
                </a:moveTo>
                <a:cubicBezTo>
                  <a:pt x="879353" y="345709"/>
                  <a:pt x="875656" y="349413"/>
                  <a:pt x="875656" y="353987"/>
                </a:cubicBezTo>
                <a:cubicBezTo>
                  <a:pt x="875656" y="358557"/>
                  <a:pt x="879353" y="362261"/>
                  <a:pt x="883873" y="362261"/>
                </a:cubicBezTo>
                <a:cubicBezTo>
                  <a:pt x="888392" y="362261"/>
                  <a:pt x="892052" y="358557"/>
                  <a:pt x="892052" y="353987"/>
                </a:cubicBezTo>
                <a:cubicBezTo>
                  <a:pt x="892052" y="349413"/>
                  <a:pt x="888392" y="345709"/>
                  <a:pt x="883873" y="345709"/>
                </a:cubicBezTo>
                <a:close/>
                <a:moveTo>
                  <a:pt x="921932" y="345709"/>
                </a:moveTo>
                <a:cubicBezTo>
                  <a:pt x="917412" y="345709"/>
                  <a:pt x="913752" y="349413"/>
                  <a:pt x="913752" y="353987"/>
                </a:cubicBezTo>
                <a:cubicBezTo>
                  <a:pt x="913752" y="358557"/>
                  <a:pt x="917412" y="362261"/>
                  <a:pt x="921932" y="362261"/>
                </a:cubicBezTo>
                <a:cubicBezTo>
                  <a:pt x="926451" y="362261"/>
                  <a:pt x="930148" y="358557"/>
                  <a:pt x="930148" y="353987"/>
                </a:cubicBezTo>
                <a:cubicBezTo>
                  <a:pt x="930148" y="349413"/>
                  <a:pt x="926451" y="345709"/>
                  <a:pt x="921932" y="345709"/>
                </a:cubicBezTo>
                <a:close/>
                <a:moveTo>
                  <a:pt x="960028" y="345709"/>
                </a:moveTo>
                <a:cubicBezTo>
                  <a:pt x="955471" y="345709"/>
                  <a:pt x="951811" y="349413"/>
                  <a:pt x="951811" y="353987"/>
                </a:cubicBezTo>
                <a:cubicBezTo>
                  <a:pt x="951811" y="358557"/>
                  <a:pt x="955471" y="362261"/>
                  <a:pt x="960028" y="362261"/>
                </a:cubicBezTo>
                <a:cubicBezTo>
                  <a:pt x="964547" y="362261"/>
                  <a:pt x="968207" y="358557"/>
                  <a:pt x="968207" y="353987"/>
                </a:cubicBezTo>
                <a:cubicBezTo>
                  <a:pt x="968207" y="349413"/>
                  <a:pt x="964547" y="345709"/>
                  <a:pt x="960028" y="345709"/>
                </a:cubicBezTo>
                <a:close/>
                <a:moveTo>
                  <a:pt x="8217" y="388080"/>
                </a:moveTo>
                <a:cubicBezTo>
                  <a:pt x="3660" y="388080"/>
                  <a:pt x="0" y="391784"/>
                  <a:pt x="0" y="396354"/>
                </a:cubicBezTo>
                <a:cubicBezTo>
                  <a:pt x="0" y="400928"/>
                  <a:pt x="3660" y="404632"/>
                  <a:pt x="8217" y="404632"/>
                </a:cubicBezTo>
                <a:cubicBezTo>
                  <a:pt x="12736" y="404632"/>
                  <a:pt x="16396" y="400928"/>
                  <a:pt x="16396" y="396354"/>
                </a:cubicBezTo>
                <a:cubicBezTo>
                  <a:pt x="16396" y="391784"/>
                  <a:pt x="12736" y="388080"/>
                  <a:pt x="8217" y="388080"/>
                </a:cubicBezTo>
                <a:close/>
                <a:moveTo>
                  <a:pt x="46276" y="388080"/>
                </a:moveTo>
                <a:cubicBezTo>
                  <a:pt x="41757" y="388080"/>
                  <a:pt x="38059" y="391784"/>
                  <a:pt x="38059" y="396354"/>
                </a:cubicBezTo>
                <a:cubicBezTo>
                  <a:pt x="38059" y="400928"/>
                  <a:pt x="41757" y="404632"/>
                  <a:pt x="46276" y="404632"/>
                </a:cubicBezTo>
                <a:cubicBezTo>
                  <a:pt x="50795" y="404632"/>
                  <a:pt x="54493" y="400928"/>
                  <a:pt x="54493" y="396354"/>
                </a:cubicBezTo>
                <a:cubicBezTo>
                  <a:pt x="54493" y="391784"/>
                  <a:pt x="50795" y="388080"/>
                  <a:pt x="46276" y="388080"/>
                </a:cubicBezTo>
                <a:close/>
                <a:moveTo>
                  <a:pt x="84335" y="388080"/>
                </a:moveTo>
                <a:cubicBezTo>
                  <a:pt x="79816" y="388080"/>
                  <a:pt x="76155" y="391784"/>
                  <a:pt x="76155" y="396354"/>
                </a:cubicBezTo>
                <a:cubicBezTo>
                  <a:pt x="76155" y="400928"/>
                  <a:pt x="79816" y="404632"/>
                  <a:pt x="84335" y="404632"/>
                </a:cubicBezTo>
                <a:cubicBezTo>
                  <a:pt x="88892" y="404632"/>
                  <a:pt x="92552" y="400928"/>
                  <a:pt x="92552" y="396354"/>
                </a:cubicBezTo>
                <a:cubicBezTo>
                  <a:pt x="92552" y="391784"/>
                  <a:pt x="88892" y="388080"/>
                  <a:pt x="84335" y="388080"/>
                </a:cubicBezTo>
                <a:close/>
                <a:moveTo>
                  <a:pt x="122431" y="388080"/>
                </a:moveTo>
                <a:cubicBezTo>
                  <a:pt x="117875" y="388080"/>
                  <a:pt x="114215" y="391784"/>
                  <a:pt x="114215" y="396354"/>
                </a:cubicBezTo>
                <a:cubicBezTo>
                  <a:pt x="114215" y="400928"/>
                  <a:pt x="117875" y="404632"/>
                  <a:pt x="122431" y="404632"/>
                </a:cubicBezTo>
                <a:cubicBezTo>
                  <a:pt x="126950" y="404632"/>
                  <a:pt x="130611" y="400928"/>
                  <a:pt x="130611" y="396354"/>
                </a:cubicBezTo>
                <a:cubicBezTo>
                  <a:pt x="130611" y="391784"/>
                  <a:pt x="126950" y="388080"/>
                  <a:pt x="122431" y="388080"/>
                </a:cubicBezTo>
                <a:close/>
                <a:moveTo>
                  <a:pt x="160491" y="388080"/>
                </a:moveTo>
                <a:cubicBezTo>
                  <a:pt x="155971" y="388080"/>
                  <a:pt x="152273" y="391784"/>
                  <a:pt x="152273" y="396354"/>
                </a:cubicBezTo>
                <a:cubicBezTo>
                  <a:pt x="152273" y="400928"/>
                  <a:pt x="155971" y="404632"/>
                  <a:pt x="160491" y="404632"/>
                </a:cubicBezTo>
                <a:cubicBezTo>
                  <a:pt x="165010" y="404632"/>
                  <a:pt x="168707" y="400928"/>
                  <a:pt x="168707" y="396354"/>
                </a:cubicBezTo>
                <a:cubicBezTo>
                  <a:pt x="168707" y="391784"/>
                  <a:pt x="165010" y="388080"/>
                  <a:pt x="160491" y="388080"/>
                </a:cubicBezTo>
                <a:close/>
                <a:moveTo>
                  <a:pt x="198549" y="388080"/>
                </a:moveTo>
                <a:cubicBezTo>
                  <a:pt x="194030" y="388080"/>
                  <a:pt x="190370" y="391784"/>
                  <a:pt x="190370" y="396354"/>
                </a:cubicBezTo>
                <a:cubicBezTo>
                  <a:pt x="190370" y="400928"/>
                  <a:pt x="194030" y="404632"/>
                  <a:pt x="198549" y="404632"/>
                </a:cubicBezTo>
                <a:cubicBezTo>
                  <a:pt x="203106" y="404632"/>
                  <a:pt x="206766" y="400928"/>
                  <a:pt x="206766" y="396354"/>
                </a:cubicBezTo>
                <a:cubicBezTo>
                  <a:pt x="206766" y="391784"/>
                  <a:pt x="203106" y="388080"/>
                  <a:pt x="198549" y="388080"/>
                </a:cubicBezTo>
                <a:close/>
                <a:moveTo>
                  <a:pt x="236645" y="388080"/>
                </a:moveTo>
                <a:cubicBezTo>
                  <a:pt x="232089" y="388080"/>
                  <a:pt x="228429" y="391784"/>
                  <a:pt x="228429" y="396354"/>
                </a:cubicBezTo>
                <a:cubicBezTo>
                  <a:pt x="228429" y="400928"/>
                  <a:pt x="232089" y="404632"/>
                  <a:pt x="236645" y="404632"/>
                </a:cubicBezTo>
                <a:cubicBezTo>
                  <a:pt x="241165" y="404632"/>
                  <a:pt x="244825" y="400928"/>
                  <a:pt x="244825" y="396354"/>
                </a:cubicBezTo>
                <a:cubicBezTo>
                  <a:pt x="244825" y="391784"/>
                  <a:pt x="241165" y="388080"/>
                  <a:pt x="236645" y="388080"/>
                </a:cubicBezTo>
                <a:close/>
                <a:moveTo>
                  <a:pt x="274705" y="388080"/>
                </a:moveTo>
                <a:cubicBezTo>
                  <a:pt x="270186" y="388080"/>
                  <a:pt x="266525" y="391784"/>
                  <a:pt x="266525" y="396354"/>
                </a:cubicBezTo>
                <a:cubicBezTo>
                  <a:pt x="266525" y="400928"/>
                  <a:pt x="270186" y="404632"/>
                  <a:pt x="274705" y="404632"/>
                </a:cubicBezTo>
                <a:cubicBezTo>
                  <a:pt x="279224" y="404632"/>
                  <a:pt x="282921" y="400928"/>
                  <a:pt x="282921" y="396354"/>
                </a:cubicBezTo>
                <a:cubicBezTo>
                  <a:pt x="282921" y="391784"/>
                  <a:pt x="279224" y="388080"/>
                  <a:pt x="274705" y="388080"/>
                </a:cubicBezTo>
                <a:close/>
                <a:moveTo>
                  <a:pt x="312763" y="388080"/>
                </a:moveTo>
                <a:cubicBezTo>
                  <a:pt x="308244" y="388080"/>
                  <a:pt x="304584" y="391784"/>
                  <a:pt x="304584" y="396354"/>
                </a:cubicBezTo>
                <a:cubicBezTo>
                  <a:pt x="304584" y="400928"/>
                  <a:pt x="308244" y="404632"/>
                  <a:pt x="312763" y="404632"/>
                </a:cubicBezTo>
                <a:cubicBezTo>
                  <a:pt x="317320" y="404632"/>
                  <a:pt x="320981" y="400928"/>
                  <a:pt x="320981" y="396354"/>
                </a:cubicBezTo>
                <a:cubicBezTo>
                  <a:pt x="320981" y="391784"/>
                  <a:pt x="317320" y="388080"/>
                  <a:pt x="312763" y="388080"/>
                </a:cubicBezTo>
                <a:close/>
                <a:moveTo>
                  <a:pt x="350860" y="388080"/>
                </a:moveTo>
                <a:cubicBezTo>
                  <a:pt x="346340" y="388080"/>
                  <a:pt x="342643" y="391784"/>
                  <a:pt x="342643" y="396354"/>
                </a:cubicBezTo>
                <a:cubicBezTo>
                  <a:pt x="342643" y="400928"/>
                  <a:pt x="346340" y="404632"/>
                  <a:pt x="350860" y="404632"/>
                </a:cubicBezTo>
                <a:cubicBezTo>
                  <a:pt x="355379" y="404632"/>
                  <a:pt x="359039" y="400928"/>
                  <a:pt x="359039" y="396354"/>
                </a:cubicBezTo>
                <a:cubicBezTo>
                  <a:pt x="359039" y="391784"/>
                  <a:pt x="355379" y="388080"/>
                  <a:pt x="350860" y="388080"/>
                </a:cubicBezTo>
                <a:close/>
                <a:moveTo>
                  <a:pt x="388919" y="388080"/>
                </a:moveTo>
                <a:cubicBezTo>
                  <a:pt x="384400" y="388080"/>
                  <a:pt x="380740" y="391784"/>
                  <a:pt x="380740" y="396354"/>
                </a:cubicBezTo>
                <a:cubicBezTo>
                  <a:pt x="380740" y="400928"/>
                  <a:pt x="384400" y="404632"/>
                  <a:pt x="388919" y="404632"/>
                </a:cubicBezTo>
                <a:cubicBezTo>
                  <a:pt x="393438" y="404632"/>
                  <a:pt x="397136" y="400928"/>
                  <a:pt x="397136" y="396354"/>
                </a:cubicBezTo>
                <a:cubicBezTo>
                  <a:pt x="397136" y="391784"/>
                  <a:pt x="393438" y="388080"/>
                  <a:pt x="388919" y="388080"/>
                </a:cubicBezTo>
                <a:close/>
                <a:moveTo>
                  <a:pt x="427015" y="388080"/>
                </a:moveTo>
                <a:cubicBezTo>
                  <a:pt x="422458" y="388080"/>
                  <a:pt x="418798" y="391784"/>
                  <a:pt x="418798" y="396354"/>
                </a:cubicBezTo>
                <a:cubicBezTo>
                  <a:pt x="418798" y="400928"/>
                  <a:pt x="422458" y="404632"/>
                  <a:pt x="427015" y="404632"/>
                </a:cubicBezTo>
                <a:cubicBezTo>
                  <a:pt x="431535" y="404632"/>
                  <a:pt x="435195" y="400928"/>
                  <a:pt x="435195" y="396354"/>
                </a:cubicBezTo>
                <a:cubicBezTo>
                  <a:pt x="435195" y="391784"/>
                  <a:pt x="431535" y="388080"/>
                  <a:pt x="427015" y="388080"/>
                </a:cubicBezTo>
                <a:close/>
                <a:moveTo>
                  <a:pt x="465074" y="388080"/>
                </a:moveTo>
                <a:cubicBezTo>
                  <a:pt x="460555" y="388080"/>
                  <a:pt x="456858" y="391784"/>
                  <a:pt x="456858" y="396354"/>
                </a:cubicBezTo>
                <a:cubicBezTo>
                  <a:pt x="456858" y="400928"/>
                  <a:pt x="460555" y="404632"/>
                  <a:pt x="465074" y="404632"/>
                </a:cubicBezTo>
                <a:cubicBezTo>
                  <a:pt x="469593" y="404632"/>
                  <a:pt x="473254" y="400928"/>
                  <a:pt x="473254" y="396354"/>
                </a:cubicBezTo>
                <a:cubicBezTo>
                  <a:pt x="473254" y="391784"/>
                  <a:pt x="469593" y="388080"/>
                  <a:pt x="465074" y="388080"/>
                </a:cubicBezTo>
                <a:close/>
                <a:moveTo>
                  <a:pt x="503133" y="388080"/>
                </a:moveTo>
                <a:cubicBezTo>
                  <a:pt x="498614" y="388080"/>
                  <a:pt x="494954" y="391784"/>
                  <a:pt x="494954" y="396354"/>
                </a:cubicBezTo>
                <a:cubicBezTo>
                  <a:pt x="494954" y="400928"/>
                  <a:pt x="498614" y="404632"/>
                  <a:pt x="503133" y="404632"/>
                </a:cubicBezTo>
                <a:cubicBezTo>
                  <a:pt x="507690" y="404632"/>
                  <a:pt x="511350" y="400928"/>
                  <a:pt x="511350" y="396354"/>
                </a:cubicBezTo>
                <a:cubicBezTo>
                  <a:pt x="511350" y="391784"/>
                  <a:pt x="507690" y="388080"/>
                  <a:pt x="503133" y="388080"/>
                </a:cubicBezTo>
                <a:close/>
                <a:moveTo>
                  <a:pt x="541230" y="388080"/>
                </a:moveTo>
                <a:cubicBezTo>
                  <a:pt x="536673" y="388080"/>
                  <a:pt x="533013" y="391784"/>
                  <a:pt x="533013" y="396354"/>
                </a:cubicBezTo>
                <a:cubicBezTo>
                  <a:pt x="533013" y="400928"/>
                  <a:pt x="536673" y="404632"/>
                  <a:pt x="541230" y="404632"/>
                </a:cubicBezTo>
                <a:cubicBezTo>
                  <a:pt x="545749" y="404632"/>
                  <a:pt x="549409" y="400928"/>
                  <a:pt x="549409" y="396354"/>
                </a:cubicBezTo>
                <a:cubicBezTo>
                  <a:pt x="549409" y="391784"/>
                  <a:pt x="545749" y="388080"/>
                  <a:pt x="541230" y="388080"/>
                </a:cubicBezTo>
                <a:close/>
                <a:moveTo>
                  <a:pt x="579289" y="388080"/>
                </a:moveTo>
                <a:cubicBezTo>
                  <a:pt x="574769" y="388080"/>
                  <a:pt x="571072" y="391784"/>
                  <a:pt x="571072" y="396354"/>
                </a:cubicBezTo>
                <a:cubicBezTo>
                  <a:pt x="571072" y="400928"/>
                  <a:pt x="574769" y="404632"/>
                  <a:pt x="579289" y="404632"/>
                </a:cubicBezTo>
                <a:cubicBezTo>
                  <a:pt x="583808" y="404632"/>
                  <a:pt x="587506" y="400928"/>
                  <a:pt x="587506" y="396354"/>
                </a:cubicBezTo>
                <a:cubicBezTo>
                  <a:pt x="587506" y="391784"/>
                  <a:pt x="583808" y="388080"/>
                  <a:pt x="579289" y="388080"/>
                </a:cubicBezTo>
                <a:close/>
                <a:moveTo>
                  <a:pt x="617348" y="388080"/>
                </a:moveTo>
                <a:cubicBezTo>
                  <a:pt x="612828" y="388080"/>
                  <a:pt x="609168" y="391784"/>
                  <a:pt x="609168" y="396354"/>
                </a:cubicBezTo>
                <a:cubicBezTo>
                  <a:pt x="609168" y="400928"/>
                  <a:pt x="612828" y="404632"/>
                  <a:pt x="617348" y="404632"/>
                </a:cubicBezTo>
                <a:cubicBezTo>
                  <a:pt x="621904" y="404632"/>
                  <a:pt x="625564" y="400928"/>
                  <a:pt x="625564" y="396354"/>
                </a:cubicBezTo>
                <a:cubicBezTo>
                  <a:pt x="625564" y="391784"/>
                  <a:pt x="621904" y="388080"/>
                  <a:pt x="617348" y="388080"/>
                </a:cubicBezTo>
                <a:close/>
                <a:moveTo>
                  <a:pt x="655444" y="388080"/>
                </a:moveTo>
                <a:cubicBezTo>
                  <a:pt x="650887" y="388080"/>
                  <a:pt x="647227" y="391784"/>
                  <a:pt x="647227" y="396354"/>
                </a:cubicBezTo>
                <a:cubicBezTo>
                  <a:pt x="647227" y="400928"/>
                  <a:pt x="650887" y="404632"/>
                  <a:pt x="655444" y="404632"/>
                </a:cubicBezTo>
                <a:cubicBezTo>
                  <a:pt x="659963" y="404632"/>
                  <a:pt x="663624" y="400928"/>
                  <a:pt x="663624" y="396354"/>
                </a:cubicBezTo>
                <a:cubicBezTo>
                  <a:pt x="663624" y="391784"/>
                  <a:pt x="659963" y="388080"/>
                  <a:pt x="655444" y="388080"/>
                </a:cubicBezTo>
                <a:close/>
                <a:moveTo>
                  <a:pt x="693503" y="388080"/>
                </a:moveTo>
                <a:cubicBezTo>
                  <a:pt x="688984" y="388080"/>
                  <a:pt x="685286" y="391784"/>
                  <a:pt x="685286" y="396354"/>
                </a:cubicBezTo>
                <a:cubicBezTo>
                  <a:pt x="685286" y="400928"/>
                  <a:pt x="688984" y="404632"/>
                  <a:pt x="693503" y="404632"/>
                </a:cubicBezTo>
                <a:cubicBezTo>
                  <a:pt x="698022" y="404632"/>
                  <a:pt x="701720" y="400928"/>
                  <a:pt x="701720" y="396354"/>
                </a:cubicBezTo>
                <a:cubicBezTo>
                  <a:pt x="701720" y="391784"/>
                  <a:pt x="698022" y="388080"/>
                  <a:pt x="693503" y="388080"/>
                </a:cubicBezTo>
                <a:close/>
                <a:moveTo>
                  <a:pt x="731562" y="388080"/>
                </a:moveTo>
                <a:cubicBezTo>
                  <a:pt x="727043" y="388080"/>
                  <a:pt x="723382" y="391784"/>
                  <a:pt x="723382" y="396354"/>
                </a:cubicBezTo>
                <a:cubicBezTo>
                  <a:pt x="723382" y="400928"/>
                  <a:pt x="727043" y="404632"/>
                  <a:pt x="731562" y="404632"/>
                </a:cubicBezTo>
                <a:cubicBezTo>
                  <a:pt x="736119" y="404632"/>
                  <a:pt x="739779" y="400928"/>
                  <a:pt x="739779" y="396354"/>
                </a:cubicBezTo>
                <a:cubicBezTo>
                  <a:pt x="739779" y="391784"/>
                  <a:pt x="736119" y="388080"/>
                  <a:pt x="731562" y="388080"/>
                </a:cubicBezTo>
                <a:close/>
                <a:moveTo>
                  <a:pt x="769658" y="388080"/>
                </a:moveTo>
                <a:cubicBezTo>
                  <a:pt x="765102" y="388080"/>
                  <a:pt x="761441" y="391784"/>
                  <a:pt x="761441" y="396354"/>
                </a:cubicBezTo>
                <a:cubicBezTo>
                  <a:pt x="761441" y="400928"/>
                  <a:pt x="765102" y="404632"/>
                  <a:pt x="769658" y="404632"/>
                </a:cubicBezTo>
                <a:cubicBezTo>
                  <a:pt x="774177" y="404632"/>
                  <a:pt x="777838" y="400928"/>
                  <a:pt x="777838" y="396354"/>
                </a:cubicBezTo>
                <a:cubicBezTo>
                  <a:pt x="777838" y="391784"/>
                  <a:pt x="774177" y="388080"/>
                  <a:pt x="769658" y="388080"/>
                </a:cubicBezTo>
                <a:close/>
                <a:moveTo>
                  <a:pt x="807717" y="388080"/>
                </a:moveTo>
                <a:cubicBezTo>
                  <a:pt x="803198" y="388080"/>
                  <a:pt x="799538" y="391784"/>
                  <a:pt x="799538" y="396354"/>
                </a:cubicBezTo>
                <a:cubicBezTo>
                  <a:pt x="799538" y="400928"/>
                  <a:pt x="803198" y="404632"/>
                  <a:pt x="807717" y="404632"/>
                </a:cubicBezTo>
                <a:cubicBezTo>
                  <a:pt x="812237" y="404632"/>
                  <a:pt x="815934" y="400928"/>
                  <a:pt x="815934" y="396354"/>
                </a:cubicBezTo>
                <a:cubicBezTo>
                  <a:pt x="815934" y="391784"/>
                  <a:pt x="812237" y="388080"/>
                  <a:pt x="807717" y="388080"/>
                </a:cubicBezTo>
                <a:close/>
                <a:moveTo>
                  <a:pt x="845776" y="388080"/>
                </a:moveTo>
                <a:cubicBezTo>
                  <a:pt x="841257" y="388080"/>
                  <a:pt x="837597" y="391784"/>
                  <a:pt x="837597" y="396354"/>
                </a:cubicBezTo>
                <a:cubicBezTo>
                  <a:pt x="837597" y="400928"/>
                  <a:pt x="841257" y="404632"/>
                  <a:pt x="845776" y="404632"/>
                </a:cubicBezTo>
                <a:cubicBezTo>
                  <a:pt x="850333" y="404632"/>
                  <a:pt x="853993" y="400928"/>
                  <a:pt x="853993" y="396354"/>
                </a:cubicBezTo>
                <a:cubicBezTo>
                  <a:pt x="853993" y="391784"/>
                  <a:pt x="850333" y="388080"/>
                  <a:pt x="845776" y="388080"/>
                </a:cubicBezTo>
                <a:close/>
                <a:moveTo>
                  <a:pt x="883873" y="388080"/>
                </a:moveTo>
                <a:cubicBezTo>
                  <a:pt x="879353" y="388080"/>
                  <a:pt x="875656" y="391784"/>
                  <a:pt x="875656" y="396354"/>
                </a:cubicBezTo>
                <a:cubicBezTo>
                  <a:pt x="875656" y="400928"/>
                  <a:pt x="879353" y="404632"/>
                  <a:pt x="883873" y="404632"/>
                </a:cubicBezTo>
                <a:cubicBezTo>
                  <a:pt x="888392" y="404632"/>
                  <a:pt x="892052" y="400928"/>
                  <a:pt x="892052" y="396354"/>
                </a:cubicBezTo>
                <a:cubicBezTo>
                  <a:pt x="892052" y="391784"/>
                  <a:pt x="888392" y="388080"/>
                  <a:pt x="883873" y="388080"/>
                </a:cubicBezTo>
                <a:close/>
                <a:moveTo>
                  <a:pt x="921932" y="388080"/>
                </a:moveTo>
                <a:cubicBezTo>
                  <a:pt x="917412" y="388080"/>
                  <a:pt x="913752" y="391784"/>
                  <a:pt x="913752" y="396354"/>
                </a:cubicBezTo>
                <a:cubicBezTo>
                  <a:pt x="913752" y="400928"/>
                  <a:pt x="917412" y="404632"/>
                  <a:pt x="921932" y="404632"/>
                </a:cubicBezTo>
                <a:cubicBezTo>
                  <a:pt x="926451" y="404632"/>
                  <a:pt x="930148" y="400928"/>
                  <a:pt x="930148" y="396354"/>
                </a:cubicBezTo>
                <a:cubicBezTo>
                  <a:pt x="930148" y="391784"/>
                  <a:pt x="926451" y="388080"/>
                  <a:pt x="921932" y="388080"/>
                </a:cubicBezTo>
                <a:close/>
                <a:moveTo>
                  <a:pt x="960028" y="388080"/>
                </a:moveTo>
                <a:cubicBezTo>
                  <a:pt x="955471" y="388080"/>
                  <a:pt x="951811" y="391784"/>
                  <a:pt x="951811" y="396354"/>
                </a:cubicBezTo>
                <a:cubicBezTo>
                  <a:pt x="951811" y="400928"/>
                  <a:pt x="955471" y="404632"/>
                  <a:pt x="960028" y="404632"/>
                </a:cubicBezTo>
                <a:cubicBezTo>
                  <a:pt x="964547" y="404632"/>
                  <a:pt x="968207" y="400928"/>
                  <a:pt x="968207" y="396354"/>
                </a:cubicBezTo>
                <a:cubicBezTo>
                  <a:pt x="968207" y="391784"/>
                  <a:pt x="964547" y="388080"/>
                  <a:pt x="960028" y="388080"/>
                </a:cubicBezTo>
                <a:close/>
                <a:moveTo>
                  <a:pt x="8217" y="0"/>
                </a:moveTo>
                <a:cubicBezTo>
                  <a:pt x="3660" y="0"/>
                  <a:pt x="0" y="3708"/>
                  <a:pt x="0" y="8278"/>
                </a:cubicBezTo>
                <a:cubicBezTo>
                  <a:pt x="0" y="12848"/>
                  <a:pt x="3660" y="16552"/>
                  <a:pt x="8217" y="16552"/>
                </a:cubicBezTo>
                <a:cubicBezTo>
                  <a:pt x="12736" y="16552"/>
                  <a:pt x="16396" y="12848"/>
                  <a:pt x="16396" y="8278"/>
                </a:cubicBezTo>
                <a:cubicBezTo>
                  <a:pt x="16396" y="3708"/>
                  <a:pt x="12736" y="0"/>
                  <a:pt x="8217" y="0"/>
                </a:cubicBezTo>
                <a:close/>
                <a:moveTo>
                  <a:pt x="46276" y="0"/>
                </a:moveTo>
                <a:cubicBezTo>
                  <a:pt x="41757" y="0"/>
                  <a:pt x="38059" y="3708"/>
                  <a:pt x="38059" y="8278"/>
                </a:cubicBezTo>
                <a:cubicBezTo>
                  <a:pt x="38059" y="12848"/>
                  <a:pt x="41757" y="16552"/>
                  <a:pt x="46276" y="16552"/>
                </a:cubicBezTo>
                <a:cubicBezTo>
                  <a:pt x="50795" y="16552"/>
                  <a:pt x="54493" y="12848"/>
                  <a:pt x="54493" y="8278"/>
                </a:cubicBezTo>
                <a:cubicBezTo>
                  <a:pt x="54493" y="3708"/>
                  <a:pt x="50795" y="0"/>
                  <a:pt x="46276" y="0"/>
                </a:cubicBezTo>
                <a:close/>
                <a:moveTo>
                  <a:pt x="84335" y="0"/>
                </a:moveTo>
                <a:cubicBezTo>
                  <a:pt x="79816" y="0"/>
                  <a:pt x="76155" y="3708"/>
                  <a:pt x="76155" y="8278"/>
                </a:cubicBezTo>
                <a:cubicBezTo>
                  <a:pt x="76155" y="12848"/>
                  <a:pt x="79816" y="16552"/>
                  <a:pt x="84335" y="16552"/>
                </a:cubicBezTo>
                <a:cubicBezTo>
                  <a:pt x="88892" y="16552"/>
                  <a:pt x="92552" y="12848"/>
                  <a:pt x="92552" y="8278"/>
                </a:cubicBezTo>
                <a:cubicBezTo>
                  <a:pt x="92552" y="3708"/>
                  <a:pt x="88892" y="0"/>
                  <a:pt x="84335" y="0"/>
                </a:cubicBezTo>
                <a:close/>
                <a:moveTo>
                  <a:pt x="122431" y="0"/>
                </a:moveTo>
                <a:cubicBezTo>
                  <a:pt x="117875" y="0"/>
                  <a:pt x="114215" y="3708"/>
                  <a:pt x="114215" y="8278"/>
                </a:cubicBezTo>
                <a:cubicBezTo>
                  <a:pt x="114215" y="12848"/>
                  <a:pt x="117875" y="16552"/>
                  <a:pt x="122431" y="16552"/>
                </a:cubicBezTo>
                <a:cubicBezTo>
                  <a:pt x="126950" y="16552"/>
                  <a:pt x="130611" y="12848"/>
                  <a:pt x="130611" y="8278"/>
                </a:cubicBezTo>
                <a:cubicBezTo>
                  <a:pt x="130611" y="3708"/>
                  <a:pt x="126950" y="0"/>
                  <a:pt x="122431" y="0"/>
                </a:cubicBezTo>
                <a:close/>
                <a:moveTo>
                  <a:pt x="160491" y="0"/>
                </a:moveTo>
                <a:cubicBezTo>
                  <a:pt x="155971" y="0"/>
                  <a:pt x="152273" y="3708"/>
                  <a:pt x="152273" y="8278"/>
                </a:cubicBezTo>
                <a:cubicBezTo>
                  <a:pt x="152273" y="12848"/>
                  <a:pt x="155971" y="16552"/>
                  <a:pt x="160491" y="16552"/>
                </a:cubicBezTo>
                <a:cubicBezTo>
                  <a:pt x="165010" y="16552"/>
                  <a:pt x="168707" y="12848"/>
                  <a:pt x="168707" y="8278"/>
                </a:cubicBezTo>
                <a:cubicBezTo>
                  <a:pt x="168707" y="3708"/>
                  <a:pt x="165010" y="0"/>
                  <a:pt x="160491" y="0"/>
                </a:cubicBezTo>
                <a:close/>
                <a:moveTo>
                  <a:pt x="198549" y="0"/>
                </a:moveTo>
                <a:cubicBezTo>
                  <a:pt x="194030" y="0"/>
                  <a:pt x="190370" y="3708"/>
                  <a:pt x="190370" y="8278"/>
                </a:cubicBezTo>
                <a:cubicBezTo>
                  <a:pt x="190370" y="12848"/>
                  <a:pt x="194030" y="16552"/>
                  <a:pt x="198549" y="16552"/>
                </a:cubicBezTo>
                <a:cubicBezTo>
                  <a:pt x="203106" y="16552"/>
                  <a:pt x="206766" y="12848"/>
                  <a:pt x="206766" y="8278"/>
                </a:cubicBezTo>
                <a:cubicBezTo>
                  <a:pt x="206766" y="3708"/>
                  <a:pt x="203106" y="0"/>
                  <a:pt x="198549" y="0"/>
                </a:cubicBezTo>
                <a:close/>
                <a:moveTo>
                  <a:pt x="236645" y="0"/>
                </a:moveTo>
                <a:cubicBezTo>
                  <a:pt x="232089" y="0"/>
                  <a:pt x="228429" y="3708"/>
                  <a:pt x="228429" y="8278"/>
                </a:cubicBezTo>
                <a:cubicBezTo>
                  <a:pt x="228429" y="12848"/>
                  <a:pt x="232089" y="16552"/>
                  <a:pt x="236645" y="16552"/>
                </a:cubicBezTo>
                <a:cubicBezTo>
                  <a:pt x="241165" y="16552"/>
                  <a:pt x="244825" y="12848"/>
                  <a:pt x="244825" y="8278"/>
                </a:cubicBezTo>
                <a:cubicBezTo>
                  <a:pt x="244825" y="3708"/>
                  <a:pt x="241165" y="0"/>
                  <a:pt x="236645" y="0"/>
                </a:cubicBezTo>
                <a:close/>
                <a:moveTo>
                  <a:pt x="274705" y="0"/>
                </a:moveTo>
                <a:cubicBezTo>
                  <a:pt x="270186" y="0"/>
                  <a:pt x="266525" y="3708"/>
                  <a:pt x="266525" y="8278"/>
                </a:cubicBezTo>
                <a:cubicBezTo>
                  <a:pt x="266525" y="12848"/>
                  <a:pt x="270186" y="16552"/>
                  <a:pt x="274705" y="16552"/>
                </a:cubicBezTo>
                <a:cubicBezTo>
                  <a:pt x="279224" y="16552"/>
                  <a:pt x="282921" y="12848"/>
                  <a:pt x="282921" y="8278"/>
                </a:cubicBezTo>
                <a:cubicBezTo>
                  <a:pt x="282921" y="3708"/>
                  <a:pt x="279224" y="0"/>
                  <a:pt x="274705" y="0"/>
                </a:cubicBezTo>
                <a:close/>
                <a:moveTo>
                  <a:pt x="312763" y="0"/>
                </a:moveTo>
                <a:cubicBezTo>
                  <a:pt x="308244" y="0"/>
                  <a:pt x="304584" y="3708"/>
                  <a:pt x="304584" y="8278"/>
                </a:cubicBezTo>
                <a:cubicBezTo>
                  <a:pt x="304584" y="12848"/>
                  <a:pt x="308244" y="16552"/>
                  <a:pt x="312763" y="16552"/>
                </a:cubicBezTo>
                <a:cubicBezTo>
                  <a:pt x="317320" y="16552"/>
                  <a:pt x="320981" y="12848"/>
                  <a:pt x="320981" y="8278"/>
                </a:cubicBezTo>
                <a:cubicBezTo>
                  <a:pt x="320981" y="3708"/>
                  <a:pt x="317320" y="0"/>
                  <a:pt x="312763" y="0"/>
                </a:cubicBezTo>
                <a:close/>
                <a:moveTo>
                  <a:pt x="350860" y="0"/>
                </a:moveTo>
                <a:cubicBezTo>
                  <a:pt x="346340" y="0"/>
                  <a:pt x="342643" y="3708"/>
                  <a:pt x="342643" y="8278"/>
                </a:cubicBezTo>
                <a:cubicBezTo>
                  <a:pt x="342643" y="12848"/>
                  <a:pt x="346340" y="16552"/>
                  <a:pt x="350860" y="16552"/>
                </a:cubicBezTo>
                <a:cubicBezTo>
                  <a:pt x="355379" y="16552"/>
                  <a:pt x="359039" y="12848"/>
                  <a:pt x="359039" y="8278"/>
                </a:cubicBezTo>
                <a:cubicBezTo>
                  <a:pt x="359039" y="3708"/>
                  <a:pt x="355379" y="0"/>
                  <a:pt x="350860" y="0"/>
                </a:cubicBezTo>
                <a:close/>
                <a:moveTo>
                  <a:pt x="388919" y="0"/>
                </a:moveTo>
                <a:cubicBezTo>
                  <a:pt x="384400" y="0"/>
                  <a:pt x="380740" y="3708"/>
                  <a:pt x="380740" y="8278"/>
                </a:cubicBezTo>
                <a:cubicBezTo>
                  <a:pt x="380740" y="12848"/>
                  <a:pt x="384400" y="16552"/>
                  <a:pt x="388919" y="16552"/>
                </a:cubicBezTo>
                <a:cubicBezTo>
                  <a:pt x="393438" y="16552"/>
                  <a:pt x="397136" y="12848"/>
                  <a:pt x="397136" y="8278"/>
                </a:cubicBezTo>
                <a:cubicBezTo>
                  <a:pt x="397136" y="3708"/>
                  <a:pt x="393438" y="0"/>
                  <a:pt x="388919" y="0"/>
                </a:cubicBezTo>
                <a:close/>
                <a:moveTo>
                  <a:pt x="427015" y="0"/>
                </a:moveTo>
                <a:cubicBezTo>
                  <a:pt x="422458" y="0"/>
                  <a:pt x="418798" y="3708"/>
                  <a:pt x="418798" y="8278"/>
                </a:cubicBezTo>
                <a:cubicBezTo>
                  <a:pt x="418798" y="12848"/>
                  <a:pt x="422458" y="16552"/>
                  <a:pt x="427015" y="16552"/>
                </a:cubicBezTo>
                <a:cubicBezTo>
                  <a:pt x="431535" y="16552"/>
                  <a:pt x="435195" y="12848"/>
                  <a:pt x="435195" y="8278"/>
                </a:cubicBezTo>
                <a:cubicBezTo>
                  <a:pt x="435195" y="3708"/>
                  <a:pt x="431535" y="0"/>
                  <a:pt x="427015" y="0"/>
                </a:cubicBezTo>
                <a:close/>
                <a:moveTo>
                  <a:pt x="465074" y="0"/>
                </a:moveTo>
                <a:cubicBezTo>
                  <a:pt x="460555" y="0"/>
                  <a:pt x="456858" y="3708"/>
                  <a:pt x="456858" y="8278"/>
                </a:cubicBezTo>
                <a:cubicBezTo>
                  <a:pt x="456858" y="12848"/>
                  <a:pt x="460555" y="16552"/>
                  <a:pt x="465074" y="16552"/>
                </a:cubicBezTo>
                <a:cubicBezTo>
                  <a:pt x="469593" y="16552"/>
                  <a:pt x="473254" y="12848"/>
                  <a:pt x="473254" y="8278"/>
                </a:cubicBezTo>
                <a:cubicBezTo>
                  <a:pt x="473254" y="3708"/>
                  <a:pt x="469593" y="0"/>
                  <a:pt x="465074" y="0"/>
                </a:cubicBezTo>
                <a:close/>
                <a:moveTo>
                  <a:pt x="503133" y="0"/>
                </a:moveTo>
                <a:cubicBezTo>
                  <a:pt x="498614" y="0"/>
                  <a:pt x="494954" y="3708"/>
                  <a:pt x="494954" y="8278"/>
                </a:cubicBezTo>
                <a:cubicBezTo>
                  <a:pt x="494954" y="12848"/>
                  <a:pt x="498614" y="16552"/>
                  <a:pt x="503133" y="16552"/>
                </a:cubicBezTo>
                <a:cubicBezTo>
                  <a:pt x="507690" y="16552"/>
                  <a:pt x="511350" y="12848"/>
                  <a:pt x="511350" y="8278"/>
                </a:cubicBezTo>
                <a:cubicBezTo>
                  <a:pt x="511350" y="3708"/>
                  <a:pt x="507690" y="0"/>
                  <a:pt x="503133" y="0"/>
                </a:cubicBezTo>
                <a:close/>
                <a:moveTo>
                  <a:pt x="541230" y="0"/>
                </a:moveTo>
                <a:cubicBezTo>
                  <a:pt x="536673" y="0"/>
                  <a:pt x="533013" y="3708"/>
                  <a:pt x="533013" y="8278"/>
                </a:cubicBezTo>
                <a:cubicBezTo>
                  <a:pt x="533013" y="12848"/>
                  <a:pt x="536673" y="16552"/>
                  <a:pt x="541230" y="16552"/>
                </a:cubicBezTo>
                <a:cubicBezTo>
                  <a:pt x="545749" y="16552"/>
                  <a:pt x="549409" y="12848"/>
                  <a:pt x="549409" y="8278"/>
                </a:cubicBezTo>
                <a:cubicBezTo>
                  <a:pt x="549409" y="3708"/>
                  <a:pt x="545749" y="0"/>
                  <a:pt x="541230" y="0"/>
                </a:cubicBezTo>
                <a:close/>
                <a:moveTo>
                  <a:pt x="579289" y="0"/>
                </a:moveTo>
                <a:cubicBezTo>
                  <a:pt x="574769" y="0"/>
                  <a:pt x="571072" y="3708"/>
                  <a:pt x="571072" y="8278"/>
                </a:cubicBezTo>
                <a:cubicBezTo>
                  <a:pt x="571072" y="12848"/>
                  <a:pt x="574769" y="16552"/>
                  <a:pt x="579289" y="16552"/>
                </a:cubicBezTo>
                <a:cubicBezTo>
                  <a:pt x="583808" y="16552"/>
                  <a:pt x="587506" y="12848"/>
                  <a:pt x="587506" y="8278"/>
                </a:cubicBezTo>
                <a:cubicBezTo>
                  <a:pt x="587506" y="3708"/>
                  <a:pt x="583808" y="0"/>
                  <a:pt x="579289" y="0"/>
                </a:cubicBezTo>
                <a:close/>
                <a:moveTo>
                  <a:pt x="617348" y="0"/>
                </a:moveTo>
                <a:cubicBezTo>
                  <a:pt x="612828" y="0"/>
                  <a:pt x="609168" y="3708"/>
                  <a:pt x="609168" y="8278"/>
                </a:cubicBezTo>
                <a:cubicBezTo>
                  <a:pt x="609168" y="12848"/>
                  <a:pt x="612828" y="16552"/>
                  <a:pt x="617348" y="16552"/>
                </a:cubicBezTo>
                <a:cubicBezTo>
                  <a:pt x="621904" y="16552"/>
                  <a:pt x="625564" y="12848"/>
                  <a:pt x="625564" y="8278"/>
                </a:cubicBezTo>
                <a:cubicBezTo>
                  <a:pt x="625564" y="3708"/>
                  <a:pt x="621904" y="0"/>
                  <a:pt x="617348" y="0"/>
                </a:cubicBezTo>
                <a:close/>
                <a:moveTo>
                  <a:pt x="655444" y="0"/>
                </a:moveTo>
                <a:cubicBezTo>
                  <a:pt x="650887" y="0"/>
                  <a:pt x="647227" y="3708"/>
                  <a:pt x="647227" y="8278"/>
                </a:cubicBezTo>
                <a:cubicBezTo>
                  <a:pt x="647227" y="12848"/>
                  <a:pt x="650887" y="16552"/>
                  <a:pt x="655444" y="16552"/>
                </a:cubicBezTo>
                <a:cubicBezTo>
                  <a:pt x="659963" y="16552"/>
                  <a:pt x="663624" y="12848"/>
                  <a:pt x="663624" y="8278"/>
                </a:cubicBezTo>
                <a:cubicBezTo>
                  <a:pt x="663624" y="3708"/>
                  <a:pt x="659963" y="0"/>
                  <a:pt x="655444" y="0"/>
                </a:cubicBezTo>
                <a:close/>
                <a:moveTo>
                  <a:pt x="693503" y="0"/>
                </a:moveTo>
                <a:cubicBezTo>
                  <a:pt x="688984" y="0"/>
                  <a:pt x="685286" y="3708"/>
                  <a:pt x="685286" y="8278"/>
                </a:cubicBezTo>
                <a:cubicBezTo>
                  <a:pt x="685286" y="12848"/>
                  <a:pt x="688984" y="16552"/>
                  <a:pt x="693503" y="16552"/>
                </a:cubicBezTo>
                <a:cubicBezTo>
                  <a:pt x="698022" y="16552"/>
                  <a:pt x="701720" y="12848"/>
                  <a:pt x="701720" y="8278"/>
                </a:cubicBezTo>
                <a:cubicBezTo>
                  <a:pt x="701720" y="3708"/>
                  <a:pt x="698022" y="0"/>
                  <a:pt x="693503" y="0"/>
                </a:cubicBezTo>
                <a:close/>
                <a:moveTo>
                  <a:pt x="731562" y="0"/>
                </a:moveTo>
                <a:cubicBezTo>
                  <a:pt x="727043" y="0"/>
                  <a:pt x="723382" y="3708"/>
                  <a:pt x="723382" y="8278"/>
                </a:cubicBezTo>
                <a:cubicBezTo>
                  <a:pt x="723382" y="12848"/>
                  <a:pt x="727043" y="16552"/>
                  <a:pt x="731562" y="16552"/>
                </a:cubicBezTo>
                <a:cubicBezTo>
                  <a:pt x="736119" y="16552"/>
                  <a:pt x="739779" y="12848"/>
                  <a:pt x="739779" y="8278"/>
                </a:cubicBezTo>
                <a:cubicBezTo>
                  <a:pt x="739779" y="3708"/>
                  <a:pt x="736119" y="0"/>
                  <a:pt x="731562" y="0"/>
                </a:cubicBezTo>
                <a:close/>
                <a:moveTo>
                  <a:pt x="769658" y="0"/>
                </a:moveTo>
                <a:cubicBezTo>
                  <a:pt x="765102" y="0"/>
                  <a:pt x="761441" y="3708"/>
                  <a:pt x="761441" y="8278"/>
                </a:cubicBezTo>
                <a:cubicBezTo>
                  <a:pt x="761441" y="12848"/>
                  <a:pt x="765102" y="16552"/>
                  <a:pt x="769658" y="16552"/>
                </a:cubicBezTo>
                <a:cubicBezTo>
                  <a:pt x="774177" y="16552"/>
                  <a:pt x="777838" y="12848"/>
                  <a:pt x="777838" y="8278"/>
                </a:cubicBezTo>
                <a:cubicBezTo>
                  <a:pt x="777838" y="3708"/>
                  <a:pt x="774177" y="0"/>
                  <a:pt x="769658" y="0"/>
                </a:cubicBezTo>
                <a:close/>
                <a:moveTo>
                  <a:pt x="807717" y="0"/>
                </a:moveTo>
                <a:cubicBezTo>
                  <a:pt x="803198" y="0"/>
                  <a:pt x="799538" y="3708"/>
                  <a:pt x="799538" y="8278"/>
                </a:cubicBezTo>
                <a:cubicBezTo>
                  <a:pt x="799538" y="12848"/>
                  <a:pt x="803198" y="16552"/>
                  <a:pt x="807717" y="16552"/>
                </a:cubicBezTo>
                <a:cubicBezTo>
                  <a:pt x="812237" y="16552"/>
                  <a:pt x="815934" y="12848"/>
                  <a:pt x="815934" y="8278"/>
                </a:cubicBezTo>
                <a:cubicBezTo>
                  <a:pt x="815934" y="3708"/>
                  <a:pt x="812237" y="0"/>
                  <a:pt x="807717" y="0"/>
                </a:cubicBezTo>
                <a:close/>
                <a:moveTo>
                  <a:pt x="845776" y="0"/>
                </a:moveTo>
                <a:cubicBezTo>
                  <a:pt x="841257" y="0"/>
                  <a:pt x="837597" y="3708"/>
                  <a:pt x="837597" y="8278"/>
                </a:cubicBezTo>
                <a:cubicBezTo>
                  <a:pt x="837597" y="12848"/>
                  <a:pt x="841257" y="16552"/>
                  <a:pt x="845776" y="16552"/>
                </a:cubicBezTo>
                <a:cubicBezTo>
                  <a:pt x="850333" y="16552"/>
                  <a:pt x="853993" y="12848"/>
                  <a:pt x="853993" y="8278"/>
                </a:cubicBezTo>
                <a:cubicBezTo>
                  <a:pt x="853993" y="3708"/>
                  <a:pt x="850333" y="0"/>
                  <a:pt x="845776" y="0"/>
                </a:cubicBezTo>
                <a:close/>
                <a:moveTo>
                  <a:pt x="883873" y="0"/>
                </a:moveTo>
                <a:cubicBezTo>
                  <a:pt x="879353" y="0"/>
                  <a:pt x="875656" y="3708"/>
                  <a:pt x="875656" y="8278"/>
                </a:cubicBezTo>
                <a:cubicBezTo>
                  <a:pt x="875656" y="12848"/>
                  <a:pt x="879353" y="16552"/>
                  <a:pt x="883873" y="16552"/>
                </a:cubicBezTo>
                <a:cubicBezTo>
                  <a:pt x="888392" y="16552"/>
                  <a:pt x="892052" y="12848"/>
                  <a:pt x="892052" y="8278"/>
                </a:cubicBezTo>
                <a:cubicBezTo>
                  <a:pt x="892052" y="3708"/>
                  <a:pt x="888392" y="0"/>
                  <a:pt x="883873" y="0"/>
                </a:cubicBezTo>
                <a:close/>
                <a:moveTo>
                  <a:pt x="921932" y="0"/>
                </a:moveTo>
                <a:cubicBezTo>
                  <a:pt x="917412" y="0"/>
                  <a:pt x="913752" y="3708"/>
                  <a:pt x="913752" y="8278"/>
                </a:cubicBezTo>
                <a:cubicBezTo>
                  <a:pt x="913752" y="12848"/>
                  <a:pt x="917412" y="16552"/>
                  <a:pt x="921932" y="16552"/>
                </a:cubicBezTo>
                <a:cubicBezTo>
                  <a:pt x="926451" y="16552"/>
                  <a:pt x="930148" y="12848"/>
                  <a:pt x="930148" y="8278"/>
                </a:cubicBezTo>
                <a:cubicBezTo>
                  <a:pt x="930148" y="3708"/>
                  <a:pt x="926451" y="0"/>
                  <a:pt x="921932" y="0"/>
                </a:cubicBezTo>
                <a:close/>
                <a:moveTo>
                  <a:pt x="960028" y="0"/>
                </a:moveTo>
                <a:cubicBezTo>
                  <a:pt x="955471" y="0"/>
                  <a:pt x="951811" y="3708"/>
                  <a:pt x="951811" y="8278"/>
                </a:cubicBezTo>
                <a:cubicBezTo>
                  <a:pt x="951811" y="12848"/>
                  <a:pt x="955471" y="16552"/>
                  <a:pt x="960028" y="16552"/>
                </a:cubicBezTo>
                <a:cubicBezTo>
                  <a:pt x="964547" y="16552"/>
                  <a:pt x="968207" y="12848"/>
                  <a:pt x="968207" y="8278"/>
                </a:cubicBezTo>
                <a:cubicBezTo>
                  <a:pt x="968207" y="3708"/>
                  <a:pt x="964547" y="0"/>
                  <a:pt x="960028" y="0"/>
                </a:cubicBezTo>
                <a:close/>
              </a:path>
            </a:pathLst>
          </a:custGeom>
          <a:gradFill>
            <a:gsLst>
              <a:gs pos="0">
                <a:srgbClr val="FFFFFF">
                  <a:alpha val="0"/>
                </a:srgbClr>
              </a:gs>
              <a:gs pos="6530">
                <a:srgbClr val="E4F5FC">
                  <a:alpha val="12156"/>
                </a:srgbClr>
              </a:gs>
              <a:gs pos="20090">
                <a:srgbClr val="B3E4F6">
                  <a:alpha val="34901"/>
                </a:srgbClr>
              </a:gs>
              <a:gs pos="33820">
                <a:srgbClr val="89D6F2">
                  <a:alpha val="54901"/>
                </a:srgbClr>
              </a:gs>
              <a:gs pos="47440">
                <a:srgbClr val="66CAEE">
                  <a:alpha val="70588"/>
                </a:srgbClr>
              </a:gs>
              <a:gs pos="60930">
                <a:srgbClr val="4BC0EB">
                  <a:alpha val="83137"/>
                </a:srgbClr>
              </a:gs>
              <a:gs pos="74270">
                <a:srgbClr val="38BAE9">
                  <a:alpha val="92156"/>
                </a:srgbClr>
              </a:gs>
              <a:gs pos="87380">
                <a:srgbClr val="2CB6E8">
                  <a:alpha val="97647"/>
                </a:srgbClr>
              </a:gs>
              <a:gs pos="100000">
                <a:srgbClr val="29B5E8"/>
              </a:gs>
            </a:gsLst>
            <a:lin ang="0" scaled="0"/>
          </a:gra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373" name="Google Shape;2373;p90"/>
          <p:cNvGrpSpPr/>
          <p:nvPr/>
        </p:nvGrpSpPr>
        <p:grpSpPr>
          <a:xfrm>
            <a:off x="6735672" y="3679596"/>
            <a:ext cx="394626" cy="462803"/>
            <a:chOff x="7402419" y="4843658"/>
            <a:chExt cx="481956" cy="565221"/>
          </a:xfrm>
        </p:grpSpPr>
        <p:grpSp>
          <p:nvGrpSpPr>
            <p:cNvPr id="2374" name="Google Shape;2374;p90"/>
            <p:cNvGrpSpPr/>
            <p:nvPr/>
          </p:nvGrpSpPr>
          <p:grpSpPr>
            <a:xfrm>
              <a:off x="7402419" y="5207144"/>
              <a:ext cx="481956" cy="201735"/>
              <a:chOff x="7402419" y="5207144"/>
              <a:chExt cx="481956" cy="201735"/>
            </a:xfrm>
          </p:grpSpPr>
          <p:sp>
            <p:nvSpPr>
              <p:cNvPr id="2375" name="Google Shape;2375;p90"/>
              <p:cNvSpPr/>
              <p:nvPr/>
            </p:nvSpPr>
            <p:spPr>
              <a:xfrm>
                <a:off x="7402419" y="5208413"/>
                <a:ext cx="51094" cy="77251"/>
              </a:xfrm>
              <a:custGeom>
                <a:avLst/>
                <a:gdLst/>
                <a:ahLst/>
                <a:cxnLst/>
                <a:rect l="l" t="t" r="r" b="b"/>
                <a:pathLst>
                  <a:path w="51094" h="77251" extrusionOk="0">
                    <a:moveTo>
                      <a:pt x="46276" y="14599"/>
                    </a:moveTo>
                    <a:cubicBezTo>
                      <a:pt x="45903" y="15346"/>
                      <a:pt x="45454" y="15906"/>
                      <a:pt x="44931" y="16205"/>
                    </a:cubicBezTo>
                    <a:cubicBezTo>
                      <a:pt x="44446" y="16503"/>
                      <a:pt x="43849" y="16690"/>
                      <a:pt x="43139" y="16690"/>
                    </a:cubicBezTo>
                    <a:cubicBezTo>
                      <a:pt x="42429" y="16690"/>
                      <a:pt x="41682" y="16391"/>
                      <a:pt x="40786" y="15869"/>
                    </a:cubicBezTo>
                    <a:cubicBezTo>
                      <a:pt x="39927" y="15308"/>
                      <a:pt x="38881" y="14711"/>
                      <a:pt x="37723" y="14076"/>
                    </a:cubicBezTo>
                    <a:cubicBezTo>
                      <a:pt x="36528" y="13405"/>
                      <a:pt x="35146" y="12807"/>
                      <a:pt x="33540" y="12247"/>
                    </a:cubicBezTo>
                    <a:cubicBezTo>
                      <a:pt x="31971" y="11724"/>
                      <a:pt x="30104" y="11463"/>
                      <a:pt x="27938" y="11463"/>
                    </a:cubicBezTo>
                    <a:cubicBezTo>
                      <a:pt x="25958" y="11463"/>
                      <a:pt x="24277" y="11687"/>
                      <a:pt x="22821" y="12172"/>
                    </a:cubicBezTo>
                    <a:cubicBezTo>
                      <a:pt x="21402" y="12620"/>
                      <a:pt x="20169" y="13292"/>
                      <a:pt x="19160" y="14114"/>
                    </a:cubicBezTo>
                    <a:cubicBezTo>
                      <a:pt x="18190" y="14935"/>
                      <a:pt x="17442" y="15943"/>
                      <a:pt x="16957" y="17138"/>
                    </a:cubicBezTo>
                    <a:cubicBezTo>
                      <a:pt x="16471" y="18296"/>
                      <a:pt x="16210" y="19565"/>
                      <a:pt x="16210" y="20946"/>
                    </a:cubicBezTo>
                    <a:cubicBezTo>
                      <a:pt x="16210" y="22739"/>
                      <a:pt x="16733" y="24232"/>
                      <a:pt x="17704" y="25390"/>
                    </a:cubicBezTo>
                    <a:cubicBezTo>
                      <a:pt x="18712" y="26584"/>
                      <a:pt x="20020" y="27593"/>
                      <a:pt x="21663" y="28451"/>
                    </a:cubicBezTo>
                    <a:cubicBezTo>
                      <a:pt x="23306" y="29273"/>
                      <a:pt x="25174" y="30020"/>
                      <a:pt x="27265" y="30691"/>
                    </a:cubicBezTo>
                    <a:cubicBezTo>
                      <a:pt x="29357" y="31364"/>
                      <a:pt x="31486" y="32036"/>
                      <a:pt x="33652" y="32783"/>
                    </a:cubicBezTo>
                    <a:cubicBezTo>
                      <a:pt x="35818" y="33567"/>
                      <a:pt x="37984" y="34425"/>
                      <a:pt x="40076" y="35433"/>
                    </a:cubicBezTo>
                    <a:cubicBezTo>
                      <a:pt x="42168" y="36404"/>
                      <a:pt x="43998" y="37674"/>
                      <a:pt x="45641" y="39167"/>
                    </a:cubicBezTo>
                    <a:cubicBezTo>
                      <a:pt x="47284" y="40698"/>
                      <a:pt x="48629" y="42565"/>
                      <a:pt x="49600" y="44730"/>
                    </a:cubicBezTo>
                    <a:cubicBezTo>
                      <a:pt x="50609" y="46934"/>
                      <a:pt x="51094" y="49622"/>
                      <a:pt x="51094" y="52758"/>
                    </a:cubicBezTo>
                    <a:cubicBezTo>
                      <a:pt x="51094" y="56156"/>
                      <a:pt x="50496" y="59367"/>
                      <a:pt x="49339" y="62317"/>
                    </a:cubicBezTo>
                    <a:cubicBezTo>
                      <a:pt x="48181" y="65304"/>
                      <a:pt x="46463" y="67917"/>
                      <a:pt x="44222" y="70120"/>
                    </a:cubicBezTo>
                    <a:cubicBezTo>
                      <a:pt x="41981" y="72323"/>
                      <a:pt x="39217" y="74078"/>
                      <a:pt x="35967" y="75348"/>
                    </a:cubicBezTo>
                    <a:cubicBezTo>
                      <a:pt x="32755" y="76617"/>
                      <a:pt x="29021" y="77252"/>
                      <a:pt x="24837" y="77252"/>
                    </a:cubicBezTo>
                    <a:cubicBezTo>
                      <a:pt x="22447" y="77252"/>
                      <a:pt x="20057" y="77028"/>
                      <a:pt x="17741" y="76542"/>
                    </a:cubicBezTo>
                    <a:cubicBezTo>
                      <a:pt x="15388" y="76094"/>
                      <a:pt x="13147" y="75422"/>
                      <a:pt x="11018" y="74526"/>
                    </a:cubicBezTo>
                    <a:cubicBezTo>
                      <a:pt x="8852" y="73667"/>
                      <a:pt x="6873" y="72622"/>
                      <a:pt x="5005" y="71390"/>
                    </a:cubicBezTo>
                    <a:cubicBezTo>
                      <a:pt x="3138" y="70195"/>
                      <a:pt x="1457" y="68814"/>
                      <a:pt x="0" y="67320"/>
                    </a:cubicBezTo>
                    <a:lnTo>
                      <a:pt x="4071" y="60599"/>
                    </a:lnTo>
                    <a:cubicBezTo>
                      <a:pt x="4482" y="60114"/>
                      <a:pt x="4930" y="59703"/>
                      <a:pt x="5453" y="59367"/>
                    </a:cubicBezTo>
                    <a:cubicBezTo>
                      <a:pt x="6014" y="59031"/>
                      <a:pt x="6611" y="58844"/>
                      <a:pt x="7283" y="58844"/>
                    </a:cubicBezTo>
                    <a:cubicBezTo>
                      <a:pt x="8142" y="58844"/>
                      <a:pt x="9076" y="59217"/>
                      <a:pt x="10085" y="59927"/>
                    </a:cubicBezTo>
                    <a:cubicBezTo>
                      <a:pt x="11093" y="60636"/>
                      <a:pt x="12288" y="61421"/>
                      <a:pt x="13670" y="62317"/>
                    </a:cubicBezTo>
                    <a:cubicBezTo>
                      <a:pt x="15052" y="63176"/>
                      <a:pt x="16696" y="63959"/>
                      <a:pt x="18526" y="64706"/>
                    </a:cubicBezTo>
                    <a:cubicBezTo>
                      <a:pt x="20393" y="65416"/>
                      <a:pt x="22634" y="65752"/>
                      <a:pt x="25248" y="65752"/>
                    </a:cubicBezTo>
                    <a:cubicBezTo>
                      <a:pt x="29282" y="65752"/>
                      <a:pt x="32382" y="64818"/>
                      <a:pt x="34586" y="62914"/>
                    </a:cubicBezTo>
                    <a:cubicBezTo>
                      <a:pt x="36752" y="61010"/>
                      <a:pt x="37872" y="58284"/>
                      <a:pt x="37872" y="54737"/>
                    </a:cubicBezTo>
                    <a:cubicBezTo>
                      <a:pt x="37872" y="52758"/>
                      <a:pt x="37387" y="51116"/>
                      <a:pt x="36379" y="49883"/>
                    </a:cubicBezTo>
                    <a:cubicBezTo>
                      <a:pt x="35370" y="48614"/>
                      <a:pt x="34063" y="47568"/>
                      <a:pt x="32419" y="46709"/>
                    </a:cubicBezTo>
                    <a:cubicBezTo>
                      <a:pt x="30776" y="45851"/>
                      <a:pt x="28909" y="45142"/>
                      <a:pt x="26817" y="44544"/>
                    </a:cubicBezTo>
                    <a:cubicBezTo>
                      <a:pt x="24726" y="43947"/>
                      <a:pt x="22597" y="43312"/>
                      <a:pt x="20468" y="42602"/>
                    </a:cubicBezTo>
                    <a:cubicBezTo>
                      <a:pt x="18301" y="41893"/>
                      <a:pt x="16173" y="41071"/>
                      <a:pt x="14081" y="40101"/>
                    </a:cubicBezTo>
                    <a:cubicBezTo>
                      <a:pt x="11989" y="39130"/>
                      <a:pt x="10122" y="37860"/>
                      <a:pt x="8478" y="36292"/>
                    </a:cubicBezTo>
                    <a:cubicBezTo>
                      <a:pt x="6835" y="34724"/>
                      <a:pt x="5528" y="32745"/>
                      <a:pt x="4520" y="30393"/>
                    </a:cubicBezTo>
                    <a:cubicBezTo>
                      <a:pt x="3548" y="28041"/>
                      <a:pt x="3026" y="25128"/>
                      <a:pt x="3026" y="21693"/>
                    </a:cubicBezTo>
                    <a:cubicBezTo>
                      <a:pt x="3026" y="18930"/>
                      <a:pt x="3586" y="16242"/>
                      <a:pt x="4669" y="13628"/>
                    </a:cubicBezTo>
                    <a:cubicBezTo>
                      <a:pt x="5789" y="11015"/>
                      <a:pt x="7396" y="8700"/>
                      <a:pt x="9487" y="6684"/>
                    </a:cubicBezTo>
                    <a:cubicBezTo>
                      <a:pt x="11616" y="4667"/>
                      <a:pt x="14193" y="3062"/>
                      <a:pt x="17256" y="1830"/>
                    </a:cubicBezTo>
                    <a:cubicBezTo>
                      <a:pt x="20318" y="598"/>
                      <a:pt x="23829" y="0"/>
                      <a:pt x="27788" y="0"/>
                    </a:cubicBezTo>
                    <a:cubicBezTo>
                      <a:pt x="32233" y="0"/>
                      <a:pt x="36341" y="710"/>
                      <a:pt x="40114" y="2091"/>
                    </a:cubicBezTo>
                    <a:cubicBezTo>
                      <a:pt x="43885" y="3473"/>
                      <a:pt x="47098" y="5452"/>
                      <a:pt x="49750" y="7953"/>
                    </a:cubicBezTo>
                    <a:lnTo>
                      <a:pt x="46276" y="1459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76" name="Google Shape;2376;p90"/>
              <p:cNvSpPr/>
              <p:nvPr/>
            </p:nvSpPr>
            <p:spPr>
              <a:xfrm>
                <a:off x="7463561" y="5230368"/>
                <a:ext cx="46723" cy="54475"/>
              </a:xfrm>
              <a:custGeom>
                <a:avLst/>
                <a:gdLst/>
                <a:ahLst/>
                <a:cxnLst/>
                <a:rect l="l" t="t" r="r" b="b"/>
                <a:pathLst>
                  <a:path w="46723" h="54475" extrusionOk="0">
                    <a:moveTo>
                      <a:pt x="0" y="54476"/>
                    </a:moveTo>
                    <a:lnTo>
                      <a:pt x="0" y="821"/>
                    </a:lnTo>
                    <a:lnTo>
                      <a:pt x="7881" y="821"/>
                    </a:lnTo>
                    <a:cubicBezTo>
                      <a:pt x="9561" y="821"/>
                      <a:pt x="10644" y="1606"/>
                      <a:pt x="11167" y="3174"/>
                    </a:cubicBezTo>
                    <a:lnTo>
                      <a:pt x="12064" y="7430"/>
                    </a:lnTo>
                    <a:cubicBezTo>
                      <a:pt x="13147" y="6310"/>
                      <a:pt x="14305" y="5302"/>
                      <a:pt x="15500" y="4406"/>
                    </a:cubicBezTo>
                    <a:cubicBezTo>
                      <a:pt x="16695" y="3473"/>
                      <a:pt x="17965" y="2688"/>
                      <a:pt x="19309" y="2054"/>
                    </a:cubicBezTo>
                    <a:cubicBezTo>
                      <a:pt x="20654" y="1381"/>
                      <a:pt x="22111" y="859"/>
                      <a:pt x="23642" y="523"/>
                    </a:cubicBezTo>
                    <a:cubicBezTo>
                      <a:pt x="25173" y="187"/>
                      <a:pt x="26817" y="0"/>
                      <a:pt x="28647" y="0"/>
                    </a:cubicBezTo>
                    <a:cubicBezTo>
                      <a:pt x="31560" y="0"/>
                      <a:pt x="34174" y="485"/>
                      <a:pt x="36453" y="1494"/>
                    </a:cubicBezTo>
                    <a:cubicBezTo>
                      <a:pt x="38694" y="2502"/>
                      <a:pt x="40599" y="3883"/>
                      <a:pt x="42092" y="5675"/>
                    </a:cubicBezTo>
                    <a:cubicBezTo>
                      <a:pt x="43624" y="7468"/>
                      <a:pt x="44782" y="9596"/>
                      <a:pt x="45566" y="12097"/>
                    </a:cubicBezTo>
                    <a:cubicBezTo>
                      <a:pt x="46350" y="14599"/>
                      <a:pt x="46724" y="17325"/>
                      <a:pt x="46724" y="20349"/>
                    </a:cubicBezTo>
                    <a:lnTo>
                      <a:pt x="46724" y="54476"/>
                    </a:lnTo>
                    <a:lnTo>
                      <a:pt x="33838" y="54476"/>
                    </a:lnTo>
                    <a:lnTo>
                      <a:pt x="33838" y="20349"/>
                    </a:lnTo>
                    <a:cubicBezTo>
                      <a:pt x="33838" y="17064"/>
                      <a:pt x="33054" y="14524"/>
                      <a:pt x="31560" y="12732"/>
                    </a:cubicBezTo>
                    <a:cubicBezTo>
                      <a:pt x="30029" y="10940"/>
                      <a:pt x="27750" y="10044"/>
                      <a:pt x="24725" y="10044"/>
                    </a:cubicBezTo>
                    <a:cubicBezTo>
                      <a:pt x="22484" y="10044"/>
                      <a:pt x="20393" y="10529"/>
                      <a:pt x="18450" y="11537"/>
                    </a:cubicBezTo>
                    <a:cubicBezTo>
                      <a:pt x="16508" y="12583"/>
                      <a:pt x="14641" y="13927"/>
                      <a:pt x="12923" y="15682"/>
                    </a:cubicBezTo>
                    <a:lnTo>
                      <a:pt x="12923" y="54476"/>
                    </a:lnTo>
                    <a:lnTo>
                      <a:pt x="0" y="544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77" name="Google Shape;2377;p90"/>
              <p:cNvSpPr/>
              <p:nvPr/>
            </p:nvSpPr>
            <p:spPr>
              <a:xfrm>
                <a:off x="7519286" y="5230368"/>
                <a:ext cx="53073" cy="55259"/>
              </a:xfrm>
              <a:custGeom>
                <a:avLst/>
                <a:gdLst/>
                <a:ahLst/>
                <a:cxnLst/>
                <a:rect l="l" t="t" r="r" b="b"/>
                <a:pathLst>
                  <a:path w="53073" h="55259" extrusionOk="0">
                    <a:moveTo>
                      <a:pt x="26630" y="0"/>
                    </a:moveTo>
                    <a:cubicBezTo>
                      <a:pt x="30627" y="0"/>
                      <a:pt x="34250" y="635"/>
                      <a:pt x="37536" y="1942"/>
                    </a:cubicBezTo>
                    <a:cubicBezTo>
                      <a:pt x="40786" y="3211"/>
                      <a:pt x="43549" y="5040"/>
                      <a:pt x="45865" y="7430"/>
                    </a:cubicBezTo>
                    <a:cubicBezTo>
                      <a:pt x="48181" y="9782"/>
                      <a:pt x="49936" y="12695"/>
                      <a:pt x="51206" y="16093"/>
                    </a:cubicBezTo>
                    <a:cubicBezTo>
                      <a:pt x="52439" y="19528"/>
                      <a:pt x="53073" y="23336"/>
                      <a:pt x="53073" y="27555"/>
                    </a:cubicBezTo>
                    <a:cubicBezTo>
                      <a:pt x="53073" y="31812"/>
                      <a:pt x="52439" y="35620"/>
                      <a:pt x="51206" y="39056"/>
                    </a:cubicBezTo>
                    <a:cubicBezTo>
                      <a:pt x="49936" y="42453"/>
                      <a:pt x="48181" y="45365"/>
                      <a:pt x="45865" y="47792"/>
                    </a:cubicBezTo>
                    <a:cubicBezTo>
                      <a:pt x="43549" y="50182"/>
                      <a:pt x="40786" y="52012"/>
                      <a:pt x="37536" y="53318"/>
                    </a:cubicBezTo>
                    <a:cubicBezTo>
                      <a:pt x="34250" y="54625"/>
                      <a:pt x="30627" y="55260"/>
                      <a:pt x="26630" y="55260"/>
                    </a:cubicBezTo>
                    <a:cubicBezTo>
                      <a:pt x="22597" y="55260"/>
                      <a:pt x="18974" y="54625"/>
                      <a:pt x="15687" y="53318"/>
                    </a:cubicBezTo>
                    <a:cubicBezTo>
                      <a:pt x="12400" y="52012"/>
                      <a:pt x="9636" y="50182"/>
                      <a:pt x="7283" y="47792"/>
                    </a:cubicBezTo>
                    <a:cubicBezTo>
                      <a:pt x="4968" y="45365"/>
                      <a:pt x="3175" y="42453"/>
                      <a:pt x="1905" y="39056"/>
                    </a:cubicBezTo>
                    <a:cubicBezTo>
                      <a:pt x="635" y="35620"/>
                      <a:pt x="0" y="31812"/>
                      <a:pt x="0" y="27555"/>
                    </a:cubicBezTo>
                    <a:cubicBezTo>
                      <a:pt x="0" y="23336"/>
                      <a:pt x="635" y="19528"/>
                      <a:pt x="1905" y="16093"/>
                    </a:cubicBezTo>
                    <a:cubicBezTo>
                      <a:pt x="3175" y="12695"/>
                      <a:pt x="4968" y="9782"/>
                      <a:pt x="7283" y="7430"/>
                    </a:cubicBezTo>
                    <a:cubicBezTo>
                      <a:pt x="9636" y="5040"/>
                      <a:pt x="12400" y="3211"/>
                      <a:pt x="15687" y="1942"/>
                    </a:cubicBezTo>
                    <a:cubicBezTo>
                      <a:pt x="18974" y="635"/>
                      <a:pt x="22597" y="0"/>
                      <a:pt x="26630" y="0"/>
                    </a:cubicBezTo>
                    <a:close/>
                    <a:moveTo>
                      <a:pt x="26630" y="45328"/>
                    </a:moveTo>
                    <a:cubicBezTo>
                      <a:pt x="31075" y="45328"/>
                      <a:pt x="34399" y="43834"/>
                      <a:pt x="36528" y="40810"/>
                    </a:cubicBezTo>
                    <a:cubicBezTo>
                      <a:pt x="38656" y="37823"/>
                      <a:pt x="39740" y="33455"/>
                      <a:pt x="39740" y="27667"/>
                    </a:cubicBezTo>
                    <a:cubicBezTo>
                      <a:pt x="39740" y="21880"/>
                      <a:pt x="38656" y="17474"/>
                      <a:pt x="36528" y="14412"/>
                    </a:cubicBezTo>
                    <a:cubicBezTo>
                      <a:pt x="34399" y="11388"/>
                      <a:pt x="31075" y="9895"/>
                      <a:pt x="26630" y="9895"/>
                    </a:cubicBezTo>
                    <a:cubicBezTo>
                      <a:pt x="22074" y="9895"/>
                      <a:pt x="18749" y="11388"/>
                      <a:pt x="16583" y="14450"/>
                    </a:cubicBezTo>
                    <a:cubicBezTo>
                      <a:pt x="14417" y="17512"/>
                      <a:pt x="13334" y="21917"/>
                      <a:pt x="13334" y="27667"/>
                    </a:cubicBezTo>
                    <a:cubicBezTo>
                      <a:pt x="13334" y="33417"/>
                      <a:pt x="14417" y="37786"/>
                      <a:pt x="16583" y="40810"/>
                    </a:cubicBezTo>
                    <a:cubicBezTo>
                      <a:pt x="18749" y="43797"/>
                      <a:pt x="22074" y="45328"/>
                      <a:pt x="26630" y="4532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78" name="Google Shape;2378;p90"/>
              <p:cNvSpPr/>
              <p:nvPr/>
            </p:nvSpPr>
            <p:spPr>
              <a:xfrm>
                <a:off x="7575907" y="5231115"/>
                <a:ext cx="82019" cy="53728"/>
              </a:xfrm>
              <a:custGeom>
                <a:avLst/>
                <a:gdLst/>
                <a:ahLst/>
                <a:cxnLst/>
                <a:rect l="l" t="t" r="r" b="b"/>
                <a:pathLst>
                  <a:path w="82019" h="53728" extrusionOk="0">
                    <a:moveTo>
                      <a:pt x="0" y="74"/>
                    </a:moveTo>
                    <a:lnTo>
                      <a:pt x="10271" y="74"/>
                    </a:lnTo>
                    <a:cubicBezTo>
                      <a:pt x="11242" y="74"/>
                      <a:pt x="12064" y="336"/>
                      <a:pt x="12736" y="784"/>
                    </a:cubicBezTo>
                    <a:cubicBezTo>
                      <a:pt x="13371" y="1232"/>
                      <a:pt x="13782" y="1792"/>
                      <a:pt x="13969" y="2501"/>
                    </a:cubicBezTo>
                    <a:lnTo>
                      <a:pt x="21662" y="31139"/>
                    </a:lnTo>
                    <a:cubicBezTo>
                      <a:pt x="22074" y="32708"/>
                      <a:pt x="22410" y="34238"/>
                      <a:pt x="22671" y="35732"/>
                    </a:cubicBezTo>
                    <a:cubicBezTo>
                      <a:pt x="22933" y="37226"/>
                      <a:pt x="23194" y="38719"/>
                      <a:pt x="23456" y="40250"/>
                    </a:cubicBezTo>
                    <a:cubicBezTo>
                      <a:pt x="23829" y="38719"/>
                      <a:pt x="24240" y="37226"/>
                      <a:pt x="24688" y="35732"/>
                    </a:cubicBezTo>
                    <a:cubicBezTo>
                      <a:pt x="25099" y="34238"/>
                      <a:pt x="25584" y="32708"/>
                      <a:pt x="26070" y="31139"/>
                    </a:cubicBezTo>
                    <a:lnTo>
                      <a:pt x="34959" y="2389"/>
                    </a:lnTo>
                    <a:cubicBezTo>
                      <a:pt x="35146" y="1680"/>
                      <a:pt x="35557" y="1120"/>
                      <a:pt x="36191" y="672"/>
                    </a:cubicBezTo>
                    <a:cubicBezTo>
                      <a:pt x="36826" y="224"/>
                      <a:pt x="37573" y="0"/>
                      <a:pt x="38395" y="0"/>
                    </a:cubicBezTo>
                    <a:lnTo>
                      <a:pt x="44109" y="0"/>
                    </a:lnTo>
                    <a:cubicBezTo>
                      <a:pt x="45043" y="0"/>
                      <a:pt x="45828" y="224"/>
                      <a:pt x="46462" y="672"/>
                    </a:cubicBezTo>
                    <a:cubicBezTo>
                      <a:pt x="47060" y="1120"/>
                      <a:pt x="47508" y="1680"/>
                      <a:pt x="47695" y="2389"/>
                    </a:cubicBezTo>
                    <a:lnTo>
                      <a:pt x="56472" y="31662"/>
                    </a:lnTo>
                    <a:cubicBezTo>
                      <a:pt x="56920" y="33156"/>
                      <a:pt x="57369" y="34612"/>
                      <a:pt x="57705" y="36030"/>
                    </a:cubicBezTo>
                    <a:cubicBezTo>
                      <a:pt x="58078" y="37449"/>
                      <a:pt x="58452" y="38868"/>
                      <a:pt x="58788" y="40287"/>
                    </a:cubicBezTo>
                    <a:cubicBezTo>
                      <a:pt x="59049" y="38793"/>
                      <a:pt x="59311" y="37300"/>
                      <a:pt x="59609" y="35807"/>
                    </a:cubicBezTo>
                    <a:cubicBezTo>
                      <a:pt x="59909" y="34276"/>
                      <a:pt x="60282" y="32745"/>
                      <a:pt x="60730" y="31139"/>
                    </a:cubicBezTo>
                    <a:lnTo>
                      <a:pt x="68686" y="2501"/>
                    </a:lnTo>
                    <a:cubicBezTo>
                      <a:pt x="68835" y="1792"/>
                      <a:pt x="69246" y="1232"/>
                      <a:pt x="69918" y="784"/>
                    </a:cubicBezTo>
                    <a:cubicBezTo>
                      <a:pt x="70590" y="336"/>
                      <a:pt x="71337" y="74"/>
                      <a:pt x="72234" y="74"/>
                    </a:cubicBezTo>
                    <a:lnTo>
                      <a:pt x="82019" y="74"/>
                    </a:lnTo>
                    <a:lnTo>
                      <a:pt x="65025" y="53729"/>
                    </a:lnTo>
                    <a:lnTo>
                      <a:pt x="54605" y="53729"/>
                    </a:lnTo>
                    <a:cubicBezTo>
                      <a:pt x="53484" y="53729"/>
                      <a:pt x="52700" y="52945"/>
                      <a:pt x="52214" y="51414"/>
                    </a:cubicBezTo>
                    <a:lnTo>
                      <a:pt x="42541" y="20424"/>
                    </a:lnTo>
                    <a:cubicBezTo>
                      <a:pt x="42204" y="19415"/>
                      <a:pt x="41943" y="18407"/>
                      <a:pt x="41645" y="17362"/>
                    </a:cubicBezTo>
                    <a:cubicBezTo>
                      <a:pt x="41383" y="16354"/>
                      <a:pt x="41196" y="15308"/>
                      <a:pt x="41010" y="14300"/>
                    </a:cubicBezTo>
                    <a:cubicBezTo>
                      <a:pt x="40786" y="15346"/>
                      <a:pt x="40561" y="16391"/>
                      <a:pt x="40337" y="17436"/>
                    </a:cubicBezTo>
                    <a:cubicBezTo>
                      <a:pt x="40076" y="18445"/>
                      <a:pt x="39815" y="19490"/>
                      <a:pt x="39478" y="20536"/>
                    </a:cubicBezTo>
                    <a:lnTo>
                      <a:pt x="29730" y="51414"/>
                    </a:lnTo>
                    <a:cubicBezTo>
                      <a:pt x="29207" y="52945"/>
                      <a:pt x="28273" y="53729"/>
                      <a:pt x="26891" y="53729"/>
                    </a:cubicBezTo>
                    <a:lnTo>
                      <a:pt x="16994" y="53729"/>
                    </a:lnTo>
                    <a:lnTo>
                      <a:pt x="0" y="74"/>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79" name="Google Shape;2379;p90"/>
              <p:cNvSpPr/>
              <p:nvPr/>
            </p:nvSpPr>
            <p:spPr>
              <a:xfrm>
                <a:off x="7659495" y="5207667"/>
                <a:ext cx="55239" cy="77176"/>
              </a:xfrm>
              <a:custGeom>
                <a:avLst/>
                <a:gdLst/>
                <a:ahLst/>
                <a:cxnLst/>
                <a:rect l="l" t="t" r="r" b="b"/>
                <a:pathLst>
                  <a:path w="55239" h="77176" extrusionOk="0">
                    <a:moveTo>
                      <a:pt x="7993" y="77177"/>
                    </a:moveTo>
                    <a:lnTo>
                      <a:pt x="7993" y="33268"/>
                    </a:lnTo>
                    <a:lnTo>
                      <a:pt x="3324" y="32521"/>
                    </a:lnTo>
                    <a:cubicBezTo>
                      <a:pt x="2316" y="32371"/>
                      <a:pt x="1494" y="31998"/>
                      <a:pt x="896" y="31475"/>
                    </a:cubicBezTo>
                    <a:cubicBezTo>
                      <a:pt x="299" y="30953"/>
                      <a:pt x="0" y="30243"/>
                      <a:pt x="0" y="29273"/>
                    </a:cubicBezTo>
                    <a:lnTo>
                      <a:pt x="0" y="24008"/>
                    </a:lnTo>
                    <a:lnTo>
                      <a:pt x="7993" y="24008"/>
                    </a:lnTo>
                    <a:lnTo>
                      <a:pt x="7993" y="21768"/>
                    </a:lnTo>
                    <a:cubicBezTo>
                      <a:pt x="7993" y="18893"/>
                      <a:pt x="8441" y="16167"/>
                      <a:pt x="9300" y="13554"/>
                    </a:cubicBezTo>
                    <a:cubicBezTo>
                      <a:pt x="10196" y="10940"/>
                      <a:pt x="11578" y="8625"/>
                      <a:pt x="13408" y="6646"/>
                    </a:cubicBezTo>
                    <a:cubicBezTo>
                      <a:pt x="15276" y="4630"/>
                      <a:pt x="17591" y="3024"/>
                      <a:pt x="20430" y="1830"/>
                    </a:cubicBezTo>
                    <a:cubicBezTo>
                      <a:pt x="23269" y="634"/>
                      <a:pt x="26593" y="0"/>
                      <a:pt x="30477" y="0"/>
                    </a:cubicBezTo>
                    <a:cubicBezTo>
                      <a:pt x="33652" y="0"/>
                      <a:pt x="36639" y="112"/>
                      <a:pt x="39478" y="336"/>
                    </a:cubicBezTo>
                    <a:cubicBezTo>
                      <a:pt x="42317" y="523"/>
                      <a:pt x="45155" y="634"/>
                      <a:pt x="47994" y="634"/>
                    </a:cubicBezTo>
                    <a:lnTo>
                      <a:pt x="55240" y="634"/>
                    </a:lnTo>
                    <a:lnTo>
                      <a:pt x="55240" y="77177"/>
                    </a:lnTo>
                    <a:lnTo>
                      <a:pt x="42391" y="77177"/>
                    </a:lnTo>
                    <a:lnTo>
                      <a:pt x="42391" y="9409"/>
                    </a:lnTo>
                    <a:lnTo>
                      <a:pt x="32494" y="9409"/>
                    </a:lnTo>
                    <a:cubicBezTo>
                      <a:pt x="28610" y="9409"/>
                      <a:pt x="25622" y="10492"/>
                      <a:pt x="23567" y="12658"/>
                    </a:cubicBezTo>
                    <a:cubicBezTo>
                      <a:pt x="21513" y="14786"/>
                      <a:pt x="20467" y="17848"/>
                      <a:pt x="20467" y="21805"/>
                    </a:cubicBezTo>
                    <a:lnTo>
                      <a:pt x="20467" y="24008"/>
                    </a:lnTo>
                    <a:lnTo>
                      <a:pt x="33204" y="24008"/>
                    </a:lnTo>
                    <a:lnTo>
                      <a:pt x="33204" y="33193"/>
                    </a:lnTo>
                    <a:lnTo>
                      <a:pt x="20916" y="33193"/>
                    </a:lnTo>
                    <a:lnTo>
                      <a:pt x="20916" y="77177"/>
                    </a:lnTo>
                    <a:lnTo>
                      <a:pt x="7993" y="77177"/>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80" name="Google Shape;2380;p90"/>
              <p:cNvSpPr/>
              <p:nvPr/>
            </p:nvSpPr>
            <p:spPr>
              <a:xfrm>
                <a:off x="7727023" y="5230219"/>
                <a:ext cx="44707" cy="55446"/>
              </a:xfrm>
              <a:custGeom>
                <a:avLst/>
                <a:gdLst/>
                <a:ahLst/>
                <a:cxnLst/>
                <a:rect l="l" t="t" r="r" b="b"/>
                <a:pathLst>
                  <a:path w="44707" h="55446" extrusionOk="0">
                    <a:moveTo>
                      <a:pt x="44707" y="54625"/>
                    </a:moveTo>
                    <a:lnTo>
                      <a:pt x="38918" y="54625"/>
                    </a:lnTo>
                    <a:cubicBezTo>
                      <a:pt x="37685" y="54625"/>
                      <a:pt x="36752" y="54438"/>
                      <a:pt x="36042" y="54065"/>
                    </a:cubicBezTo>
                    <a:cubicBezTo>
                      <a:pt x="35333" y="53691"/>
                      <a:pt x="34810" y="52945"/>
                      <a:pt x="34473" y="51862"/>
                    </a:cubicBezTo>
                    <a:lnTo>
                      <a:pt x="33316" y="48016"/>
                    </a:lnTo>
                    <a:cubicBezTo>
                      <a:pt x="31971" y="49248"/>
                      <a:pt x="30627" y="50331"/>
                      <a:pt x="29319" y="51265"/>
                    </a:cubicBezTo>
                    <a:cubicBezTo>
                      <a:pt x="28012" y="52161"/>
                      <a:pt x="26667" y="52945"/>
                      <a:pt x="25286" y="53579"/>
                    </a:cubicBezTo>
                    <a:cubicBezTo>
                      <a:pt x="23866" y="54214"/>
                      <a:pt x="22372" y="54662"/>
                      <a:pt x="20804" y="54998"/>
                    </a:cubicBezTo>
                    <a:cubicBezTo>
                      <a:pt x="19235" y="55297"/>
                      <a:pt x="17517" y="55446"/>
                      <a:pt x="15575" y="55446"/>
                    </a:cubicBezTo>
                    <a:cubicBezTo>
                      <a:pt x="13334" y="55446"/>
                      <a:pt x="11242" y="55147"/>
                      <a:pt x="9300" y="54550"/>
                    </a:cubicBezTo>
                    <a:cubicBezTo>
                      <a:pt x="7395" y="53915"/>
                      <a:pt x="5752" y="53019"/>
                      <a:pt x="4370" y="51787"/>
                    </a:cubicBezTo>
                    <a:cubicBezTo>
                      <a:pt x="2988" y="50555"/>
                      <a:pt x="1942" y="49024"/>
                      <a:pt x="1158" y="47232"/>
                    </a:cubicBezTo>
                    <a:cubicBezTo>
                      <a:pt x="411" y="45402"/>
                      <a:pt x="0" y="43274"/>
                      <a:pt x="0" y="40885"/>
                    </a:cubicBezTo>
                    <a:cubicBezTo>
                      <a:pt x="0" y="38831"/>
                      <a:pt x="560" y="36852"/>
                      <a:pt x="1606" y="34873"/>
                    </a:cubicBezTo>
                    <a:cubicBezTo>
                      <a:pt x="2652" y="32894"/>
                      <a:pt x="4445" y="31102"/>
                      <a:pt x="6910" y="29534"/>
                    </a:cubicBezTo>
                    <a:cubicBezTo>
                      <a:pt x="9375" y="27929"/>
                      <a:pt x="12699" y="26621"/>
                      <a:pt x="16807" y="25576"/>
                    </a:cubicBezTo>
                    <a:cubicBezTo>
                      <a:pt x="20916" y="24493"/>
                      <a:pt x="26032" y="23970"/>
                      <a:pt x="32120" y="23970"/>
                    </a:cubicBezTo>
                    <a:lnTo>
                      <a:pt x="32120" y="20834"/>
                    </a:lnTo>
                    <a:cubicBezTo>
                      <a:pt x="32120" y="17213"/>
                      <a:pt x="31374" y="14524"/>
                      <a:pt x="29842" y="12807"/>
                    </a:cubicBezTo>
                    <a:cubicBezTo>
                      <a:pt x="28311" y="11052"/>
                      <a:pt x="26107" y="10193"/>
                      <a:pt x="23231" y="10193"/>
                    </a:cubicBezTo>
                    <a:cubicBezTo>
                      <a:pt x="21140" y="10193"/>
                      <a:pt x="19385" y="10417"/>
                      <a:pt x="18003" y="10902"/>
                    </a:cubicBezTo>
                    <a:cubicBezTo>
                      <a:pt x="16583" y="11388"/>
                      <a:pt x="15388" y="11948"/>
                      <a:pt x="14379" y="12545"/>
                    </a:cubicBezTo>
                    <a:cubicBezTo>
                      <a:pt x="13334" y="13180"/>
                      <a:pt x="12400" y="13703"/>
                      <a:pt x="11504" y="14225"/>
                    </a:cubicBezTo>
                    <a:cubicBezTo>
                      <a:pt x="10644" y="14711"/>
                      <a:pt x="9673" y="14935"/>
                      <a:pt x="8628" y="14935"/>
                    </a:cubicBezTo>
                    <a:cubicBezTo>
                      <a:pt x="7769" y="14935"/>
                      <a:pt x="7022" y="14711"/>
                      <a:pt x="6387" y="14263"/>
                    </a:cubicBezTo>
                    <a:cubicBezTo>
                      <a:pt x="5752" y="13815"/>
                      <a:pt x="5266" y="13255"/>
                      <a:pt x="4856" y="12583"/>
                    </a:cubicBezTo>
                    <a:lnTo>
                      <a:pt x="2503" y="8475"/>
                    </a:lnTo>
                    <a:cubicBezTo>
                      <a:pt x="8703" y="2800"/>
                      <a:pt x="16135" y="0"/>
                      <a:pt x="24837" y="0"/>
                    </a:cubicBezTo>
                    <a:cubicBezTo>
                      <a:pt x="27975" y="0"/>
                      <a:pt x="30776" y="522"/>
                      <a:pt x="33241" y="1531"/>
                    </a:cubicBezTo>
                    <a:cubicBezTo>
                      <a:pt x="35706" y="2576"/>
                      <a:pt x="37798" y="3995"/>
                      <a:pt x="39479" y="5824"/>
                    </a:cubicBezTo>
                    <a:cubicBezTo>
                      <a:pt x="41196" y="7654"/>
                      <a:pt x="42504" y="9819"/>
                      <a:pt x="43400" y="12396"/>
                    </a:cubicBezTo>
                    <a:cubicBezTo>
                      <a:pt x="44259" y="14935"/>
                      <a:pt x="44707" y="17698"/>
                      <a:pt x="44707" y="20760"/>
                    </a:cubicBezTo>
                    <a:lnTo>
                      <a:pt x="44707" y="54625"/>
                    </a:lnTo>
                    <a:close/>
                    <a:moveTo>
                      <a:pt x="19608" y="46560"/>
                    </a:moveTo>
                    <a:cubicBezTo>
                      <a:pt x="20953" y="46560"/>
                      <a:pt x="22148" y="46448"/>
                      <a:pt x="23269" y="46224"/>
                    </a:cubicBezTo>
                    <a:cubicBezTo>
                      <a:pt x="24389" y="45962"/>
                      <a:pt x="25435" y="45627"/>
                      <a:pt x="26444" y="45141"/>
                    </a:cubicBezTo>
                    <a:cubicBezTo>
                      <a:pt x="27452" y="44656"/>
                      <a:pt x="28385" y="44058"/>
                      <a:pt x="29319" y="43349"/>
                    </a:cubicBezTo>
                    <a:cubicBezTo>
                      <a:pt x="30253" y="42639"/>
                      <a:pt x="31187" y="41818"/>
                      <a:pt x="32120" y="40847"/>
                    </a:cubicBezTo>
                    <a:lnTo>
                      <a:pt x="32120" y="31886"/>
                    </a:lnTo>
                    <a:cubicBezTo>
                      <a:pt x="28348" y="31886"/>
                      <a:pt x="25211" y="32110"/>
                      <a:pt x="22671" y="32596"/>
                    </a:cubicBezTo>
                    <a:cubicBezTo>
                      <a:pt x="20169" y="33044"/>
                      <a:pt x="18114" y="33678"/>
                      <a:pt x="16583" y="34425"/>
                    </a:cubicBezTo>
                    <a:cubicBezTo>
                      <a:pt x="15052" y="35134"/>
                      <a:pt x="13969" y="35993"/>
                      <a:pt x="13334" y="37001"/>
                    </a:cubicBezTo>
                    <a:cubicBezTo>
                      <a:pt x="12661" y="37972"/>
                      <a:pt x="12363" y="39055"/>
                      <a:pt x="12363" y="40212"/>
                    </a:cubicBezTo>
                    <a:cubicBezTo>
                      <a:pt x="12363" y="42490"/>
                      <a:pt x="13035" y="44096"/>
                      <a:pt x="14379" y="45104"/>
                    </a:cubicBezTo>
                    <a:cubicBezTo>
                      <a:pt x="15687" y="46075"/>
                      <a:pt x="17442"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81" name="Google Shape;2381;p90"/>
              <p:cNvSpPr/>
              <p:nvPr/>
            </p:nvSpPr>
            <p:spPr>
              <a:xfrm>
                <a:off x="7784616" y="5207144"/>
                <a:ext cx="49525" cy="77699"/>
              </a:xfrm>
              <a:custGeom>
                <a:avLst/>
                <a:gdLst/>
                <a:ahLst/>
                <a:cxnLst/>
                <a:rect l="l" t="t" r="r" b="b"/>
                <a:pathLst>
                  <a:path w="49525" h="77699" extrusionOk="0">
                    <a:moveTo>
                      <a:pt x="12885" y="0"/>
                    </a:moveTo>
                    <a:lnTo>
                      <a:pt x="12885" y="44507"/>
                    </a:lnTo>
                    <a:lnTo>
                      <a:pt x="15313" y="44507"/>
                    </a:lnTo>
                    <a:cubicBezTo>
                      <a:pt x="16172" y="44507"/>
                      <a:pt x="16845" y="44395"/>
                      <a:pt x="17368" y="44133"/>
                    </a:cubicBezTo>
                    <a:cubicBezTo>
                      <a:pt x="17853" y="43909"/>
                      <a:pt x="18376" y="43424"/>
                      <a:pt x="18899" y="42789"/>
                    </a:cubicBezTo>
                    <a:lnTo>
                      <a:pt x="32270" y="26323"/>
                    </a:lnTo>
                    <a:cubicBezTo>
                      <a:pt x="32830" y="25614"/>
                      <a:pt x="33465" y="25053"/>
                      <a:pt x="34137" y="24643"/>
                    </a:cubicBezTo>
                    <a:cubicBezTo>
                      <a:pt x="34809" y="24269"/>
                      <a:pt x="35668" y="24045"/>
                      <a:pt x="36752" y="24045"/>
                    </a:cubicBezTo>
                    <a:lnTo>
                      <a:pt x="48554" y="24045"/>
                    </a:lnTo>
                    <a:lnTo>
                      <a:pt x="31896" y="43984"/>
                    </a:lnTo>
                    <a:cubicBezTo>
                      <a:pt x="31299" y="44693"/>
                      <a:pt x="30701" y="45365"/>
                      <a:pt x="30066" y="46000"/>
                    </a:cubicBezTo>
                    <a:cubicBezTo>
                      <a:pt x="29431" y="46597"/>
                      <a:pt x="28759" y="47120"/>
                      <a:pt x="28012" y="47568"/>
                    </a:cubicBezTo>
                    <a:cubicBezTo>
                      <a:pt x="28759" y="48091"/>
                      <a:pt x="29394" y="48726"/>
                      <a:pt x="29954" y="49398"/>
                    </a:cubicBezTo>
                    <a:cubicBezTo>
                      <a:pt x="30514" y="50107"/>
                      <a:pt x="31074" y="50854"/>
                      <a:pt x="31635" y="51675"/>
                    </a:cubicBezTo>
                    <a:lnTo>
                      <a:pt x="49525" y="77699"/>
                    </a:lnTo>
                    <a:lnTo>
                      <a:pt x="37835" y="77699"/>
                    </a:lnTo>
                    <a:cubicBezTo>
                      <a:pt x="36826" y="77699"/>
                      <a:pt x="35967" y="77513"/>
                      <a:pt x="35295" y="77177"/>
                    </a:cubicBezTo>
                    <a:cubicBezTo>
                      <a:pt x="34586" y="76803"/>
                      <a:pt x="33950" y="76244"/>
                      <a:pt x="33390" y="75385"/>
                    </a:cubicBezTo>
                    <a:lnTo>
                      <a:pt x="19758" y="55073"/>
                    </a:lnTo>
                    <a:cubicBezTo>
                      <a:pt x="19235" y="54252"/>
                      <a:pt x="18712" y="53729"/>
                      <a:pt x="18189" y="53505"/>
                    </a:cubicBezTo>
                    <a:cubicBezTo>
                      <a:pt x="17666" y="53244"/>
                      <a:pt x="16882" y="53131"/>
                      <a:pt x="15836" y="53131"/>
                    </a:cubicBezTo>
                    <a:lnTo>
                      <a:pt x="12885" y="53131"/>
                    </a:lnTo>
                    <a:lnTo>
                      <a:pt x="12885" y="77699"/>
                    </a:lnTo>
                    <a:lnTo>
                      <a:pt x="0" y="77699"/>
                    </a:lnTo>
                    <a:lnTo>
                      <a:pt x="0" y="0"/>
                    </a:lnTo>
                    <a:lnTo>
                      <a:pt x="1288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82" name="Google Shape;2382;p90"/>
              <p:cNvSpPr/>
              <p:nvPr/>
            </p:nvSpPr>
            <p:spPr>
              <a:xfrm>
                <a:off x="7835373" y="5230368"/>
                <a:ext cx="49002" cy="55259"/>
              </a:xfrm>
              <a:custGeom>
                <a:avLst/>
                <a:gdLst/>
                <a:ahLst/>
                <a:cxnLst/>
                <a:rect l="l" t="t" r="r" b="b"/>
                <a:pathLst>
                  <a:path w="49002" h="55259" extrusionOk="0">
                    <a:moveTo>
                      <a:pt x="25771" y="0"/>
                    </a:moveTo>
                    <a:cubicBezTo>
                      <a:pt x="29170" y="0"/>
                      <a:pt x="32270" y="523"/>
                      <a:pt x="35108" y="1606"/>
                    </a:cubicBezTo>
                    <a:cubicBezTo>
                      <a:pt x="37947" y="2688"/>
                      <a:pt x="40412" y="4294"/>
                      <a:pt x="42466" y="6348"/>
                    </a:cubicBezTo>
                    <a:cubicBezTo>
                      <a:pt x="44521" y="8438"/>
                      <a:pt x="46126" y="10978"/>
                      <a:pt x="47284" y="14002"/>
                    </a:cubicBezTo>
                    <a:cubicBezTo>
                      <a:pt x="48442" y="16989"/>
                      <a:pt x="49002" y="20424"/>
                      <a:pt x="49002" y="24307"/>
                    </a:cubicBezTo>
                    <a:cubicBezTo>
                      <a:pt x="49002" y="25278"/>
                      <a:pt x="48965" y="26099"/>
                      <a:pt x="48853" y="26734"/>
                    </a:cubicBezTo>
                    <a:cubicBezTo>
                      <a:pt x="48778" y="27369"/>
                      <a:pt x="48629" y="27891"/>
                      <a:pt x="48405" y="28265"/>
                    </a:cubicBezTo>
                    <a:cubicBezTo>
                      <a:pt x="48181" y="28638"/>
                      <a:pt x="47882" y="28862"/>
                      <a:pt x="47471" y="29049"/>
                    </a:cubicBezTo>
                    <a:cubicBezTo>
                      <a:pt x="47097" y="29198"/>
                      <a:pt x="46612" y="29273"/>
                      <a:pt x="46015" y="29273"/>
                    </a:cubicBezTo>
                    <a:lnTo>
                      <a:pt x="12886" y="29273"/>
                    </a:lnTo>
                    <a:cubicBezTo>
                      <a:pt x="13259" y="34762"/>
                      <a:pt x="14716" y="38831"/>
                      <a:pt x="17330" y="41407"/>
                    </a:cubicBezTo>
                    <a:cubicBezTo>
                      <a:pt x="19907" y="43984"/>
                      <a:pt x="23306" y="45253"/>
                      <a:pt x="27564" y="45253"/>
                    </a:cubicBezTo>
                    <a:cubicBezTo>
                      <a:pt x="29656" y="45253"/>
                      <a:pt x="31448" y="45029"/>
                      <a:pt x="32979" y="44544"/>
                    </a:cubicBezTo>
                    <a:cubicBezTo>
                      <a:pt x="34473" y="44059"/>
                      <a:pt x="35818" y="43498"/>
                      <a:pt x="36939" y="42901"/>
                    </a:cubicBezTo>
                    <a:cubicBezTo>
                      <a:pt x="38097" y="42341"/>
                      <a:pt x="39067" y="41781"/>
                      <a:pt x="39927" y="41296"/>
                    </a:cubicBezTo>
                    <a:cubicBezTo>
                      <a:pt x="40786" y="40810"/>
                      <a:pt x="41607" y="40549"/>
                      <a:pt x="42429" y="40549"/>
                    </a:cubicBezTo>
                    <a:cubicBezTo>
                      <a:pt x="42952" y="40549"/>
                      <a:pt x="43400" y="40661"/>
                      <a:pt x="43773" y="40885"/>
                    </a:cubicBezTo>
                    <a:cubicBezTo>
                      <a:pt x="44147" y="41071"/>
                      <a:pt x="44483" y="41370"/>
                      <a:pt x="44782" y="41781"/>
                    </a:cubicBezTo>
                    <a:lnTo>
                      <a:pt x="48517" y="46486"/>
                    </a:lnTo>
                    <a:cubicBezTo>
                      <a:pt x="47097" y="48128"/>
                      <a:pt x="45492" y="49547"/>
                      <a:pt x="43736" y="50667"/>
                    </a:cubicBezTo>
                    <a:cubicBezTo>
                      <a:pt x="41943" y="51825"/>
                      <a:pt x="40076" y="52721"/>
                      <a:pt x="38134" y="53393"/>
                    </a:cubicBezTo>
                    <a:cubicBezTo>
                      <a:pt x="36229" y="54065"/>
                      <a:pt x="34250" y="54550"/>
                      <a:pt x="32233" y="54849"/>
                    </a:cubicBezTo>
                    <a:cubicBezTo>
                      <a:pt x="30253" y="55110"/>
                      <a:pt x="28311" y="55260"/>
                      <a:pt x="26406" y="55260"/>
                    </a:cubicBezTo>
                    <a:cubicBezTo>
                      <a:pt x="22671" y="55260"/>
                      <a:pt x="19198" y="54625"/>
                      <a:pt x="16023" y="53393"/>
                    </a:cubicBezTo>
                    <a:cubicBezTo>
                      <a:pt x="12811" y="52161"/>
                      <a:pt x="10010" y="50331"/>
                      <a:pt x="7657" y="47905"/>
                    </a:cubicBezTo>
                    <a:cubicBezTo>
                      <a:pt x="5266" y="45477"/>
                      <a:pt x="3399" y="42490"/>
                      <a:pt x="2054" y="38906"/>
                    </a:cubicBezTo>
                    <a:cubicBezTo>
                      <a:pt x="672" y="35359"/>
                      <a:pt x="0" y="31214"/>
                      <a:pt x="0" y="26510"/>
                    </a:cubicBezTo>
                    <a:cubicBezTo>
                      <a:pt x="0" y="22851"/>
                      <a:pt x="598" y="19416"/>
                      <a:pt x="1793" y="16168"/>
                    </a:cubicBezTo>
                    <a:cubicBezTo>
                      <a:pt x="2951" y="12956"/>
                      <a:pt x="4669" y="10156"/>
                      <a:pt x="6872" y="7767"/>
                    </a:cubicBezTo>
                    <a:cubicBezTo>
                      <a:pt x="9076" y="5377"/>
                      <a:pt x="11803" y="3473"/>
                      <a:pt x="14977" y="2091"/>
                    </a:cubicBezTo>
                    <a:cubicBezTo>
                      <a:pt x="18189" y="710"/>
                      <a:pt x="21775" y="0"/>
                      <a:pt x="25771" y="0"/>
                    </a:cubicBezTo>
                    <a:close/>
                    <a:moveTo>
                      <a:pt x="26032" y="9260"/>
                    </a:moveTo>
                    <a:cubicBezTo>
                      <a:pt x="22297" y="9260"/>
                      <a:pt x="19347" y="10305"/>
                      <a:pt x="17218" y="12434"/>
                    </a:cubicBezTo>
                    <a:cubicBezTo>
                      <a:pt x="15089" y="14562"/>
                      <a:pt x="13707" y="17586"/>
                      <a:pt x="13147" y="21469"/>
                    </a:cubicBezTo>
                    <a:lnTo>
                      <a:pt x="37387" y="21469"/>
                    </a:lnTo>
                    <a:cubicBezTo>
                      <a:pt x="37387" y="19827"/>
                      <a:pt x="37163" y="18221"/>
                      <a:pt x="36714" y="16765"/>
                    </a:cubicBezTo>
                    <a:cubicBezTo>
                      <a:pt x="36266" y="15271"/>
                      <a:pt x="35557" y="13964"/>
                      <a:pt x="34623" y="12844"/>
                    </a:cubicBezTo>
                    <a:cubicBezTo>
                      <a:pt x="33689" y="11761"/>
                      <a:pt x="32494" y="10865"/>
                      <a:pt x="31075" y="10230"/>
                    </a:cubicBezTo>
                    <a:cubicBezTo>
                      <a:pt x="29618" y="9559"/>
                      <a:pt x="27975" y="9260"/>
                      <a:pt x="26032"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83" name="Google Shape;2383;p90"/>
              <p:cNvSpPr/>
              <p:nvPr/>
            </p:nvSpPr>
            <p:spPr>
              <a:xfrm>
                <a:off x="7498631" y="5332449"/>
                <a:ext cx="59684" cy="75608"/>
              </a:xfrm>
              <a:custGeom>
                <a:avLst/>
                <a:gdLst/>
                <a:ahLst/>
                <a:cxnLst/>
                <a:rect l="l" t="t" r="r" b="b"/>
                <a:pathLst>
                  <a:path w="59684" h="75608" extrusionOk="0">
                    <a:moveTo>
                      <a:pt x="59685" y="0"/>
                    </a:moveTo>
                    <a:lnTo>
                      <a:pt x="59685" y="11575"/>
                    </a:lnTo>
                    <a:lnTo>
                      <a:pt x="36939" y="11575"/>
                    </a:lnTo>
                    <a:lnTo>
                      <a:pt x="36939" y="75609"/>
                    </a:lnTo>
                    <a:lnTo>
                      <a:pt x="22858" y="75609"/>
                    </a:lnTo>
                    <a:lnTo>
                      <a:pt x="22858" y="11575"/>
                    </a:lnTo>
                    <a:lnTo>
                      <a:pt x="0" y="11575"/>
                    </a:lnTo>
                    <a:lnTo>
                      <a:pt x="0" y="0"/>
                    </a:lnTo>
                    <a:lnTo>
                      <a:pt x="5968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84" name="Google Shape;2384;p90"/>
              <p:cNvSpPr/>
              <p:nvPr/>
            </p:nvSpPr>
            <p:spPr>
              <a:xfrm>
                <a:off x="7551070" y="5353433"/>
                <a:ext cx="44707" cy="55446"/>
              </a:xfrm>
              <a:custGeom>
                <a:avLst/>
                <a:gdLst/>
                <a:ahLst/>
                <a:cxnLst/>
                <a:rect l="l" t="t" r="r" b="b"/>
                <a:pathLst>
                  <a:path w="44707" h="55446" extrusionOk="0">
                    <a:moveTo>
                      <a:pt x="44707" y="54625"/>
                    </a:moveTo>
                    <a:lnTo>
                      <a:pt x="38918" y="54625"/>
                    </a:lnTo>
                    <a:cubicBezTo>
                      <a:pt x="37685" y="54625"/>
                      <a:pt x="36752" y="54438"/>
                      <a:pt x="36042" y="54065"/>
                    </a:cubicBezTo>
                    <a:cubicBezTo>
                      <a:pt x="35332" y="53691"/>
                      <a:pt x="34810" y="52945"/>
                      <a:pt x="34473" y="51862"/>
                    </a:cubicBezTo>
                    <a:lnTo>
                      <a:pt x="33316" y="48016"/>
                    </a:lnTo>
                    <a:cubicBezTo>
                      <a:pt x="31971" y="49248"/>
                      <a:pt x="30626" y="50331"/>
                      <a:pt x="29319" y="51265"/>
                    </a:cubicBezTo>
                    <a:cubicBezTo>
                      <a:pt x="28012" y="52161"/>
                      <a:pt x="26667" y="52945"/>
                      <a:pt x="25286" y="53579"/>
                    </a:cubicBezTo>
                    <a:cubicBezTo>
                      <a:pt x="23866" y="54214"/>
                      <a:pt x="22410" y="54662"/>
                      <a:pt x="20841" y="54998"/>
                    </a:cubicBezTo>
                    <a:cubicBezTo>
                      <a:pt x="19272" y="55297"/>
                      <a:pt x="17517" y="55446"/>
                      <a:pt x="15612" y="55446"/>
                    </a:cubicBezTo>
                    <a:cubicBezTo>
                      <a:pt x="13334" y="55446"/>
                      <a:pt x="11242" y="55147"/>
                      <a:pt x="9337" y="54550"/>
                    </a:cubicBezTo>
                    <a:cubicBezTo>
                      <a:pt x="7395" y="53915"/>
                      <a:pt x="5752" y="53019"/>
                      <a:pt x="4370" y="51787"/>
                    </a:cubicBezTo>
                    <a:cubicBezTo>
                      <a:pt x="2988" y="50555"/>
                      <a:pt x="1942" y="49024"/>
                      <a:pt x="1158" y="47232"/>
                    </a:cubicBezTo>
                    <a:cubicBezTo>
                      <a:pt x="411" y="45402"/>
                      <a:pt x="0" y="43274"/>
                      <a:pt x="0" y="40885"/>
                    </a:cubicBezTo>
                    <a:cubicBezTo>
                      <a:pt x="0" y="38831"/>
                      <a:pt x="560" y="36852"/>
                      <a:pt x="1606" y="34873"/>
                    </a:cubicBezTo>
                    <a:cubicBezTo>
                      <a:pt x="2689" y="32894"/>
                      <a:pt x="4445" y="31102"/>
                      <a:pt x="6910" y="29534"/>
                    </a:cubicBezTo>
                    <a:cubicBezTo>
                      <a:pt x="9375" y="27929"/>
                      <a:pt x="12699" y="26621"/>
                      <a:pt x="16807" y="25576"/>
                    </a:cubicBezTo>
                    <a:cubicBezTo>
                      <a:pt x="20916" y="24493"/>
                      <a:pt x="26032" y="23970"/>
                      <a:pt x="32120" y="23970"/>
                    </a:cubicBezTo>
                    <a:lnTo>
                      <a:pt x="32120" y="20834"/>
                    </a:lnTo>
                    <a:cubicBezTo>
                      <a:pt x="32120" y="17213"/>
                      <a:pt x="31374" y="14524"/>
                      <a:pt x="29842" y="12807"/>
                    </a:cubicBezTo>
                    <a:cubicBezTo>
                      <a:pt x="28311" y="11052"/>
                      <a:pt x="26107" y="10193"/>
                      <a:pt x="23231" y="10193"/>
                    </a:cubicBezTo>
                    <a:cubicBezTo>
                      <a:pt x="21140" y="10193"/>
                      <a:pt x="19385" y="10417"/>
                      <a:pt x="18003" y="10902"/>
                    </a:cubicBezTo>
                    <a:cubicBezTo>
                      <a:pt x="16620" y="11388"/>
                      <a:pt x="15388" y="11948"/>
                      <a:pt x="14379" y="12545"/>
                    </a:cubicBezTo>
                    <a:cubicBezTo>
                      <a:pt x="13334" y="13180"/>
                      <a:pt x="12400" y="13703"/>
                      <a:pt x="11503" y="14225"/>
                    </a:cubicBezTo>
                    <a:cubicBezTo>
                      <a:pt x="10644" y="14711"/>
                      <a:pt x="9673" y="14935"/>
                      <a:pt x="8628" y="14935"/>
                    </a:cubicBezTo>
                    <a:cubicBezTo>
                      <a:pt x="7769" y="14935"/>
                      <a:pt x="7022" y="14711"/>
                      <a:pt x="6387" y="14263"/>
                    </a:cubicBezTo>
                    <a:cubicBezTo>
                      <a:pt x="5752" y="13815"/>
                      <a:pt x="5266" y="13255"/>
                      <a:pt x="4856" y="12583"/>
                    </a:cubicBezTo>
                    <a:lnTo>
                      <a:pt x="2540" y="8475"/>
                    </a:lnTo>
                    <a:cubicBezTo>
                      <a:pt x="8702" y="2800"/>
                      <a:pt x="16135" y="0"/>
                      <a:pt x="24837" y="0"/>
                    </a:cubicBezTo>
                    <a:cubicBezTo>
                      <a:pt x="27975" y="0"/>
                      <a:pt x="30776" y="522"/>
                      <a:pt x="33241" y="1531"/>
                    </a:cubicBezTo>
                    <a:cubicBezTo>
                      <a:pt x="35706" y="2576"/>
                      <a:pt x="37798" y="3995"/>
                      <a:pt x="39479" y="5824"/>
                    </a:cubicBezTo>
                    <a:cubicBezTo>
                      <a:pt x="41196" y="7654"/>
                      <a:pt x="42504" y="9819"/>
                      <a:pt x="43400" y="12396"/>
                    </a:cubicBezTo>
                    <a:cubicBezTo>
                      <a:pt x="44259" y="14935"/>
                      <a:pt x="44707" y="17698"/>
                      <a:pt x="44707" y="20760"/>
                    </a:cubicBezTo>
                    <a:lnTo>
                      <a:pt x="44707" y="54625"/>
                    </a:lnTo>
                    <a:close/>
                    <a:moveTo>
                      <a:pt x="19608" y="46560"/>
                    </a:moveTo>
                    <a:cubicBezTo>
                      <a:pt x="20953" y="46560"/>
                      <a:pt x="22148" y="46448"/>
                      <a:pt x="23269" y="46224"/>
                    </a:cubicBezTo>
                    <a:cubicBezTo>
                      <a:pt x="24389" y="45962"/>
                      <a:pt x="25435" y="45627"/>
                      <a:pt x="26443" y="45141"/>
                    </a:cubicBezTo>
                    <a:cubicBezTo>
                      <a:pt x="27452" y="44656"/>
                      <a:pt x="28385" y="44058"/>
                      <a:pt x="29319" y="43349"/>
                    </a:cubicBezTo>
                    <a:cubicBezTo>
                      <a:pt x="30253" y="42639"/>
                      <a:pt x="31187" y="41818"/>
                      <a:pt x="32120" y="40847"/>
                    </a:cubicBezTo>
                    <a:lnTo>
                      <a:pt x="32120" y="31886"/>
                    </a:lnTo>
                    <a:cubicBezTo>
                      <a:pt x="28348" y="31886"/>
                      <a:pt x="25211" y="32110"/>
                      <a:pt x="22671" y="32596"/>
                    </a:cubicBezTo>
                    <a:cubicBezTo>
                      <a:pt x="20169" y="33044"/>
                      <a:pt x="18114" y="33678"/>
                      <a:pt x="16583" y="34425"/>
                    </a:cubicBezTo>
                    <a:cubicBezTo>
                      <a:pt x="15052" y="35134"/>
                      <a:pt x="13969" y="35993"/>
                      <a:pt x="13334" y="37001"/>
                    </a:cubicBezTo>
                    <a:cubicBezTo>
                      <a:pt x="12661" y="37972"/>
                      <a:pt x="12363" y="39055"/>
                      <a:pt x="12363" y="40212"/>
                    </a:cubicBezTo>
                    <a:cubicBezTo>
                      <a:pt x="12363" y="42490"/>
                      <a:pt x="13035" y="44096"/>
                      <a:pt x="14379" y="45104"/>
                    </a:cubicBezTo>
                    <a:cubicBezTo>
                      <a:pt x="15724" y="46075"/>
                      <a:pt x="17480"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85" name="Google Shape;2385;p90"/>
              <p:cNvSpPr/>
              <p:nvPr/>
            </p:nvSpPr>
            <p:spPr>
              <a:xfrm>
                <a:off x="7608663" y="5330358"/>
                <a:ext cx="49338" cy="78483"/>
              </a:xfrm>
              <a:custGeom>
                <a:avLst/>
                <a:gdLst/>
                <a:ahLst/>
                <a:cxnLst/>
                <a:rect l="l" t="t" r="r" b="b"/>
                <a:pathLst>
                  <a:path w="49338" h="78483" extrusionOk="0">
                    <a:moveTo>
                      <a:pt x="0" y="77699"/>
                    </a:moveTo>
                    <a:lnTo>
                      <a:pt x="0" y="0"/>
                    </a:lnTo>
                    <a:lnTo>
                      <a:pt x="12923" y="0"/>
                    </a:lnTo>
                    <a:lnTo>
                      <a:pt x="12923" y="30654"/>
                    </a:lnTo>
                    <a:cubicBezTo>
                      <a:pt x="15015" y="28377"/>
                      <a:pt x="17442" y="26584"/>
                      <a:pt x="20131" y="25240"/>
                    </a:cubicBezTo>
                    <a:cubicBezTo>
                      <a:pt x="22820" y="23896"/>
                      <a:pt x="25958" y="23224"/>
                      <a:pt x="29543" y="23224"/>
                    </a:cubicBezTo>
                    <a:cubicBezTo>
                      <a:pt x="32456" y="23224"/>
                      <a:pt x="35145" y="23821"/>
                      <a:pt x="37573" y="25016"/>
                    </a:cubicBezTo>
                    <a:cubicBezTo>
                      <a:pt x="40001" y="26211"/>
                      <a:pt x="42055" y="27966"/>
                      <a:pt x="43848" y="30281"/>
                    </a:cubicBezTo>
                    <a:cubicBezTo>
                      <a:pt x="45603" y="32596"/>
                      <a:pt x="46948" y="35433"/>
                      <a:pt x="47919" y="38794"/>
                    </a:cubicBezTo>
                    <a:cubicBezTo>
                      <a:pt x="48890" y="42192"/>
                      <a:pt x="49338" y="46075"/>
                      <a:pt x="49338" y="50443"/>
                    </a:cubicBezTo>
                    <a:cubicBezTo>
                      <a:pt x="49338" y="54476"/>
                      <a:pt x="48815" y="58172"/>
                      <a:pt x="47732" y="61607"/>
                    </a:cubicBezTo>
                    <a:cubicBezTo>
                      <a:pt x="46649" y="65005"/>
                      <a:pt x="45118" y="67954"/>
                      <a:pt x="43101" y="70494"/>
                    </a:cubicBezTo>
                    <a:cubicBezTo>
                      <a:pt x="41084" y="72995"/>
                      <a:pt x="38694" y="74937"/>
                      <a:pt x="35818" y="76355"/>
                    </a:cubicBezTo>
                    <a:cubicBezTo>
                      <a:pt x="32979" y="77774"/>
                      <a:pt x="29805" y="78484"/>
                      <a:pt x="26294" y="78484"/>
                    </a:cubicBezTo>
                    <a:cubicBezTo>
                      <a:pt x="24650" y="78484"/>
                      <a:pt x="23156" y="78297"/>
                      <a:pt x="21812" y="77998"/>
                    </a:cubicBezTo>
                    <a:cubicBezTo>
                      <a:pt x="20430" y="77663"/>
                      <a:pt x="19198" y="77177"/>
                      <a:pt x="18077" y="76580"/>
                    </a:cubicBezTo>
                    <a:cubicBezTo>
                      <a:pt x="16956" y="75982"/>
                      <a:pt x="15911" y="75273"/>
                      <a:pt x="14977" y="74414"/>
                    </a:cubicBezTo>
                    <a:cubicBezTo>
                      <a:pt x="14006" y="73555"/>
                      <a:pt x="13110" y="72622"/>
                      <a:pt x="12213" y="71576"/>
                    </a:cubicBezTo>
                    <a:lnTo>
                      <a:pt x="11653" y="75198"/>
                    </a:lnTo>
                    <a:cubicBezTo>
                      <a:pt x="11429" y="76094"/>
                      <a:pt x="11093" y="76729"/>
                      <a:pt x="10570" y="77102"/>
                    </a:cubicBezTo>
                    <a:cubicBezTo>
                      <a:pt x="10084" y="77513"/>
                      <a:pt x="9375" y="77699"/>
                      <a:pt x="8515" y="77699"/>
                    </a:cubicBezTo>
                    <a:lnTo>
                      <a:pt x="0" y="77699"/>
                    </a:lnTo>
                    <a:close/>
                    <a:moveTo>
                      <a:pt x="25099" y="33268"/>
                    </a:moveTo>
                    <a:cubicBezTo>
                      <a:pt x="22410" y="33268"/>
                      <a:pt x="20094" y="33828"/>
                      <a:pt x="18227" y="34948"/>
                    </a:cubicBezTo>
                    <a:cubicBezTo>
                      <a:pt x="16322" y="36106"/>
                      <a:pt x="14529" y="37674"/>
                      <a:pt x="12923" y="39727"/>
                    </a:cubicBezTo>
                    <a:lnTo>
                      <a:pt x="12923" y="63773"/>
                    </a:lnTo>
                    <a:cubicBezTo>
                      <a:pt x="14379" y="65602"/>
                      <a:pt x="15948" y="66872"/>
                      <a:pt x="17704" y="67581"/>
                    </a:cubicBezTo>
                    <a:cubicBezTo>
                      <a:pt x="19421" y="68291"/>
                      <a:pt x="21289" y="68664"/>
                      <a:pt x="23306" y="68664"/>
                    </a:cubicBezTo>
                    <a:cubicBezTo>
                      <a:pt x="25248" y="68664"/>
                      <a:pt x="27041" y="68291"/>
                      <a:pt x="28609" y="67544"/>
                    </a:cubicBezTo>
                    <a:cubicBezTo>
                      <a:pt x="30178" y="66835"/>
                      <a:pt x="31485" y="65714"/>
                      <a:pt x="32606" y="64221"/>
                    </a:cubicBezTo>
                    <a:cubicBezTo>
                      <a:pt x="33689" y="62690"/>
                      <a:pt x="34548" y="60823"/>
                      <a:pt x="35145" y="58546"/>
                    </a:cubicBezTo>
                    <a:cubicBezTo>
                      <a:pt x="35706" y="56268"/>
                      <a:pt x="36005" y="53579"/>
                      <a:pt x="36005" y="50443"/>
                    </a:cubicBezTo>
                    <a:cubicBezTo>
                      <a:pt x="36005" y="47307"/>
                      <a:pt x="35781" y="44656"/>
                      <a:pt x="35258" y="42490"/>
                    </a:cubicBezTo>
                    <a:cubicBezTo>
                      <a:pt x="34735" y="40325"/>
                      <a:pt x="34025" y="38532"/>
                      <a:pt x="33091" y="37188"/>
                    </a:cubicBezTo>
                    <a:cubicBezTo>
                      <a:pt x="32158" y="35807"/>
                      <a:pt x="31000" y="34836"/>
                      <a:pt x="29655" y="34201"/>
                    </a:cubicBezTo>
                    <a:cubicBezTo>
                      <a:pt x="28311" y="33567"/>
                      <a:pt x="26779" y="33268"/>
                      <a:pt x="25099" y="3326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86" name="Google Shape;2386;p90"/>
              <p:cNvSpPr/>
              <p:nvPr/>
            </p:nvSpPr>
            <p:spPr>
              <a:xfrm>
                <a:off x="7668945" y="5330358"/>
                <a:ext cx="12922" cy="77699"/>
              </a:xfrm>
              <a:custGeom>
                <a:avLst/>
                <a:gdLst/>
                <a:ahLst/>
                <a:cxnLst/>
                <a:rect l="l" t="t" r="r" b="b"/>
                <a:pathLst>
                  <a:path w="12922" h="77699" extrusionOk="0">
                    <a:moveTo>
                      <a:pt x="12923" y="0"/>
                    </a:moveTo>
                    <a:lnTo>
                      <a:pt x="12923" y="77699"/>
                    </a:lnTo>
                    <a:lnTo>
                      <a:pt x="0" y="77699"/>
                    </a:lnTo>
                    <a:lnTo>
                      <a:pt x="0" y="0"/>
                    </a:lnTo>
                    <a:lnTo>
                      <a:pt x="12923"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87" name="Google Shape;2387;p90"/>
              <p:cNvSpPr/>
              <p:nvPr/>
            </p:nvSpPr>
            <p:spPr>
              <a:xfrm>
                <a:off x="7692848" y="5353582"/>
                <a:ext cx="49002" cy="55259"/>
              </a:xfrm>
              <a:custGeom>
                <a:avLst/>
                <a:gdLst/>
                <a:ahLst/>
                <a:cxnLst/>
                <a:rect l="l" t="t" r="r" b="b"/>
                <a:pathLst>
                  <a:path w="49002" h="55259" extrusionOk="0">
                    <a:moveTo>
                      <a:pt x="25771" y="0"/>
                    </a:moveTo>
                    <a:cubicBezTo>
                      <a:pt x="29133" y="0"/>
                      <a:pt x="32270" y="523"/>
                      <a:pt x="35108" y="1606"/>
                    </a:cubicBezTo>
                    <a:cubicBezTo>
                      <a:pt x="37947" y="2688"/>
                      <a:pt x="40375" y="4294"/>
                      <a:pt x="42466" y="6348"/>
                    </a:cubicBezTo>
                    <a:cubicBezTo>
                      <a:pt x="44521" y="8438"/>
                      <a:pt x="46127" y="10978"/>
                      <a:pt x="47247" y="14002"/>
                    </a:cubicBezTo>
                    <a:cubicBezTo>
                      <a:pt x="48405" y="16989"/>
                      <a:pt x="49002" y="20424"/>
                      <a:pt x="49002" y="24307"/>
                    </a:cubicBezTo>
                    <a:cubicBezTo>
                      <a:pt x="49002" y="25278"/>
                      <a:pt x="48928" y="26099"/>
                      <a:pt x="48853" y="26734"/>
                    </a:cubicBezTo>
                    <a:cubicBezTo>
                      <a:pt x="48778" y="27369"/>
                      <a:pt x="48592" y="27891"/>
                      <a:pt x="48368" y="28265"/>
                    </a:cubicBezTo>
                    <a:cubicBezTo>
                      <a:pt x="48143" y="28638"/>
                      <a:pt x="47845" y="28862"/>
                      <a:pt x="47471" y="29049"/>
                    </a:cubicBezTo>
                    <a:cubicBezTo>
                      <a:pt x="47098" y="29198"/>
                      <a:pt x="46612" y="29273"/>
                      <a:pt x="46015" y="29273"/>
                    </a:cubicBezTo>
                    <a:lnTo>
                      <a:pt x="12848" y="29273"/>
                    </a:lnTo>
                    <a:cubicBezTo>
                      <a:pt x="13222" y="34762"/>
                      <a:pt x="14716" y="38831"/>
                      <a:pt x="17293" y="41407"/>
                    </a:cubicBezTo>
                    <a:cubicBezTo>
                      <a:pt x="19870" y="43984"/>
                      <a:pt x="23306" y="45253"/>
                      <a:pt x="27564" y="45253"/>
                    </a:cubicBezTo>
                    <a:cubicBezTo>
                      <a:pt x="29656" y="45253"/>
                      <a:pt x="31448" y="45029"/>
                      <a:pt x="32942" y="44544"/>
                    </a:cubicBezTo>
                    <a:cubicBezTo>
                      <a:pt x="34474" y="44059"/>
                      <a:pt x="35818" y="43498"/>
                      <a:pt x="36939" y="42901"/>
                    </a:cubicBezTo>
                    <a:cubicBezTo>
                      <a:pt x="38059" y="42341"/>
                      <a:pt x="39068" y="41781"/>
                      <a:pt x="39927" y="41296"/>
                    </a:cubicBezTo>
                    <a:cubicBezTo>
                      <a:pt x="40786" y="40810"/>
                      <a:pt x="41607" y="40549"/>
                      <a:pt x="42392" y="40549"/>
                    </a:cubicBezTo>
                    <a:cubicBezTo>
                      <a:pt x="42914" y="40549"/>
                      <a:pt x="43363" y="40661"/>
                      <a:pt x="43774" y="40885"/>
                    </a:cubicBezTo>
                    <a:cubicBezTo>
                      <a:pt x="44147" y="41071"/>
                      <a:pt x="44483" y="41370"/>
                      <a:pt x="44745" y="41781"/>
                    </a:cubicBezTo>
                    <a:lnTo>
                      <a:pt x="48517" y="46486"/>
                    </a:lnTo>
                    <a:cubicBezTo>
                      <a:pt x="47098" y="48128"/>
                      <a:pt x="45492" y="49547"/>
                      <a:pt x="43699" y="50667"/>
                    </a:cubicBezTo>
                    <a:cubicBezTo>
                      <a:pt x="41944" y="51825"/>
                      <a:pt x="40076" y="52721"/>
                      <a:pt x="38134" y="53393"/>
                    </a:cubicBezTo>
                    <a:cubicBezTo>
                      <a:pt x="36192" y="54065"/>
                      <a:pt x="34250" y="54550"/>
                      <a:pt x="32233" y="54849"/>
                    </a:cubicBezTo>
                    <a:cubicBezTo>
                      <a:pt x="30216" y="55110"/>
                      <a:pt x="28274" y="55260"/>
                      <a:pt x="26406" y="55260"/>
                    </a:cubicBezTo>
                    <a:cubicBezTo>
                      <a:pt x="22671" y="55260"/>
                      <a:pt x="19198" y="54625"/>
                      <a:pt x="15986" y="53393"/>
                    </a:cubicBezTo>
                    <a:cubicBezTo>
                      <a:pt x="12774" y="52161"/>
                      <a:pt x="10010" y="50331"/>
                      <a:pt x="7619" y="47905"/>
                    </a:cubicBezTo>
                    <a:cubicBezTo>
                      <a:pt x="5266" y="45477"/>
                      <a:pt x="3399" y="42490"/>
                      <a:pt x="2017" y="38906"/>
                    </a:cubicBezTo>
                    <a:cubicBezTo>
                      <a:pt x="672" y="35359"/>
                      <a:pt x="0" y="31214"/>
                      <a:pt x="0" y="26510"/>
                    </a:cubicBezTo>
                    <a:cubicBezTo>
                      <a:pt x="0" y="22851"/>
                      <a:pt x="598" y="19416"/>
                      <a:pt x="1756" y="16168"/>
                    </a:cubicBezTo>
                    <a:cubicBezTo>
                      <a:pt x="2951" y="12956"/>
                      <a:pt x="4669" y="10156"/>
                      <a:pt x="6873" y="7767"/>
                    </a:cubicBezTo>
                    <a:cubicBezTo>
                      <a:pt x="9076" y="5377"/>
                      <a:pt x="11765" y="3473"/>
                      <a:pt x="14977" y="2091"/>
                    </a:cubicBezTo>
                    <a:cubicBezTo>
                      <a:pt x="18152" y="710"/>
                      <a:pt x="21775" y="0"/>
                      <a:pt x="25771" y="0"/>
                    </a:cubicBezTo>
                    <a:close/>
                    <a:moveTo>
                      <a:pt x="26033" y="9260"/>
                    </a:moveTo>
                    <a:cubicBezTo>
                      <a:pt x="22261" y="9260"/>
                      <a:pt x="19310" y="10305"/>
                      <a:pt x="17181" y="12434"/>
                    </a:cubicBezTo>
                    <a:cubicBezTo>
                      <a:pt x="15052" y="14562"/>
                      <a:pt x="13707" y="17586"/>
                      <a:pt x="13110" y="21469"/>
                    </a:cubicBezTo>
                    <a:lnTo>
                      <a:pt x="37387" y="21469"/>
                    </a:lnTo>
                    <a:cubicBezTo>
                      <a:pt x="37387" y="19827"/>
                      <a:pt x="37163" y="18221"/>
                      <a:pt x="36715" y="16765"/>
                    </a:cubicBezTo>
                    <a:cubicBezTo>
                      <a:pt x="36229" y="15271"/>
                      <a:pt x="35557" y="13964"/>
                      <a:pt x="34623" y="12844"/>
                    </a:cubicBezTo>
                    <a:cubicBezTo>
                      <a:pt x="33652" y="11761"/>
                      <a:pt x="32494" y="10865"/>
                      <a:pt x="31038" y="10230"/>
                    </a:cubicBezTo>
                    <a:cubicBezTo>
                      <a:pt x="29618" y="9559"/>
                      <a:pt x="27938" y="9260"/>
                      <a:pt x="26033"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88" name="Google Shape;2388;p90"/>
              <p:cNvSpPr/>
              <p:nvPr/>
            </p:nvSpPr>
            <p:spPr>
              <a:xfrm>
                <a:off x="7747640" y="5353582"/>
                <a:ext cx="40038" cy="55297"/>
              </a:xfrm>
              <a:custGeom>
                <a:avLst/>
                <a:gdLst/>
                <a:ahLst/>
                <a:cxnLst/>
                <a:rect l="l" t="t" r="r" b="b"/>
                <a:pathLst>
                  <a:path w="40038" h="55297" extrusionOk="0">
                    <a:moveTo>
                      <a:pt x="36565" y="11276"/>
                    </a:moveTo>
                    <a:cubicBezTo>
                      <a:pt x="36192" y="11836"/>
                      <a:pt x="35818" y="12247"/>
                      <a:pt x="35444" y="12471"/>
                    </a:cubicBezTo>
                    <a:cubicBezTo>
                      <a:pt x="35071" y="12695"/>
                      <a:pt x="34586" y="12807"/>
                      <a:pt x="33988" y="12807"/>
                    </a:cubicBezTo>
                    <a:cubicBezTo>
                      <a:pt x="33353" y="12807"/>
                      <a:pt x="32681" y="12620"/>
                      <a:pt x="31971" y="12284"/>
                    </a:cubicBezTo>
                    <a:cubicBezTo>
                      <a:pt x="31261" y="11948"/>
                      <a:pt x="30440" y="11537"/>
                      <a:pt x="29506" y="11089"/>
                    </a:cubicBezTo>
                    <a:cubicBezTo>
                      <a:pt x="28535" y="10679"/>
                      <a:pt x="27489" y="10268"/>
                      <a:pt x="26257" y="9932"/>
                    </a:cubicBezTo>
                    <a:cubicBezTo>
                      <a:pt x="25061" y="9596"/>
                      <a:pt x="23642" y="9409"/>
                      <a:pt x="21999" y="9409"/>
                    </a:cubicBezTo>
                    <a:cubicBezTo>
                      <a:pt x="19459" y="9409"/>
                      <a:pt x="17442" y="9932"/>
                      <a:pt x="15986" y="11015"/>
                    </a:cubicBezTo>
                    <a:cubicBezTo>
                      <a:pt x="14529" y="12097"/>
                      <a:pt x="13819" y="13516"/>
                      <a:pt x="13819" y="15271"/>
                    </a:cubicBezTo>
                    <a:cubicBezTo>
                      <a:pt x="13819" y="16429"/>
                      <a:pt x="14193" y="17362"/>
                      <a:pt x="14940" y="18183"/>
                    </a:cubicBezTo>
                    <a:cubicBezTo>
                      <a:pt x="15687" y="18930"/>
                      <a:pt x="16658" y="19640"/>
                      <a:pt x="17890" y="20237"/>
                    </a:cubicBezTo>
                    <a:cubicBezTo>
                      <a:pt x="19160" y="20835"/>
                      <a:pt x="20542" y="21357"/>
                      <a:pt x="22111" y="21805"/>
                    </a:cubicBezTo>
                    <a:cubicBezTo>
                      <a:pt x="23679" y="22290"/>
                      <a:pt x="25286" y="22813"/>
                      <a:pt x="26929" y="23373"/>
                    </a:cubicBezTo>
                    <a:cubicBezTo>
                      <a:pt x="28572" y="23934"/>
                      <a:pt x="30178" y="24568"/>
                      <a:pt x="31747" y="25278"/>
                    </a:cubicBezTo>
                    <a:cubicBezTo>
                      <a:pt x="33316" y="25987"/>
                      <a:pt x="34698" y="26883"/>
                      <a:pt x="35930" y="28003"/>
                    </a:cubicBezTo>
                    <a:cubicBezTo>
                      <a:pt x="37200" y="29086"/>
                      <a:pt x="38171" y="30393"/>
                      <a:pt x="38918" y="31924"/>
                    </a:cubicBezTo>
                    <a:cubicBezTo>
                      <a:pt x="39665" y="33492"/>
                      <a:pt x="40038" y="35322"/>
                      <a:pt x="40038" y="37487"/>
                    </a:cubicBezTo>
                    <a:cubicBezTo>
                      <a:pt x="40038" y="40063"/>
                      <a:pt x="39590" y="42453"/>
                      <a:pt x="38619" y="44619"/>
                    </a:cubicBezTo>
                    <a:cubicBezTo>
                      <a:pt x="37685" y="46784"/>
                      <a:pt x="36303" y="48688"/>
                      <a:pt x="34511" y="50257"/>
                    </a:cubicBezTo>
                    <a:cubicBezTo>
                      <a:pt x="32681" y="51862"/>
                      <a:pt x="30440" y="53094"/>
                      <a:pt x="27788" y="53991"/>
                    </a:cubicBezTo>
                    <a:cubicBezTo>
                      <a:pt x="25136" y="54849"/>
                      <a:pt x="22074" y="55297"/>
                      <a:pt x="18600" y="55297"/>
                    </a:cubicBezTo>
                    <a:cubicBezTo>
                      <a:pt x="16770" y="55297"/>
                      <a:pt x="14940" y="55148"/>
                      <a:pt x="13184" y="54812"/>
                    </a:cubicBezTo>
                    <a:cubicBezTo>
                      <a:pt x="11429" y="54476"/>
                      <a:pt x="9748" y="54027"/>
                      <a:pt x="8142" y="53430"/>
                    </a:cubicBezTo>
                    <a:cubicBezTo>
                      <a:pt x="6499" y="52833"/>
                      <a:pt x="5005" y="52124"/>
                      <a:pt x="3623" y="51339"/>
                    </a:cubicBezTo>
                    <a:cubicBezTo>
                      <a:pt x="2241" y="50518"/>
                      <a:pt x="1046" y="49659"/>
                      <a:pt x="0" y="48726"/>
                    </a:cubicBezTo>
                    <a:lnTo>
                      <a:pt x="2988" y="43797"/>
                    </a:lnTo>
                    <a:cubicBezTo>
                      <a:pt x="3362" y="43200"/>
                      <a:pt x="3810" y="42752"/>
                      <a:pt x="4333" y="42453"/>
                    </a:cubicBezTo>
                    <a:cubicBezTo>
                      <a:pt x="4856" y="42117"/>
                      <a:pt x="5528" y="41968"/>
                      <a:pt x="6312" y="41968"/>
                    </a:cubicBezTo>
                    <a:cubicBezTo>
                      <a:pt x="7134" y="41968"/>
                      <a:pt x="7881" y="42192"/>
                      <a:pt x="8591" y="42640"/>
                    </a:cubicBezTo>
                    <a:cubicBezTo>
                      <a:pt x="9300" y="43125"/>
                      <a:pt x="10122" y="43611"/>
                      <a:pt x="11093" y="44133"/>
                    </a:cubicBezTo>
                    <a:cubicBezTo>
                      <a:pt x="12026" y="44656"/>
                      <a:pt x="13147" y="45141"/>
                      <a:pt x="14417" y="45590"/>
                    </a:cubicBezTo>
                    <a:cubicBezTo>
                      <a:pt x="15687" y="46038"/>
                      <a:pt x="17293" y="46261"/>
                      <a:pt x="19235" y="46261"/>
                    </a:cubicBezTo>
                    <a:cubicBezTo>
                      <a:pt x="20766" y="46261"/>
                      <a:pt x="22074" y="46075"/>
                      <a:pt x="23194" y="45701"/>
                    </a:cubicBezTo>
                    <a:cubicBezTo>
                      <a:pt x="24277" y="45328"/>
                      <a:pt x="25211" y="44880"/>
                      <a:pt x="25921" y="44282"/>
                    </a:cubicBezTo>
                    <a:cubicBezTo>
                      <a:pt x="26630" y="43685"/>
                      <a:pt x="27153" y="42976"/>
                      <a:pt x="27489" y="42192"/>
                    </a:cubicBezTo>
                    <a:cubicBezTo>
                      <a:pt x="27788" y="41407"/>
                      <a:pt x="27975" y="40623"/>
                      <a:pt x="27975" y="39765"/>
                    </a:cubicBezTo>
                    <a:cubicBezTo>
                      <a:pt x="27975" y="38533"/>
                      <a:pt x="27601" y="37487"/>
                      <a:pt x="26854" y="36703"/>
                    </a:cubicBezTo>
                    <a:cubicBezTo>
                      <a:pt x="26107" y="35881"/>
                      <a:pt x="25099" y="35210"/>
                      <a:pt x="23866" y="34612"/>
                    </a:cubicBezTo>
                    <a:cubicBezTo>
                      <a:pt x="22634" y="34015"/>
                      <a:pt x="21215" y="33492"/>
                      <a:pt x="19646" y="33006"/>
                    </a:cubicBezTo>
                    <a:cubicBezTo>
                      <a:pt x="18040" y="32558"/>
                      <a:pt x="16434" y="32036"/>
                      <a:pt x="14753" y="31476"/>
                    </a:cubicBezTo>
                    <a:cubicBezTo>
                      <a:pt x="13110" y="30916"/>
                      <a:pt x="11503" y="30243"/>
                      <a:pt x="9898" y="29497"/>
                    </a:cubicBezTo>
                    <a:cubicBezTo>
                      <a:pt x="8329" y="28750"/>
                      <a:pt x="6910" y="27817"/>
                      <a:pt x="5677" y="26659"/>
                    </a:cubicBezTo>
                    <a:cubicBezTo>
                      <a:pt x="4445" y="25502"/>
                      <a:pt x="3436" y="24083"/>
                      <a:pt x="2689" y="22440"/>
                    </a:cubicBezTo>
                    <a:cubicBezTo>
                      <a:pt x="1942" y="20760"/>
                      <a:pt x="1569" y="18744"/>
                      <a:pt x="1569" y="16354"/>
                    </a:cubicBezTo>
                    <a:cubicBezTo>
                      <a:pt x="1569" y="14151"/>
                      <a:pt x="2017" y="12060"/>
                      <a:pt x="2876" y="10081"/>
                    </a:cubicBezTo>
                    <a:cubicBezTo>
                      <a:pt x="3735" y="8102"/>
                      <a:pt x="5042" y="6385"/>
                      <a:pt x="6723" y="4891"/>
                    </a:cubicBezTo>
                    <a:cubicBezTo>
                      <a:pt x="8404" y="3398"/>
                      <a:pt x="10532" y="2203"/>
                      <a:pt x="13035" y="1344"/>
                    </a:cubicBezTo>
                    <a:cubicBezTo>
                      <a:pt x="15575" y="448"/>
                      <a:pt x="18488" y="0"/>
                      <a:pt x="21812" y="0"/>
                    </a:cubicBezTo>
                    <a:cubicBezTo>
                      <a:pt x="25509" y="0"/>
                      <a:pt x="28871" y="598"/>
                      <a:pt x="31896" y="1830"/>
                    </a:cubicBezTo>
                    <a:cubicBezTo>
                      <a:pt x="34922" y="3062"/>
                      <a:pt x="37462" y="4667"/>
                      <a:pt x="39478" y="6646"/>
                    </a:cubicBezTo>
                    <a:lnTo>
                      <a:pt x="36565" y="112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389" name="Google Shape;2389;p90"/>
            <p:cNvSpPr/>
            <p:nvPr/>
          </p:nvSpPr>
          <p:spPr>
            <a:xfrm>
              <a:off x="7514654" y="4843658"/>
              <a:ext cx="295433" cy="259761"/>
            </a:xfrm>
            <a:custGeom>
              <a:avLst/>
              <a:gdLst/>
              <a:ahLst/>
              <a:cxnLst/>
              <a:rect l="l" t="t" r="r" b="b"/>
              <a:pathLst>
                <a:path w="295433" h="259761" extrusionOk="0">
                  <a:moveTo>
                    <a:pt x="130013" y="230601"/>
                  </a:moveTo>
                  <a:lnTo>
                    <a:pt x="28685" y="230601"/>
                  </a:lnTo>
                  <a:cubicBezTo>
                    <a:pt x="12848" y="230601"/>
                    <a:pt x="0" y="217757"/>
                    <a:pt x="0" y="201926"/>
                  </a:cubicBezTo>
                  <a:lnTo>
                    <a:pt x="0" y="28694"/>
                  </a:lnTo>
                  <a:cubicBezTo>
                    <a:pt x="0" y="12867"/>
                    <a:pt x="12848" y="0"/>
                    <a:pt x="28685" y="0"/>
                  </a:cubicBezTo>
                  <a:lnTo>
                    <a:pt x="201985" y="0"/>
                  </a:lnTo>
                  <a:cubicBezTo>
                    <a:pt x="217822" y="0"/>
                    <a:pt x="230670" y="12867"/>
                    <a:pt x="230670" y="28694"/>
                  </a:cubicBezTo>
                  <a:lnTo>
                    <a:pt x="230670" y="92373"/>
                  </a:lnTo>
                  <a:cubicBezTo>
                    <a:pt x="230670" y="96581"/>
                    <a:pt x="227271" y="100005"/>
                    <a:pt x="223050" y="100005"/>
                  </a:cubicBezTo>
                  <a:cubicBezTo>
                    <a:pt x="218830" y="100005"/>
                    <a:pt x="215394" y="96581"/>
                    <a:pt x="215394" y="92373"/>
                  </a:cubicBezTo>
                  <a:lnTo>
                    <a:pt x="215394" y="28660"/>
                  </a:lnTo>
                  <a:cubicBezTo>
                    <a:pt x="215394" y="21245"/>
                    <a:pt x="209343" y="15204"/>
                    <a:pt x="201948" y="15204"/>
                  </a:cubicBezTo>
                  <a:lnTo>
                    <a:pt x="28685" y="15204"/>
                  </a:lnTo>
                  <a:cubicBezTo>
                    <a:pt x="21252" y="15204"/>
                    <a:pt x="15201" y="21245"/>
                    <a:pt x="15201" y="28660"/>
                  </a:cubicBezTo>
                  <a:lnTo>
                    <a:pt x="15201" y="201888"/>
                  </a:lnTo>
                  <a:cubicBezTo>
                    <a:pt x="15201" y="209281"/>
                    <a:pt x="21252" y="215330"/>
                    <a:pt x="28685" y="215330"/>
                  </a:cubicBezTo>
                  <a:lnTo>
                    <a:pt x="129976" y="215330"/>
                  </a:lnTo>
                  <a:cubicBezTo>
                    <a:pt x="134196" y="215330"/>
                    <a:pt x="137632" y="218765"/>
                    <a:pt x="137632" y="222984"/>
                  </a:cubicBezTo>
                  <a:cubicBezTo>
                    <a:pt x="137632" y="227166"/>
                    <a:pt x="134234" y="230601"/>
                    <a:pt x="130013" y="230601"/>
                  </a:cubicBezTo>
                  <a:close/>
                  <a:moveTo>
                    <a:pt x="128780" y="81064"/>
                  </a:moveTo>
                  <a:lnTo>
                    <a:pt x="101889" y="81064"/>
                  </a:lnTo>
                  <a:cubicBezTo>
                    <a:pt x="95839" y="81064"/>
                    <a:pt x="90908" y="76143"/>
                    <a:pt x="90908" y="70068"/>
                  </a:cubicBezTo>
                  <a:lnTo>
                    <a:pt x="90908" y="43211"/>
                  </a:lnTo>
                  <a:cubicBezTo>
                    <a:pt x="90908" y="37136"/>
                    <a:pt x="95839" y="32215"/>
                    <a:pt x="101889" y="32215"/>
                  </a:cubicBezTo>
                  <a:lnTo>
                    <a:pt x="128780" y="32215"/>
                  </a:lnTo>
                  <a:cubicBezTo>
                    <a:pt x="134831" y="32215"/>
                    <a:pt x="139761" y="37136"/>
                    <a:pt x="139761" y="43211"/>
                  </a:cubicBezTo>
                  <a:lnTo>
                    <a:pt x="139761" y="70068"/>
                  </a:lnTo>
                  <a:cubicBezTo>
                    <a:pt x="139761" y="76143"/>
                    <a:pt x="134831" y="81064"/>
                    <a:pt x="128780" y="81064"/>
                  </a:cubicBezTo>
                  <a:close/>
                  <a:moveTo>
                    <a:pt x="101889" y="42337"/>
                  </a:moveTo>
                  <a:cubicBezTo>
                    <a:pt x="101441" y="42337"/>
                    <a:pt x="101068" y="42714"/>
                    <a:pt x="101068" y="43181"/>
                  </a:cubicBezTo>
                  <a:lnTo>
                    <a:pt x="101068" y="70034"/>
                  </a:lnTo>
                  <a:cubicBezTo>
                    <a:pt x="101068" y="70505"/>
                    <a:pt x="101441" y="70878"/>
                    <a:pt x="101889" y="70878"/>
                  </a:cubicBezTo>
                  <a:lnTo>
                    <a:pt x="128780" y="70878"/>
                  </a:lnTo>
                  <a:cubicBezTo>
                    <a:pt x="129229" y="70878"/>
                    <a:pt x="129602" y="70505"/>
                    <a:pt x="129602" y="70034"/>
                  </a:cubicBezTo>
                  <a:lnTo>
                    <a:pt x="129602" y="43181"/>
                  </a:lnTo>
                  <a:cubicBezTo>
                    <a:pt x="129602" y="42714"/>
                    <a:pt x="129229" y="42337"/>
                    <a:pt x="128780" y="42337"/>
                  </a:cubicBezTo>
                  <a:lnTo>
                    <a:pt x="101889" y="42337"/>
                  </a:lnTo>
                  <a:close/>
                  <a:moveTo>
                    <a:pt x="128780" y="139292"/>
                  </a:moveTo>
                  <a:lnTo>
                    <a:pt x="101889" y="139292"/>
                  </a:lnTo>
                  <a:cubicBezTo>
                    <a:pt x="95839" y="139292"/>
                    <a:pt x="90908" y="134371"/>
                    <a:pt x="90908" y="128296"/>
                  </a:cubicBezTo>
                  <a:lnTo>
                    <a:pt x="90908" y="101439"/>
                  </a:lnTo>
                  <a:cubicBezTo>
                    <a:pt x="90908" y="95364"/>
                    <a:pt x="95839" y="90443"/>
                    <a:pt x="101889" y="90443"/>
                  </a:cubicBezTo>
                  <a:lnTo>
                    <a:pt x="128780" y="90443"/>
                  </a:lnTo>
                  <a:cubicBezTo>
                    <a:pt x="134831" y="90443"/>
                    <a:pt x="139761" y="95364"/>
                    <a:pt x="139761" y="101439"/>
                  </a:cubicBezTo>
                  <a:lnTo>
                    <a:pt x="139761" y="128296"/>
                  </a:lnTo>
                  <a:cubicBezTo>
                    <a:pt x="139761" y="134371"/>
                    <a:pt x="134831" y="139292"/>
                    <a:pt x="128780" y="139292"/>
                  </a:cubicBezTo>
                  <a:close/>
                  <a:moveTo>
                    <a:pt x="101889" y="100599"/>
                  </a:moveTo>
                  <a:cubicBezTo>
                    <a:pt x="101441" y="100599"/>
                    <a:pt x="101068" y="100972"/>
                    <a:pt x="101068" y="101439"/>
                  </a:cubicBezTo>
                  <a:lnTo>
                    <a:pt x="101068" y="128296"/>
                  </a:lnTo>
                  <a:cubicBezTo>
                    <a:pt x="101068" y="128763"/>
                    <a:pt x="101441" y="129136"/>
                    <a:pt x="101889" y="129136"/>
                  </a:cubicBezTo>
                  <a:lnTo>
                    <a:pt x="128780" y="129136"/>
                  </a:lnTo>
                  <a:cubicBezTo>
                    <a:pt x="129229" y="129136"/>
                    <a:pt x="129602" y="128763"/>
                    <a:pt x="129602" y="128296"/>
                  </a:cubicBezTo>
                  <a:lnTo>
                    <a:pt x="129602" y="101439"/>
                  </a:lnTo>
                  <a:cubicBezTo>
                    <a:pt x="129602" y="100972"/>
                    <a:pt x="129229" y="100599"/>
                    <a:pt x="128780" y="100599"/>
                  </a:cubicBezTo>
                  <a:lnTo>
                    <a:pt x="101889" y="100599"/>
                  </a:lnTo>
                  <a:close/>
                  <a:moveTo>
                    <a:pt x="187382" y="81064"/>
                  </a:moveTo>
                  <a:lnTo>
                    <a:pt x="160527" y="81064"/>
                  </a:lnTo>
                  <a:cubicBezTo>
                    <a:pt x="154439" y="81064"/>
                    <a:pt x="149510" y="76143"/>
                    <a:pt x="149510" y="70068"/>
                  </a:cubicBezTo>
                  <a:lnTo>
                    <a:pt x="149510" y="43211"/>
                  </a:lnTo>
                  <a:cubicBezTo>
                    <a:pt x="149510" y="37136"/>
                    <a:pt x="154439" y="32215"/>
                    <a:pt x="160527" y="32215"/>
                  </a:cubicBezTo>
                  <a:lnTo>
                    <a:pt x="187382" y="32215"/>
                  </a:lnTo>
                  <a:cubicBezTo>
                    <a:pt x="193470" y="32215"/>
                    <a:pt x="198400" y="37136"/>
                    <a:pt x="198400" y="43211"/>
                  </a:cubicBezTo>
                  <a:lnTo>
                    <a:pt x="198400" y="70068"/>
                  </a:lnTo>
                  <a:cubicBezTo>
                    <a:pt x="198400" y="76143"/>
                    <a:pt x="193432" y="81064"/>
                    <a:pt x="187382" y="81064"/>
                  </a:cubicBezTo>
                  <a:close/>
                  <a:moveTo>
                    <a:pt x="160490" y="42337"/>
                  </a:moveTo>
                  <a:cubicBezTo>
                    <a:pt x="160042" y="42337"/>
                    <a:pt x="159668" y="42714"/>
                    <a:pt x="159668" y="43181"/>
                  </a:cubicBezTo>
                  <a:lnTo>
                    <a:pt x="159668" y="70034"/>
                  </a:lnTo>
                  <a:cubicBezTo>
                    <a:pt x="159668" y="70505"/>
                    <a:pt x="160042" y="70878"/>
                    <a:pt x="160490" y="70878"/>
                  </a:cubicBezTo>
                  <a:lnTo>
                    <a:pt x="187344" y="70878"/>
                  </a:lnTo>
                  <a:cubicBezTo>
                    <a:pt x="187830" y="70878"/>
                    <a:pt x="188203" y="70505"/>
                    <a:pt x="188203" y="70034"/>
                  </a:cubicBezTo>
                  <a:lnTo>
                    <a:pt x="188203" y="43181"/>
                  </a:lnTo>
                  <a:cubicBezTo>
                    <a:pt x="188203" y="42714"/>
                    <a:pt x="187830" y="42337"/>
                    <a:pt x="187344" y="42337"/>
                  </a:cubicBezTo>
                  <a:lnTo>
                    <a:pt x="160490" y="42337"/>
                  </a:lnTo>
                  <a:close/>
                  <a:moveTo>
                    <a:pt x="70180" y="81064"/>
                  </a:moveTo>
                  <a:lnTo>
                    <a:pt x="43325" y="81064"/>
                  </a:lnTo>
                  <a:cubicBezTo>
                    <a:pt x="37237" y="81064"/>
                    <a:pt x="32307" y="76143"/>
                    <a:pt x="32307" y="70068"/>
                  </a:cubicBezTo>
                  <a:lnTo>
                    <a:pt x="32307" y="43211"/>
                  </a:lnTo>
                  <a:cubicBezTo>
                    <a:pt x="32307" y="37136"/>
                    <a:pt x="37237" y="32215"/>
                    <a:pt x="43325" y="32215"/>
                  </a:cubicBezTo>
                  <a:lnTo>
                    <a:pt x="70180" y="32215"/>
                  </a:lnTo>
                  <a:cubicBezTo>
                    <a:pt x="76268" y="32215"/>
                    <a:pt x="81160" y="37136"/>
                    <a:pt x="81160" y="43211"/>
                  </a:cubicBezTo>
                  <a:lnTo>
                    <a:pt x="81160" y="70068"/>
                  </a:lnTo>
                  <a:cubicBezTo>
                    <a:pt x="81160" y="76143"/>
                    <a:pt x="76268" y="81064"/>
                    <a:pt x="70180" y="81064"/>
                  </a:cubicBezTo>
                  <a:close/>
                  <a:moveTo>
                    <a:pt x="43288" y="42337"/>
                  </a:moveTo>
                  <a:cubicBezTo>
                    <a:pt x="42802" y="42337"/>
                    <a:pt x="42429" y="42714"/>
                    <a:pt x="42429" y="43181"/>
                  </a:cubicBezTo>
                  <a:lnTo>
                    <a:pt x="42429" y="70034"/>
                  </a:lnTo>
                  <a:cubicBezTo>
                    <a:pt x="42429" y="70505"/>
                    <a:pt x="42802" y="70878"/>
                    <a:pt x="43288" y="70878"/>
                  </a:cubicBezTo>
                  <a:lnTo>
                    <a:pt x="70142" y="70878"/>
                  </a:lnTo>
                  <a:cubicBezTo>
                    <a:pt x="70628" y="70878"/>
                    <a:pt x="71001" y="70505"/>
                    <a:pt x="71001" y="70034"/>
                  </a:cubicBezTo>
                  <a:lnTo>
                    <a:pt x="71001" y="43181"/>
                  </a:lnTo>
                  <a:cubicBezTo>
                    <a:pt x="71001" y="42714"/>
                    <a:pt x="70628" y="42337"/>
                    <a:pt x="70142" y="42337"/>
                  </a:cubicBezTo>
                  <a:lnTo>
                    <a:pt x="43288" y="42337"/>
                  </a:lnTo>
                  <a:close/>
                  <a:moveTo>
                    <a:pt x="70180" y="139292"/>
                  </a:moveTo>
                  <a:lnTo>
                    <a:pt x="43325" y="139292"/>
                  </a:lnTo>
                  <a:cubicBezTo>
                    <a:pt x="37237" y="139292"/>
                    <a:pt x="32307" y="134371"/>
                    <a:pt x="32307" y="128296"/>
                  </a:cubicBezTo>
                  <a:lnTo>
                    <a:pt x="32307" y="101439"/>
                  </a:lnTo>
                  <a:cubicBezTo>
                    <a:pt x="32307" y="95364"/>
                    <a:pt x="37237" y="90443"/>
                    <a:pt x="43325" y="90443"/>
                  </a:cubicBezTo>
                  <a:lnTo>
                    <a:pt x="70180" y="90443"/>
                  </a:lnTo>
                  <a:cubicBezTo>
                    <a:pt x="76268" y="90443"/>
                    <a:pt x="81160" y="95364"/>
                    <a:pt x="81160" y="101439"/>
                  </a:cubicBezTo>
                  <a:lnTo>
                    <a:pt x="81160" y="128296"/>
                  </a:lnTo>
                  <a:cubicBezTo>
                    <a:pt x="81160" y="134371"/>
                    <a:pt x="76268" y="139292"/>
                    <a:pt x="70180" y="139292"/>
                  </a:cubicBezTo>
                  <a:close/>
                  <a:moveTo>
                    <a:pt x="43288" y="100599"/>
                  </a:moveTo>
                  <a:cubicBezTo>
                    <a:pt x="42802" y="100599"/>
                    <a:pt x="42429" y="100972"/>
                    <a:pt x="42429" y="101439"/>
                  </a:cubicBezTo>
                  <a:lnTo>
                    <a:pt x="42429" y="128296"/>
                  </a:lnTo>
                  <a:cubicBezTo>
                    <a:pt x="42429" y="128763"/>
                    <a:pt x="42802" y="129136"/>
                    <a:pt x="43288" y="129136"/>
                  </a:cubicBezTo>
                  <a:lnTo>
                    <a:pt x="70142" y="129136"/>
                  </a:lnTo>
                  <a:cubicBezTo>
                    <a:pt x="70628" y="129136"/>
                    <a:pt x="71001" y="128763"/>
                    <a:pt x="71001" y="128296"/>
                  </a:cubicBezTo>
                  <a:lnTo>
                    <a:pt x="71001" y="101439"/>
                  </a:lnTo>
                  <a:cubicBezTo>
                    <a:pt x="71001" y="100972"/>
                    <a:pt x="70628" y="100599"/>
                    <a:pt x="70142" y="100599"/>
                  </a:cubicBezTo>
                  <a:lnTo>
                    <a:pt x="43288" y="100599"/>
                  </a:lnTo>
                  <a:close/>
                  <a:moveTo>
                    <a:pt x="70180" y="198080"/>
                  </a:moveTo>
                  <a:lnTo>
                    <a:pt x="43325" y="198080"/>
                  </a:lnTo>
                  <a:cubicBezTo>
                    <a:pt x="37237" y="198080"/>
                    <a:pt x="32307" y="193152"/>
                    <a:pt x="32307" y="187103"/>
                  </a:cubicBezTo>
                  <a:lnTo>
                    <a:pt x="32307" y="160220"/>
                  </a:lnTo>
                  <a:cubicBezTo>
                    <a:pt x="32307" y="154152"/>
                    <a:pt x="37237" y="149231"/>
                    <a:pt x="43325" y="149231"/>
                  </a:cubicBezTo>
                  <a:lnTo>
                    <a:pt x="70180" y="149231"/>
                  </a:lnTo>
                  <a:cubicBezTo>
                    <a:pt x="76268" y="149231"/>
                    <a:pt x="81160" y="154152"/>
                    <a:pt x="81160" y="160220"/>
                  </a:cubicBezTo>
                  <a:lnTo>
                    <a:pt x="81160" y="187103"/>
                  </a:lnTo>
                  <a:cubicBezTo>
                    <a:pt x="81160" y="193152"/>
                    <a:pt x="76268" y="198080"/>
                    <a:pt x="70180" y="198080"/>
                  </a:cubicBezTo>
                  <a:close/>
                  <a:moveTo>
                    <a:pt x="43288" y="159387"/>
                  </a:moveTo>
                  <a:cubicBezTo>
                    <a:pt x="42802" y="159387"/>
                    <a:pt x="42429" y="159772"/>
                    <a:pt x="42429" y="160220"/>
                  </a:cubicBezTo>
                  <a:lnTo>
                    <a:pt x="42429" y="187103"/>
                  </a:lnTo>
                  <a:cubicBezTo>
                    <a:pt x="42429" y="187551"/>
                    <a:pt x="42802" y="187924"/>
                    <a:pt x="43288" y="187924"/>
                  </a:cubicBezTo>
                  <a:lnTo>
                    <a:pt x="70142" y="187924"/>
                  </a:lnTo>
                  <a:cubicBezTo>
                    <a:pt x="70628" y="187924"/>
                    <a:pt x="71001" y="187551"/>
                    <a:pt x="71001" y="187103"/>
                  </a:cubicBezTo>
                  <a:lnTo>
                    <a:pt x="71001" y="160220"/>
                  </a:lnTo>
                  <a:cubicBezTo>
                    <a:pt x="71001" y="159772"/>
                    <a:pt x="70628" y="159387"/>
                    <a:pt x="70142" y="159387"/>
                  </a:cubicBezTo>
                  <a:lnTo>
                    <a:pt x="43288" y="159387"/>
                  </a:lnTo>
                  <a:close/>
                  <a:moveTo>
                    <a:pt x="227868" y="187738"/>
                  </a:moveTo>
                  <a:lnTo>
                    <a:pt x="223387" y="192256"/>
                  </a:lnTo>
                  <a:lnTo>
                    <a:pt x="222490" y="193152"/>
                  </a:lnTo>
                  <a:lnTo>
                    <a:pt x="221594" y="192256"/>
                  </a:lnTo>
                  <a:lnTo>
                    <a:pt x="217074" y="187738"/>
                  </a:lnTo>
                  <a:lnTo>
                    <a:pt x="216178" y="186841"/>
                  </a:lnTo>
                  <a:lnTo>
                    <a:pt x="217074" y="185945"/>
                  </a:lnTo>
                  <a:lnTo>
                    <a:pt x="221594" y="181427"/>
                  </a:lnTo>
                  <a:lnTo>
                    <a:pt x="222490" y="180531"/>
                  </a:lnTo>
                  <a:lnTo>
                    <a:pt x="223387" y="181427"/>
                  </a:lnTo>
                  <a:lnTo>
                    <a:pt x="227868" y="185945"/>
                  </a:lnTo>
                  <a:lnTo>
                    <a:pt x="228802" y="186841"/>
                  </a:lnTo>
                  <a:lnTo>
                    <a:pt x="227868" y="187738"/>
                  </a:lnTo>
                  <a:close/>
                  <a:moveTo>
                    <a:pt x="237355" y="182324"/>
                  </a:moveTo>
                  <a:lnTo>
                    <a:pt x="226972" y="171981"/>
                  </a:lnTo>
                  <a:lnTo>
                    <a:pt x="224731" y="170189"/>
                  </a:lnTo>
                  <a:lnTo>
                    <a:pt x="219763" y="170189"/>
                  </a:lnTo>
                  <a:lnTo>
                    <a:pt x="217971" y="171981"/>
                  </a:lnTo>
                  <a:lnTo>
                    <a:pt x="207625" y="182324"/>
                  </a:lnTo>
                  <a:lnTo>
                    <a:pt x="205832" y="184601"/>
                  </a:lnTo>
                  <a:lnTo>
                    <a:pt x="205832" y="189082"/>
                  </a:lnTo>
                  <a:lnTo>
                    <a:pt x="207625" y="191322"/>
                  </a:lnTo>
                  <a:lnTo>
                    <a:pt x="217971" y="201702"/>
                  </a:lnTo>
                  <a:lnTo>
                    <a:pt x="219763" y="203494"/>
                  </a:lnTo>
                  <a:lnTo>
                    <a:pt x="224731" y="203494"/>
                  </a:lnTo>
                  <a:lnTo>
                    <a:pt x="226972" y="201702"/>
                  </a:lnTo>
                  <a:lnTo>
                    <a:pt x="237355" y="191322"/>
                  </a:lnTo>
                  <a:lnTo>
                    <a:pt x="239148" y="189082"/>
                  </a:lnTo>
                  <a:lnTo>
                    <a:pt x="239148" y="184601"/>
                  </a:lnTo>
                  <a:lnTo>
                    <a:pt x="237355" y="182324"/>
                  </a:lnTo>
                  <a:close/>
                  <a:moveTo>
                    <a:pt x="205384" y="113899"/>
                  </a:moveTo>
                  <a:lnTo>
                    <a:pt x="201313" y="114350"/>
                  </a:lnTo>
                  <a:lnTo>
                    <a:pt x="196346" y="119301"/>
                  </a:lnTo>
                  <a:lnTo>
                    <a:pt x="195897" y="122904"/>
                  </a:lnTo>
                  <a:lnTo>
                    <a:pt x="195897" y="142264"/>
                  </a:lnTo>
                  <a:lnTo>
                    <a:pt x="179240" y="132358"/>
                  </a:lnTo>
                  <a:lnTo>
                    <a:pt x="175654" y="131007"/>
                  </a:lnTo>
                  <a:lnTo>
                    <a:pt x="168894" y="132806"/>
                  </a:lnTo>
                  <a:lnTo>
                    <a:pt x="166653" y="135961"/>
                  </a:lnTo>
                  <a:lnTo>
                    <a:pt x="165271" y="139113"/>
                  </a:lnTo>
                  <a:lnTo>
                    <a:pt x="167101" y="146315"/>
                  </a:lnTo>
                  <a:lnTo>
                    <a:pt x="169790" y="148567"/>
                  </a:lnTo>
                  <a:lnTo>
                    <a:pt x="199520" y="165223"/>
                  </a:lnTo>
                  <a:lnTo>
                    <a:pt x="201761" y="167015"/>
                  </a:lnTo>
                  <a:lnTo>
                    <a:pt x="205384" y="167463"/>
                  </a:lnTo>
                  <a:lnTo>
                    <a:pt x="208969" y="167015"/>
                  </a:lnTo>
                  <a:lnTo>
                    <a:pt x="213937" y="162087"/>
                  </a:lnTo>
                  <a:lnTo>
                    <a:pt x="214385" y="158021"/>
                  </a:lnTo>
                  <a:lnTo>
                    <a:pt x="214385" y="122904"/>
                  </a:lnTo>
                  <a:lnTo>
                    <a:pt x="213937" y="119301"/>
                  </a:lnTo>
                  <a:lnTo>
                    <a:pt x="208969" y="114350"/>
                  </a:lnTo>
                  <a:lnTo>
                    <a:pt x="205384" y="113899"/>
                  </a:lnTo>
                  <a:close/>
                  <a:moveTo>
                    <a:pt x="197728" y="190426"/>
                  </a:moveTo>
                  <a:lnTo>
                    <a:pt x="198176" y="189978"/>
                  </a:lnTo>
                  <a:lnTo>
                    <a:pt x="198176" y="189978"/>
                  </a:lnTo>
                  <a:lnTo>
                    <a:pt x="198176" y="189530"/>
                  </a:lnTo>
                  <a:lnTo>
                    <a:pt x="198176" y="189530"/>
                  </a:lnTo>
                  <a:lnTo>
                    <a:pt x="198176" y="189082"/>
                  </a:lnTo>
                  <a:lnTo>
                    <a:pt x="198176" y="189082"/>
                  </a:lnTo>
                  <a:lnTo>
                    <a:pt x="198624" y="188634"/>
                  </a:lnTo>
                  <a:lnTo>
                    <a:pt x="198624" y="188634"/>
                  </a:lnTo>
                  <a:lnTo>
                    <a:pt x="198624" y="188186"/>
                  </a:lnTo>
                  <a:lnTo>
                    <a:pt x="198624" y="188186"/>
                  </a:lnTo>
                  <a:lnTo>
                    <a:pt x="198624" y="187738"/>
                  </a:lnTo>
                  <a:lnTo>
                    <a:pt x="198624" y="187738"/>
                  </a:lnTo>
                  <a:lnTo>
                    <a:pt x="198624" y="187290"/>
                  </a:lnTo>
                  <a:lnTo>
                    <a:pt x="198624" y="187290"/>
                  </a:lnTo>
                  <a:lnTo>
                    <a:pt x="198624" y="186393"/>
                  </a:lnTo>
                  <a:lnTo>
                    <a:pt x="198624" y="186393"/>
                  </a:lnTo>
                  <a:lnTo>
                    <a:pt x="198624" y="185945"/>
                  </a:lnTo>
                  <a:lnTo>
                    <a:pt x="198624" y="185945"/>
                  </a:lnTo>
                  <a:lnTo>
                    <a:pt x="198624" y="185497"/>
                  </a:lnTo>
                  <a:lnTo>
                    <a:pt x="198624" y="185497"/>
                  </a:lnTo>
                  <a:lnTo>
                    <a:pt x="198624" y="185049"/>
                  </a:lnTo>
                  <a:lnTo>
                    <a:pt x="198624" y="185049"/>
                  </a:lnTo>
                  <a:lnTo>
                    <a:pt x="198176" y="184601"/>
                  </a:lnTo>
                  <a:lnTo>
                    <a:pt x="198176" y="184601"/>
                  </a:lnTo>
                  <a:lnTo>
                    <a:pt x="198176" y="184153"/>
                  </a:lnTo>
                  <a:lnTo>
                    <a:pt x="198176" y="184153"/>
                  </a:lnTo>
                  <a:lnTo>
                    <a:pt x="198176" y="183668"/>
                  </a:lnTo>
                  <a:lnTo>
                    <a:pt x="198176" y="183668"/>
                  </a:lnTo>
                  <a:lnTo>
                    <a:pt x="197728" y="183220"/>
                  </a:lnTo>
                  <a:lnTo>
                    <a:pt x="197728" y="183220"/>
                  </a:lnTo>
                  <a:lnTo>
                    <a:pt x="197728" y="182772"/>
                  </a:lnTo>
                  <a:lnTo>
                    <a:pt x="197728" y="182772"/>
                  </a:lnTo>
                  <a:lnTo>
                    <a:pt x="197728" y="182324"/>
                  </a:lnTo>
                  <a:lnTo>
                    <a:pt x="197280" y="182324"/>
                  </a:lnTo>
                  <a:lnTo>
                    <a:pt x="197280" y="181876"/>
                  </a:lnTo>
                  <a:lnTo>
                    <a:pt x="196794" y="181427"/>
                  </a:lnTo>
                  <a:lnTo>
                    <a:pt x="196794" y="181427"/>
                  </a:lnTo>
                  <a:lnTo>
                    <a:pt x="196794" y="180979"/>
                  </a:lnTo>
                  <a:lnTo>
                    <a:pt x="196346" y="180979"/>
                  </a:lnTo>
                  <a:lnTo>
                    <a:pt x="196346" y="180531"/>
                  </a:lnTo>
                  <a:lnTo>
                    <a:pt x="195897" y="180531"/>
                  </a:lnTo>
                  <a:lnTo>
                    <a:pt x="195897" y="180083"/>
                  </a:lnTo>
                  <a:lnTo>
                    <a:pt x="195449" y="180083"/>
                  </a:lnTo>
                  <a:lnTo>
                    <a:pt x="195449" y="179635"/>
                  </a:lnTo>
                  <a:lnTo>
                    <a:pt x="195001" y="179635"/>
                  </a:lnTo>
                  <a:lnTo>
                    <a:pt x="195001" y="179187"/>
                  </a:lnTo>
                  <a:lnTo>
                    <a:pt x="194553" y="179187"/>
                  </a:lnTo>
                  <a:lnTo>
                    <a:pt x="194104" y="178739"/>
                  </a:lnTo>
                  <a:lnTo>
                    <a:pt x="194104" y="178739"/>
                  </a:lnTo>
                  <a:lnTo>
                    <a:pt x="163478" y="161191"/>
                  </a:lnTo>
                  <a:lnTo>
                    <a:pt x="159893" y="159809"/>
                  </a:lnTo>
                  <a:lnTo>
                    <a:pt x="153132" y="161639"/>
                  </a:lnTo>
                  <a:lnTo>
                    <a:pt x="150854" y="164327"/>
                  </a:lnTo>
                  <a:lnTo>
                    <a:pt x="149510" y="167911"/>
                  </a:lnTo>
                  <a:lnTo>
                    <a:pt x="151340" y="174669"/>
                  </a:lnTo>
                  <a:lnTo>
                    <a:pt x="154029" y="177395"/>
                  </a:lnTo>
                  <a:lnTo>
                    <a:pt x="170686" y="186841"/>
                  </a:lnTo>
                  <a:lnTo>
                    <a:pt x="154029" y="196288"/>
                  </a:lnTo>
                  <a:lnTo>
                    <a:pt x="151340" y="198976"/>
                  </a:lnTo>
                  <a:lnTo>
                    <a:pt x="149510" y="205734"/>
                  </a:lnTo>
                  <a:lnTo>
                    <a:pt x="150854" y="208908"/>
                  </a:lnTo>
                  <a:lnTo>
                    <a:pt x="153132" y="212044"/>
                  </a:lnTo>
                  <a:lnTo>
                    <a:pt x="159893" y="213837"/>
                  </a:lnTo>
                  <a:lnTo>
                    <a:pt x="163478" y="212492"/>
                  </a:lnTo>
                  <a:lnTo>
                    <a:pt x="194104" y="194944"/>
                  </a:lnTo>
                  <a:lnTo>
                    <a:pt x="194104" y="194944"/>
                  </a:lnTo>
                  <a:lnTo>
                    <a:pt x="194553" y="194496"/>
                  </a:lnTo>
                  <a:lnTo>
                    <a:pt x="195001" y="194496"/>
                  </a:lnTo>
                  <a:lnTo>
                    <a:pt x="195001" y="194048"/>
                  </a:lnTo>
                  <a:lnTo>
                    <a:pt x="195449" y="194048"/>
                  </a:lnTo>
                  <a:lnTo>
                    <a:pt x="195449" y="193600"/>
                  </a:lnTo>
                  <a:lnTo>
                    <a:pt x="195897" y="193600"/>
                  </a:lnTo>
                  <a:lnTo>
                    <a:pt x="195897" y="193152"/>
                  </a:lnTo>
                  <a:lnTo>
                    <a:pt x="196346" y="193152"/>
                  </a:lnTo>
                  <a:lnTo>
                    <a:pt x="196346" y="192704"/>
                  </a:lnTo>
                  <a:lnTo>
                    <a:pt x="196794" y="192704"/>
                  </a:lnTo>
                  <a:lnTo>
                    <a:pt x="196794" y="192256"/>
                  </a:lnTo>
                  <a:lnTo>
                    <a:pt x="196794" y="192256"/>
                  </a:lnTo>
                  <a:lnTo>
                    <a:pt x="197280" y="191807"/>
                  </a:lnTo>
                  <a:lnTo>
                    <a:pt x="197280" y="191322"/>
                  </a:lnTo>
                  <a:lnTo>
                    <a:pt x="197728" y="191322"/>
                  </a:lnTo>
                  <a:lnTo>
                    <a:pt x="197728" y="190874"/>
                  </a:lnTo>
                  <a:lnTo>
                    <a:pt x="197728" y="190874"/>
                  </a:lnTo>
                  <a:lnTo>
                    <a:pt x="197728" y="190426"/>
                  </a:lnTo>
                  <a:close/>
                  <a:moveTo>
                    <a:pt x="205384" y="206182"/>
                  </a:moveTo>
                  <a:lnTo>
                    <a:pt x="201761" y="206630"/>
                  </a:lnTo>
                  <a:lnTo>
                    <a:pt x="199520" y="208460"/>
                  </a:lnTo>
                  <a:lnTo>
                    <a:pt x="169790" y="225113"/>
                  </a:lnTo>
                  <a:lnTo>
                    <a:pt x="167101" y="227353"/>
                  </a:lnTo>
                  <a:lnTo>
                    <a:pt x="165271" y="234559"/>
                  </a:lnTo>
                  <a:lnTo>
                    <a:pt x="166653" y="237695"/>
                  </a:lnTo>
                  <a:lnTo>
                    <a:pt x="168894" y="240869"/>
                  </a:lnTo>
                  <a:lnTo>
                    <a:pt x="175654" y="242661"/>
                  </a:lnTo>
                  <a:lnTo>
                    <a:pt x="179240" y="241317"/>
                  </a:lnTo>
                  <a:lnTo>
                    <a:pt x="195897" y="231423"/>
                  </a:lnTo>
                  <a:lnTo>
                    <a:pt x="195897" y="250763"/>
                  </a:lnTo>
                  <a:lnTo>
                    <a:pt x="196346" y="254385"/>
                  </a:lnTo>
                  <a:lnTo>
                    <a:pt x="201313" y="259314"/>
                  </a:lnTo>
                  <a:lnTo>
                    <a:pt x="205384" y="259762"/>
                  </a:lnTo>
                  <a:lnTo>
                    <a:pt x="208969" y="259314"/>
                  </a:lnTo>
                  <a:lnTo>
                    <a:pt x="213937" y="254385"/>
                  </a:lnTo>
                  <a:lnTo>
                    <a:pt x="214385" y="250763"/>
                  </a:lnTo>
                  <a:lnTo>
                    <a:pt x="214385" y="215666"/>
                  </a:lnTo>
                  <a:lnTo>
                    <a:pt x="213937" y="211596"/>
                  </a:lnTo>
                  <a:lnTo>
                    <a:pt x="208969" y="206630"/>
                  </a:lnTo>
                  <a:lnTo>
                    <a:pt x="205384" y="206182"/>
                  </a:lnTo>
                  <a:close/>
                  <a:moveTo>
                    <a:pt x="274742" y="225113"/>
                  </a:moveTo>
                  <a:lnTo>
                    <a:pt x="245460" y="208460"/>
                  </a:lnTo>
                  <a:lnTo>
                    <a:pt x="242733" y="206630"/>
                  </a:lnTo>
                  <a:lnTo>
                    <a:pt x="239596" y="206182"/>
                  </a:lnTo>
                  <a:lnTo>
                    <a:pt x="236011" y="206630"/>
                  </a:lnTo>
                  <a:lnTo>
                    <a:pt x="231043" y="211596"/>
                  </a:lnTo>
                  <a:lnTo>
                    <a:pt x="230595" y="215666"/>
                  </a:lnTo>
                  <a:lnTo>
                    <a:pt x="230595" y="250763"/>
                  </a:lnTo>
                  <a:lnTo>
                    <a:pt x="231043" y="254385"/>
                  </a:lnTo>
                  <a:lnTo>
                    <a:pt x="236011" y="259314"/>
                  </a:lnTo>
                  <a:lnTo>
                    <a:pt x="239596" y="259762"/>
                  </a:lnTo>
                  <a:lnTo>
                    <a:pt x="243182" y="259314"/>
                  </a:lnTo>
                  <a:lnTo>
                    <a:pt x="248598" y="254385"/>
                  </a:lnTo>
                  <a:lnTo>
                    <a:pt x="249046" y="250763"/>
                  </a:lnTo>
                  <a:lnTo>
                    <a:pt x="249046" y="231423"/>
                  </a:lnTo>
                  <a:lnTo>
                    <a:pt x="265703" y="241317"/>
                  </a:lnTo>
                  <a:lnTo>
                    <a:pt x="269326" y="242661"/>
                  </a:lnTo>
                  <a:lnTo>
                    <a:pt x="276087" y="240869"/>
                  </a:lnTo>
                  <a:lnTo>
                    <a:pt x="278327" y="237695"/>
                  </a:lnTo>
                  <a:lnTo>
                    <a:pt x="279672" y="234559"/>
                  </a:lnTo>
                  <a:lnTo>
                    <a:pt x="277879" y="227353"/>
                  </a:lnTo>
                  <a:lnTo>
                    <a:pt x="274742" y="225113"/>
                  </a:lnTo>
                  <a:close/>
                  <a:moveTo>
                    <a:pt x="290952" y="196288"/>
                  </a:moveTo>
                  <a:lnTo>
                    <a:pt x="273808" y="186841"/>
                  </a:lnTo>
                  <a:lnTo>
                    <a:pt x="290952" y="177395"/>
                  </a:lnTo>
                  <a:lnTo>
                    <a:pt x="293641" y="174669"/>
                  </a:lnTo>
                  <a:lnTo>
                    <a:pt x="295433" y="167911"/>
                  </a:lnTo>
                  <a:lnTo>
                    <a:pt x="294089" y="164327"/>
                  </a:lnTo>
                  <a:lnTo>
                    <a:pt x="291848" y="161639"/>
                  </a:lnTo>
                  <a:lnTo>
                    <a:pt x="285087" y="159809"/>
                  </a:lnTo>
                  <a:lnTo>
                    <a:pt x="281465" y="161191"/>
                  </a:lnTo>
                  <a:lnTo>
                    <a:pt x="250838" y="178739"/>
                  </a:lnTo>
                  <a:lnTo>
                    <a:pt x="250838" y="178739"/>
                  </a:lnTo>
                  <a:lnTo>
                    <a:pt x="250390" y="179187"/>
                  </a:lnTo>
                  <a:lnTo>
                    <a:pt x="249942" y="179187"/>
                  </a:lnTo>
                  <a:lnTo>
                    <a:pt x="249942" y="179635"/>
                  </a:lnTo>
                  <a:lnTo>
                    <a:pt x="249494" y="179635"/>
                  </a:lnTo>
                  <a:lnTo>
                    <a:pt x="249494" y="180083"/>
                  </a:lnTo>
                  <a:lnTo>
                    <a:pt x="249046" y="180083"/>
                  </a:lnTo>
                  <a:lnTo>
                    <a:pt x="248598" y="180531"/>
                  </a:lnTo>
                  <a:lnTo>
                    <a:pt x="248598" y="180531"/>
                  </a:lnTo>
                  <a:lnTo>
                    <a:pt x="248598" y="180979"/>
                  </a:lnTo>
                  <a:lnTo>
                    <a:pt x="248149" y="180979"/>
                  </a:lnTo>
                  <a:lnTo>
                    <a:pt x="248149" y="181427"/>
                  </a:lnTo>
                  <a:lnTo>
                    <a:pt x="247701" y="181427"/>
                  </a:lnTo>
                  <a:lnTo>
                    <a:pt x="247701" y="182324"/>
                  </a:lnTo>
                  <a:lnTo>
                    <a:pt x="247253" y="182324"/>
                  </a:lnTo>
                  <a:lnTo>
                    <a:pt x="247253" y="182772"/>
                  </a:lnTo>
                  <a:lnTo>
                    <a:pt x="247253" y="182772"/>
                  </a:lnTo>
                  <a:lnTo>
                    <a:pt x="247253" y="183220"/>
                  </a:lnTo>
                  <a:lnTo>
                    <a:pt x="246804" y="183220"/>
                  </a:lnTo>
                  <a:lnTo>
                    <a:pt x="246804" y="183668"/>
                  </a:lnTo>
                  <a:lnTo>
                    <a:pt x="246804" y="183668"/>
                  </a:lnTo>
                  <a:lnTo>
                    <a:pt x="246804" y="184153"/>
                  </a:lnTo>
                  <a:lnTo>
                    <a:pt x="246804" y="184153"/>
                  </a:lnTo>
                  <a:lnTo>
                    <a:pt x="246804" y="184601"/>
                  </a:lnTo>
                  <a:lnTo>
                    <a:pt x="246356" y="184601"/>
                  </a:lnTo>
                  <a:lnTo>
                    <a:pt x="246356" y="185049"/>
                  </a:lnTo>
                  <a:lnTo>
                    <a:pt x="246356" y="185049"/>
                  </a:lnTo>
                  <a:lnTo>
                    <a:pt x="246356" y="185497"/>
                  </a:lnTo>
                  <a:lnTo>
                    <a:pt x="246356" y="185497"/>
                  </a:lnTo>
                  <a:lnTo>
                    <a:pt x="246356" y="185945"/>
                  </a:lnTo>
                  <a:lnTo>
                    <a:pt x="246356" y="185945"/>
                  </a:lnTo>
                  <a:lnTo>
                    <a:pt x="246356" y="186393"/>
                  </a:lnTo>
                  <a:lnTo>
                    <a:pt x="246356" y="186393"/>
                  </a:lnTo>
                  <a:lnTo>
                    <a:pt x="246356" y="187290"/>
                  </a:lnTo>
                  <a:lnTo>
                    <a:pt x="246356" y="187290"/>
                  </a:lnTo>
                  <a:lnTo>
                    <a:pt x="246356" y="187738"/>
                  </a:lnTo>
                  <a:lnTo>
                    <a:pt x="246356" y="187738"/>
                  </a:lnTo>
                  <a:lnTo>
                    <a:pt x="246356" y="188186"/>
                  </a:lnTo>
                  <a:lnTo>
                    <a:pt x="246356" y="188186"/>
                  </a:lnTo>
                  <a:lnTo>
                    <a:pt x="246356" y="188634"/>
                  </a:lnTo>
                  <a:lnTo>
                    <a:pt x="246356" y="188634"/>
                  </a:lnTo>
                  <a:lnTo>
                    <a:pt x="246356" y="189082"/>
                  </a:lnTo>
                  <a:lnTo>
                    <a:pt x="246804" y="189082"/>
                  </a:lnTo>
                  <a:lnTo>
                    <a:pt x="246804" y="189530"/>
                  </a:lnTo>
                  <a:lnTo>
                    <a:pt x="246804" y="189530"/>
                  </a:lnTo>
                  <a:lnTo>
                    <a:pt x="246804" y="189978"/>
                  </a:lnTo>
                  <a:lnTo>
                    <a:pt x="246804" y="189978"/>
                  </a:lnTo>
                  <a:lnTo>
                    <a:pt x="246804" y="190426"/>
                  </a:lnTo>
                  <a:lnTo>
                    <a:pt x="247253" y="190426"/>
                  </a:lnTo>
                  <a:lnTo>
                    <a:pt x="247253" y="190874"/>
                  </a:lnTo>
                  <a:lnTo>
                    <a:pt x="247253" y="190874"/>
                  </a:lnTo>
                  <a:lnTo>
                    <a:pt x="247253" y="191322"/>
                  </a:lnTo>
                  <a:lnTo>
                    <a:pt x="247701" y="191322"/>
                  </a:lnTo>
                  <a:lnTo>
                    <a:pt x="247701" y="192256"/>
                  </a:lnTo>
                  <a:lnTo>
                    <a:pt x="248149" y="192256"/>
                  </a:lnTo>
                  <a:lnTo>
                    <a:pt x="248149" y="192704"/>
                  </a:lnTo>
                  <a:lnTo>
                    <a:pt x="248598" y="192704"/>
                  </a:lnTo>
                  <a:lnTo>
                    <a:pt x="248598" y="193152"/>
                  </a:lnTo>
                  <a:lnTo>
                    <a:pt x="248598" y="193152"/>
                  </a:lnTo>
                  <a:lnTo>
                    <a:pt x="249046" y="193600"/>
                  </a:lnTo>
                  <a:lnTo>
                    <a:pt x="249494" y="193600"/>
                  </a:lnTo>
                  <a:lnTo>
                    <a:pt x="249494" y="194048"/>
                  </a:lnTo>
                  <a:lnTo>
                    <a:pt x="249942" y="194048"/>
                  </a:lnTo>
                  <a:lnTo>
                    <a:pt x="249942" y="194496"/>
                  </a:lnTo>
                  <a:lnTo>
                    <a:pt x="250390" y="194496"/>
                  </a:lnTo>
                  <a:lnTo>
                    <a:pt x="250838" y="194944"/>
                  </a:lnTo>
                  <a:lnTo>
                    <a:pt x="250838" y="194944"/>
                  </a:lnTo>
                  <a:lnTo>
                    <a:pt x="281465" y="212492"/>
                  </a:lnTo>
                  <a:lnTo>
                    <a:pt x="285087" y="213837"/>
                  </a:lnTo>
                  <a:lnTo>
                    <a:pt x="291848" y="212044"/>
                  </a:lnTo>
                  <a:lnTo>
                    <a:pt x="294089" y="208908"/>
                  </a:lnTo>
                  <a:lnTo>
                    <a:pt x="295433" y="205734"/>
                  </a:lnTo>
                  <a:lnTo>
                    <a:pt x="293641" y="198976"/>
                  </a:lnTo>
                  <a:lnTo>
                    <a:pt x="290952" y="196288"/>
                  </a:lnTo>
                  <a:close/>
                  <a:moveTo>
                    <a:pt x="278327" y="135961"/>
                  </a:moveTo>
                  <a:lnTo>
                    <a:pt x="276087" y="132806"/>
                  </a:lnTo>
                  <a:lnTo>
                    <a:pt x="269326" y="131007"/>
                  </a:lnTo>
                  <a:lnTo>
                    <a:pt x="265703" y="132358"/>
                  </a:lnTo>
                  <a:lnTo>
                    <a:pt x="249046" y="142264"/>
                  </a:lnTo>
                  <a:lnTo>
                    <a:pt x="249046" y="122904"/>
                  </a:lnTo>
                  <a:lnTo>
                    <a:pt x="248598" y="119301"/>
                  </a:lnTo>
                  <a:lnTo>
                    <a:pt x="243182" y="114350"/>
                  </a:lnTo>
                  <a:lnTo>
                    <a:pt x="239596" y="113899"/>
                  </a:lnTo>
                  <a:lnTo>
                    <a:pt x="236011" y="114350"/>
                  </a:lnTo>
                  <a:lnTo>
                    <a:pt x="231043" y="119301"/>
                  </a:lnTo>
                  <a:lnTo>
                    <a:pt x="230595" y="122904"/>
                  </a:lnTo>
                  <a:lnTo>
                    <a:pt x="230595" y="158021"/>
                  </a:lnTo>
                  <a:lnTo>
                    <a:pt x="231043" y="162087"/>
                  </a:lnTo>
                  <a:lnTo>
                    <a:pt x="236011" y="167015"/>
                  </a:lnTo>
                  <a:lnTo>
                    <a:pt x="239596" y="167463"/>
                  </a:lnTo>
                  <a:lnTo>
                    <a:pt x="242733" y="167015"/>
                  </a:lnTo>
                  <a:lnTo>
                    <a:pt x="245460" y="165223"/>
                  </a:lnTo>
                  <a:lnTo>
                    <a:pt x="274742" y="148567"/>
                  </a:lnTo>
                  <a:lnTo>
                    <a:pt x="277879" y="146315"/>
                  </a:lnTo>
                  <a:lnTo>
                    <a:pt x="279672" y="139113"/>
                  </a:lnTo>
                  <a:lnTo>
                    <a:pt x="278327" y="135961"/>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390" name="Google Shape;2390;p90"/>
          <p:cNvGrpSpPr/>
          <p:nvPr/>
        </p:nvGrpSpPr>
        <p:grpSpPr>
          <a:xfrm>
            <a:off x="7570123" y="3679596"/>
            <a:ext cx="339639" cy="462803"/>
            <a:chOff x="8421534" y="4843658"/>
            <a:chExt cx="414801" cy="565221"/>
          </a:xfrm>
        </p:grpSpPr>
        <p:grpSp>
          <p:nvGrpSpPr>
            <p:cNvPr id="2391" name="Google Shape;2391;p90"/>
            <p:cNvGrpSpPr/>
            <p:nvPr/>
          </p:nvGrpSpPr>
          <p:grpSpPr>
            <a:xfrm>
              <a:off x="8525888" y="5207144"/>
              <a:ext cx="310447" cy="201735"/>
              <a:chOff x="8525888" y="5207144"/>
              <a:chExt cx="310447" cy="201735"/>
            </a:xfrm>
          </p:grpSpPr>
          <p:sp>
            <p:nvSpPr>
              <p:cNvPr id="2392" name="Google Shape;2392;p90"/>
              <p:cNvSpPr/>
              <p:nvPr/>
            </p:nvSpPr>
            <p:spPr>
              <a:xfrm>
                <a:off x="8525888" y="5209235"/>
                <a:ext cx="63792" cy="75608"/>
              </a:xfrm>
              <a:custGeom>
                <a:avLst/>
                <a:gdLst/>
                <a:ahLst/>
                <a:cxnLst/>
                <a:rect l="l" t="t" r="r" b="b"/>
                <a:pathLst>
                  <a:path w="63792" h="75608" extrusionOk="0">
                    <a:moveTo>
                      <a:pt x="63793" y="75609"/>
                    </a:moveTo>
                    <a:lnTo>
                      <a:pt x="49637" y="75609"/>
                    </a:lnTo>
                    <a:lnTo>
                      <a:pt x="49637" y="42565"/>
                    </a:lnTo>
                    <a:lnTo>
                      <a:pt x="14193" y="42565"/>
                    </a:lnTo>
                    <a:lnTo>
                      <a:pt x="14193" y="75609"/>
                    </a:lnTo>
                    <a:lnTo>
                      <a:pt x="0" y="75609"/>
                    </a:lnTo>
                    <a:lnTo>
                      <a:pt x="0" y="0"/>
                    </a:lnTo>
                    <a:lnTo>
                      <a:pt x="14193" y="0"/>
                    </a:lnTo>
                    <a:lnTo>
                      <a:pt x="14193" y="32521"/>
                    </a:lnTo>
                    <a:lnTo>
                      <a:pt x="49637" y="32521"/>
                    </a:lnTo>
                    <a:lnTo>
                      <a:pt x="49637" y="0"/>
                    </a:lnTo>
                    <a:lnTo>
                      <a:pt x="63793" y="0"/>
                    </a:lnTo>
                    <a:lnTo>
                      <a:pt x="63793" y="7560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93" name="Google Shape;2393;p90"/>
              <p:cNvSpPr/>
              <p:nvPr/>
            </p:nvSpPr>
            <p:spPr>
              <a:xfrm>
                <a:off x="8597673" y="5231189"/>
                <a:ext cx="54791" cy="71165"/>
              </a:xfrm>
              <a:custGeom>
                <a:avLst/>
                <a:gdLst/>
                <a:ahLst/>
                <a:cxnLst/>
                <a:rect l="l" t="t" r="r" b="b"/>
                <a:pathLst>
                  <a:path w="54791" h="71165" extrusionOk="0">
                    <a:moveTo>
                      <a:pt x="25585" y="68403"/>
                    </a:moveTo>
                    <a:cubicBezTo>
                      <a:pt x="25211" y="69299"/>
                      <a:pt x="24688" y="69971"/>
                      <a:pt x="24091" y="70456"/>
                    </a:cubicBezTo>
                    <a:cubicBezTo>
                      <a:pt x="23493" y="70942"/>
                      <a:pt x="22559" y="71166"/>
                      <a:pt x="21289" y="71166"/>
                    </a:cubicBezTo>
                    <a:lnTo>
                      <a:pt x="11653" y="71166"/>
                    </a:lnTo>
                    <a:lnTo>
                      <a:pt x="21700" y="49659"/>
                    </a:lnTo>
                    <a:lnTo>
                      <a:pt x="0" y="0"/>
                    </a:lnTo>
                    <a:lnTo>
                      <a:pt x="11317" y="0"/>
                    </a:lnTo>
                    <a:cubicBezTo>
                      <a:pt x="12363" y="0"/>
                      <a:pt x="13147" y="262"/>
                      <a:pt x="13707" y="747"/>
                    </a:cubicBezTo>
                    <a:cubicBezTo>
                      <a:pt x="14268" y="1232"/>
                      <a:pt x="14678" y="1793"/>
                      <a:pt x="14977" y="2427"/>
                    </a:cubicBezTo>
                    <a:lnTo>
                      <a:pt x="26406" y="30244"/>
                    </a:lnTo>
                    <a:cubicBezTo>
                      <a:pt x="26780" y="31140"/>
                      <a:pt x="27116" y="32073"/>
                      <a:pt x="27415" y="33044"/>
                    </a:cubicBezTo>
                    <a:cubicBezTo>
                      <a:pt x="27676" y="34015"/>
                      <a:pt x="27937" y="34985"/>
                      <a:pt x="28124" y="35994"/>
                    </a:cubicBezTo>
                    <a:cubicBezTo>
                      <a:pt x="28423" y="34985"/>
                      <a:pt x="28722" y="33978"/>
                      <a:pt x="29058" y="33044"/>
                    </a:cubicBezTo>
                    <a:cubicBezTo>
                      <a:pt x="29394" y="32111"/>
                      <a:pt x="29730" y="31140"/>
                      <a:pt x="30141" y="30169"/>
                    </a:cubicBezTo>
                    <a:lnTo>
                      <a:pt x="40898" y="2427"/>
                    </a:lnTo>
                    <a:cubicBezTo>
                      <a:pt x="41159" y="1718"/>
                      <a:pt x="41645" y="1158"/>
                      <a:pt x="42280" y="710"/>
                    </a:cubicBezTo>
                    <a:cubicBezTo>
                      <a:pt x="42914" y="262"/>
                      <a:pt x="43662" y="0"/>
                      <a:pt x="44446" y="0"/>
                    </a:cubicBezTo>
                    <a:lnTo>
                      <a:pt x="54792" y="0"/>
                    </a:lnTo>
                    <a:lnTo>
                      <a:pt x="25585" y="68403"/>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94" name="Google Shape;2394;p90"/>
              <p:cNvSpPr/>
              <p:nvPr/>
            </p:nvSpPr>
            <p:spPr>
              <a:xfrm>
                <a:off x="8660159" y="5207144"/>
                <a:ext cx="49376" cy="78483"/>
              </a:xfrm>
              <a:custGeom>
                <a:avLst/>
                <a:gdLst/>
                <a:ahLst/>
                <a:cxnLst/>
                <a:rect l="l" t="t" r="r" b="b"/>
                <a:pathLst>
                  <a:path w="49376" h="78483" extrusionOk="0">
                    <a:moveTo>
                      <a:pt x="0" y="77699"/>
                    </a:moveTo>
                    <a:lnTo>
                      <a:pt x="0" y="0"/>
                    </a:lnTo>
                    <a:lnTo>
                      <a:pt x="12923" y="0"/>
                    </a:lnTo>
                    <a:lnTo>
                      <a:pt x="12923" y="30654"/>
                    </a:lnTo>
                    <a:cubicBezTo>
                      <a:pt x="15052" y="28377"/>
                      <a:pt x="17442" y="26584"/>
                      <a:pt x="20131" y="25240"/>
                    </a:cubicBezTo>
                    <a:cubicBezTo>
                      <a:pt x="22821" y="23896"/>
                      <a:pt x="25958" y="23224"/>
                      <a:pt x="29543" y="23224"/>
                    </a:cubicBezTo>
                    <a:cubicBezTo>
                      <a:pt x="32494" y="23224"/>
                      <a:pt x="35146" y="23821"/>
                      <a:pt x="37574" y="25016"/>
                    </a:cubicBezTo>
                    <a:cubicBezTo>
                      <a:pt x="40001" y="26211"/>
                      <a:pt x="42093" y="27966"/>
                      <a:pt x="43849" y="30281"/>
                    </a:cubicBezTo>
                    <a:cubicBezTo>
                      <a:pt x="45604" y="32596"/>
                      <a:pt x="46986" y="35433"/>
                      <a:pt x="47920" y="38794"/>
                    </a:cubicBezTo>
                    <a:cubicBezTo>
                      <a:pt x="48891" y="42192"/>
                      <a:pt x="49376" y="46075"/>
                      <a:pt x="49376" y="50443"/>
                    </a:cubicBezTo>
                    <a:cubicBezTo>
                      <a:pt x="49376" y="54476"/>
                      <a:pt x="48816" y="58172"/>
                      <a:pt x="47733" y="61607"/>
                    </a:cubicBezTo>
                    <a:cubicBezTo>
                      <a:pt x="46650" y="65005"/>
                      <a:pt x="45118" y="67954"/>
                      <a:pt x="43101" y="70494"/>
                    </a:cubicBezTo>
                    <a:cubicBezTo>
                      <a:pt x="41122" y="72995"/>
                      <a:pt x="38694" y="74937"/>
                      <a:pt x="35856" y="76355"/>
                    </a:cubicBezTo>
                    <a:cubicBezTo>
                      <a:pt x="33017" y="77774"/>
                      <a:pt x="29843" y="78484"/>
                      <a:pt x="26294" y="78484"/>
                    </a:cubicBezTo>
                    <a:cubicBezTo>
                      <a:pt x="24651" y="78484"/>
                      <a:pt x="23157" y="78297"/>
                      <a:pt x="21812" y="77998"/>
                    </a:cubicBezTo>
                    <a:cubicBezTo>
                      <a:pt x="20468" y="77663"/>
                      <a:pt x="19198" y="77177"/>
                      <a:pt x="18115" y="76580"/>
                    </a:cubicBezTo>
                    <a:cubicBezTo>
                      <a:pt x="16994" y="75982"/>
                      <a:pt x="15948" y="75273"/>
                      <a:pt x="14977" y="74414"/>
                    </a:cubicBezTo>
                    <a:cubicBezTo>
                      <a:pt x="14043" y="73555"/>
                      <a:pt x="13110" y="72622"/>
                      <a:pt x="12251" y="71576"/>
                    </a:cubicBezTo>
                    <a:lnTo>
                      <a:pt x="11653" y="75198"/>
                    </a:lnTo>
                    <a:cubicBezTo>
                      <a:pt x="11467" y="76094"/>
                      <a:pt x="11093" y="76729"/>
                      <a:pt x="10608" y="77102"/>
                    </a:cubicBezTo>
                    <a:cubicBezTo>
                      <a:pt x="10085" y="77513"/>
                      <a:pt x="9412" y="77699"/>
                      <a:pt x="8516" y="77699"/>
                    </a:cubicBezTo>
                    <a:lnTo>
                      <a:pt x="0" y="77699"/>
                    </a:lnTo>
                    <a:close/>
                    <a:moveTo>
                      <a:pt x="25099" y="33268"/>
                    </a:moveTo>
                    <a:cubicBezTo>
                      <a:pt x="22410" y="33268"/>
                      <a:pt x="20131" y="33828"/>
                      <a:pt x="18227" y="34948"/>
                    </a:cubicBezTo>
                    <a:cubicBezTo>
                      <a:pt x="16322" y="36106"/>
                      <a:pt x="14566" y="37674"/>
                      <a:pt x="12923" y="39727"/>
                    </a:cubicBezTo>
                    <a:lnTo>
                      <a:pt x="12923" y="63773"/>
                    </a:lnTo>
                    <a:cubicBezTo>
                      <a:pt x="14380" y="65602"/>
                      <a:pt x="15986" y="66872"/>
                      <a:pt x="17704" y="67581"/>
                    </a:cubicBezTo>
                    <a:cubicBezTo>
                      <a:pt x="19422" y="68291"/>
                      <a:pt x="21289" y="68664"/>
                      <a:pt x="23343" y="68664"/>
                    </a:cubicBezTo>
                    <a:cubicBezTo>
                      <a:pt x="25286" y="68664"/>
                      <a:pt x="27041" y="68291"/>
                      <a:pt x="28610" y="67544"/>
                    </a:cubicBezTo>
                    <a:cubicBezTo>
                      <a:pt x="30179" y="66835"/>
                      <a:pt x="31523" y="65714"/>
                      <a:pt x="32606" y="64221"/>
                    </a:cubicBezTo>
                    <a:cubicBezTo>
                      <a:pt x="33689" y="62690"/>
                      <a:pt x="34548" y="60823"/>
                      <a:pt x="35146" y="58546"/>
                    </a:cubicBezTo>
                    <a:cubicBezTo>
                      <a:pt x="35744" y="56268"/>
                      <a:pt x="36042" y="53579"/>
                      <a:pt x="36042" y="50443"/>
                    </a:cubicBezTo>
                    <a:cubicBezTo>
                      <a:pt x="36042" y="47307"/>
                      <a:pt x="35781" y="44656"/>
                      <a:pt x="35258" y="42490"/>
                    </a:cubicBezTo>
                    <a:cubicBezTo>
                      <a:pt x="34772" y="40325"/>
                      <a:pt x="34063" y="38532"/>
                      <a:pt x="33092" y="37188"/>
                    </a:cubicBezTo>
                    <a:cubicBezTo>
                      <a:pt x="32158" y="35807"/>
                      <a:pt x="31038" y="34836"/>
                      <a:pt x="29693" y="34201"/>
                    </a:cubicBezTo>
                    <a:cubicBezTo>
                      <a:pt x="28348" y="33567"/>
                      <a:pt x="26817" y="33268"/>
                      <a:pt x="25099" y="3326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95" name="Google Shape;2395;p90"/>
              <p:cNvSpPr/>
              <p:nvPr/>
            </p:nvSpPr>
            <p:spPr>
              <a:xfrm>
                <a:off x="8719619" y="5230219"/>
                <a:ext cx="34212" cy="54624"/>
              </a:xfrm>
              <a:custGeom>
                <a:avLst/>
                <a:gdLst/>
                <a:ahLst/>
                <a:cxnLst/>
                <a:rect l="l" t="t" r="r" b="b"/>
                <a:pathLst>
                  <a:path w="34212" h="54624" extrusionOk="0">
                    <a:moveTo>
                      <a:pt x="0" y="54625"/>
                    </a:moveTo>
                    <a:lnTo>
                      <a:pt x="0" y="970"/>
                    </a:lnTo>
                    <a:lnTo>
                      <a:pt x="7582" y="970"/>
                    </a:lnTo>
                    <a:cubicBezTo>
                      <a:pt x="8889" y="970"/>
                      <a:pt x="9823" y="1232"/>
                      <a:pt x="10346" y="1717"/>
                    </a:cubicBezTo>
                    <a:cubicBezTo>
                      <a:pt x="10869" y="2203"/>
                      <a:pt x="11242" y="3061"/>
                      <a:pt x="11392" y="4219"/>
                    </a:cubicBezTo>
                    <a:lnTo>
                      <a:pt x="12176" y="10716"/>
                    </a:lnTo>
                    <a:cubicBezTo>
                      <a:pt x="14081" y="7393"/>
                      <a:pt x="16359" y="4779"/>
                      <a:pt x="18936" y="2875"/>
                    </a:cubicBezTo>
                    <a:cubicBezTo>
                      <a:pt x="21513" y="970"/>
                      <a:pt x="24389" y="0"/>
                      <a:pt x="27601" y="0"/>
                    </a:cubicBezTo>
                    <a:cubicBezTo>
                      <a:pt x="30253" y="0"/>
                      <a:pt x="32457" y="597"/>
                      <a:pt x="34212" y="1830"/>
                    </a:cubicBezTo>
                    <a:lnTo>
                      <a:pt x="32531" y="11500"/>
                    </a:lnTo>
                    <a:cubicBezTo>
                      <a:pt x="32419" y="12135"/>
                      <a:pt x="32195" y="12545"/>
                      <a:pt x="31859" y="12807"/>
                    </a:cubicBezTo>
                    <a:cubicBezTo>
                      <a:pt x="31486" y="13105"/>
                      <a:pt x="31038" y="13217"/>
                      <a:pt x="30440" y="13217"/>
                    </a:cubicBezTo>
                    <a:cubicBezTo>
                      <a:pt x="29917" y="13217"/>
                      <a:pt x="29207" y="13105"/>
                      <a:pt x="28274" y="12844"/>
                    </a:cubicBezTo>
                    <a:cubicBezTo>
                      <a:pt x="27377" y="12620"/>
                      <a:pt x="26182" y="12471"/>
                      <a:pt x="24688" y="12471"/>
                    </a:cubicBezTo>
                    <a:cubicBezTo>
                      <a:pt x="21999" y="12471"/>
                      <a:pt x="19683" y="13217"/>
                      <a:pt x="17778" y="14711"/>
                    </a:cubicBezTo>
                    <a:cubicBezTo>
                      <a:pt x="15873" y="16204"/>
                      <a:pt x="14230" y="18370"/>
                      <a:pt x="12923" y="21208"/>
                    </a:cubicBezTo>
                    <a:lnTo>
                      <a:pt x="12923"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96" name="Google Shape;2396;p90"/>
              <p:cNvSpPr/>
              <p:nvPr/>
            </p:nvSpPr>
            <p:spPr>
              <a:xfrm>
                <a:off x="8761488" y="5207331"/>
                <a:ext cx="16545" cy="77512"/>
              </a:xfrm>
              <a:custGeom>
                <a:avLst/>
                <a:gdLst/>
                <a:ahLst/>
                <a:cxnLst/>
                <a:rect l="l" t="t" r="r" b="b"/>
                <a:pathLst>
                  <a:path w="16545" h="77512" extrusionOk="0">
                    <a:moveTo>
                      <a:pt x="16546" y="8251"/>
                    </a:moveTo>
                    <a:cubicBezTo>
                      <a:pt x="16546" y="9371"/>
                      <a:pt x="16322" y="10417"/>
                      <a:pt x="15873" y="11388"/>
                    </a:cubicBezTo>
                    <a:cubicBezTo>
                      <a:pt x="15388" y="12359"/>
                      <a:pt x="14791" y="13217"/>
                      <a:pt x="14043" y="13927"/>
                    </a:cubicBezTo>
                    <a:cubicBezTo>
                      <a:pt x="13297" y="14673"/>
                      <a:pt x="12438" y="15271"/>
                      <a:pt x="11392" y="15682"/>
                    </a:cubicBezTo>
                    <a:cubicBezTo>
                      <a:pt x="10383" y="16130"/>
                      <a:pt x="9337" y="16354"/>
                      <a:pt x="8180" y="16354"/>
                    </a:cubicBezTo>
                    <a:cubicBezTo>
                      <a:pt x="7059" y="16354"/>
                      <a:pt x="6014" y="16130"/>
                      <a:pt x="5005" y="15682"/>
                    </a:cubicBezTo>
                    <a:cubicBezTo>
                      <a:pt x="3997" y="15271"/>
                      <a:pt x="3138" y="14673"/>
                      <a:pt x="2428" y="13927"/>
                    </a:cubicBezTo>
                    <a:cubicBezTo>
                      <a:pt x="1681" y="13217"/>
                      <a:pt x="1121" y="12359"/>
                      <a:pt x="672" y="11388"/>
                    </a:cubicBezTo>
                    <a:cubicBezTo>
                      <a:pt x="224" y="10417"/>
                      <a:pt x="0" y="9371"/>
                      <a:pt x="0" y="8251"/>
                    </a:cubicBezTo>
                    <a:cubicBezTo>
                      <a:pt x="0" y="7094"/>
                      <a:pt x="224" y="6011"/>
                      <a:pt x="672" y="5003"/>
                    </a:cubicBezTo>
                    <a:cubicBezTo>
                      <a:pt x="1121" y="3995"/>
                      <a:pt x="1681" y="3136"/>
                      <a:pt x="2428" y="2389"/>
                    </a:cubicBezTo>
                    <a:cubicBezTo>
                      <a:pt x="3138" y="1643"/>
                      <a:pt x="3997" y="1082"/>
                      <a:pt x="5005" y="634"/>
                    </a:cubicBezTo>
                    <a:cubicBezTo>
                      <a:pt x="6014" y="186"/>
                      <a:pt x="7059" y="0"/>
                      <a:pt x="8180" y="0"/>
                    </a:cubicBezTo>
                    <a:cubicBezTo>
                      <a:pt x="9337" y="0"/>
                      <a:pt x="10383" y="186"/>
                      <a:pt x="11392" y="634"/>
                    </a:cubicBezTo>
                    <a:cubicBezTo>
                      <a:pt x="12438" y="1082"/>
                      <a:pt x="13297" y="1643"/>
                      <a:pt x="14043" y="2389"/>
                    </a:cubicBezTo>
                    <a:cubicBezTo>
                      <a:pt x="14791" y="3136"/>
                      <a:pt x="15388" y="3995"/>
                      <a:pt x="15873" y="5003"/>
                    </a:cubicBezTo>
                    <a:cubicBezTo>
                      <a:pt x="16322" y="6011"/>
                      <a:pt x="16546" y="7094"/>
                      <a:pt x="16546" y="8251"/>
                    </a:cubicBezTo>
                    <a:close/>
                    <a:moveTo>
                      <a:pt x="14604" y="23858"/>
                    </a:moveTo>
                    <a:lnTo>
                      <a:pt x="14604" y="77513"/>
                    </a:lnTo>
                    <a:lnTo>
                      <a:pt x="1681" y="77513"/>
                    </a:lnTo>
                    <a:lnTo>
                      <a:pt x="1681" y="23858"/>
                    </a:lnTo>
                    <a:lnTo>
                      <a:pt x="14604" y="2385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97" name="Google Shape;2397;p90"/>
              <p:cNvSpPr/>
              <p:nvPr/>
            </p:nvSpPr>
            <p:spPr>
              <a:xfrm>
                <a:off x="8786960" y="5207144"/>
                <a:ext cx="49375" cy="78483"/>
              </a:xfrm>
              <a:custGeom>
                <a:avLst/>
                <a:gdLst/>
                <a:ahLst/>
                <a:cxnLst/>
                <a:rect l="l" t="t" r="r" b="b"/>
                <a:pathLst>
                  <a:path w="49375" h="78483" extrusionOk="0">
                    <a:moveTo>
                      <a:pt x="41458" y="77699"/>
                    </a:moveTo>
                    <a:cubicBezTo>
                      <a:pt x="39777" y="77699"/>
                      <a:pt x="38694" y="76916"/>
                      <a:pt x="38171" y="75348"/>
                    </a:cubicBezTo>
                    <a:lnTo>
                      <a:pt x="37125" y="70158"/>
                    </a:lnTo>
                    <a:cubicBezTo>
                      <a:pt x="36005" y="71427"/>
                      <a:pt x="34847" y="72547"/>
                      <a:pt x="33614" y="73555"/>
                    </a:cubicBezTo>
                    <a:cubicBezTo>
                      <a:pt x="32419" y="74563"/>
                      <a:pt x="31074" y="75459"/>
                      <a:pt x="29693" y="76169"/>
                    </a:cubicBezTo>
                    <a:cubicBezTo>
                      <a:pt x="28273" y="76916"/>
                      <a:pt x="26742" y="77476"/>
                      <a:pt x="25136" y="77886"/>
                    </a:cubicBezTo>
                    <a:cubicBezTo>
                      <a:pt x="23493" y="78260"/>
                      <a:pt x="21737" y="78484"/>
                      <a:pt x="19870" y="78484"/>
                    </a:cubicBezTo>
                    <a:cubicBezTo>
                      <a:pt x="16957" y="78484"/>
                      <a:pt x="14267" y="77849"/>
                      <a:pt x="11803" y="76654"/>
                    </a:cubicBezTo>
                    <a:cubicBezTo>
                      <a:pt x="9375" y="75422"/>
                      <a:pt x="7283" y="73667"/>
                      <a:pt x="5528" y="71352"/>
                    </a:cubicBezTo>
                    <a:cubicBezTo>
                      <a:pt x="3772" y="69037"/>
                      <a:pt x="2390" y="66162"/>
                      <a:pt x="1457" y="62727"/>
                    </a:cubicBezTo>
                    <a:cubicBezTo>
                      <a:pt x="486" y="59330"/>
                      <a:pt x="0" y="55409"/>
                      <a:pt x="0" y="51041"/>
                    </a:cubicBezTo>
                    <a:cubicBezTo>
                      <a:pt x="0" y="47045"/>
                      <a:pt x="560" y="43349"/>
                      <a:pt x="1643" y="39951"/>
                    </a:cubicBezTo>
                    <a:cubicBezTo>
                      <a:pt x="2689" y="36554"/>
                      <a:pt x="4258" y="33567"/>
                      <a:pt x="6274" y="31065"/>
                    </a:cubicBezTo>
                    <a:cubicBezTo>
                      <a:pt x="8291" y="28563"/>
                      <a:pt x="10719" y="26584"/>
                      <a:pt x="13558" y="25203"/>
                    </a:cubicBezTo>
                    <a:cubicBezTo>
                      <a:pt x="16359" y="23784"/>
                      <a:pt x="19534" y="23075"/>
                      <a:pt x="23082" y="23075"/>
                    </a:cubicBezTo>
                    <a:cubicBezTo>
                      <a:pt x="26070" y="23075"/>
                      <a:pt x="28610" y="23560"/>
                      <a:pt x="30738" y="24493"/>
                    </a:cubicBezTo>
                    <a:cubicBezTo>
                      <a:pt x="32867" y="25464"/>
                      <a:pt x="34772" y="26734"/>
                      <a:pt x="36453" y="28339"/>
                    </a:cubicBezTo>
                    <a:lnTo>
                      <a:pt x="36453" y="0"/>
                    </a:lnTo>
                    <a:lnTo>
                      <a:pt x="49376" y="0"/>
                    </a:lnTo>
                    <a:lnTo>
                      <a:pt x="49376" y="77699"/>
                    </a:lnTo>
                    <a:lnTo>
                      <a:pt x="41458" y="77699"/>
                    </a:lnTo>
                    <a:close/>
                    <a:moveTo>
                      <a:pt x="24277" y="68216"/>
                    </a:moveTo>
                    <a:cubicBezTo>
                      <a:pt x="26966" y="68216"/>
                      <a:pt x="29244" y="67656"/>
                      <a:pt x="31112" y="66573"/>
                    </a:cubicBezTo>
                    <a:cubicBezTo>
                      <a:pt x="33017" y="65453"/>
                      <a:pt x="34772" y="63847"/>
                      <a:pt x="36453" y="61794"/>
                    </a:cubicBezTo>
                    <a:lnTo>
                      <a:pt x="36453" y="37748"/>
                    </a:lnTo>
                    <a:cubicBezTo>
                      <a:pt x="34996" y="35994"/>
                      <a:pt x="33390" y="34724"/>
                      <a:pt x="31672" y="33977"/>
                    </a:cubicBezTo>
                    <a:cubicBezTo>
                      <a:pt x="29954" y="33268"/>
                      <a:pt x="28087" y="32894"/>
                      <a:pt x="26107" y="32894"/>
                    </a:cubicBezTo>
                    <a:cubicBezTo>
                      <a:pt x="24128" y="32894"/>
                      <a:pt x="22372" y="33268"/>
                      <a:pt x="20803" y="33977"/>
                    </a:cubicBezTo>
                    <a:cubicBezTo>
                      <a:pt x="19198" y="34724"/>
                      <a:pt x="17853" y="35844"/>
                      <a:pt x="16770" y="37300"/>
                    </a:cubicBezTo>
                    <a:cubicBezTo>
                      <a:pt x="15649" y="38794"/>
                      <a:pt x="14828" y="40661"/>
                      <a:pt x="14230" y="42976"/>
                    </a:cubicBezTo>
                    <a:cubicBezTo>
                      <a:pt x="13633" y="45253"/>
                      <a:pt x="13334" y="47941"/>
                      <a:pt x="13334" y="51041"/>
                    </a:cubicBezTo>
                    <a:cubicBezTo>
                      <a:pt x="13334" y="54177"/>
                      <a:pt x="13595" y="56828"/>
                      <a:pt x="14081" y="58994"/>
                    </a:cubicBezTo>
                    <a:cubicBezTo>
                      <a:pt x="14604" y="61196"/>
                      <a:pt x="15313" y="62951"/>
                      <a:pt x="16284" y="64333"/>
                    </a:cubicBezTo>
                    <a:cubicBezTo>
                      <a:pt x="17218" y="65714"/>
                      <a:pt x="18339" y="66722"/>
                      <a:pt x="19721" y="67320"/>
                    </a:cubicBezTo>
                    <a:cubicBezTo>
                      <a:pt x="21065" y="67917"/>
                      <a:pt x="22596" y="68216"/>
                      <a:pt x="24277" y="68216"/>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98" name="Google Shape;2398;p90"/>
              <p:cNvSpPr/>
              <p:nvPr/>
            </p:nvSpPr>
            <p:spPr>
              <a:xfrm>
                <a:off x="8535188" y="5332449"/>
                <a:ext cx="59684" cy="75608"/>
              </a:xfrm>
              <a:custGeom>
                <a:avLst/>
                <a:gdLst/>
                <a:ahLst/>
                <a:cxnLst/>
                <a:rect l="l" t="t" r="r" b="b"/>
                <a:pathLst>
                  <a:path w="59684" h="75608" extrusionOk="0">
                    <a:moveTo>
                      <a:pt x="59684" y="0"/>
                    </a:moveTo>
                    <a:lnTo>
                      <a:pt x="59684" y="11575"/>
                    </a:lnTo>
                    <a:lnTo>
                      <a:pt x="36939" y="11575"/>
                    </a:lnTo>
                    <a:lnTo>
                      <a:pt x="36939" y="75609"/>
                    </a:lnTo>
                    <a:lnTo>
                      <a:pt x="22858" y="75609"/>
                    </a:lnTo>
                    <a:lnTo>
                      <a:pt x="22858" y="11575"/>
                    </a:lnTo>
                    <a:lnTo>
                      <a:pt x="0" y="11575"/>
                    </a:lnTo>
                    <a:lnTo>
                      <a:pt x="0" y="0"/>
                    </a:lnTo>
                    <a:lnTo>
                      <a:pt x="59684"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399" name="Google Shape;2399;p90"/>
              <p:cNvSpPr/>
              <p:nvPr/>
            </p:nvSpPr>
            <p:spPr>
              <a:xfrm>
                <a:off x="8587627" y="5353433"/>
                <a:ext cx="44707" cy="55446"/>
              </a:xfrm>
              <a:custGeom>
                <a:avLst/>
                <a:gdLst/>
                <a:ahLst/>
                <a:cxnLst/>
                <a:rect l="l" t="t" r="r" b="b"/>
                <a:pathLst>
                  <a:path w="44707" h="55446" extrusionOk="0">
                    <a:moveTo>
                      <a:pt x="44707" y="54625"/>
                    </a:moveTo>
                    <a:lnTo>
                      <a:pt x="38918" y="54625"/>
                    </a:lnTo>
                    <a:cubicBezTo>
                      <a:pt x="37685" y="54625"/>
                      <a:pt x="36752" y="54438"/>
                      <a:pt x="36042" y="54065"/>
                    </a:cubicBezTo>
                    <a:cubicBezTo>
                      <a:pt x="35332" y="53691"/>
                      <a:pt x="34809" y="52945"/>
                      <a:pt x="34473" y="51862"/>
                    </a:cubicBezTo>
                    <a:lnTo>
                      <a:pt x="33315" y="48016"/>
                    </a:lnTo>
                    <a:cubicBezTo>
                      <a:pt x="31971" y="49248"/>
                      <a:pt x="30626" y="50331"/>
                      <a:pt x="29319" y="51265"/>
                    </a:cubicBezTo>
                    <a:cubicBezTo>
                      <a:pt x="28012" y="52161"/>
                      <a:pt x="26667" y="52945"/>
                      <a:pt x="25286" y="53579"/>
                    </a:cubicBezTo>
                    <a:cubicBezTo>
                      <a:pt x="23866" y="54214"/>
                      <a:pt x="22410" y="54662"/>
                      <a:pt x="20841" y="54998"/>
                    </a:cubicBezTo>
                    <a:cubicBezTo>
                      <a:pt x="19272" y="55297"/>
                      <a:pt x="17517" y="55446"/>
                      <a:pt x="15612" y="55446"/>
                    </a:cubicBezTo>
                    <a:cubicBezTo>
                      <a:pt x="13334" y="55446"/>
                      <a:pt x="11242" y="55147"/>
                      <a:pt x="9337" y="54550"/>
                    </a:cubicBezTo>
                    <a:cubicBezTo>
                      <a:pt x="7395" y="53915"/>
                      <a:pt x="5752" y="53019"/>
                      <a:pt x="4370" y="51787"/>
                    </a:cubicBezTo>
                    <a:cubicBezTo>
                      <a:pt x="2988" y="50555"/>
                      <a:pt x="1942" y="49024"/>
                      <a:pt x="1158" y="47232"/>
                    </a:cubicBezTo>
                    <a:cubicBezTo>
                      <a:pt x="411" y="45402"/>
                      <a:pt x="0" y="43274"/>
                      <a:pt x="0" y="40885"/>
                    </a:cubicBezTo>
                    <a:cubicBezTo>
                      <a:pt x="0" y="38831"/>
                      <a:pt x="560" y="36852"/>
                      <a:pt x="1606" y="34873"/>
                    </a:cubicBezTo>
                    <a:cubicBezTo>
                      <a:pt x="2689" y="32894"/>
                      <a:pt x="4444" y="31102"/>
                      <a:pt x="6910" y="29534"/>
                    </a:cubicBezTo>
                    <a:cubicBezTo>
                      <a:pt x="9375" y="27929"/>
                      <a:pt x="12699" y="26621"/>
                      <a:pt x="16807" y="25576"/>
                    </a:cubicBezTo>
                    <a:cubicBezTo>
                      <a:pt x="20916" y="24493"/>
                      <a:pt x="26032" y="23970"/>
                      <a:pt x="32120" y="23970"/>
                    </a:cubicBezTo>
                    <a:lnTo>
                      <a:pt x="32120" y="20834"/>
                    </a:lnTo>
                    <a:cubicBezTo>
                      <a:pt x="32120" y="17213"/>
                      <a:pt x="31374" y="14524"/>
                      <a:pt x="29842" y="12807"/>
                    </a:cubicBezTo>
                    <a:cubicBezTo>
                      <a:pt x="28311" y="11052"/>
                      <a:pt x="26107" y="10193"/>
                      <a:pt x="23231" y="10193"/>
                    </a:cubicBezTo>
                    <a:cubicBezTo>
                      <a:pt x="21140" y="10193"/>
                      <a:pt x="19384" y="10417"/>
                      <a:pt x="18002" y="10902"/>
                    </a:cubicBezTo>
                    <a:cubicBezTo>
                      <a:pt x="16620" y="11388"/>
                      <a:pt x="15388" y="11948"/>
                      <a:pt x="14379" y="12545"/>
                    </a:cubicBezTo>
                    <a:cubicBezTo>
                      <a:pt x="13334" y="13180"/>
                      <a:pt x="12400" y="13703"/>
                      <a:pt x="11503" y="14225"/>
                    </a:cubicBezTo>
                    <a:cubicBezTo>
                      <a:pt x="10644" y="14711"/>
                      <a:pt x="9673" y="14935"/>
                      <a:pt x="8627" y="14935"/>
                    </a:cubicBezTo>
                    <a:cubicBezTo>
                      <a:pt x="7769" y="14935"/>
                      <a:pt x="7022" y="14711"/>
                      <a:pt x="6387" y="14263"/>
                    </a:cubicBezTo>
                    <a:cubicBezTo>
                      <a:pt x="5752" y="13815"/>
                      <a:pt x="5266" y="13255"/>
                      <a:pt x="4893" y="12583"/>
                    </a:cubicBezTo>
                    <a:lnTo>
                      <a:pt x="2540" y="8475"/>
                    </a:lnTo>
                    <a:cubicBezTo>
                      <a:pt x="8702" y="2800"/>
                      <a:pt x="16135" y="0"/>
                      <a:pt x="24837" y="0"/>
                    </a:cubicBezTo>
                    <a:cubicBezTo>
                      <a:pt x="27975" y="0"/>
                      <a:pt x="30776" y="522"/>
                      <a:pt x="33241" y="1531"/>
                    </a:cubicBezTo>
                    <a:cubicBezTo>
                      <a:pt x="35706" y="2576"/>
                      <a:pt x="37798" y="3995"/>
                      <a:pt x="39478" y="5824"/>
                    </a:cubicBezTo>
                    <a:cubicBezTo>
                      <a:pt x="41196" y="7654"/>
                      <a:pt x="42504" y="9819"/>
                      <a:pt x="43400" y="12396"/>
                    </a:cubicBezTo>
                    <a:cubicBezTo>
                      <a:pt x="44296" y="14935"/>
                      <a:pt x="44707" y="17698"/>
                      <a:pt x="44707" y="20760"/>
                    </a:cubicBezTo>
                    <a:lnTo>
                      <a:pt x="44707" y="54625"/>
                    </a:lnTo>
                    <a:close/>
                    <a:moveTo>
                      <a:pt x="19608" y="46560"/>
                    </a:moveTo>
                    <a:cubicBezTo>
                      <a:pt x="20953" y="46560"/>
                      <a:pt x="22185" y="46448"/>
                      <a:pt x="23269" y="46224"/>
                    </a:cubicBezTo>
                    <a:cubicBezTo>
                      <a:pt x="24389" y="45962"/>
                      <a:pt x="25435" y="45627"/>
                      <a:pt x="26443" y="45141"/>
                    </a:cubicBezTo>
                    <a:cubicBezTo>
                      <a:pt x="27452" y="44656"/>
                      <a:pt x="28385" y="44058"/>
                      <a:pt x="29319" y="43349"/>
                    </a:cubicBezTo>
                    <a:cubicBezTo>
                      <a:pt x="30253" y="42639"/>
                      <a:pt x="31187" y="41818"/>
                      <a:pt x="32120" y="40847"/>
                    </a:cubicBezTo>
                    <a:lnTo>
                      <a:pt x="32120" y="31886"/>
                    </a:lnTo>
                    <a:cubicBezTo>
                      <a:pt x="28348" y="31886"/>
                      <a:pt x="25211" y="32110"/>
                      <a:pt x="22671" y="32596"/>
                    </a:cubicBezTo>
                    <a:cubicBezTo>
                      <a:pt x="20169" y="33044"/>
                      <a:pt x="18114" y="33678"/>
                      <a:pt x="16583" y="34425"/>
                    </a:cubicBezTo>
                    <a:cubicBezTo>
                      <a:pt x="15052" y="35134"/>
                      <a:pt x="13969" y="35993"/>
                      <a:pt x="13334" y="37001"/>
                    </a:cubicBezTo>
                    <a:cubicBezTo>
                      <a:pt x="12661" y="37972"/>
                      <a:pt x="12362" y="39055"/>
                      <a:pt x="12362" y="40212"/>
                    </a:cubicBezTo>
                    <a:cubicBezTo>
                      <a:pt x="12362" y="42490"/>
                      <a:pt x="13035" y="44096"/>
                      <a:pt x="14379" y="45104"/>
                    </a:cubicBezTo>
                    <a:cubicBezTo>
                      <a:pt x="15724" y="46075"/>
                      <a:pt x="17479"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00" name="Google Shape;2400;p90"/>
              <p:cNvSpPr/>
              <p:nvPr/>
            </p:nvSpPr>
            <p:spPr>
              <a:xfrm>
                <a:off x="8645219" y="5330358"/>
                <a:ext cx="49338" cy="78483"/>
              </a:xfrm>
              <a:custGeom>
                <a:avLst/>
                <a:gdLst/>
                <a:ahLst/>
                <a:cxnLst/>
                <a:rect l="l" t="t" r="r" b="b"/>
                <a:pathLst>
                  <a:path w="49338" h="78483" extrusionOk="0">
                    <a:moveTo>
                      <a:pt x="0" y="77699"/>
                    </a:moveTo>
                    <a:lnTo>
                      <a:pt x="0" y="0"/>
                    </a:lnTo>
                    <a:lnTo>
                      <a:pt x="12923" y="0"/>
                    </a:lnTo>
                    <a:lnTo>
                      <a:pt x="12923" y="30654"/>
                    </a:lnTo>
                    <a:cubicBezTo>
                      <a:pt x="15015" y="28377"/>
                      <a:pt x="17442" y="26584"/>
                      <a:pt x="20131" y="25240"/>
                    </a:cubicBezTo>
                    <a:cubicBezTo>
                      <a:pt x="22821" y="23896"/>
                      <a:pt x="25958" y="23224"/>
                      <a:pt x="29543" y="23224"/>
                    </a:cubicBezTo>
                    <a:cubicBezTo>
                      <a:pt x="32457" y="23224"/>
                      <a:pt x="35146" y="23821"/>
                      <a:pt x="37574" y="25016"/>
                    </a:cubicBezTo>
                    <a:cubicBezTo>
                      <a:pt x="40001" y="26211"/>
                      <a:pt x="42093" y="27966"/>
                      <a:pt x="43849" y="30281"/>
                    </a:cubicBezTo>
                    <a:cubicBezTo>
                      <a:pt x="45604" y="32596"/>
                      <a:pt x="46948" y="35433"/>
                      <a:pt x="47920" y="38794"/>
                    </a:cubicBezTo>
                    <a:cubicBezTo>
                      <a:pt x="48891" y="42192"/>
                      <a:pt x="49339" y="46075"/>
                      <a:pt x="49339" y="50443"/>
                    </a:cubicBezTo>
                    <a:cubicBezTo>
                      <a:pt x="49339" y="54476"/>
                      <a:pt x="48816" y="58172"/>
                      <a:pt x="47733" y="61607"/>
                    </a:cubicBezTo>
                    <a:cubicBezTo>
                      <a:pt x="46650" y="65005"/>
                      <a:pt x="45118" y="67954"/>
                      <a:pt x="43101" y="70494"/>
                    </a:cubicBezTo>
                    <a:cubicBezTo>
                      <a:pt x="41084" y="72995"/>
                      <a:pt x="38694" y="74937"/>
                      <a:pt x="35856" y="76355"/>
                    </a:cubicBezTo>
                    <a:cubicBezTo>
                      <a:pt x="32980" y="77774"/>
                      <a:pt x="29805" y="78484"/>
                      <a:pt x="26294" y="78484"/>
                    </a:cubicBezTo>
                    <a:cubicBezTo>
                      <a:pt x="24651" y="78484"/>
                      <a:pt x="23157" y="78297"/>
                      <a:pt x="21812" y="77998"/>
                    </a:cubicBezTo>
                    <a:cubicBezTo>
                      <a:pt x="20430" y="77663"/>
                      <a:pt x="19198" y="77177"/>
                      <a:pt x="18077" y="76580"/>
                    </a:cubicBezTo>
                    <a:cubicBezTo>
                      <a:pt x="16957" y="75982"/>
                      <a:pt x="15948" y="75273"/>
                      <a:pt x="14977" y="74414"/>
                    </a:cubicBezTo>
                    <a:cubicBezTo>
                      <a:pt x="14006" y="73555"/>
                      <a:pt x="13110" y="72622"/>
                      <a:pt x="12213" y="71576"/>
                    </a:cubicBezTo>
                    <a:lnTo>
                      <a:pt x="11653" y="75198"/>
                    </a:lnTo>
                    <a:cubicBezTo>
                      <a:pt x="11429" y="76094"/>
                      <a:pt x="11093" y="76729"/>
                      <a:pt x="10570" y="77102"/>
                    </a:cubicBezTo>
                    <a:cubicBezTo>
                      <a:pt x="10085" y="77513"/>
                      <a:pt x="9375" y="77699"/>
                      <a:pt x="8516" y="77699"/>
                    </a:cubicBezTo>
                    <a:lnTo>
                      <a:pt x="0" y="77699"/>
                    </a:lnTo>
                    <a:close/>
                    <a:moveTo>
                      <a:pt x="25099" y="33268"/>
                    </a:moveTo>
                    <a:cubicBezTo>
                      <a:pt x="22410" y="33268"/>
                      <a:pt x="20131" y="33828"/>
                      <a:pt x="18227" y="34948"/>
                    </a:cubicBezTo>
                    <a:cubicBezTo>
                      <a:pt x="16322" y="36106"/>
                      <a:pt x="14529" y="37674"/>
                      <a:pt x="12923" y="39727"/>
                    </a:cubicBezTo>
                    <a:lnTo>
                      <a:pt x="12923" y="63773"/>
                    </a:lnTo>
                    <a:cubicBezTo>
                      <a:pt x="14380" y="65602"/>
                      <a:pt x="15948" y="66872"/>
                      <a:pt x="17704" y="67581"/>
                    </a:cubicBezTo>
                    <a:cubicBezTo>
                      <a:pt x="19422" y="68291"/>
                      <a:pt x="21289" y="68664"/>
                      <a:pt x="23306" y="68664"/>
                    </a:cubicBezTo>
                    <a:cubicBezTo>
                      <a:pt x="25248" y="68664"/>
                      <a:pt x="27041" y="68291"/>
                      <a:pt x="28610" y="67544"/>
                    </a:cubicBezTo>
                    <a:cubicBezTo>
                      <a:pt x="30179" y="66835"/>
                      <a:pt x="31486" y="65714"/>
                      <a:pt x="32606" y="64221"/>
                    </a:cubicBezTo>
                    <a:cubicBezTo>
                      <a:pt x="33689" y="62690"/>
                      <a:pt x="34548" y="60823"/>
                      <a:pt x="35146" y="58546"/>
                    </a:cubicBezTo>
                    <a:cubicBezTo>
                      <a:pt x="35706" y="56268"/>
                      <a:pt x="36005" y="53579"/>
                      <a:pt x="36005" y="50443"/>
                    </a:cubicBezTo>
                    <a:cubicBezTo>
                      <a:pt x="36005" y="47307"/>
                      <a:pt x="35781" y="44656"/>
                      <a:pt x="35258" y="42490"/>
                    </a:cubicBezTo>
                    <a:cubicBezTo>
                      <a:pt x="34772" y="40325"/>
                      <a:pt x="34026" y="38532"/>
                      <a:pt x="33092" y="37188"/>
                    </a:cubicBezTo>
                    <a:cubicBezTo>
                      <a:pt x="32158" y="35807"/>
                      <a:pt x="31000" y="34836"/>
                      <a:pt x="29656" y="34201"/>
                    </a:cubicBezTo>
                    <a:cubicBezTo>
                      <a:pt x="28311" y="33567"/>
                      <a:pt x="26817" y="33268"/>
                      <a:pt x="25099" y="3326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01" name="Google Shape;2401;p90"/>
              <p:cNvSpPr/>
              <p:nvPr/>
            </p:nvSpPr>
            <p:spPr>
              <a:xfrm>
                <a:off x="8705501" y="5330358"/>
                <a:ext cx="12923" cy="77699"/>
              </a:xfrm>
              <a:custGeom>
                <a:avLst/>
                <a:gdLst/>
                <a:ahLst/>
                <a:cxnLst/>
                <a:rect l="l" t="t" r="r" b="b"/>
                <a:pathLst>
                  <a:path w="12923" h="77699" extrusionOk="0">
                    <a:moveTo>
                      <a:pt x="12923" y="0"/>
                    </a:moveTo>
                    <a:lnTo>
                      <a:pt x="12923" y="77699"/>
                    </a:lnTo>
                    <a:lnTo>
                      <a:pt x="0" y="77699"/>
                    </a:lnTo>
                    <a:lnTo>
                      <a:pt x="0" y="0"/>
                    </a:lnTo>
                    <a:lnTo>
                      <a:pt x="12923"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02" name="Google Shape;2402;p90"/>
              <p:cNvSpPr/>
              <p:nvPr/>
            </p:nvSpPr>
            <p:spPr>
              <a:xfrm>
                <a:off x="8729405" y="5353582"/>
                <a:ext cx="49002" cy="55259"/>
              </a:xfrm>
              <a:custGeom>
                <a:avLst/>
                <a:gdLst/>
                <a:ahLst/>
                <a:cxnLst/>
                <a:rect l="l" t="t" r="r" b="b"/>
                <a:pathLst>
                  <a:path w="49002" h="55259" extrusionOk="0">
                    <a:moveTo>
                      <a:pt x="25771" y="0"/>
                    </a:moveTo>
                    <a:cubicBezTo>
                      <a:pt x="29170" y="0"/>
                      <a:pt x="32270" y="523"/>
                      <a:pt x="35108" y="1606"/>
                    </a:cubicBezTo>
                    <a:cubicBezTo>
                      <a:pt x="37947" y="2688"/>
                      <a:pt x="40375" y="4294"/>
                      <a:pt x="42466" y="6348"/>
                    </a:cubicBezTo>
                    <a:cubicBezTo>
                      <a:pt x="44521" y="8438"/>
                      <a:pt x="46126" y="10978"/>
                      <a:pt x="47247" y="14002"/>
                    </a:cubicBezTo>
                    <a:cubicBezTo>
                      <a:pt x="48405" y="16989"/>
                      <a:pt x="49002" y="20424"/>
                      <a:pt x="49002" y="24307"/>
                    </a:cubicBezTo>
                    <a:cubicBezTo>
                      <a:pt x="49002" y="25278"/>
                      <a:pt x="48928" y="26099"/>
                      <a:pt x="48853" y="26734"/>
                    </a:cubicBezTo>
                    <a:cubicBezTo>
                      <a:pt x="48778" y="27369"/>
                      <a:pt x="48629" y="27891"/>
                      <a:pt x="48368" y="28265"/>
                    </a:cubicBezTo>
                    <a:cubicBezTo>
                      <a:pt x="48143" y="28638"/>
                      <a:pt x="47845" y="28862"/>
                      <a:pt x="47471" y="29049"/>
                    </a:cubicBezTo>
                    <a:cubicBezTo>
                      <a:pt x="47097" y="29198"/>
                      <a:pt x="46612" y="29273"/>
                      <a:pt x="46015" y="29273"/>
                    </a:cubicBezTo>
                    <a:lnTo>
                      <a:pt x="12848" y="29273"/>
                    </a:lnTo>
                    <a:cubicBezTo>
                      <a:pt x="13222" y="34762"/>
                      <a:pt x="14716" y="38831"/>
                      <a:pt x="17293" y="41407"/>
                    </a:cubicBezTo>
                    <a:cubicBezTo>
                      <a:pt x="19870" y="43984"/>
                      <a:pt x="23306" y="45253"/>
                      <a:pt x="27564" y="45253"/>
                    </a:cubicBezTo>
                    <a:cubicBezTo>
                      <a:pt x="29656" y="45253"/>
                      <a:pt x="31448" y="45029"/>
                      <a:pt x="32942" y="44544"/>
                    </a:cubicBezTo>
                    <a:cubicBezTo>
                      <a:pt x="34473" y="44059"/>
                      <a:pt x="35818" y="43498"/>
                      <a:pt x="36939" y="42901"/>
                    </a:cubicBezTo>
                    <a:cubicBezTo>
                      <a:pt x="38059" y="42341"/>
                      <a:pt x="39067" y="41781"/>
                      <a:pt x="39927" y="41296"/>
                    </a:cubicBezTo>
                    <a:cubicBezTo>
                      <a:pt x="40786" y="40810"/>
                      <a:pt x="41607" y="40549"/>
                      <a:pt x="42391" y="40549"/>
                    </a:cubicBezTo>
                    <a:cubicBezTo>
                      <a:pt x="42914" y="40549"/>
                      <a:pt x="43363" y="40661"/>
                      <a:pt x="43773" y="40885"/>
                    </a:cubicBezTo>
                    <a:cubicBezTo>
                      <a:pt x="44147" y="41071"/>
                      <a:pt x="44483" y="41370"/>
                      <a:pt x="44744" y="41781"/>
                    </a:cubicBezTo>
                    <a:lnTo>
                      <a:pt x="48517" y="46486"/>
                    </a:lnTo>
                    <a:cubicBezTo>
                      <a:pt x="47097" y="48128"/>
                      <a:pt x="45492" y="49547"/>
                      <a:pt x="43699" y="50667"/>
                    </a:cubicBezTo>
                    <a:cubicBezTo>
                      <a:pt x="41943" y="51825"/>
                      <a:pt x="40076" y="52721"/>
                      <a:pt x="38134" y="53393"/>
                    </a:cubicBezTo>
                    <a:cubicBezTo>
                      <a:pt x="36192" y="54065"/>
                      <a:pt x="34250" y="54550"/>
                      <a:pt x="32233" y="54849"/>
                    </a:cubicBezTo>
                    <a:cubicBezTo>
                      <a:pt x="30215" y="55110"/>
                      <a:pt x="28274" y="55260"/>
                      <a:pt x="26406" y="55260"/>
                    </a:cubicBezTo>
                    <a:cubicBezTo>
                      <a:pt x="22671" y="55260"/>
                      <a:pt x="19198" y="54625"/>
                      <a:pt x="15986" y="53393"/>
                    </a:cubicBezTo>
                    <a:cubicBezTo>
                      <a:pt x="12774" y="52161"/>
                      <a:pt x="10010" y="50331"/>
                      <a:pt x="7619" y="47905"/>
                    </a:cubicBezTo>
                    <a:cubicBezTo>
                      <a:pt x="5266" y="45477"/>
                      <a:pt x="3399" y="42490"/>
                      <a:pt x="2017" y="38906"/>
                    </a:cubicBezTo>
                    <a:cubicBezTo>
                      <a:pt x="672" y="35359"/>
                      <a:pt x="0" y="31214"/>
                      <a:pt x="0" y="26510"/>
                    </a:cubicBezTo>
                    <a:cubicBezTo>
                      <a:pt x="0" y="22851"/>
                      <a:pt x="598" y="19416"/>
                      <a:pt x="1755" y="16168"/>
                    </a:cubicBezTo>
                    <a:cubicBezTo>
                      <a:pt x="2951" y="12956"/>
                      <a:pt x="4669" y="10156"/>
                      <a:pt x="6872" y="7767"/>
                    </a:cubicBezTo>
                    <a:cubicBezTo>
                      <a:pt x="9076" y="5377"/>
                      <a:pt x="11765" y="3473"/>
                      <a:pt x="14977" y="2091"/>
                    </a:cubicBezTo>
                    <a:cubicBezTo>
                      <a:pt x="18152" y="710"/>
                      <a:pt x="21775" y="0"/>
                      <a:pt x="25771" y="0"/>
                    </a:cubicBezTo>
                    <a:close/>
                    <a:moveTo>
                      <a:pt x="26032" y="9260"/>
                    </a:moveTo>
                    <a:cubicBezTo>
                      <a:pt x="22260" y="9260"/>
                      <a:pt x="19310" y="10305"/>
                      <a:pt x="17181" y="12434"/>
                    </a:cubicBezTo>
                    <a:cubicBezTo>
                      <a:pt x="15052" y="14562"/>
                      <a:pt x="13707" y="17586"/>
                      <a:pt x="13110" y="21469"/>
                    </a:cubicBezTo>
                    <a:lnTo>
                      <a:pt x="37387" y="21469"/>
                    </a:lnTo>
                    <a:cubicBezTo>
                      <a:pt x="37387" y="19827"/>
                      <a:pt x="37163" y="18221"/>
                      <a:pt x="36715" y="16765"/>
                    </a:cubicBezTo>
                    <a:cubicBezTo>
                      <a:pt x="36229" y="15271"/>
                      <a:pt x="35557" y="13964"/>
                      <a:pt x="34623" y="12844"/>
                    </a:cubicBezTo>
                    <a:cubicBezTo>
                      <a:pt x="33652" y="11761"/>
                      <a:pt x="32494" y="10865"/>
                      <a:pt x="31038" y="10230"/>
                    </a:cubicBezTo>
                    <a:cubicBezTo>
                      <a:pt x="29618" y="9559"/>
                      <a:pt x="27937" y="9260"/>
                      <a:pt x="26032"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03" name="Google Shape;2403;p90"/>
              <p:cNvSpPr/>
              <p:nvPr/>
            </p:nvSpPr>
            <p:spPr>
              <a:xfrm>
                <a:off x="8784196" y="5353582"/>
                <a:ext cx="40038" cy="55297"/>
              </a:xfrm>
              <a:custGeom>
                <a:avLst/>
                <a:gdLst/>
                <a:ahLst/>
                <a:cxnLst/>
                <a:rect l="l" t="t" r="r" b="b"/>
                <a:pathLst>
                  <a:path w="40038" h="55297" extrusionOk="0">
                    <a:moveTo>
                      <a:pt x="36565" y="11276"/>
                    </a:moveTo>
                    <a:cubicBezTo>
                      <a:pt x="36191" y="11836"/>
                      <a:pt x="35818" y="12247"/>
                      <a:pt x="35444" y="12471"/>
                    </a:cubicBezTo>
                    <a:cubicBezTo>
                      <a:pt x="35071" y="12695"/>
                      <a:pt x="34586" y="12807"/>
                      <a:pt x="33988" y="12807"/>
                    </a:cubicBezTo>
                    <a:cubicBezTo>
                      <a:pt x="33353" y="12807"/>
                      <a:pt x="32681" y="12620"/>
                      <a:pt x="31971" y="12284"/>
                    </a:cubicBezTo>
                    <a:cubicBezTo>
                      <a:pt x="31261" y="11948"/>
                      <a:pt x="30440" y="11537"/>
                      <a:pt x="29506" y="11089"/>
                    </a:cubicBezTo>
                    <a:cubicBezTo>
                      <a:pt x="28535" y="10679"/>
                      <a:pt x="27489" y="10268"/>
                      <a:pt x="26257" y="9932"/>
                    </a:cubicBezTo>
                    <a:cubicBezTo>
                      <a:pt x="25061" y="9596"/>
                      <a:pt x="23642" y="9409"/>
                      <a:pt x="21999" y="9409"/>
                    </a:cubicBezTo>
                    <a:cubicBezTo>
                      <a:pt x="19459" y="9409"/>
                      <a:pt x="17479" y="9932"/>
                      <a:pt x="15986" y="11015"/>
                    </a:cubicBezTo>
                    <a:cubicBezTo>
                      <a:pt x="14529" y="12097"/>
                      <a:pt x="13819" y="13516"/>
                      <a:pt x="13819" y="15271"/>
                    </a:cubicBezTo>
                    <a:cubicBezTo>
                      <a:pt x="13819" y="16429"/>
                      <a:pt x="14192" y="17362"/>
                      <a:pt x="14940" y="18183"/>
                    </a:cubicBezTo>
                    <a:cubicBezTo>
                      <a:pt x="15687" y="18930"/>
                      <a:pt x="16658" y="19640"/>
                      <a:pt x="17890" y="20237"/>
                    </a:cubicBezTo>
                    <a:cubicBezTo>
                      <a:pt x="19160" y="20835"/>
                      <a:pt x="20542" y="21357"/>
                      <a:pt x="22111" y="21805"/>
                    </a:cubicBezTo>
                    <a:cubicBezTo>
                      <a:pt x="23679" y="22290"/>
                      <a:pt x="25286" y="22813"/>
                      <a:pt x="26929" y="23373"/>
                    </a:cubicBezTo>
                    <a:cubicBezTo>
                      <a:pt x="28572" y="23934"/>
                      <a:pt x="30178" y="24568"/>
                      <a:pt x="31747" y="25278"/>
                    </a:cubicBezTo>
                    <a:cubicBezTo>
                      <a:pt x="33315" y="25987"/>
                      <a:pt x="34697" y="26883"/>
                      <a:pt x="35930" y="28003"/>
                    </a:cubicBezTo>
                    <a:cubicBezTo>
                      <a:pt x="37200" y="29086"/>
                      <a:pt x="38171" y="30393"/>
                      <a:pt x="38918" y="31924"/>
                    </a:cubicBezTo>
                    <a:cubicBezTo>
                      <a:pt x="39665" y="33492"/>
                      <a:pt x="40038" y="35322"/>
                      <a:pt x="40038" y="37487"/>
                    </a:cubicBezTo>
                    <a:cubicBezTo>
                      <a:pt x="40038" y="40063"/>
                      <a:pt x="39590" y="42453"/>
                      <a:pt x="38656" y="44619"/>
                    </a:cubicBezTo>
                    <a:cubicBezTo>
                      <a:pt x="37685" y="46784"/>
                      <a:pt x="36341" y="48688"/>
                      <a:pt x="34511" y="50257"/>
                    </a:cubicBezTo>
                    <a:cubicBezTo>
                      <a:pt x="32681" y="51862"/>
                      <a:pt x="30440" y="53094"/>
                      <a:pt x="27788" y="53991"/>
                    </a:cubicBezTo>
                    <a:cubicBezTo>
                      <a:pt x="25136" y="54849"/>
                      <a:pt x="22074" y="55297"/>
                      <a:pt x="18600" y="55297"/>
                    </a:cubicBezTo>
                    <a:cubicBezTo>
                      <a:pt x="16770" y="55297"/>
                      <a:pt x="14977" y="55148"/>
                      <a:pt x="13184" y="54812"/>
                    </a:cubicBezTo>
                    <a:cubicBezTo>
                      <a:pt x="11429" y="54476"/>
                      <a:pt x="9748" y="54027"/>
                      <a:pt x="8142" y="53430"/>
                    </a:cubicBezTo>
                    <a:cubicBezTo>
                      <a:pt x="6499" y="52833"/>
                      <a:pt x="5005" y="52124"/>
                      <a:pt x="3623" y="51339"/>
                    </a:cubicBezTo>
                    <a:cubicBezTo>
                      <a:pt x="2241" y="50518"/>
                      <a:pt x="1046" y="49659"/>
                      <a:pt x="0" y="48726"/>
                    </a:cubicBezTo>
                    <a:lnTo>
                      <a:pt x="2988" y="43797"/>
                    </a:lnTo>
                    <a:cubicBezTo>
                      <a:pt x="3362" y="43200"/>
                      <a:pt x="3810" y="42752"/>
                      <a:pt x="4333" y="42453"/>
                    </a:cubicBezTo>
                    <a:cubicBezTo>
                      <a:pt x="4855" y="42117"/>
                      <a:pt x="5528" y="41968"/>
                      <a:pt x="6312" y="41968"/>
                    </a:cubicBezTo>
                    <a:cubicBezTo>
                      <a:pt x="7134" y="41968"/>
                      <a:pt x="7881" y="42192"/>
                      <a:pt x="8590" y="42640"/>
                    </a:cubicBezTo>
                    <a:cubicBezTo>
                      <a:pt x="9300" y="43125"/>
                      <a:pt x="10159" y="43611"/>
                      <a:pt x="11093" y="44133"/>
                    </a:cubicBezTo>
                    <a:cubicBezTo>
                      <a:pt x="12026" y="44656"/>
                      <a:pt x="13147" y="45141"/>
                      <a:pt x="14417" y="45590"/>
                    </a:cubicBezTo>
                    <a:cubicBezTo>
                      <a:pt x="15687" y="46038"/>
                      <a:pt x="17293" y="46261"/>
                      <a:pt x="19235" y="46261"/>
                    </a:cubicBezTo>
                    <a:cubicBezTo>
                      <a:pt x="20766" y="46261"/>
                      <a:pt x="22074" y="46075"/>
                      <a:pt x="23194" y="45701"/>
                    </a:cubicBezTo>
                    <a:cubicBezTo>
                      <a:pt x="24277" y="45328"/>
                      <a:pt x="25211" y="44880"/>
                      <a:pt x="25920" y="44282"/>
                    </a:cubicBezTo>
                    <a:cubicBezTo>
                      <a:pt x="26630" y="43685"/>
                      <a:pt x="27153" y="42976"/>
                      <a:pt x="27489" y="42192"/>
                    </a:cubicBezTo>
                    <a:cubicBezTo>
                      <a:pt x="27788" y="41407"/>
                      <a:pt x="27975" y="40623"/>
                      <a:pt x="27975" y="39765"/>
                    </a:cubicBezTo>
                    <a:cubicBezTo>
                      <a:pt x="27975" y="38533"/>
                      <a:pt x="27601" y="37487"/>
                      <a:pt x="26854" y="36703"/>
                    </a:cubicBezTo>
                    <a:cubicBezTo>
                      <a:pt x="26107" y="35881"/>
                      <a:pt x="25099" y="35210"/>
                      <a:pt x="23866" y="34612"/>
                    </a:cubicBezTo>
                    <a:cubicBezTo>
                      <a:pt x="22633" y="34015"/>
                      <a:pt x="21214" y="33492"/>
                      <a:pt x="19646" y="33006"/>
                    </a:cubicBezTo>
                    <a:cubicBezTo>
                      <a:pt x="18040" y="32558"/>
                      <a:pt x="16434" y="32036"/>
                      <a:pt x="14753" y="31476"/>
                    </a:cubicBezTo>
                    <a:cubicBezTo>
                      <a:pt x="13110" y="30916"/>
                      <a:pt x="11503" y="30243"/>
                      <a:pt x="9898" y="29497"/>
                    </a:cubicBezTo>
                    <a:cubicBezTo>
                      <a:pt x="8329" y="28750"/>
                      <a:pt x="6910" y="27817"/>
                      <a:pt x="5677" y="26659"/>
                    </a:cubicBezTo>
                    <a:cubicBezTo>
                      <a:pt x="4444" y="25502"/>
                      <a:pt x="3436" y="24083"/>
                      <a:pt x="2689" y="22440"/>
                    </a:cubicBezTo>
                    <a:cubicBezTo>
                      <a:pt x="1942" y="20760"/>
                      <a:pt x="1568" y="18744"/>
                      <a:pt x="1568" y="16354"/>
                    </a:cubicBezTo>
                    <a:cubicBezTo>
                      <a:pt x="1568" y="14151"/>
                      <a:pt x="2017" y="12060"/>
                      <a:pt x="2876" y="10081"/>
                    </a:cubicBezTo>
                    <a:cubicBezTo>
                      <a:pt x="3735" y="8102"/>
                      <a:pt x="5042" y="6385"/>
                      <a:pt x="6723" y="4891"/>
                    </a:cubicBezTo>
                    <a:cubicBezTo>
                      <a:pt x="8404" y="3398"/>
                      <a:pt x="10532" y="2203"/>
                      <a:pt x="13035" y="1344"/>
                    </a:cubicBezTo>
                    <a:cubicBezTo>
                      <a:pt x="15574" y="448"/>
                      <a:pt x="18488" y="0"/>
                      <a:pt x="21812" y="0"/>
                    </a:cubicBezTo>
                    <a:cubicBezTo>
                      <a:pt x="25509" y="0"/>
                      <a:pt x="28871" y="598"/>
                      <a:pt x="31896" y="1830"/>
                    </a:cubicBezTo>
                    <a:cubicBezTo>
                      <a:pt x="34922" y="3062"/>
                      <a:pt x="37462" y="4667"/>
                      <a:pt x="39478" y="6646"/>
                    </a:cubicBezTo>
                    <a:lnTo>
                      <a:pt x="36565" y="112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404" name="Google Shape;2404;p90"/>
            <p:cNvGrpSpPr/>
            <p:nvPr/>
          </p:nvGrpSpPr>
          <p:grpSpPr>
            <a:xfrm>
              <a:off x="8421534" y="4843658"/>
              <a:ext cx="380441" cy="248075"/>
              <a:chOff x="8421534" y="4843658"/>
              <a:chExt cx="380441" cy="248075"/>
            </a:xfrm>
          </p:grpSpPr>
          <p:sp>
            <p:nvSpPr>
              <p:cNvPr id="2405" name="Google Shape;2405;p90"/>
              <p:cNvSpPr/>
              <p:nvPr/>
            </p:nvSpPr>
            <p:spPr>
              <a:xfrm>
                <a:off x="8729666" y="4872867"/>
                <a:ext cx="43623" cy="43610"/>
              </a:xfrm>
              <a:custGeom>
                <a:avLst/>
                <a:gdLst/>
                <a:ahLst/>
                <a:cxnLst/>
                <a:rect l="l" t="t" r="r" b="b"/>
                <a:pathLst>
                  <a:path w="43623" h="43610" extrusionOk="0">
                    <a:moveTo>
                      <a:pt x="31821" y="43610"/>
                    </a:moveTo>
                    <a:lnTo>
                      <a:pt x="11839" y="43610"/>
                    </a:lnTo>
                    <a:cubicBezTo>
                      <a:pt x="5303" y="43610"/>
                      <a:pt x="0" y="38312"/>
                      <a:pt x="0" y="31789"/>
                    </a:cubicBezTo>
                    <a:lnTo>
                      <a:pt x="0" y="11818"/>
                    </a:lnTo>
                    <a:cubicBezTo>
                      <a:pt x="0" y="5298"/>
                      <a:pt x="5303" y="0"/>
                      <a:pt x="11839" y="0"/>
                    </a:cubicBezTo>
                    <a:lnTo>
                      <a:pt x="31821" y="0"/>
                    </a:lnTo>
                    <a:cubicBezTo>
                      <a:pt x="38320" y="0"/>
                      <a:pt x="43624" y="5298"/>
                      <a:pt x="43624" y="11818"/>
                    </a:cubicBezTo>
                    <a:lnTo>
                      <a:pt x="43624" y="31789"/>
                    </a:lnTo>
                    <a:cubicBezTo>
                      <a:pt x="43624" y="38312"/>
                      <a:pt x="38320" y="43610"/>
                      <a:pt x="31821" y="43610"/>
                    </a:cubicBezTo>
                    <a:close/>
                    <a:moveTo>
                      <a:pt x="11839" y="10869"/>
                    </a:moveTo>
                    <a:cubicBezTo>
                      <a:pt x="11279" y="10869"/>
                      <a:pt x="10943" y="11276"/>
                      <a:pt x="10943" y="11750"/>
                    </a:cubicBezTo>
                    <a:lnTo>
                      <a:pt x="10943" y="31722"/>
                    </a:lnTo>
                    <a:cubicBezTo>
                      <a:pt x="10943" y="32263"/>
                      <a:pt x="11354" y="32603"/>
                      <a:pt x="11839" y="32603"/>
                    </a:cubicBezTo>
                    <a:lnTo>
                      <a:pt x="31821" y="32603"/>
                    </a:lnTo>
                    <a:cubicBezTo>
                      <a:pt x="32344" y="32603"/>
                      <a:pt x="32681" y="32196"/>
                      <a:pt x="32681" y="31722"/>
                    </a:cubicBezTo>
                    <a:lnTo>
                      <a:pt x="32681" y="11750"/>
                    </a:lnTo>
                    <a:cubicBezTo>
                      <a:pt x="32681" y="11209"/>
                      <a:pt x="32307" y="10869"/>
                      <a:pt x="31821" y="10869"/>
                    </a:cubicBezTo>
                    <a:lnTo>
                      <a:pt x="11839" y="10869"/>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06" name="Google Shape;2406;p90"/>
              <p:cNvSpPr/>
              <p:nvPr/>
            </p:nvSpPr>
            <p:spPr>
              <a:xfrm>
                <a:off x="8553751" y="4843658"/>
                <a:ext cx="248224" cy="248075"/>
              </a:xfrm>
              <a:custGeom>
                <a:avLst/>
                <a:gdLst/>
                <a:ahLst/>
                <a:cxnLst/>
                <a:rect l="l" t="t" r="r" b="b"/>
                <a:pathLst>
                  <a:path w="248224" h="248075" extrusionOk="0">
                    <a:moveTo>
                      <a:pt x="217299" y="248075"/>
                    </a:moveTo>
                    <a:lnTo>
                      <a:pt x="30925" y="248075"/>
                    </a:lnTo>
                    <a:cubicBezTo>
                      <a:pt x="13932" y="248075"/>
                      <a:pt x="0" y="234223"/>
                      <a:pt x="0" y="217234"/>
                    </a:cubicBezTo>
                    <a:cubicBezTo>
                      <a:pt x="0" y="212754"/>
                      <a:pt x="3698" y="209020"/>
                      <a:pt x="8217" y="209020"/>
                    </a:cubicBezTo>
                    <a:cubicBezTo>
                      <a:pt x="12774" y="209020"/>
                      <a:pt x="16471" y="212679"/>
                      <a:pt x="16471" y="217234"/>
                    </a:cubicBezTo>
                    <a:cubicBezTo>
                      <a:pt x="16471" y="225262"/>
                      <a:pt x="22970" y="231684"/>
                      <a:pt x="31000" y="231684"/>
                    </a:cubicBezTo>
                    <a:lnTo>
                      <a:pt x="217374" y="231684"/>
                    </a:lnTo>
                    <a:cubicBezTo>
                      <a:pt x="225404" y="231684"/>
                      <a:pt x="231902" y="225187"/>
                      <a:pt x="231902" y="217234"/>
                    </a:cubicBezTo>
                    <a:lnTo>
                      <a:pt x="231902" y="30908"/>
                    </a:lnTo>
                    <a:cubicBezTo>
                      <a:pt x="231902" y="22892"/>
                      <a:pt x="225404" y="16369"/>
                      <a:pt x="217374" y="16369"/>
                    </a:cubicBezTo>
                    <a:lnTo>
                      <a:pt x="31000" y="16369"/>
                    </a:lnTo>
                    <a:cubicBezTo>
                      <a:pt x="22970" y="16369"/>
                      <a:pt x="16471" y="22892"/>
                      <a:pt x="16471" y="30908"/>
                    </a:cubicBezTo>
                    <a:cubicBezTo>
                      <a:pt x="16471" y="35389"/>
                      <a:pt x="12774" y="39126"/>
                      <a:pt x="8217" y="39126"/>
                    </a:cubicBezTo>
                    <a:cubicBezTo>
                      <a:pt x="3698" y="39126"/>
                      <a:pt x="0" y="35460"/>
                      <a:pt x="0" y="30908"/>
                    </a:cubicBezTo>
                    <a:cubicBezTo>
                      <a:pt x="0" y="13923"/>
                      <a:pt x="13857" y="0"/>
                      <a:pt x="30925" y="0"/>
                    </a:cubicBezTo>
                    <a:lnTo>
                      <a:pt x="217299" y="0"/>
                    </a:lnTo>
                    <a:cubicBezTo>
                      <a:pt x="234293" y="0"/>
                      <a:pt x="248224" y="13856"/>
                      <a:pt x="248224" y="30908"/>
                    </a:cubicBezTo>
                    <a:lnTo>
                      <a:pt x="248224" y="217234"/>
                    </a:lnTo>
                    <a:cubicBezTo>
                      <a:pt x="248224" y="234223"/>
                      <a:pt x="234367" y="248075"/>
                      <a:pt x="217299" y="248075"/>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07" name="Google Shape;2407;p90"/>
              <p:cNvSpPr/>
              <p:nvPr/>
            </p:nvSpPr>
            <p:spPr>
              <a:xfrm>
                <a:off x="8729666" y="4970207"/>
                <a:ext cx="43623" cy="43602"/>
              </a:xfrm>
              <a:custGeom>
                <a:avLst/>
                <a:gdLst/>
                <a:ahLst/>
                <a:cxnLst/>
                <a:rect l="l" t="t" r="r" b="b"/>
                <a:pathLst>
                  <a:path w="43623" h="43602" extrusionOk="0">
                    <a:moveTo>
                      <a:pt x="31821" y="43603"/>
                    </a:moveTo>
                    <a:lnTo>
                      <a:pt x="11839" y="43603"/>
                    </a:lnTo>
                    <a:cubicBezTo>
                      <a:pt x="5303" y="43603"/>
                      <a:pt x="0" y="38301"/>
                      <a:pt x="0" y="31789"/>
                    </a:cubicBezTo>
                    <a:lnTo>
                      <a:pt x="0" y="11821"/>
                    </a:lnTo>
                    <a:cubicBezTo>
                      <a:pt x="0" y="5298"/>
                      <a:pt x="5303" y="0"/>
                      <a:pt x="11839" y="0"/>
                    </a:cubicBezTo>
                    <a:lnTo>
                      <a:pt x="31821" y="0"/>
                    </a:lnTo>
                    <a:cubicBezTo>
                      <a:pt x="38320" y="0"/>
                      <a:pt x="43624" y="5298"/>
                      <a:pt x="43624" y="11821"/>
                    </a:cubicBezTo>
                    <a:lnTo>
                      <a:pt x="43624" y="31789"/>
                    </a:lnTo>
                    <a:cubicBezTo>
                      <a:pt x="43624" y="38301"/>
                      <a:pt x="38320" y="43603"/>
                      <a:pt x="31821" y="43603"/>
                    </a:cubicBezTo>
                    <a:close/>
                    <a:moveTo>
                      <a:pt x="11839" y="11003"/>
                    </a:moveTo>
                    <a:cubicBezTo>
                      <a:pt x="11279" y="11003"/>
                      <a:pt x="10943" y="11414"/>
                      <a:pt x="10943" y="11888"/>
                    </a:cubicBezTo>
                    <a:lnTo>
                      <a:pt x="10943" y="31860"/>
                    </a:lnTo>
                    <a:cubicBezTo>
                      <a:pt x="10943" y="32402"/>
                      <a:pt x="11354" y="32741"/>
                      <a:pt x="11839" y="32741"/>
                    </a:cubicBezTo>
                    <a:lnTo>
                      <a:pt x="31821" y="32741"/>
                    </a:lnTo>
                    <a:cubicBezTo>
                      <a:pt x="32344" y="32741"/>
                      <a:pt x="32681" y="32334"/>
                      <a:pt x="32681" y="31860"/>
                    </a:cubicBezTo>
                    <a:lnTo>
                      <a:pt x="32681" y="11888"/>
                    </a:lnTo>
                    <a:cubicBezTo>
                      <a:pt x="32681" y="11343"/>
                      <a:pt x="32307" y="11003"/>
                      <a:pt x="31821" y="11003"/>
                    </a:cubicBezTo>
                    <a:lnTo>
                      <a:pt x="11839" y="11003"/>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08" name="Google Shape;2408;p90"/>
              <p:cNvSpPr/>
              <p:nvPr/>
            </p:nvSpPr>
            <p:spPr>
              <a:xfrm>
                <a:off x="8729666" y="4921503"/>
                <a:ext cx="43623" cy="43610"/>
              </a:xfrm>
              <a:custGeom>
                <a:avLst/>
                <a:gdLst/>
                <a:ahLst/>
                <a:cxnLst/>
                <a:rect l="l" t="t" r="r" b="b"/>
                <a:pathLst>
                  <a:path w="43623" h="43610" extrusionOk="0">
                    <a:moveTo>
                      <a:pt x="31821" y="43610"/>
                    </a:moveTo>
                    <a:lnTo>
                      <a:pt x="11839" y="43610"/>
                    </a:lnTo>
                    <a:cubicBezTo>
                      <a:pt x="5303" y="43610"/>
                      <a:pt x="0" y="38312"/>
                      <a:pt x="0" y="31789"/>
                    </a:cubicBezTo>
                    <a:lnTo>
                      <a:pt x="0" y="11818"/>
                    </a:lnTo>
                    <a:cubicBezTo>
                      <a:pt x="0" y="5298"/>
                      <a:pt x="5303" y="0"/>
                      <a:pt x="11839" y="0"/>
                    </a:cubicBezTo>
                    <a:lnTo>
                      <a:pt x="31821" y="0"/>
                    </a:lnTo>
                    <a:cubicBezTo>
                      <a:pt x="38320" y="0"/>
                      <a:pt x="43624" y="5298"/>
                      <a:pt x="43624" y="11818"/>
                    </a:cubicBezTo>
                    <a:lnTo>
                      <a:pt x="43624" y="31789"/>
                    </a:lnTo>
                    <a:cubicBezTo>
                      <a:pt x="43624" y="38312"/>
                      <a:pt x="38320" y="43610"/>
                      <a:pt x="31821" y="43610"/>
                    </a:cubicBezTo>
                    <a:close/>
                    <a:moveTo>
                      <a:pt x="11839" y="11003"/>
                    </a:moveTo>
                    <a:cubicBezTo>
                      <a:pt x="11279" y="11003"/>
                      <a:pt x="10943" y="11411"/>
                      <a:pt x="10943" y="11888"/>
                    </a:cubicBezTo>
                    <a:lnTo>
                      <a:pt x="10943" y="31856"/>
                    </a:lnTo>
                    <a:cubicBezTo>
                      <a:pt x="10943" y="32402"/>
                      <a:pt x="11354" y="32741"/>
                      <a:pt x="11839" y="32741"/>
                    </a:cubicBezTo>
                    <a:lnTo>
                      <a:pt x="31821" y="32741"/>
                    </a:lnTo>
                    <a:cubicBezTo>
                      <a:pt x="32344" y="32741"/>
                      <a:pt x="32681" y="32335"/>
                      <a:pt x="32681" y="31856"/>
                    </a:cubicBezTo>
                    <a:lnTo>
                      <a:pt x="32681" y="11888"/>
                    </a:lnTo>
                    <a:cubicBezTo>
                      <a:pt x="32681" y="11343"/>
                      <a:pt x="32307" y="11003"/>
                      <a:pt x="31821" y="11003"/>
                    </a:cubicBezTo>
                    <a:lnTo>
                      <a:pt x="11839" y="11003"/>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09" name="Google Shape;2409;p90"/>
              <p:cNvSpPr/>
              <p:nvPr/>
            </p:nvSpPr>
            <p:spPr>
              <a:xfrm>
                <a:off x="8729666" y="5018925"/>
                <a:ext cx="43623" cy="43610"/>
              </a:xfrm>
              <a:custGeom>
                <a:avLst/>
                <a:gdLst/>
                <a:ahLst/>
                <a:cxnLst/>
                <a:rect l="l" t="t" r="r" b="b"/>
                <a:pathLst>
                  <a:path w="43623" h="43610" extrusionOk="0">
                    <a:moveTo>
                      <a:pt x="31821" y="43611"/>
                    </a:moveTo>
                    <a:lnTo>
                      <a:pt x="11839" y="43611"/>
                    </a:lnTo>
                    <a:cubicBezTo>
                      <a:pt x="5303" y="43611"/>
                      <a:pt x="0" y="38308"/>
                      <a:pt x="0" y="31774"/>
                    </a:cubicBezTo>
                    <a:lnTo>
                      <a:pt x="0" y="11799"/>
                    </a:lnTo>
                    <a:cubicBezTo>
                      <a:pt x="0" y="5302"/>
                      <a:pt x="5303" y="0"/>
                      <a:pt x="11839" y="0"/>
                    </a:cubicBezTo>
                    <a:lnTo>
                      <a:pt x="31821" y="0"/>
                    </a:lnTo>
                    <a:cubicBezTo>
                      <a:pt x="38320" y="0"/>
                      <a:pt x="43624" y="5302"/>
                      <a:pt x="43624" y="11799"/>
                    </a:cubicBezTo>
                    <a:lnTo>
                      <a:pt x="43624" y="31774"/>
                    </a:lnTo>
                    <a:cubicBezTo>
                      <a:pt x="43624" y="38308"/>
                      <a:pt x="38320" y="43611"/>
                      <a:pt x="31821" y="43611"/>
                    </a:cubicBezTo>
                    <a:close/>
                    <a:moveTo>
                      <a:pt x="11839" y="10940"/>
                    </a:moveTo>
                    <a:cubicBezTo>
                      <a:pt x="11279" y="10940"/>
                      <a:pt x="10943" y="11313"/>
                      <a:pt x="10943" y="11799"/>
                    </a:cubicBezTo>
                    <a:lnTo>
                      <a:pt x="10943" y="31774"/>
                    </a:lnTo>
                    <a:cubicBezTo>
                      <a:pt x="10943" y="32335"/>
                      <a:pt x="11354" y="32670"/>
                      <a:pt x="11839" y="32670"/>
                    </a:cubicBezTo>
                    <a:lnTo>
                      <a:pt x="31821" y="32670"/>
                    </a:lnTo>
                    <a:cubicBezTo>
                      <a:pt x="32344" y="32670"/>
                      <a:pt x="32681" y="32260"/>
                      <a:pt x="32681" y="31774"/>
                    </a:cubicBezTo>
                    <a:lnTo>
                      <a:pt x="32681" y="11799"/>
                    </a:lnTo>
                    <a:cubicBezTo>
                      <a:pt x="32681" y="11276"/>
                      <a:pt x="32307" y="10940"/>
                      <a:pt x="31821" y="10940"/>
                    </a:cubicBezTo>
                    <a:lnTo>
                      <a:pt x="11839" y="10940"/>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10" name="Google Shape;2410;p90"/>
              <p:cNvSpPr/>
              <p:nvPr/>
            </p:nvSpPr>
            <p:spPr>
              <a:xfrm>
                <a:off x="8680813" y="4872867"/>
                <a:ext cx="43624" cy="43610"/>
              </a:xfrm>
              <a:custGeom>
                <a:avLst/>
                <a:gdLst/>
                <a:ahLst/>
                <a:cxnLst/>
                <a:rect l="l" t="t" r="r" b="b"/>
                <a:pathLst>
                  <a:path w="43624" h="43610" extrusionOk="0">
                    <a:moveTo>
                      <a:pt x="31822" y="43610"/>
                    </a:moveTo>
                    <a:lnTo>
                      <a:pt x="11840" y="43610"/>
                    </a:lnTo>
                    <a:cubicBezTo>
                      <a:pt x="5304" y="43610"/>
                      <a:pt x="0" y="38312"/>
                      <a:pt x="0" y="31789"/>
                    </a:cubicBezTo>
                    <a:lnTo>
                      <a:pt x="0" y="11818"/>
                    </a:lnTo>
                    <a:cubicBezTo>
                      <a:pt x="0" y="5298"/>
                      <a:pt x="5304" y="0"/>
                      <a:pt x="11840" y="0"/>
                    </a:cubicBezTo>
                    <a:lnTo>
                      <a:pt x="31822" y="0"/>
                    </a:lnTo>
                    <a:cubicBezTo>
                      <a:pt x="38320" y="0"/>
                      <a:pt x="43624" y="5298"/>
                      <a:pt x="43624" y="11818"/>
                    </a:cubicBezTo>
                    <a:lnTo>
                      <a:pt x="43624" y="31789"/>
                    </a:lnTo>
                    <a:cubicBezTo>
                      <a:pt x="43624" y="38312"/>
                      <a:pt x="38320" y="43610"/>
                      <a:pt x="31822" y="43610"/>
                    </a:cubicBezTo>
                    <a:close/>
                    <a:moveTo>
                      <a:pt x="11915" y="10869"/>
                    </a:moveTo>
                    <a:cubicBezTo>
                      <a:pt x="11354" y="10869"/>
                      <a:pt x="11018" y="11276"/>
                      <a:pt x="11018" y="11750"/>
                    </a:cubicBezTo>
                    <a:lnTo>
                      <a:pt x="11018" y="31722"/>
                    </a:lnTo>
                    <a:cubicBezTo>
                      <a:pt x="11018" y="32263"/>
                      <a:pt x="11429" y="32603"/>
                      <a:pt x="11915" y="32603"/>
                    </a:cubicBezTo>
                    <a:lnTo>
                      <a:pt x="31896" y="32603"/>
                    </a:lnTo>
                    <a:cubicBezTo>
                      <a:pt x="32419" y="32603"/>
                      <a:pt x="32755" y="32196"/>
                      <a:pt x="32755" y="31722"/>
                    </a:cubicBezTo>
                    <a:lnTo>
                      <a:pt x="32755" y="11750"/>
                    </a:lnTo>
                    <a:cubicBezTo>
                      <a:pt x="32755" y="11209"/>
                      <a:pt x="32345" y="10869"/>
                      <a:pt x="31896" y="10869"/>
                    </a:cubicBezTo>
                    <a:lnTo>
                      <a:pt x="11915" y="10869"/>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11" name="Google Shape;2411;p90"/>
              <p:cNvSpPr/>
              <p:nvPr/>
            </p:nvSpPr>
            <p:spPr>
              <a:xfrm>
                <a:off x="8680813" y="4970207"/>
                <a:ext cx="43624" cy="43602"/>
              </a:xfrm>
              <a:custGeom>
                <a:avLst/>
                <a:gdLst/>
                <a:ahLst/>
                <a:cxnLst/>
                <a:rect l="l" t="t" r="r" b="b"/>
                <a:pathLst>
                  <a:path w="43624" h="43602" extrusionOk="0">
                    <a:moveTo>
                      <a:pt x="31822" y="43603"/>
                    </a:moveTo>
                    <a:lnTo>
                      <a:pt x="11840" y="43603"/>
                    </a:lnTo>
                    <a:cubicBezTo>
                      <a:pt x="5304" y="43603"/>
                      <a:pt x="0" y="38301"/>
                      <a:pt x="0" y="31789"/>
                    </a:cubicBezTo>
                    <a:lnTo>
                      <a:pt x="0" y="11821"/>
                    </a:lnTo>
                    <a:cubicBezTo>
                      <a:pt x="0" y="5298"/>
                      <a:pt x="5304" y="0"/>
                      <a:pt x="11840" y="0"/>
                    </a:cubicBezTo>
                    <a:lnTo>
                      <a:pt x="31822" y="0"/>
                    </a:lnTo>
                    <a:cubicBezTo>
                      <a:pt x="38320" y="0"/>
                      <a:pt x="43624" y="5298"/>
                      <a:pt x="43624" y="11821"/>
                    </a:cubicBezTo>
                    <a:lnTo>
                      <a:pt x="43624" y="31789"/>
                    </a:lnTo>
                    <a:cubicBezTo>
                      <a:pt x="43624" y="38301"/>
                      <a:pt x="38320" y="43603"/>
                      <a:pt x="31822" y="43603"/>
                    </a:cubicBezTo>
                    <a:close/>
                    <a:moveTo>
                      <a:pt x="11915" y="11003"/>
                    </a:moveTo>
                    <a:cubicBezTo>
                      <a:pt x="11354" y="11003"/>
                      <a:pt x="11018" y="11414"/>
                      <a:pt x="11018" y="11888"/>
                    </a:cubicBezTo>
                    <a:lnTo>
                      <a:pt x="11018" y="31860"/>
                    </a:lnTo>
                    <a:cubicBezTo>
                      <a:pt x="11018" y="32402"/>
                      <a:pt x="11429" y="32741"/>
                      <a:pt x="11915" y="32741"/>
                    </a:cubicBezTo>
                    <a:lnTo>
                      <a:pt x="31896" y="32741"/>
                    </a:lnTo>
                    <a:cubicBezTo>
                      <a:pt x="32419" y="32741"/>
                      <a:pt x="32755" y="32334"/>
                      <a:pt x="32755" y="31860"/>
                    </a:cubicBezTo>
                    <a:lnTo>
                      <a:pt x="32755" y="11888"/>
                    </a:lnTo>
                    <a:cubicBezTo>
                      <a:pt x="32755" y="11343"/>
                      <a:pt x="32345" y="11003"/>
                      <a:pt x="31896" y="11003"/>
                    </a:cubicBezTo>
                    <a:lnTo>
                      <a:pt x="11915" y="11003"/>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12" name="Google Shape;2412;p90"/>
              <p:cNvSpPr/>
              <p:nvPr/>
            </p:nvSpPr>
            <p:spPr>
              <a:xfrm>
                <a:off x="8680813" y="4921503"/>
                <a:ext cx="43624" cy="43610"/>
              </a:xfrm>
              <a:custGeom>
                <a:avLst/>
                <a:gdLst/>
                <a:ahLst/>
                <a:cxnLst/>
                <a:rect l="l" t="t" r="r" b="b"/>
                <a:pathLst>
                  <a:path w="43624" h="43610" extrusionOk="0">
                    <a:moveTo>
                      <a:pt x="31822" y="43610"/>
                    </a:moveTo>
                    <a:lnTo>
                      <a:pt x="11840" y="43610"/>
                    </a:lnTo>
                    <a:cubicBezTo>
                      <a:pt x="5304" y="43610"/>
                      <a:pt x="0" y="38312"/>
                      <a:pt x="0" y="31789"/>
                    </a:cubicBezTo>
                    <a:lnTo>
                      <a:pt x="0" y="11818"/>
                    </a:lnTo>
                    <a:cubicBezTo>
                      <a:pt x="0" y="5298"/>
                      <a:pt x="5304" y="0"/>
                      <a:pt x="11840" y="0"/>
                    </a:cubicBezTo>
                    <a:lnTo>
                      <a:pt x="31822" y="0"/>
                    </a:lnTo>
                    <a:cubicBezTo>
                      <a:pt x="38320" y="0"/>
                      <a:pt x="43624" y="5298"/>
                      <a:pt x="43624" y="11818"/>
                    </a:cubicBezTo>
                    <a:lnTo>
                      <a:pt x="43624" y="31789"/>
                    </a:lnTo>
                    <a:cubicBezTo>
                      <a:pt x="43624" y="38312"/>
                      <a:pt x="38320" y="43610"/>
                      <a:pt x="31822" y="43610"/>
                    </a:cubicBezTo>
                    <a:close/>
                    <a:moveTo>
                      <a:pt x="11915" y="11003"/>
                    </a:moveTo>
                    <a:cubicBezTo>
                      <a:pt x="11354" y="11003"/>
                      <a:pt x="11018" y="11411"/>
                      <a:pt x="11018" y="11888"/>
                    </a:cubicBezTo>
                    <a:lnTo>
                      <a:pt x="11018" y="31856"/>
                    </a:lnTo>
                    <a:cubicBezTo>
                      <a:pt x="11018" y="32402"/>
                      <a:pt x="11429" y="32741"/>
                      <a:pt x="11915" y="32741"/>
                    </a:cubicBezTo>
                    <a:lnTo>
                      <a:pt x="31896" y="32741"/>
                    </a:lnTo>
                    <a:cubicBezTo>
                      <a:pt x="32419" y="32741"/>
                      <a:pt x="32755" y="32335"/>
                      <a:pt x="32755" y="31856"/>
                    </a:cubicBezTo>
                    <a:lnTo>
                      <a:pt x="32755" y="11888"/>
                    </a:lnTo>
                    <a:cubicBezTo>
                      <a:pt x="32755" y="11343"/>
                      <a:pt x="32345" y="11003"/>
                      <a:pt x="31896" y="11003"/>
                    </a:cubicBezTo>
                    <a:lnTo>
                      <a:pt x="11915" y="11003"/>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13" name="Google Shape;2413;p90"/>
              <p:cNvSpPr/>
              <p:nvPr/>
            </p:nvSpPr>
            <p:spPr>
              <a:xfrm>
                <a:off x="8680813" y="5018925"/>
                <a:ext cx="43624" cy="43610"/>
              </a:xfrm>
              <a:custGeom>
                <a:avLst/>
                <a:gdLst/>
                <a:ahLst/>
                <a:cxnLst/>
                <a:rect l="l" t="t" r="r" b="b"/>
                <a:pathLst>
                  <a:path w="43624" h="43610" extrusionOk="0">
                    <a:moveTo>
                      <a:pt x="31822" y="43611"/>
                    </a:moveTo>
                    <a:lnTo>
                      <a:pt x="11840" y="43611"/>
                    </a:lnTo>
                    <a:cubicBezTo>
                      <a:pt x="5304" y="43611"/>
                      <a:pt x="0" y="38308"/>
                      <a:pt x="0" y="31774"/>
                    </a:cubicBezTo>
                    <a:lnTo>
                      <a:pt x="0" y="11799"/>
                    </a:lnTo>
                    <a:cubicBezTo>
                      <a:pt x="0" y="5302"/>
                      <a:pt x="5304" y="0"/>
                      <a:pt x="11840" y="0"/>
                    </a:cubicBezTo>
                    <a:lnTo>
                      <a:pt x="31822" y="0"/>
                    </a:lnTo>
                    <a:cubicBezTo>
                      <a:pt x="38320" y="0"/>
                      <a:pt x="43624" y="5302"/>
                      <a:pt x="43624" y="11799"/>
                    </a:cubicBezTo>
                    <a:lnTo>
                      <a:pt x="43624" y="31774"/>
                    </a:lnTo>
                    <a:cubicBezTo>
                      <a:pt x="43624" y="38308"/>
                      <a:pt x="38320" y="43611"/>
                      <a:pt x="31822" y="43611"/>
                    </a:cubicBezTo>
                    <a:close/>
                    <a:moveTo>
                      <a:pt x="11915" y="10940"/>
                    </a:moveTo>
                    <a:cubicBezTo>
                      <a:pt x="11354" y="10940"/>
                      <a:pt x="11018" y="11313"/>
                      <a:pt x="11018" y="11799"/>
                    </a:cubicBezTo>
                    <a:lnTo>
                      <a:pt x="11018" y="31774"/>
                    </a:lnTo>
                    <a:cubicBezTo>
                      <a:pt x="11018" y="32335"/>
                      <a:pt x="11429" y="32670"/>
                      <a:pt x="11915" y="32670"/>
                    </a:cubicBezTo>
                    <a:lnTo>
                      <a:pt x="31896" y="32670"/>
                    </a:lnTo>
                    <a:cubicBezTo>
                      <a:pt x="32419" y="32670"/>
                      <a:pt x="32755" y="32260"/>
                      <a:pt x="32755" y="31774"/>
                    </a:cubicBezTo>
                    <a:lnTo>
                      <a:pt x="32755" y="11799"/>
                    </a:lnTo>
                    <a:cubicBezTo>
                      <a:pt x="32755" y="11276"/>
                      <a:pt x="32345" y="10940"/>
                      <a:pt x="31896" y="10940"/>
                    </a:cubicBezTo>
                    <a:lnTo>
                      <a:pt x="11915" y="10940"/>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14" name="Google Shape;2414;p90"/>
              <p:cNvSpPr/>
              <p:nvPr/>
            </p:nvSpPr>
            <p:spPr>
              <a:xfrm>
                <a:off x="8458099" y="4917497"/>
                <a:ext cx="42578" cy="10865"/>
              </a:xfrm>
              <a:custGeom>
                <a:avLst/>
                <a:gdLst/>
                <a:ahLst/>
                <a:cxnLst/>
                <a:rect l="l" t="t" r="r" b="b"/>
                <a:pathLst>
                  <a:path w="42578" h="10865" extrusionOk="0">
                    <a:moveTo>
                      <a:pt x="37163" y="10865"/>
                    </a:moveTo>
                    <a:lnTo>
                      <a:pt x="5416" y="10865"/>
                    </a:lnTo>
                    <a:cubicBezTo>
                      <a:pt x="2428" y="10865"/>
                      <a:pt x="0" y="8420"/>
                      <a:pt x="0" y="5433"/>
                    </a:cubicBezTo>
                    <a:cubicBezTo>
                      <a:pt x="0" y="2442"/>
                      <a:pt x="2428" y="0"/>
                      <a:pt x="5416" y="0"/>
                    </a:cubicBezTo>
                    <a:lnTo>
                      <a:pt x="37163" y="0"/>
                    </a:lnTo>
                    <a:cubicBezTo>
                      <a:pt x="40151" y="0"/>
                      <a:pt x="42578" y="2442"/>
                      <a:pt x="42578" y="5433"/>
                    </a:cubicBezTo>
                    <a:cubicBezTo>
                      <a:pt x="42578" y="8420"/>
                      <a:pt x="40151" y="10865"/>
                      <a:pt x="37163" y="10865"/>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15" name="Google Shape;2415;p90"/>
              <p:cNvSpPr/>
              <p:nvPr/>
            </p:nvSpPr>
            <p:spPr>
              <a:xfrm>
                <a:off x="8515916" y="4917497"/>
                <a:ext cx="60804" cy="10865"/>
              </a:xfrm>
              <a:custGeom>
                <a:avLst/>
                <a:gdLst/>
                <a:ahLst/>
                <a:cxnLst/>
                <a:rect l="l" t="t" r="r" b="b"/>
                <a:pathLst>
                  <a:path w="60804" h="10865" extrusionOk="0">
                    <a:moveTo>
                      <a:pt x="55389" y="10865"/>
                    </a:moveTo>
                    <a:lnTo>
                      <a:pt x="5416" y="10865"/>
                    </a:lnTo>
                    <a:cubicBezTo>
                      <a:pt x="2428" y="10865"/>
                      <a:pt x="0" y="8420"/>
                      <a:pt x="0" y="5433"/>
                    </a:cubicBezTo>
                    <a:cubicBezTo>
                      <a:pt x="0" y="2442"/>
                      <a:pt x="2428" y="0"/>
                      <a:pt x="5416" y="0"/>
                    </a:cubicBezTo>
                    <a:lnTo>
                      <a:pt x="55389" y="0"/>
                    </a:lnTo>
                    <a:cubicBezTo>
                      <a:pt x="58377" y="0"/>
                      <a:pt x="60805" y="2442"/>
                      <a:pt x="60805" y="5433"/>
                    </a:cubicBezTo>
                    <a:cubicBezTo>
                      <a:pt x="60805" y="8420"/>
                      <a:pt x="58377" y="10865"/>
                      <a:pt x="55389" y="10865"/>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16" name="Google Shape;2416;p90"/>
              <p:cNvSpPr/>
              <p:nvPr/>
            </p:nvSpPr>
            <p:spPr>
              <a:xfrm>
                <a:off x="8590503" y="4917497"/>
                <a:ext cx="54231" cy="10865"/>
              </a:xfrm>
              <a:custGeom>
                <a:avLst/>
                <a:gdLst/>
                <a:ahLst/>
                <a:cxnLst/>
                <a:rect l="l" t="t" r="r" b="b"/>
                <a:pathLst>
                  <a:path w="54231" h="10865" extrusionOk="0">
                    <a:moveTo>
                      <a:pt x="48815" y="10865"/>
                    </a:moveTo>
                    <a:lnTo>
                      <a:pt x="5453" y="10865"/>
                    </a:lnTo>
                    <a:cubicBezTo>
                      <a:pt x="2465" y="10865"/>
                      <a:pt x="0" y="8420"/>
                      <a:pt x="0" y="5433"/>
                    </a:cubicBezTo>
                    <a:cubicBezTo>
                      <a:pt x="0" y="2442"/>
                      <a:pt x="2465" y="0"/>
                      <a:pt x="5453" y="0"/>
                    </a:cubicBezTo>
                    <a:lnTo>
                      <a:pt x="48815" y="0"/>
                    </a:lnTo>
                    <a:cubicBezTo>
                      <a:pt x="51804" y="0"/>
                      <a:pt x="54231" y="2442"/>
                      <a:pt x="54231" y="5433"/>
                    </a:cubicBezTo>
                    <a:cubicBezTo>
                      <a:pt x="54231" y="8420"/>
                      <a:pt x="51804" y="10865"/>
                      <a:pt x="48815" y="10865"/>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17" name="Google Shape;2417;p90"/>
              <p:cNvSpPr/>
              <p:nvPr/>
            </p:nvSpPr>
            <p:spPr>
              <a:xfrm>
                <a:off x="8473039" y="4947042"/>
                <a:ext cx="125082" cy="10869"/>
              </a:xfrm>
              <a:custGeom>
                <a:avLst/>
                <a:gdLst/>
                <a:ahLst/>
                <a:cxnLst/>
                <a:rect l="l" t="t" r="r" b="b"/>
                <a:pathLst>
                  <a:path w="125082" h="10869" extrusionOk="0">
                    <a:moveTo>
                      <a:pt x="119667" y="10869"/>
                    </a:moveTo>
                    <a:lnTo>
                      <a:pt x="5416" y="10869"/>
                    </a:lnTo>
                    <a:cubicBezTo>
                      <a:pt x="2428" y="10869"/>
                      <a:pt x="0" y="8423"/>
                      <a:pt x="0" y="5436"/>
                    </a:cubicBezTo>
                    <a:cubicBezTo>
                      <a:pt x="0" y="2445"/>
                      <a:pt x="2428" y="0"/>
                      <a:pt x="5416" y="0"/>
                    </a:cubicBezTo>
                    <a:lnTo>
                      <a:pt x="119667" y="0"/>
                    </a:lnTo>
                    <a:cubicBezTo>
                      <a:pt x="122656" y="0"/>
                      <a:pt x="125083" y="2445"/>
                      <a:pt x="125083" y="5436"/>
                    </a:cubicBezTo>
                    <a:cubicBezTo>
                      <a:pt x="125083" y="8423"/>
                      <a:pt x="122656" y="10869"/>
                      <a:pt x="119667" y="10869"/>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18" name="Google Shape;2418;p90"/>
              <p:cNvSpPr/>
              <p:nvPr/>
            </p:nvSpPr>
            <p:spPr>
              <a:xfrm>
                <a:off x="8421534" y="4947042"/>
                <a:ext cx="37983" cy="10869"/>
              </a:xfrm>
              <a:custGeom>
                <a:avLst/>
                <a:gdLst/>
                <a:ahLst/>
                <a:cxnLst/>
                <a:rect l="l" t="t" r="r" b="b"/>
                <a:pathLst>
                  <a:path w="37983" h="10869" extrusionOk="0">
                    <a:moveTo>
                      <a:pt x="32531" y="10869"/>
                    </a:moveTo>
                    <a:lnTo>
                      <a:pt x="5415" y="10869"/>
                    </a:lnTo>
                    <a:cubicBezTo>
                      <a:pt x="2427" y="10869"/>
                      <a:pt x="0" y="8423"/>
                      <a:pt x="0" y="5436"/>
                    </a:cubicBezTo>
                    <a:cubicBezTo>
                      <a:pt x="0" y="2445"/>
                      <a:pt x="2427" y="0"/>
                      <a:pt x="5415" y="0"/>
                    </a:cubicBezTo>
                    <a:lnTo>
                      <a:pt x="32531" y="0"/>
                    </a:lnTo>
                    <a:cubicBezTo>
                      <a:pt x="35519" y="0"/>
                      <a:pt x="37984" y="2445"/>
                      <a:pt x="37984" y="5436"/>
                    </a:cubicBezTo>
                    <a:cubicBezTo>
                      <a:pt x="37984" y="8423"/>
                      <a:pt x="35519" y="10869"/>
                      <a:pt x="32531" y="10869"/>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19" name="Google Shape;2419;p90"/>
              <p:cNvSpPr/>
              <p:nvPr/>
            </p:nvSpPr>
            <p:spPr>
              <a:xfrm>
                <a:off x="8453542" y="4977069"/>
                <a:ext cx="88742" cy="10865"/>
              </a:xfrm>
              <a:custGeom>
                <a:avLst/>
                <a:gdLst/>
                <a:ahLst/>
                <a:cxnLst/>
                <a:rect l="l" t="t" r="r" b="b"/>
                <a:pathLst>
                  <a:path w="88742" h="10865" extrusionOk="0">
                    <a:moveTo>
                      <a:pt x="83289" y="10865"/>
                    </a:moveTo>
                    <a:lnTo>
                      <a:pt x="5415" y="10865"/>
                    </a:lnTo>
                    <a:cubicBezTo>
                      <a:pt x="2428" y="10865"/>
                      <a:pt x="0" y="8423"/>
                      <a:pt x="0" y="5433"/>
                    </a:cubicBezTo>
                    <a:cubicBezTo>
                      <a:pt x="0" y="2445"/>
                      <a:pt x="2428" y="0"/>
                      <a:pt x="5415" y="0"/>
                    </a:cubicBezTo>
                    <a:lnTo>
                      <a:pt x="83289" y="0"/>
                    </a:lnTo>
                    <a:cubicBezTo>
                      <a:pt x="86277" y="0"/>
                      <a:pt x="88742" y="2445"/>
                      <a:pt x="88742" y="5433"/>
                    </a:cubicBezTo>
                    <a:cubicBezTo>
                      <a:pt x="88742" y="8423"/>
                      <a:pt x="86277" y="10865"/>
                      <a:pt x="83289" y="10865"/>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20" name="Google Shape;2420;p90"/>
              <p:cNvSpPr/>
              <p:nvPr/>
            </p:nvSpPr>
            <p:spPr>
              <a:xfrm>
                <a:off x="8557560" y="4977069"/>
                <a:ext cx="107827" cy="10865"/>
              </a:xfrm>
              <a:custGeom>
                <a:avLst/>
                <a:gdLst/>
                <a:ahLst/>
                <a:cxnLst/>
                <a:rect l="l" t="t" r="r" b="b"/>
                <a:pathLst>
                  <a:path w="107827" h="10865" extrusionOk="0">
                    <a:moveTo>
                      <a:pt x="102412" y="10865"/>
                    </a:moveTo>
                    <a:lnTo>
                      <a:pt x="5453" y="10865"/>
                    </a:lnTo>
                    <a:cubicBezTo>
                      <a:pt x="2465" y="10865"/>
                      <a:pt x="0" y="8423"/>
                      <a:pt x="0" y="5433"/>
                    </a:cubicBezTo>
                    <a:cubicBezTo>
                      <a:pt x="0" y="2445"/>
                      <a:pt x="2465" y="0"/>
                      <a:pt x="5453" y="0"/>
                    </a:cubicBezTo>
                    <a:lnTo>
                      <a:pt x="102412" y="0"/>
                    </a:lnTo>
                    <a:cubicBezTo>
                      <a:pt x="105400" y="0"/>
                      <a:pt x="107828" y="2445"/>
                      <a:pt x="107828" y="5433"/>
                    </a:cubicBezTo>
                    <a:cubicBezTo>
                      <a:pt x="107828" y="8423"/>
                      <a:pt x="105400" y="10865"/>
                      <a:pt x="102412" y="10865"/>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21" name="Google Shape;2421;p90"/>
              <p:cNvSpPr/>
              <p:nvPr/>
            </p:nvSpPr>
            <p:spPr>
              <a:xfrm>
                <a:off x="8610298" y="4946960"/>
                <a:ext cx="10943" cy="10951"/>
              </a:xfrm>
              <a:custGeom>
                <a:avLst/>
                <a:gdLst/>
                <a:ahLst/>
                <a:cxnLst/>
                <a:rect l="l" t="t" r="r" b="b"/>
                <a:pathLst>
                  <a:path w="10943" h="10951" extrusionOk="0">
                    <a:moveTo>
                      <a:pt x="5491" y="10951"/>
                    </a:moveTo>
                    <a:cubicBezTo>
                      <a:pt x="4071" y="10951"/>
                      <a:pt x="2652" y="10410"/>
                      <a:pt x="1644" y="9390"/>
                    </a:cubicBezTo>
                    <a:cubicBezTo>
                      <a:pt x="672" y="8304"/>
                      <a:pt x="0" y="7012"/>
                      <a:pt x="0" y="5451"/>
                    </a:cubicBezTo>
                    <a:cubicBezTo>
                      <a:pt x="0" y="4025"/>
                      <a:pt x="672" y="2599"/>
                      <a:pt x="1644" y="1579"/>
                    </a:cubicBezTo>
                    <a:cubicBezTo>
                      <a:pt x="3735" y="-526"/>
                      <a:pt x="7321" y="-526"/>
                      <a:pt x="9375" y="1579"/>
                    </a:cubicBezTo>
                    <a:cubicBezTo>
                      <a:pt x="10308" y="2528"/>
                      <a:pt x="10944" y="3954"/>
                      <a:pt x="10944" y="5451"/>
                    </a:cubicBezTo>
                    <a:cubicBezTo>
                      <a:pt x="10944" y="6945"/>
                      <a:pt x="10383" y="8304"/>
                      <a:pt x="9375" y="9390"/>
                    </a:cubicBezTo>
                    <a:cubicBezTo>
                      <a:pt x="8292" y="10343"/>
                      <a:pt x="6984" y="10951"/>
                      <a:pt x="5416" y="10951"/>
                    </a:cubicBezTo>
                    <a:lnTo>
                      <a:pt x="5491" y="10951"/>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22" name="Google Shape;2422;p90"/>
              <p:cNvSpPr/>
              <p:nvPr/>
            </p:nvSpPr>
            <p:spPr>
              <a:xfrm>
                <a:off x="8501499" y="5007089"/>
                <a:ext cx="86837" cy="10865"/>
              </a:xfrm>
              <a:custGeom>
                <a:avLst/>
                <a:gdLst/>
                <a:ahLst/>
                <a:cxnLst/>
                <a:rect l="l" t="t" r="r" b="b"/>
                <a:pathLst>
                  <a:path w="86837" h="10865" extrusionOk="0">
                    <a:moveTo>
                      <a:pt x="81422" y="10865"/>
                    </a:moveTo>
                    <a:lnTo>
                      <a:pt x="5453" y="10865"/>
                    </a:lnTo>
                    <a:cubicBezTo>
                      <a:pt x="2465" y="10865"/>
                      <a:pt x="0" y="8438"/>
                      <a:pt x="0" y="5451"/>
                    </a:cubicBezTo>
                    <a:cubicBezTo>
                      <a:pt x="0" y="2464"/>
                      <a:pt x="2465" y="0"/>
                      <a:pt x="5453" y="0"/>
                    </a:cubicBezTo>
                    <a:lnTo>
                      <a:pt x="81422" y="0"/>
                    </a:lnTo>
                    <a:cubicBezTo>
                      <a:pt x="84410" y="0"/>
                      <a:pt x="86837" y="2464"/>
                      <a:pt x="86837" y="5451"/>
                    </a:cubicBezTo>
                    <a:cubicBezTo>
                      <a:pt x="86837" y="8438"/>
                      <a:pt x="84410" y="10865"/>
                      <a:pt x="81422" y="10865"/>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23" name="Google Shape;2423;p90"/>
              <p:cNvSpPr/>
              <p:nvPr/>
            </p:nvSpPr>
            <p:spPr>
              <a:xfrm>
                <a:off x="8602081" y="5007089"/>
                <a:ext cx="54231" cy="10865"/>
              </a:xfrm>
              <a:custGeom>
                <a:avLst/>
                <a:gdLst/>
                <a:ahLst/>
                <a:cxnLst/>
                <a:rect l="l" t="t" r="r" b="b"/>
                <a:pathLst>
                  <a:path w="54231" h="10865" extrusionOk="0">
                    <a:moveTo>
                      <a:pt x="48778" y="10865"/>
                    </a:moveTo>
                    <a:lnTo>
                      <a:pt x="5415" y="10865"/>
                    </a:lnTo>
                    <a:cubicBezTo>
                      <a:pt x="2428" y="10865"/>
                      <a:pt x="0" y="8438"/>
                      <a:pt x="0" y="5451"/>
                    </a:cubicBezTo>
                    <a:cubicBezTo>
                      <a:pt x="0" y="2464"/>
                      <a:pt x="2428" y="0"/>
                      <a:pt x="5415" y="0"/>
                    </a:cubicBezTo>
                    <a:lnTo>
                      <a:pt x="48778" y="0"/>
                    </a:lnTo>
                    <a:cubicBezTo>
                      <a:pt x="51766" y="0"/>
                      <a:pt x="54231" y="2464"/>
                      <a:pt x="54231" y="5451"/>
                    </a:cubicBezTo>
                    <a:cubicBezTo>
                      <a:pt x="54231" y="8438"/>
                      <a:pt x="51766" y="10865"/>
                      <a:pt x="48778" y="10865"/>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grpSp>
        <p:nvGrpSpPr>
          <p:cNvPr id="2424" name="Google Shape;2424;p90"/>
          <p:cNvGrpSpPr/>
          <p:nvPr/>
        </p:nvGrpSpPr>
        <p:grpSpPr>
          <a:xfrm>
            <a:off x="2601039" y="859080"/>
            <a:ext cx="880732" cy="282706"/>
            <a:chOff x="2307259" y="1398945"/>
            <a:chExt cx="1121238" cy="345269"/>
          </a:xfrm>
        </p:grpSpPr>
        <p:sp>
          <p:nvSpPr>
            <p:cNvPr id="2425" name="Google Shape;2425;p90"/>
            <p:cNvSpPr/>
            <p:nvPr/>
          </p:nvSpPr>
          <p:spPr>
            <a:xfrm>
              <a:off x="2307259" y="1398945"/>
              <a:ext cx="1121238" cy="345269"/>
            </a:xfrm>
            <a:custGeom>
              <a:avLst/>
              <a:gdLst/>
              <a:ahLst/>
              <a:cxnLst/>
              <a:rect l="l" t="t" r="r" b="b"/>
              <a:pathLst>
                <a:path w="1121238" h="345269" extrusionOk="0">
                  <a:moveTo>
                    <a:pt x="1067685" y="0"/>
                  </a:moveTo>
                  <a:cubicBezTo>
                    <a:pt x="1097262" y="0"/>
                    <a:pt x="1121239" y="23969"/>
                    <a:pt x="1121239" y="53537"/>
                  </a:cubicBezTo>
                  <a:lnTo>
                    <a:pt x="1121239" y="291733"/>
                  </a:lnTo>
                  <a:cubicBezTo>
                    <a:pt x="1121239" y="321300"/>
                    <a:pt x="1097262" y="345269"/>
                    <a:pt x="1067685" y="345269"/>
                  </a:cubicBezTo>
                  <a:lnTo>
                    <a:pt x="53553" y="345269"/>
                  </a:lnTo>
                  <a:cubicBezTo>
                    <a:pt x="23977" y="345269"/>
                    <a:pt x="0" y="321300"/>
                    <a:pt x="0" y="291733"/>
                  </a:cubicBezTo>
                  <a:lnTo>
                    <a:pt x="0" y="53537"/>
                  </a:lnTo>
                  <a:cubicBezTo>
                    <a:pt x="0" y="23969"/>
                    <a:pt x="23977" y="0"/>
                    <a:pt x="53553" y="0"/>
                  </a:cubicBezTo>
                  <a:close/>
                </a:path>
              </a:pathLst>
            </a:custGeom>
            <a:solidFill>
              <a:srgbClr val="DFF1F9"/>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426" name="Google Shape;2426;p90"/>
            <p:cNvGrpSpPr/>
            <p:nvPr/>
          </p:nvGrpSpPr>
          <p:grpSpPr>
            <a:xfrm>
              <a:off x="2794813" y="1479005"/>
              <a:ext cx="447478" cy="185802"/>
              <a:chOff x="2794813" y="1479005"/>
              <a:chExt cx="447478" cy="185802"/>
            </a:xfrm>
          </p:grpSpPr>
          <p:sp>
            <p:nvSpPr>
              <p:cNvPr id="2427" name="Google Shape;2427;p90"/>
              <p:cNvSpPr/>
              <p:nvPr/>
            </p:nvSpPr>
            <p:spPr>
              <a:xfrm>
                <a:off x="2794813" y="1480124"/>
                <a:ext cx="57424" cy="68983"/>
              </a:xfrm>
              <a:custGeom>
                <a:avLst/>
                <a:gdLst/>
                <a:ahLst/>
                <a:cxnLst/>
                <a:rect l="l" t="t" r="r" b="b"/>
                <a:pathLst>
                  <a:path w="57424" h="68983" extrusionOk="0">
                    <a:moveTo>
                      <a:pt x="50325" y="52320"/>
                    </a:moveTo>
                    <a:cubicBezTo>
                      <a:pt x="51012" y="52320"/>
                      <a:pt x="51602" y="52586"/>
                      <a:pt x="52099" y="53115"/>
                    </a:cubicBezTo>
                    <a:lnTo>
                      <a:pt x="57047" y="58482"/>
                    </a:lnTo>
                    <a:cubicBezTo>
                      <a:pt x="54310" y="61873"/>
                      <a:pt x="50937" y="64473"/>
                      <a:pt x="46941" y="66274"/>
                    </a:cubicBezTo>
                    <a:cubicBezTo>
                      <a:pt x="42941" y="68079"/>
                      <a:pt x="38141" y="68984"/>
                      <a:pt x="32539" y="68984"/>
                    </a:cubicBezTo>
                    <a:cubicBezTo>
                      <a:pt x="27526" y="68984"/>
                      <a:pt x="23022" y="68127"/>
                      <a:pt x="19022" y="66417"/>
                    </a:cubicBezTo>
                    <a:cubicBezTo>
                      <a:pt x="15022" y="64707"/>
                      <a:pt x="11604" y="62326"/>
                      <a:pt x="8773" y="59274"/>
                    </a:cubicBezTo>
                    <a:cubicBezTo>
                      <a:pt x="5939" y="56225"/>
                      <a:pt x="3769" y="52586"/>
                      <a:pt x="2260" y="48353"/>
                    </a:cubicBezTo>
                    <a:cubicBezTo>
                      <a:pt x="751" y="44123"/>
                      <a:pt x="0" y="39504"/>
                      <a:pt x="0" y="34494"/>
                    </a:cubicBezTo>
                    <a:cubicBezTo>
                      <a:pt x="0" y="29422"/>
                      <a:pt x="837" y="24777"/>
                      <a:pt x="2517" y="20561"/>
                    </a:cubicBezTo>
                    <a:cubicBezTo>
                      <a:pt x="4202" y="16346"/>
                      <a:pt x="6562" y="12711"/>
                      <a:pt x="9614" y="9663"/>
                    </a:cubicBezTo>
                    <a:cubicBezTo>
                      <a:pt x="12665" y="6614"/>
                      <a:pt x="16314" y="4241"/>
                      <a:pt x="20561" y="2545"/>
                    </a:cubicBezTo>
                    <a:cubicBezTo>
                      <a:pt x="24811" y="850"/>
                      <a:pt x="29502" y="0"/>
                      <a:pt x="34638" y="0"/>
                    </a:cubicBezTo>
                    <a:cubicBezTo>
                      <a:pt x="39650" y="0"/>
                      <a:pt x="44031" y="802"/>
                      <a:pt x="47781" y="2407"/>
                    </a:cubicBezTo>
                    <a:cubicBezTo>
                      <a:pt x="51531" y="4007"/>
                      <a:pt x="54747" y="6133"/>
                      <a:pt x="57425" y="8777"/>
                    </a:cubicBezTo>
                    <a:lnTo>
                      <a:pt x="53223" y="14611"/>
                    </a:lnTo>
                    <a:cubicBezTo>
                      <a:pt x="52969" y="14982"/>
                      <a:pt x="52651" y="15311"/>
                      <a:pt x="52263" y="15591"/>
                    </a:cubicBezTo>
                    <a:cubicBezTo>
                      <a:pt x="51871" y="15869"/>
                      <a:pt x="51337" y="16011"/>
                      <a:pt x="50653" y="16011"/>
                    </a:cubicBezTo>
                    <a:cubicBezTo>
                      <a:pt x="49936" y="16011"/>
                      <a:pt x="49204" y="15730"/>
                      <a:pt x="48457" y="15168"/>
                    </a:cubicBezTo>
                    <a:cubicBezTo>
                      <a:pt x="47710" y="14611"/>
                      <a:pt x="46761" y="14002"/>
                      <a:pt x="45611" y="13349"/>
                    </a:cubicBezTo>
                    <a:cubicBezTo>
                      <a:pt x="44457" y="12696"/>
                      <a:pt x="43000" y="12091"/>
                      <a:pt x="41245" y="11530"/>
                    </a:cubicBezTo>
                    <a:cubicBezTo>
                      <a:pt x="39486" y="10968"/>
                      <a:pt x="37252" y="10691"/>
                      <a:pt x="34548" y="10691"/>
                    </a:cubicBezTo>
                    <a:cubicBezTo>
                      <a:pt x="31370" y="10691"/>
                      <a:pt x="28453" y="11242"/>
                      <a:pt x="25793" y="12346"/>
                    </a:cubicBezTo>
                    <a:cubicBezTo>
                      <a:pt x="23130" y="13451"/>
                      <a:pt x="20845" y="15030"/>
                      <a:pt x="18929" y="17083"/>
                    </a:cubicBezTo>
                    <a:cubicBezTo>
                      <a:pt x="17013" y="19136"/>
                      <a:pt x="15522" y="21633"/>
                      <a:pt x="14447" y="24576"/>
                    </a:cubicBezTo>
                    <a:cubicBezTo>
                      <a:pt x="13375" y="27515"/>
                      <a:pt x="12837" y="30822"/>
                      <a:pt x="12837" y="34494"/>
                    </a:cubicBezTo>
                    <a:cubicBezTo>
                      <a:pt x="12837" y="38289"/>
                      <a:pt x="13375" y="41666"/>
                      <a:pt x="14447" y="44619"/>
                    </a:cubicBezTo>
                    <a:cubicBezTo>
                      <a:pt x="15522" y="47576"/>
                      <a:pt x="16975" y="50067"/>
                      <a:pt x="18813" y="52087"/>
                    </a:cubicBezTo>
                    <a:cubicBezTo>
                      <a:pt x="20647" y="54110"/>
                      <a:pt x="22809" y="55657"/>
                      <a:pt x="25300" y="56732"/>
                    </a:cubicBezTo>
                    <a:cubicBezTo>
                      <a:pt x="27792" y="57804"/>
                      <a:pt x="30470" y="58340"/>
                      <a:pt x="33331" y="58340"/>
                    </a:cubicBezTo>
                    <a:cubicBezTo>
                      <a:pt x="35041" y="58340"/>
                      <a:pt x="36591" y="58249"/>
                      <a:pt x="37977" y="58063"/>
                    </a:cubicBezTo>
                    <a:cubicBezTo>
                      <a:pt x="39362" y="57873"/>
                      <a:pt x="40636" y="57578"/>
                      <a:pt x="41805" y="57173"/>
                    </a:cubicBezTo>
                    <a:cubicBezTo>
                      <a:pt x="42970" y="56772"/>
                      <a:pt x="44076" y="56251"/>
                      <a:pt x="45122" y="55613"/>
                    </a:cubicBezTo>
                    <a:cubicBezTo>
                      <a:pt x="46164" y="54975"/>
                      <a:pt x="47195" y="54187"/>
                      <a:pt x="48225" y="53254"/>
                    </a:cubicBezTo>
                    <a:cubicBezTo>
                      <a:pt x="48535" y="52973"/>
                      <a:pt x="48864" y="52751"/>
                      <a:pt x="49204" y="52579"/>
                    </a:cubicBezTo>
                    <a:cubicBezTo>
                      <a:pt x="49548" y="52408"/>
                      <a:pt x="49921" y="52320"/>
                      <a:pt x="50325" y="52320"/>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28" name="Google Shape;2428;p90"/>
              <p:cNvSpPr/>
              <p:nvPr/>
            </p:nvSpPr>
            <p:spPr>
              <a:xfrm>
                <a:off x="2857370" y="1499727"/>
                <a:ext cx="47385" cy="49333"/>
              </a:xfrm>
              <a:custGeom>
                <a:avLst/>
                <a:gdLst/>
                <a:ahLst/>
                <a:cxnLst/>
                <a:rect l="l" t="t" r="r" b="b"/>
                <a:pathLst>
                  <a:path w="47385" h="49333" extrusionOk="0">
                    <a:moveTo>
                      <a:pt x="23762" y="0"/>
                    </a:moveTo>
                    <a:cubicBezTo>
                      <a:pt x="27340" y="0"/>
                      <a:pt x="30585" y="576"/>
                      <a:pt x="33495" y="1728"/>
                    </a:cubicBezTo>
                    <a:cubicBezTo>
                      <a:pt x="36408" y="2881"/>
                      <a:pt x="38888" y="4514"/>
                      <a:pt x="40942" y="6629"/>
                    </a:cubicBezTo>
                    <a:cubicBezTo>
                      <a:pt x="42997" y="8744"/>
                      <a:pt x="44584" y="11329"/>
                      <a:pt x="45704" y="14377"/>
                    </a:cubicBezTo>
                    <a:cubicBezTo>
                      <a:pt x="46825" y="17426"/>
                      <a:pt x="47385" y="20835"/>
                      <a:pt x="47385" y="24598"/>
                    </a:cubicBezTo>
                    <a:cubicBezTo>
                      <a:pt x="47385" y="28393"/>
                      <a:pt x="46825" y="31817"/>
                      <a:pt x="45704" y="34866"/>
                    </a:cubicBezTo>
                    <a:cubicBezTo>
                      <a:pt x="44584" y="37914"/>
                      <a:pt x="42997" y="40514"/>
                      <a:pt x="40942" y="42661"/>
                    </a:cubicBezTo>
                    <a:cubicBezTo>
                      <a:pt x="38888" y="44805"/>
                      <a:pt x="36408" y="46457"/>
                      <a:pt x="33495" y="47606"/>
                    </a:cubicBezTo>
                    <a:cubicBezTo>
                      <a:pt x="30585" y="48758"/>
                      <a:pt x="27340" y="49334"/>
                      <a:pt x="23762" y="49334"/>
                    </a:cubicBezTo>
                    <a:cubicBezTo>
                      <a:pt x="20184" y="49334"/>
                      <a:pt x="16930" y="48758"/>
                      <a:pt x="14006" y="47606"/>
                    </a:cubicBezTo>
                    <a:cubicBezTo>
                      <a:pt x="11078" y="46457"/>
                      <a:pt x="8579" y="44805"/>
                      <a:pt x="6510" y="42661"/>
                    </a:cubicBezTo>
                    <a:cubicBezTo>
                      <a:pt x="4441" y="40514"/>
                      <a:pt x="2835" y="37914"/>
                      <a:pt x="1703" y="34866"/>
                    </a:cubicBezTo>
                    <a:cubicBezTo>
                      <a:pt x="564" y="31817"/>
                      <a:pt x="0" y="28393"/>
                      <a:pt x="0" y="24598"/>
                    </a:cubicBezTo>
                    <a:cubicBezTo>
                      <a:pt x="0" y="20835"/>
                      <a:pt x="564" y="17426"/>
                      <a:pt x="1703" y="14377"/>
                    </a:cubicBezTo>
                    <a:cubicBezTo>
                      <a:pt x="2835" y="11329"/>
                      <a:pt x="4441" y="8744"/>
                      <a:pt x="6510" y="6629"/>
                    </a:cubicBezTo>
                    <a:cubicBezTo>
                      <a:pt x="8579" y="4514"/>
                      <a:pt x="11078" y="2881"/>
                      <a:pt x="14006" y="1728"/>
                    </a:cubicBezTo>
                    <a:cubicBezTo>
                      <a:pt x="16930" y="576"/>
                      <a:pt x="20184" y="0"/>
                      <a:pt x="23762" y="0"/>
                    </a:cubicBezTo>
                    <a:close/>
                    <a:moveTo>
                      <a:pt x="23762" y="40466"/>
                    </a:moveTo>
                    <a:cubicBezTo>
                      <a:pt x="27743" y="40466"/>
                      <a:pt x="30694" y="39128"/>
                      <a:pt x="32610" y="36452"/>
                    </a:cubicBezTo>
                    <a:cubicBezTo>
                      <a:pt x="34522" y="33775"/>
                      <a:pt x="35482" y="29856"/>
                      <a:pt x="35482" y="24693"/>
                    </a:cubicBezTo>
                    <a:cubicBezTo>
                      <a:pt x="35482" y="19526"/>
                      <a:pt x="34522" y="15591"/>
                      <a:pt x="32610" y="12882"/>
                    </a:cubicBezTo>
                    <a:cubicBezTo>
                      <a:pt x="30694" y="10177"/>
                      <a:pt x="27743" y="8824"/>
                      <a:pt x="23762" y="8824"/>
                    </a:cubicBezTo>
                    <a:cubicBezTo>
                      <a:pt x="19717" y="8824"/>
                      <a:pt x="16725" y="10184"/>
                      <a:pt x="14798" y="12908"/>
                    </a:cubicBezTo>
                    <a:cubicBezTo>
                      <a:pt x="12867" y="15628"/>
                      <a:pt x="11903" y="19559"/>
                      <a:pt x="11903" y="24693"/>
                    </a:cubicBezTo>
                    <a:cubicBezTo>
                      <a:pt x="11903" y="29826"/>
                      <a:pt x="12867" y="33739"/>
                      <a:pt x="14798" y="36430"/>
                    </a:cubicBezTo>
                    <a:cubicBezTo>
                      <a:pt x="16725" y="39121"/>
                      <a:pt x="19717" y="40466"/>
                      <a:pt x="23762" y="40466"/>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29" name="Google Shape;2429;p90"/>
              <p:cNvSpPr/>
              <p:nvPr/>
            </p:nvSpPr>
            <p:spPr>
              <a:xfrm>
                <a:off x="2913767" y="1499727"/>
                <a:ext cx="41737" cy="48633"/>
              </a:xfrm>
              <a:custGeom>
                <a:avLst/>
                <a:gdLst/>
                <a:ahLst/>
                <a:cxnLst/>
                <a:rect l="l" t="t" r="r" b="b"/>
                <a:pathLst>
                  <a:path w="41737" h="48633" extrusionOk="0">
                    <a:moveTo>
                      <a:pt x="0" y="48634"/>
                    </a:moveTo>
                    <a:lnTo>
                      <a:pt x="0" y="747"/>
                    </a:lnTo>
                    <a:lnTo>
                      <a:pt x="7048" y="747"/>
                    </a:lnTo>
                    <a:cubicBezTo>
                      <a:pt x="8542" y="747"/>
                      <a:pt x="9524" y="1448"/>
                      <a:pt x="9991" y="2848"/>
                    </a:cubicBezTo>
                    <a:lnTo>
                      <a:pt x="10783" y="6629"/>
                    </a:lnTo>
                    <a:cubicBezTo>
                      <a:pt x="11750" y="5634"/>
                      <a:pt x="12766" y="4733"/>
                      <a:pt x="13842" y="3923"/>
                    </a:cubicBezTo>
                    <a:cubicBezTo>
                      <a:pt x="14914" y="3114"/>
                      <a:pt x="16053" y="2414"/>
                      <a:pt x="17248" y="1823"/>
                    </a:cubicBezTo>
                    <a:cubicBezTo>
                      <a:pt x="18451" y="1233"/>
                      <a:pt x="19732" y="780"/>
                      <a:pt x="21102" y="467"/>
                    </a:cubicBezTo>
                    <a:cubicBezTo>
                      <a:pt x="22473" y="157"/>
                      <a:pt x="23963" y="0"/>
                      <a:pt x="25584" y="0"/>
                    </a:cubicBezTo>
                    <a:cubicBezTo>
                      <a:pt x="28199" y="0"/>
                      <a:pt x="30514" y="445"/>
                      <a:pt x="32539" y="1331"/>
                    </a:cubicBezTo>
                    <a:cubicBezTo>
                      <a:pt x="34563" y="2217"/>
                      <a:pt x="36251" y="3464"/>
                      <a:pt x="37607" y="5065"/>
                    </a:cubicBezTo>
                    <a:cubicBezTo>
                      <a:pt x="38959" y="6669"/>
                      <a:pt x="39986" y="8584"/>
                      <a:pt x="40688" y="10808"/>
                    </a:cubicBezTo>
                    <a:cubicBezTo>
                      <a:pt x="41387" y="13032"/>
                      <a:pt x="41738" y="15482"/>
                      <a:pt x="41738" y="18158"/>
                    </a:cubicBezTo>
                    <a:lnTo>
                      <a:pt x="41738" y="48634"/>
                    </a:lnTo>
                    <a:lnTo>
                      <a:pt x="30204" y="48634"/>
                    </a:lnTo>
                    <a:lnTo>
                      <a:pt x="30204" y="18158"/>
                    </a:lnTo>
                    <a:cubicBezTo>
                      <a:pt x="30204" y="15234"/>
                      <a:pt x="29528" y="12970"/>
                      <a:pt x="28173" y="11366"/>
                    </a:cubicBezTo>
                    <a:cubicBezTo>
                      <a:pt x="26821" y="9765"/>
                      <a:pt x="24789" y="8963"/>
                      <a:pt x="22081" y="8963"/>
                    </a:cubicBezTo>
                    <a:cubicBezTo>
                      <a:pt x="20090" y="8963"/>
                      <a:pt x="18223" y="9415"/>
                      <a:pt x="16479" y="10315"/>
                    </a:cubicBezTo>
                    <a:cubicBezTo>
                      <a:pt x="14738" y="11220"/>
                      <a:pt x="13087" y="12448"/>
                      <a:pt x="11530" y="14002"/>
                    </a:cubicBezTo>
                    <a:lnTo>
                      <a:pt x="11530" y="48634"/>
                    </a:lnTo>
                    <a:lnTo>
                      <a:pt x="0" y="48634"/>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30" name="Google Shape;2430;p90"/>
              <p:cNvSpPr/>
              <p:nvPr/>
            </p:nvSpPr>
            <p:spPr>
              <a:xfrm>
                <a:off x="2966852" y="1499727"/>
                <a:ext cx="41737" cy="48633"/>
              </a:xfrm>
              <a:custGeom>
                <a:avLst/>
                <a:gdLst/>
                <a:ahLst/>
                <a:cxnLst/>
                <a:rect l="l" t="t" r="r" b="b"/>
                <a:pathLst>
                  <a:path w="41737" h="48633" extrusionOk="0">
                    <a:moveTo>
                      <a:pt x="0" y="48634"/>
                    </a:moveTo>
                    <a:lnTo>
                      <a:pt x="0" y="747"/>
                    </a:lnTo>
                    <a:lnTo>
                      <a:pt x="7048" y="747"/>
                    </a:lnTo>
                    <a:cubicBezTo>
                      <a:pt x="8542" y="747"/>
                      <a:pt x="9524" y="1448"/>
                      <a:pt x="9991" y="2848"/>
                    </a:cubicBezTo>
                    <a:lnTo>
                      <a:pt x="10783" y="6629"/>
                    </a:lnTo>
                    <a:cubicBezTo>
                      <a:pt x="11750" y="5634"/>
                      <a:pt x="12766" y="4733"/>
                      <a:pt x="13842" y="3923"/>
                    </a:cubicBezTo>
                    <a:cubicBezTo>
                      <a:pt x="14914" y="3114"/>
                      <a:pt x="16053" y="2414"/>
                      <a:pt x="17248" y="1823"/>
                    </a:cubicBezTo>
                    <a:cubicBezTo>
                      <a:pt x="18451" y="1233"/>
                      <a:pt x="19732" y="780"/>
                      <a:pt x="21102" y="467"/>
                    </a:cubicBezTo>
                    <a:cubicBezTo>
                      <a:pt x="22473" y="157"/>
                      <a:pt x="23963" y="0"/>
                      <a:pt x="25584" y="0"/>
                    </a:cubicBezTo>
                    <a:cubicBezTo>
                      <a:pt x="28199" y="0"/>
                      <a:pt x="30514" y="445"/>
                      <a:pt x="32539" y="1331"/>
                    </a:cubicBezTo>
                    <a:cubicBezTo>
                      <a:pt x="34563" y="2217"/>
                      <a:pt x="36251" y="3464"/>
                      <a:pt x="37603" y="5065"/>
                    </a:cubicBezTo>
                    <a:cubicBezTo>
                      <a:pt x="38959" y="6669"/>
                      <a:pt x="39986" y="8584"/>
                      <a:pt x="40688" y="10808"/>
                    </a:cubicBezTo>
                    <a:cubicBezTo>
                      <a:pt x="41387" y="13032"/>
                      <a:pt x="41738" y="15482"/>
                      <a:pt x="41738" y="18158"/>
                    </a:cubicBezTo>
                    <a:lnTo>
                      <a:pt x="41738" y="48634"/>
                    </a:lnTo>
                    <a:lnTo>
                      <a:pt x="30204" y="48634"/>
                    </a:lnTo>
                    <a:lnTo>
                      <a:pt x="30204" y="18158"/>
                    </a:lnTo>
                    <a:cubicBezTo>
                      <a:pt x="30204" y="15234"/>
                      <a:pt x="29528" y="12970"/>
                      <a:pt x="28173" y="11366"/>
                    </a:cubicBezTo>
                    <a:cubicBezTo>
                      <a:pt x="26821" y="9765"/>
                      <a:pt x="24789" y="8963"/>
                      <a:pt x="22081" y="8963"/>
                    </a:cubicBezTo>
                    <a:cubicBezTo>
                      <a:pt x="20090" y="8963"/>
                      <a:pt x="18223" y="9415"/>
                      <a:pt x="16479" y="10315"/>
                    </a:cubicBezTo>
                    <a:cubicBezTo>
                      <a:pt x="14734" y="11220"/>
                      <a:pt x="13087" y="12448"/>
                      <a:pt x="11530" y="14002"/>
                    </a:cubicBezTo>
                    <a:lnTo>
                      <a:pt x="11530" y="48634"/>
                    </a:lnTo>
                    <a:lnTo>
                      <a:pt x="0" y="48634"/>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31" name="Google Shape;2431;p90"/>
              <p:cNvSpPr/>
              <p:nvPr/>
            </p:nvSpPr>
            <p:spPr>
              <a:xfrm>
                <a:off x="3016713" y="1499727"/>
                <a:ext cx="43747" cy="49333"/>
              </a:xfrm>
              <a:custGeom>
                <a:avLst/>
                <a:gdLst/>
                <a:ahLst/>
                <a:cxnLst/>
                <a:rect l="l" t="t" r="r" b="b"/>
                <a:pathLst>
                  <a:path w="43747" h="49333" extrusionOk="0">
                    <a:moveTo>
                      <a:pt x="23018" y="0"/>
                    </a:moveTo>
                    <a:cubicBezTo>
                      <a:pt x="26033" y="0"/>
                      <a:pt x="28815" y="485"/>
                      <a:pt x="31351" y="1448"/>
                    </a:cubicBezTo>
                    <a:cubicBezTo>
                      <a:pt x="33887" y="2414"/>
                      <a:pt x="36072" y="3822"/>
                      <a:pt x="37910" y="5674"/>
                    </a:cubicBezTo>
                    <a:cubicBezTo>
                      <a:pt x="39743" y="7522"/>
                      <a:pt x="41178" y="9794"/>
                      <a:pt x="42208" y="12485"/>
                    </a:cubicBezTo>
                    <a:cubicBezTo>
                      <a:pt x="43232" y="15180"/>
                      <a:pt x="43747" y="18250"/>
                      <a:pt x="43747" y="21703"/>
                    </a:cubicBezTo>
                    <a:cubicBezTo>
                      <a:pt x="43747" y="22574"/>
                      <a:pt x="43706" y="23300"/>
                      <a:pt x="43628" y="23876"/>
                    </a:cubicBezTo>
                    <a:cubicBezTo>
                      <a:pt x="43553" y="24452"/>
                      <a:pt x="43411" y="24901"/>
                      <a:pt x="43209" y="25229"/>
                    </a:cubicBezTo>
                    <a:cubicBezTo>
                      <a:pt x="43004" y="25553"/>
                      <a:pt x="42735" y="25787"/>
                      <a:pt x="42391" y="25929"/>
                    </a:cubicBezTo>
                    <a:cubicBezTo>
                      <a:pt x="42052" y="26067"/>
                      <a:pt x="41611" y="26136"/>
                      <a:pt x="41084" y="26136"/>
                    </a:cubicBezTo>
                    <a:lnTo>
                      <a:pt x="11485" y="26136"/>
                    </a:lnTo>
                    <a:cubicBezTo>
                      <a:pt x="11829" y="31055"/>
                      <a:pt x="13151" y="34665"/>
                      <a:pt x="15451" y="36966"/>
                    </a:cubicBezTo>
                    <a:cubicBezTo>
                      <a:pt x="17760" y="39270"/>
                      <a:pt x="20807" y="40419"/>
                      <a:pt x="24606" y="40419"/>
                    </a:cubicBezTo>
                    <a:cubicBezTo>
                      <a:pt x="26473" y="40419"/>
                      <a:pt x="28083" y="40204"/>
                      <a:pt x="29439" y="39766"/>
                    </a:cubicBezTo>
                    <a:cubicBezTo>
                      <a:pt x="30791" y="39332"/>
                      <a:pt x="31971" y="38847"/>
                      <a:pt x="32987" y="38319"/>
                    </a:cubicBezTo>
                    <a:cubicBezTo>
                      <a:pt x="33995" y="37790"/>
                      <a:pt x="34884" y="37309"/>
                      <a:pt x="35646" y="36871"/>
                    </a:cubicBezTo>
                    <a:cubicBezTo>
                      <a:pt x="36408" y="36437"/>
                      <a:pt x="37148" y="36218"/>
                      <a:pt x="37861" y="36218"/>
                    </a:cubicBezTo>
                    <a:cubicBezTo>
                      <a:pt x="38328" y="36218"/>
                      <a:pt x="38735" y="36313"/>
                      <a:pt x="39079" y="36499"/>
                    </a:cubicBezTo>
                    <a:cubicBezTo>
                      <a:pt x="39419" y="36685"/>
                      <a:pt x="39717" y="36951"/>
                      <a:pt x="39964" y="37294"/>
                    </a:cubicBezTo>
                    <a:lnTo>
                      <a:pt x="43325" y="41494"/>
                    </a:lnTo>
                    <a:cubicBezTo>
                      <a:pt x="42052" y="42986"/>
                      <a:pt x="40617" y="44240"/>
                      <a:pt x="39030" y="45250"/>
                    </a:cubicBezTo>
                    <a:cubicBezTo>
                      <a:pt x="37443" y="46260"/>
                      <a:pt x="35788" y="47070"/>
                      <a:pt x="34059" y="47679"/>
                    </a:cubicBezTo>
                    <a:cubicBezTo>
                      <a:pt x="32330" y="48284"/>
                      <a:pt x="30570" y="48710"/>
                      <a:pt x="28785" y="48962"/>
                    </a:cubicBezTo>
                    <a:cubicBezTo>
                      <a:pt x="26992" y="49210"/>
                      <a:pt x="25256" y="49334"/>
                      <a:pt x="23575" y="49334"/>
                    </a:cubicBezTo>
                    <a:cubicBezTo>
                      <a:pt x="20247" y="49334"/>
                      <a:pt x="17151" y="48780"/>
                      <a:pt x="14286" y="47679"/>
                    </a:cubicBezTo>
                    <a:cubicBezTo>
                      <a:pt x="11421" y="46574"/>
                      <a:pt x="8930" y="44940"/>
                      <a:pt x="6816" y="42778"/>
                    </a:cubicBezTo>
                    <a:cubicBezTo>
                      <a:pt x="4702" y="40616"/>
                      <a:pt x="3033" y="37940"/>
                      <a:pt x="1823" y="34749"/>
                    </a:cubicBezTo>
                    <a:cubicBezTo>
                      <a:pt x="609" y="31559"/>
                      <a:pt x="0" y="27865"/>
                      <a:pt x="0" y="23664"/>
                    </a:cubicBezTo>
                    <a:cubicBezTo>
                      <a:pt x="0" y="20397"/>
                      <a:pt x="527" y="17324"/>
                      <a:pt x="1587" y="14447"/>
                    </a:cubicBezTo>
                    <a:cubicBezTo>
                      <a:pt x="2648" y="11570"/>
                      <a:pt x="4164" y="9065"/>
                      <a:pt x="6140" y="6932"/>
                    </a:cubicBezTo>
                    <a:cubicBezTo>
                      <a:pt x="8116" y="4802"/>
                      <a:pt x="10529" y="3114"/>
                      <a:pt x="13379" y="1867"/>
                    </a:cubicBezTo>
                    <a:cubicBezTo>
                      <a:pt x="16221" y="624"/>
                      <a:pt x="19437" y="0"/>
                      <a:pt x="23018" y="0"/>
                    </a:cubicBezTo>
                    <a:close/>
                    <a:moveTo>
                      <a:pt x="23250" y="8262"/>
                    </a:moveTo>
                    <a:cubicBezTo>
                      <a:pt x="19889" y="8262"/>
                      <a:pt x="17259" y="9210"/>
                      <a:pt x="15362" y="11110"/>
                    </a:cubicBezTo>
                    <a:cubicBezTo>
                      <a:pt x="13461" y="13006"/>
                      <a:pt x="12247" y="15701"/>
                      <a:pt x="11716" y="19183"/>
                    </a:cubicBezTo>
                    <a:lnTo>
                      <a:pt x="33379" y="19183"/>
                    </a:lnTo>
                    <a:cubicBezTo>
                      <a:pt x="33379" y="17692"/>
                      <a:pt x="33181" y="16284"/>
                      <a:pt x="32774" y="14961"/>
                    </a:cubicBezTo>
                    <a:cubicBezTo>
                      <a:pt x="32371" y="13637"/>
                      <a:pt x="31747" y="12478"/>
                      <a:pt x="30907" y="11482"/>
                    </a:cubicBezTo>
                    <a:cubicBezTo>
                      <a:pt x="30070" y="10487"/>
                      <a:pt x="29005" y="9703"/>
                      <a:pt x="27736" y="9127"/>
                    </a:cubicBezTo>
                    <a:cubicBezTo>
                      <a:pt x="26458" y="8551"/>
                      <a:pt x="24961" y="8262"/>
                      <a:pt x="23250" y="8262"/>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32" name="Google Shape;2432;p90"/>
              <p:cNvSpPr/>
              <p:nvPr/>
            </p:nvSpPr>
            <p:spPr>
              <a:xfrm>
                <a:off x="3066619" y="1499727"/>
                <a:ext cx="40385" cy="49333"/>
              </a:xfrm>
              <a:custGeom>
                <a:avLst/>
                <a:gdLst/>
                <a:ahLst/>
                <a:cxnLst/>
                <a:rect l="l" t="t" r="r" b="b"/>
                <a:pathLst>
                  <a:path w="40385" h="49333" extrusionOk="0">
                    <a:moveTo>
                      <a:pt x="36882" y="10877"/>
                    </a:moveTo>
                    <a:cubicBezTo>
                      <a:pt x="36539" y="11311"/>
                      <a:pt x="36206" y="11653"/>
                      <a:pt x="35878" y="11901"/>
                    </a:cubicBezTo>
                    <a:cubicBezTo>
                      <a:pt x="35557" y="12153"/>
                      <a:pt x="35079" y="12277"/>
                      <a:pt x="34459" y="12277"/>
                    </a:cubicBezTo>
                    <a:cubicBezTo>
                      <a:pt x="33865" y="12277"/>
                      <a:pt x="33289" y="12099"/>
                      <a:pt x="32729" y="11741"/>
                    </a:cubicBezTo>
                    <a:cubicBezTo>
                      <a:pt x="32169" y="11384"/>
                      <a:pt x="31500" y="10979"/>
                      <a:pt x="30724" y="10527"/>
                    </a:cubicBezTo>
                    <a:cubicBezTo>
                      <a:pt x="29943" y="10075"/>
                      <a:pt x="29020" y="9670"/>
                      <a:pt x="27941" y="9313"/>
                    </a:cubicBezTo>
                    <a:cubicBezTo>
                      <a:pt x="26869" y="8955"/>
                      <a:pt x="25539" y="8777"/>
                      <a:pt x="23952" y="8777"/>
                    </a:cubicBezTo>
                    <a:cubicBezTo>
                      <a:pt x="21928" y="8777"/>
                      <a:pt x="20157" y="9141"/>
                      <a:pt x="18630" y="9874"/>
                    </a:cubicBezTo>
                    <a:cubicBezTo>
                      <a:pt x="17102" y="10604"/>
                      <a:pt x="15836" y="11653"/>
                      <a:pt x="14824" y="13025"/>
                    </a:cubicBezTo>
                    <a:cubicBezTo>
                      <a:pt x="13812" y="14392"/>
                      <a:pt x="13057" y="16051"/>
                      <a:pt x="12561" y="17995"/>
                    </a:cubicBezTo>
                    <a:cubicBezTo>
                      <a:pt x="12064" y="19938"/>
                      <a:pt x="11814" y="22140"/>
                      <a:pt x="11814" y="24598"/>
                    </a:cubicBezTo>
                    <a:cubicBezTo>
                      <a:pt x="11814" y="27150"/>
                      <a:pt x="12083" y="29422"/>
                      <a:pt x="12632" y="31413"/>
                    </a:cubicBezTo>
                    <a:cubicBezTo>
                      <a:pt x="13173" y="33403"/>
                      <a:pt x="13961" y="35077"/>
                      <a:pt x="14988" y="36430"/>
                    </a:cubicBezTo>
                    <a:cubicBezTo>
                      <a:pt x="16015" y="37783"/>
                      <a:pt x="17259" y="38811"/>
                      <a:pt x="18723" y="39511"/>
                    </a:cubicBezTo>
                    <a:cubicBezTo>
                      <a:pt x="20184" y="40211"/>
                      <a:pt x="21834" y="40561"/>
                      <a:pt x="23672" y="40561"/>
                    </a:cubicBezTo>
                    <a:cubicBezTo>
                      <a:pt x="25506" y="40561"/>
                      <a:pt x="26996" y="40335"/>
                      <a:pt x="28128" y="39883"/>
                    </a:cubicBezTo>
                    <a:cubicBezTo>
                      <a:pt x="29267" y="39431"/>
                      <a:pt x="30223" y="38935"/>
                      <a:pt x="31004" y="38388"/>
                    </a:cubicBezTo>
                    <a:cubicBezTo>
                      <a:pt x="31781" y="37845"/>
                      <a:pt x="32453" y="37349"/>
                      <a:pt x="33032" y="36897"/>
                    </a:cubicBezTo>
                    <a:cubicBezTo>
                      <a:pt x="33607" y="36445"/>
                      <a:pt x="34253" y="36218"/>
                      <a:pt x="34970" y="36218"/>
                    </a:cubicBezTo>
                    <a:cubicBezTo>
                      <a:pt x="35904" y="36218"/>
                      <a:pt x="36606" y="36576"/>
                      <a:pt x="37073" y="37294"/>
                    </a:cubicBezTo>
                    <a:lnTo>
                      <a:pt x="40386" y="41494"/>
                    </a:lnTo>
                    <a:cubicBezTo>
                      <a:pt x="39108" y="42986"/>
                      <a:pt x="37727" y="44240"/>
                      <a:pt x="36229" y="45250"/>
                    </a:cubicBezTo>
                    <a:cubicBezTo>
                      <a:pt x="34739" y="46260"/>
                      <a:pt x="33189" y="47070"/>
                      <a:pt x="31586" y="47679"/>
                    </a:cubicBezTo>
                    <a:cubicBezTo>
                      <a:pt x="29980" y="48284"/>
                      <a:pt x="28326" y="48710"/>
                      <a:pt x="26611" y="48962"/>
                    </a:cubicBezTo>
                    <a:cubicBezTo>
                      <a:pt x="24901" y="49210"/>
                      <a:pt x="23205" y="49334"/>
                      <a:pt x="21524" y="49334"/>
                    </a:cubicBezTo>
                    <a:cubicBezTo>
                      <a:pt x="18566" y="49334"/>
                      <a:pt x="15784" y="48780"/>
                      <a:pt x="13166" y="47679"/>
                    </a:cubicBezTo>
                    <a:cubicBezTo>
                      <a:pt x="10551" y="46574"/>
                      <a:pt x="8273" y="44962"/>
                      <a:pt x="6327" y="42847"/>
                    </a:cubicBezTo>
                    <a:cubicBezTo>
                      <a:pt x="4381" y="40732"/>
                      <a:pt x="2842" y="38140"/>
                      <a:pt x="1707" y="35077"/>
                    </a:cubicBezTo>
                    <a:cubicBezTo>
                      <a:pt x="568" y="32011"/>
                      <a:pt x="0" y="28517"/>
                      <a:pt x="0" y="24598"/>
                    </a:cubicBezTo>
                    <a:cubicBezTo>
                      <a:pt x="0" y="21083"/>
                      <a:pt x="508" y="17823"/>
                      <a:pt x="1516" y="14819"/>
                    </a:cubicBezTo>
                    <a:cubicBezTo>
                      <a:pt x="2532" y="11818"/>
                      <a:pt x="4015" y="9218"/>
                      <a:pt x="5980" y="7027"/>
                    </a:cubicBezTo>
                    <a:cubicBezTo>
                      <a:pt x="7937" y="4831"/>
                      <a:pt x="10364" y="3114"/>
                      <a:pt x="13263" y="1867"/>
                    </a:cubicBezTo>
                    <a:cubicBezTo>
                      <a:pt x="16154" y="624"/>
                      <a:pt x="19485" y="0"/>
                      <a:pt x="23254" y="0"/>
                    </a:cubicBezTo>
                    <a:cubicBezTo>
                      <a:pt x="26832" y="0"/>
                      <a:pt x="29965" y="576"/>
                      <a:pt x="32658" y="1728"/>
                    </a:cubicBezTo>
                    <a:cubicBezTo>
                      <a:pt x="35351" y="2881"/>
                      <a:pt x="37771" y="4529"/>
                      <a:pt x="39919" y="6676"/>
                    </a:cubicBezTo>
                    <a:lnTo>
                      <a:pt x="36882" y="10877"/>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33" name="Google Shape;2433;p90"/>
              <p:cNvSpPr/>
              <p:nvPr/>
            </p:nvSpPr>
            <p:spPr>
              <a:xfrm>
                <a:off x="3110038" y="1485820"/>
                <a:ext cx="32632" cy="63288"/>
              </a:xfrm>
              <a:custGeom>
                <a:avLst/>
                <a:gdLst/>
                <a:ahLst/>
                <a:cxnLst/>
                <a:rect l="l" t="t" r="r" b="b"/>
                <a:pathLst>
                  <a:path w="32632" h="63288" extrusionOk="0">
                    <a:moveTo>
                      <a:pt x="20075" y="63288"/>
                    </a:moveTo>
                    <a:cubicBezTo>
                      <a:pt x="15937" y="63288"/>
                      <a:pt x="12747" y="62114"/>
                      <a:pt x="10506" y="59762"/>
                    </a:cubicBezTo>
                    <a:cubicBezTo>
                      <a:pt x="8265" y="57414"/>
                      <a:pt x="7145" y="54172"/>
                      <a:pt x="7145" y="50034"/>
                    </a:cubicBezTo>
                    <a:lnTo>
                      <a:pt x="7145" y="23289"/>
                    </a:lnTo>
                    <a:lnTo>
                      <a:pt x="2286" y="23289"/>
                    </a:lnTo>
                    <a:cubicBezTo>
                      <a:pt x="1666" y="23289"/>
                      <a:pt x="1128" y="23088"/>
                      <a:pt x="680" y="22683"/>
                    </a:cubicBezTo>
                    <a:cubicBezTo>
                      <a:pt x="228" y="22279"/>
                      <a:pt x="0" y="21673"/>
                      <a:pt x="0" y="20864"/>
                    </a:cubicBezTo>
                    <a:lnTo>
                      <a:pt x="0" y="16288"/>
                    </a:lnTo>
                    <a:lnTo>
                      <a:pt x="7705" y="15030"/>
                    </a:lnTo>
                    <a:lnTo>
                      <a:pt x="10133" y="1962"/>
                    </a:lnTo>
                    <a:cubicBezTo>
                      <a:pt x="10256" y="1338"/>
                      <a:pt x="10544" y="857"/>
                      <a:pt x="10996" y="514"/>
                    </a:cubicBezTo>
                    <a:cubicBezTo>
                      <a:pt x="11444" y="171"/>
                      <a:pt x="12015" y="0"/>
                      <a:pt x="12699" y="0"/>
                    </a:cubicBezTo>
                    <a:lnTo>
                      <a:pt x="18675" y="0"/>
                    </a:lnTo>
                    <a:lnTo>
                      <a:pt x="18675" y="15074"/>
                    </a:lnTo>
                    <a:lnTo>
                      <a:pt x="31280" y="15074"/>
                    </a:lnTo>
                    <a:lnTo>
                      <a:pt x="31280" y="23289"/>
                    </a:lnTo>
                    <a:lnTo>
                      <a:pt x="18675" y="23289"/>
                    </a:lnTo>
                    <a:lnTo>
                      <a:pt x="18675" y="49239"/>
                    </a:lnTo>
                    <a:cubicBezTo>
                      <a:pt x="18675" y="50734"/>
                      <a:pt x="19052" y="51901"/>
                      <a:pt x="19795" y="52739"/>
                    </a:cubicBezTo>
                    <a:cubicBezTo>
                      <a:pt x="20542" y="53578"/>
                      <a:pt x="21539" y="54001"/>
                      <a:pt x="22787" y="54001"/>
                    </a:cubicBezTo>
                    <a:cubicBezTo>
                      <a:pt x="23500" y="54001"/>
                      <a:pt x="24098" y="53914"/>
                      <a:pt x="24580" y="53742"/>
                    </a:cubicBezTo>
                    <a:cubicBezTo>
                      <a:pt x="25065" y="53571"/>
                      <a:pt x="25483" y="53392"/>
                      <a:pt x="25842" y="53206"/>
                    </a:cubicBezTo>
                    <a:cubicBezTo>
                      <a:pt x="26201" y="53020"/>
                      <a:pt x="26522" y="52842"/>
                      <a:pt x="26798" y="52670"/>
                    </a:cubicBezTo>
                    <a:cubicBezTo>
                      <a:pt x="27078" y="52499"/>
                      <a:pt x="27358" y="52411"/>
                      <a:pt x="27638" y="52411"/>
                    </a:cubicBezTo>
                    <a:cubicBezTo>
                      <a:pt x="27982" y="52411"/>
                      <a:pt x="28258" y="52499"/>
                      <a:pt x="28479" y="52670"/>
                    </a:cubicBezTo>
                    <a:cubicBezTo>
                      <a:pt x="28699" y="52842"/>
                      <a:pt x="28931" y="53097"/>
                      <a:pt x="29181" y="53440"/>
                    </a:cubicBezTo>
                    <a:lnTo>
                      <a:pt x="32632" y="59040"/>
                    </a:lnTo>
                    <a:cubicBezTo>
                      <a:pt x="30955" y="60440"/>
                      <a:pt x="29024" y="61498"/>
                      <a:pt x="26847" y="62212"/>
                    </a:cubicBezTo>
                    <a:cubicBezTo>
                      <a:pt x="24669" y="62931"/>
                      <a:pt x="22410" y="63288"/>
                      <a:pt x="20075" y="63288"/>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34" name="Google Shape;2434;p90"/>
              <p:cNvSpPr/>
              <p:nvPr/>
            </p:nvSpPr>
            <p:spPr>
              <a:xfrm>
                <a:off x="3147294" y="1499727"/>
                <a:ext cx="43747" cy="49333"/>
              </a:xfrm>
              <a:custGeom>
                <a:avLst/>
                <a:gdLst/>
                <a:ahLst/>
                <a:cxnLst/>
                <a:rect l="l" t="t" r="r" b="b"/>
                <a:pathLst>
                  <a:path w="43747" h="49333" extrusionOk="0">
                    <a:moveTo>
                      <a:pt x="23018" y="0"/>
                    </a:moveTo>
                    <a:cubicBezTo>
                      <a:pt x="26033" y="0"/>
                      <a:pt x="28811" y="485"/>
                      <a:pt x="31351" y="1448"/>
                    </a:cubicBezTo>
                    <a:cubicBezTo>
                      <a:pt x="33887" y="2414"/>
                      <a:pt x="36072" y="3822"/>
                      <a:pt x="37910" y="5674"/>
                    </a:cubicBezTo>
                    <a:cubicBezTo>
                      <a:pt x="39743" y="7522"/>
                      <a:pt x="41178" y="9794"/>
                      <a:pt x="42205" y="12485"/>
                    </a:cubicBezTo>
                    <a:cubicBezTo>
                      <a:pt x="43232" y="15180"/>
                      <a:pt x="43747" y="18250"/>
                      <a:pt x="43747" y="21703"/>
                    </a:cubicBezTo>
                    <a:cubicBezTo>
                      <a:pt x="43747" y="22574"/>
                      <a:pt x="43706" y="23300"/>
                      <a:pt x="43628" y="23876"/>
                    </a:cubicBezTo>
                    <a:cubicBezTo>
                      <a:pt x="43553" y="24452"/>
                      <a:pt x="43411" y="24901"/>
                      <a:pt x="43209" y="25229"/>
                    </a:cubicBezTo>
                    <a:cubicBezTo>
                      <a:pt x="43004" y="25553"/>
                      <a:pt x="42735" y="25787"/>
                      <a:pt x="42392" y="25929"/>
                    </a:cubicBezTo>
                    <a:cubicBezTo>
                      <a:pt x="42048" y="26067"/>
                      <a:pt x="41611" y="26136"/>
                      <a:pt x="41084" y="26136"/>
                    </a:cubicBezTo>
                    <a:lnTo>
                      <a:pt x="11485" y="26136"/>
                    </a:lnTo>
                    <a:cubicBezTo>
                      <a:pt x="11829" y="31055"/>
                      <a:pt x="13151" y="34665"/>
                      <a:pt x="15451" y="36966"/>
                    </a:cubicBezTo>
                    <a:cubicBezTo>
                      <a:pt x="17760" y="39270"/>
                      <a:pt x="20807" y="40419"/>
                      <a:pt x="24606" y="40419"/>
                    </a:cubicBezTo>
                    <a:cubicBezTo>
                      <a:pt x="26473" y="40419"/>
                      <a:pt x="28083" y="40204"/>
                      <a:pt x="29435" y="39766"/>
                    </a:cubicBezTo>
                    <a:cubicBezTo>
                      <a:pt x="30791" y="39332"/>
                      <a:pt x="31971" y="38847"/>
                      <a:pt x="32987" y="38319"/>
                    </a:cubicBezTo>
                    <a:cubicBezTo>
                      <a:pt x="33995" y="37790"/>
                      <a:pt x="34881" y="37309"/>
                      <a:pt x="35646" y="36871"/>
                    </a:cubicBezTo>
                    <a:cubicBezTo>
                      <a:pt x="36408" y="36437"/>
                      <a:pt x="37148" y="36218"/>
                      <a:pt x="37861" y="36218"/>
                    </a:cubicBezTo>
                    <a:cubicBezTo>
                      <a:pt x="38328" y="36218"/>
                      <a:pt x="38735" y="36313"/>
                      <a:pt x="39079" y="36499"/>
                    </a:cubicBezTo>
                    <a:cubicBezTo>
                      <a:pt x="39419" y="36685"/>
                      <a:pt x="39714" y="36951"/>
                      <a:pt x="39964" y="37294"/>
                    </a:cubicBezTo>
                    <a:lnTo>
                      <a:pt x="43325" y="41494"/>
                    </a:lnTo>
                    <a:cubicBezTo>
                      <a:pt x="42048" y="42986"/>
                      <a:pt x="40617" y="44240"/>
                      <a:pt x="39030" y="45250"/>
                    </a:cubicBezTo>
                    <a:cubicBezTo>
                      <a:pt x="37443" y="46260"/>
                      <a:pt x="35788" y="47070"/>
                      <a:pt x="34059" y="47679"/>
                    </a:cubicBezTo>
                    <a:cubicBezTo>
                      <a:pt x="32330" y="48284"/>
                      <a:pt x="30570" y="48710"/>
                      <a:pt x="28785" y="48962"/>
                    </a:cubicBezTo>
                    <a:cubicBezTo>
                      <a:pt x="26992" y="49210"/>
                      <a:pt x="25256" y="49334"/>
                      <a:pt x="23575" y="49334"/>
                    </a:cubicBezTo>
                    <a:cubicBezTo>
                      <a:pt x="20247" y="49334"/>
                      <a:pt x="17147" y="48780"/>
                      <a:pt x="14286" y="47679"/>
                    </a:cubicBezTo>
                    <a:cubicBezTo>
                      <a:pt x="11421" y="46574"/>
                      <a:pt x="8930" y="44940"/>
                      <a:pt x="6816" y="42778"/>
                    </a:cubicBezTo>
                    <a:cubicBezTo>
                      <a:pt x="4699" y="40616"/>
                      <a:pt x="3033" y="37940"/>
                      <a:pt x="1823" y="34749"/>
                    </a:cubicBezTo>
                    <a:cubicBezTo>
                      <a:pt x="609" y="31559"/>
                      <a:pt x="0" y="27865"/>
                      <a:pt x="0" y="23664"/>
                    </a:cubicBezTo>
                    <a:cubicBezTo>
                      <a:pt x="0" y="20397"/>
                      <a:pt x="527" y="17324"/>
                      <a:pt x="1587" y="14447"/>
                    </a:cubicBezTo>
                    <a:cubicBezTo>
                      <a:pt x="2648" y="11570"/>
                      <a:pt x="4164" y="9065"/>
                      <a:pt x="6140" y="6932"/>
                    </a:cubicBezTo>
                    <a:cubicBezTo>
                      <a:pt x="8112" y="4802"/>
                      <a:pt x="10529" y="3114"/>
                      <a:pt x="13379" y="1867"/>
                    </a:cubicBezTo>
                    <a:cubicBezTo>
                      <a:pt x="16221" y="624"/>
                      <a:pt x="19437" y="0"/>
                      <a:pt x="23018" y="0"/>
                    </a:cubicBezTo>
                    <a:close/>
                    <a:moveTo>
                      <a:pt x="23250" y="8262"/>
                    </a:moveTo>
                    <a:cubicBezTo>
                      <a:pt x="19889" y="8262"/>
                      <a:pt x="17259" y="9210"/>
                      <a:pt x="15362" y="11110"/>
                    </a:cubicBezTo>
                    <a:cubicBezTo>
                      <a:pt x="13461" y="13006"/>
                      <a:pt x="12247" y="15701"/>
                      <a:pt x="11717" y="19183"/>
                    </a:cubicBezTo>
                    <a:lnTo>
                      <a:pt x="33379" y="19183"/>
                    </a:lnTo>
                    <a:cubicBezTo>
                      <a:pt x="33379" y="17692"/>
                      <a:pt x="33177" y="16284"/>
                      <a:pt x="32774" y="14961"/>
                    </a:cubicBezTo>
                    <a:cubicBezTo>
                      <a:pt x="32371" y="13637"/>
                      <a:pt x="31747" y="12478"/>
                      <a:pt x="30907" y="11482"/>
                    </a:cubicBezTo>
                    <a:cubicBezTo>
                      <a:pt x="30066" y="10487"/>
                      <a:pt x="29006" y="9703"/>
                      <a:pt x="27732" y="9127"/>
                    </a:cubicBezTo>
                    <a:cubicBezTo>
                      <a:pt x="26458" y="8551"/>
                      <a:pt x="24961" y="8262"/>
                      <a:pt x="23250" y="8262"/>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35" name="Google Shape;2435;p90"/>
              <p:cNvSpPr/>
              <p:nvPr/>
            </p:nvSpPr>
            <p:spPr>
              <a:xfrm>
                <a:off x="3197111" y="1479005"/>
                <a:ext cx="44068" cy="70055"/>
              </a:xfrm>
              <a:custGeom>
                <a:avLst/>
                <a:gdLst/>
                <a:ahLst/>
                <a:cxnLst/>
                <a:rect l="l" t="t" r="r" b="b"/>
                <a:pathLst>
                  <a:path w="44068" h="70055" extrusionOk="0">
                    <a:moveTo>
                      <a:pt x="37021" y="69355"/>
                    </a:moveTo>
                    <a:cubicBezTo>
                      <a:pt x="35527" y="69355"/>
                      <a:pt x="34548" y="68655"/>
                      <a:pt x="34081" y="67255"/>
                    </a:cubicBezTo>
                    <a:lnTo>
                      <a:pt x="33148" y="62635"/>
                    </a:lnTo>
                    <a:cubicBezTo>
                      <a:pt x="32150" y="63755"/>
                      <a:pt x="31108" y="64765"/>
                      <a:pt x="30018" y="65669"/>
                    </a:cubicBezTo>
                    <a:cubicBezTo>
                      <a:pt x="28927" y="66570"/>
                      <a:pt x="27751" y="67350"/>
                      <a:pt x="26492" y="68003"/>
                    </a:cubicBezTo>
                    <a:cubicBezTo>
                      <a:pt x="25229" y="68655"/>
                      <a:pt x="23877" y="69162"/>
                      <a:pt x="22428" y="69520"/>
                    </a:cubicBezTo>
                    <a:cubicBezTo>
                      <a:pt x="20983" y="69877"/>
                      <a:pt x="19422" y="70056"/>
                      <a:pt x="17741" y="70056"/>
                    </a:cubicBezTo>
                    <a:cubicBezTo>
                      <a:pt x="15123" y="70056"/>
                      <a:pt x="12729" y="69512"/>
                      <a:pt x="10551" y="68422"/>
                    </a:cubicBezTo>
                    <a:cubicBezTo>
                      <a:pt x="8370" y="67332"/>
                      <a:pt x="6495" y="65753"/>
                      <a:pt x="4923" y="63686"/>
                    </a:cubicBezTo>
                    <a:cubicBezTo>
                      <a:pt x="3350" y="61615"/>
                      <a:pt x="2136" y="59058"/>
                      <a:pt x="1281" y="56007"/>
                    </a:cubicBezTo>
                    <a:cubicBezTo>
                      <a:pt x="426" y="52958"/>
                      <a:pt x="0" y="49472"/>
                      <a:pt x="0" y="45553"/>
                    </a:cubicBezTo>
                    <a:cubicBezTo>
                      <a:pt x="0" y="42005"/>
                      <a:pt x="478" y="38709"/>
                      <a:pt x="1445" y="35657"/>
                    </a:cubicBezTo>
                    <a:cubicBezTo>
                      <a:pt x="2409" y="32608"/>
                      <a:pt x="3795" y="29965"/>
                      <a:pt x="5602" y="27722"/>
                    </a:cubicBezTo>
                    <a:cubicBezTo>
                      <a:pt x="7406" y="25484"/>
                      <a:pt x="9569" y="23734"/>
                      <a:pt x="12090" y="22472"/>
                    </a:cubicBezTo>
                    <a:cubicBezTo>
                      <a:pt x="14611" y="21214"/>
                      <a:pt x="17442" y="20583"/>
                      <a:pt x="20587" y="20583"/>
                    </a:cubicBezTo>
                    <a:cubicBezTo>
                      <a:pt x="23261" y="20583"/>
                      <a:pt x="25551" y="21010"/>
                      <a:pt x="27448" y="21867"/>
                    </a:cubicBezTo>
                    <a:cubicBezTo>
                      <a:pt x="29349" y="22724"/>
                      <a:pt x="31045" y="23865"/>
                      <a:pt x="32535" y="25298"/>
                    </a:cubicBezTo>
                    <a:lnTo>
                      <a:pt x="32535" y="0"/>
                    </a:lnTo>
                    <a:lnTo>
                      <a:pt x="44068" y="0"/>
                    </a:lnTo>
                    <a:lnTo>
                      <a:pt x="44068" y="69355"/>
                    </a:lnTo>
                    <a:lnTo>
                      <a:pt x="37021" y="69355"/>
                    </a:lnTo>
                    <a:close/>
                    <a:moveTo>
                      <a:pt x="21659" y="60907"/>
                    </a:moveTo>
                    <a:cubicBezTo>
                      <a:pt x="24057" y="60907"/>
                      <a:pt x="26096" y="60411"/>
                      <a:pt x="27777" y="59416"/>
                    </a:cubicBezTo>
                    <a:cubicBezTo>
                      <a:pt x="29457" y="58420"/>
                      <a:pt x="31045" y="57002"/>
                      <a:pt x="32535" y="55168"/>
                    </a:cubicBezTo>
                    <a:lnTo>
                      <a:pt x="32535" y="33699"/>
                    </a:lnTo>
                    <a:cubicBezTo>
                      <a:pt x="31232" y="32113"/>
                      <a:pt x="29808" y="30990"/>
                      <a:pt x="28266" y="30337"/>
                    </a:cubicBezTo>
                    <a:cubicBezTo>
                      <a:pt x="26727" y="29684"/>
                      <a:pt x="25065" y="29356"/>
                      <a:pt x="23295" y="29356"/>
                    </a:cubicBezTo>
                    <a:cubicBezTo>
                      <a:pt x="21551" y="29356"/>
                      <a:pt x="19971" y="29684"/>
                      <a:pt x="18555" y="30337"/>
                    </a:cubicBezTo>
                    <a:cubicBezTo>
                      <a:pt x="17136" y="30990"/>
                      <a:pt x="15941" y="31978"/>
                      <a:pt x="14958" y="33301"/>
                    </a:cubicBezTo>
                    <a:cubicBezTo>
                      <a:pt x="13980" y="34625"/>
                      <a:pt x="13225" y="36306"/>
                      <a:pt x="12695" y="38341"/>
                    </a:cubicBezTo>
                    <a:cubicBezTo>
                      <a:pt x="12165" y="40379"/>
                      <a:pt x="11903" y="42785"/>
                      <a:pt x="11903" y="45553"/>
                    </a:cubicBezTo>
                    <a:cubicBezTo>
                      <a:pt x="11903" y="48353"/>
                      <a:pt x="12131" y="50727"/>
                      <a:pt x="12579" y="52670"/>
                    </a:cubicBezTo>
                    <a:cubicBezTo>
                      <a:pt x="13031" y="54614"/>
                      <a:pt x="13677" y="56204"/>
                      <a:pt x="14518" y="57432"/>
                    </a:cubicBezTo>
                    <a:cubicBezTo>
                      <a:pt x="15358" y="58661"/>
                      <a:pt x="16385" y="59547"/>
                      <a:pt x="17595" y="60091"/>
                    </a:cubicBezTo>
                    <a:cubicBezTo>
                      <a:pt x="18813" y="60638"/>
                      <a:pt x="20165" y="60907"/>
                      <a:pt x="21659" y="60907"/>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36" name="Google Shape;2436;p90"/>
              <p:cNvSpPr/>
              <p:nvPr/>
            </p:nvSpPr>
            <p:spPr>
              <a:xfrm>
                <a:off x="2807131" y="1581684"/>
                <a:ext cx="42578" cy="67490"/>
              </a:xfrm>
              <a:custGeom>
                <a:avLst/>
                <a:gdLst/>
                <a:ahLst/>
                <a:cxnLst/>
                <a:rect l="l" t="t" r="r" b="b"/>
                <a:pathLst>
                  <a:path w="42578" h="67490" extrusionOk="0">
                    <a:moveTo>
                      <a:pt x="42578" y="0"/>
                    </a:moveTo>
                    <a:lnTo>
                      <a:pt x="42578" y="9987"/>
                    </a:lnTo>
                    <a:lnTo>
                      <a:pt x="12654" y="9987"/>
                    </a:lnTo>
                    <a:lnTo>
                      <a:pt x="12654" y="28703"/>
                    </a:lnTo>
                    <a:lnTo>
                      <a:pt x="36233" y="28703"/>
                    </a:lnTo>
                    <a:lnTo>
                      <a:pt x="36233" y="38366"/>
                    </a:lnTo>
                    <a:lnTo>
                      <a:pt x="12654" y="38366"/>
                    </a:lnTo>
                    <a:lnTo>
                      <a:pt x="12654" y="57454"/>
                    </a:lnTo>
                    <a:lnTo>
                      <a:pt x="42578" y="57454"/>
                    </a:lnTo>
                    <a:lnTo>
                      <a:pt x="42578" y="67490"/>
                    </a:lnTo>
                    <a:lnTo>
                      <a:pt x="0" y="67490"/>
                    </a:lnTo>
                    <a:lnTo>
                      <a:pt x="0" y="0"/>
                    </a:lnTo>
                    <a:lnTo>
                      <a:pt x="42578"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37" name="Google Shape;2437;p90"/>
              <p:cNvSpPr/>
              <p:nvPr/>
            </p:nvSpPr>
            <p:spPr>
              <a:xfrm>
                <a:off x="2856712" y="1600538"/>
                <a:ext cx="40382" cy="49333"/>
              </a:xfrm>
              <a:custGeom>
                <a:avLst/>
                <a:gdLst/>
                <a:ahLst/>
                <a:cxnLst/>
                <a:rect l="l" t="t" r="r" b="b"/>
                <a:pathLst>
                  <a:path w="40382" h="49333" extrusionOk="0">
                    <a:moveTo>
                      <a:pt x="36882" y="10877"/>
                    </a:moveTo>
                    <a:cubicBezTo>
                      <a:pt x="36539" y="11311"/>
                      <a:pt x="36206" y="11653"/>
                      <a:pt x="35878" y="11901"/>
                    </a:cubicBezTo>
                    <a:cubicBezTo>
                      <a:pt x="35553" y="12153"/>
                      <a:pt x="35075" y="12277"/>
                      <a:pt x="34455" y="12277"/>
                    </a:cubicBezTo>
                    <a:cubicBezTo>
                      <a:pt x="33865" y="12277"/>
                      <a:pt x="33289" y="12099"/>
                      <a:pt x="32729" y="11741"/>
                    </a:cubicBezTo>
                    <a:cubicBezTo>
                      <a:pt x="32169" y="11384"/>
                      <a:pt x="31497" y="10979"/>
                      <a:pt x="30720" y="10527"/>
                    </a:cubicBezTo>
                    <a:cubicBezTo>
                      <a:pt x="29939" y="10075"/>
                      <a:pt x="29017" y="9670"/>
                      <a:pt x="27941" y="9313"/>
                    </a:cubicBezTo>
                    <a:cubicBezTo>
                      <a:pt x="26869" y="8955"/>
                      <a:pt x="25539" y="8777"/>
                      <a:pt x="23952" y="8777"/>
                    </a:cubicBezTo>
                    <a:cubicBezTo>
                      <a:pt x="21928" y="8777"/>
                      <a:pt x="20154" y="9141"/>
                      <a:pt x="18630" y="9874"/>
                    </a:cubicBezTo>
                    <a:cubicBezTo>
                      <a:pt x="17102" y="10604"/>
                      <a:pt x="15836" y="11653"/>
                      <a:pt x="14824" y="13024"/>
                    </a:cubicBezTo>
                    <a:cubicBezTo>
                      <a:pt x="13812" y="14392"/>
                      <a:pt x="13057" y="16051"/>
                      <a:pt x="12561" y="17995"/>
                    </a:cubicBezTo>
                    <a:cubicBezTo>
                      <a:pt x="12060" y="19938"/>
                      <a:pt x="11814" y="22140"/>
                      <a:pt x="11814" y="24598"/>
                    </a:cubicBezTo>
                    <a:cubicBezTo>
                      <a:pt x="11814" y="27150"/>
                      <a:pt x="12083" y="29422"/>
                      <a:pt x="12632" y="31413"/>
                    </a:cubicBezTo>
                    <a:cubicBezTo>
                      <a:pt x="13173" y="33403"/>
                      <a:pt x="13961" y="35077"/>
                      <a:pt x="14988" y="36430"/>
                    </a:cubicBezTo>
                    <a:cubicBezTo>
                      <a:pt x="16015" y="37783"/>
                      <a:pt x="17259" y="38811"/>
                      <a:pt x="18723" y="39511"/>
                    </a:cubicBezTo>
                    <a:cubicBezTo>
                      <a:pt x="20184" y="40211"/>
                      <a:pt x="21834" y="40561"/>
                      <a:pt x="23672" y="40561"/>
                    </a:cubicBezTo>
                    <a:cubicBezTo>
                      <a:pt x="25506" y="40561"/>
                      <a:pt x="26992" y="40335"/>
                      <a:pt x="28128" y="39883"/>
                    </a:cubicBezTo>
                    <a:cubicBezTo>
                      <a:pt x="29267" y="39431"/>
                      <a:pt x="30223" y="38935"/>
                      <a:pt x="31004" y="38388"/>
                    </a:cubicBezTo>
                    <a:cubicBezTo>
                      <a:pt x="31781" y="37845"/>
                      <a:pt x="32453" y="37349"/>
                      <a:pt x="33032" y="36897"/>
                    </a:cubicBezTo>
                    <a:cubicBezTo>
                      <a:pt x="33607" y="36445"/>
                      <a:pt x="34253" y="36218"/>
                      <a:pt x="34970" y="36218"/>
                    </a:cubicBezTo>
                    <a:cubicBezTo>
                      <a:pt x="35904" y="36218"/>
                      <a:pt x="36606" y="36576"/>
                      <a:pt x="37073" y="37294"/>
                    </a:cubicBezTo>
                    <a:lnTo>
                      <a:pt x="40382" y="41494"/>
                    </a:lnTo>
                    <a:cubicBezTo>
                      <a:pt x="39108" y="42986"/>
                      <a:pt x="37723" y="44241"/>
                      <a:pt x="36229" y="45249"/>
                    </a:cubicBezTo>
                    <a:cubicBezTo>
                      <a:pt x="34739" y="46261"/>
                      <a:pt x="33189" y="47071"/>
                      <a:pt x="31586" y="47680"/>
                    </a:cubicBezTo>
                    <a:cubicBezTo>
                      <a:pt x="29980" y="48285"/>
                      <a:pt x="28326" y="48710"/>
                      <a:pt x="26611" y="48961"/>
                    </a:cubicBezTo>
                    <a:cubicBezTo>
                      <a:pt x="24901" y="49211"/>
                      <a:pt x="23205" y="49334"/>
                      <a:pt x="21524" y="49334"/>
                    </a:cubicBezTo>
                    <a:cubicBezTo>
                      <a:pt x="18566" y="49334"/>
                      <a:pt x="15780" y="48781"/>
                      <a:pt x="13166" y="47680"/>
                    </a:cubicBezTo>
                    <a:cubicBezTo>
                      <a:pt x="10551" y="46575"/>
                      <a:pt x="8273" y="44962"/>
                      <a:pt x="6327" y="42848"/>
                    </a:cubicBezTo>
                    <a:cubicBezTo>
                      <a:pt x="4381" y="40732"/>
                      <a:pt x="2842" y="38140"/>
                      <a:pt x="1707" y="35077"/>
                    </a:cubicBezTo>
                    <a:cubicBezTo>
                      <a:pt x="568" y="32011"/>
                      <a:pt x="0" y="28517"/>
                      <a:pt x="0" y="24598"/>
                    </a:cubicBezTo>
                    <a:cubicBezTo>
                      <a:pt x="0" y="21083"/>
                      <a:pt x="508" y="17823"/>
                      <a:pt x="1516" y="14819"/>
                    </a:cubicBezTo>
                    <a:cubicBezTo>
                      <a:pt x="2532" y="11818"/>
                      <a:pt x="4015" y="9218"/>
                      <a:pt x="5976" y="7027"/>
                    </a:cubicBezTo>
                    <a:cubicBezTo>
                      <a:pt x="7937" y="4831"/>
                      <a:pt x="10364" y="3114"/>
                      <a:pt x="13263" y="1867"/>
                    </a:cubicBezTo>
                    <a:cubicBezTo>
                      <a:pt x="16154" y="624"/>
                      <a:pt x="19485" y="0"/>
                      <a:pt x="23250" y="0"/>
                    </a:cubicBezTo>
                    <a:cubicBezTo>
                      <a:pt x="26828" y="0"/>
                      <a:pt x="29965" y="576"/>
                      <a:pt x="32658" y="1728"/>
                    </a:cubicBezTo>
                    <a:cubicBezTo>
                      <a:pt x="35351" y="2881"/>
                      <a:pt x="37771" y="4529"/>
                      <a:pt x="39915" y="6676"/>
                    </a:cubicBezTo>
                    <a:lnTo>
                      <a:pt x="36882" y="10877"/>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38" name="Google Shape;2438;p90"/>
              <p:cNvSpPr/>
              <p:nvPr/>
            </p:nvSpPr>
            <p:spPr>
              <a:xfrm>
                <a:off x="2901158" y="1600538"/>
                <a:ext cx="47388" cy="49333"/>
              </a:xfrm>
              <a:custGeom>
                <a:avLst/>
                <a:gdLst/>
                <a:ahLst/>
                <a:cxnLst/>
                <a:rect l="l" t="t" r="r" b="b"/>
                <a:pathLst>
                  <a:path w="47388" h="49333" extrusionOk="0">
                    <a:moveTo>
                      <a:pt x="23765" y="0"/>
                    </a:moveTo>
                    <a:cubicBezTo>
                      <a:pt x="27343" y="0"/>
                      <a:pt x="30589" y="576"/>
                      <a:pt x="33499" y="1728"/>
                    </a:cubicBezTo>
                    <a:cubicBezTo>
                      <a:pt x="36408" y="2881"/>
                      <a:pt x="38888" y="4514"/>
                      <a:pt x="40942" y="6629"/>
                    </a:cubicBezTo>
                    <a:cubicBezTo>
                      <a:pt x="43000" y="8744"/>
                      <a:pt x="44588" y="11329"/>
                      <a:pt x="45708" y="14377"/>
                    </a:cubicBezTo>
                    <a:cubicBezTo>
                      <a:pt x="46825" y="17425"/>
                      <a:pt x="47389" y="20835"/>
                      <a:pt x="47389" y="24598"/>
                    </a:cubicBezTo>
                    <a:cubicBezTo>
                      <a:pt x="47389" y="28393"/>
                      <a:pt x="46825" y="31817"/>
                      <a:pt x="45708" y="34866"/>
                    </a:cubicBezTo>
                    <a:cubicBezTo>
                      <a:pt x="44588" y="37914"/>
                      <a:pt x="43000" y="40514"/>
                      <a:pt x="40942" y="42662"/>
                    </a:cubicBezTo>
                    <a:cubicBezTo>
                      <a:pt x="38888" y="44805"/>
                      <a:pt x="36408" y="46459"/>
                      <a:pt x="33499" y="47605"/>
                    </a:cubicBezTo>
                    <a:cubicBezTo>
                      <a:pt x="30589" y="48759"/>
                      <a:pt x="27343" y="49334"/>
                      <a:pt x="23765" y="49334"/>
                    </a:cubicBezTo>
                    <a:cubicBezTo>
                      <a:pt x="20187" y="49334"/>
                      <a:pt x="16930" y="48759"/>
                      <a:pt x="14006" y="47605"/>
                    </a:cubicBezTo>
                    <a:cubicBezTo>
                      <a:pt x="11082" y="46459"/>
                      <a:pt x="8583" y="44805"/>
                      <a:pt x="6510" y="42662"/>
                    </a:cubicBezTo>
                    <a:cubicBezTo>
                      <a:pt x="4445" y="40514"/>
                      <a:pt x="2839" y="37914"/>
                      <a:pt x="1703" y="34866"/>
                    </a:cubicBezTo>
                    <a:cubicBezTo>
                      <a:pt x="568" y="31817"/>
                      <a:pt x="0" y="28393"/>
                      <a:pt x="0" y="24598"/>
                    </a:cubicBezTo>
                    <a:cubicBezTo>
                      <a:pt x="0" y="20835"/>
                      <a:pt x="568" y="17425"/>
                      <a:pt x="1703" y="14377"/>
                    </a:cubicBezTo>
                    <a:cubicBezTo>
                      <a:pt x="2839" y="11329"/>
                      <a:pt x="4445" y="8744"/>
                      <a:pt x="6510" y="6629"/>
                    </a:cubicBezTo>
                    <a:cubicBezTo>
                      <a:pt x="8583" y="4514"/>
                      <a:pt x="11082" y="2881"/>
                      <a:pt x="14006" y="1728"/>
                    </a:cubicBezTo>
                    <a:cubicBezTo>
                      <a:pt x="16930" y="576"/>
                      <a:pt x="20187" y="0"/>
                      <a:pt x="23765" y="0"/>
                    </a:cubicBezTo>
                    <a:close/>
                    <a:moveTo>
                      <a:pt x="23765" y="40466"/>
                    </a:moveTo>
                    <a:cubicBezTo>
                      <a:pt x="27747" y="40466"/>
                      <a:pt x="30697" y="39128"/>
                      <a:pt x="32613" y="36452"/>
                    </a:cubicBezTo>
                    <a:cubicBezTo>
                      <a:pt x="34522" y="33775"/>
                      <a:pt x="35482" y="29856"/>
                      <a:pt x="35482" y="24693"/>
                    </a:cubicBezTo>
                    <a:cubicBezTo>
                      <a:pt x="35482" y="19526"/>
                      <a:pt x="34522" y="15591"/>
                      <a:pt x="32613" y="12882"/>
                    </a:cubicBezTo>
                    <a:cubicBezTo>
                      <a:pt x="30697" y="10177"/>
                      <a:pt x="27747" y="8824"/>
                      <a:pt x="23765" y="8824"/>
                    </a:cubicBezTo>
                    <a:cubicBezTo>
                      <a:pt x="19721" y="8824"/>
                      <a:pt x="16729" y="10184"/>
                      <a:pt x="14798" y="12908"/>
                    </a:cubicBezTo>
                    <a:cubicBezTo>
                      <a:pt x="12871" y="15628"/>
                      <a:pt x="11907" y="19559"/>
                      <a:pt x="11907" y="24693"/>
                    </a:cubicBezTo>
                    <a:cubicBezTo>
                      <a:pt x="11907" y="29826"/>
                      <a:pt x="12871" y="33739"/>
                      <a:pt x="14798" y="36430"/>
                    </a:cubicBezTo>
                    <a:cubicBezTo>
                      <a:pt x="16729" y="39121"/>
                      <a:pt x="19721" y="40466"/>
                      <a:pt x="23765" y="40466"/>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39" name="Google Shape;2439;p90"/>
              <p:cNvSpPr/>
              <p:nvPr/>
            </p:nvSpPr>
            <p:spPr>
              <a:xfrm>
                <a:off x="2953357" y="1600538"/>
                <a:ext cx="35758" cy="49382"/>
              </a:xfrm>
              <a:custGeom>
                <a:avLst/>
                <a:gdLst/>
                <a:ahLst/>
                <a:cxnLst/>
                <a:rect l="l" t="t" r="r" b="b"/>
                <a:pathLst>
                  <a:path w="35758" h="49382" extrusionOk="0">
                    <a:moveTo>
                      <a:pt x="32632" y="10082"/>
                    </a:moveTo>
                    <a:cubicBezTo>
                      <a:pt x="32318" y="10581"/>
                      <a:pt x="31993" y="10932"/>
                      <a:pt x="31650" y="11132"/>
                    </a:cubicBezTo>
                    <a:cubicBezTo>
                      <a:pt x="31310" y="11336"/>
                      <a:pt x="30873" y="11435"/>
                      <a:pt x="30346" y="11435"/>
                    </a:cubicBezTo>
                    <a:cubicBezTo>
                      <a:pt x="29782" y="11435"/>
                      <a:pt x="29185" y="11282"/>
                      <a:pt x="28546" y="10968"/>
                    </a:cubicBezTo>
                    <a:cubicBezTo>
                      <a:pt x="27907" y="10658"/>
                      <a:pt x="27168" y="10308"/>
                      <a:pt x="26331" y="9918"/>
                    </a:cubicBezTo>
                    <a:cubicBezTo>
                      <a:pt x="25487" y="9532"/>
                      <a:pt x="24531" y="9181"/>
                      <a:pt x="23459" y="8868"/>
                    </a:cubicBezTo>
                    <a:cubicBezTo>
                      <a:pt x="22383" y="8558"/>
                      <a:pt x="21114" y="8401"/>
                      <a:pt x="19653" y="8401"/>
                    </a:cubicBezTo>
                    <a:cubicBezTo>
                      <a:pt x="17379" y="8401"/>
                      <a:pt x="15593" y="8886"/>
                      <a:pt x="14282" y="9849"/>
                    </a:cubicBezTo>
                    <a:cubicBezTo>
                      <a:pt x="12975" y="10815"/>
                      <a:pt x="12325" y="12073"/>
                      <a:pt x="12325" y="13630"/>
                    </a:cubicBezTo>
                    <a:cubicBezTo>
                      <a:pt x="12325" y="14658"/>
                      <a:pt x="12658" y="15519"/>
                      <a:pt x="13326" y="16219"/>
                    </a:cubicBezTo>
                    <a:cubicBezTo>
                      <a:pt x="13995" y="16919"/>
                      <a:pt x="14884" y="17535"/>
                      <a:pt x="15989" y="18064"/>
                    </a:cubicBezTo>
                    <a:cubicBezTo>
                      <a:pt x="17091" y="18592"/>
                      <a:pt x="18346" y="19066"/>
                      <a:pt x="19747" y="19486"/>
                    </a:cubicBezTo>
                    <a:cubicBezTo>
                      <a:pt x="21147" y="19909"/>
                      <a:pt x="22578" y="20368"/>
                      <a:pt x="24042" y="20864"/>
                    </a:cubicBezTo>
                    <a:cubicBezTo>
                      <a:pt x="25506" y="21363"/>
                      <a:pt x="26936" y="21929"/>
                      <a:pt x="28337" y="22567"/>
                    </a:cubicBezTo>
                    <a:cubicBezTo>
                      <a:pt x="29738" y="23205"/>
                      <a:pt x="30992" y="24014"/>
                      <a:pt x="32098" y="24995"/>
                    </a:cubicBezTo>
                    <a:cubicBezTo>
                      <a:pt x="33200" y="25976"/>
                      <a:pt x="34089" y="27150"/>
                      <a:pt x="34757" y="28517"/>
                    </a:cubicBezTo>
                    <a:cubicBezTo>
                      <a:pt x="35426" y="29888"/>
                      <a:pt x="35758" y="31537"/>
                      <a:pt x="35758" y="33465"/>
                    </a:cubicBezTo>
                    <a:cubicBezTo>
                      <a:pt x="35758" y="35770"/>
                      <a:pt x="35340" y="37892"/>
                      <a:pt x="34500" y="39836"/>
                    </a:cubicBezTo>
                    <a:cubicBezTo>
                      <a:pt x="33659" y="41783"/>
                      <a:pt x="32427" y="43461"/>
                      <a:pt x="30813" y="44879"/>
                    </a:cubicBezTo>
                    <a:cubicBezTo>
                      <a:pt x="29192" y="46295"/>
                      <a:pt x="27194" y="47396"/>
                      <a:pt x="24811" y="48188"/>
                    </a:cubicBezTo>
                    <a:cubicBezTo>
                      <a:pt x="22432" y="48983"/>
                      <a:pt x="19698" y="49382"/>
                      <a:pt x="16617" y="49382"/>
                    </a:cubicBezTo>
                    <a:cubicBezTo>
                      <a:pt x="14970" y="49382"/>
                      <a:pt x="13356" y="49233"/>
                      <a:pt x="11787" y="48938"/>
                    </a:cubicBezTo>
                    <a:cubicBezTo>
                      <a:pt x="10215" y="48639"/>
                      <a:pt x="8706" y="48229"/>
                      <a:pt x="7257" y="47702"/>
                    </a:cubicBezTo>
                    <a:cubicBezTo>
                      <a:pt x="5812" y="47172"/>
                      <a:pt x="4471" y="46548"/>
                      <a:pt x="3242" y="45835"/>
                    </a:cubicBezTo>
                    <a:cubicBezTo>
                      <a:pt x="2013" y="45118"/>
                      <a:pt x="934" y="44338"/>
                      <a:pt x="0" y="43502"/>
                    </a:cubicBezTo>
                    <a:lnTo>
                      <a:pt x="2659" y="39113"/>
                    </a:lnTo>
                    <a:cubicBezTo>
                      <a:pt x="3003" y="38585"/>
                      <a:pt x="3406" y="38180"/>
                      <a:pt x="3873" y="37899"/>
                    </a:cubicBezTo>
                    <a:cubicBezTo>
                      <a:pt x="4340" y="37618"/>
                      <a:pt x="4930" y="37480"/>
                      <a:pt x="5647" y="37480"/>
                    </a:cubicBezTo>
                    <a:cubicBezTo>
                      <a:pt x="6364" y="37480"/>
                      <a:pt x="7040" y="37680"/>
                      <a:pt x="7679" y="38085"/>
                    </a:cubicBezTo>
                    <a:cubicBezTo>
                      <a:pt x="8314" y="38490"/>
                      <a:pt x="9057" y="38927"/>
                      <a:pt x="9894" y="39394"/>
                    </a:cubicBezTo>
                    <a:cubicBezTo>
                      <a:pt x="10738" y="39861"/>
                      <a:pt x="11724" y="40295"/>
                      <a:pt x="12859" y="40700"/>
                    </a:cubicBezTo>
                    <a:cubicBezTo>
                      <a:pt x="13995" y="41104"/>
                      <a:pt x="15436" y="41305"/>
                      <a:pt x="17177" y="41305"/>
                    </a:cubicBezTo>
                    <a:cubicBezTo>
                      <a:pt x="18548" y="41305"/>
                      <a:pt x="19724" y="41145"/>
                      <a:pt x="20703" y="40816"/>
                    </a:cubicBezTo>
                    <a:cubicBezTo>
                      <a:pt x="21685" y="40488"/>
                      <a:pt x="22492" y="40061"/>
                      <a:pt x="23130" y="39533"/>
                    </a:cubicBezTo>
                    <a:cubicBezTo>
                      <a:pt x="23769" y="39004"/>
                      <a:pt x="24236" y="38388"/>
                      <a:pt x="24531" y="37688"/>
                    </a:cubicBezTo>
                    <a:cubicBezTo>
                      <a:pt x="24826" y="36988"/>
                      <a:pt x="24975" y="36266"/>
                      <a:pt x="24975" y="35518"/>
                    </a:cubicBezTo>
                    <a:cubicBezTo>
                      <a:pt x="24975" y="34399"/>
                      <a:pt x="24639" y="33480"/>
                      <a:pt x="23971" y="32765"/>
                    </a:cubicBezTo>
                    <a:cubicBezTo>
                      <a:pt x="23302" y="32051"/>
                      <a:pt x="22417" y="31427"/>
                      <a:pt x="21312" y="30898"/>
                    </a:cubicBezTo>
                    <a:cubicBezTo>
                      <a:pt x="20206" y="30370"/>
                      <a:pt x="18944" y="29896"/>
                      <a:pt x="17528" y="29477"/>
                    </a:cubicBezTo>
                    <a:cubicBezTo>
                      <a:pt x="16112" y="29054"/>
                      <a:pt x="14667" y="28598"/>
                      <a:pt x="13188" y="28098"/>
                    </a:cubicBezTo>
                    <a:cubicBezTo>
                      <a:pt x="11709" y="27602"/>
                      <a:pt x="10260" y="27019"/>
                      <a:pt x="8844" y="26348"/>
                    </a:cubicBezTo>
                    <a:cubicBezTo>
                      <a:pt x="7429" y="25681"/>
                      <a:pt x="6166" y="24831"/>
                      <a:pt x="5061" y="23803"/>
                    </a:cubicBezTo>
                    <a:cubicBezTo>
                      <a:pt x="3955" y="22778"/>
                      <a:pt x="3070" y="21517"/>
                      <a:pt x="2402" y="20025"/>
                    </a:cubicBezTo>
                    <a:cubicBezTo>
                      <a:pt x="1733" y="18530"/>
                      <a:pt x="1401" y="16725"/>
                      <a:pt x="1401" y="14611"/>
                    </a:cubicBezTo>
                    <a:cubicBezTo>
                      <a:pt x="1401" y="12649"/>
                      <a:pt x="1785" y="10782"/>
                      <a:pt x="2566" y="9010"/>
                    </a:cubicBezTo>
                    <a:cubicBezTo>
                      <a:pt x="3343" y="7234"/>
                      <a:pt x="4486" y="5688"/>
                      <a:pt x="5995" y="4365"/>
                    </a:cubicBezTo>
                    <a:cubicBezTo>
                      <a:pt x="7507" y="3045"/>
                      <a:pt x="9390" y="1984"/>
                      <a:pt x="11646" y="1193"/>
                    </a:cubicBezTo>
                    <a:cubicBezTo>
                      <a:pt x="13901" y="398"/>
                      <a:pt x="16508" y="0"/>
                      <a:pt x="19466" y="0"/>
                    </a:cubicBezTo>
                    <a:cubicBezTo>
                      <a:pt x="22768" y="0"/>
                      <a:pt x="25767" y="547"/>
                      <a:pt x="28479" y="1634"/>
                    </a:cubicBezTo>
                    <a:cubicBezTo>
                      <a:pt x="31183" y="2724"/>
                      <a:pt x="33443" y="4157"/>
                      <a:pt x="35247" y="5929"/>
                    </a:cubicBezTo>
                    <a:lnTo>
                      <a:pt x="32632" y="10082"/>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40" name="Google Shape;2440;p90"/>
              <p:cNvSpPr/>
              <p:nvPr/>
            </p:nvSpPr>
            <p:spPr>
              <a:xfrm>
                <a:off x="2992526" y="1601286"/>
                <a:ext cx="48927" cy="63521"/>
              </a:xfrm>
              <a:custGeom>
                <a:avLst/>
                <a:gdLst/>
                <a:ahLst/>
                <a:cxnLst/>
                <a:rect l="l" t="t" r="r" b="b"/>
                <a:pathLst>
                  <a:path w="48927" h="63521" extrusionOk="0">
                    <a:moveTo>
                      <a:pt x="22828" y="61050"/>
                    </a:moveTo>
                    <a:cubicBezTo>
                      <a:pt x="22488" y="61856"/>
                      <a:pt x="22044" y="62472"/>
                      <a:pt x="21498" y="62890"/>
                    </a:cubicBezTo>
                    <a:cubicBezTo>
                      <a:pt x="20953" y="63309"/>
                      <a:pt x="20120" y="63521"/>
                      <a:pt x="19000" y="63521"/>
                    </a:cubicBezTo>
                    <a:lnTo>
                      <a:pt x="10409" y="63521"/>
                    </a:lnTo>
                    <a:lnTo>
                      <a:pt x="19377" y="44337"/>
                    </a:lnTo>
                    <a:lnTo>
                      <a:pt x="0" y="0"/>
                    </a:lnTo>
                    <a:lnTo>
                      <a:pt x="10081" y="0"/>
                    </a:lnTo>
                    <a:cubicBezTo>
                      <a:pt x="11014" y="0"/>
                      <a:pt x="11735" y="219"/>
                      <a:pt x="12232" y="653"/>
                    </a:cubicBezTo>
                    <a:cubicBezTo>
                      <a:pt x="12729" y="1090"/>
                      <a:pt x="13102" y="1586"/>
                      <a:pt x="13349" y="2148"/>
                    </a:cubicBezTo>
                    <a:lnTo>
                      <a:pt x="23579" y="26979"/>
                    </a:lnTo>
                    <a:cubicBezTo>
                      <a:pt x="23915" y="27788"/>
                      <a:pt x="24214" y="28627"/>
                      <a:pt x="24464" y="29498"/>
                    </a:cubicBezTo>
                    <a:cubicBezTo>
                      <a:pt x="24710" y="30370"/>
                      <a:pt x="24931" y="31241"/>
                      <a:pt x="25117" y="32113"/>
                    </a:cubicBezTo>
                    <a:cubicBezTo>
                      <a:pt x="25364" y="31208"/>
                      <a:pt x="25637" y="30337"/>
                      <a:pt x="25935" y="29498"/>
                    </a:cubicBezTo>
                    <a:cubicBezTo>
                      <a:pt x="26230" y="28656"/>
                      <a:pt x="26548" y="27803"/>
                      <a:pt x="26888" y="26931"/>
                    </a:cubicBezTo>
                    <a:lnTo>
                      <a:pt x="36509" y="2148"/>
                    </a:lnTo>
                    <a:cubicBezTo>
                      <a:pt x="36755" y="1524"/>
                      <a:pt x="37166" y="1014"/>
                      <a:pt x="37745" y="609"/>
                    </a:cubicBezTo>
                    <a:cubicBezTo>
                      <a:pt x="38320" y="204"/>
                      <a:pt x="38967" y="0"/>
                      <a:pt x="39684" y="0"/>
                    </a:cubicBezTo>
                    <a:lnTo>
                      <a:pt x="48928" y="0"/>
                    </a:lnTo>
                    <a:lnTo>
                      <a:pt x="22828" y="6105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41" name="Google Shape;2441;p90"/>
              <p:cNvSpPr/>
              <p:nvPr/>
            </p:nvSpPr>
            <p:spPr>
              <a:xfrm>
                <a:off x="3043974" y="1600538"/>
                <a:ext cx="35758" cy="49382"/>
              </a:xfrm>
              <a:custGeom>
                <a:avLst/>
                <a:gdLst/>
                <a:ahLst/>
                <a:cxnLst/>
                <a:rect l="l" t="t" r="r" b="b"/>
                <a:pathLst>
                  <a:path w="35758" h="49382" extrusionOk="0">
                    <a:moveTo>
                      <a:pt x="32632" y="10082"/>
                    </a:moveTo>
                    <a:cubicBezTo>
                      <a:pt x="32318" y="10581"/>
                      <a:pt x="31993" y="10932"/>
                      <a:pt x="31650" y="11132"/>
                    </a:cubicBezTo>
                    <a:cubicBezTo>
                      <a:pt x="31306" y="11336"/>
                      <a:pt x="30873" y="11435"/>
                      <a:pt x="30346" y="11435"/>
                    </a:cubicBezTo>
                    <a:cubicBezTo>
                      <a:pt x="29782" y="11435"/>
                      <a:pt x="29185" y="11282"/>
                      <a:pt x="28546" y="10968"/>
                    </a:cubicBezTo>
                    <a:cubicBezTo>
                      <a:pt x="27907" y="10658"/>
                      <a:pt x="27168" y="10308"/>
                      <a:pt x="26328" y="9918"/>
                    </a:cubicBezTo>
                    <a:cubicBezTo>
                      <a:pt x="25487" y="9532"/>
                      <a:pt x="24531" y="9181"/>
                      <a:pt x="23459" y="8868"/>
                    </a:cubicBezTo>
                    <a:cubicBezTo>
                      <a:pt x="22383" y="8558"/>
                      <a:pt x="21114" y="8401"/>
                      <a:pt x="19650" y="8401"/>
                    </a:cubicBezTo>
                    <a:cubicBezTo>
                      <a:pt x="17379" y="8401"/>
                      <a:pt x="15590" y="8886"/>
                      <a:pt x="14282" y="9849"/>
                    </a:cubicBezTo>
                    <a:cubicBezTo>
                      <a:pt x="12975" y="10815"/>
                      <a:pt x="12322" y="12073"/>
                      <a:pt x="12322" y="13630"/>
                    </a:cubicBezTo>
                    <a:cubicBezTo>
                      <a:pt x="12322" y="14658"/>
                      <a:pt x="12654" y="15519"/>
                      <a:pt x="13326" y="16219"/>
                    </a:cubicBezTo>
                    <a:cubicBezTo>
                      <a:pt x="13995" y="16919"/>
                      <a:pt x="14884" y="17535"/>
                      <a:pt x="15989" y="18064"/>
                    </a:cubicBezTo>
                    <a:cubicBezTo>
                      <a:pt x="17091" y="18592"/>
                      <a:pt x="18346" y="19066"/>
                      <a:pt x="19747" y="19486"/>
                    </a:cubicBezTo>
                    <a:cubicBezTo>
                      <a:pt x="21147" y="19909"/>
                      <a:pt x="22574" y="20368"/>
                      <a:pt x="24042" y="20864"/>
                    </a:cubicBezTo>
                    <a:cubicBezTo>
                      <a:pt x="25506" y="21363"/>
                      <a:pt x="26933" y="21929"/>
                      <a:pt x="28333" y="22567"/>
                    </a:cubicBezTo>
                    <a:cubicBezTo>
                      <a:pt x="29734" y="23205"/>
                      <a:pt x="30989" y="24014"/>
                      <a:pt x="32094" y="24995"/>
                    </a:cubicBezTo>
                    <a:cubicBezTo>
                      <a:pt x="33196" y="25976"/>
                      <a:pt x="34089" y="27150"/>
                      <a:pt x="34754" y="28517"/>
                    </a:cubicBezTo>
                    <a:cubicBezTo>
                      <a:pt x="35426" y="29888"/>
                      <a:pt x="35758" y="31537"/>
                      <a:pt x="35758" y="33465"/>
                    </a:cubicBezTo>
                    <a:cubicBezTo>
                      <a:pt x="35758" y="35770"/>
                      <a:pt x="35336" y="37892"/>
                      <a:pt x="34500" y="39836"/>
                    </a:cubicBezTo>
                    <a:cubicBezTo>
                      <a:pt x="33656" y="41783"/>
                      <a:pt x="32427" y="43461"/>
                      <a:pt x="30813" y="44879"/>
                    </a:cubicBezTo>
                    <a:cubicBezTo>
                      <a:pt x="29192" y="46295"/>
                      <a:pt x="27194" y="47396"/>
                      <a:pt x="24811" y="48188"/>
                    </a:cubicBezTo>
                    <a:cubicBezTo>
                      <a:pt x="22428" y="48983"/>
                      <a:pt x="19698" y="49382"/>
                      <a:pt x="16617" y="49382"/>
                    </a:cubicBezTo>
                    <a:cubicBezTo>
                      <a:pt x="14966" y="49382"/>
                      <a:pt x="13356" y="49233"/>
                      <a:pt x="11787" y="48938"/>
                    </a:cubicBezTo>
                    <a:cubicBezTo>
                      <a:pt x="10215" y="48639"/>
                      <a:pt x="8706" y="48229"/>
                      <a:pt x="7257" y="47702"/>
                    </a:cubicBezTo>
                    <a:cubicBezTo>
                      <a:pt x="5808" y="47172"/>
                      <a:pt x="4471" y="46548"/>
                      <a:pt x="3242" y="45835"/>
                    </a:cubicBezTo>
                    <a:cubicBezTo>
                      <a:pt x="2013" y="45118"/>
                      <a:pt x="934" y="44338"/>
                      <a:pt x="0" y="43502"/>
                    </a:cubicBezTo>
                    <a:lnTo>
                      <a:pt x="2656" y="39113"/>
                    </a:lnTo>
                    <a:cubicBezTo>
                      <a:pt x="2999" y="38585"/>
                      <a:pt x="3406" y="38180"/>
                      <a:pt x="3873" y="37899"/>
                    </a:cubicBezTo>
                    <a:cubicBezTo>
                      <a:pt x="4340" y="37618"/>
                      <a:pt x="4930" y="37480"/>
                      <a:pt x="5643" y="37480"/>
                    </a:cubicBezTo>
                    <a:cubicBezTo>
                      <a:pt x="6364" y="37480"/>
                      <a:pt x="7037" y="37680"/>
                      <a:pt x="7675" y="38085"/>
                    </a:cubicBezTo>
                    <a:cubicBezTo>
                      <a:pt x="8314" y="38490"/>
                      <a:pt x="9053" y="38927"/>
                      <a:pt x="9894" y="39394"/>
                    </a:cubicBezTo>
                    <a:cubicBezTo>
                      <a:pt x="10738" y="39861"/>
                      <a:pt x="11720" y="40295"/>
                      <a:pt x="12859" y="40700"/>
                    </a:cubicBezTo>
                    <a:cubicBezTo>
                      <a:pt x="13995" y="41104"/>
                      <a:pt x="15433" y="41305"/>
                      <a:pt x="17177" y="41305"/>
                    </a:cubicBezTo>
                    <a:cubicBezTo>
                      <a:pt x="18544" y="41305"/>
                      <a:pt x="19724" y="41145"/>
                      <a:pt x="20703" y="40816"/>
                    </a:cubicBezTo>
                    <a:cubicBezTo>
                      <a:pt x="21681" y="40488"/>
                      <a:pt x="22492" y="40061"/>
                      <a:pt x="23130" y="39533"/>
                    </a:cubicBezTo>
                    <a:cubicBezTo>
                      <a:pt x="23769" y="39004"/>
                      <a:pt x="24236" y="38388"/>
                      <a:pt x="24531" y="37688"/>
                    </a:cubicBezTo>
                    <a:cubicBezTo>
                      <a:pt x="24826" y="36988"/>
                      <a:pt x="24975" y="36266"/>
                      <a:pt x="24975" y="35518"/>
                    </a:cubicBezTo>
                    <a:cubicBezTo>
                      <a:pt x="24975" y="34399"/>
                      <a:pt x="24639" y="33480"/>
                      <a:pt x="23971" y="32765"/>
                    </a:cubicBezTo>
                    <a:cubicBezTo>
                      <a:pt x="23302" y="32051"/>
                      <a:pt x="22417" y="31427"/>
                      <a:pt x="21312" y="30898"/>
                    </a:cubicBezTo>
                    <a:cubicBezTo>
                      <a:pt x="20206" y="30370"/>
                      <a:pt x="18944" y="29896"/>
                      <a:pt x="17528" y="29477"/>
                    </a:cubicBezTo>
                    <a:cubicBezTo>
                      <a:pt x="16112" y="29054"/>
                      <a:pt x="14663" y="28598"/>
                      <a:pt x="13188" y="28098"/>
                    </a:cubicBezTo>
                    <a:cubicBezTo>
                      <a:pt x="11705" y="27602"/>
                      <a:pt x="10260" y="27019"/>
                      <a:pt x="8844" y="26348"/>
                    </a:cubicBezTo>
                    <a:cubicBezTo>
                      <a:pt x="7429" y="25681"/>
                      <a:pt x="6166" y="24831"/>
                      <a:pt x="5061" y="23803"/>
                    </a:cubicBezTo>
                    <a:cubicBezTo>
                      <a:pt x="3955" y="22778"/>
                      <a:pt x="3070" y="21517"/>
                      <a:pt x="2402" y="20025"/>
                    </a:cubicBezTo>
                    <a:cubicBezTo>
                      <a:pt x="1729" y="18530"/>
                      <a:pt x="1401" y="16725"/>
                      <a:pt x="1401" y="14611"/>
                    </a:cubicBezTo>
                    <a:cubicBezTo>
                      <a:pt x="1401" y="12649"/>
                      <a:pt x="1785" y="10782"/>
                      <a:pt x="2566" y="9010"/>
                    </a:cubicBezTo>
                    <a:cubicBezTo>
                      <a:pt x="3343" y="7234"/>
                      <a:pt x="4486" y="5688"/>
                      <a:pt x="5995" y="4365"/>
                    </a:cubicBezTo>
                    <a:cubicBezTo>
                      <a:pt x="7503" y="3045"/>
                      <a:pt x="9386" y="1984"/>
                      <a:pt x="11646" y="1193"/>
                    </a:cubicBezTo>
                    <a:cubicBezTo>
                      <a:pt x="13901" y="398"/>
                      <a:pt x="16505" y="0"/>
                      <a:pt x="19463" y="0"/>
                    </a:cubicBezTo>
                    <a:cubicBezTo>
                      <a:pt x="22764" y="0"/>
                      <a:pt x="25767" y="547"/>
                      <a:pt x="28479" y="1634"/>
                    </a:cubicBezTo>
                    <a:cubicBezTo>
                      <a:pt x="31183" y="2724"/>
                      <a:pt x="33443" y="4157"/>
                      <a:pt x="35247" y="5929"/>
                    </a:cubicBezTo>
                    <a:lnTo>
                      <a:pt x="32632" y="10082"/>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42" name="Google Shape;2442;p90"/>
              <p:cNvSpPr/>
              <p:nvPr/>
            </p:nvSpPr>
            <p:spPr>
              <a:xfrm>
                <a:off x="3084633" y="1586632"/>
                <a:ext cx="32635" cy="63289"/>
              </a:xfrm>
              <a:custGeom>
                <a:avLst/>
                <a:gdLst/>
                <a:ahLst/>
                <a:cxnLst/>
                <a:rect l="l" t="t" r="r" b="b"/>
                <a:pathLst>
                  <a:path w="32635" h="63289" extrusionOk="0">
                    <a:moveTo>
                      <a:pt x="20075" y="63289"/>
                    </a:moveTo>
                    <a:cubicBezTo>
                      <a:pt x="15937" y="63289"/>
                      <a:pt x="12747" y="62113"/>
                      <a:pt x="10506" y="59761"/>
                    </a:cubicBezTo>
                    <a:cubicBezTo>
                      <a:pt x="8265" y="57412"/>
                      <a:pt x="7145" y="54172"/>
                      <a:pt x="7145" y="50034"/>
                    </a:cubicBezTo>
                    <a:lnTo>
                      <a:pt x="7145" y="23289"/>
                    </a:lnTo>
                    <a:lnTo>
                      <a:pt x="2289" y="23289"/>
                    </a:lnTo>
                    <a:cubicBezTo>
                      <a:pt x="1669" y="23289"/>
                      <a:pt x="1128" y="23088"/>
                      <a:pt x="680" y="22683"/>
                    </a:cubicBezTo>
                    <a:cubicBezTo>
                      <a:pt x="228" y="22279"/>
                      <a:pt x="0" y="21673"/>
                      <a:pt x="0" y="20864"/>
                    </a:cubicBezTo>
                    <a:lnTo>
                      <a:pt x="0" y="16288"/>
                    </a:lnTo>
                    <a:lnTo>
                      <a:pt x="7705" y="15030"/>
                    </a:lnTo>
                    <a:lnTo>
                      <a:pt x="10133" y="1962"/>
                    </a:lnTo>
                    <a:cubicBezTo>
                      <a:pt x="10256" y="1338"/>
                      <a:pt x="10547" y="857"/>
                      <a:pt x="10999" y="514"/>
                    </a:cubicBezTo>
                    <a:cubicBezTo>
                      <a:pt x="11448" y="171"/>
                      <a:pt x="12015" y="0"/>
                      <a:pt x="12703" y="0"/>
                    </a:cubicBezTo>
                    <a:lnTo>
                      <a:pt x="18675" y="0"/>
                    </a:lnTo>
                    <a:lnTo>
                      <a:pt x="18675" y="15074"/>
                    </a:lnTo>
                    <a:lnTo>
                      <a:pt x="31280" y="15074"/>
                    </a:lnTo>
                    <a:lnTo>
                      <a:pt x="31280" y="23289"/>
                    </a:lnTo>
                    <a:lnTo>
                      <a:pt x="18675" y="23289"/>
                    </a:lnTo>
                    <a:lnTo>
                      <a:pt x="18675" y="49239"/>
                    </a:lnTo>
                    <a:cubicBezTo>
                      <a:pt x="18675" y="50734"/>
                      <a:pt x="19052" y="51901"/>
                      <a:pt x="19795" y="52739"/>
                    </a:cubicBezTo>
                    <a:cubicBezTo>
                      <a:pt x="20542" y="53578"/>
                      <a:pt x="21539" y="54001"/>
                      <a:pt x="22787" y="54001"/>
                    </a:cubicBezTo>
                    <a:cubicBezTo>
                      <a:pt x="23500" y="54001"/>
                      <a:pt x="24098" y="53914"/>
                      <a:pt x="24580" y="53742"/>
                    </a:cubicBezTo>
                    <a:cubicBezTo>
                      <a:pt x="25065" y="53571"/>
                      <a:pt x="25487" y="53392"/>
                      <a:pt x="25842" y="53206"/>
                    </a:cubicBezTo>
                    <a:cubicBezTo>
                      <a:pt x="26201" y="53020"/>
                      <a:pt x="26522" y="52842"/>
                      <a:pt x="26798" y="52670"/>
                    </a:cubicBezTo>
                    <a:cubicBezTo>
                      <a:pt x="27078" y="52499"/>
                      <a:pt x="27358" y="52411"/>
                      <a:pt x="27642" y="52411"/>
                    </a:cubicBezTo>
                    <a:cubicBezTo>
                      <a:pt x="27982" y="52411"/>
                      <a:pt x="28262" y="52499"/>
                      <a:pt x="28479" y="52670"/>
                    </a:cubicBezTo>
                    <a:cubicBezTo>
                      <a:pt x="28699" y="52842"/>
                      <a:pt x="28931" y="53097"/>
                      <a:pt x="29181" y="53440"/>
                    </a:cubicBezTo>
                    <a:lnTo>
                      <a:pt x="32636" y="59040"/>
                    </a:lnTo>
                    <a:cubicBezTo>
                      <a:pt x="30955" y="60440"/>
                      <a:pt x="29024" y="61497"/>
                      <a:pt x="26847" y="62214"/>
                    </a:cubicBezTo>
                    <a:cubicBezTo>
                      <a:pt x="24669" y="62931"/>
                      <a:pt x="22410" y="63289"/>
                      <a:pt x="20075" y="63289"/>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43" name="Google Shape;2443;p90"/>
              <p:cNvSpPr/>
              <p:nvPr/>
            </p:nvSpPr>
            <p:spPr>
              <a:xfrm>
                <a:off x="3121889" y="1600538"/>
                <a:ext cx="43747" cy="49333"/>
              </a:xfrm>
              <a:custGeom>
                <a:avLst/>
                <a:gdLst/>
                <a:ahLst/>
                <a:cxnLst/>
                <a:rect l="l" t="t" r="r" b="b"/>
                <a:pathLst>
                  <a:path w="43747" h="49333" extrusionOk="0">
                    <a:moveTo>
                      <a:pt x="23018" y="0"/>
                    </a:moveTo>
                    <a:cubicBezTo>
                      <a:pt x="26036" y="0"/>
                      <a:pt x="28815" y="485"/>
                      <a:pt x="31351" y="1448"/>
                    </a:cubicBezTo>
                    <a:cubicBezTo>
                      <a:pt x="33887" y="2414"/>
                      <a:pt x="36072" y="3822"/>
                      <a:pt x="37910" y="5674"/>
                    </a:cubicBezTo>
                    <a:cubicBezTo>
                      <a:pt x="39743" y="7522"/>
                      <a:pt x="41178" y="9794"/>
                      <a:pt x="42209" y="12485"/>
                    </a:cubicBezTo>
                    <a:cubicBezTo>
                      <a:pt x="43232" y="15180"/>
                      <a:pt x="43747" y="18250"/>
                      <a:pt x="43747" y="21703"/>
                    </a:cubicBezTo>
                    <a:cubicBezTo>
                      <a:pt x="43747" y="22574"/>
                      <a:pt x="43706" y="23300"/>
                      <a:pt x="43632" y="23876"/>
                    </a:cubicBezTo>
                    <a:cubicBezTo>
                      <a:pt x="43553" y="24452"/>
                      <a:pt x="43411" y="24900"/>
                      <a:pt x="43209" y="25229"/>
                    </a:cubicBezTo>
                    <a:cubicBezTo>
                      <a:pt x="43008" y="25553"/>
                      <a:pt x="42735" y="25786"/>
                      <a:pt x="42392" y="25929"/>
                    </a:cubicBezTo>
                    <a:cubicBezTo>
                      <a:pt x="42052" y="26067"/>
                      <a:pt x="41611" y="26136"/>
                      <a:pt x="41084" y="26136"/>
                    </a:cubicBezTo>
                    <a:lnTo>
                      <a:pt x="11485" y="26136"/>
                    </a:lnTo>
                    <a:cubicBezTo>
                      <a:pt x="11829" y="31055"/>
                      <a:pt x="13151" y="34665"/>
                      <a:pt x="15455" y="36966"/>
                    </a:cubicBezTo>
                    <a:cubicBezTo>
                      <a:pt x="17760" y="39270"/>
                      <a:pt x="20807" y="40419"/>
                      <a:pt x="24606" y="40419"/>
                    </a:cubicBezTo>
                    <a:cubicBezTo>
                      <a:pt x="26473" y="40419"/>
                      <a:pt x="28083" y="40204"/>
                      <a:pt x="29439" y="39766"/>
                    </a:cubicBezTo>
                    <a:cubicBezTo>
                      <a:pt x="30791" y="39332"/>
                      <a:pt x="31971" y="38847"/>
                      <a:pt x="32987" y="38319"/>
                    </a:cubicBezTo>
                    <a:cubicBezTo>
                      <a:pt x="33995" y="37790"/>
                      <a:pt x="34884" y="37309"/>
                      <a:pt x="35646" y="36871"/>
                    </a:cubicBezTo>
                    <a:cubicBezTo>
                      <a:pt x="36408" y="36437"/>
                      <a:pt x="37148" y="36218"/>
                      <a:pt x="37865" y="36218"/>
                    </a:cubicBezTo>
                    <a:cubicBezTo>
                      <a:pt x="38332" y="36218"/>
                      <a:pt x="38735" y="36313"/>
                      <a:pt x="39079" y="36499"/>
                    </a:cubicBezTo>
                    <a:cubicBezTo>
                      <a:pt x="39422" y="36685"/>
                      <a:pt x="39717" y="36951"/>
                      <a:pt x="39964" y="37294"/>
                    </a:cubicBezTo>
                    <a:lnTo>
                      <a:pt x="43325" y="41494"/>
                    </a:lnTo>
                    <a:cubicBezTo>
                      <a:pt x="42052" y="42986"/>
                      <a:pt x="40617" y="44241"/>
                      <a:pt x="39030" y="45249"/>
                    </a:cubicBezTo>
                    <a:cubicBezTo>
                      <a:pt x="37443" y="46261"/>
                      <a:pt x="35788" y="47071"/>
                      <a:pt x="34059" y="47680"/>
                    </a:cubicBezTo>
                    <a:cubicBezTo>
                      <a:pt x="32330" y="48285"/>
                      <a:pt x="30570" y="48710"/>
                      <a:pt x="28785" y="48961"/>
                    </a:cubicBezTo>
                    <a:cubicBezTo>
                      <a:pt x="26992" y="49211"/>
                      <a:pt x="25259" y="49334"/>
                      <a:pt x="23575" y="49334"/>
                    </a:cubicBezTo>
                    <a:cubicBezTo>
                      <a:pt x="20247" y="49334"/>
                      <a:pt x="17151" y="48781"/>
                      <a:pt x="14286" y="47680"/>
                    </a:cubicBezTo>
                    <a:cubicBezTo>
                      <a:pt x="11421" y="46575"/>
                      <a:pt x="8930" y="44939"/>
                      <a:pt x="6816" y="42777"/>
                    </a:cubicBezTo>
                    <a:cubicBezTo>
                      <a:pt x="4702" y="40616"/>
                      <a:pt x="3033" y="37940"/>
                      <a:pt x="1823" y="34749"/>
                    </a:cubicBezTo>
                    <a:cubicBezTo>
                      <a:pt x="609" y="31559"/>
                      <a:pt x="0" y="27865"/>
                      <a:pt x="0" y="23664"/>
                    </a:cubicBezTo>
                    <a:cubicBezTo>
                      <a:pt x="0" y="20397"/>
                      <a:pt x="527" y="17324"/>
                      <a:pt x="1591" y="14447"/>
                    </a:cubicBezTo>
                    <a:cubicBezTo>
                      <a:pt x="2648" y="11570"/>
                      <a:pt x="4164" y="9065"/>
                      <a:pt x="6140" y="6932"/>
                    </a:cubicBezTo>
                    <a:cubicBezTo>
                      <a:pt x="8116" y="4802"/>
                      <a:pt x="10529" y="3114"/>
                      <a:pt x="13379" y="1867"/>
                    </a:cubicBezTo>
                    <a:cubicBezTo>
                      <a:pt x="16225" y="624"/>
                      <a:pt x="19437" y="0"/>
                      <a:pt x="23018" y="0"/>
                    </a:cubicBezTo>
                    <a:close/>
                    <a:moveTo>
                      <a:pt x="23250" y="8262"/>
                    </a:moveTo>
                    <a:cubicBezTo>
                      <a:pt x="19889" y="8262"/>
                      <a:pt x="17259" y="9210"/>
                      <a:pt x="15362" y="11110"/>
                    </a:cubicBezTo>
                    <a:cubicBezTo>
                      <a:pt x="13461" y="13006"/>
                      <a:pt x="12247" y="15701"/>
                      <a:pt x="11720" y="19183"/>
                    </a:cubicBezTo>
                    <a:lnTo>
                      <a:pt x="33379" y="19183"/>
                    </a:lnTo>
                    <a:cubicBezTo>
                      <a:pt x="33379" y="17692"/>
                      <a:pt x="33181" y="16284"/>
                      <a:pt x="32774" y="14961"/>
                    </a:cubicBezTo>
                    <a:cubicBezTo>
                      <a:pt x="32371" y="13637"/>
                      <a:pt x="31747" y="12477"/>
                      <a:pt x="30907" y="11482"/>
                    </a:cubicBezTo>
                    <a:cubicBezTo>
                      <a:pt x="30070" y="10487"/>
                      <a:pt x="29006" y="9703"/>
                      <a:pt x="27736" y="9127"/>
                    </a:cubicBezTo>
                    <a:cubicBezTo>
                      <a:pt x="26458" y="8551"/>
                      <a:pt x="24961" y="8262"/>
                      <a:pt x="23250" y="8262"/>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44" name="Google Shape;2444;p90"/>
              <p:cNvSpPr/>
              <p:nvPr/>
            </p:nvSpPr>
            <p:spPr>
              <a:xfrm>
                <a:off x="3175018" y="1600538"/>
                <a:ext cx="67273" cy="48635"/>
              </a:xfrm>
              <a:custGeom>
                <a:avLst/>
                <a:gdLst/>
                <a:ahLst/>
                <a:cxnLst/>
                <a:rect l="l" t="t" r="r" b="b"/>
                <a:pathLst>
                  <a:path w="67273" h="48635" extrusionOk="0">
                    <a:moveTo>
                      <a:pt x="0" y="48636"/>
                    </a:moveTo>
                    <a:lnTo>
                      <a:pt x="0" y="747"/>
                    </a:lnTo>
                    <a:lnTo>
                      <a:pt x="7048" y="747"/>
                    </a:lnTo>
                    <a:cubicBezTo>
                      <a:pt x="8546" y="747"/>
                      <a:pt x="9524" y="1448"/>
                      <a:pt x="9991" y="2848"/>
                    </a:cubicBezTo>
                    <a:lnTo>
                      <a:pt x="10738" y="6396"/>
                    </a:lnTo>
                    <a:cubicBezTo>
                      <a:pt x="11578" y="5462"/>
                      <a:pt x="12456" y="4605"/>
                      <a:pt x="13379" y="3829"/>
                    </a:cubicBezTo>
                    <a:cubicBezTo>
                      <a:pt x="14294" y="3052"/>
                      <a:pt x="15272" y="2381"/>
                      <a:pt x="16318" y="1823"/>
                    </a:cubicBezTo>
                    <a:cubicBezTo>
                      <a:pt x="17360" y="1262"/>
                      <a:pt x="18480" y="817"/>
                      <a:pt x="19679" y="492"/>
                    </a:cubicBezTo>
                    <a:cubicBezTo>
                      <a:pt x="20875" y="164"/>
                      <a:pt x="22193" y="0"/>
                      <a:pt x="23623" y="0"/>
                    </a:cubicBezTo>
                    <a:cubicBezTo>
                      <a:pt x="26641" y="0"/>
                      <a:pt x="29125" y="817"/>
                      <a:pt x="31071" y="2450"/>
                    </a:cubicBezTo>
                    <a:cubicBezTo>
                      <a:pt x="33013" y="4084"/>
                      <a:pt x="34470" y="6257"/>
                      <a:pt x="35437" y="8963"/>
                    </a:cubicBezTo>
                    <a:cubicBezTo>
                      <a:pt x="36184" y="7376"/>
                      <a:pt x="37118" y="6017"/>
                      <a:pt x="38238" y="4879"/>
                    </a:cubicBezTo>
                    <a:cubicBezTo>
                      <a:pt x="39359" y="3745"/>
                      <a:pt x="40588" y="2819"/>
                      <a:pt x="41925" y="2100"/>
                    </a:cubicBezTo>
                    <a:cubicBezTo>
                      <a:pt x="43262" y="1386"/>
                      <a:pt x="44685" y="857"/>
                      <a:pt x="46197" y="514"/>
                    </a:cubicBezTo>
                    <a:cubicBezTo>
                      <a:pt x="47706" y="171"/>
                      <a:pt x="49223" y="0"/>
                      <a:pt x="50747" y="0"/>
                    </a:cubicBezTo>
                    <a:cubicBezTo>
                      <a:pt x="53391" y="0"/>
                      <a:pt x="55744" y="405"/>
                      <a:pt x="57798" y="1214"/>
                    </a:cubicBezTo>
                    <a:cubicBezTo>
                      <a:pt x="59852" y="2024"/>
                      <a:pt x="61582" y="3205"/>
                      <a:pt x="62982" y="4762"/>
                    </a:cubicBezTo>
                    <a:cubicBezTo>
                      <a:pt x="64383" y="6319"/>
                      <a:pt x="65447" y="8215"/>
                      <a:pt x="66179" y="10458"/>
                    </a:cubicBezTo>
                    <a:cubicBezTo>
                      <a:pt x="66911" y="12696"/>
                      <a:pt x="67274" y="15263"/>
                      <a:pt x="67274" y="18158"/>
                    </a:cubicBezTo>
                    <a:lnTo>
                      <a:pt x="67274" y="48636"/>
                    </a:lnTo>
                    <a:lnTo>
                      <a:pt x="55744" y="48636"/>
                    </a:lnTo>
                    <a:lnTo>
                      <a:pt x="55744" y="18158"/>
                    </a:lnTo>
                    <a:cubicBezTo>
                      <a:pt x="55744" y="15106"/>
                      <a:pt x="55075" y="12813"/>
                      <a:pt x="53735" y="11274"/>
                    </a:cubicBezTo>
                    <a:cubicBezTo>
                      <a:pt x="52397" y="9732"/>
                      <a:pt x="50437" y="8963"/>
                      <a:pt x="47856" y="8963"/>
                    </a:cubicBezTo>
                    <a:cubicBezTo>
                      <a:pt x="46672" y="8963"/>
                      <a:pt x="45574" y="9167"/>
                      <a:pt x="44562" y="9568"/>
                    </a:cubicBezTo>
                    <a:cubicBezTo>
                      <a:pt x="43553" y="9973"/>
                      <a:pt x="42664" y="10556"/>
                      <a:pt x="41902" y="11318"/>
                    </a:cubicBezTo>
                    <a:cubicBezTo>
                      <a:pt x="41137" y="12084"/>
                      <a:pt x="40539" y="13039"/>
                      <a:pt x="40106" y="14191"/>
                    </a:cubicBezTo>
                    <a:cubicBezTo>
                      <a:pt x="39669" y="15340"/>
                      <a:pt x="39452" y="16663"/>
                      <a:pt x="39452" y="18158"/>
                    </a:cubicBezTo>
                    <a:lnTo>
                      <a:pt x="39452" y="48636"/>
                    </a:lnTo>
                    <a:lnTo>
                      <a:pt x="27870" y="48636"/>
                    </a:lnTo>
                    <a:lnTo>
                      <a:pt x="27870" y="18158"/>
                    </a:lnTo>
                    <a:cubicBezTo>
                      <a:pt x="27870" y="14953"/>
                      <a:pt x="27228" y="12620"/>
                      <a:pt x="25935" y="11158"/>
                    </a:cubicBezTo>
                    <a:cubicBezTo>
                      <a:pt x="24643" y="9695"/>
                      <a:pt x="22735" y="8963"/>
                      <a:pt x="20217" y="8963"/>
                    </a:cubicBezTo>
                    <a:cubicBezTo>
                      <a:pt x="18566" y="8963"/>
                      <a:pt x="17016" y="9375"/>
                      <a:pt x="15567" y="10199"/>
                    </a:cubicBezTo>
                    <a:cubicBezTo>
                      <a:pt x="14126" y="11023"/>
                      <a:pt x="12773" y="12153"/>
                      <a:pt x="11530" y="13582"/>
                    </a:cubicBezTo>
                    <a:lnTo>
                      <a:pt x="11530" y="48636"/>
                    </a:lnTo>
                    <a:lnTo>
                      <a:pt x="0" y="48636"/>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sp>
        <p:nvSpPr>
          <p:cNvPr id="2445" name="Google Shape;2445;p90"/>
          <p:cNvSpPr/>
          <p:nvPr/>
        </p:nvSpPr>
        <p:spPr>
          <a:xfrm>
            <a:off x="3410308" y="758950"/>
            <a:ext cx="5528935" cy="490442"/>
          </a:xfrm>
          <a:custGeom>
            <a:avLst/>
            <a:gdLst/>
            <a:ahLst/>
            <a:cxnLst/>
            <a:rect l="l" t="t" r="r" b="b"/>
            <a:pathLst>
              <a:path w="6661368" h="598100" extrusionOk="0">
                <a:moveTo>
                  <a:pt x="6620172" y="0"/>
                </a:moveTo>
                <a:cubicBezTo>
                  <a:pt x="6642925" y="0"/>
                  <a:pt x="6661369" y="18439"/>
                  <a:pt x="6661369" y="41184"/>
                </a:cubicBezTo>
                <a:lnTo>
                  <a:pt x="6661369" y="556917"/>
                </a:lnTo>
                <a:cubicBezTo>
                  <a:pt x="6661369" y="579662"/>
                  <a:pt x="6642925" y="598101"/>
                  <a:pt x="6620172" y="598101"/>
                </a:cubicBezTo>
                <a:lnTo>
                  <a:pt x="41196" y="598101"/>
                </a:lnTo>
                <a:cubicBezTo>
                  <a:pt x="18444" y="598101"/>
                  <a:pt x="0" y="579662"/>
                  <a:pt x="0" y="556917"/>
                </a:cubicBezTo>
                <a:lnTo>
                  <a:pt x="0" y="41184"/>
                </a:lnTo>
                <a:cubicBezTo>
                  <a:pt x="0" y="18439"/>
                  <a:pt x="18444" y="0"/>
                  <a:pt x="41196" y="0"/>
                </a:cubicBezTo>
                <a:close/>
              </a:path>
            </a:pathLst>
          </a:custGeom>
          <a:solidFill>
            <a:srgbClr val="FFFFFF"/>
          </a:solidFill>
          <a:ln w="15850" cap="flat" cmpd="sng">
            <a:solidFill>
              <a:srgbClr val="29B5E8"/>
            </a:solidFill>
            <a:prstDash val="solid"/>
            <a:miter lim="8000"/>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446" name="Google Shape;2446;p90"/>
          <p:cNvGrpSpPr/>
          <p:nvPr/>
        </p:nvGrpSpPr>
        <p:grpSpPr>
          <a:xfrm>
            <a:off x="4303192" y="861329"/>
            <a:ext cx="630388" cy="326514"/>
            <a:chOff x="4431633" y="1401709"/>
            <a:chExt cx="769893" cy="398771"/>
          </a:xfrm>
        </p:grpSpPr>
        <p:sp>
          <p:nvSpPr>
            <p:cNvPr id="2447" name="Google Shape;2447;p90"/>
            <p:cNvSpPr/>
            <p:nvPr/>
          </p:nvSpPr>
          <p:spPr>
            <a:xfrm>
              <a:off x="4681650" y="1401709"/>
              <a:ext cx="240048" cy="239975"/>
            </a:xfrm>
            <a:custGeom>
              <a:avLst/>
              <a:gdLst/>
              <a:ahLst/>
              <a:cxnLst/>
              <a:rect l="l" t="t" r="r" b="b"/>
              <a:pathLst>
                <a:path w="240048" h="239975" extrusionOk="0">
                  <a:moveTo>
                    <a:pt x="232604" y="94486"/>
                  </a:moveTo>
                  <a:lnTo>
                    <a:pt x="213160" y="94486"/>
                  </a:lnTo>
                  <a:cubicBezTo>
                    <a:pt x="210979" y="86483"/>
                    <a:pt x="207778" y="78836"/>
                    <a:pt x="203599" y="71648"/>
                  </a:cubicBezTo>
                  <a:lnTo>
                    <a:pt x="215125" y="60127"/>
                  </a:lnTo>
                  <a:cubicBezTo>
                    <a:pt x="216522" y="58731"/>
                    <a:pt x="217306" y="56841"/>
                    <a:pt x="217306" y="54864"/>
                  </a:cubicBezTo>
                  <a:cubicBezTo>
                    <a:pt x="217306" y="52894"/>
                    <a:pt x="216522" y="50997"/>
                    <a:pt x="215125" y="49602"/>
                  </a:cubicBezTo>
                  <a:lnTo>
                    <a:pt x="190008" y="24488"/>
                  </a:lnTo>
                  <a:cubicBezTo>
                    <a:pt x="187214" y="21697"/>
                    <a:pt x="182269" y="21697"/>
                    <a:pt x="179479" y="24488"/>
                  </a:cubicBezTo>
                  <a:lnTo>
                    <a:pt x="167829" y="36140"/>
                  </a:lnTo>
                  <a:cubicBezTo>
                    <a:pt x="160606" y="32004"/>
                    <a:pt x="152942" y="28857"/>
                    <a:pt x="144930" y="26727"/>
                  </a:cubicBezTo>
                  <a:lnTo>
                    <a:pt x="144930" y="7443"/>
                  </a:lnTo>
                  <a:cubicBezTo>
                    <a:pt x="144930" y="3329"/>
                    <a:pt x="141595" y="0"/>
                    <a:pt x="137483" y="0"/>
                  </a:cubicBezTo>
                  <a:lnTo>
                    <a:pt x="101964" y="0"/>
                  </a:lnTo>
                  <a:cubicBezTo>
                    <a:pt x="97852" y="0"/>
                    <a:pt x="94516" y="3329"/>
                    <a:pt x="94516" y="7443"/>
                  </a:cubicBezTo>
                  <a:lnTo>
                    <a:pt x="94516" y="26872"/>
                  </a:lnTo>
                  <a:cubicBezTo>
                    <a:pt x="86516" y="29060"/>
                    <a:pt x="78871" y="32259"/>
                    <a:pt x="71670" y="36438"/>
                  </a:cubicBezTo>
                  <a:lnTo>
                    <a:pt x="60144" y="24917"/>
                  </a:lnTo>
                  <a:cubicBezTo>
                    <a:pt x="57234" y="22010"/>
                    <a:pt x="52525" y="22010"/>
                    <a:pt x="49615" y="24917"/>
                  </a:cubicBezTo>
                  <a:lnTo>
                    <a:pt x="24501" y="50023"/>
                  </a:lnTo>
                  <a:cubicBezTo>
                    <a:pt x="21592" y="52931"/>
                    <a:pt x="21592" y="57641"/>
                    <a:pt x="24501" y="60548"/>
                  </a:cubicBezTo>
                  <a:lnTo>
                    <a:pt x="36150" y="72193"/>
                  </a:lnTo>
                  <a:cubicBezTo>
                    <a:pt x="32016" y="79411"/>
                    <a:pt x="28864" y="87079"/>
                    <a:pt x="26735" y="95089"/>
                  </a:cubicBezTo>
                  <a:lnTo>
                    <a:pt x="7448" y="95089"/>
                  </a:lnTo>
                  <a:cubicBezTo>
                    <a:pt x="3335" y="95089"/>
                    <a:pt x="0" y="98418"/>
                    <a:pt x="0" y="102532"/>
                  </a:cubicBezTo>
                  <a:lnTo>
                    <a:pt x="0" y="138040"/>
                  </a:lnTo>
                  <a:cubicBezTo>
                    <a:pt x="0" y="142154"/>
                    <a:pt x="3335" y="145483"/>
                    <a:pt x="7448" y="145483"/>
                  </a:cubicBezTo>
                  <a:lnTo>
                    <a:pt x="26888" y="145483"/>
                  </a:lnTo>
                  <a:cubicBezTo>
                    <a:pt x="29069" y="153486"/>
                    <a:pt x="32274" y="161133"/>
                    <a:pt x="36453" y="168329"/>
                  </a:cubicBezTo>
                  <a:lnTo>
                    <a:pt x="24927" y="179850"/>
                  </a:lnTo>
                  <a:cubicBezTo>
                    <a:pt x="23530" y="181245"/>
                    <a:pt x="22746" y="183135"/>
                    <a:pt x="22746" y="185112"/>
                  </a:cubicBezTo>
                  <a:cubicBezTo>
                    <a:pt x="22746" y="187089"/>
                    <a:pt x="23530" y="188979"/>
                    <a:pt x="24927" y="190374"/>
                  </a:cubicBezTo>
                  <a:lnTo>
                    <a:pt x="50041" y="215481"/>
                  </a:lnTo>
                  <a:cubicBezTo>
                    <a:pt x="52950" y="218388"/>
                    <a:pt x="57660" y="218388"/>
                    <a:pt x="60570" y="215481"/>
                  </a:cubicBezTo>
                  <a:lnTo>
                    <a:pt x="72219" y="203836"/>
                  </a:lnTo>
                  <a:cubicBezTo>
                    <a:pt x="79438" y="207965"/>
                    <a:pt x="87099" y="211112"/>
                    <a:pt x="95121" y="213249"/>
                  </a:cubicBezTo>
                  <a:lnTo>
                    <a:pt x="95121" y="232533"/>
                  </a:lnTo>
                  <a:cubicBezTo>
                    <a:pt x="95121" y="236647"/>
                    <a:pt x="98453" y="239976"/>
                    <a:pt x="102565" y="239976"/>
                  </a:cubicBezTo>
                  <a:lnTo>
                    <a:pt x="138084" y="239976"/>
                  </a:lnTo>
                  <a:cubicBezTo>
                    <a:pt x="142197" y="239976"/>
                    <a:pt x="145532" y="236647"/>
                    <a:pt x="145532" y="232533"/>
                  </a:cubicBezTo>
                  <a:lnTo>
                    <a:pt x="145532" y="213097"/>
                  </a:lnTo>
                  <a:cubicBezTo>
                    <a:pt x="153532" y="210909"/>
                    <a:pt x="161178" y="207710"/>
                    <a:pt x="168378" y="203531"/>
                  </a:cubicBezTo>
                  <a:lnTo>
                    <a:pt x="179904" y="215059"/>
                  </a:lnTo>
                  <a:cubicBezTo>
                    <a:pt x="181301" y="216455"/>
                    <a:pt x="183195" y="217240"/>
                    <a:pt x="185167" y="217240"/>
                  </a:cubicBezTo>
                  <a:cubicBezTo>
                    <a:pt x="187143" y="217240"/>
                    <a:pt x="189036" y="216455"/>
                    <a:pt x="190433" y="215059"/>
                  </a:cubicBezTo>
                  <a:lnTo>
                    <a:pt x="215551" y="189946"/>
                  </a:lnTo>
                  <a:cubicBezTo>
                    <a:pt x="218457" y="187038"/>
                    <a:pt x="218457" y="182328"/>
                    <a:pt x="215551" y="179421"/>
                  </a:cubicBezTo>
                  <a:lnTo>
                    <a:pt x="203901" y="167776"/>
                  </a:lnTo>
                  <a:cubicBezTo>
                    <a:pt x="208036" y="160558"/>
                    <a:pt x="211188" y="152890"/>
                    <a:pt x="213317" y="144880"/>
                  </a:cubicBezTo>
                  <a:lnTo>
                    <a:pt x="232604" y="144880"/>
                  </a:lnTo>
                  <a:cubicBezTo>
                    <a:pt x="236717" y="144880"/>
                    <a:pt x="240048" y="141551"/>
                    <a:pt x="240048" y="137437"/>
                  </a:cubicBezTo>
                  <a:lnTo>
                    <a:pt x="240048" y="101929"/>
                  </a:lnTo>
                  <a:cubicBezTo>
                    <a:pt x="240048" y="97815"/>
                    <a:pt x="236717" y="94486"/>
                    <a:pt x="232604" y="94486"/>
                  </a:cubicBezTo>
                  <a:close/>
                  <a:moveTo>
                    <a:pt x="225157" y="129993"/>
                  </a:moveTo>
                  <a:lnTo>
                    <a:pt x="207401" y="129993"/>
                  </a:lnTo>
                  <a:cubicBezTo>
                    <a:pt x="203849" y="129993"/>
                    <a:pt x="200790" y="132501"/>
                    <a:pt x="200099" y="135990"/>
                  </a:cubicBezTo>
                  <a:cubicBezTo>
                    <a:pt x="198056" y="146283"/>
                    <a:pt x="194075" y="155972"/>
                    <a:pt x="188267" y="164796"/>
                  </a:cubicBezTo>
                  <a:cubicBezTo>
                    <a:pt x="186325" y="167747"/>
                    <a:pt x="186724" y="171658"/>
                    <a:pt x="189223" y="174151"/>
                  </a:cubicBezTo>
                  <a:lnTo>
                    <a:pt x="199756" y="184683"/>
                  </a:lnTo>
                  <a:lnTo>
                    <a:pt x="185167" y="199272"/>
                  </a:lnTo>
                  <a:lnTo>
                    <a:pt x="174728" y="188826"/>
                  </a:lnTo>
                  <a:cubicBezTo>
                    <a:pt x="172225" y="186326"/>
                    <a:pt x="168289" y="185940"/>
                    <a:pt x="165327" y="187896"/>
                  </a:cubicBezTo>
                  <a:cubicBezTo>
                    <a:pt x="156539" y="193769"/>
                    <a:pt x="146869" y="197818"/>
                    <a:pt x="136583" y="199933"/>
                  </a:cubicBezTo>
                  <a:cubicBezTo>
                    <a:pt x="133121" y="200645"/>
                    <a:pt x="130641" y="203691"/>
                    <a:pt x="130641" y="207223"/>
                  </a:cubicBezTo>
                  <a:lnTo>
                    <a:pt x="130641" y="225090"/>
                  </a:lnTo>
                  <a:lnTo>
                    <a:pt x="110013" y="225090"/>
                  </a:lnTo>
                  <a:lnTo>
                    <a:pt x="110013" y="207339"/>
                  </a:lnTo>
                  <a:cubicBezTo>
                    <a:pt x="110013" y="203792"/>
                    <a:pt x="107503" y="200733"/>
                    <a:pt x="104022" y="200042"/>
                  </a:cubicBezTo>
                  <a:cubicBezTo>
                    <a:pt x="93710" y="197985"/>
                    <a:pt x="84014" y="194009"/>
                    <a:pt x="75203" y="188208"/>
                  </a:cubicBezTo>
                  <a:cubicBezTo>
                    <a:pt x="72252" y="186260"/>
                    <a:pt x="68346" y="186667"/>
                    <a:pt x="65843" y="189160"/>
                  </a:cubicBezTo>
                  <a:lnTo>
                    <a:pt x="55303" y="199693"/>
                  </a:lnTo>
                  <a:lnTo>
                    <a:pt x="40718" y="185112"/>
                  </a:lnTo>
                  <a:lnTo>
                    <a:pt x="51165" y="174674"/>
                  </a:lnTo>
                  <a:cubicBezTo>
                    <a:pt x="53675" y="172166"/>
                    <a:pt x="54063" y="168227"/>
                    <a:pt x="52091" y="165276"/>
                  </a:cubicBezTo>
                  <a:cubicBezTo>
                    <a:pt x="46224" y="156495"/>
                    <a:pt x="42175" y="146828"/>
                    <a:pt x="40050" y="136535"/>
                  </a:cubicBezTo>
                  <a:cubicBezTo>
                    <a:pt x="39337" y="133075"/>
                    <a:pt x="36293" y="130597"/>
                    <a:pt x="32755" y="130597"/>
                  </a:cubicBezTo>
                  <a:lnTo>
                    <a:pt x="14891" y="130597"/>
                  </a:lnTo>
                  <a:lnTo>
                    <a:pt x="14891" y="109976"/>
                  </a:lnTo>
                  <a:lnTo>
                    <a:pt x="32644" y="109976"/>
                  </a:lnTo>
                  <a:cubicBezTo>
                    <a:pt x="36195" y="109976"/>
                    <a:pt x="39254" y="107468"/>
                    <a:pt x="39949" y="103986"/>
                  </a:cubicBezTo>
                  <a:cubicBezTo>
                    <a:pt x="41996" y="93686"/>
                    <a:pt x="45977" y="83990"/>
                    <a:pt x="51785" y="75173"/>
                  </a:cubicBezTo>
                  <a:cubicBezTo>
                    <a:pt x="53727" y="72222"/>
                    <a:pt x="53327" y="68311"/>
                    <a:pt x="50829" y="65818"/>
                  </a:cubicBezTo>
                  <a:lnTo>
                    <a:pt x="40293" y="55286"/>
                  </a:lnTo>
                  <a:lnTo>
                    <a:pt x="54878" y="40705"/>
                  </a:lnTo>
                  <a:lnTo>
                    <a:pt x="65324" y="51143"/>
                  </a:lnTo>
                  <a:cubicBezTo>
                    <a:pt x="67838" y="53650"/>
                    <a:pt x="71771" y="54028"/>
                    <a:pt x="74725" y="52073"/>
                  </a:cubicBezTo>
                  <a:cubicBezTo>
                    <a:pt x="83513" y="46200"/>
                    <a:pt x="93183" y="42151"/>
                    <a:pt x="103465" y="40036"/>
                  </a:cubicBezTo>
                  <a:cubicBezTo>
                    <a:pt x="106924" y="39324"/>
                    <a:pt x="109408" y="36278"/>
                    <a:pt x="109408" y="32746"/>
                  </a:cubicBezTo>
                  <a:lnTo>
                    <a:pt x="109408" y="14886"/>
                  </a:lnTo>
                  <a:lnTo>
                    <a:pt x="130039" y="14886"/>
                  </a:lnTo>
                  <a:lnTo>
                    <a:pt x="130039" y="32636"/>
                  </a:lnTo>
                  <a:cubicBezTo>
                    <a:pt x="130039" y="36191"/>
                    <a:pt x="132553" y="39244"/>
                    <a:pt x="136034" y="39934"/>
                  </a:cubicBezTo>
                  <a:cubicBezTo>
                    <a:pt x="146331" y="41984"/>
                    <a:pt x="156027" y="45960"/>
                    <a:pt x="164849" y="51768"/>
                  </a:cubicBezTo>
                  <a:cubicBezTo>
                    <a:pt x="167799" y="53723"/>
                    <a:pt x="171717" y="53316"/>
                    <a:pt x="174205" y="50815"/>
                  </a:cubicBezTo>
                  <a:lnTo>
                    <a:pt x="184741" y="40276"/>
                  </a:lnTo>
                  <a:lnTo>
                    <a:pt x="199330" y="54864"/>
                  </a:lnTo>
                  <a:lnTo>
                    <a:pt x="188887" y="65302"/>
                  </a:lnTo>
                  <a:cubicBezTo>
                    <a:pt x="186373" y="67810"/>
                    <a:pt x="185985" y="71749"/>
                    <a:pt x="187961" y="74700"/>
                  </a:cubicBezTo>
                  <a:cubicBezTo>
                    <a:pt x="193828" y="83474"/>
                    <a:pt x="197877" y="93141"/>
                    <a:pt x="199998" y="103426"/>
                  </a:cubicBezTo>
                  <a:cubicBezTo>
                    <a:pt x="200708" y="106886"/>
                    <a:pt x="203756" y="109372"/>
                    <a:pt x="207289" y="109372"/>
                  </a:cubicBezTo>
                  <a:lnTo>
                    <a:pt x="225157" y="109372"/>
                  </a:lnTo>
                  <a:lnTo>
                    <a:pt x="225157" y="129993"/>
                  </a:lnTo>
                  <a:close/>
                  <a:moveTo>
                    <a:pt x="92358" y="121649"/>
                  </a:moveTo>
                  <a:lnTo>
                    <a:pt x="92358" y="172261"/>
                  </a:lnTo>
                  <a:cubicBezTo>
                    <a:pt x="92358" y="173286"/>
                    <a:pt x="91525" y="174122"/>
                    <a:pt x="90498" y="174122"/>
                  </a:cubicBezTo>
                  <a:lnTo>
                    <a:pt x="67584" y="174122"/>
                  </a:lnTo>
                  <a:cubicBezTo>
                    <a:pt x="66557" y="174122"/>
                    <a:pt x="65724" y="173286"/>
                    <a:pt x="65724" y="172261"/>
                  </a:cubicBezTo>
                  <a:lnTo>
                    <a:pt x="65724" y="121649"/>
                  </a:lnTo>
                  <a:cubicBezTo>
                    <a:pt x="65724" y="120624"/>
                    <a:pt x="66557" y="119788"/>
                    <a:pt x="67584" y="119788"/>
                  </a:cubicBezTo>
                  <a:lnTo>
                    <a:pt x="90498" y="119788"/>
                  </a:lnTo>
                  <a:cubicBezTo>
                    <a:pt x="91525" y="119788"/>
                    <a:pt x="92358" y="120624"/>
                    <a:pt x="92358" y="121649"/>
                  </a:cubicBezTo>
                  <a:close/>
                  <a:moveTo>
                    <a:pt x="132284" y="97350"/>
                  </a:moveTo>
                  <a:lnTo>
                    <a:pt x="132284" y="172261"/>
                  </a:lnTo>
                  <a:cubicBezTo>
                    <a:pt x="132284" y="173286"/>
                    <a:pt x="131451" y="174122"/>
                    <a:pt x="130420" y="174122"/>
                  </a:cubicBezTo>
                  <a:lnTo>
                    <a:pt x="107506" y="174122"/>
                  </a:lnTo>
                  <a:cubicBezTo>
                    <a:pt x="106479" y="174122"/>
                    <a:pt x="105646" y="173286"/>
                    <a:pt x="105646" y="172261"/>
                  </a:cubicBezTo>
                  <a:lnTo>
                    <a:pt x="105646" y="97350"/>
                  </a:lnTo>
                  <a:cubicBezTo>
                    <a:pt x="105646" y="96325"/>
                    <a:pt x="106479" y="95489"/>
                    <a:pt x="107506" y="95489"/>
                  </a:cubicBezTo>
                  <a:lnTo>
                    <a:pt x="130420" y="95489"/>
                  </a:lnTo>
                  <a:cubicBezTo>
                    <a:pt x="131451" y="95489"/>
                    <a:pt x="132284" y="96325"/>
                    <a:pt x="132284" y="97350"/>
                  </a:cubicBezTo>
                  <a:close/>
                  <a:moveTo>
                    <a:pt x="172207" y="66763"/>
                  </a:moveTo>
                  <a:lnTo>
                    <a:pt x="172207" y="172261"/>
                  </a:lnTo>
                  <a:cubicBezTo>
                    <a:pt x="172207" y="173286"/>
                    <a:pt x="171374" y="174122"/>
                    <a:pt x="170347" y="174122"/>
                  </a:cubicBezTo>
                  <a:lnTo>
                    <a:pt x="147433" y="174122"/>
                  </a:lnTo>
                  <a:cubicBezTo>
                    <a:pt x="146402" y="174122"/>
                    <a:pt x="145569" y="173286"/>
                    <a:pt x="145569" y="172261"/>
                  </a:cubicBezTo>
                  <a:lnTo>
                    <a:pt x="145569" y="66763"/>
                  </a:lnTo>
                  <a:cubicBezTo>
                    <a:pt x="145569" y="65738"/>
                    <a:pt x="146402" y="64902"/>
                    <a:pt x="147433" y="64902"/>
                  </a:cubicBezTo>
                  <a:lnTo>
                    <a:pt x="170347" y="64902"/>
                  </a:lnTo>
                  <a:cubicBezTo>
                    <a:pt x="171374" y="64902"/>
                    <a:pt x="172207" y="65738"/>
                    <a:pt x="172207" y="6676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448" name="Google Shape;2448;p90"/>
            <p:cNvGrpSpPr/>
            <p:nvPr/>
          </p:nvGrpSpPr>
          <p:grpSpPr>
            <a:xfrm>
              <a:off x="4431633" y="1703930"/>
              <a:ext cx="769893" cy="96550"/>
              <a:chOff x="4431633" y="1703930"/>
              <a:chExt cx="769893" cy="96550"/>
            </a:xfrm>
          </p:grpSpPr>
          <p:sp>
            <p:nvSpPr>
              <p:cNvPr id="2449" name="Google Shape;2449;p90"/>
              <p:cNvSpPr/>
              <p:nvPr/>
            </p:nvSpPr>
            <p:spPr>
              <a:xfrm>
                <a:off x="4431633" y="1706021"/>
                <a:ext cx="47687" cy="75586"/>
              </a:xfrm>
              <a:custGeom>
                <a:avLst/>
                <a:gdLst/>
                <a:ahLst/>
                <a:cxnLst/>
                <a:rect l="l" t="t" r="r" b="b"/>
                <a:pathLst>
                  <a:path w="47687" h="75586" extrusionOk="0">
                    <a:moveTo>
                      <a:pt x="47688" y="0"/>
                    </a:moveTo>
                    <a:lnTo>
                      <a:pt x="47688" y="11186"/>
                    </a:lnTo>
                    <a:lnTo>
                      <a:pt x="14170" y="11186"/>
                    </a:lnTo>
                    <a:lnTo>
                      <a:pt x="14170" y="32148"/>
                    </a:lnTo>
                    <a:lnTo>
                      <a:pt x="40576" y="32148"/>
                    </a:lnTo>
                    <a:lnTo>
                      <a:pt x="40576" y="42968"/>
                    </a:lnTo>
                    <a:lnTo>
                      <a:pt x="14170" y="42968"/>
                    </a:lnTo>
                    <a:lnTo>
                      <a:pt x="14170" y="64351"/>
                    </a:lnTo>
                    <a:lnTo>
                      <a:pt x="47688" y="64351"/>
                    </a:lnTo>
                    <a:lnTo>
                      <a:pt x="47688" y="75586"/>
                    </a:lnTo>
                    <a:lnTo>
                      <a:pt x="0" y="75586"/>
                    </a:lnTo>
                    <a:lnTo>
                      <a:pt x="0" y="0"/>
                    </a:lnTo>
                    <a:lnTo>
                      <a:pt x="47688"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50" name="Google Shape;2450;p90"/>
              <p:cNvSpPr/>
              <p:nvPr/>
            </p:nvSpPr>
            <p:spPr>
              <a:xfrm>
                <a:off x="4485125" y="1727979"/>
                <a:ext cx="53962" cy="53628"/>
              </a:xfrm>
              <a:custGeom>
                <a:avLst/>
                <a:gdLst/>
                <a:ahLst/>
                <a:cxnLst/>
                <a:rect l="l" t="t" r="r" b="b"/>
                <a:pathLst>
                  <a:path w="53962" h="53628" extrusionOk="0">
                    <a:moveTo>
                      <a:pt x="18357" y="25976"/>
                    </a:moveTo>
                    <a:lnTo>
                      <a:pt x="732" y="0"/>
                    </a:lnTo>
                    <a:lnTo>
                      <a:pt x="13177" y="0"/>
                    </a:lnTo>
                    <a:cubicBezTo>
                      <a:pt x="14118" y="0"/>
                      <a:pt x="14816" y="127"/>
                      <a:pt x="15268" y="388"/>
                    </a:cubicBezTo>
                    <a:cubicBezTo>
                      <a:pt x="15720" y="650"/>
                      <a:pt x="16124" y="1079"/>
                      <a:pt x="16475" y="1669"/>
                    </a:cubicBezTo>
                    <a:lnTo>
                      <a:pt x="27713" y="19602"/>
                    </a:lnTo>
                    <a:cubicBezTo>
                      <a:pt x="27889" y="19009"/>
                      <a:pt x="28109" y="18415"/>
                      <a:pt x="28363" y="17821"/>
                    </a:cubicBezTo>
                    <a:cubicBezTo>
                      <a:pt x="28628" y="17231"/>
                      <a:pt x="28946" y="16638"/>
                      <a:pt x="29334" y="16044"/>
                    </a:cubicBezTo>
                    <a:lnTo>
                      <a:pt x="38380" y="1934"/>
                    </a:lnTo>
                    <a:cubicBezTo>
                      <a:pt x="38795" y="1269"/>
                      <a:pt x="39232" y="780"/>
                      <a:pt x="39684" y="467"/>
                    </a:cubicBezTo>
                    <a:cubicBezTo>
                      <a:pt x="40139" y="153"/>
                      <a:pt x="40700" y="0"/>
                      <a:pt x="41364" y="0"/>
                    </a:cubicBezTo>
                    <a:lnTo>
                      <a:pt x="53230" y="0"/>
                    </a:lnTo>
                    <a:lnTo>
                      <a:pt x="35557" y="25401"/>
                    </a:lnTo>
                    <a:lnTo>
                      <a:pt x="53962" y="53628"/>
                    </a:lnTo>
                    <a:lnTo>
                      <a:pt x="41518" y="53628"/>
                    </a:lnTo>
                    <a:cubicBezTo>
                      <a:pt x="40576" y="53628"/>
                      <a:pt x="39818" y="53385"/>
                      <a:pt x="39239" y="52900"/>
                    </a:cubicBezTo>
                    <a:cubicBezTo>
                      <a:pt x="38672" y="52411"/>
                      <a:pt x="38190" y="51851"/>
                      <a:pt x="37805" y="51224"/>
                    </a:cubicBezTo>
                    <a:lnTo>
                      <a:pt x="26410" y="32562"/>
                    </a:lnTo>
                    <a:cubicBezTo>
                      <a:pt x="26096" y="33817"/>
                      <a:pt x="25659" y="34866"/>
                      <a:pt x="25095" y="35702"/>
                    </a:cubicBezTo>
                    <a:lnTo>
                      <a:pt x="15059" y="51224"/>
                    </a:lnTo>
                    <a:cubicBezTo>
                      <a:pt x="14678" y="51817"/>
                      <a:pt x="14204" y="52366"/>
                      <a:pt x="13651" y="52870"/>
                    </a:cubicBezTo>
                    <a:cubicBezTo>
                      <a:pt x="13087" y="53378"/>
                      <a:pt x="12396" y="53628"/>
                      <a:pt x="11556" y="53628"/>
                    </a:cubicBezTo>
                    <a:lnTo>
                      <a:pt x="0" y="53628"/>
                    </a:lnTo>
                    <a:lnTo>
                      <a:pt x="18357" y="259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51" name="Google Shape;2451;p90"/>
              <p:cNvSpPr/>
              <p:nvPr/>
            </p:nvSpPr>
            <p:spPr>
              <a:xfrm>
                <a:off x="4542382" y="1711565"/>
                <a:ext cx="36550" cy="70881"/>
              </a:xfrm>
              <a:custGeom>
                <a:avLst/>
                <a:gdLst/>
                <a:ahLst/>
                <a:cxnLst/>
                <a:rect l="l" t="t" r="r" b="b"/>
                <a:pathLst>
                  <a:path w="36550" h="70881" extrusionOk="0">
                    <a:moveTo>
                      <a:pt x="22484" y="70882"/>
                    </a:moveTo>
                    <a:cubicBezTo>
                      <a:pt x="17846" y="70882"/>
                      <a:pt x="14275" y="69560"/>
                      <a:pt x="11765" y="66932"/>
                    </a:cubicBezTo>
                    <a:cubicBezTo>
                      <a:pt x="9255" y="64303"/>
                      <a:pt x="8000" y="60670"/>
                      <a:pt x="8000" y="56033"/>
                    </a:cubicBezTo>
                    <a:lnTo>
                      <a:pt x="8000" y="26084"/>
                    </a:lnTo>
                    <a:lnTo>
                      <a:pt x="2562" y="26084"/>
                    </a:lnTo>
                    <a:cubicBezTo>
                      <a:pt x="1864" y="26084"/>
                      <a:pt x="1259" y="25856"/>
                      <a:pt x="758" y="25401"/>
                    </a:cubicBezTo>
                    <a:cubicBezTo>
                      <a:pt x="250" y="24949"/>
                      <a:pt x="0" y="24269"/>
                      <a:pt x="0" y="23362"/>
                    </a:cubicBezTo>
                    <a:lnTo>
                      <a:pt x="0" y="18239"/>
                    </a:lnTo>
                    <a:lnTo>
                      <a:pt x="8628" y="16828"/>
                    </a:lnTo>
                    <a:lnTo>
                      <a:pt x="11347" y="2192"/>
                    </a:lnTo>
                    <a:cubicBezTo>
                      <a:pt x="11485" y="1497"/>
                      <a:pt x="11810" y="952"/>
                      <a:pt x="12310" y="575"/>
                    </a:cubicBezTo>
                    <a:cubicBezTo>
                      <a:pt x="12818" y="187"/>
                      <a:pt x="13453" y="0"/>
                      <a:pt x="14219" y="0"/>
                    </a:cubicBezTo>
                    <a:lnTo>
                      <a:pt x="20916" y="0"/>
                    </a:lnTo>
                    <a:lnTo>
                      <a:pt x="20916" y="16880"/>
                    </a:lnTo>
                    <a:lnTo>
                      <a:pt x="35030" y="16880"/>
                    </a:lnTo>
                    <a:lnTo>
                      <a:pt x="35030" y="26084"/>
                    </a:lnTo>
                    <a:lnTo>
                      <a:pt x="20916" y="26084"/>
                    </a:lnTo>
                    <a:lnTo>
                      <a:pt x="20916" y="55144"/>
                    </a:lnTo>
                    <a:cubicBezTo>
                      <a:pt x="20916" y="56817"/>
                      <a:pt x="21330" y="58127"/>
                      <a:pt x="22170" y="59068"/>
                    </a:cubicBezTo>
                    <a:cubicBezTo>
                      <a:pt x="23007" y="60009"/>
                      <a:pt x="24124" y="60476"/>
                      <a:pt x="25517" y="60476"/>
                    </a:cubicBezTo>
                    <a:cubicBezTo>
                      <a:pt x="26316" y="60476"/>
                      <a:pt x="26989" y="60379"/>
                      <a:pt x="27530" y="60192"/>
                    </a:cubicBezTo>
                    <a:cubicBezTo>
                      <a:pt x="28068" y="59998"/>
                      <a:pt x="28539" y="59796"/>
                      <a:pt x="28942" y="59587"/>
                    </a:cubicBezTo>
                    <a:cubicBezTo>
                      <a:pt x="29342" y="59382"/>
                      <a:pt x="29700" y="59176"/>
                      <a:pt x="30014" y="58986"/>
                    </a:cubicBezTo>
                    <a:cubicBezTo>
                      <a:pt x="30328" y="58799"/>
                      <a:pt x="30641" y="58699"/>
                      <a:pt x="30955" y="58699"/>
                    </a:cubicBezTo>
                    <a:cubicBezTo>
                      <a:pt x="31336" y="58699"/>
                      <a:pt x="31650" y="58799"/>
                      <a:pt x="31896" y="58986"/>
                    </a:cubicBezTo>
                    <a:cubicBezTo>
                      <a:pt x="32139" y="59176"/>
                      <a:pt x="32397" y="59468"/>
                      <a:pt x="32681" y="59849"/>
                    </a:cubicBezTo>
                    <a:lnTo>
                      <a:pt x="36550" y="66121"/>
                    </a:lnTo>
                    <a:cubicBezTo>
                      <a:pt x="34668" y="67689"/>
                      <a:pt x="32505" y="68877"/>
                      <a:pt x="30063" y="69680"/>
                    </a:cubicBezTo>
                    <a:cubicBezTo>
                      <a:pt x="27624" y="70479"/>
                      <a:pt x="25095" y="70882"/>
                      <a:pt x="22484" y="70882"/>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52" name="Google Shape;2452;p90"/>
              <p:cNvSpPr/>
              <p:nvPr/>
            </p:nvSpPr>
            <p:spPr>
              <a:xfrm>
                <a:off x="4584105" y="1727139"/>
                <a:ext cx="48998" cy="55252"/>
              </a:xfrm>
              <a:custGeom>
                <a:avLst/>
                <a:gdLst/>
                <a:ahLst/>
                <a:cxnLst/>
                <a:rect l="l" t="t" r="r" b="b"/>
                <a:pathLst>
                  <a:path w="48998" h="55252" extrusionOk="0">
                    <a:moveTo>
                      <a:pt x="25782" y="0"/>
                    </a:moveTo>
                    <a:cubicBezTo>
                      <a:pt x="29163" y="0"/>
                      <a:pt x="32274" y="541"/>
                      <a:pt x="35116" y="1620"/>
                    </a:cubicBezTo>
                    <a:cubicBezTo>
                      <a:pt x="37958" y="2700"/>
                      <a:pt x="40405" y="4279"/>
                      <a:pt x="42463" y="6355"/>
                    </a:cubicBezTo>
                    <a:cubicBezTo>
                      <a:pt x="44517" y="8423"/>
                      <a:pt x="46123" y="10970"/>
                      <a:pt x="47273" y="13983"/>
                    </a:cubicBezTo>
                    <a:cubicBezTo>
                      <a:pt x="48420" y="17000"/>
                      <a:pt x="48999" y="20442"/>
                      <a:pt x="48999" y="24307"/>
                    </a:cubicBezTo>
                    <a:cubicBezTo>
                      <a:pt x="48999" y="25285"/>
                      <a:pt x="48954" y="26095"/>
                      <a:pt x="48864" y="26741"/>
                    </a:cubicBezTo>
                    <a:cubicBezTo>
                      <a:pt x="48778" y="27383"/>
                      <a:pt x="48621" y="27888"/>
                      <a:pt x="48394" y="28253"/>
                    </a:cubicBezTo>
                    <a:cubicBezTo>
                      <a:pt x="48170" y="28619"/>
                      <a:pt x="47863" y="28881"/>
                      <a:pt x="47479" y="29041"/>
                    </a:cubicBezTo>
                    <a:cubicBezTo>
                      <a:pt x="47098" y="29194"/>
                      <a:pt x="46608" y="29273"/>
                      <a:pt x="46018" y="29273"/>
                    </a:cubicBezTo>
                    <a:lnTo>
                      <a:pt x="12867" y="29273"/>
                    </a:lnTo>
                    <a:cubicBezTo>
                      <a:pt x="13248" y="34780"/>
                      <a:pt x="14731" y="38824"/>
                      <a:pt x="17308" y="41400"/>
                    </a:cubicBezTo>
                    <a:cubicBezTo>
                      <a:pt x="19892" y="43984"/>
                      <a:pt x="23306" y="45268"/>
                      <a:pt x="27557" y="45268"/>
                    </a:cubicBezTo>
                    <a:cubicBezTo>
                      <a:pt x="29652" y="45268"/>
                      <a:pt x="31452" y="45025"/>
                      <a:pt x="32972" y="44536"/>
                    </a:cubicBezTo>
                    <a:cubicBezTo>
                      <a:pt x="34488" y="44047"/>
                      <a:pt x="35811" y="43510"/>
                      <a:pt x="36946" y="42920"/>
                    </a:cubicBezTo>
                    <a:cubicBezTo>
                      <a:pt x="38078" y="42326"/>
                      <a:pt x="39068" y="41788"/>
                      <a:pt x="39926" y="41299"/>
                    </a:cubicBezTo>
                    <a:cubicBezTo>
                      <a:pt x="40778" y="40810"/>
                      <a:pt x="41607" y="40564"/>
                      <a:pt x="42410" y="40564"/>
                    </a:cubicBezTo>
                    <a:cubicBezTo>
                      <a:pt x="42933" y="40564"/>
                      <a:pt x="43385" y="40672"/>
                      <a:pt x="43766" y="40877"/>
                    </a:cubicBezTo>
                    <a:cubicBezTo>
                      <a:pt x="44151" y="41086"/>
                      <a:pt x="44483" y="41385"/>
                      <a:pt x="44763" y="41766"/>
                    </a:cubicBezTo>
                    <a:lnTo>
                      <a:pt x="48528" y="46470"/>
                    </a:lnTo>
                    <a:cubicBezTo>
                      <a:pt x="47098" y="48147"/>
                      <a:pt x="45492" y="49547"/>
                      <a:pt x="43717" y="50678"/>
                    </a:cubicBezTo>
                    <a:cubicBezTo>
                      <a:pt x="41940" y="51813"/>
                      <a:pt x="40084" y="52721"/>
                      <a:pt x="38145" y="53397"/>
                    </a:cubicBezTo>
                    <a:cubicBezTo>
                      <a:pt x="36214" y="54076"/>
                      <a:pt x="34242" y="54558"/>
                      <a:pt x="32236" y="54834"/>
                    </a:cubicBezTo>
                    <a:cubicBezTo>
                      <a:pt x="30234" y="55110"/>
                      <a:pt x="28292" y="55252"/>
                      <a:pt x="26410" y="55252"/>
                    </a:cubicBezTo>
                    <a:cubicBezTo>
                      <a:pt x="22679" y="55252"/>
                      <a:pt x="19209" y="54632"/>
                      <a:pt x="16004" y="53397"/>
                    </a:cubicBezTo>
                    <a:cubicBezTo>
                      <a:pt x="12796" y="52161"/>
                      <a:pt x="10006" y="50331"/>
                      <a:pt x="7634" y="47908"/>
                    </a:cubicBezTo>
                    <a:cubicBezTo>
                      <a:pt x="5266" y="45485"/>
                      <a:pt x="3403" y="42490"/>
                      <a:pt x="2039" y="38917"/>
                    </a:cubicBezTo>
                    <a:cubicBezTo>
                      <a:pt x="684" y="35348"/>
                      <a:pt x="0" y="31207"/>
                      <a:pt x="0" y="26502"/>
                    </a:cubicBezTo>
                    <a:cubicBezTo>
                      <a:pt x="0" y="22843"/>
                      <a:pt x="598" y="19404"/>
                      <a:pt x="1782" y="16178"/>
                    </a:cubicBezTo>
                    <a:cubicBezTo>
                      <a:pt x="2962" y="12956"/>
                      <a:pt x="4665" y="10152"/>
                      <a:pt x="6876" y="7762"/>
                    </a:cubicBezTo>
                    <a:cubicBezTo>
                      <a:pt x="9091" y="5377"/>
                      <a:pt x="11795" y="3487"/>
                      <a:pt x="14981" y="2095"/>
                    </a:cubicBezTo>
                    <a:cubicBezTo>
                      <a:pt x="18174" y="698"/>
                      <a:pt x="21775" y="0"/>
                      <a:pt x="25782" y="0"/>
                    </a:cubicBezTo>
                    <a:close/>
                    <a:moveTo>
                      <a:pt x="26040" y="9256"/>
                    </a:moveTo>
                    <a:cubicBezTo>
                      <a:pt x="22275" y="9256"/>
                      <a:pt x="19332" y="10316"/>
                      <a:pt x="17207" y="12441"/>
                    </a:cubicBezTo>
                    <a:cubicBezTo>
                      <a:pt x="15082" y="14569"/>
                      <a:pt x="13719" y="17582"/>
                      <a:pt x="13128" y="21484"/>
                    </a:cubicBezTo>
                    <a:lnTo>
                      <a:pt x="37387" y="21484"/>
                    </a:lnTo>
                    <a:cubicBezTo>
                      <a:pt x="37387" y="19811"/>
                      <a:pt x="37163" y="18236"/>
                      <a:pt x="36711" y="16753"/>
                    </a:cubicBezTo>
                    <a:cubicBezTo>
                      <a:pt x="36255" y="15271"/>
                      <a:pt x="35561" y="13975"/>
                      <a:pt x="34619" y="12859"/>
                    </a:cubicBezTo>
                    <a:cubicBezTo>
                      <a:pt x="33678" y="11746"/>
                      <a:pt x="32494" y="10869"/>
                      <a:pt x="31064" y="10219"/>
                    </a:cubicBezTo>
                    <a:cubicBezTo>
                      <a:pt x="29633" y="9577"/>
                      <a:pt x="27960" y="9256"/>
                      <a:pt x="26040" y="9256"/>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53" name="Google Shape;2453;p90"/>
              <p:cNvSpPr/>
              <p:nvPr/>
            </p:nvSpPr>
            <p:spPr>
              <a:xfrm>
                <a:off x="4643610" y="1726982"/>
                <a:ext cx="34197" cy="54625"/>
              </a:xfrm>
              <a:custGeom>
                <a:avLst/>
                <a:gdLst/>
                <a:ahLst/>
                <a:cxnLst/>
                <a:rect l="l" t="t" r="r" b="b"/>
                <a:pathLst>
                  <a:path w="34197" h="54625" extrusionOk="0">
                    <a:moveTo>
                      <a:pt x="0" y="54625"/>
                    </a:moveTo>
                    <a:lnTo>
                      <a:pt x="0" y="997"/>
                    </a:lnTo>
                    <a:lnTo>
                      <a:pt x="7582" y="997"/>
                    </a:lnTo>
                    <a:cubicBezTo>
                      <a:pt x="8908" y="997"/>
                      <a:pt x="9834" y="1236"/>
                      <a:pt x="10357" y="1725"/>
                    </a:cubicBezTo>
                    <a:cubicBezTo>
                      <a:pt x="10876" y="2214"/>
                      <a:pt x="11227" y="3054"/>
                      <a:pt x="11403" y="4234"/>
                    </a:cubicBezTo>
                    <a:lnTo>
                      <a:pt x="12187" y="10720"/>
                    </a:lnTo>
                    <a:cubicBezTo>
                      <a:pt x="14099" y="7408"/>
                      <a:pt x="16352" y="4794"/>
                      <a:pt x="18929" y="2879"/>
                    </a:cubicBezTo>
                    <a:cubicBezTo>
                      <a:pt x="21510" y="960"/>
                      <a:pt x="24400" y="0"/>
                      <a:pt x="27612" y="0"/>
                    </a:cubicBezTo>
                    <a:cubicBezTo>
                      <a:pt x="30261" y="0"/>
                      <a:pt x="32457" y="609"/>
                      <a:pt x="34197" y="1830"/>
                    </a:cubicBezTo>
                    <a:lnTo>
                      <a:pt x="32524" y="11500"/>
                    </a:lnTo>
                    <a:cubicBezTo>
                      <a:pt x="32423" y="12127"/>
                      <a:pt x="32191" y="12572"/>
                      <a:pt x="31844" y="12833"/>
                    </a:cubicBezTo>
                    <a:cubicBezTo>
                      <a:pt x="31497" y="13094"/>
                      <a:pt x="31026" y="13225"/>
                      <a:pt x="30436" y="13225"/>
                    </a:cubicBezTo>
                    <a:cubicBezTo>
                      <a:pt x="29913" y="13225"/>
                      <a:pt x="29196" y="13102"/>
                      <a:pt x="28289" y="12863"/>
                    </a:cubicBezTo>
                    <a:cubicBezTo>
                      <a:pt x="27381" y="12616"/>
                      <a:pt x="26182" y="12493"/>
                      <a:pt x="24681" y="12493"/>
                    </a:cubicBezTo>
                    <a:cubicBezTo>
                      <a:pt x="21999" y="12493"/>
                      <a:pt x="19698" y="13232"/>
                      <a:pt x="17782" y="14715"/>
                    </a:cubicBezTo>
                    <a:cubicBezTo>
                      <a:pt x="15862" y="16197"/>
                      <a:pt x="14241" y="18366"/>
                      <a:pt x="12915" y="21226"/>
                    </a:cubicBezTo>
                    <a:lnTo>
                      <a:pt x="12915"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54" name="Google Shape;2454;p90"/>
              <p:cNvSpPr/>
              <p:nvPr/>
            </p:nvSpPr>
            <p:spPr>
              <a:xfrm>
                <a:off x="4686330" y="1727139"/>
                <a:ext cx="46746" cy="54468"/>
              </a:xfrm>
              <a:custGeom>
                <a:avLst/>
                <a:gdLst/>
                <a:ahLst/>
                <a:cxnLst/>
                <a:rect l="l" t="t" r="r" b="b"/>
                <a:pathLst>
                  <a:path w="46746" h="54468" extrusionOk="0">
                    <a:moveTo>
                      <a:pt x="0" y="54468"/>
                    </a:moveTo>
                    <a:lnTo>
                      <a:pt x="0" y="840"/>
                    </a:lnTo>
                    <a:lnTo>
                      <a:pt x="7895" y="840"/>
                    </a:lnTo>
                    <a:cubicBezTo>
                      <a:pt x="9569" y="840"/>
                      <a:pt x="10667" y="1620"/>
                      <a:pt x="11190" y="3189"/>
                    </a:cubicBezTo>
                    <a:lnTo>
                      <a:pt x="12079" y="7426"/>
                    </a:lnTo>
                    <a:cubicBezTo>
                      <a:pt x="13158" y="6310"/>
                      <a:pt x="14301" y="5298"/>
                      <a:pt x="15504" y="4391"/>
                    </a:cubicBezTo>
                    <a:cubicBezTo>
                      <a:pt x="16706" y="3487"/>
                      <a:pt x="17976" y="2700"/>
                      <a:pt x="19321" y="2039"/>
                    </a:cubicBezTo>
                    <a:cubicBezTo>
                      <a:pt x="20662" y="1381"/>
                      <a:pt x="22103" y="874"/>
                      <a:pt x="23635" y="523"/>
                    </a:cubicBezTo>
                    <a:cubicBezTo>
                      <a:pt x="25170" y="175"/>
                      <a:pt x="26839" y="0"/>
                      <a:pt x="28651" y="0"/>
                    </a:cubicBezTo>
                    <a:cubicBezTo>
                      <a:pt x="31583" y="0"/>
                      <a:pt x="34178" y="497"/>
                      <a:pt x="36445" y="1490"/>
                    </a:cubicBezTo>
                    <a:cubicBezTo>
                      <a:pt x="38713" y="2483"/>
                      <a:pt x="40602" y="3876"/>
                      <a:pt x="42119" y="5675"/>
                    </a:cubicBezTo>
                    <a:cubicBezTo>
                      <a:pt x="43635" y="7468"/>
                      <a:pt x="44785" y="9614"/>
                      <a:pt x="45570" y="12101"/>
                    </a:cubicBezTo>
                    <a:cubicBezTo>
                      <a:pt x="46354" y="14595"/>
                      <a:pt x="46746" y="17336"/>
                      <a:pt x="46746" y="20334"/>
                    </a:cubicBezTo>
                    <a:lnTo>
                      <a:pt x="46746" y="54468"/>
                    </a:lnTo>
                    <a:lnTo>
                      <a:pt x="33831" y="54468"/>
                    </a:lnTo>
                    <a:lnTo>
                      <a:pt x="33831" y="20334"/>
                    </a:lnTo>
                    <a:cubicBezTo>
                      <a:pt x="33831" y="17060"/>
                      <a:pt x="33073" y="14524"/>
                      <a:pt x="31556" y="12728"/>
                    </a:cubicBezTo>
                    <a:cubicBezTo>
                      <a:pt x="30040" y="10932"/>
                      <a:pt x="27765" y="10036"/>
                      <a:pt x="24733" y="10036"/>
                    </a:cubicBezTo>
                    <a:cubicBezTo>
                      <a:pt x="22503" y="10036"/>
                      <a:pt x="20408" y="10544"/>
                      <a:pt x="18458" y="11552"/>
                    </a:cubicBezTo>
                    <a:cubicBezTo>
                      <a:pt x="16508" y="12568"/>
                      <a:pt x="14656" y="13942"/>
                      <a:pt x="12915" y="15682"/>
                    </a:cubicBezTo>
                    <a:lnTo>
                      <a:pt x="12915" y="54468"/>
                    </a:lnTo>
                    <a:lnTo>
                      <a:pt x="0" y="5446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55" name="Google Shape;2455;p90"/>
              <p:cNvSpPr/>
              <p:nvPr/>
            </p:nvSpPr>
            <p:spPr>
              <a:xfrm>
                <a:off x="4743116" y="1726982"/>
                <a:ext cx="44703" cy="55465"/>
              </a:xfrm>
              <a:custGeom>
                <a:avLst/>
                <a:gdLst/>
                <a:ahLst/>
                <a:cxnLst/>
                <a:rect l="l" t="t" r="r" b="b"/>
                <a:pathLst>
                  <a:path w="44703" h="55465" extrusionOk="0">
                    <a:moveTo>
                      <a:pt x="44703" y="54625"/>
                    </a:moveTo>
                    <a:lnTo>
                      <a:pt x="38903" y="54625"/>
                    </a:lnTo>
                    <a:cubicBezTo>
                      <a:pt x="37685" y="54625"/>
                      <a:pt x="36726" y="54442"/>
                      <a:pt x="36027" y="54080"/>
                    </a:cubicBezTo>
                    <a:cubicBezTo>
                      <a:pt x="35329" y="53710"/>
                      <a:pt x="34806" y="52971"/>
                      <a:pt x="34459" y="51855"/>
                    </a:cubicBezTo>
                    <a:lnTo>
                      <a:pt x="33308" y="48042"/>
                    </a:lnTo>
                    <a:cubicBezTo>
                      <a:pt x="31949" y="49260"/>
                      <a:pt x="30615" y="50331"/>
                      <a:pt x="29308" y="51257"/>
                    </a:cubicBezTo>
                    <a:cubicBezTo>
                      <a:pt x="28001" y="52176"/>
                      <a:pt x="26649" y="52952"/>
                      <a:pt x="25255" y="53583"/>
                    </a:cubicBezTo>
                    <a:cubicBezTo>
                      <a:pt x="23859" y="54211"/>
                      <a:pt x="22380" y="54677"/>
                      <a:pt x="20811" y="54991"/>
                    </a:cubicBezTo>
                    <a:cubicBezTo>
                      <a:pt x="19242" y="55305"/>
                      <a:pt x="17498" y="55465"/>
                      <a:pt x="15582" y="55465"/>
                    </a:cubicBezTo>
                    <a:cubicBezTo>
                      <a:pt x="13315" y="55465"/>
                      <a:pt x="11227" y="55159"/>
                      <a:pt x="9307" y="54547"/>
                    </a:cubicBezTo>
                    <a:cubicBezTo>
                      <a:pt x="7388" y="53934"/>
                      <a:pt x="5744" y="53016"/>
                      <a:pt x="4366" y="51791"/>
                    </a:cubicBezTo>
                    <a:cubicBezTo>
                      <a:pt x="2988" y="50566"/>
                      <a:pt x="1916" y="49047"/>
                      <a:pt x="1150" y="47228"/>
                    </a:cubicBezTo>
                    <a:cubicBezTo>
                      <a:pt x="381" y="45410"/>
                      <a:pt x="0" y="43293"/>
                      <a:pt x="0" y="40885"/>
                    </a:cubicBezTo>
                    <a:cubicBezTo>
                      <a:pt x="0" y="38854"/>
                      <a:pt x="530" y="36856"/>
                      <a:pt x="1591" y="34877"/>
                    </a:cubicBezTo>
                    <a:cubicBezTo>
                      <a:pt x="2659" y="32902"/>
                      <a:pt x="4426" y="31117"/>
                      <a:pt x="6902" y="29527"/>
                    </a:cubicBezTo>
                    <a:cubicBezTo>
                      <a:pt x="9375" y="27936"/>
                      <a:pt x="12669" y="26614"/>
                      <a:pt x="16785" y="25569"/>
                    </a:cubicBezTo>
                    <a:cubicBezTo>
                      <a:pt x="20897" y="24520"/>
                      <a:pt x="26006" y="23993"/>
                      <a:pt x="32106" y="23993"/>
                    </a:cubicBezTo>
                    <a:lnTo>
                      <a:pt x="32106" y="20831"/>
                    </a:lnTo>
                    <a:cubicBezTo>
                      <a:pt x="32106" y="17216"/>
                      <a:pt x="31347" y="14539"/>
                      <a:pt x="29831" y="12803"/>
                    </a:cubicBezTo>
                    <a:cubicBezTo>
                      <a:pt x="28315" y="11059"/>
                      <a:pt x="26111" y="10193"/>
                      <a:pt x="23216" y="10193"/>
                    </a:cubicBezTo>
                    <a:cubicBezTo>
                      <a:pt x="21125" y="10193"/>
                      <a:pt x="19380" y="10440"/>
                      <a:pt x="17987" y="10925"/>
                    </a:cubicBezTo>
                    <a:cubicBezTo>
                      <a:pt x="16591" y="11414"/>
                      <a:pt x="15380" y="11963"/>
                      <a:pt x="14350" y="12572"/>
                    </a:cubicBezTo>
                    <a:cubicBezTo>
                      <a:pt x="13323" y="13184"/>
                      <a:pt x="12374" y="13729"/>
                      <a:pt x="11504" y="14218"/>
                    </a:cubicBezTo>
                    <a:cubicBezTo>
                      <a:pt x="10630" y="14707"/>
                      <a:pt x="9673" y="14950"/>
                      <a:pt x="8628" y="14950"/>
                    </a:cubicBezTo>
                    <a:cubicBezTo>
                      <a:pt x="7757" y="14950"/>
                      <a:pt x="7007" y="14726"/>
                      <a:pt x="6379" y="14270"/>
                    </a:cubicBezTo>
                    <a:cubicBezTo>
                      <a:pt x="5752" y="13819"/>
                      <a:pt x="5247" y="13262"/>
                      <a:pt x="4859" y="12598"/>
                    </a:cubicBezTo>
                    <a:lnTo>
                      <a:pt x="2510" y="8472"/>
                    </a:lnTo>
                    <a:cubicBezTo>
                      <a:pt x="8680" y="2823"/>
                      <a:pt x="16120" y="0"/>
                      <a:pt x="24837" y="0"/>
                    </a:cubicBezTo>
                    <a:cubicBezTo>
                      <a:pt x="27975" y="0"/>
                      <a:pt x="30772" y="515"/>
                      <a:pt x="33230" y="1542"/>
                    </a:cubicBezTo>
                    <a:cubicBezTo>
                      <a:pt x="35687" y="2573"/>
                      <a:pt x="37771" y="4003"/>
                      <a:pt x="39478" y="5832"/>
                    </a:cubicBezTo>
                    <a:cubicBezTo>
                      <a:pt x="41185" y="7658"/>
                      <a:pt x="42485" y="9846"/>
                      <a:pt x="43374" y="12389"/>
                    </a:cubicBezTo>
                    <a:cubicBezTo>
                      <a:pt x="44263" y="14931"/>
                      <a:pt x="44703" y="17720"/>
                      <a:pt x="44703" y="20752"/>
                    </a:cubicBezTo>
                    <a:lnTo>
                      <a:pt x="44703" y="54625"/>
                    </a:lnTo>
                    <a:close/>
                    <a:moveTo>
                      <a:pt x="19608" y="46575"/>
                    </a:moveTo>
                    <a:cubicBezTo>
                      <a:pt x="20931" y="46575"/>
                      <a:pt x="22152" y="46459"/>
                      <a:pt x="23269" y="46217"/>
                    </a:cubicBezTo>
                    <a:cubicBezTo>
                      <a:pt x="24382" y="45978"/>
                      <a:pt x="25439" y="45615"/>
                      <a:pt x="26432" y="45134"/>
                    </a:cubicBezTo>
                    <a:cubicBezTo>
                      <a:pt x="27422" y="44656"/>
                      <a:pt x="28382" y="44062"/>
                      <a:pt x="29308" y="43360"/>
                    </a:cubicBezTo>
                    <a:cubicBezTo>
                      <a:pt x="30231" y="42658"/>
                      <a:pt x="31161" y="41826"/>
                      <a:pt x="32106" y="40866"/>
                    </a:cubicBezTo>
                    <a:lnTo>
                      <a:pt x="32106" y="31886"/>
                    </a:lnTo>
                    <a:cubicBezTo>
                      <a:pt x="28341" y="31886"/>
                      <a:pt x="25196" y="32125"/>
                      <a:pt x="22667" y="32596"/>
                    </a:cubicBezTo>
                    <a:cubicBezTo>
                      <a:pt x="20139" y="33070"/>
                      <a:pt x="18107" y="33679"/>
                      <a:pt x="16576" y="34414"/>
                    </a:cubicBezTo>
                    <a:cubicBezTo>
                      <a:pt x="15041" y="35150"/>
                      <a:pt x="13950" y="36012"/>
                      <a:pt x="13308" y="36994"/>
                    </a:cubicBezTo>
                    <a:cubicBezTo>
                      <a:pt x="12661" y="37976"/>
                      <a:pt x="12340" y="39048"/>
                      <a:pt x="12340" y="40205"/>
                    </a:cubicBezTo>
                    <a:cubicBezTo>
                      <a:pt x="12340" y="42487"/>
                      <a:pt x="13009" y="44118"/>
                      <a:pt x="14350" y="45100"/>
                    </a:cubicBezTo>
                    <a:cubicBezTo>
                      <a:pt x="15694" y="46086"/>
                      <a:pt x="17450" y="46575"/>
                      <a:pt x="19608" y="46575"/>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56" name="Google Shape;2456;p90"/>
              <p:cNvSpPr/>
              <p:nvPr/>
            </p:nvSpPr>
            <p:spPr>
              <a:xfrm>
                <a:off x="4801366" y="1703930"/>
                <a:ext cx="12915" cy="77677"/>
              </a:xfrm>
              <a:custGeom>
                <a:avLst/>
                <a:gdLst/>
                <a:ahLst/>
                <a:cxnLst/>
                <a:rect l="l" t="t" r="r" b="b"/>
                <a:pathLst>
                  <a:path w="12915" h="77677" extrusionOk="0">
                    <a:moveTo>
                      <a:pt x="12915" y="0"/>
                    </a:moveTo>
                    <a:lnTo>
                      <a:pt x="12915" y="77677"/>
                    </a:lnTo>
                    <a:lnTo>
                      <a:pt x="0" y="77677"/>
                    </a:lnTo>
                    <a:lnTo>
                      <a:pt x="0" y="0"/>
                    </a:lnTo>
                    <a:lnTo>
                      <a:pt x="1291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57" name="Google Shape;2457;p90"/>
              <p:cNvSpPr/>
              <p:nvPr/>
            </p:nvSpPr>
            <p:spPr>
              <a:xfrm>
                <a:off x="4849782" y="1706021"/>
                <a:ext cx="47687" cy="75586"/>
              </a:xfrm>
              <a:custGeom>
                <a:avLst/>
                <a:gdLst/>
                <a:ahLst/>
                <a:cxnLst/>
                <a:rect l="l" t="t" r="r" b="b"/>
                <a:pathLst>
                  <a:path w="47687" h="75586" extrusionOk="0">
                    <a:moveTo>
                      <a:pt x="47687" y="0"/>
                    </a:moveTo>
                    <a:lnTo>
                      <a:pt x="47687" y="11186"/>
                    </a:lnTo>
                    <a:lnTo>
                      <a:pt x="14170" y="11186"/>
                    </a:lnTo>
                    <a:lnTo>
                      <a:pt x="14170" y="32148"/>
                    </a:lnTo>
                    <a:lnTo>
                      <a:pt x="40580" y="32148"/>
                    </a:lnTo>
                    <a:lnTo>
                      <a:pt x="40580" y="42968"/>
                    </a:lnTo>
                    <a:lnTo>
                      <a:pt x="14170" y="42968"/>
                    </a:lnTo>
                    <a:lnTo>
                      <a:pt x="14170" y="64351"/>
                    </a:lnTo>
                    <a:lnTo>
                      <a:pt x="47687" y="64351"/>
                    </a:lnTo>
                    <a:lnTo>
                      <a:pt x="47687" y="75586"/>
                    </a:lnTo>
                    <a:lnTo>
                      <a:pt x="0" y="75586"/>
                    </a:lnTo>
                    <a:lnTo>
                      <a:pt x="0" y="0"/>
                    </a:lnTo>
                    <a:lnTo>
                      <a:pt x="47687"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58" name="Google Shape;2458;p90"/>
              <p:cNvSpPr/>
              <p:nvPr/>
            </p:nvSpPr>
            <p:spPr>
              <a:xfrm>
                <a:off x="4908921" y="1727139"/>
                <a:ext cx="46750" cy="54468"/>
              </a:xfrm>
              <a:custGeom>
                <a:avLst/>
                <a:gdLst/>
                <a:ahLst/>
                <a:cxnLst/>
                <a:rect l="l" t="t" r="r" b="b"/>
                <a:pathLst>
                  <a:path w="46750" h="54468" extrusionOk="0">
                    <a:moveTo>
                      <a:pt x="0" y="54468"/>
                    </a:moveTo>
                    <a:lnTo>
                      <a:pt x="0" y="840"/>
                    </a:lnTo>
                    <a:lnTo>
                      <a:pt x="7899" y="840"/>
                    </a:lnTo>
                    <a:cubicBezTo>
                      <a:pt x="9573" y="840"/>
                      <a:pt x="10671" y="1620"/>
                      <a:pt x="11190" y="3189"/>
                    </a:cubicBezTo>
                    <a:lnTo>
                      <a:pt x="12082" y="7426"/>
                    </a:lnTo>
                    <a:cubicBezTo>
                      <a:pt x="13162" y="6310"/>
                      <a:pt x="14301" y="5298"/>
                      <a:pt x="15507" y="4391"/>
                    </a:cubicBezTo>
                    <a:cubicBezTo>
                      <a:pt x="16710" y="3487"/>
                      <a:pt x="17980" y="2700"/>
                      <a:pt x="19325" y="2039"/>
                    </a:cubicBezTo>
                    <a:cubicBezTo>
                      <a:pt x="20662" y="1381"/>
                      <a:pt x="22103" y="874"/>
                      <a:pt x="23635" y="523"/>
                    </a:cubicBezTo>
                    <a:cubicBezTo>
                      <a:pt x="25173" y="175"/>
                      <a:pt x="26843" y="0"/>
                      <a:pt x="28654" y="0"/>
                    </a:cubicBezTo>
                    <a:cubicBezTo>
                      <a:pt x="31583" y="0"/>
                      <a:pt x="34182" y="497"/>
                      <a:pt x="36449" y="1490"/>
                    </a:cubicBezTo>
                    <a:cubicBezTo>
                      <a:pt x="38713" y="2483"/>
                      <a:pt x="40602" y="3876"/>
                      <a:pt x="42123" y="5675"/>
                    </a:cubicBezTo>
                    <a:cubicBezTo>
                      <a:pt x="43639" y="7468"/>
                      <a:pt x="44785" y="9614"/>
                      <a:pt x="45570" y="12101"/>
                    </a:cubicBezTo>
                    <a:cubicBezTo>
                      <a:pt x="46354" y="14595"/>
                      <a:pt x="46750" y="17336"/>
                      <a:pt x="46750" y="20334"/>
                    </a:cubicBezTo>
                    <a:lnTo>
                      <a:pt x="46750" y="54468"/>
                    </a:lnTo>
                    <a:lnTo>
                      <a:pt x="33835" y="54468"/>
                    </a:lnTo>
                    <a:lnTo>
                      <a:pt x="33835" y="20334"/>
                    </a:lnTo>
                    <a:cubicBezTo>
                      <a:pt x="33835" y="17060"/>
                      <a:pt x="33077" y="14524"/>
                      <a:pt x="31556" y="12728"/>
                    </a:cubicBezTo>
                    <a:cubicBezTo>
                      <a:pt x="30040" y="10932"/>
                      <a:pt x="27769" y="10036"/>
                      <a:pt x="24733" y="10036"/>
                    </a:cubicBezTo>
                    <a:cubicBezTo>
                      <a:pt x="22507" y="10036"/>
                      <a:pt x="20411" y="10544"/>
                      <a:pt x="18462" y="11552"/>
                    </a:cubicBezTo>
                    <a:cubicBezTo>
                      <a:pt x="16508" y="12568"/>
                      <a:pt x="14660" y="13942"/>
                      <a:pt x="12915" y="15682"/>
                    </a:cubicBezTo>
                    <a:lnTo>
                      <a:pt x="12915" y="54468"/>
                    </a:lnTo>
                    <a:lnTo>
                      <a:pt x="0" y="5446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59" name="Google Shape;2459;p90"/>
              <p:cNvSpPr/>
              <p:nvPr/>
            </p:nvSpPr>
            <p:spPr>
              <a:xfrm>
                <a:off x="4963148" y="1727034"/>
                <a:ext cx="51243" cy="73446"/>
              </a:xfrm>
              <a:custGeom>
                <a:avLst/>
                <a:gdLst/>
                <a:ahLst/>
                <a:cxnLst/>
                <a:rect l="l" t="t" r="r" b="b"/>
                <a:pathLst>
                  <a:path w="51243" h="73446" extrusionOk="0">
                    <a:moveTo>
                      <a:pt x="23792" y="0"/>
                    </a:moveTo>
                    <a:cubicBezTo>
                      <a:pt x="26088" y="0"/>
                      <a:pt x="28251" y="239"/>
                      <a:pt x="30272" y="709"/>
                    </a:cubicBezTo>
                    <a:cubicBezTo>
                      <a:pt x="32292" y="1176"/>
                      <a:pt x="34141" y="1863"/>
                      <a:pt x="35818" y="2770"/>
                    </a:cubicBezTo>
                    <a:lnTo>
                      <a:pt x="51243" y="2770"/>
                    </a:lnTo>
                    <a:lnTo>
                      <a:pt x="51243" y="7580"/>
                    </a:lnTo>
                    <a:cubicBezTo>
                      <a:pt x="51243" y="8382"/>
                      <a:pt x="51034" y="9010"/>
                      <a:pt x="50616" y="9461"/>
                    </a:cubicBezTo>
                    <a:cubicBezTo>
                      <a:pt x="50194" y="9913"/>
                      <a:pt x="49480" y="10227"/>
                      <a:pt x="48468" y="10402"/>
                    </a:cubicBezTo>
                    <a:lnTo>
                      <a:pt x="43658" y="11291"/>
                    </a:lnTo>
                    <a:cubicBezTo>
                      <a:pt x="44009" y="12198"/>
                      <a:pt x="44278" y="13154"/>
                      <a:pt x="44472" y="14166"/>
                    </a:cubicBezTo>
                    <a:cubicBezTo>
                      <a:pt x="44662" y="15178"/>
                      <a:pt x="44756" y="16242"/>
                      <a:pt x="44756" y="17355"/>
                    </a:cubicBezTo>
                    <a:cubicBezTo>
                      <a:pt x="44756" y="20002"/>
                      <a:pt x="44229" y="22399"/>
                      <a:pt x="43161" y="24542"/>
                    </a:cubicBezTo>
                    <a:cubicBezTo>
                      <a:pt x="42096" y="26689"/>
                      <a:pt x="40636" y="28511"/>
                      <a:pt x="38772" y="30005"/>
                    </a:cubicBezTo>
                    <a:cubicBezTo>
                      <a:pt x="36909" y="31506"/>
                      <a:pt x="34694" y="32663"/>
                      <a:pt x="32128" y="33484"/>
                    </a:cubicBezTo>
                    <a:cubicBezTo>
                      <a:pt x="29569" y="34302"/>
                      <a:pt x="26787" y="34709"/>
                      <a:pt x="23792" y="34709"/>
                    </a:cubicBezTo>
                    <a:cubicBezTo>
                      <a:pt x="21767" y="34709"/>
                      <a:pt x="19799" y="34519"/>
                      <a:pt x="17883" y="34134"/>
                    </a:cubicBezTo>
                    <a:cubicBezTo>
                      <a:pt x="16210" y="35153"/>
                      <a:pt x="15373" y="36296"/>
                      <a:pt x="15373" y="37558"/>
                    </a:cubicBezTo>
                    <a:cubicBezTo>
                      <a:pt x="15373" y="38648"/>
                      <a:pt x="15870" y="39447"/>
                      <a:pt x="16859" y="39951"/>
                    </a:cubicBezTo>
                    <a:cubicBezTo>
                      <a:pt x="17853" y="40463"/>
                      <a:pt x="19164" y="40821"/>
                      <a:pt x="20781" y="41030"/>
                    </a:cubicBezTo>
                    <a:cubicBezTo>
                      <a:pt x="22406" y="41243"/>
                      <a:pt x="24244" y="41348"/>
                      <a:pt x="26301" y="41348"/>
                    </a:cubicBezTo>
                    <a:cubicBezTo>
                      <a:pt x="28359" y="41348"/>
                      <a:pt x="30466" y="41437"/>
                      <a:pt x="32625" y="41613"/>
                    </a:cubicBezTo>
                    <a:cubicBezTo>
                      <a:pt x="34787" y="41785"/>
                      <a:pt x="36898" y="42091"/>
                      <a:pt x="38952" y="42528"/>
                    </a:cubicBezTo>
                    <a:cubicBezTo>
                      <a:pt x="41010" y="42964"/>
                      <a:pt x="42847" y="43655"/>
                      <a:pt x="44472" y="44596"/>
                    </a:cubicBezTo>
                    <a:cubicBezTo>
                      <a:pt x="46093" y="45545"/>
                      <a:pt x="47396" y="46829"/>
                      <a:pt x="48394" y="48457"/>
                    </a:cubicBezTo>
                    <a:cubicBezTo>
                      <a:pt x="49383" y="50081"/>
                      <a:pt x="49880" y="52172"/>
                      <a:pt x="49880" y="54718"/>
                    </a:cubicBezTo>
                    <a:cubicBezTo>
                      <a:pt x="49880" y="57097"/>
                      <a:pt x="49298" y="59408"/>
                      <a:pt x="48132" y="61645"/>
                    </a:cubicBezTo>
                    <a:cubicBezTo>
                      <a:pt x="46963" y="63877"/>
                      <a:pt x="45271" y="65879"/>
                      <a:pt x="43056" y="67622"/>
                    </a:cubicBezTo>
                    <a:cubicBezTo>
                      <a:pt x="40842" y="69370"/>
                      <a:pt x="38134" y="70777"/>
                      <a:pt x="34925" y="71841"/>
                    </a:cubicBezTo>
                    <a:cubicBezTo>
                      <a:pt x="31721" y="72909"/>
                      <a:pt x="28061" y="73447"/>
                      <a:pt x="23948" y="73447"/>
                    </a:cubicBezTo>
                    <a:cubicBezTo>
                      <a:pt x="19866" y="73447"/>
                      <a:pt x="16329" y="73051"/>
                      <a:pt x="13330" y="72267"/>
                    </a:cubicBezTo>
                    <a:cubicBezTo>
                      <a:pt x="10331" y="71487"/>
                      <a:pt x="7847" y="70438"/>
                      <a:pt x="5883" y="69131"/>
                    </a:cubicBezTo>
                    <a:cubicBezTo>
                      <a:pt x="3910" y="67824"/>
                      <a:pt x="2439" y="66315"/>
                      <a:pt x="1460" y="64609"/>
                    </a:cubicBezTo>
                    <a:cubicBezTo>
                      <a:pt x="486" y="62903"/>
                      <a:pt x="0" y="61122"/>
                      <a:pt x="0" y="59277"/>
                    </a:cubicBezTo>
                    <a:cubicBezTo>
                      <a:pt x="0" y="56768"/>
                      <a:pt x="766" y="54662"/>
                      <a:pt x="2301" y="52956"/>
                    </a:cubicBezTo>
                    <a:cubicBezTo>
                      <a:pt x="3832" y="51250"/>
                      <a:pt x="5961" y="49883"/>
                      <a:pt x="8680" y="48879"/>
                    </a:cubicBezTo>
                    <a:cubicBezTo>
                      <a:pt x="7354" y="48143"/>
                      <a:pt x="6290" y="47169"/>
                      <a:pt x="5490" y="45948"/>
                    </a:cubicBezTo>
                    <a:cubicBezTo>
                      <a:pt x="4687" y="44731"/>
                      <a:pt x="4284" y="43147"/>
                      <a:pt x="4284" y="41191"/>
                    </a:cubicBezTo>
                    <a:cubicBezTo>
                      <a:pt x="4284" y="40388"/>
                      <a:pt x="4422" y="39567"/>
                      <a:pt x="4706" y="38708"/>
                    </a:cubicBezTo>
                    <a:cubicBezTo>
                      <a:pt x="4982" y="37857"/>
                      <a:pt x="5412" y="37009"/>
                      <a:pt x="5983" y="36176"/>
                    </a:cubicBezTo>
                    <a:cubicBezTo>
                      <a:pt x="6562" y="35336"/>
                      <a:pt x="7283" y="34545"/>
                      <a:pt x="8153" y="33798"/>
                    </a:cubicBezTo>
                    <a:cubicBezTo>
                      <a:pt x="9027" y="33048"/>
                      <a:pt x="10055" y="32375"/>
                      <a:pt x="11242" y="31786"/>
                    </a:cubicBezTo>
                    <a:cubicBezTo>
                      <a:pt x="8523" y="30318"/>
                      <a:pt x="6387" y="28369"/>
                      <a:pt x="4837" y="25927"/>
                    </a:cubicBezTo>
                    <a:cubicBezTo>
                      <a:pt x="3283" y="23489"/>
                      <a:pt x="2510" y="20629"/>
                      <a:pt x="2510" y="17355"/>
                    </a:cubicBezTo>
                    <a:cubicBezTo>
                      <a:pt x="2510" y="14707"/>
                      <a:pt x="3036" y="12314"/>
                      <a:pt x="4101" y="10171"/>
                    </a:cubicBezTo>
                    <a:cubicBezTo>
                      <a:pt x="5169" y="8024"/>
                      <a:pt x="6648" y="6194"/>
                      <a:pt x="8549" y="4678"/>
                    </a:cubicBezTo>
                    <a:cubicBezTo>
                      <a:pt x="10447" y="3163"/>
                      <a:pt x="12695" y="2005"/>
                      <a:pt x="15295" y="1202"/>
                    </a:cubicBezTo>
                    <a:cubicBezTo>
                      <a:pt x="17890" y="399"/>
                      <a:pt x="20725" y="0"/>
                      <a:pt x="23792" y="0"/>
                    </a:cubicBezTo>
                    <a:close/>
                    <a:moveTo>
                      <a:pt x="37962" y="56828"/>
                    </a:moveTo>
                    <a:cubicBezTo>
                      <a:pt x="37962" y="55760"/>
                      <a:pt x="37648" y="54886"/>
                      <a:pt x="37021" y="54211"/>
                    </a:cubicBezTo>
                    <a:cubicBezTo>
                      <a:pt x="36393" y="53535"/>
                      <a:pt x="35534" y="53012"/>
                      <a:pt x="34455" y="52635"/>
                    </a:cubicBezTo>
                    <a:cubicBezTo>
                      <a:pt x="33376" y="52262"/>
                      <a:pt x="32109" y="51985"/>
                      <a:pt x="30668" y="51810"/>
                    </a:cubicBezTo>
                    <a:cubicBezTo>
                      <a:pt x="29218" y="51631"/>
                      <a:pt x="27687" y="51541"/>
                      <a:pt x="26062" y="51541"/>
                    </a:cubicBezTo>
                    <a:lnTo>
                      <a:pt x="21046" y="51541"/>
                    </a:lnTo>
                    <a:cubicBezTo>
                      <a:pt x="19321" y="51541"/>
                      <a:pt x="17651" y="51350"/>
                      <a:pt x="16053" y="50966"/>
                    </a:cubicBezTo>
                    <a:cubicBezTo>
                      <a:pt x="14585" y="51769"/>
                      <a:pt x="13412" y="52717"/>
                      <a:pt x="12519" y="53815"/>
                    </a:cubicBezTo>
                    <a:cubicBezTo>
                      <a:pt x="11634" y="54912"/>
                      <a:pt x="11190" y="56178"/>
                      <a:pt x="11190" y="57608"/>
                    </a:cubicBezTo>
                    <a:cubicBezTo>
                      <a:pt x="11190" y="58549"/>
                      <a:pt x="11421" y="59427"/>
                      <a:pt x="11892" y="60248"/>
                    </a:cubicBezTo>
                    <a:cubicBezTo>
                      <a:pt x="12363" y="61066"/>
                      <a:pt x="13117" y="61771"/>
                      <a:pt x="14144" y="62361"/>
                    </a:cubicBezTo>
                    <a:cubicBezTo>
                      <a:pt x="15168" y="62951"/>
                      <a:pt x="16505" y="63414"/>
                      <a:pt x="18141" y="63747"/>
                    </a:cubicBezTo>
                    <a:cubicBezTo>
                      <a:pt x="19780" y="64075"/>
                      <a:pt x="21786" y="64243"/>
                      <a:pt x="24158" y="64243"/>
                    </a:cubicBezTo>
                    <a:cubicBezTo>
                      <a:pt x="26559" y="64243"/>
                      <a:pt x="28636" y="64056"/>
                      <a:pt x="30380" y="63683"/>
                    </a:cubicBezTo>
                    <a:cubicBezTo>
                      <a:pt x="32120" y="63310"/>
                      <a:pt x="33558" y="62791"/>
                      <a:pt x="34694" y="62137"/>
                    </a:cubicBezTo>
                    <a:cubicBezTo>
                      <a:pt x="35825" y="61480"/>
                      <a:pt x="36651" y="60692"/>
                      <a:pt x="37177" y="59789"/>
                    </a:cubicBezTo>
                    <a:cubicBezTo>
                      <a:pt x="37700" y="58881"/>
                      <a:pt x="37962" y="57892"/>
                      <a:pt x="37962" y="56828"/>
                    </a:cubicBezTo>
                    <a:close/>
                    <a:moveTo>
                      <a:pt x="23792" y="26450"/>
                    </a:moveTo>
                    <a:cubicBezTo>
                      <a:pt x="25394" y="26450"/>
                      <a:pt x="26787" y="26233"/>
                      <a:pt x="27975" y="25797"/>
                    </a:cubicBezTo>
                    <a:cubicBezTo>
                      <a:pt x="29155" y="25360"/>
                      <a:pt x="30141" y="24762"/>
                      <a:pt x="30925" y="23997"/>
                    </a:cubicBezTo>
                    <a:cubicBezTo>
                      <a:pt x="31713" y="23231"/>
                      <a:pt x="32303" y="22305"/>
                      <a:pt x="32707" y="21226"/>
                    </a:cubicBezTo>
                    <a:cubicBezTo>
                      <a:pt x="33107" y="20147"/>
                      <a:pt x="33308" y="18956"/>
                      <a:pt x="33308" y="17668"/>
                    </a:cubicBezTo>
                    <a:cubicBezTo>
                      <a:pt x="33308" y="15021"/>
                      <a:pt x="32513" y="12919"/>
                      <a:pt x="30925" y="11373"/>
                    </a:cubicBezTo>
                    <a:cubicBezTo>
                      <a:pt x="29338" y="9820"/>
                      <a:pt x="26962" y="9047"/>
                      <a:pt x="23792" y="9047"/>
                    </a:cubicBezTo>
                    <a:cubicBezTo>
                      <a:pt x="20617" y="9047"/>
                      <a:pt x="18242" y="9820"/>
                      <a:pt x="16654" y="11373"/>
                    </a:cubicBezTo>
                    <a:cubicBezTo>
                      <a:pt x="15067" y="12919"/>
                      <a:pt x="14271" y="15021"/>
                      <a:pt x="14271" y="17668"/>
                    </a:cubicBezTo>
                    <a:cubicBezTo>
                      <a:pt x="14271" y="18923"/>
                      <a:pt x="14473" y="20091"/>
                      <a:pt x="14872" y="21174"/>
                    </a:cubicBezTo>
                    <a:cubicBezTo>
                      <a:pt x="15276" y="22253"/>
                      <a:pt x="15870" y="23183"/>
                      <a:pt x="16654" y="23967"/>
                    </a:cubicBezTo>
                    <a:cubicBezTo>
                      <a:pt x="17438" y="24755"/>
                      <a:pt x="18428" y="25360"/>
                      <a:pt x="19635" y="25797"/>
                    </a:cubicBezTo>
                    <a:cubicBezTo>
                      <a:pt x="20837" y="26233"/>
                      <a:pt x="22223" y="26450"/>
                      <a:pt x="23792" y="2645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60" name="Google Shape;2460;p90"/>
              <p:cNvSpPr/>
              <p:nvPr/>
            </p:nvSpPr>
            <p:spPr>
              <a:xfrm>
                <a:off x="5021656" y="1704090"/>
                <a:ext cx="16523" cy="77516"/>
              </a:xfrm>
              <a:custGeom>
                <a:avLst/>
                <a:gdLst/>
                <a:ahLst/>
                <a:cxnLst/>
                <a:rect l="l" t="t" r="r" b="b"/>
                <a:pathLst>
                  <a:path w="16523" h="77516" extrusionOk="0">
                    <a:moveTo>
                      <a:pt x="16523" y="8255"/>
                    </a:moveTo>
                    <a:cubicBezTo>
                      <a:pt x="16523" y="9372"/>
                      <a:pt x="16296" y="10421"/>
                      <a:pt x="15844" y="11392"/>
                    </a:cubicBezTo>
                    <a:cubicBezTo>
                      <a:pt x="15388" y="12366"/>
                      <a:pt x="14790" y="13221"/>
                      <a:pt x="14040" y="13957"/>
                    </a:cubicBezTo>
                    <a:cubicBezTo>
                      <a:pt x="13289" y="14685"/>
                      <a:pt x="12408" y="15267"/>
                      <a:pt x="11399" y="15708"/>
                    </a:cubicBezTo>
                    <a:cubicBezTo>
                      <a:pt x="10387" y="16145"/>
                      <a:pt x="9307" y="16358"/>
                      <a:pt x="8154" y="16358"/>
                    </a:cubicBezTo>
                    <a:cubicBezTo>
                      <a:pt x="7040" y="16358"/>
                      <a:pt x="5984" y="16145"/>
                      <a:pt x="4994" y="15708"/>
                    </a:cubicBezTo>
                    <a:cubicBezTo>
                      <a:pt x="4000" y="15267"/>
                      <a:pt x="3137" y="14685"/>
                      <a:pt x="2402" y="13957"/>
                    </a:cubicBezTo>
                    <a:cubicBezTo>
                      <a:pt x="1673" y="13221"/>
                      <a:pt x="1091" y="12366"/>
                      <a:pt x="654" y="11392"/>
                    </a:cubicBezTo>
                    <a:cubicBezTo>
                      <a:pt x="217" y="10421"/>
                      <a:pt x="0" y="9372"/>
                      <a:pt x="0" y="8255"/>
                    </a:cubicBezTo>
                    <a:cubicBezTo>
                      <a:pt x="0" y="7109"/>
                      <a:pt x="217" y="6030"/>
                      <a:pt x="654" y="5014"/>
                    </a:cubicBezTo>
                    <a:cubicBezTo>
                      <a:pt x="1091" y="4006"/>
                      <a:pt x="1673" y="3133"/>
                      <a:pt x="2402" y="2401"/>
                    </a:cubicBezTo>
                    <a:cubicBezTo>
                      <a:pt x="3137" y="1669"/>
                      <a:pt x="4000" y="1087"/>
                      <a:pt x="4994" y="650"/>
                    </a:cubicBezTo>
                    <a:cubicBezTo>
                      <a:pt x="5984" y="217"/>
                      <a:pt x="7040" y="0"/>
                      <a:pt x="8154" y="0"/>
                    </a:cubicBezTo>
                    <a:cubicBezTo>
                      <a:pt x="9307" y="0"/>
                      <a:pt x="10387" y="217"/>
                      <a:pt x="11399" y="650"/>
                    </a:cubicBezTo>
                    <a:cubicBezTo>
                      <a:pt x="12408" y="1087"/>
                      <a:pt x="13289" y="1669"/>
                      <a:pt x="14040" y="2401"/>
                    </a:cubicBezTo>
                    <a:cubicBezTo>
                      <a:pt x="14790" y="3133"/>
                      <a:pt x="15388" y="4006"/>
                      <a:pt x="15844" y="5014"/>
                    </a:cubicBezTo>
                    <a:cubicBezTo>
                      <a:pt x="16296" y="6030"/>
                      <a:pt x="16523" y="7109"/>
                      <a:pt x="16523" y="8255"/>
                    </a:cubicBezTo>
                    <a:close/>
                    <a:moveTo>
                      <a:pt x="14589" y="23889"/>
                    </a:moveTo>
                    <a:lnTo>
                      <a:pt x="14589" y="77517"/>
                    </a:lnTo>
                    <a:lnTo>
                      <a:pt x="1673" y="77517"/>
                    </a:lnTo>
                    <a:lnTo>
                      <a:pt x="1673" y="23889"/>
                    </a:lnTo>
                    <a:lnTo>
                      <a:pt x="14589" y="2388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61" name="Google Shape;2461;p90"/>
              <p:cNvSpPr/>
              <p:nvPr/>
            </p:nvSpPr>
            <p:spPr>
              <a:xfrm>
                <a:off x="5050830" y="1727139"/>
                <a:ext cx="46750" cy="54468"/>
              </a:xfrm>
              <a:custGeom>
                <a:avLst/>
                <a:gdLst/>
                <a:ahLst/>
                <a:cxnLst/>
                <a:rect l="l" t="t" r="r" b="b"/>
                <a:pathLst>
                  <a:path w="46750" h="54468" extrusionOk="0">
                    <a:moveTo>
                      <a:pt x="0" y="54468"/>
                    </a:moveTo>
                    <a:lnTo>
                      <a:pt x="0" y="840"/>
                    </a:lnTo>
                    <a:lnTo>
                      <a:pt x="7899" y="840"/>
                    </a:lnTo>
                    <a:cubicBezTo>
                      <a:pt x="9573" y="840"/>
                      <a:pt x="10671" y="1620"/>
                      <a:pt x="11190" y="3189"/>
                    </a:cubicBezTo>
                    <a:lnTo>
                      <a:pt x="12082" y="7426"/>
                    </a:lnTo>
                    <a:cubicBezTo>
                      <a:pt x="13162" y="6310"/>
                      <a:pt x="14301" y="5298"/>
                      <a:pt x="15507" y="4391"/>
                    </a:cubicBezTo>
                    <a:cubicBezTo>
                      <a:pt x="16710" y="3487"/>
                      <a:pt x="17980" y="2700"/>
                      <a:pt x="19325" y="2039"/>
                    </a:cubicBezTo>
                    <a:cubicBezTo>
                      <a:pt x="20665" y="1381"/>
                      <a:pt x="22103" y="874"/>
                      <a:pt x="23635" y="523"/>
                    </a:cubicBezTo>
                    <a:cubicBezTo>
                      <a:pt x="25173" y="175"/>
                      <a:pt x="26843" y="0"/>
                      <a:pt x="28654" y="0"/>
                    </a:cubicBezTo>
                    <a:cubicBezTo>
                      <a:pt x="31583" y="0"/>
                      <a:pt x="34182" y="497"/>
                      <a:pt x="36449" y="1490"/>
                    </a:cubicBezTo>
                    <a:cubicBezTo>
                      <a:pt x="38716" y="2483"/>
                      <a:pt x="40602" y="3876"/>
                      <a:pt x="42123" y="5675"/>
                    </a:cubicBezTo>
                    <a:cubicBezTo>
                      <a:pt x="43639" y="7468"/>
                      <a:pt x="44789" y="9614"/>
                      <a:pt x="45574" y="12101"/>
                    </a:cubicBezTo>
                    <a:cubicBezTo>
                      <a:pt x="46358" y="14595"/>
                      <a:pt x="46750" y="17336"/>
                      <a:pt x="46750" y="20334"/>
                    </a:cubicBezTo>
                    <a:lnTo>
                      <a:pt x="46750" y="54468"/>
                    </a:lnTo>
                    <a:lnTo>
                      <a:pt x="33835" y="54468"/>
                    </a:lnTo>
                    <a:lnTo>
                      <a:pt x="33835" y="20334"/>
                    </a:lnTo>
                    <a:cubicBezTo>
                      <a:pt x="33835" y="17060"/>
                      <a:pt x="33077" y="14524"/>
                      <a:pt x="31560" y="12728"/>
                    </a:cubicBezTo>
                    <a:cubicBezTo>
                      <a:pt x="30040" y="10932"/>
                      <a:pt x="27769" y="10036"/>
                      <a:pt x="24733" y="10036"/>
                    </a:cubicBezTo>
                    <a:cubicBezTo>
                      <a:pt x="22507" y="10036"/>
                      <a:pt x="20411" y="10544"/>
                      <a:pt x="18462" y="11552"/>
                    </a:cubicBezTo>
                    <a:cubicBezTo>
                      <a:pt x="16508" y="12568"/>
                      <a:pt x="14660" y="13942"/>
                      <a:pt x="12915" y="15682"/>
                    </a:cubicBezTo>
                    <a:lnTo>
                      <a:pt x="12915" y="54468"/>
                    </a:lnTo>
                    <a:lnTo>
                      <a:pt x="0" y="5446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62" name="Google Shape;2462;p90"/>
              <p:cNvSpPr/>
              <p:nvPr/>
            </p:nvSpPr>
            <p:spPr>
              <a:xfrm>
                <a:off x="5106678" y="1727139"/>
                <a:ext cx="48994" cy="55252"/>
              </a:xfrm>
              <a:custGeom>
                <a:avLst/>
                <a:gdLst/>
                <a:ahLst/>
                <a:cxnLst/>
                <a:rect l="l" t="t" r="r" b="b"/>
                <a:pathLst>
                  <a:path w="48994" h="55252" extrusionOk="0">
                    <a:moveTo>
                      <a:pt x="25778" y="0"/>
                    </a:moveTo>
                    <a:cubicBezTo>
                      <a:pt x="29159" y="0"/>
                      <a:pt x="32270" y="541"/>
                      <a:pt x="35112" y="1620"/>
                    </a:cubicBezTo>
                    <a:cubicBezTo>
                      <a:pt x="37954" y="2700"/>
                      <a:pt x="40401" y="4279"/>
                      <a:pt x="42459" y="6355"/>
                    </a:cubicBezTo>
                    <a:cubicBezTo>
                      <a:pt x="44513" y="8423"/>
                      <a:pt x="46119" y="10970"/>
                      <a:pt x="47269" y="13983"/>
                    </a:cubicBezTo>
                    <a:cubicBezTo>
                      <a:pt x="48416" y="17000"/>
                      <a:pt x="48995" y="20442"/>
                      <a:pt x="48995" y="24307"/>
                    </a:cubicBezTo>
                    <a:cubicBezTo>
                      <a:pt x="48995" y="25285"/>
                      <a:pt x="48950" y="26095"/>
                      <a:pt x="48864" y="26741"/>
                    </a:cubicBezTo>
                    <a:cubicBezTo>
                      <a:pt x="48774" y="27383"/>
                      <a:pt x="48618" y="27888"/>
                      <a:pt x="48393" y="28253"/>
                    </a:cubicBezTo>
                    <a:cubicBezTo>
                      <a:pt x="48166" y="28619"/>
                      <a:pt x="47859" y="28881"/>
                      <a:pt x="47475" y="29041"/>
                    </a:cubicBezTo>
                    <a:cubicBezTo>
                      <a:pt x="47094" y="29194"/>
                      <a:pt x="46604" y="29273"/>
                      <a:pt x="46014" y="29273"/>
                    </a:cubicBezTo>
                    <a:lnTo>
                      <a:pt x="12863" y="29273"/>
                    </a:lnTo>
                    <a:cubicBezTo>
                      <a:pt x="13244" y="34780"/>
                      <a:pt x="14727" y="38824"/>
                      <a:pt x="17304" y="41400"/>
                    </a:cubicBezTo>
                    <a:cubicBezTo>
                      <a:pt x="19889" y="43984"/>
                      <a:pt x="23302" y="45268"/>
                      <a:pt x="27553" y="45268"/>
                    </a:cubicBezTo>
                    <a:cubicBezTo>
                      <a:pt x="29648" y="45268"/>
                      <a:pt x="31448" y="45025"/>
                      <a:pt x="32968" y="44536"/>
                    </a:cubicBezTo>
                    <a:cubicBezTo>
                      <a:pt x="34485" y="44047"/>
                      <a:pt x="35807" y="43510"/>
                      <a:pt x="36942" y="42920"/>
                    </a:cubicBezTo>
                    <a:cubicBezTo>
                      <a:pt x="38074" y="42326"/>
                      <a:pt x="39064" y="41788"/>
                      <a:pt x="39923" y="41299"/>
                    </a:cubicBezTo>
                    <a:cubicBezTo>
                      <a:pt x="40774" y="40810"/>
                      <a:pt x="41603" y="40564"/>
                      <a:pt x="42406" y="40564"/>
                    </a:cubicBezTo>
                    <a:cubicBezTo>
                      <a:pt x="42929" y="40564"/>
                      <a:pt x="43381" y="40672"/>
                      <a:pt x="43762" y="40877"/>
                    </a:cubicBezTo>
                    <a:cubicBezTo>
                      <a:pt x="44147" y="41086"/>
                      <a:pt x="44479" y="41385"/>
                      <a:pt x="44759" y="41766"/>
                    </a:cubicBezTo>
                    <a:lnTo>
                      <a:pt x="48524" y="46470"/>
                    </a:lnTo>
                    <a:cubicBezTo>
                      <a:pt x="47094" y="48147"/>
                      <a:pt x="45488" y="49547"/>
                      <a:pt x="43714" y="50678"/>
                    </a:cubicBezTo>
                    <a:cubicBezTo>
                      <a:pt x="41936" y="51813"/>
                      <a:pt x="40080" y="52721"/>
                      <a:pt x="38141" y="53397"/>
                    </a:cubicBezTo>
                    <a:cubicBezTo>
                      <a:pt x="36210" y="54076"/>
                      <a:pt x="34238" y="54558"/>
                      <a:pt x="32233" y="54834"/>
                    </a:cubicBezTo>
                    <a:cubicBezTo>
                      <a:pt x="30231" y="55110"/>
                      <a:pt x="28288" y="55252"/>
                      <a:pt x="26406" y="55252"/>
                    </a:cubicBezTo>
                    <a:cubicBezTo>
                      <a:pt x="22675" y="55252"/>
                      <a:pt x="19205" y="54632"/>
                      <a:pt x="16000" y="53397"/>
                    </a:cubicBezTo>
                    <a:cubicBezTo>
                      <a:pt x="12792" y="52161"/>
                      <a:pt x="10002" y="50331"/>
                      <a:pt x="7630" y="47908"/>
                    </a:cubicBezTo>
                    <a:cubicBezTo>
                      <a:pt x="5263" y="45485"/>
                      <a:pt x="3399" y="42490"/>
                      <a:pt x="2035" y="38917"/>
                    </a:cubicBezTo>
                    <a:cubicBezTo>
                      <a:pt x="680" y="35348"/>
                      <a:pt x="0" y="31207"/>
                      <a:pt x="0" y="26502"/>
                    </a:cubicBezTo>
                    <a:cubicBezTo>
                      <a:pt x="0" y="22843"/>
                      <a:pt x="594" y="19404"/>
                      <a:pt x="1778" y="16178"/>
                    </a:cubicBezTo>
                    <a:cubicBezTo>
                      <a:pt x="2958" y="12956"/>
                      <a:pt x="4661" y="10152"/>
                      <a:pt x="6872" y="7762"/>
                    </a:cubicBezTo>
                    <a:cubicBezTo>
                      <a:pt x="9087" y="5377"/>
                      <a:pt x="11791" y="3487"/>
                      <a:pt x="14977" y="2095"/>
                    </a:cubicBezTo>
                    <a:cubicBezTo>
                      <a:pt x="18170" y="698"/>
                      <a:pt x="21771" y="0"/>
                      <a:pt x="25778" y="0"/>
                    </a:cubicBezTo>
                    <a:close/>
                    <a:moveTo>
                      <a:pt x="26036" y="9256"/>
                    </a:moveTo>
                    <a:cubicBezTo>
                      <a:pt x="22271" y="9256"/>
                      <a:pt x="19328" y="10316"/>
                      <a:pt x="17203" y="12441"/>
                    </a:cubicBezTo>
                    <a:cubicBezTo>
                      <a:pt x="15078" y="14569"/>
                      <a:pt x="13715" y="17582"/>
                      <a:pt x="13124" y="21484"/>
                    </a:cubicBezTo>
                    <a:lnTo>
                      <a:pt x="37383" y="21484"/>
                    </a:lnTo>
                    <a:cubicBezTo>
                      <a:pt x="37383" y="19811"/>
                      <a:pt x="37159" y="18236"/>
                      <a:pt x="36707" y="16753"/>
                    </a:cubicBezTo>
                    <a:cubicBezTo>
                      <a:pt x="36255" y="15271"/>
                      <a:pt x="35557" y="13975"/>
                      <a:pt x="34615" y="12859"/>
                    </a:cubicBezTo>
                    <a:cubicBezTo>
                      <a:pt x="33674" y="11746"/>
                      <a:pt x="32490" y="10869"/>
                      <a:pt x="31060" y="10219"/>
                    </a:cubicBezTo>
                    <a:cubicBezTo>
                      <a:pt x="29629" y="9577"/>
                      <a:pt x="27956" y="9256"/>
                      <a:pt x="26036" y="9256"/>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63" name="Google Shape;2463;p90"/>
              <p:cNvSpPr/>
              <p:nvPr/>
            </p:nvSpPr>
            <p:spPr>
              <a:xfrm>
                <a:off x="5161473" y="1727139"/>
                <a:ext cx="40053" cy="55308"/>
              </a:xfrm>
              <a:custGeom>
                <a:avLst/>
                <a:gdLst/>
                <a:ahLst/>
                <a:cxnLst/>
                <a:rect l="l" t="t" r="r" b="b"/>
                <a:pathLst>
                  <a:path w="40053" h="55308" extrusionOk="0">
                    <a:moveTo>
                      <a:pt x="36554" y="11291"/>
                    </a:moveTo>
                    <a:cubicBezTo>
                      <a:pt x="36203" y="11851"/>
                      <a:pt x="35837" y="12243"/>
                      <a:pt x="35456" y="12467"/>
                    </a:cubicBezTo>
                    <a:cubicBezTo>
                      <a:pt x="35071" y="12699"/>
                      <a:pt x="34582" y="12807"/>
                      <a:pt x="33992" y="12807"/>
                    </a:cubicBezTo>
                    <a:cubicBezTo>
                      <a:pt x="33360" y="12807"/>
                      <a:pt x="32688" y="12631"/>
                      <a:pt x="31979" y="12284"/>
                    </a:cubicBezTo>
                    <a:cubicBezTo>
                      <a:pt x="31265" y="11941"/>
                      <a:pt x="30436" y="11545"/>
                      <a:pt x="29495" y="11108"/>
                    </a:cubicBezTo>
                    <a:cubicBezTo>
                      <a:pt x="28554" y="10675"/>
                      <a:pt x="27482" y="10283"/>
                      <a:pt x="26279" y="9936"/>
                    </a:cubicBezTo>
                    <a:cubicBezTo>
                      <a:pt x="25073" y="9585"/>
                      <a:pt x="23653" y="9409"/>
                      <a:pt x="22018" y="9409"/>
                    </a:cubicBezTo>
                    <a:cubicBezTo>
                      <a:pt x="19470" y="9409"/>
                      <a:pt x="17465" y="9947"/>
                      <a:pt x="16004" y="11030"/>
                    </a:cubicBezTo>
                    <a:cubicBezTo>
                      <a:pt x="14540" y="12112"/>
                      <a:pt x="13808" y="13520"/>
                      <a:pt x="13808" y="15264"/>
                    </a:cubicBezTo>
                    <a:cubicBezTo>
                      <a:pt x="13808" y="16417"/>
                      <a:pt x="14178" y="17381"/>
                      <a:pt x="14929" y="18169"/>
                    </a:cubicBezTo>
                    <a:cubicBezTo>
                      <a:pt x="15679" y="18949"/>
                      <a:pt x="16673" y="19640"/>
                      <a:pt x="17909" y="20230"/>
                    </a:cubicBezTo>
                    <a:cubicBezTo>
                      <a:pt x="19145" y="20823"/>
                      <a:pt x="20550" y="21353"/>
                      <a:pt x="22119" y="21824"/>
                    </a:cubicBezTo>
                    <a:cubicBezTo>
                      <a:pt x="23687" y="22294"/>
                      <a:pt x="25293" y="22813"/>
                      <a:pt x="26929" y="23366"/>
                    </a:cubicBezTo>
                    <a:cubicBezTo>
                      <a:pt x="28569" y="23926"/>
                      <a:pt x="30175" y="24564"/>
                      <a:pt x="31740" y="25278"/>
                    </a:cubicBezTo>
                    <a:cubicBezTo>
                      <a:pt x="33308" y="25991"/>
                      <a:pt x="34713" y="26898"/>
                      <a:pt x="35949" y="27992"/>
                    </a:cubicBezTo>
                    <a:cubicBezTo>
                      <a:pt x="37185" y="29090"/>
                      <a:pt x="38182" y="30404"/>
                      <a:pt x="38929" y="31939"/>
                    </a:cubicBezTo>
                    <a:cubicBezTo>
                      <a:pt x="39680" y="33473"/>
                      <a:pt x="40054" y="35318"/>
                      <a:pt x="40054" y="37480"/>
                    </a:cubicBezTo>
                    <a:cubicBezTo>
                      <a:pt x="40054" y="40060"/>
                      <a:pt x="39583" y="42438"/>
                      <a:pt x="38642" y="44619"/>
                    </a:cubicBezTo>
                    <a:cubicBezTo>
                      <a:pt x="37701" y="46795"/>
                      <a:pt x="36326" y="48677"/>
                      <a:pt x="34515" y="50260"/>
                    </a:cubicBezTo>
                    <a:cubicBezTo>
                      <a:pt x="32699" y="51847"/>
                      <a:pt x="30462" y="53083"/>
                      <a:pt x="27795" y="53972"/>
                    </a:cubicBezTo>
                    <a:cubicBezTo>
                      <a:pt x="25129" y="54864"/>
                      <a:pt x="22070" y="55308"/>
                      <a:pt x="18619" y="55308"/>
                    </a:cubicBezTo>
                    <a:cubicBezTo>
                      <a:pt x="16770" y="55308"/>
                      <a:pt x="14962" y="55140"/>
                      <a:pt x="13207" y="54808"/>
                    </a:cubicBezTo>
                    <a:cubicBezTo>
                      <a:pt x="11444" y="54476"/>
                      <a:pt x="9756" y="54016"/>
                      <a:pt x="8131" y="53426"/>
                    </a:cubicBezTo>
                    <a:cubicBezTo>
                      <a:pt x="6514" y="52833"/>
                      <a:pt x="5012" y="52135"/>
                      <a:pt x="3634" y="51332"/>
                    </a:cubicBezTo>
                    <a:cubicBezTo>
                      <a:pt x="2260" y="50533"/>
                      <a:pt x="1050" y="49659"/>
                      <a:pt x="0" y="48718"/>
                    </a:cubicBezTo>
                    <a:lnTo>
                      <a:pt x="2981" y="43808"/>
                    </a:lnTo>
                    <a:cubicBezTo>
                      <a:pt x="3365" y="43215"/>
                      <a:pt x="3821" y="42759"/>
                      <a:pt x="4344" y="42445"/>
                    </a:cubicBezTo>
                    <a:cubicBezTo>
                      <a:pt x="4863" y="42132"/>
                      <a:pt x="5528" y="41979"/>
                      <a:pt x="6331" y="41979"/>
                    </a:cubicBezTo>
                    <a:cubicBezTo>
                      <a:pt x="7134" y="41979"/>
                      <a:pt x="7888" y="42203"/>
                      <a:pt x="8602" y="42655"/>
                    </a:cubicBezTo>
                    <a:cubicBezTo>
                      <a:pt x="9319" y="43106"/>
                      <a:pt x="10144" y="43595"/>
                      <a:pt x="11085" y="44122"/>
                    </a:cubicBezTo>
                    <a:cubicBezTo>
                      <a:pt x="12027" y="44641"/>
                      <a:pt x="13136" y="45130"/>
                      <a:pt x="14410" y="45582"/>
                    </a:cubicBezTo>
                    <a:cubicBezTo>
                      <a:pt x="15679" y="46034"/>
                      <a:pt x="17289" y="46261"/>
                      <a:pt x="19246" y="46261"/>
                    </a:cubicBezTo>
                    <a:cubicBezTo>
                      <a:pt x="20778" y="46261"/>
                      <a:pt x="22092" y="46078"/>
                      <a:pt x="23190" y="45713"/>
                    </a:cubicBezTo>
                    <a:cubicBezTo>
                      <a:pt x="24288" y="45347"/>
                      <a:pt x="25196" y="44869"/>
                      <a:pt x="25913" y="44275"/>
                    </a:cubicBezTo>
                    <a:cubicBezTo>
                      <a:pt x="26623" y="43685"/>
                      <a:pt x="27149" y="42994"/>
                      <a:pt x="27482" y="42210"/>
                    </a:cubicBezTo>
                    <a:cubicBezTo>
                      <a:pt x="27810" y="41426"/>
                      <a:pt x="27979" y="40616"/>
                      <a:pt x="27979" y="39783"/>
                    </a:cubicBezTo>
                    <a:cubicBezTo>
                      <a:pt x="27979" y="38529"/>
                      <a:pt x="27601" y="37498"/>
                      <a:pt x="26854" y="36699"/>
                    </a:cubicBezTo>
                    <a:cubicBezTo>
                      <a:pt x="26104" y="35896"/>
                      <a:pt x="25110" y="35198"/>
                      <a:pt x="23870" y="34605"/>
                    </a:cubicBezTo>
                    <a:cubicBezTo>
                      <a:pt x="22634" y="34015"/>
                      <a:pt x="21222" y="33481"/>
                      <a:pt x="19635" y="33010"/>
                    </a:cubicBezTo>
                    <a:cubicBezTo>
                      <a:pt x="18047" y="32540"/>
                      <a:pt x="16430" y="32028"/>
                      <a:pt x="14772" y="31468"/>
                    </a:cubicBezTo>
                    <a:cubicBezTo>
                      <a:pt x="13117" y="30916"/>
                      <a:pt x="11500" y="30258"/>
                      <a:pt x="9913" y="29508"/>
                    </a:cubicBezTo>
                    <a:cubicBezTo>
                      <a:pt x="8325" y="28761"/>
                      <a:pt x="6913" y="27809"/>
                      <a:pt x="5677" y="26659"/>
                    </a:cubicBezTo>
                    <a:cubicBezTo>
                      <a:pt x="4437" y="25509"/>
                      <a:pt x="3444" y="24098"/>
                      <a:pt x="2693" y="22425"/>
                    </a:cubicBezTo>
                    <a:cubicBezTo>
                      <a:pt x="1946" y="20756"/>
                      <a:pt x="1569" y="18732"/>
                      <a:pt x="1569" y="16361"/>
                    </a:cubicBezTo>
                    <a:cubicBezTo>
                      <a:pt x="1569" y="14166"/>
                      <a:pt x="2009" y="12079"/>
                      <a:pt x="2880" y="10089"/>
                    </a:cubicBezTo>
                    <a:cubicBezTo>
                      <a:pt x="3746" y="8102"/>
                      <a:pt x="5031" y="6366"/>
                      <a:pt x="6719" y="4887"/>
                    </a:cubicBezTo>
                    <a:cubicBezTo>
                      <a:pt x="8411" y="3405"/>
                      <a:pt x="10521" y="2222"/>
                      <a:pt x="13050" y="1337"/>
                    </a:cubicBezTo>
                    <a:cubicBezTo>
                      <a:pt x="15575" y="448"/>
                      <a:pt x="18495" y="0"/>
                      <a:pt x="21805" y="0"/>
                    </a:cubicBezTo>
                    <a:cubicBezTo>
                      <a:pt x="25502" y="0"/>
                      <a:pt x="28867" y="609"/>
                      <a:pt x="31896" y="1833"/>
                    </a:cubicBezTo>
                    <a:cubicBezTo>
                      <a:pt x="34933" y="3050"/>
                      <a:pt x="37458" y="4652"/>
                      <a:pt x="39482" y="6639"/>
                    </a:cubicBezTo>
                    <a:lnTo>
                      <a:pt x="36554" y="11291"/>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grpSp>
        <p:nvGrpSpPr>
          <p:cNvPr id="2464" name="Google Shape;2464;p90"/>
          <p:cNvGrpSpPr/>
          <p:nvPr/>
        </p:nvGrpSpPr>
        <p:grpSpPr>
          <a:xfrm>
            <a:off x="5974128" y="867497"/>
            <a:ext cx="321688" cy="305580"/>
            <a:chOff x="6472346" y="1409242"/>
            <a:chExt cx="392877" cy="373205"/>
          </a:xfrm>
        </p:grpSpPr>
        <p:grpSp>
          <p:nvGrpSpPr>
            <p:cNvPr id="2465" name="Google Shape;2465;p90"/>
            <p:cNvGrpSpPr/>
            <p:nvPr/>
          </p:nvGrpSpPr>
          <p:grpSpPr>
            <a:xfrm>
              <a:off x="6493925" y="1409242"/>
              <a:ext cx="347951" cy="237508"/>
              <a:chOff x="6493925" y="1409242"/>
              <a:chExt cx="347951" cy="237508"/>
            </a:xfrm>
          </p:grpSpPr>
          <p:sp>
            <p:nvSpPr>
              <p:cNvPr id="2466" name="Google Shape;2466;p90"/>
              <p:cNvSpPr/>
              <p:nvPr/>
            </p:nvSpPr>
            <p:spPr>
              <a:xfrm>
                <a:off x="6529806" y="1457450"/>
                <a:ext cx="272353" cy="189300"/>
              </a:xfrm>
              <a:custGeom>
                <a:avLst/>
                <a:gdLst/>
                <a:ahLst/>
                <a:cxnLst/>
                <a:rect l="l" t="t" r="r" b="b"/>
                <a:pathLst>
                  <a:path w="272353" h="189300" extrusionOk="0">
                    <a:moveTo>
                      <a:pt x="270616" y="77516"/>
                    </a:moveTo>
                    <a:cubicBezTo>
                      <a:pt x="269458" y="76329"/>
                      <a:pt x="267927" y="75659"/>
                      <a:pt x="266284" y="75630"/>
                    </a:cubicBezTo>
                    <a:cubicBezTo>
                      <a:pt x="264603" y="75648"/>
                      <a:pt x="263072" y="76217"/>
                      <a:pt x="261839" y="77381"/>
                    </a:cubicBezTo>
                    <a:lnTo>
                      <a:pt x="240961" y="98269"/>
                    </a:lnTo>
                    <a:cubicBezTo>
                      <a:pt x="240326" y="97587"/>
                      <a:pt x="239654" y="96940"/>
                      <a:pt x="238907" y="96345"/>
                    </a:cubicBezTo>
                    <a:lnTo>
                      <a:pt x="162116" y="33791"/>
                    </a:lnTo>
                    <a:cubicBezTo>
                      <a:pt x="160137" y="32186"/>
                      <a:pt x="157336" y="31956"/>
                      <a:pt x="155132" y="33222"/>
                    </a:cubicBezTo>
                    <a:cubicBezTo>
                      <a:pt x="131490" y="46814"/>
                      <a:pt x="115056" y="42447"/>
                      <a:pt x="105420" y="36342"/>
                    </a:cubicBezTo>
                    <a:cubicBezTo>
                      <a:pt x="105420" y="36342"/>
                      <a:pt x="105420" y="36342"/>
                      <a:pt x="105420" y="36340"/>
                    </a:cubicBezTo>
                    <a:lnTo>
                      <a:pt x="139408" y="18307"/>
                    </a:lnTo>
                    <a:cubicBezTo>
                      <a:pt x="139558" y="18240"/>
                      <a:pt x="139669" y="18167"/>
                      <a:pt x="139819" y="18089"/>
                    </a:cubicBezTo>
                    <a:lnTo>
                      <a:pt x="147999" y="13744"/>
                    </a:lnTo>
                    <a:cubicBezTo>
                      <a:pt x="150874" y="12239"/>
                      <a:pt x="154273" y="11927"/>
                      <a:pt x="157336" y="12895"/>
                    </a:cubicBezTo>
                    <a:lnTo>
                      <a:pt x="182509" y="21057"/>
                    </a:lnTo>
                    <a:cubicBezTo>
                      <a:pt x="192370" y="24305"/>
                      <a:pt x="203089" y="23914"/>
                      <a:pt x="212688" y="19963"/>
                    </a:cubicBezTo>
                    <a:lnTo>
                      <a:pt x="223668" y="15479"/>
                    </a:lnTo>
                    <a:cubicBezTo>
                      <a:pt x="225199" y="14852"/>
                      <a:pt x="226395" y="13670"/>
                      <a:pt x="227030" y="12146"/>
                    </a:cubicBezTo>
                    <a:cubicBezTo>
                      <a:pt x="227665" y="10624"/>
                      <a:pt x="227665" y="8944"/>
                      <a:pt x="227030" y="7419"/>
                    </a:cubicBezTo>
                    <a:cubicBezTo>
                      <a:pt x="225722" y="4267"/>
                      <a:pt x="222137" y="2757"/>
                      <a:pt x="218962" y="4045"/>
                    </a:cubicBezTo>
                    <a:lnTo>
                      <a:pt x="208019" y="8536"/>
                    </a:lnTo>
                    <a:cubicBezTo>
                      <a:pt x="201109" y="11367"/>
                      <a:pt x="193415" y="11643"/>
                      <a:pt x="186319" y="9315"/>
                    </a:cubicBezTo>
                    <a:lnTo>
                      <a:pt x="161145" y="1144"/>
                    </a:lnTo>
                    <a:cubicBezTo>
                      <a:pt x="154908" y="-833"/>
                      <a:pt x="148036" y="-228"/>
                      <a:pt x="142247" y="2804"/>
                    </a:cubicBezTo>
                    <a:lnTo>
                      <a:pt x="136719" y="5740"/>
                    </a:lnTo>
                    <a:cubicBezTo>
                      <a:pt x="132536" y="3775"/>
                      <a:pt x="128016" y="2615"/>
                      <a:pt x="123460" y="2372"/>
                    </a:cubicBezTo>
                    <a:cubicBezTo>
                      <a:pt x="122900" y="2338"/>
                      <a:pt x="122340" y="2372"/>
                      <a:pt x="121891" y="2473"/>
                    </a:cubicBezTo>
                    <a:cubicBezTo>
                      <a:pt x="99145" y="6089"/>
                      <a:pt x="75914" y="8051"/>
                      <a:pt x="52907" y="8308"/>
                    </a:cubicBezTo>
                    <a:cubicBezTo>
                      <a:pt x="51264" y="8337"/>
                      <a:pt x="49695" y="9006"/>
                      <a:pt x="48575" y="10195"/>
                    </a:cubicBezTo>
                    <a:cubicBezTo>
                      <a:pt x="47417" y="11381"/>
                      <a:pt x="46782" y="12944"/>
                      <a:pt x="46819" y="14594"/>
                    </a:cubicBezTo>
                    <a:cubicBezTo>
                      <a:pt x="46856" y="16243"/>
                      <a:pt x="47529" y="17783"/>
                      <a:pt x="48724" y="18930"/>
                    </a:cubicBezTo>
                    <a:cubicBezTo>
                      <a:pt x="49882" y="20050"/>
                      <a:pt x="51376" y="20664"/>
                      <a:pt x="53019" y="20664"/>
                    </a:cubicBezTo>
                    <a:cubicBezTo>
                      <a:pt x="53056" y="20664"/>
                      <a:pt x="53094" y="20662"/>
                      <a:pt x="53131" y="20662"/>
                    </a:cubicBezTo>
                    <a:lnTo>
                      <a:pt x="53094" y="19207"/>
                    </a:lnTo>
                    <a:lnTo>
                      <a:pt x="53243" y="20662"/>
                    </a:lnTo>
                    <a:cubicBezTo>
                      <a:pt x="74943" y="20394"/>
                      <a:pt x="96792" y="18651"/>
                      <a:pt x="118306" y="15512"/>
                    </a:cubicBezTo>
                    <a:lnTo>
                      <a:pt x="99668" y="25392"/>
                    </a:lnTo>
                    <a:cubicBezTo>
                      <a:pt x="97801" y="26370"/>
                      <a:pt x="96195" y="27828"/>
                      <a:pt x="95037" y="29605"/>
                    </a:cubicBezTo>
                    <a:cubicBezTo>
                      <a:pt x="93244" y="32362"/>
                      <a:pt x="92609" y="35652"/>
                      <a:pt x="93319" y="38870"/>
                    </a:cubicBezTo>
                    <a:cubicBezTo>
                      <a:pt x="93991" y="42088"/>
                      <a:pt x="95896" y="44849"/>
                      <a:pt x="98660" y="46650"/>
                    </a:cubicBezTo>
                    <a:cubicBezTo>
                      <a:pt x="108296" y="52826"/>
                      <a:pt x="128764" y="60873"/>
                      <a:pt x="157522" y="45974"/>
                    </a:cubicBezTo>
                    <a:lnTo>
                      <a:pt x="231138" y="105924"/>
                    </a:lnTo>
                    <a:cubicBezTo>
                      <a:pt x="232446" y="106973"/>
                      <a:pt x="233342" y="108370"/>
                      <a:pt x="233790" y="109983"/>
                    </a:cubicBezTo>
                    <a:cubicBezTo>
                      <a:pt x="234574" y="112549"/>
                      <a:pt x="234014" y="115332"/>
                      <a:pt x="232371" y="117424"/>
                    </a:cubicBezTo>
                    <a:cubicBezTo>
                      <a:pt x="229570" y="120907"/>
                      <a:pt x="224565" y="121604"/>
                      <a:pt x="220904" y="118993"/>
                    </a:cubicBezTo>
                    <a:lnTo>
                      <a:pt x="220083" y="118417"/>
                    </a:lnTo>
                    <a:cubicBezTo>
                      <a:pt x="219933" y="118272"/>
                      <a:pt x="219747" y="118136"/>
                      <a:pt x="219597" y="118015"/>
                    </a:cubicBezTo>
                    <a:lnTo>
                      <a:pt x="218776" y="117438"/>
                    </a:lnTo>
                    <a:cubicBezTo>
                      <a:pt x="218701" y="117361"/>
                      <a:pt x="218589" y="117274"/>
                      <a:pt x="218477" y="117198"/>
                    </a:cubicBezTo>
                    <a:lnTo>
                      <a:pt x="174031" y="85175"/>
                    </a:lnTo>
                    <a:lnTo>
                      <a:pt x="167570" y="80511"/>
                    </a:lnTo>
                    <a:lnTo>
                      <a:pt x="163610" y="77689"/>
                    </a:lnTo>
                    <a:cubicBezTo>
                      <a:pt x="162229" y="76759"/>
                      <a:pt x="160585" y="76416"/>
                      <a:pt x="158979" y="76722"/>
                    </a:cubicBezTo>
                    <a:cubicBezTo>
                      <a:pt x="157373" y="77028"/>
                      <a:pt x="155954" y="77947"/>
                      <a:pt x="155020" y="79310"/>
                    </a:cubicBezTo>
                    <a:cubicBezTo>
                      <a:pt x="154087" y="80671"/>
                      <a:pt x="153750" y="82315"/>
                      <a:pt x="154049" y="83936"/>
                    </a:cubicBezTo>
                    <a:cubicBezTo>
                      <a:pt x="154348" y="85558"/>
                      <a:pt x="155282" y="86962"/>
                      <a:pt x="156626" y="87871"/>
                    </a:cubicBezTo>
                    <a:lnTo>
                      <a:pt x="211306" y="127244"/>
                    </a:lnTo>
                    <a:cubicBezTo>
                      <a:pt x="214742" y="129984"/>
                      <a:pt x="215526" y="134788"/>
                      <a:pt x="213098" y="138470"/>
                    </a:cubicBezTo>
                    <a:cubicBezTo>
                      <a:pt x="211866" y="140362"/>
                      <a:pt x="209961" y="141659"/>
                      <a:pt x="207758" y="142124"/>
                    </a:cubicBezTo>
                    <a:cubicBezTo>
                      <a:pt x="205554" y="142584"/>
                      <a:pt x="203275" y="142163"/>
                      <a:pt x="201445" y="140959"/>
                    </a:cubicBezTo>
                    <a:lnTo>
                      <a:pt x="150352" y="104737"/>
                    </a:lnTo>
                    <a:cubicBezTo>
                      <a:pt x="150015" y="104494"/>
                      <a:pt x="149642" y="104295"/>
                      <a:pt x="149268" y="104135"/>
                    </a:cubicBezTo>
                    <a:cubicBezTo>
                      <a:pt x="148148" y="103655"/>
                      <a:pt x="146915" y="103515"/>
                      <a:pt x="145683" y="103741"/>
                    </a:cubicBezTo>
                    <a:cubicBezTo>
                      <a:pt x="144077" y="104047"/>
                      <a:pt x="142658" y="104963"/>
                      <a:pt x="141724" y="106327"/>
                    </a:cubicBezTo>
                    <a:cubicBezTo>
                      <a:pt x="139782" y="109138"/>
                      <a:pt x="140529" y="112988"/>
                      <a:pt x="143330" y="114897"/>
                    </a:cubicBezTo>
                    <a:lnTo>
                      <a:pt x="188821" y="147177"/>
                    </a:lnTo>
                    <a:cubicBezTo>
                      <a:pt x="192295" y="149654"/>
                      <a:pt x="193154" y="154525"/>
                      <a:pt x="190764" y="158034"/>
                    </a:cubicBezTo>
                    <a:cubicBezTo>
                      <a:pt x="188298" y="161593"/>
                      <a:pt x="183406" y="162484"/>
                      <a:pt x="179820" y="160022"/>
                    </a:cubicBezTo>
                    <a:lnTo>
                      <a:pt x="134104" y="128343"/>
                    </a:lnTo>
                    <a:cubicBezTo>
                      <a:pt x="131303" y="126403"/>
                      <a:pt x="127419" y="127104"/>
                      <a:pt x="125477" y="129905"/>
                    </a:cubicBezTo>
                    <a:cubicBezTo>
                      <a:pt x="124058" y="131953"/>
                      <a:pt x="124095" y="134559"/>
                      <a:pt x="125290" y="136575"/>
                    </a:cubicBezTo>
                    <a:cubicBezTo>
                      <a:pt x="122937" y="135452"/>
                      <a:pt x="120397" y="134770"/>
                      <a:pt x="117745" y="134597"/>
                    </a:cubicBezTo>
                    <a:cubicBezTo>
                      <a:pt x="117372" y="134576"/>
                      <a:pt x="117036" y="134588"/>
                      <a:pt x="116700" y="134584"/>
                    </a:cubicBezTo>
                    <a:cubicBezTo>
                      <a:pt x="116700" y="130195"/>
                      <a:pt x="115281" y="125794"/>
                      <a:pt x="112405" y="122117"/>
                    </a:cubicBezTo>
                    <a:lnTo>
                      <a:pt x="112442" y="122091"/>
                    </a:lnTo>
                    <a:lnTo>
                      <a:pt x="111508" y="121044"/>
                    </a:lnTo>
                    <a:cubicBezTo>
                      <a:pt x="111434" y="120941"/>
                      <a:pt x="111321" y="120840"/>
                      <a:pt x="111247" y="120740"/>
                    </a:cubicBezTo>
                    <a:lnTo>
                      <a:pt x="110686" y="120107"/>
                    </a:lnTo>
                    <a:lnTo>
                      <a:pt x="110649" y="120128"/>
                    </a:lnTo>
                    <a:cubicBezTo>
                      <a:pt x="107138" y="116577"/>
                      <a:pt x="102507" y="114458"/>
                      <a:pt x="97465" y="114131"/>
                    </a:cubicBezTo>
                    <a:cubicBezTo>
                      <a:pt x="97054" y="114105"/>
                      <a:pt x="96643" y="114114"/>
                      <a:pt x="96232" y="114113"/>
                    </a:cubicBezTo>
                    <a:cubicBezTo>
                      <a:pt x="96158" y="109419"/>
                      <a:pt x="94514" y="104725"/>
                      <a:pt x="91190" y="100929"/>
                    </a:cubicBezTo>
                    <a:lnTo>
                      <a:pt x="90630" y="100310"/>
                    </a:lnTo>
                    <a:cubicBezTo>
                      <a:pt x="84280" y="93082"/>
                      <a:pt x="73935" y="91436"/>
                      <a:pt x="65755" y="95732"/>
                    </a:cubicBezTo>
                    <a:cubicBezTo>
                      <a:pt x="64933" y="92933"/>
                      <a:pt x="63551" y="90259"/>
                      <a:pt x="61497" y="87930"/>
                    </a:cubicBezTo>
                    <a:lnTo>
                      <a:pt x="61311" y="87699"/>
                    </a:lnTo>
                    <a:cubicBezTo>
                      <a:pt x="53878" y="79260"/>
                      <a:pt x="40955" y="78436"/>
                      <a:pt x="32477" y="85860"/>
                    </a:cubicBezTo>
                    <a:lnTo>
                      <a:pt x="22019" y="95045"/>
                    </a:lnTo>
                    <a:lnTo>
                      <a:pt x="9918" y="85843"/>
                    </a:lnTo>
                    <a:cubicBezTo>
                      <a:pt x="7191" y="83779"/>
                      <a:pt x="3307" y="84313"/>
                      <a:pt x="1253" y="87020"/>
                    </a:cubicBezTo>
                    <a:cubicBezTo>
                      <a:pt x="-801" y="89730"/>
                      <a:pt x="-279" y="93615"/>
                      <a:pt x="2448" y="95677"/>
                    </a:cubicBezTo>
                    <a:lnTo>
                      <a:pt x="13279" y="103918"/>
                    </a:lnTo>
                    <a:cubicBezTo>
                      <a:pt x="11524" y="106754"/>
                      <a:pt x="10478" y="109994"/>
                      <a:pt x="10254" y="113413"/>
                    </a:cubicBezTo>
                    <a:cubicBezTo>
                      <a:pt x="9544" y="124731"/>
                      <a:pt x="18172" y="134519"/>
                      <a:pt x="29451" y="135228"/>
                    </a:cubicBezTo>
                    <a:cubicBezTo>
                      <a:pt x="29750" y="135260"/>
                      <a:pt x="30087" y="135258"/>
                      <a:pt x="30423" y="135261"/>
                    </a:cubicBezTo>
                    <a:cubicBezTo>
                      <a:pt x="30423" y="140042"/>
                      <a:pt x="32066" y="144839"/>
                      <a:pt x="35428" y="148699"/>
                    </a:cubicBezTo>
                    <a:lnTo>
                      <a:pt x="35988" y="149335"/>
                    </a:lnTo>
                    <a:cubicBezTo>
                      <a:pt x="39536" y="153393"/>
                      <a:pt x="44653" y="155915"/>
                      <a:pt x="49994" y="156247"/>
                    </a:cubicBezTo>
                    <a:cubicBezTo>
                      <a:pt x="50479" y="156291"/>
                      <a:pt x="50890" y="156283"/>
                      <a:pt x="51413" y="156291"/>
                    </a:cubicBezTo>
                    <a:cubicBezTo>
                      <a:pt x="52571" y="156291"/>
                      <a:pt x="53728" y="156184"/>
                      <a:pt x="54849" y="155992"/>
                    </a:cubicBezTo>
                    <a:cubicBezTo>
                      <a:pt x="55409" y="159935"/>
                      <a:pt x="57090" y="163629"/>
                      <a:pt x="59816" y="166666"/>
                    </a:cubicBezTo>
                    <a:cubicBezTo>
                      <a:pt x="63365" y="170724"/>
                      <a:pt x="68482" y="173246"/>
                      <a:pt x="73822" y="173580"/>
                    </a:cubicBezTo>
                    <a:cubicBezTo>
                      <a:pt x="74308" y="173621"/>
                      <a:pt x="74719" y="173598"/>
                      <a:pt x="75242" y="173622"/>
                    </a:cubicBezTo>
                    <a:cubicBezTo>
                      <a:pt x="78342" y="173622"/>
                      <a:pt x="81367" y="172916"/>
                      <a:pt x="84094" y="171586"/>
                    </a:cubicBezTo>
                    <a:cubicBezTo>
                      <a:pt x="85027" y="174930"/>
                      <a:pt x="86820" y="178000"/>
                      <a:pt x="89323" y="180520"/>
                    </a:cubicBezTo>
                    <a:cubicBezTo>
                      <a:pt x="93207" y="184366"/>
                      <a:pt x="98324" y="186482"/>
                      <a:pt x="103777" y="186482"/>
                    </a:cubicBezTo>
                    <a:cubicBezTo>
                      <a:pt x="103814" y="186486"/>
                      <a:pt x="103814" y="186486"/>
                      <a:pt x="103851" y="186482"/>
                    </a:cubicBezTo>
                    <a:cubicBezTo>
                      <a:pt x="108782" y="186482"/>
                      <a:pt x="113562" y="184691"/>
                      <a:pt x="117260" y="181432"/>
                    </a:cubicBezTo>
                    <a:lnTo>
                      <a:pt x="125589" y="174129"/>
                    </a:lnTo>
                    <a:lnTo>
                      <a:pt x="147139" y="186545"/>
                    </a:lnTo>
                    <a:cubicBezTo>
                      <a:pt x="150202" y="188330"/>
                      <a:pt x="153713" y="189282"/>
                      <a:pt x="157261" y="189301"/>
                    </a:cubicBezTo>
                    <a:lnTo>
                      <a:pt x="157261" y="188756"/>
                    </a:lnTo>
                    <a:lnTo>
                      <a:pt x="157261" y="189301"/>
                    </a:lnTo>
                    <a:lnTo>
                      <a:pt x="157261" y="189301"/>
                    </a:lnTo>
                    <a:cubicBezTo>
                      <a:pt x="163909" y="189290"/>
                      <a:pt x="170109" y="186030"/>
                      <a:pt x="173882" y="180575"/>
                    </a:cubicBezTo>
                    <a:cubicBezTo>
                      <a:pt x="175599" y="178110"/>
                      <a:pt x="176720" y="175353"/>
                      <a:pt x="177206" y="172483"/>
                    </a:cubicBezTo>
                    <a:cubicBezTo>
                      <a:pt x="179447" y="173330"/>
                      <a:pt x="181837" y="173778"/>
                      <a:pt x="184265" y="173779"/>
                    </a:cubicBezTo>
                    <a:lnTo>
                      <a:pt x="184302" y="173779"/>
                    </a:lnTo>
                    <a:cubicBezTo>
                      <a:pt x="185497" y="173779"/>
                      <a:pt x="186730" y="173668"/>
                      <a:pt x="187925" y="173449"/>
                    </a:cubicBezTo>
                    <a:cubicBezTo>
                      <a:pt x="193191" y="172501"/>
                      <a:pt x="197897" y="169440"/>
                      <a:pt x="200922" y="165049"/>
                    </a:cubicBezTo>
                    <a:cubicBezTo>
                      <a:pt x="203089" y="161908"/>
                      <a:pt x="204209" y="158344"/>
                      <a:pt x="204396" y="154762"/>
                    </a:cubicBezTo>
                    <a:cubicBezTo>
                      <a:pt x="204695" y="154791"/>
                      <a:pt x="205031" y="154824"/>
                      <a:pt x="205330" y="154839"/>
                    </a:cubicBezTo>
                    <a:lnTo>
                      <a:pt x="205330" y="154872"/>
                    </a:lnTo>
                    <a:lnTo>
                      <a:pt x="206301" y="154870"/>
                    </a:lnTo>
                    <a:cubicBezTo>
                      <a:pt x="212949" y="154863"/>
                      <a:pt x="219261" y="151644"/>
                      <a:pt x="223146" y="146263"/>
                    </a:cubicBezTo>
                    <a:cubicBezTo>
                      <a:pt x="225984" y="142346"/>
                      <a:pt x="227329" y="137672"/>
                      <a:pt x="227067" y="132908"/>
                    </a:cubicBezTo>
                    <a:cubicBezTo>
                      <a:pt x="232931" y="132559"/>
                      <a:pt x="238496" y="129687"/>
                      <a:pt x="242119" y="125019"/>
                    </a:cubicBezTo>
                    <a:cubicBezTo>
                      <a:pt x="245368" y="120829"/>
                      <a:pt x="246825" y="115553"/>
                      <a:pt x="246339" y="110349"/>
                    </a:cubicBezTo>
                    <a:lnTo>
                      <a:pt x="270616" y="86096"/>
                    </a:lnTo>
                    <a:cubicBezTo>
                      <a:pt x="272932" y="83691"/>
                      <a:pt x="272932" y="79921"/>
                      <a:pt x="270616" y="77516"/>
                    </a:cubicBezTo>
                    <a:close/>
                    <a:moveTo>
                      <a:pt x="25716" y="108210"/>
                    </a:moveTo>
                    <a:cubicBezTo>
                      <a:pt x="26202" y="107908"/>
                      <a:pt x="26613" y="107538"/>
                      <a:pt x="26987" y="107119"/>
                    </a:cubicBezTo>
                    <a:lnTo>
                      <a:pt x="40656" y="95130"/>
                    </a:lnTo>
                    <a:cubicBezTo>
                      <a:pt x="42113" y="93840"/>
                      <a:pt x="43980" y="93131"/>
                      <a:pt x="45923" y="93131"/>
                    </a:cubicBezTo>
                    <a:lnTo>
                      <a:pt x="46520" y="93143"/>
                    </a:lnTo>
                    <a:cubicBezTo>
                      <a:pt x="48649" y="93275"/>
                      <a:pt x="50666" y="94270"/>
                      <a:pt x="52048" y="95872"/>
                    </a:cubicBezTo>
                    <a:lnTo>
                      <a:pt x="52235" y="96065"/>
                    </a:lnTo>
                    <a:lnTo>
                      <a:pt x="52235" y="96065"/>
                    </a:lnTo>
                    <a:cubicBezTo>
                      <a:pt x="55185" y="99421"/>
                      <a:pt x="54849" y="104543"/>
                      <a:pt x="51488" y="107483"/>
                    </a:cubicBezTo>
                    <a:lnTo>
                      <a:pt x="36100" y="120964"/>
                    </a:lnTo>
                    <a:cubicBezTo>
                      <a:pt x="34457" y="122370"/>
                      <a:pt x="32327" y="123045"/>
                      <a:pt x="30161" y="122860"/>
                    </a:cubicBezTo>
                    <a:cubicBezTo>
                      <a:pt x="28107" y="122685"/>
                      <a:pt x="26202" y="121757"/>
                      <a:pt x="24820" y="120235"/>
                    </a:cubicBezTo>
                    <a:lnTo>
                      <a:pt x="24372" y="119705"/>
                    </a:lnTo>
                    <a:cubicBezTo>
                      <a:pt x="23102" y="118123"/>
                      <a:pt x="22467" y="116149"/>
                      <a:pt x="22617" y="114107"/>
                    </a:cubicBezTo>
                    <a:cubicBezTo>
                      <a:pt x="22729" y="111950"/>
                      <a:pt x="23700" y="109978"/>
                      <a:pt x="25343" y="108554"/>
                    </a:cubicBezTo>
                    <a:lnTo>
                      <a:pt x="25716" y="108210"/>
                    </a:lnTo>
                    <a:close/>
                    <a:moveTo>
                      <a:pt x="95710" y="165521"/>
                    </a:moveTo>
                    <a:cubicBezTo>
                      <a:pt x="95859" y="163394"/>
                      <a:pt x="96792" y="161451"/>
                      <a:pt x="98399" y="160032"/>
                    </a:cubicBezTo>
                    <a:lnTo>
                      <a:pt x="109753" y="150045"/>
                    </a:lnTo>
                    <a:cubicBezTo>
                      <a:pt x="109790" y="150013"/>
                      <a:pt x="109827" y="149977"/>
                      <a:pt x="109865" y="149944"/>
                    </a:cubicBezTo>
                    <a:lnTo>
                      <a:pt x="111060" y="148905"/>
                    </a:lnTo>
                    <a:cubicBezTo>
                      <a:pt x="112517" y="147615"/>
                      <a:pt x="114421" y="146905"/>
                      <a:pt x="116363" y="146905"/>
                    </a:cubicBezTo>
                    <a:lnTo>
                      <a:pt x="116401" y="146905"/>
                    </a:lnTo>
                    <a:cubicBezTo>
                      <a:pt x="118716" y="146908"/>
                      <a:pt x="120920" y="147907"/>
                      <a:pt x="122451" y="149650"/>
                    </a:cubicBezTo>
                    <a:cubicBezTo>
                      <a:pt x="125402" y="152995"/>
                      <a:pt x="125066" y="158115"/>
                      <a:pt x="121742" y="161059"/>
                    </a:cubicBezTo>
                    <a:lnTo>
                      <a:pt x="109118" y="172130"/>
                    </a:lnTo>
                    <a:cubicBezTo>
                      <a:pt x="107474" y="173555"/>
                      <a:pt x="105383" y="174266"/>
                      <a:pt x="103254" y="174122"/>
                    </a:cubicBezTo>
                    <a:cubicBezTo>
                      <a:pt x="101088" y="173982"/>
                      <a:pt x="99108" y="173010"/>
                      <a:pt x="97689" y="171385"/>
                    </a:cubicBezTo>
                    <a:cubicBezTo>
                      <a:pt x="96269" y="169759"/>
                      <a:pt x="95560" y="167677"/>
                      <a:pt x="95710" y="165521"/>
                    </a:cubicBezTo>
                    <a:close/>
                    <a:moveTo>
                      <a:pt x="69639" y="147030"/>
                    </a:moveTo>
                    <a:lnTo>
                      <a:pt x="89285" y="129771"/>
                    </a:lnTo>
                    <a:cubicBezTo>
                      <a:pt x="89360" y="129694"/>
                      <a:pt x="89435" y="129609"/>
                      <a:pt x="89547" y="129532"/>
                    </a:cubicBezTo>
                    <a:lnTo>
                      <a:pt x="90779" y="128437"/>
                    </a:lnTo>
                    <a:cubicBezTo>
                      <a:pt x="92161" y="127215"/>
                      <a:pt x="93954" y="126514"/>
                      <a:pt x="95784" y="126444"/>
                    </a:cubicBezTo>
                    <a:lnTo>
                      <a:pt x="96120" y="126444"/>
                    </a:lnTo>
                    <a:cubicBezTo>
                      <a:pt x="96307" y="126444"/>
                      <a:pt x="96494" y="126449"/>
                      <a:pt x="96680" y="126455"/>
                    </a:cubicBezTo>
                    <a:cubicBezTo>
                      <a:pt x="98772" y="126585"/>
                      <a:pt x="100789" y="127575"/>
                      <a:pt x="102208" y="129172"/>
                    </a:cubicBezTo>
                    <a:lnTo>
                      <a:pt x="102357" y="129325"/>
                    </a:lnTo>
                    <a:cubicBezTo>
                      <a:pt x="103777" y="130952"/>
                      <a:pt x="104487" y="133033"/>
                      <a:pt x="104337" y="135190"/>
                    </a:cubicBezTo>
                    <a:cubicBezTo>
                      <a:pt x="104188" y="137347"/>
                      <a:pt x="103216" y="139320"/>
                      <a:pt x="101611" y="140744"/>
                    </a:cubicBezTo>
                    <a:lnTo>
                      <a:pt x="80508" y="159243"/>
                    </a:lnTo>
                    <a:cubicBezTo>
                      <a:pt x="78939" y="160657"/>
                      <a:pt x="76773" y="161398"/>
                      <a:pt x="74682" y="161239"/>
                    </a:cubicBezTo>
                    <a:cubicBezTo>
                      <a:pt x="72515" y="161089"/>
                      <a:pt x="70573" y="160133"/>
                      <a:pt x="69117" y="158546"/>
                    </a:cubicBezTo>
                    <a:cubicBezTo>
                      <a:pt x="67660" y="156912"/>
                      <a:pt x="66913" y="154805"/>
                      <a:pt x="67025" y="152609"/>
                    </a:cubicBezTo>
                    <a:cubicBezTo>
                      <a:pt x="67137" y="150457"/>
                      <a:pt x="68071" y="148482"/>
                      <a:pt x="69639" y="147030"/>
                    </a:cubicBezTo>
                    <a:close/>
                    <a:moveTo>
                      <a:pt x="45362" y="129302"/>
                    </a:moveTo>
                    <a:lnTo>
                      <a:pt x="59630" y="116770"/>
                    </a:lnTo>
                    <a:cubicBezTo>
                      <a:pt x="59742" y="116674"/>
                      <a:pt x="59854" y="116568"/>
                      <a:pt x="59929" y="116470"/>
                    </a:cubicBezTo>
                    <a:lnTo>
                      <a:pt x="69901" y="107717"/>
                    </a:lnTo>
                    <a:cubicBezTo>
                      <a:pt x="71395" y="106427"/>
                      <a:pt x="73263" y="105718"/>
                      <a:pt x="75204" y="105718"/>
                    </a:cubicBezTo>
                    <a:lnTo>
                      <a:pt x="75242" y="105718"/>
                    </a:lnTo>
                    <a:cubicBezTo>
                      <a:pt x="75429" y="105718"/>
                      <a:pt x="75578" y="105727"/>
                      <a:pt x="75802" y="105744"/>
                    </a:cubicBezTo>
                    <a:cubicBezTo>
                      <a:pt x="77931" y="105876"/>
                      <a:pt x="79948" y="106868"/>
                      <a:pt x="81330" y="108468"/>
                    </a:cubicBezTo>
                    <a:lnTo>
                      <a:pt x="81853" y="109072"/>
                    </a:lnTo>
                    <a:cubicBezTo>
                      <a:pt x="84803" y="112425"/>
                      <a:pt x="84467" y="117547"/>
                      <a:pt x="81106" y="120491"/>
                    </a:cubicBezTo>
                    <a:lnTo>
                      <a:pt x="56679" y="141929"/>
                    </a:lnTo>
                    <a:cubicBezTo>
                      <a:pt x="53355" y="144871"/>
                      <a:pt x="48201" y="144540"/>
                      <a:pt x="45288" y="141197"/>
                    </a:cubicBezTo>
                    <a:lnTo>
                      <a:pt x="44728" y="140586"/>
                    </a:lnTo>
                    <a:cubicBezTo>
                      <a:pt x="41852" y="137279"/>
                      <a:pt x="42150" y="132267"/>
                      <a:pt x="45362" y="129302"/>
                    </a:cubicBezTo>
                    <a:close/>
                    <a:moveTo>
                      <a:pt x="161743" y="162560"/>
                    </a:moveTo>
                    <a:cubicBezTo>
                      <a:pt x="165142" y="164867"/>
                      <a:pt x="166188" y="169449"/>
                      <a:pt x="164096" y="172984"/>
                    </a:cubicBezTo>
                    <a:cubicBezTo>
                      <a:pt x="161855" y="176733"/>
                      <a:pt x="157112" y="177991"/>
                      <a:pt x="153302" y="175849"/>
                    </a:cubicBezTo>
                    <a:lnTo>
                      <a:pt x="134291" y="164875"/>
                    </a:lnTo>
                    <a:cubicBezTo>
                      <a:pt x="138213" y="157772"/>
                      <a:pt x="137615" y="148752"/>
                      <a:pt x="132274" y="142151"/>
                    </a:cubicBezTo>
                    <a:lnTo>
                      <a:pt x="161743" y="162560"/>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67" name="Google Shape;2467;p90"/>
              <p:cNvSpPr/>
              <p:nvPr/>
            </p:nvSpPr>
            <p:spPr>
              <a:xfrm>
                <a:off x="6739308" y="1409242"/>
                <a:ext cx="102568" cy="155343"/>
              </a:xfrm>
              <a:custGeom>
                <a:avLst/>
                <a:gdLst/>
                <a:ahLst/>
                <a:cxnLst/>
                <a:rect l="l" t="t" r="r" b="b"/>
                <a:pathLst>
                  <a:path w="102568" h="155343" extrusionOk="0">
                    <a:moveTo>
                      <a:pt x="102349" y="129240"/>
                    </a:moveTo>
                    <a:lnTo>
                      <a:pt x="74262" y="6739"/>
                    </a:lnTo>
                    <a:cubicBezTo>
                      <a:pt x="73963" y="5517"/>
                      <a:pt x="73441" y="4351"/>
                      <a:pt x="72656" y="3365"/>
                    </a:cubicBezTo>
                    <a:cubicBezTo>
                      <a:pt x="71237" y="1534"/>
                      <a:pt x="69183" y="365"/>
                      <a:pt x="66905" y="71"/>
                    </a:cubicBezTo>
                    <a:cubicBezTo>
                      <a:pt x="64589" y="-222"/>
                      <a:pt x="62310" y="399"/>
                      <a:pt x="60480" y="1817"/>
                    </a:cubicBezTo>
                    <a:lnTo>
                      <a:pt x="3373" y="46035"/>
                    </a:lnTo>
                    <a:cubicBezTo>
                      <a:pt x="-138" y="48754"/>
                      <a:pt x="-1034" y="53659"/>
                      <a:pt x="1282" y="57444"/>
                    </a:cubicBezTo>
                    <a:lnTo>
                      <a:pt x="58949" y="151209"/>
                    </a:lnTo>
                    <a:cubicBezTo>
                      <a:pt x="60518" y="153768"/>
                      <a:pt x="63319" y="155344"/>
                      <a:pt x="66270" y="155344"/>
                    </a:cubicBezTo>
                    <a:cubicBezTo>
                      <a:pt x="67726" y="155357"/>
                      <a:pt x="69257" y="154984"/>
                      <a:pt x="70602" y="154243"/>
                    </a:cubicBezTo>
                    <a:lnTo>
                      <a:pt x="98129" y="138774"/>
                    </a:lnTo>
                    <a:cubicBezTo>
                      <a:pt x="101490" y="136896"/>
                      <a:pt x="103208" y="132975"/>
                      <a:pt x="102349" y="129240"/>
                    </a:cubicBezTo>
                    <a:close/>
                    <a:moveTo>
                      <a:pt x="83973" y="126788"/>
                    </a:moveTo>
                    <a:lnTo>
                      <a:pt x="69369" y="134990"/>
                    </a:lnTo>
                    <a:lnTo>
                      <a:pt x="20181" y="54985"/>
                    </a:lnTo>
                    <a:lnTo>
                      <a:pt x="60368" y="23863"/>
                    </a:lnTo>
                    <a:lnTo>
                      <a:pt x="83973" y="126788"/>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68" name="Google Shape;2468;p90"/>
              <p:cNvSpPr/>
              <p:nvPr/>
            </p:nvSpPr>
            <p:spPr>
              <a:xfrm>
                <a:off x="6493925" y="1410938"/>
                <a:ext cx="102581" cy="155320"/>
              </a:xfrm>
              <a:custGeom>
                <a:avLst/>
                <a:gdLst/>
                <a:ahLst/>
                <a:cxnLst/>
                <a:rect l="l" t="t" r="r" b="b"/>
                <a:pathLst>
                  <a:path w="102581" h="155320" extrusionOk="0">
                    <a:moveTo>
                      <a:pt x="99209" y="46036"/>
                    </a:moveTo>
                    <a:lnTo>
                      <a:pt x="42101" y="1820"/>
                    </a:lnTo>
                    <a:cubicBezTo>
                      <a:pt x="41093" y="1041"/>
                      <a:pt x="39935" y="505"/>
                      <a:pt x="38740" y="225"/>
                    </a:cubicBezTo>
                    <a:cubicBezTo>
                      <a:pt x="36461" y="-297"/>
                      <a:pt x="34146" y="97"/>
                      <a:pt x="32167" y="1329"/>
                    </a:cubicBezTo>
                    <a:cubicBezTo>
                      <a:pt x="30187" y="2561"/>
                      <a:pt x="28842" y="4484"/>
                      <a:pt x="28320" y="6744"/>
                    </a:cubicBezTo>
                    <a:lnTo>
                      <a:pt x="233" y="129216"/>
                    </a:lnTo>
                    <a:cubicBezTo>
                      <a:pt x="-664" y="132958"/>
                      <a:pt x="1092" y="136883"/>
                      <a:pt x="4416" y="138763"/>
                    </a:cubicBezTo>
                    <a:lnTo>
                      <a:pt x="31980" y="154213"/>
                    </a:lnTo>
                    <a:cubicBezTo>
                      <a:pt x="33287" y="154937"/>
                      <a:pt x="34744" y="155321"/>
                      <a:pt x="36238" y="155321"/>
                    </a:cubicBezTo>
                    <a:cubicBezTo>
                      <a:pt x="39263" y="155321"/>
                      <a:pt x="42026" y="153786"/>
                      <a:pt x="43633" y="151207"/>
                    </a:cubicBezTo>
                    <a:lnTo>
                      <a:pt x="101300" y="57442"/>
                    </a:lnTo>
                    <a:cubicBezTo>
                      <a:pt x="103616" y="53657"/>
                      <a:pt x="102719" y="48754"/>
                      <a:pt x="99209" y="46036"/>
                    </a:cubicBezTo>
                    <a:close/>
                    <a:moveTo>
                      <a:pt x="82401" y="54988"/>
                    </a:moveTo>
                    <a:lnTo>
                      <a:pt x="33212" y="135000"/>
                    </a:lnTo>
                    <a:lnTo>
                      <a:pt x="18609" y="126800"/>
                    </a:lnTo>
                    <a:lnTo>
                      <a:pt x="42213" y="23866"/>
                    </a:lnTo>
                    <a:lnTo>
                      <a:pt x="82401" y="54988"/>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469" name="Google Shape;2469;p90"/>
            <p:cNvGrpSpPr/>
            <p:nvPr/>
          </p:nvGrpSpPr>
          <p:grpSpPr>
            <a:xfrm>
              <a:off x="6472346" y="1706021"/>
              <a:ext cx="392877" cy="76426"/>
              <a:chOff x="6472346" y="1706021"/>
              <a:chExt cx="392877" cy="76426"/>
            </a:xfrm>
          </p:grpSpPr>
          <p:sp>
            <p:nvSpPr>
              <p:cNvPr id="2470" name="Google Shape;2470;p90"/>
              <p:cNvSpPr/>
              <p:nvPr/>
            </p:nvSpPr>
            <p:spPr>
              <a:xfrm>
                <a:off x="6472346" y="1706021"/>
                <a:ext cx="53932" cy="75586"/>
              </a:xfrm>
              <a:custGeom>
                <a:avLst/>
                <a:gdLst/>
                <a:ahLst/>
                <a:cxnLst/>
                <a:rect l="l" t="t" r="r" b="b"/>
                <a:pathLst>
                  <a:path w="53932" h="75586" extrusionOk="0">
                    <a:moveTo>
                      <a:pt x="14043" y="48980"/>
                    </a:moveTo>
                    <a:lnTo>
                      <a:pt x="14043" y="75586"/>
                    </a:lnTo>
                    <a:lnTo>
                      <a:pt x="0" y="75586"/>
                    </a:lnTo>
                    <a:lnTo>
                      <a:pt x="0" y="0"/>
                    </a:lnTo>
                    <a:lnTo>
                      <a:pt x="24613" y="0"/>
                    </a:lnTo>
                    <a:cubicBezTo>
                      <a:pt x="29655" y="0"/>
                      <a:pt x="34025" y="594"/>
                      <a:pt x="37723" y="1781"/>
                    </a:cubicBezTo>
                    <a:cubicBezTo>
                      <a:pt x="41420" y="2961"/>
                      <a:pt x="44483" y="4615"/>
                      <a:pt x="46873" y="6747"/>
                    </a:cubicBezTo>
                    <a:cubicBezTo>
                      <a:pt x="49301" y="8868"/>
                      <a:pt x="51056" y="11414"/>
                      <a:pt x="52214" y="14375"/>
                    </a:cubicBezTo>
                    <a:cubicBezTo>
                      <a:pt x="53372" y="17340"/>
                      <a:pt x="53932" y="20580"/>
                      <a:pt x="53932" y="24098"/>
                    </a:cubicBezTo>
                    <a:cubicBezTo>
                      <a:pt x="53932" y="27757"/>
                      <a:pt x="53335" y="31110"/>
                      <a:pt x="52102" y="34160"/>
                    </a:cubicBezTo>
                    <a:cubicBezTo>
                      <a:pt x="50907" y="37211"/>
                      <a:pt x="49077" y="39832"/>
                      <a:pt x="46612" y="42027"/>
                    </a:cubicBezTo>
                    <a:cubicBezTo>
                      <a:pt x="44184" y="44223"/>
                      <a:pt x="41122" y="45933"/>
                      <a:pt x="37461" y="47150"/>
                    </a:cubicBezTo>
                    <a:cubicBezTo>
                      <a:pt x="33801" y="48371"/>
                      <a:pt x="29543" y="48980"/>
                      <a:pt x="24613" y="48980"/>
                    </a:cubicBezTo>
                    <a:lnTo>
                      <a:pt x="14043" y="48980"/>
                    </a:lnTo>
                    <a:close/>
                    <a:moveTo>
                      <a:pt x="14043" y="38002"/>
                    </a:moveTo>
                    <a:lnTo>
                      <a:pt x="24613" y="38002"/>
                    </a:lnTo>
                    <a:cubicBezTo>
                      <a:pt x="27190" y="38002"/>
                      <a:pt x="29431" y="37681"/>
                      <a:pt x="31373" y="37035"/>
                    </a:cubicBezTo>
                    <a:cubicBezTo>
                      <a:pt x="33278" y="36389"/>
                      <a:pt x="34847" y="35467"/>
                      <a:pt x="36117" y="34268"/>
                    </a:cubicBezTo>
                    <a:cubicBezTo>
                      <a:pt x="37349" y="33066"/>
                      <a:pt x="38320" y="31599"/>
                      <a:pt x="38918" y="29874"/>
                    </a:cubicBezTo>
                    <a:cubicBezTo>
                      <a:pt x="39553" y="28149"/>
                      <a:pt x="39889" y="26226"/>
                      <a:pt x="39889" y="24098"/>
                    </a:cubicBezTo>
                    <a:cubicBezTo>
                      <a:pt x="39889" y="22078"/>
                      <a:pt x="39553" y="20248"/>
                      <a:pt x="38918" y="18613"/>
                    </a:cubicBezTo>
                    <a:cubicBezTo>
                      <a:pt x="38320" y="16970"/>
                      <a:pt x="37349" y="15577"/>
                      <a:pt x="36117" y="14427"/>
                    </a:cubicBezTo>
                    <a:cubicBezTo>
                      <a:pt x="34847" y="13281"/>
                      <a:pt x="33278" y="12396"/>
                      <a:pt x="31373" y="11787"/>
                    </a:cubicBezTo>
                    <a:cubicBezTo>
                      <a:pt x="29431" y="11179"/>
                      <a:pt x="27190" y="10873"/>
                      <a:pt x="24613" y="10873"/>
                    </a:cubicBezTo>
                    <a:lnTo>
                      <a:pt x="14043" y="10873"/>
                    </a:lnTo>
                    <a:lnTo>
                      <a:pt x="14043" y="38002"/>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71" name="Google Shape;2471;p90"/>
              <p:cNvSpPr/>
              <p:nvPr/>
            </p:nvSpPr>
            <p:spPr>
              <a:xfrm>
                <a:off x="6531209" y="1726982"/>
                <a:ext cx="44707" cy="55465"/>
              </a:xfrm>
              <a:custGeom>
                <a:avLst/>
                <a:gdLst/>
                <a:ahLst/>
                <a:cxnLst/>
                <a:rect l="l" t="t" r="r" b="b"/>
                <a:pathLst>
                  <a:path w="44707" h="55465" extrusionOk="0">
                    <a:moveTo>
                      <a:pt x="44707" y="54625"/>
                    </a:moveTo>
                    <a:lnTo>
                      <a:pt x="38880" y="54625"/>
                    </a:lnTo>
                    <a:cubicBezTo>
                      <a:pt x="37685" y="54625"/>
                      <a:pt x="36714" y="54442"/>
                      <a:pt x="36042" y="54080"/>
                    </a:cubicBezTo>
                    <a:cubicBezTo>
                      <a:pt x="35332" y="53710"/>
                      <a:pt x="34809" y="52971"/>
                      <a:pt x="34473" y="51855"/>
                    </a:cubicBezTo>
                    <a:lnTo>
                      <a:pt x="33315" y="48042"/>
                    </a:lnTo>
                    <a:cubicBezTo>
                      <a:pt x="31933" y="49260"/>
                      <a:pt x="30626" y="50331"/>
                      <a:pt x="29319" y="51257"/>
                    </a:cubicBezTo>
                    <a:cubicBezTo>
                      <a:pt x="28012" y="52176"/>
                      <a:pt x="26630" y="52952"/>
                      <a:pt x="25248" y="53583"/>
                    </a:cubicBezTo>
                    <a:cubicBezTo>
                      <a:pt x="23866" y="54211"/>
                      <a:pt x="22372" y="54677"/>
                      <a:pt x="20803" y="54991"/>
                    </a:cubicBezTo>
                    <a:cubicBezTo>
                      <a:pt x="19235" y="55305"/>
                      <a:pt x="17479" y="55465"/>
                      <a:pt x="15574" y="55465"/>
                    </a:cubicBezTo>
                    <a:cubicBezTo>
                      <a:pt x="13296" y="55465"/>
                      <a:pt x="11205" y="55159"/>
                      <a:pt x="9300" y="54547"/>
                    </a:cubicBezTo>
                    <a:cubicBezTo>
                      <a:pt x="7395" y="53934"/>
                      <a:pt x="5751" y="53016"/>
                      <a:pt x="4370" y="51791"/>
                    </a:cubicBezTo>
                    <a:cubicBezTo>
                      <a:pt x="2988" y="50566"/>
                      <a:pt x="1904" y="49047"/>
                      <a:pt x="1158" y="47228"/>
                    </a:cubicBezTo>
                    <a:cubicBezTo>
                      <a:pt x="373" y="45410"/>
                      <a:pt x="0" y="43293"/>
                      <a:pt x="0" y="40885"/>
                    </a:cubicBezTo>
                    <a:cubicBezTo>
                      <a:pt x="0" y="38854"/>
                      <a:pt x="522" y="36856"/>
                      <a:pt x="1606" y="34877"/>
                    </a:cubicBezTo>
                    <a:cubicBezTo>
                      <a:pt x="2652" y="32902"/>
                      <a:pt x="4407" y="31117"/>
                      <a:pt x="6910" y="29527"/>
                    </a:cubicBezTo>
                    <a:cubicBezTo>
                      <a:pt x="9374" y="27936"/>
                      <a:pt x="12661" y="26614"/>
                      <a:pt x="16770" y="25569"/>
                    </a:cubicBezTo>
                    <a:cubicBezTo>
                      <a:pt x="20878" y="24520"/>
                      <a:pt x="25995" y="23993"/>
                      <a:pt x="32120" y="23993"/>
                    </a:cubicBezTo>
                    <a:lnTo>
                      <a:pt x="32120" y="20831"/>
                    </a:lnTo>
                    <a:cubicBezTo>
                      <a:pt x="32120" y="17216"/>
                      <a:pt x="31336" y="14539"/>
                      <a:pt x="29842" y="12803"/>
                    </a:cubicBezTo>
                    <a:cubicBezTo>
                      <a:pt x="28311" y="11059"/>
                      <a:pt x="26107" y="10193"/>
                      <a:pt x="23194" y="10193"/>
                    </a:cubicBezTo>
                    <a:cubicBezTo>
                      <a:pt x="21102" y="10193"/>
                      <a:pt x="19384" y="10440"/>
                      <a:pt x="18002" y="10925"/>
                    </a:cubicBezTo>
                    <a:cubicBezTo>
                      <a:pt x="16583" y="11414"/>
                      <a:pt x="15388" y="11963"/>
                      <a:pt x="14342" y="12572"/>
                    </a:cubicBezTo>
                    <a:cubicBezTo>
                      <a:pt x="13334" y="13184"/>
                      <a:pt x="12362" y="13729"/>
                      <a:pt x="11503" y="14218"/>
                    </a:cubicBezTo>
                    <a:cubicBezTo>
                      <a:pt x="10644" y="14707"/>
                      <a:pt x="9673" y="14950"/>
                      <a:pt x="8627" y="14950"/>
                    </a:cubicBezTo>
                    <a:cubicBezTo>
                      <a:pt x="7769" y="14950"/>
                      <a:pt x="6984" y="14726"/>
                      <a:pt x="6387" y="14270"/>
                    </a:cubicBezTo>
                    <a:cubicBezTo>
                      <a:pt x="5751" y="13819"/>
                      <a:pt x="5229" y="13262"/>
                      <a:pt x="4855" y="12598"/>
                    </a:cubicBezTo>
                    <a:lnTo>
                      <a:pt x="2502" y="8472"/>
                    </a:lnTo>
                    <a:cubicBezTo>
                      <a:pt x="8665" y="2823"/>
                      <a:pt x="16135" y="0"/>
                      <a:pt x="24837" y="0"/>
                    </a:cubicBezTo>
                    <a:cubicBezTo>
                      <a:pt x="27975" y="0"/>
                      <a:pt x="30776" y="515"/>
                      <a:pt x="33241" y="1542"/>
                    </a:cubicBezTo>
                    <a:cubicBezTo>
                      <a:pt x="35668" y="2573"/>
                      <a:pt x="37760" y="4003"/>
                      <a:pt x="39478" y="5832"/>
                    </a:cubicBezTo>
                    <a:cubicBezTo>
                      <a:pt x="41196" y="7658"/>
                      <a:pt x="42466" y="9846"/>
                      <a:pt x="43363" y="12389"/>
                    </a:cubicBezTo>
                    <a:cubicBezTo>
                      <a:pt x="44259" y="14931"/>
                      <a:pt x="44707" y="17720"/>
                      <a:pt x="44707" y="20752"/>
                    </a:cubicBezTo>
                    <a:lnTo>
                      <a:pt x="44707" y="54625"/>
                    </a:lnTo>
                    <a:close/>
                    <a:moveTo>
                      <a:pt x="19608" y="46575"/>
                    </a:moveTo>
                    <a:cubicBezTo>
                      <a:pt x="20916" y="46575"/>
                      <a:pt x="22148" y="46459"/>
                      <a:pt x="23269" y="46217"/>
                    </a:cubicBezTo>
                    <a:cubicBezTo>
                      <a:pt x="24389" y="45978"/>
                      <a:pt x="25435" y="45615"/>
                      <a:pt x="26443" y="45134"/>
                    </a:cubicBezTo>
                    <a:cubicBezTo>
                      <a:pt x="27414" y="44656"/>
                      <a:pt x="28385" y="44062"/>
                      <a:pt x="29319" y="43360"/>
                    </a:cubicBezTo>
                    <a:cubicBezTo>
                      <a:pt x="30215" y="42658"/>
                      <a:pt x="31149" y="41826"/>
                      <a:pt x="32120" y="40866"/>
                    </a:cubicBezTo>
                    <a:lnTo>
                      <a:pt x="32120" y="31886"/>
                    </a:lnTo>
                    <a:cubicBezTo>
                      <a:pt x="28348" y="31886"/>
                      <a:pt x="25173" y="32125"/>
                      <a:pt x="22671" y="32596"/>
                    </a:cubicBezTo>
                    <a:cubicBezTo>
                      <a:pt x="20131" y="33070"/>
                      <a:pt x="18114" y="33679"/>
                      <a:pt x="16583" y="34414"/>
                    </a:cubicBezTo>
                    <a:cubicBezTo>
                      <a:pt x="15051" y="35150"/>
                      <a:pt x="13931" y="36012"/>
                      <a:pt x="13296" y="36994"/>
                    </a:cubicBezTo>
                    <a:cubicBezTo>
                      <a:pt x="12661" y="37976"/>
                      <a:pt x="12325" y="39048"/>
                      <a:pt x="12325" y="40205"/>
                    </a:cubicBezTo>
                    <a:cubicBezTo>
                      <a:pt x="12325" y="42487"/>
                      <a:pt x="12998" y="44118"/>
                      <a:pt x="14342" y="45100"/>
                    </a:cubicBezTo>
                    <a:cubicBezTo>
                      <a:pt x="15687" y="46086"/>
                      <a:pt x="17442" y="46575"/>
                      <a:pt x="19608" y="46575"/>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72" name="Google Shape;2472;p90"/>
              <p:cNvSpPr/>
              <p:nvPr/>
            </p:nvSpPr>
            <p:spPr>
              <a:xfrm>
                <a:off x="6588615" y="1726982"/>
                <a:ext cx="34211" cy="54625"/>
              </a:xfrm>
              <a:custGeom>
                <a:avLst/>
                <a:gdLst/>
                <a:ahLst/>
                <a:cxnLst/>
                <a:rect l="l" t="t" r="r" b="b"/>
                <a:pathLst>
                  <a:path w="34211" h="54625" extrusionOk="0">
                    <a:moveTo>
                      <a:pt x="0" y="54625"/>
                    </a:moveTo>
                    <a:lnTo>
                      <a:pt x="0" y="997"/>
                    </a:lnTo>
                    <a:lnTo>
                      <a:pt x="7582" y="997"/>
                    </a:lnTo>
                    <a:cubicBezTo>
                      <a:pt x="8926" y="997"/>
                      <a:pt x="9823" y="1236"/>
                      <a:pt x="10345" y="1725"/>
                    </a:cubicBezTo>
                    <a:cubicBezTo>
                      <a:pt x="10868" y="2214"/>
                      <a:pt x="11242" y="3054"/>
                      <a:pt x="11391" y="4234"/>
                    </a:cubicBezTo>
                    <a:lnTo>
                      <a:pt x="12176" y="10720"/>
                    </a:lnTo>
                    <a:cubicBezTo>
                      <a:pt x="14118" y="7408"/>
                      <a:pt x="16359" y="4794"/>
                      <a:pt x="18936" y="2879"/>
                    </a:cubicBezTo>
                    <a:cubicBezTo>
                      <a:pt x="21513" y="960"/>
                      <a:pt x="24389" y="0"/>
                      <a:pt x="27601" y="0"/>
                    </a:cubicBezTo>
                    <a:cubicBezTo>
                      <a:pt x="30253" y="0"/>
                      <a:pt x="32456" y="609"/>
                      <a:pt x="34212" y="1830"/>
                    </a:cubicBezTo>
                    <a:lnTo>
                      <a:pt x="32531" y="11500"/>
                    </a:lnTo>
                    <a:cubicBezTo>
                      <a:pt x="32419" y="12127"/>
                      <a:pt x="32195" y="12572"/>
                      <a:pt x="31859" y="12833"/>
                    </a:cubicBezTo>
                    <a:cubicBezTo>
                      <a:pt x="31485" y="13094"/>
                      <a:pt x="31037" y="13225"/>
                      <a:pt x="30439" y="13225"/>
                    </a:cubicBezTo>
                    <a:cubicBezTo>
                      <a:pt x="29917" y="13225"/>
                      <a:pt x="29207" y="13102"/>
                      <a:pt x="28311" y="12863"/>
                    </a:cubicBezTo>
                    <a:cubicBezTo>
                      <a:pt x="27377" y="12616"/>
                      <a:pt x="26182" y="12493"/>
                      <a:pt x="24688" y="12493"/>
                    </a:cubicBezTo>
                    <a:cubicBezTo>
                      <a:pt x="21998" y="12493"/>
                      <a:pt x="19683" y="13232"/>
                      <a:pt x="17778" y="14715"/>
                    </a:cubicBezTo>
                    <a:cubicBezTo>
                      <a:pt x="15873" y="16197"/>
                      <a:pt x="14230" y="18366"/>
                      <a:pt x="12923" y="21226"/>
                    </a:cubicBezTo>
                    <a:lnTo>
                      <a:pt x="12923"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73" name="Google Shape;2473;p90"/>
              <p:cNvSpPr/>
              <p:nvPr/>
            </p:nvSpPr>
            <p:spPr>
              <a:xfrm>
                <a:off x="6626487" y="1711565"/>
                <a:ext cx="36527" cy="70881"/>
              </a:xfrm>
              <a:custGeom>
                <a:avLst/>
                <a:gdLst/>
                <a:ahLst/>
                <a:cxnLst/>
                <a:rect l="l" t="t" r="r" b="b"/>
                <a:pathLst>
                  <a:path w="36527" h="70881" extrusionOk="0">
                    <a:moveTo>
                      <a:pt x="22484" y="70882"/>
                    </a:moveTo>
                    <a:cubicBezTo>
                      <a:pt x="17816" y="70882"/>
                      <a:pt x="14268" y="69560"/>
                      <a:pt x="11765" y="66932"/>
                    </a:cubicBezTo>
                    <a:cubicBezTo>
                      <a:pt x="9263" y="64303"/>
                      <a:pt x="7993" y="60670"/>
                      <a:pt x="7993" y="56033"/>
                    </a:cubicBezTo>
                    <a:lnTo>
                      <a:pt x="7993" y="26084"/>
                    </a:lnTo>
                    <a:lnTo>
                      <a:pt x="2540" y="26084"/>
                    </a:lnTo>
                    <a:cubicBezTo>
                      <a:pt x="1867" y="26084"/>
                      <a:pt x="1233" y="25856"/>
                      <a:pt x="747" y="25401"/>
                    </a:cubicBezTo>
                    <a:cubicBezTo>
                      <a:pt x="224" y="24949"/>
                      <a:pt x="0" y="24269"/>
                      <a:pt x="0" y="23362"/>
                    </a:cubicBezTo>
                    <a:lnTo>
                      <a:pt x="0" y="18239"/>
                    </a:lnTo>
                    <a:lnTo>
                      <a:pt x="8628" y="16828"/>
                    </a:lnTo>
                    <a:lnTo>
                      <a:pt x="11317" y="2192"/>
                    </a:lnTo>
                    <a:cubicBezTo>
                      <a:pt x="11467" y="1497"/>
                      <a:pt x="11803" y="952"/>
                      <a:pt x="12288" y="575"/>
                    </a:cubicBezTo>
                    <a:cubicBezTo>
                      <a:pt x="12811" y="187"/>
                      <a:pt x="13446" y="0"/>
                      <a:pt x="14193" y="0"/>
                    </a:cubicBezTo>
                    <a:lnTo>
                      <a:pt x="20916" y="0"/>
                    </a:lnTo>
                    <a:lnTo>
                      <a:pt x="20916" y="16880"/>
                    </a:lnTo>
                    <a:lnTo>
                      <a:pt x="35034" y="16880"/>
                    </a:lnTo>
                    <a:lnTo>
                      <a:pt x="35034" y="26084"/>
                    </a:lnTo>
                    <a:lnTo>
                      <a:pt x="20916" y="26084"/>
                    </a:lnTo>
                    <a:lnTo>
                      <a:pt x="20916" y="55144"/>
                    </a:lnTo>
                    <a:cubicBezTo>
                      <a:pt x="20916" y="56817"/>
                      <a:pt x="21327" y="58127"/>
                      <a:pt x="22148" y="59068"/>
                    </a:cubicBezTo>
                    <a:cubicBezTo>
                      <a:pt x="23007" y="60009"/>
                      <a:pt x="24128" y="60476"/>
                      <a:pt x="25510" y="60476"/>
                    </a:cubicBezTo>
                    <a:cubicBezTo>
                      <a:pt x="26294" y="60476"/>
                      <a:pt x="26967" y="60379"/>
                      <a:pt x="27527" y="60192"/>
                    </a:cubicBezTo>
                    <a:cubicBezTo>
                      <a:pt x="28049" y="59998"/>
                      <a:pt x="28535" y="59796"/>
                      <a:pt x="28946" y="59587"/>
                    </a:cubicBezTo>
                    <a:cubicBezTo>
                      <a:pt x="29320" y="59382"/>
                      <a:pt x="29693" y="59176"/>
                      <a:pt x="29992" y="58986"/>
                    </a:cubicBezTo>
                    <a:cubicBezTo>
                      <a:pt x="30328" y="58799"/>
                      <a:pt x="30627" y="58699"/>
                      <a:pt x="30925" y="58699"/>
                    </a:cubicBezTo>
                    <a:cubicBezTo>
                      <a:pt x="31336" y="58699"/>
                      <a:pt x="31635" y="58799"/>
                      <a:pt x="31896" y="58986"/>
                    </a:cubicBezTo>
                    <a:cubicBezTo>
                      <a:pt x="32121" y="59176"/>
                      <a:pt x="32382" y="59468"/>
                      <a:pt x="32681" y="59849"/>
                    </a:cubicBezTo>
                    <a:lnTo>
                      <a:pt x="36528" y="66121"/>
                    </a:lnTo>
                    <a:cubicBezTo>
                      <a:pt x="34660" y="67689"/>
                      <a:pt x="32494" y="68877"/>
                      <a:pt x="30066" y="69680"/>
                    </a:cubicBezTo>
                    <a:cubicBezTo>
                      <a:pt x="27601" y="70479"/>
                      <a:pt x="25099" y="70882"/>
                      <a:pt x="22484" y="70882"/>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74" name="Google Shape;2474;p90"/>
              <p:cNvSpPr/>
              <p:nvPr/>
            </p:nvSpPr>
            <p:spPr>
              <a:xfrm>
                <a:off x="6671791" y="1727139"/>
                <a:ext cx="46761" cy="54468"/>
              </a:xfrm>
              <a:custGeom>
                <a:avLst/>
                <a:gdLst/>
                <a:ahLst/>
                <a:cxnLst/>
                <a:rect l="l" t="t" r="r" b="b"/>
                <a:pathLst>
                  <a:path w="46761" h="54468" extrusionOk="0">
                    <a:moveTo>
                      <a:pt x="0" y="54468"/>
                    </a:moveTo>
                    <a:lnTo>
                      <a:pt x="0" y="840"/>
                    </a:lnTo>
                    <a:lnTo>
                      <a:pt x="7918" y="840"/>
                    </a:lnTo>
                    <a:cubicBezTo>
                      <a:pt x="9599" y="840"/>
                      <a:pt x="10682" y="1620"/>
                      <a:pt x="11205" y="3189"/>
                    </a:cubicBezTo>
                    <a:lnTo>
                      <a:pt x="12102" y="7426"/>
                    </a:lnTo>
                    <a:cubicBezTo>
                      <a:pt x="13184" y="6310"/>
                      <a:pt x="14305" y="5298"/>
                      <a:pt x="15537" y="4391"/>
                    </a:cubicBezTo>
                    <a:cubicBezTo>
                      <a:pt x="16733" y="3487"/>
                      <a:pt x="18003" y="2700"/>
                      <a:pt x="19347" y="2039"/>
                    </a:cubicBezTo>
                    <a:cubicBezTo>
                      <a:pt x="20692" y="1381"/>
                      <a:pt x="22111" y="874"/>
                      <a:pt x="23642" y="523"/>
                    </a:cubicBezTo>
                    <a:cubicBezTo>
                      <a:pt x="25174" y="175"/>
                      <a:pt x="26854" y="0"/>
                      <a:pt x="28685" y="0"/>
                    </a:cubicBezTo>
                    <a:cubicBezTo>
                      <a:pt x="31598" y="0"/>
                      <a:pt x="34212" y="497"/>
                      <a:pt x="36453" y="1490"/>
                    </a:cubicBezTo>
                    <a:cubicBezTo>
                      <a:pt x="38731" y="2483"/>
                      <a:pt x="40636" y="3876"/>
                      <a:pt x="42130" y="5675"/>
                    </a:cubicBezTo>
                    <a:cubicBezTo>
                      <a:pt x="43662" y="7468"/>
                      <a:pt x="44819" y="9614"/>
                      <a:pt x="45604" y="12101"/>
                    </a:cubicBezTo>
                    <a:cubicBezTo>
                      <a:pt x="46388" y="14595"/>
                      <a:pt x="46761" y="17336"/>
                      <a:pt x="46761" y="20334"/>
                    </a:cubicBezTo>
                    <a:lnTo>
                      <a:pt x="46761" y="54468"/>
                    </a:lnTo>
                    <a:lnTo>
                      <a:pt x="33839" y="54468"/>
                    </a:lnTo>
                    <a:lnTo>
                      <a:pt x="33839" y="20334"/>
                    </a:lnTo>
                    <a:cubicBezTo>
                      <a:pt x="33839" y="17060"/>
                      <a:pt x="33092" y="14524"/>
                      <a:pt x="31560" y="12728"/>
                    </a:cubicBezTo>
                    <a:cubicBezTo>
                      <a:pt x="30066" y="10932"/>
                      <a:pt x="27788" y="10036"/>
                      <a:pt x="24763" y="10036"/>
                    </a:cubicBezTo>
                    <a:cubicBezTo>
                      <a:pt x="22522" y="10036"/>
                      <a:pt x="20430" y="10544"/>
                      <a:pt x="18488" y="11552"/>
                    </a:cubicBezTo>
                    <a:cubicBezTo>
                      <a:pt x="16509" y="12568"/>
                      <a:pt x="14678" y="13942"/>
                      <a:pt x="12923" y="15682"/>
                    </a:cubicBezTo>
                    <a:lnTo>
                      <a:pt x="12923" y="54468"/>
                    </a:lnTo>
                    <a:lnTo>
                      <a:pt x="0" y="5446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75" name="Google Shape;2475;p90"/>
              <p:cNvSpPr/>
              <p:nvPr/>
            </p:nvSpPr>
            <p:spPr>
              <a:xfrm>
                <a:off x="6727666" y="1727139"/>
                <a:ext cx="48964" cy="55252"/>
              </a:xfrm>
              <a:custGeom>
                <a:avLst/>
                <a:gdLst/>
                <a:ahLst/>
                <a:cxnLst/>
                <a:rect l="l" t="t" r="r" b="b"/>
                <a:pathLst>
                  <a:path w="48964" h="55252" extrusionOk="0">
                    <a:moveTo>
                      <a:pt x="25771" y="0"/>
                    </a:moveTo>
                    <a:cubicBezTo>
                      <a:pt x="29132" y="0"/>
                      <a:pt x="32270" y="541"/>
                      <a:pt x="35108" y="1620"/>
                    </a:cubicBezTo>
                    <a:cubicBezTo>
                      <a:pt x="37947" y="2700"/>
                      <a:pt x="40374" y="4279"/>
                      <a:pt x="42429" y="6355"/>
                    </a:cubicBezTo>
                    <a:cubicBezTo>
                      <a:pt x="44520" y="8423"/>
                      <a:pt x="46126" y="10970"/>
                      <a:pt x="47247" y="13983"/>
                    </a:cubicBezTo>
                    <a:cubicBezTo>
                      <a:pt x="48405" y="17000"/>
                      <a:pt x="48965" y="20442"/>
                      <a:pt x="48965" y="24307"/>
                    </a:cubicBezTo>
                    <a:cubicBezTo>
                      <a:pt x="48965" y="25285"/>
                      <a:pt x="48928" y="26095"/>
                      <a:pt x="48853" y="26741"/>
                    </a:cubicBezTo>
                    <a:cubicBezTo>
                      <a:pt x="48778" y="27383"/>
                      <a:pt x="48592" y="27888"/>
                      <a:pt x="48367" y="28253"/>
                    </a:cubicBezTo>
                    <a:cubicBezTo>
                      <a:pt x="48143" y="28619"/>
                      <a:pt x="47844" y="28881"/>
                      <a:pt x="47471" y="29041"/>
                    </a:cubicBezTo>
                    <a:cubicBezTo>
                      <a:pt x="47097" y="29194"/>
                      <a:pt x="46575" y="29273"/>
                      <a:pt x="46014" y="29273"/>
                    </a:cubicBezTo>
                    <a:lnTo>
                      <a:pt x="12848" y="29273"/>
                    </a:lnTo>
                    <a:cubicBezTo>
                      <a:pt x="13221" y="34780"/>
                      <a:pt x="14715" y="38824"/>
                      <a:pt x="17293" y="41400"/>
                    </a:cubicBezTo>
                    <a:cubicBezTo>
                      <a:pt x="19870" y="43984"/>
                      <a:pt x="23306" y="45268"/>
                      <a:pt x="27526" y="45268"/>
                    </a:cubicBezTo>
                    <a:cubicBezTo>
                      <a:pt x="29618" y="45268"/>
                      <a:pt x="31448" y="45025"/>
                      <a:pt x="32942" y="44536"/>
                    </a:cubicBezTo>
                    <a:cubicBezTo>
                      <a:pt x="34473" y="44047"/>
                      <a:pt x="35781" y="43510"/>
                      <a:pt x="36939" y="42920"/>
                    </a:cubicBezTo>
                    <a:cubicBezTo>
                      <a:pt x="38059" y="42326"/>
                      <a:pt x="39067" y="41788"/>
                      <a:pt x="39926" y="41299"/>
                    </a:cubicBezTo>
                    <a:cubicBezTo>
                      <a:pt x="40748" y="40810"/>
                      <a:pt x="41607" y="40564"/>
                      <a:pt x="42391" y="40564"/>
                    </a:cubicBezTo>
                    <a:cubicBezTo>
                      <a:pt x="42914" y="40564"/>
                      <a:pt x="43363" y="40672"/>
                      <a:pt x="43736" y="40877"/>
                    </a:cubicBezTo>
                    <a:cubicBezTo>
                      <a:pt x="44147" y="41086"/>
                      <a:pt x="44483" y="41385"/>
                      <a:pt x="44744" y="41766"/>
                    </a:cubicBezTo>
                    <a:lnTo>
                      <a:pt x="48517" y="46470"/>
                    </a:lnTo>
                    <a:cubicBezTo>
                      <a:pt x="47097" y="48147"/>
                      <a:pt x="45491" y="49547"/>
                      <a:pt x="43699" y="50678"/>
                    </a:cubicBezTo>
                    <a:cubicBezTo>
                      <a:pt x="41906" y="51813"/>
                      <a:pt x="40076" y="52721"/>
                      <a:pt x="38134" y="53397"/>
                    </a:cubicBezTo>
                    <a:cubicBezTo>
                      <a:pt x="36191" y="54076"/>
                      <a:pt x="34212" y="54558"/>
                      <a:pt x="32233" y="54834"/>
                    </a:cubicBezTo>
                    <a:cubicBezTo>
                      <a:pt x="30215" y="55110"/>
                      <a:pt x="28273" y="55252"/>
                      <a:pt x="26406" y="55252"/>
                    </a:cubicBezTo>
                    <a:cubicBezTo>
                      <a:pt x="22671" y="55252"/>
                      <a:pt x="19198" y="54632"/>
                      <a:pt x="15986" y="53397"/>
                    </a:cubicBezTo>
                    <a:cubicBezTo>
                      <a:pt x="12773" y="52161"/>
                      <a:pt x="10009" y="50331"/>
                      <a:pt x="7619" y="47908"/>
                    </a:cubicBezTo>
                    <a:cubicBezTo>
                      <a:pt x="5266" y="45485"/>
                      <a:pt x="3398" y="42490"/>
                      <a:pt x="2017" y="38917"/>
                    </a:cubicBezTo>
                    <a:cubicBezTo>
                      <a:pt x="672" y="35348"/>
                      <a:pt x="0" y="31207"/>
                      <a:pt x="0" y="26502"/>
                    </a:cubicBezTo>
                    <a:cubicBezTo>
                      <a:pt x="0" y="22843"/>
                      <a:pt x="597" y="19404"/>
                      <a:pt x="1755" y="16178"/>
                    </a:cubicBezTo>
                    <a:cubicBezTo>
                      <a:pt x="2950" y="12956"/>
                      <a:pt x="4631" y="10152"/>
                      <a:pt x="6872" y="7762"/>
                    </a:cubicBezTo>
                    <a:cubicBezTo>
                      <a:pt x="9076" y="5377"/>
                      <a:pt x="11765" y="3487"/>
                      <a:pt x="14977" y="2095"/>
                    </a:cubicBezTo>
                    <a:cubicBezTo>
                      <a:pt x="18152" y="698"/>
                      <a:pt x="21775" y="0"/>
                      <a:pt x="25771" y="0"/>
                    </a:cubicBezTo>
                    <a:close/>
                    <a:moveTo>
                      <a:pt x="26032" y="9256"/>
                    </a:moveTo>
                    <a:cubicBezTo>
                      <a:pt x="22260" y="9256"/>
                      <a:pt x="19309" y="10316"/>
                      <a:pt x="17181" y="12441"/>
                    </a:cubicBezTo>
                    <a:cubicBezTo>
                      <a:pt x="15052" y="14569"/>
                      <a:pt x="13707" y="17582"/>
                      <a:pt x="13110" y="21484"/>
                    </a:cubicBezTo>
                    <a:lnTo>
                      <a:pt x="37387" y="21484"/>
                    </a:lnTo>
                    <a:cubicBezTo>
                      <a:pt x="37387" y="19811"/>
                      <a:pt x="37162" y="18236"/>
                      <a:pt x="36677" y="16753"/>
                    </a:cubicBezTo>
                    <a:cubicBezTo>
                      <a:pt x="36229" y="15271"/>
                      <a:pt x="35557" y="13975"/>
                      <a:pt x="34586" y="12859"/>
                    </a:cubicBezTo>
                    <a:cubicBezTo>
                      <a:pt x="33652" y="11746"/>
                      <a:pt x="32494" y="10869"/>
                      <a:pt x="31037" y="10219"/>
                    </a:cubicBezTo>
                    <a:cubicBezTo>
                      <a:pt x="29618" y="9577"/>
                      <a:pt x="27937" y="9256"/>
                      <a:pt x="26032" y="9256"/>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76" name="Google Shape;2476;p90"/>
              <p:cNvSpPr/>
              <p:nvPr/>
            </p:nvSpPr>
            <p:spPr>
              <a:xfrm>
                <a:off x="6787164" y="1726982"/>
                <a:ext cx="34174" cy="54625"/>
              </a:xfrm>
              <a:custGeom>
                <a:avLst/>
                <a:gdLst/>
                <a:ahLst/>
                <a:cxnLst/>
                <a:rect l="l" t="t" r="r" b="b"/>
                <a:pathLst>
                  <a:path w="34174" h="54625" extrusionOk="0">
                    <a:moveTo>
                      <a:pt x="0" y="54625"/>
                    </a:moveTo>
                    <a:lnTo>
                      <a:pt x="0" y="997"/>
                    </a:lnTo>
                    <a:lnTo>
                      <a:pt x="7582" y="997"/>
                    </a:lnTo>
                    <a:cubicBezTo>
                      <a:pt x="8889" y="997"/>
                      <a:pt x="9823" y="1236"/>
                      <a:pt x="10346" y="1725"/>
                    </a:cubicBezTo>
                    <a:cubicBezTo>
                      <a:pt x="10869" y="2214"/>
                      <a:pt x="11205" y="3054"/>
                      <a:pt x="11392" y="4234"/>
                    </a:cubicBezTo>
                    <a:lnTo>
                      <a:pt x="12176" y="10720"/>
                    </a:lnTo>
                    <a:cubicBezTo>
                      <a:pt x="14081" y="7408"/>
                      <a:pt x="16359" y="4794"/>
                      <a:pt x="18936" y="2879"/>
                    </a:cubicBezTo>
                    <a:cubicBezTo>
                      <a:pt x="21513" y="960"/>
                      <a:pt x="24389" y="0"/>
                      <a:pt x="27601" y="0"/>
                    </a:cubicBezTo>
                    <a:cubicBezTo>
                      <a:pt x="30253" y="0"/>
                      <a:pt x="32457" y="609"/>
                      <a:pt x="34175" y="1830"/>
                    </a:cubicBezTo>
                    <a:lnTo>
                      <a:pt x="32532" y="11500"/>
                    </a:lnTo>
                    <a:cubicBezTo>
                      <a:pt x="32419" y="12127"/>
                      <a:pt x="32195" y="12572"/>
                      <a:pt x="31822" y="12833"/>
                    </a:cubicBezTo>
                    <a:cubicBezTo>
                      <a:pt x="31486" y="13094"/>
                      <a:pt x="31000" y="13225"/>
                      <a:pt x="30440" y="13225"/>
                    </a:cubicBezTo>
                    <a:cubicBezTo>
                      <a:pt x="29917" y="13225"/>
                      <a:pt x="29207" y="13102"/>
                      <a:pt x="28274" y="12863"/>
                    </a:cubicBezTo>
                    <a:cubicBezTo>
                      <a:pt x="27377" y="12616"/>
                      <a:pt x="26182" y="12493"/>
                      <a:pt x="24688" y="12493"/>
                    </a:cubicBezTo>
                    <a:cubicBezTo>
                      <a:pt x="21999" y="12493"/>
                      <a:pt x="19683" y="13232"/>
                      <a:pt x="17778" y="14715"/>
                    </a:cubicBezTo>
                    <a:cubicBezTo>
                      <a:pt x="15873" y="16197"/>
                      <a:pt x="14230" y="18366"/>
                      <a:pt x="12923" y="21226"/>
                    </a:cubicBezTo>
                    <a:lnTo>
                      <a:pt x="12923"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77" name="Google Shape;2477;p90"/>
              <p:cNvSpPr/>
              <p:nvPr/>
            </p:nvSpPr>
            <p:spPr>
              <a:xfrm>
                <a:off x="6825185" y="1727139"/>
                <a:ext cx="40038" cy="55308"/>
              </a:xfrm>
              <a:custGeom>
                <a:avLst/>
                <a:gdLst/>
                <a:ahLst/>
                <a:cxnLst/>
                <a:rect l="l" t="t" r="r" b="b"/>
                <a:pathLst>
                  <a:path w="40038" h="55308" extrusionOk="0">
                    <a:moveTo>
                      <a:pt x="36528" y="11291"/>
                    </a:moveTo>
                    <a:cubicBezTo>
                      <a:pt x="36191" y="11851"/>
                      <a:pt x="35818" y="12243"/>
                      <a:pt x="35444" y="12467"/>
                    </a:cubicBezTo>
                    <a:cubicBezTo>
                      <a:pt x="35071" y="12699"/>
                      <a:pt x="34548" y="12807"/>
                      <a:pt x="33988" y="12807"/>
                    </a:cubicBezTo>
                    <a:cubicBezTo>
                      <a:pt x="33353" y="12807"/>
                      <a:pt x="32681" y="12631"/>
                      <a:pt x="31971" y="12284"/>
                    </a:cubicBezTo>
                    <a:cubicBezTo>
                      <a:pt x="31261" y="11941"/>
                      <a:pt x="30402" y="11545"/>
                      <a:pt x="29469" y="11108"/>
                    </a:cubicBezTo>
                    <a:cubicBezTo>
                      <a:pt x="28535" y="10675"/>
                      <a:pt x="27452" y="10283"/>
                      <a:pt x="26257" y="9936"/>
                    </a:cubicBezTo>
                    <a:cubicBezTo>
                      <a:pt x="25061" y="9585"/>
                      <a:pt x="23642" y="9409"/>
                      <a:pt x="21999" y="9409"/>
                    </a:cubicBezTo>
                    <a:cubicBezTo>
                      <a:pt x="19459" y="9409"/>
                      <a:pt x="17442" y="9947"/>
                      <a:pt x="15986" y="11030"/>
                    </a:cubicBezTo>
                    <a:cubicBezTo>
                      <a:pt x="14529" y="12112"/>
                      <a:pt x="13782" y="13520"/>
                      <a:pt x="13782" y="15264"/>
                    </a:cubicBezTo>
                    <a:cubicBezTo>
                      <a:pt x="13782" y="16417"/>
                      <a:pt x="14156" y="17381"/>
                      <a:pt x="14902" y="18169"/>
                    </a:cubicBezTo>
                    <a:cubicBezTo>
                      <a:pt x="15649" y="18949"/>
                      <a:pt x="16658" y="19640"/>
                      <a:pt x="17890" y="20230"/>
                    </a:cubicBezTo>
                    <a:cubicBezTo>
                      <a:pt x="19123" y="20823"/>
                      <a:pt x="20542" y="21353"/>
                      <a:pt x="22111" y="21824"/>
                    </a:cubicBezTo>
                    <a:cubicBezTo>
                      <a:pt x="23679" y="22294"/>
                      <a:pt x="25286" y="22813"/>
                      <a:pt x="26929" y="23366"/>
                    </a:cubicBezTo>
                    <a:cubicBezTo>
                      <a:pt x="28535" y="23926"/>
                      <a:pt x="30141" y="24564"/>
                      <a:pt x="31710" y="25278"/>
                    </a:cubicBezTo>
                    <a:cubicBezTo>
                      <a:pt x="33278" y="25991"/>
                      <a:pt x="34698" y="26898"/>
                      <a:pt x="35930" y="27992"/>
                    </a:cubicBezTo>
                    <a:cubicBezTo>
                      <a:pt x="37162" y="29090"/>
                      <a:pt x="38171" y="30404"/>
                      <a:pt x="38918" y="31939"/>
                    </a:cubicBezTo>
                    <a:cubicBezTo>
                      <a:pt x="39665" y="33473"/>
                      <a:pt x="40038" y="35318"/>
                      <a:pt x="40038" y="37480"/>
                    </a:cubicBezTo>
                    <a:cubicBezTo>
                      <a:pt x="40038" y="40060"/>
                      <a:pt x="39553" y="42438"/>
                      <a:pt x="38619" y="44619"/>
                    </a:cubicBezTo>
                    <a:cubicBezTo>
                      <a:pt x="37685" y="46795"/>
                      <a:pt x="36303" y="48677"/>
                      <a:pt x="34511" y="50260"/>
                    </a:cubicBezTo>
                    <a:cubicBezTo>
                      <a:pt x="32681" y="51847"/>
                      <a:pt x="30440" y="53083"/>
                      <a:pt x="27788" y="53972"/>
                    </a:cubicBezTo>
                    <a:cubicBezTo>
                      <a:pt x="25099" y="54864"/>
                      <a:pt x="22036" y="55308"/>
                      <a:pt x="18600" y="55308"/>
                    </a:cubicBezTo>
                    <a:cubicBezTo>
                      <a:pt x="16732" y="55308"/>
                      <a:pt x="14940" y="55140"/>
                      <a:pt x="13184" y="54808"/>
                    </a:cubicBezTo>
                    <a:cubicBezTo>
                      <a:pt x="11429" y="54476"/>
                      <a:pt x="9748" y="54016"/>
                      <a:pt x="8105" y="53426"/>
                    </a:cubicBezTo>
                    <a:cubicBezTo>
                      <a:pt x="6499" y="52833"/>
                      <a:pt x="5005" y="52135"/>
                      <a:pt x="3623" y="51332"/>
                    </a:cubicBezTo>
                    <a:cubicBezTo>
                      <a:pt x="2241" y="50533"/>
                      <a:pt x="1046" y="49659"/>
                      <a:pt x="0" y="48718"/>
                    </a:cubicBezTo>
                    <a:lnTo>
                      <a:pt x="2951" y="43808"/>
                    </a:lnTo>
                    <a:cubicBezTo>
                      <a:pt x="3362" y="43215"/>
                      <a:pt x="3810" y="42759"/>
                      <a:pt x="4333" y="42445"/>
                    </a:cubicBezTo>
                    <a:cubicBezTo>
                      <a:pt x="4855" y="42132"/>
                      <a:pt x="5528" y="41979"/>
                      <a:pt x="6312" y="41979"/>
                    </a:cubicBezTo>
                    <a:cubicBezTo>
                      <a:pt x="7096" y="41979"/>
                      <a:pt x="7881" y="42203"/>
                      <a:pt x="8590" y="42655"/>
                    </a:cubicBezTo>
                    <a:cubicBezTo>
                      <a:pt x="9300" y="43106"/>
                      <a:pt x="10122" y="43595"/>
                      <a:pt x="11055" y="44122"/>
                    </a:cubicBezTo>
                    <a:cubicBezTo>
                      <a:pt x="12026" y="44641"/>
                      <a:pt x="13110" y="45130"/>
                      <a:pt x="14379" y="45582"/>
                    </a:cubicBezTo>
                    <a:cubicBezTo>
                      <a:pt x="15649" y="46034"/>
                      <a:pt x="17255" y="46261"/>
                      <a:pt x="19235" y="46261"/>
                    </a:cubicBezTo>
                    <a:cubicBezTo>
                      <a:pt x="20766" y="46261"/>
                      <a:pt x="22074" y="46078"/>
                      <a:pt x="23156" y="45713"/>
                    </a:cubicBezTo>
                    <a:cubicBezTo>
                      <a:pt x="24277" y="45347"/>
                      <a:pt x="25173" y="44869"/>
                      <a:pt x="25883" y="44275"/>
                    </a:cubicBezTo>
                    <a:cubicBezTo>
                      <a:pt x="26593" y="43685"/>
                      <a:pt x="27116" y="42994"/>
                      <a:pt x="27452" y="42210"/>
                    </a:cubicBezTo>
                    <a:cubicBezTo>
                      <a:pt x="27788" y="41426"/>
                      <a:pt x="27975" y="40616"/>
                      <a:pt x="27975" y="39783"/>
                    </a:cubicBezTo>
                    <a:cubicBezTo>
                      <a:pt x="27975" y="38529"/>
                      <a:pt x="27601" y="37498"/>
                      <a:pt x="26854" y="36699"/>
                    </a:cubicBezTo>
                    <a:cubicBezTo>
                      <a:pt x="26070" y="35896"/>
                      <a:pt x="25099" y="35198"/>
                      <a:pt x="23866" y="34605"/>
                    </a:cubicBezTo>
                    <a:cubicBezTo>
                      <a:pt x="22633" y="34015"/>
                      <a:pt x="21214" y="33481"/>
                      <a:pt x="19608" y="33010"/>
                    </a:cubicBezTo>
                    <a:cubicBezTo>
                      <a:pt x="18040" y="32540"/>
                      <a:pt x="16396" y="32028"/>
                      <a:pt x="14753" y="31468"/>
                    </a:cubicBezTo>
                    <a:cubicBezTo>
                      <a:pt x="13110" y="30916"/>
                      <a:pt x="11466" y="30258"/>
                      <a:pt x="9898" y="29508"/>
                    </a:cubicBezTo>
                    <a:cubicBezTo>
                      <a:pt x="8291" y="28761"/>
                      <a:pt x="6910" y="27809"/>
                      <a:pt x="5677" y="26659"/>
                    </a:cubicBezTo>
                    <a:cubicBezTo>
                      <a:pt x="4407" y="25509"/>
                      <a:pt x="3436" y="24098"/>
                      <a:pt x="2689" y="22425"/>
                    </a:cubicBezTo>
                    <a:cubicBezTo>
                      <a:pt x="1942" y="20756"/>
                      <a:pt x="1569" y="18732"/>
                      <a:pt x="1569" y="16361"/>
                    </a:cubicBezTo>
                    <a:cubicBezTo>
                      <a:pt x="1569" y="14166"/>
                      <a:pt x="1980" y="12079"/>
                      <a:pt x="2876" y="10089"/>
                    </a:cubicBezTo>
                    <a:cubicBezTo>
                      <a:pt x="3735" y="8102"/>
                      <a:pt x="5005" y="6366"/>
                      <a:pt x="6686" y="4887"/>
                    </a:cubicBezTo>
                    <a:cubicBezTo>
                      <a:pt x="8404" y="3405"/>
                      <a:pt x="10495" y="2222"/>
                      <a:pt x="13035" y="1337"/>
                    </a:cubicBezTo>
                    <a:cubicBezTo>
                      <a:pt x="15575" y="448"/>
                      <a:pt x="18488" y="0"/>
                      <a:pt x="21775" y="0"/>
                    </a:cubicBezTo>
                    <a:cubicBezTo>
                      <a:pt x="25472" y="0"/>
                      <a:pt x="28834" y="609"/>
                      <a:pt x="31896" y="1833"/>
                    </a:cubicBezTo>
                    <a:cubicBezTo>
                      <a:pt x="34922" y="3050"/>
                      <a:pt x="37424" y="4652"/>
                      <a:pt x="39478" y="6639"/>
                    </a:cubicBezTo>
                    <a:lnTo>
                      <a:pt x="36528" y="11291"/>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grpSp>
        <p:nvGrpSpPr>
          <p:cNvPr id="2478" name="Google Shape;2478;p90"/>
          <p:cNvGrpSpPr/>
          <p:nvPr/>
        </p:nvGrpSpPr>
        <p:grpSpPr>
          <a:xfrm>
            <a:off x="3079945" y="1153193"/>
            <a:ext cx="9357" cy="629724"/>
            <a:chOff x="2937682" y="1758163"/>
            <a:chExt cx="11428" cy="769081"/>
          </a:xfrm>
        </p:grpSpPr>
        <p:sp>
          <p:nvSpPr>
            <p:cNvPr id="2479" name="Google Shape;2479;p90"/>
            <p:cNvSpPr/>
            <p:nvPr/>
          </p:nvSpPr>
          <p:spPr>
            <a:xfrm>
              <a:off x="2937682" y="2515819"/>
              <a:ext cx="11428" cy="11425"/>
            </a:xfrm>
            <a:custGeom>
              <a:avLst/>
              <a:gdLst/>
              <a:ahLst/>
              <a:cxnLst/>
              <a:rect l="l" t="t" r="r" b="b"/>
              <a:pathLst>
                <a:path w="11428" h="11425" extrusionOk="0">
                  <a:moveTo>
                    <a:pt x="5714" y="11425"/>
                  </a:moveTo>
                  <a:cubicBezTo>
                    <a:pt x="4183" y="11425"/>
                    <a:pt x="2764" y="10828"/>
                    <a:pt x="1681" y="9745"/>
                  </a:cubicBezTo>
                  <a:cubicBezTo>
                    <a:pt x="598" y="8662"/>
                    <a:pt x="0" y="7244"/>
                    <a:pt x="0" y="5713"/>
                  </a:cubicBezTo>
                  <a:cubicBezTo>
                    <a:pt x="0" y="5339"/>
                    <a:pt x="37" y="4966"/>
                    <a:pt x="112" y="4593"/>
                  </a:cubicBezTo>
                  <a:cubicBezTo>
                    <a:pt x="187" y="4219"/>
                    <a:pt x="299" y="3846"/>
                    <a:pt x="411" y="3510"/>
                  </a:cubicBezTo>
                  <a:cubicBezTo>
                    <a:pt x="560" y="3174"/>
                    <a:pt x="747" y="2838"/>
                    <a:pt x="934" y="2539"/>
                  </a:cubicBezTo>
                  <a:cubicBezTo>
                    <a:pt x="1158" y="2203"/>
                    <a:pt x="1382" y="1904"/>
                    <a:pt x="1643" y="1643"/>
                  </a:cubicBezTo>
                  <a:cubicBezTo>
                    <a:pt x="1905" y="1382"/>
                    <a:pt x="2204" y="1157"/>
                    <a:pt x="2540" y="933"/>
                  </a:cubicBezTo>
                  <a:cubicBezTo>
                    <a:pt x="2839" y="747"/>
                    <a:pt x="3175" y="560"/>
                    <a:pt x="3511" y="411"/>
                  </a:cubicBezTo>
                  <a:cubicBezTo>
                    <a:pt x="3847" y="261"/>
                    <a:pt x="4220" y="187"/>
                    <a:pt x="4594" y="112"/>
                  </a:cubicBezTo>
                  <a:cubicBezTo>
                    <a:pt x="5341" y="-37"/>
                    <a:pt x="6088" y="-37"/>
                    <a:pt x="6835" y="112"/>
                  </a:cubicBezTo>
                  <a:cubicBezTo>
                    <a:pt x="7171" y="187"/>
                    <a:pt x="7545" y="261"/>
                    <a:pt x="7881" y="411"/>
                  </a:cubicBezTo>
                  <a:cubicBezTo>
                    <a:pt x="8254" y="560"/>
                    <a:pt x="8590" y="747"/>
                    <a:pt x="8889" y="933"/>
                  </a:cubicBezTo>
                  <a:cubicBezTo>
                    <a:pt x="9188" y="1157"/>
                    <a:pt x="9487" y="1382"/>
                    <a:pt x="9748" y="1643"/>
                  </a:cubicBezTo>
                  <a:cubicBezTo>
                    <a:pt x="10831" y="2726"/>
                    <a:pt x="11429" y="4219"/>
                    <a:pt x="11429" y="5713"/>
                  </a:cubicBezTo>
                  <a:cubicBezTo>
                    <a:pt x="11429" y="6459"/>
                    <a:pt x="11280" y="7206"/>
                    <a:pt x="10981" y="7878"/>
                  </a:cubicBezTo>
                  <a:cubicBezTo>
                    <a:pt x="10719" y="8588"/>
                    <a:pt x="10271" y="9185"/>
                    <a:pt x="9748" y="9745"/>
                  </a:cubicBezTo>
                  <a:cubicBezTo>
                    <a:pt x="8665" y="10828"/>
                    <a:pt x="7246" y="11425"/>
                    <a:pt x="5714" y="11425"/>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80" name="Google Shape;2480;p90"/>
            <p:cNvSpPr/>
            <p:nvPr/>
          </p:nvSpPr>
          <p:spPr>
            <a:xfrm>
              <a:off x="2937682" y="1788481"/>
              <a:ext cx="11428" cy="708444"/>
            </a:xfrm>
            <a:custGeom>
              <a:avLst/>
              <a:gdLst/>
              <a:ahLst/>
              <a:cxnLst/>
              <a:rect l="l" t="t" r="r" b="b"/>
              <a:pathLst>
                <a:path w="11428" h="708444" extrusionOk="0">
                  <a:moveTo>
                    <a:pt x="0" y="702732"/>
                  </a:moveTo>
                  <a:cubicBezTo>
                    <a:pt x="0" y="699596"/>
                    <a:pt x="2540" y="697020"/>
                    <a:pt x="5714" y="697020"/>
                  </a:cubicBezTo>
                  <a:lnTo>
                    <a:pt x="5714" y="697020"/>
                  </a:lnTo>
                  <a:cubicBezTo>
                    <a:pt x="8889" y="697020"/>
                    <a:pt x="11429" y="699596"/>
                    <a:pt x="11429" y="702732"/>
                  </a:cubicBezTo>
                  <a:lnTo>
                    <a:pt x="11429" y="702732"/>
                  </a:lnTo>
                  <a:cubicBezTo>
                    <a:pt x="11429" y="705906"/>
                    <a:pt x="8889" y="708445"/>
                    <a:pt x="5714" y="708445"/>
                  </a:cubicBezTo>
                  <a:lnTo>
                    <a:pt x="5714" y="708445"/>
                  </a:lnTo>
                  <a:cubicBezTo>
                    <a:pt x="2540" y="708445"/>
                    <a:pt x="0" y="705906"/>
                    <a:pt x="0" y="702732"/>
                  </a:cubicBezTo>
                  <a:close/>
                  <a:moveTo>
                    <a:pt x="0" y="672414"/>
                  </a:moveTo>
                  <a:cubicBezTo>
                    <a:pt x="0" y="669278"/>
                    <a:pt x="2540" y="666701"/>
                    <a:pt x="5714" y="666701"/>
                  </a:cubicBezTo>
                  <a:lnTo>
                    <a:pt x="5714" y="666701"/>
                  </a:lnTo>
                  <a:cubicBezTo>
                    <a:pt x="8889" y="666701"/>
                    <a:pt x="11429" y="669278"/>
                    <a:pt x="11429" y="672414"/>
                  </a:cubicBezTo>
                  <a:lnTo>
                    <a:pt x="11429" y="672414"/>
                  </a:lnTo>
                  <a:cubicBezTo>
                    <a:pt x="11429" y="675592"/>
                    <a:pt x="8889" y="678127"/>
                    <a:pt x="5714" y="678127"/>
                  </a:cubicBezTo>
                  <a:lnTo>
                    <a:pt x="5714" y="678127"/>
                  </a:lnTo>
                  <a:cubicBezTo>
                    <a:pt x="2540" y="678127"/>
                    <a:pt x="0" y="675592"/>
                    <a:pt x="0" y="672414"/>
                  </a:cubicBezTo>
                  <a:close/>
                  <a:moveTo>
                    <a:pt x="0" y="642133"/>
                  </a:moveTo>
                  <a:cubicBezTo>
                    <a:pt x="0" y="638960"/>
                    <a:pt x="2540" y="636421"/>
                    <a:pt x="5714" y="636421"/>
                  </a:cubicBezTo>
                  <a:lnTo>
                    <a:pt x="5714" y="636421"/>
                  </a:lnTo>
                  <a:cubicBezTo>
                    <a:pt x="8889" y="636421"/>
                    <a:pt x="11429" y="638960"/>
                    <a:pt x="11429" y="642133"/>
                  </a:cubicBezTo>
                  <a:lnTo>
                    <a:pt x="11429" y="642133"/>
                  </a:lnTo>
                  <a:cubicBezTo>
                    <a:pt x="11429" y="645270"/>
                    <a:pt x="8889" y="647846"/>
                    <a:pt x="5714" y="647846"/>
                  </a:cubicBezTo>
                  <a:lnTo>
                    <a:pt x="5714" y="647846"/>
                  </a:lnTo>
                  <a:cubicBezTo>
                    <a:pt x="2540" y="647846"/>
                    <a:pt x="0" y="645270"/>
                    <a:pt x="0" y="642133"/>
                  </a:cubicBezTo>
                  <a:close/>
                  <a:moveTo>
                    <a:pt x="0" y="611815"/>
                  </a:moveTo>
                  <a:cubicBezTo>
                    <a:pt x="0" y="608679"/>
                    <a:pt x="2540" y="606102"/>
                    <a:pt x="5714" y="606102"/>
                  </a:cubicBezTo>
                  <a:lnTo>
                    <a:pt x="5714" y="606102"/>
                  </a:lnTo>
                  <a:cubicBezTo>
                    <a:pt x="8889" y="606102"/>
                    <a:pt x="11429" y="608679"/>
                    <a:pt x="11429" y="611815"/>
                  </a:cubicBezTo>
                  <a:lnTo>
                    <a:pt x="11429" y="611815"/>
                  </a:lnTo>
                  <a:cubicBezTo>
                    <a:pt x="11429" y="614989"/>
                    <a:pt x="8889" y="617528"/>
                    <a:pt x="5714" y="617528"/>
                  </a:cubicBezTo>
                  <a:lnTo>
                    <a:pt x="5714" y="617528"/>
                  </a:lnTo>
                  <a:cubicBezTo>
                    <a:pt x="2540" y="617528"/>
                    <a:pt x="0" y="614989"/>
                    <a:pt x="0" y="611815"/>
                  </a:cubicBezTo>
                  <a:close/>
                  <a:moveTo>
                    <a:pt x="0" y="581497"/>
                  </a:moveTo>
                  <a:cubicBezTo>
                    <a:pt x="0" y="578361"/>
                    <a:pt x="2540" y="575784"/>
                    <a:pt x="5714" y="575784"/>
                  </a:cubicBezTo>
                  <a:lnTo>
                    <a:pt x="5714" y="575784"/>
                  </a:lnTo>
                  <a:cubicBezTo>
                    <a:pt x="8889" y="575784"/>
                    <a:pt x="11429" y="578361"/>
                    <a:pt x="11429" y="581497"/>
                  </a:cubicBezTo>
                  <a:lnTo>
                    <a:pt x="11429" y="581497"/>
                  </a:lnTo>
                  <a:cubicBezTo>
                    <a:pt x="11429" y="584671"/>
                    <a:pt x="8889" y="587247"/>
                    <a:pt x="5714" y="587247"/>
                  </a:cubicBezTo>
                  <a:lnTo>
                    <a:pt x="5714" y="587247"/>
                  </a:lnTo>
                  <a:cubicBezTo>
                    <a:pt x="2540" y="587247"/>
                    <a:pt x="0" y="584671"/>
                    <a:pt x="0" y="581497"/>
                  </a:cubicBezTo>
                  <a:close/>
                  <a:moveTo>
                    <a:pt x="0" y="551216"/>
                  </a:moveTo>
                  <a:cubicBezTo>
                    <a:pt x="0" y="548042"/>
                    <a:pt x="2540" y="545503"/>
                    <a:pt x="5714" y="545503"/>
                  </a:cubicBezTo>
                  <a:lnTo>
                    <a:pt x="5714" y="545503"/>
                  </a:lnTo>
                  <a:cubicBezTo>
                    <a:pt x="8889" y="545503"/>
                    <a:pt x="11429" y="548042"/>
                    <a:pt x="11429" y="551216"/>
                  </a:cubicBezTo>
                  <a:lnTo>
                    <a:pt x="11429" y="551216"/>
                  </a:lnTo>
                  <a:cubicBezTo>
                    <a:pt x="11429" y="554390"/>
                    <a:pt x="8889" y="556929"/>
                    <a:pt x="5714" y="556929"/>
                  </a:cubicBezTo>
                  <a:lnTo>
                    <a:pt x="5714" y="556929"/>
                  </a:lnTo>
                  <a:cubicBezTo>
                    <a:pt x="2540" y="556929"/>
                    <a:pt x="0" y="554390"/>
                    <a:pt x="0" y="551216"/>
                  </a:cubicBezTo>
                  <a:close/>
                  <a:moveTo>
                    <a:pt x="0" y="520898"/>
                  </a:moveTo>
                  <a:cubicBezTo>
                    <a:pt x="0" y="517761"/>
                    <a:pt x="2540" y="515185"/>
                    <a:pt x="5714" y="515185"/>
                  </a:cubicBezTo>
                  <a:lnTo>
                    <a:pt x="5714" y="515185"/>
                  </a:lnTo>
                  <a:cubicBezTo>
                    <a:pt x="8889" y="515185"/>
                    <a:pt x="11429" y="517761"/>
                    <a:pt x="11429" y="520898"/>
                  </a:cubicBezTo>
                  <a:lnTo>
                    <a:pt x="11429" y="520898"/>
                  </a:lnTo>
                  <a:cubicBezTo>
                    <a:pt x="11429" y="524072"/>
                    <a:pt x="8889" y="526610"/>
                    <a:pt x="5714" y="526610"/>
                  </a:cubicBezTo>
                  <a:lnTo>
                    <a:pt x="5714" y="526610"/>
                  </a:lnTo>
                  <a:cubicBezTo>
                    <a:pt x="2540" y="526610"/>
                    <a:pt x="0" y="524072"/>
                    <a:pt x="0" y="520898"/>
                  </a:cubicBezTo>
                  <a:close/>
                  <a:moveTo>
                    <a:pt x="0" y="490580"/>
                  </a:moveTo>
                  <a:cubicBezTo>
                    <a:pt x="0" y="487443"/>
                    <a:pt x="2540" y="484867"/>
                    <a:pt x="5714" y="484867"/>
                  </a:cubicBezTo>
                  <a:lnTo>
                    <a:pt x="5714" y="484867"/>
                  </a:lnTo>
                  <a:cubicBezTo>
                    <a:pt x="8889" y="484867"/>
                    <a:pt x="11429" y="487443"/>
                    <a:pt x="11429" y="490580"/>
                  </a:cubicBezTo>
                  <a:lnTo>
                    <a:pt x="11429" y="490580"/>
                  </a:lnTo>
                  <a:cubicBezTo>
                    <a:pt x="11429" y="493753"/>
                    <a:pt x="8889" y="496292"/>
                    <a:pt x="5714" y="496292"/>
                  </a:cubicBezTo>
                  <a:lnTo>
                    <a:pt x="5714" y="496292"/>
                  </a:lnTo>
                  <a:cubicBezTo>
                    <a:pt x="2540" y="496292"/>
                    <a:pt x="0" y="493753"/>
                    <a:pt x="0" y="490580"/>
                  </a:cubicBezTo>
                  <a:close/>
                  <a:moveTo>
                    <a:pt x="0" y="460299"/>
                  </a:moveTo>
                  <a:cubicBezTo>
                    <a:pt x="0" y="457125"/>
                    <a:pt x="2540" y="454586"/>
                    <a:pt x="5714" y="454586"/>
                  </a:cubicBezTo>
                  <a:lnTo>
                    <a:pt x="5714" y="454586"/>
                  </a:lnTo>
                  <a:cubicBezTo>
                    <a:pt x="8889" y="454586"/>
                    <a:pt x="11429" y="457125"/>
                    <a:pt x="11429" y="460299"/>
                  </a:cubicBezTo>
                  <a:lnTo>
                    <a:pt x="11429" y="460299"/>
                  </a:lnTo>
                  <a:cubicBezTo>
                    <a:pt x="11429" y="463473"/>
                    <a:pt x="8889" y="466012"/>
                    <a:pt x="5714" y="466012"/>
                  </a:cubicBezTo>
                  <a:lnTo>
                    <a:pt x="5714" y="466012"/>
                  </a:lnTo>
                  <a:cubicBezTo>
                    <a:pt x="2540" y="466012"/>
                    <a:pt x="0" y="463473"/>
                    <a:pt x="0" y="460299"/>
                  </a:cubicBezTo>
                  <a:close/>
                  <a:moveTo>
                    <a:pt x="0" y="429981"/>
                  </a:moveTo>
                  <a:cubicBezTo>
                    <a:pt x="0" y="426844"/>
                    <a:pt x="2540" y="424268"/>
                    <a:pt x="5714" y="424268"/>
                  </a:cubicBezTo>
                  <a:lnTo>
                    <a:pt x="5714" y="424268"/>
                  </a:lnTo>
                  <a:cubicBezTo>
                    <a:pt x="8889" y="424268"/>
                    <a:pt x="11429" y="426844"/>
                    <a:pt x="11429" y="429981"/>
                  </a:cubicBezTo>
                  <a:lnTo>
                    <a:pt x="11429" y="429981"/>
                  </a:lnTo>
                  <a:cubicBezTo>
                    <a:pt x="11429" y="433154"/>
                    <a:pt x="8889" y="435697"/>
                    <a:pt x="5714" y="435697"/>
                  </a:cubicBezTo>
                  <a:lnTo>
                    <a:pt x="5714" y="435697"/>
                  </a:lnTo>
                  <a:cubicBezTo>
                    <a:pt x="2540" y="435697"/>
                    <a:pt x="0" y="433154"/>
                    <a:pt x="0" y="429981"/>
                  </a:cubicBezTo>
                  <a:close/>
                  <a:moveTo>
                    <a:pt x="0" y="399662"/>
                  </a:moveTo>
                  <a:cubicBezTo>
                    <a:pt x="0" y="396526"/>
                    <a:pt x="2540" y="393950"/>
                    <a:pt x="5714" y="393950"/>
                  </a:cubicBezTo>
                  <a:lnTo>
                    <a:pt x="5714" y="393950"/>
                  </a:lnTo>
                  <a:cubicBezTo>
                    <a:pt x="8889" y="393950"/>
                    <a:pt x="11429" y="396526"/>
                    <a:pt x="11429" y="399662"/>
                  </a:cubicBezTo>
                  <a:lnTo>
                    <a:pt x="11429" y="399662"/>
                  </a:lnTo>
                  <a:cubicBezTo>
                    <a:pt x="11429" y="402836"/>
                    <a:pt x="8889" y="405412"/>
                    <a:pt x="5714" y="405412"/>
                  </a:cubicBezTo>
                  <a:lnTo>
                    <a:pt x="5714" y="405412"/>
                  </a:lnTo>
                  <a:cubicBezTo>
                    <a:pt x="2540" y="405412"/>
                    <a:pt x="0" y="402836"/>
                    <a:pt x="0" y="399662"/>
                  </a:cubicBezTo>
                  <a:close/>
                  <a:moveTo>
                    <a:pt x="0" y="369382"/>
                  </a:moveTo>
                  <a:cubicBezTo>
                    <a:pt x="0" y="366208"/>
                    <a:pt x="2540" y="363669"/>
                    <a:pt x="5714" y="363669"/>
                  </a:cubicBezTo>
                  <a:lnTo>
                    <a:pt x="5714" y="363669"/>
                  </a:lnTo>
                  <a:cubicBezTo>
                    <a:pt x="8889" y="363669"/>
                    <a:pt x="11429" y="366208"/>
                    <a:pt x="11429" y="369382"/>
                  </a:cubicBezTo>
                  <a:lnTo>
                    <a:pt x="11429" y="369382"/>
                  </a:lnTo>
                  <a:cubicBezTo>
                    <a:pt x="11429" y="372555"/>
                    <a:pt x="8889" y="375094"/>
                    <a:pt x="5714" y="375094"/>
                  </a:cubicBezTo>
                  <a:lnTo>
                    <a:pt x="5714" y="375094"/>
                  </a:lnTo>
                  <a:cubicBezTo>
                    <a:pt x="2540" y="375094"/>
                    <a:pt x="0" y="372555"/>
                    <a:pt x="0" y="369382"/>
                  </a:cubicBezTo>
                  <a:close/>
                  <a:moveTo>
                    <a:pt x="0" y="339063"/>
                  </a:moveTo>
                  <a:cubicBezTo>
                    <a:pt x="0" y="335927"/>
                    <a:pt x="2540" y="333351"/>
                    <a:pt x="5714" y="333351"/>
                  </a:cubicBezTo>
                  <a:lnTo>
                    <a:pt x="5714" y="333351"/>
                  </a:lnTo>
                  <a:cubicBezTo>
                    <a:pt x="8889" y="333351"/>
                    <a:pt x="11429" y="335927"/>
                    <a:pt x="11429" y="339063"/>
                  </a:cubicBezTo>
                  <a:lnTo>
                    <a:pt x="11429" y="339063"/>
                  </a:lnTo>
                  <a:cubicBezTo>
                    <a:pt x="11429" y="342237"/>
                    <a:pt x="8889" y="344813"/>
                    <a:pt x="5714" y="344813"/>
                  </a:cubicBezTo>
                  <a:lnTo>
                    <a:pt x="5714" y="344813"/>
                  </a:lnTo>
                  <a:cubicBezTo>
                    <a:pt x="2540" y="344813"/>
                    <a:pt x="0" y="342237"/>
                    <a:pt x="0" y="339063"/>
                  </a:cubicBezTo>
                  <a:close/>
                  <a:moveTo>
                    <a:pt x="0" y="308749"/>
                  </a:moveTo>
                  <a:cubicBezTo>
                    <a:pt x="0" y="305609"/>
                    <a:pt x="2540" y="303033"/>
                    <a:pt x="5714" y="303033"/>
                  </a:cubicBezTo>
                  <a:lnTo>
                    <a:pt x="5714" y="303033"/>
                  </a:lnTo>
                  <a:cubicBezTo>
                    <a:pt x="8889" y="303033"/>
                    <a:pt x="11429" y="305609"/>
                    <a:pt x="11429" y="308749"/>
                  </a:cubicBezTo>
                  <a:lnTo>
                    <a:pt x="11429" y="308749"/>
                  </a:lnTo>
                  <a:cubicBezTo>
                    <a:pt x="11429" y="311919"/>
                    <a:pt x="8889" y="314495"/>
                    <a:pt x="5714" y="314495"/>
                  </a:cubicBezTo>
                  <a:lnTo>
                    <a:pt x="5714" y="314495"/>
                  </a:lnTo>
                  <a:cubicBezTo>
                    <a:pt x="2540" y="314495"/>
                    <a:pt x="0" y="311919"/>
                    <a:pt x="0" y="308749"/>
                  </a:cubicBezTo>
                  <a:close/>
                  <a:moveTo>
                    <a:pt x="0" y="278464"/>
                  </a:moveTo>
                  <a:cubicBezTo>
                    <a:pt x="0" y="275291"/>
                    <a:pt x="2540" y="272752"/>
                    <a:pt x="5714" y="272752"/>
                  </a:cubicBezTo>
                  <a:lnTo>
                    <a:pt x="5714" y="272752"/>
                  </a:lnTo>
                  <a:cubicBezTo>
                    <a:pt x="8889" y="272752"/>
                    <a:pt x="11429" y="275291"/>
                    <a:pt x="11429" y="278464"/>
                  </a:cubicBezTo>
                  <a:lnTo>
                    <a:pt x="11429" y="278464"/>
                  </a:lnTo>
                  <a:cubicBezTo>
                    <a:pt x="11429" y="281638"/>
                    <a:pt x="8889" y="284177"/>
                    <a:pt x="5714" y="284177"/>
                  </a:cubicBezTo>
                  <a:lnTo>
                    <a:pt x="5714" y="284177"/>
                  </a:lnTo>
                  <a:cubicBezTo>
                    <a:pt x="2540" y="284177"/>
                    <a:pt x="0" y="281638"/>
                    <a:pt x="0" y="278464"/>
                  </a:cubicBezTo>
                  <a:close/>
                  <a:moveTo>
                    <a:pt x="0" y="248146"/>
                  </a:moveTo>
                  <a:cubicBezTo>
                    <a:pt x="0" y="245010"/>
                    <a:pt x="2540" y="242434"/>
                    <a:pt x="5714" y="242434"/>
                  </a:cubicBezTo>
                  <a:lnTo>
                    <a:pt x="5714" y="242434"/>
                  </a:lnTo>
                  <a:cubicBezTo>
                    <a:pt x="8889" y="242434"/>
                    <a:pt x="11429" y="245010"/>
                    <a:pt x="11429" y="248146"/>
                  </a:cubicBezTo>
                  <a:lnTo>
                    <a:pt x="11429" y="248146"/>
                  </a:lnTo>
                  <a:cubicBezTo>
                    <a:pt x="11429" y="251320"/>
                    <a:pt x="8889" y="253896"/>
                    <a:pt x="5714" y="253896"/>
                  </a:cubicBezTo>
                  <a:lnTo>
                    <a:pt x="5714" y="253896"/>
                  </a:lnTo>
                  <a:cubicBezTo>
                    <a:pt x="2540" y="253896"/>
                    <a:pt x="0" y="251320"/>
                    <a:pt x="0" y="248146"/>
                  </a:cubicBezTo>
                  <a:close/>
                  <a:moveTo>
                    <a:pt x="0" y="217865"/>
                  </a:moveTo>
                  <a:cubicBezTo>
                    <a:pt x="0" y="214692"/>
                    <a:pt x="2540" y="212153"/>
                    <a:pt x="5714" y="212153"/>
                  </a:cubicBezTo>
                  <a:lnTo>
                    <a:pt x="5714" y="212153"/>
                  </a:lnTo>
                  <a:cubicBezTo>
                    <a:pt x="8889" y="212153"/>
                    <a:pt x="11429" y="214692"/>
                    <a:pt x="11429" y="217865"/>
                  </a:cubicBezTo>
                  <a:lnTo>
                    <a:pt x="11429" y="217865"/>
                  </a:lnTo>
                  <a:cubicBezTo>
                    <a:pt x="11429" y="221005"/>
                    <a:pt x="8889" y="223578"/>
                    <a:pt x="5714" y="223578"/>
                  </a:cubicBezTo>
                  <a:lnTo>
                    <a:pt x="5714" y="223578"/>
                  </a:lnTo>
                  <a:cubicBezTo>
                    <a:pt x="2540" y="223578"/>
                    <a:pt x="0" y="221005"/>
                    <a:pt x="0" y="217865"/>
                  </a:cubicBezTo>
                  <a:close/>
                  <a:moveTo>
                    <a:pt x="0" y="187547"/>
                  </a:moveTo>
                  <a:cubicBezTo>
                    <a:pt x="0" y="184373"/>
                    <a:pt x="2540" y="181834"/>
                    <a:pt x="5714" y="181834"/>
                  </a:cubicBezTo>
                  <a:lnTo>
                    <a:pt x="5714" y="181834"/>
                  </a:lnTo>
                  <a:cubicBezTo>
                    <a:pt x="8889" y="181834"/>
                    <a:pt x="11429" y="184373"/>
                    <a:pt x="11429" y="187547"/>
                  </a:cubicBezTo>
                  <a:lnTo>
                    <a:pt x="11429" y="187547"/>
                  </a:lnTo>
                  <a:cubicBezTo>
                    <a:pt x="11429" y="190721"/>
                    <a:pt x="8889" y="193260"/>
                    <a:pt x="5714" y="193260"/>
                  </a:cubicBezTo>
                  <a:lnTo>
                    <a:pt x="5714" y="193260"/>
                  </a:lnTo>
                  <a:cubicBezTo>
                    <a:pt x="2540" y="193260"/>
                    <a:pt x="0" y="190721"/>
                    <a:pt x="0" y="187547"/>
                  </a:cubicBezTo>
                  <a:close/>
                  <a:moveTo>
                    <a:pt x="0" y="157229"/>
                  </a:moveTo>
                  <a:cubicBezTo>
                    <a:pt x="0" y="154093"/>
                    <a:pt x="2540" y="151516"/>
                    <a:pt x="5714" y="151516"/>
                  </a:cubicBezTo>
                  <a:lnTo>
                    <a:pt x="5714" y="151516"/>
                  </a:lnTo>
                  <a:cubicBezTo>
                    <a:pt x="8889" y="151516"/>
                    <a:pt x="11429" y="154093"/>
                    <a:pt x="11429" y="157229"/>
                  </a:cubicBezTo>
                  <a:lnTo>
                    <a:pt x="11429" y="157229"/>
                  </a:lnTo>
                  <a:cubicBezTo>
                    <a:pt x="11429" y="160403"/>
                    <a:pt x="8889" y="162979"/>
                    <a:pt x="5714" y="162979"/>
                  </a:cubicBezTo>
                  <a:lnTo>
                    <a:pt x="5714" y="162979"/>
                  </a:lnTo>
                  <a:cubicBezTo>
                    <a:pt x="2540" y="162979"/>
                    <a:pt x="0" y="160403"/>
                    <a:pt x="0" y="157229"/>
                  </a:cubicBezTo>
                  <a:close/>
                  <a:moveTo>
                    <a:pt x="0" y="126948"/>
                  </a:moveTo>
                  <a:cubicBezTo>
                    <a:pt x="0" y="123774"/>
                    <a:pt x="2540" y="121235"/>
                    <a:pt x="5714" y="121235"/>
                  </a:cubicBezTo>
                  <a:lnTo>
                    <a:pt x="5714" y="121235"/>
                  </a:lnTo>
                  <a:cubicBezTo>
                    <a:pt x="8889" y="121235"/>
                    <a:pt x="11429" y="123774"/>
                    <a:pt x="11429" y="126948"/>
                  </a:cubicBezTo>
                  <a:lnTo>
                    <a:pt x="11429" y="126948"/>
                  </a:lnTo>
                  <a:cubicBezTo>
                    <a:pt x="11429" y="130084"/>
                    <a:pt x="8889" y="132661"/>
                    <a:pt x="5714" y="132661"/>
                  </a:cubicBezTo>
                  <a:lnTo>
                    <a:pt x="5714" y="132661"/>
                  </a:lnTo>
                  <a:cubicBezTo>
                    <a:pt x="2540" y="132661"/>
                    <a:pt x="0" y="130084"/>
                    <a:pt x="0" y="126948"/>
                  </a:cubicBezTo>
                  <a:close/>
                  <a:moveTo>
                    <a:pt x="0" y="96630"/>
                  </a:moveTo>
                  <a:cubicBezTo>
                    <a:pt x="0" y="93456"/>
                    <a:pt x="2540" y="90917"/>
                    <a:pt x="5714" y="90917"/>
                  </a:cubicBezTo>
                  <a:lnTo>
                    <a:pt x="5714" y="90917"/>
                  </a:lnTo>
                  <a:cubicBezTo>
                    <a:pt x="8889" y="90917"/>
                    <a:pt x="11429" y="93456"/>
                    <a:pt x="11429" y="96630"/>
                  </a:cubicBezTo>
                  <a:lnTo>
                    <a:pt x="11429" y="96630"/>
                  </a:lnTo>
                  <a:cubicBezTo>
                    <a:pt x="11429" y="99804"/>
                    <a:pt x="8889" y="102343"/>
                    <a:pt x="5714" y="102343"/>
                  </a:cubicBezTo>
                  <a:lnTo>
                    <a:pt x="5714" y="102343"/>
                  </a:lnTo>
                  <a:cubicBezTo>
                    <a:pt x="2540" y="102343"/>
                    <a:pt x="0" y="99804"/>
                    <a:pt x="0" y="96630"/>
                  </a:cubicBezTo>
                  <a:close/>
                  <a:moveTo>
                    <a:pt x="0" y="66312"/>
                  </a:moveTo>
                  <a:cubicBezTo>
                    <a:pt x="0" y="63175"/>
                    <a:pt x="2540" y="60599"/>
                    <a:pt x="5714" y="60599"/>
                  </a:cubicBezTo>
                  <a:lnTo>
                    <a:pt x="5714" y="60599"/>
                  </a:lnTo>
                  <a:cubicBezTo>
                    <a:pt x="8889" y="60599"/>
                    <a:pt x="11429" y="63175"/>
                    <a:pt x="11429" y="66312"/>
                  </a:cubicBezTo>
                  <a:lnTo>
                    <a:pt x="11429" y="66312"/>
                  </a:lnTo>
                  <a:cubicBezTo>
                    <a:pt x="11429" y="69485"/>
                    <a:pt x="8889" y="72062"/>
                    <a:pt x="5714" y="72062"/>
                  </a:cubicBezTo>
                  <a:lnTo>
                    <a:pt x="5714" y="72062"/>
                  </a:lnTo>
                  <a:cubicBezTo>
                    <a:pt x="2540" y="72062"/>
                    <a:pt x="0" y="69485"/>
                    <a:pt x="0" y="66312"/>
                  </a:cubicBezTo>
                  <a:close/>
                  <a:moveTo>
                    <a:pt x="0" y="36031"/>
                  </a:moveTo>
                  <a:cubicBezTo>
                    <a:pt x="0" y="32857"/>
                    <a:pt x="2540" y="30318"/>
                    <a:pt x="5714" y="30318"/>
                  </a:cubicBezTo>
                  <a:lnTo>
                    <a:pt x="5714" y="30318"/>
                  </a:lnTo>
                  <a:cubicBezTo>
                    <a:pt x="8889" y="30318"/>
                    <a:pt x="11429" y="32857"/>
                    <a:pt x="11429" y="36031"/>
                  </a:cubicBezTo>
                  <a:lnTo>
                    <a:pt x="11429" y="36031"/>
                  </a:lnTo>
                  <a:cubicBezTo>
                    <a:pt x="11429" y="39167"/>
                    <a:pt x="8889" y="41744"/>
                    <a:pt x="5714" y="41744"/>
                  </a:cubicBezTo>
                  <a:lnTo>
                    <a:pt x="5714" y="41744"/>
                  </a:lnTo>
                  <a:cubicBezTo>
                    <a:pt x="2540" y="41744"/>
                    <a:pt x="0" y="39167"/>
                    <a:pt x="0" y="36031"/>
                  </a:cubicBezTo>
                  <a:close/>
                  <a:moveTo>
                    <a:pt x="0" y="5713"/>
                  </a:moveTo>
                  <a:cubicBezTo>
                    <a:pt x="0" y="2580"/>
                    <a:pt x="2540" y="0"/>
                    <a:pt x="5714" y="0"/>
                  </a:cubicBezTo>
                  <a:lnTo>
                    <a:pt x="5714" y="0"/>
                  </a:lnTo>
                  <a:cubicBezTo>
                    <a:pt x="8889" y="0"/>
                    <a:pt x="11429" y="2580"/>
                    <a:pt x="11429" y="5713"/>
                  </a:cubicBezTo>
                  <a:lnTo>
                    <a:pt x="11429" y="5713"/>
                  </a:lnTo>
                  <a:cubicBezTo>
                    <a:pt x="11429" y="8886"/>
                    <a:pt x="8889" y="11425"/>
                    <a:pt x="5714" y="11425"/>
                  </a:cubicBezTo>
                  <a:lnTo>
                    <a:pt x="5714" y="11425"/>
                  </a:lnTo>
                  <a:cubicBezTo>
                    <a:pt x="2540" y="11425"/>
                    <a:pt x="0" y="8886"/>
                    <a:pt x="0" y="571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81" name="Google Shape;2481;p90"/>
            <p:cNvSpPr/>
            <p:nvPr/>
          </p:nvSpPr>
          <p:spPr>
            <a:xfrm>
              <a:off x="2937682" y="1758163"/>
              <a:ext cx="11428" cy="11429"/>
            </a:xfrm>
            <a:custGeom>
              <a:avLst/>
              <a:gdLst/>
              <a:ahLst/>
              <a:cxnLst/>
              <a:rect l="l" t="t" r="r" b="b"/>
              <a:pathLst>
                <a:path w="11428" h="11429" extrusionOk="0">
                  <a:moveTo>
                    <a:pt x="5714" y="11429"/>
                  </a:moveTo>
                  <a:cubicBezTo>
                    <a:pt x="4183" y="11429"/>
                    <a:pt x="2726" y="10865"/>
                    <a:pt x="1643" y="9782"/>
                  </a:cubicBezTo>
                  <a:cubicBezTo>
                    <a:pt x="598" y="8700"/>
                    <a:pt x="0" y="7244"/>
                    <a:pt x="0" y="5713"/>
                  </a:cubicBezTo>
                  <a:cubicBezTo>
                    <a:pt x="0" y="5339"/>
                    <a:pt x="37" y="4966"/>
                    <a:pt x="112" y="4593"/>
                  </a:cubicBezTo>
                  <a:cubicBezTo>
                    <a:pt x="187" y="4256"/>
                    <a:pt x="299" y="3883"/>
                    <a:pt x="411" y="3547"/>
                  </a:cubicBezTo>
                  <a:cubicBezTo>
                    <a:pt x="560" y="3211"/>
                    <a:pt x="747" y="2875"/>
                    <a:pt x="971" y="2539"/>
                  </a:cubicBezTo>
                  <a:cubicBezTo>
                    <a:pt x="1158" y="2240"/>
                    <a:pt x="1382" y="1942"/>
                    <a:pt x="1643" y="1680"/>
                  </a:cubicBezTo>
                  <a:cubicBezTo>
                    <a:pt x="1942" y="1419"/>
                    <a:pt x="2204" y="1195"/>
                    <a:pt x="2540" y="971"/>
                  </a:cubicBezTo>
                  <a:cubicBezTo>
                    <a:pt x="2839" y="784"/>
                    <a:pt x="3175" y="597"/>
                    <a:pt x="3511" y="448"/>
                  </a:cubicBezTo>
                  <a:cubicBezTo>
                    <a:pt x="3847" y="299"/>
                    <a:pt x="4220" y="187"/>
                    <a:pt x="4594" y="112"/>
                  </a:cubicBezTo>
                  <a:cubicBezTo>
                    <a:pt x="5341" y="-37"/>
                    <a:pt x="6088" y="-37"/>
                    <a:pt x="6835" y="112"/>
                  </a:cubicBezTo>
                  <a:cubicBezTo>
                    <a:pt x="7171" y="187"/>
                    <a:pt x="7545" y="299"/>
                    <a:pt x="7881" y="448"/>
                  </a:cubicBezTo>
                  <a:cubicBezTo>
                    <a:pt x="8254" y="597"/>
                    <a:pt x="8553" y="784"/>
                    <a:pt x="8889" y="971"/>
                  </a:cubicBezTo>
                  <a:cubicBezTo>
                    <a:pt x="9188" y="1195"/>
                    <a:pt x="9487" y="1419"/>
                    <a:pt x="9748" y="1680"/>
                  </a:cubicBezTo>
                  <a:cubicBezTo>
                    <a:pt x="10010" y="1942"/>
                    <a:pt x="10271" y="2240"/>
                    <a:pt x="10458" y="2539"/>
                  </a:cubicBezTo>
                  <a:cubicBezTo>
                    <a:pt x="10682" y="2875"/>
                    <a:pt x="10831" y="3211"/>
                    <a:pt x="10981" y="3547"/>
                  </a:cubicBezTo>
                  <a:cubicBezTo>
                    <a:pt x="11130" y="3883"/>
                    <a:pt x="11242" y="4256"/>
                    <a:pt x="11317" y="4593"/>
                  </a:cubicBezTo>
                  <a:cubicBezTo>
                    <a:pt x="11392" y="4966"/>
                    <a:pt x="11429" y="5339"/>
                    <a:pt x="11429" y="5713"/>
                  </a:cubicBezTo>
                  <a:cubicBezTo>
                    <a:pt x="11429" y="7244"/>
                    <a:pt x="10831" y="8700"/>
                    <a:pt x="9748" y="9782"/>
                  </a:cubicBezTo>
                  <a:cubicBezTo>
                    <a:pt x="8702" y="10865"/>
                    <a:pt x="7246" y="11429"/>
                    <a:pt x="5714" y="11429"/>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482" name="Google Shape;2482;p90"/>
          <p:cNvGrpSpPr/>
          <p:nvPr/>
        </p:nvGrpSpPr>
        <p:grpSpPr>
          <a:xfrm>
            <a:off x="4864720" y="967123"/>
            <a:ext cx="967661" cy="9178"/>
            <a:chOff x="5117427" y="1530916"/>
            <a:chExt cx="1181804" cy="11209"/>
          </a:xfrm>
        </p:grpSpPr>
        <p:sp>
          <p:nvSpPr>
            <p:cNvPr id="2483" name="Google Shape;2483;p90"/>
            <p:cNvSpPr/>
            <p:nvPr/>
          </p:nvSpPr>
          <p:spPr>
            <a:xfrm>
              <a:off x="5117427" y="1530916"/>
              <a:ext cx="11167" cy="11209"/>
            </a:xfrm>
            <a:custGeom>
              <a:avLst/>
              <a:gdLst/>
              <a:ahLst/>
              <a:cxnLst/>
              <a:rect l="l" t="t" r="r" b="b"/>
              <a:pathLst>
                <a:path w="11167" h="11209" extrusionOk="0">
                  <a:moveTo>
                    <a:pt x="5602" y="11209"/>
                  </a:moveTo>
                  <a:cubicBezTo>
                    <a:pt x="4108" y="11209"/>
                    <a:pt x="2689" y="10615"/>
                    <a:pt x="1606" y="9532"/>
                  </a:cubicBezTo>
                  <a:cubicBezTo>
                    <a:pt x="560" y="8486"/>
                    <a:pt x="0" y="7104"/>
                    <a:pt x="0" y="5609"/>
                  </a:cubicBezTo>
                  <a:cubicBezTo>
                    <a:pt x="0" y="4117"/>
                    <a:pt x="597" y="2659"/>
                    <a:pt x="1606" y="1652"/>
                  </a:cubicBezTo>
                  <a:cubicBezTo>
                    <a:pt x="1867" y="1390"/>
                    <a:pt x="2166" y="1131"/>
                    <a:pt x="2465" y="941"/>
                  </a:cubicBezTo>
                  <a:cubicBezTo>
                    <a:pt x="2764" y="756"/>
                    <a:pt x="3100" y="570"/>
                    <a:pt x="3436" y="420"/>
                  </a:cubicBezTo>
                  <a:cubicBezTo>
                    <a:pt x="3772" y="271"/>
                    <a:pt x="4146" y="158"/>
                    <a:pt x="4482" y="85"/>
                  </a:cubicBezTo>
                  <a:cubicBezTo>
                    <a:pt x="5229" y="-28"/>
                    <a:pt x="5976" y="-28"/>
                    <a:pt x="6685" y="85"/>
                  </a:cubicBezTo>
                  <a:cubicBezTo>
                    <a:pt x="7059" y="157"/>
                    <a:pt x="7395" y="271"/>
                    <a:pt x="7731" y="420"/>
                  </a:cubicBezTo>
                  <a:cubicBezTo>
                    <a:pt x="8067" y="570"/>
                    <a:pt x="8404" y="756"/>
                    <a:pt x="8702" y="941"/>
                  </a:cubicBezTo>
                  <a:cubicBezTo>
                    <a:pt x="9001" y="1131"/>
                    <a:pt x="9300" y="1390"/>
                    <a:pt x="9561" y="1652"/>
                  </a:cubicBezTo>
                  <a:cubicBezTo>
                    <a:pt x="10607" y="2659"/>
                    <a:pt x="11167" y="4117"/>
                    <a:pt x="11167" y="5609"/>
                  </a:cubicBezTo>
                  <a:cubicBezTo>
                    <a:pt x="11167" y="7104"/>
                    <a:pt x="10607" y="8486"/>
                    <a:pt x="9561" y="9532"/>
                  </a:cubicBezTo>
                  <a:cubicBezTo>
                    <a:pt x="8478" y="10615"/>
                    <a:pt x="7059" y="11209"/>
                    <a:pt x="5602" y="11209"/>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84" name="Google Shape;2484;p90"/>
            <p:cNvSpPr/>
            <p:nvPr/>
          </p:nvSpPr>
          <p:spPr>
            <a:xfrm>
              <a:off x="5147456" y="1530924"/>
              <a:ext cx="1121784" cy="11201"/>
            </a:xfrm>
            <a:custGeom>
              <a:avLst/>
              <a:gdLst/>
              <a:ahLst/>
              <a:cxnLst/>
              <a:rect l="l" t="t" r="r" b="b"/>
              <a:pathLst>
                <a:path w="1121784" h="11201" extrusionOk="0">
                  <a:moveTo>
                    <a:pt x="1110542" y="5601"/>
                  </a:moveTo>
                  <a:cubicBezTo>
                    <a:pt x="1110542" y="2505"/>
                    <a:pt x="1113082" y="0"/>
                    <a:pt x="1116182" y="0"/>
                  </a:cubicBezTo>
                  <a:lnTo>
                    <a:pt x="1116182" y="0"/>
                  </a:lnTo>
                  <a:cubicBezTo>
                    <a:pt x="1119244" y="0"/>
                    <a:pt x="1121784" y="2505"/>
                    <a:pt x="1121784" y="5601"/>
                  </a:cubicBezTo>
                  <a:lnTo>
                    <a:pt x="1121784" y="5601"/>
                  </a:lnTo>
                  <a:cubicBezTo>
                    <a:pt x="1121784" y="8700"/>
                    <a:pt x="1119244" y="11201"/>
                    <a:pt x="1116182" y="11201"/>
                  </a:cubicBezTo>
                  <a:lnTo>
                    <a:pt x="1116182" y="11201"/>
                  </a:lnTo>
                  <a:cubicBezTo>
                    <a:pt x="1113082" y="11201"/>
                    <a:pt x="1110542" y="8700"/>
                    <a:pt x="1110542" y="5601"/>
                  </a:cubicBezTo>
                  <a:close/>
                  <a:moveTo>
                    <a:pt x="1080550" y="5601"/>
                  </a:moveTo>
                  <a:cubicBezTo>
                    <a:pt x="1080550" y="2505"/>
                    <a:pt x="1083053" y="0"/>
                    <a:pt x="1086153" y="0"/>
                  </a:cubicBezTo>
                  <a:lnTo>
                    <a:pt x="1086153" y="0"/>
                  </a:lnTo>
                  <a:cubicBezTo>
                    <a:pt x="1089253" y="0"/>
                    <a:pt x="1091755" y="2505"/>
                    <a:pt x="1091755" y="5601"/>
                  </a:cubicBezTo>
                  <a:lnTo>
                    <a:pt x="1091755" y="5601"/>
                  </a:lnTo>
                  <a:cubicBezTo>
                    <a:pt x="1091755" y="8700"/>
                    <a:pt x="1089253" y="11201"/>
                    <a:pt x="1086153" y="11201"/>
                  </a:cubicBezTo>
                  <a:lnTo>
                    <a:pt x="1086153" y="11201"/>
                  </a:lnTo>
                  <a:cubicBezTo>
                    <a:pt x="1083053" y="11201"/>
                    <a:pt x="1080550" y="8700"/>
                    <a:pt x="1080550" y="5601"/>
                  </a:cubicBezTo>
                  <a:close/>
                  <a:moveTo>
                    <a:pt x="1050521" y="5601"/>
                  </a:moveTo>
                  <a:cubicBezTo>
                    <a:pt x="1050521" y="2505"/>
                    <a:pt x="1053024" y="0"/>
                    <a:pt x="1056124" y="0"/>
                  </a:cubicBezTo>
                  <a:lnTo>
                    <a:pt x="1056124" y="0"/>
                  </a:lnTo>
                  <a:cubicBezTo>
                    <a:pt x="1059224" y="0"/>
                    <a:pt x="1061726" y="2505"/>
                    <a:pt x="1061726" y="5601"/>
                  </a:cubicBezTo>
                  <a:lnTo>
                    <a:pt x="1061726" y="5601"/>
                  </a:lnTo>
                  <a:cubicBezTo>
                    <a:pt x="1061726" y="8700"/>
                    <a:pt x="1059224" y="11201"/>
                    <a:pt x="1056124" y="11201"/>
                  </a:cubicBezTo>
                  <a:lnTo>
                    <a:pt x="1056124" y="11201"/>
                  </a:lnTo>
                  <a:cubicBezTo>
                    <a:pt x="1053024" y="11201"/>
                    <a:pt x="1050521" y="8700"/>
                    <a:pt x="1050521" y="5601"/>
                  </a:cubicBezTo>
                  <a:close/>
                  <a:moveTo>
                    <a:pt x="1020493" y="5601"/>
                  </a:moveTo>
                  <a:cubicBezTo>
                    <a:pt x="1020493" y="2505"/>
                    <a:pt x="1023032" y="0"/>
                    <a:pt x="1026095" y="0"/>
                  </a:cubicBezTo>
                  <a:lnTo>
                    <a:pt x="1026095" y="0"/>
                  </a:lnTo>
                  <a:cubicBezTo>
                    <a:pt x="1029195" y="0"/>
                    <a:pt x="1031735" y="2505"/>
                    <a:pt x="1031735" y="5601"/>
                  </a:cubicBezTo>
                  <a:lnTo>
                    <a:pt x="1031735" y="5601"/>
                  </a:lnTo>
                  <a:cubicBezTo>
                    <a:pt x="1031735" y="8700"/>
                    <a:pt x="1029195" y="11201"/>
                    <a:pt x="1026095" y="11201"/>
                  </a:cubicBezTo>
                  <a:lnTo>
                    <a:pt x="1026095" y="11201"/>
                  </a:lnTo>
                  <a:cubicBezTo>
                    <a:pt x="1023032" y="11201"/>
                    <a:pt x="1020493" y="8700"/>
                    <a:pt x="1020493" y="5601"/>
                  </a:cubicBezTo>
                  <a:close/>
                  <a:moveTo>
                    <a:pt x="990501" y="5601"/>
                  </a:moveTo>
                  <a:cubicBezTo>
                    <a:pt x="990501" y="2505"/>
                    <a:pt x="993004" y="0"/>
                    <a:pt x="996104" y="0"/>
                  </a:cubicBezTo>
                  <a:lnTo>
                    <a:pt x="996104" y="0"/>
                  </a:lnTo>
                  <a:cubicBezTo>
                    <a:pt x="999203" y="0"/>
                    <a:pt x="1001706" y="2505"/>
                    <a:pt x="1001706" y="5601"/>
                  </a:cubicBezTo>
                  <a:lnTo>
                    <a:pt x="1001706" y="5601"/>
                  </a:lnTo>
                  <a:cubicBezTo>
                    <a:pt x="1001706" y="8700"/>
                    <a:pt x="999203" y="11201"/>
                    <a:pt x="996104" y="11201"/>
                  </a:cubicBezTo>
                  <a:lnTo>
                    <a:pt x="996104" y="11201"/>
                  </a:lnTo>
                  <a:cubicBezTo>
                    <a:pt x="993004" y="11201"/>
                    <a:pt x="990501" y="8700"/>
                    <a:pt x="990501" y="5601"/>
                  </a:cubicBezTo>
                  <a:close/>
                  <a:moveTo>
                    <a:pt x="960472" y="5601"/>
                  </a:moveTo>
                  <a:cubicBezTo>
                    <a:pt x="960472" y="2505"/>
                    <a:pt x="962975" y="0"/>
                    <a:pt x="966075" y="0"/>
                  </a:cubicBezTo>
                  <a:lnTo>
                    <a:pt x="966075" y="0"/>
                  </a:lnTo>
                  <a:cubicBezTo>
                    <a:pt x="969175" y="0"/>
                    <a:pt x="971677" y="2505"/>
                    <a:pt x="971677" y="5601"/>
                  </a:cubicBezTo>
                  <a:lnTo>
                    <a:pt x="971677" y="5601"/>
                  </a:lnTo>
                  <a:cubicBezTo>
                    <a:pt x="971677" y="8700"/>
                    <a:pt x="969175" y="11201"/>
                    <a:pt x="966075" y="11201"/>
                  </a:cubicBezTo>
                  <a:lnTo>
                    <a:pt x="966075" y="11201"/>
                  </a:lnTo>
                  <a:cubicBezTo>
                    <a:pt x="962975" y="11201"/>
                    <a:pt x="960472" y="8700"/>
                    <a:pt x="960472" y="5601"/>
                  </a:cubicBezTo>
                  <a:close/>
                  <a:moveTo>
                    <a:pt x="930481" y="5601"/>
                  </a:moveTo>
                  <a:cubicBezTo>
                    <a:pt x="930481" y="2505"/>
                    <a:pt x="932983" y="0"/>
                    <a:pt x="936046" y="0"/>
                  </a:cubicBezTo>
                  <a:lnTo>
                    <a:pt x="936046" y="0"/>
                  </a:lnTo>
                  <a:cubicBezTo>
                    <a:pt x="939146" y="0"/>
                    <a:pt x="941686" y="2505"/>
                    <a:pt x="941686" y="5601"/>
                  </a:cubicBezTo>
                  <a:lnTo>
                    <a:pt x="941686" y="5601"/>
                  </a:lnTo>
                  <a:cubicBezTo>
                    <a:pt x="941686" y="8700"/>
                    <a:pt x="939146" y="11201"/>
                    <a:pt x="936046" y="11201"/>
                  </a:cubicBezTo>
                  <a:lnTo>
                    <a:pt x="936046" y="11201"/>
                  </a:lnTo>
                  <a:cubicBezTo>
                    <a:pt x="932983" y="11201"/>
                    <a:pt x="930481" y="8700"/>
                    <a:pt x="930481" y="5601"/>
                  </a:cubicBezTo>
                  <a:close/>
                  <a:moveTo>
                    <a:pt x="900452" y="5601"/>
                  </a:moveTo>
                  <a:cubicBezTo>
                    <a:pt x="900452" y="2505"/>
                    <a:pt x="902954" y="0"/>
                    <a:pt x="906054" y="0"/>
                  </a:cubicBezTo>
                  <a:lnTo>
                    <a:pt x="906054" y="0"/>
                  </a:lnTo>
                  <a:cubicBezTo>
                    <a:pt x="909154" y="0"/>
                    <a:pt x="911657" y="2505"/>
                    <a:pt x="911657" y="5601"/>
                  </a:cubicBezTo>
                  <a:lnTo>
                    <a:pt x="911657" y="5601"/>
                  </a:lnTo>
                  <a:cubicBezTo>
                    <a:pt x="911657" y="8700"/>
                    <a:pt x="909154" y="11201"/>
                    <a:pt x="906054" y="11201"/>
                  </a:cubicBezTo>
                  <a:lnTo>
                    <a:pt x="906054" y="11201"/>
                  </a:lnTo>
                  <a:cubicBezTo>
                    <a:pt x="902954" y="11201"/>
                    <a:pt x="900452" y="8700"/>
                    <a:pt x="900452" y="5601"/>
                  </a:cubicBezTo>
                  <a:close/>
                  <a:moveTo>
                    <a:pt x="870427" y="5601"/>
                  </a:moveTo>
                  <a:cubicBezTo>
                    <a:pt x="870427" y="2505"/>
                    <a:pt x="872929" y="0"/>
                    <a:pt x="876029" y="0"/>
                  </a:cubicBezTo>
                  <a:lnTo>
                    <a:pt x="876029" y="0"/>
                  </a:lnTo>
                  <a:cubicBezTo>
                    <a:pt x="879129" y="0"/>
                    <a:pt x="881632" y="2505"/>
                    <a:pt x="881632" y="5601"/>
                  </a:cubicBezTo>
                  <a:lnTo>
                    <a:pt x="881632" y="5601"/>
                  </a:lnTo>
                  <a:cubicBezTo>
                    <a:pt x="881632" y="8700"/>
                    <a:pt x="879129" y="11201"/>
                    <a:pt x="876029" y="11201"/>
                  </a:cubicBezTo>
                  <a:lnTo>
                    <a:pt x="876029" y="11201"/>
                  </a:lnTo>
                  <a:cubicBezTo>
                    <a:pt x="872929" y="11201"/>
                    <a:pt x="870427" y="8700"/>
                    <a:pt x="870427" y="5601"/>
                  </a:cubicBezTo>
                  <a:close/>
                  <a:moveTo>
                    <a:pt x="840435" y="5601"/>
                  </a:moveTo>
                  <a:cubicBezTo>
                    <a:pt x="840435" y="2505"/>
                    <a:pt x="842938" y="0"/>
                    <a:pt x="846038" y="0"/>
                  </a:cubicBezTo>
                  <a:lnTo>
                    <a:pt x="846038" y="0"/>
                  </a:lnTo>
                  <a:cubicBezTo>
                    <a:pt x="849100" y="0"/>
                    <a:pt x="851640" y="2505"/>
                    <a:pt x="851640" y="5601"/>
                  </a:cubicBezTo>
                  <a:lnTo>
                    <a:pt x="851640" y="5601"/>
                  </a:lnTo>
                  <a:cubicBezTo>
                    <a:pt x="851640" y="8700"/>
                    <a:pt x="849100" y="11201"/>
                    <a:pt x="846038" y="11201"/>
                  </a:cubicBezTo>
                  <a:lnTo>
                    <a:pt x="846038" y="11201"/>
                  </a:lnTo>
                  <a:cubicBezTo>
                    <a:pt x="842938" y="11201"/>
                    <a:pt x="840435" y="8700"/>
                    <a:pt x="840435" y="5601"/>
                  </a:cubicBezTo>
                  <a:close/>
                  <a:moveTo>
                    <a:pt x="810406" y="5601"/>
                  </a:moveTo>
                  <a:cubicBezTo>
                    <a:pt x="810406" y="2505"/>
                    <a:pt x="812909" y="0"/>
                    <a:pt x="816009" y="0"/>
                  </a:cubicBezTo>
                  <a:lnTo>
                    <a:pt x="816009" y="0"/>
                  </a:lnTo>
                  <a:cubicBezTo>
                    <a:pt x="819109" y="0"/>
                    <a:pt x="821611" y="2505"/>
                    <a:pt x="821611" y="5601"/>
                  </a:cubicBezTo>
                  <a:lnTo>
                    <a:pt x="821611" y="5601"/>
                  </a:lnTo>
                  <a:cubicBezTo>
                    <a:pt x="821611" y="8700"/>
                    <a:pt x="819109" y="11201"/>
                    <a:pt x="816009" y="11201"/>
                  </a:cubicBezTo>
                  <a:lnTo>
                    <a:pt x="816009" y="11201"/>
                  </a:lnTo>
                  <a:cubicBezTo>
                    <a:pt x="812909" y="11201"/>
                    <a:pt x="810406" y="8700"/>
                    <a:pt x="810406" y="5601"/>
                  </a:cubicBezTo>
                  <a:close/>
                  <a:moveTo>
                    <a:pt x="780377" y="5601"/>
                  </a:moveTo>
                  <a:cubicBezTo>
                    <a:pt x="780377" y="2505"/>
                    <a:pt x="782880" y="0"/>
                    <a:pt x="785980" y="0"/>
                  </a:cubicBezTo>
                  <a:lnTo>
                    <a:pt x="785980" y="0"/>
                  </a:lnTo>
                  <a:cubicBezTo>
                    <a:pt x="789080" y="0"/>
                    <a:pt x="791582" y="2505"/>
                    <a:pt x="791582" y="5601"/>
                  </a:cubicBezTo>
                  <a:lnTo>
                    <a:pt x="791582" y="5601"/>
                  </a:lnTo>
                  <a:cubicBezTo>
                    <a:pt x="791582" y="8700"/>
                    <a:pt x="789080" y="11201"/>
                    <a:pt x="785980" y="11201"/>
                  </a:cubicBezTo>
                  <a:lnTo>
                    <a:pt x="785980" y="11201"/>
                  </a:lnTo>
                  <a:cubicBezTo>
                    <a:pt x="782880" y="11201"/>
                    <a:pt x="780377" y="8700"/>
                    <a:pt x="780377" y="5601"/>
                  </a:cubicBezTo>
                  <a:close/>
                  <a:moveTo>
                    <a:pt x="750386" y="5601"/>
                  </a:moveTo>
                  <a:cubicBezTo>
                    <a:pt x="750386" y="2505"/>
                    <a:pt x="752888" y="0"/>
                    <a:pt x="755988" y="0"/>
                  </a:cubicBezTo>
                  <a:lnTo>
                    <a:pt x="755988" y="0"/>
                  </a:lnTo>
                  <a:cubicBezTo>
                    <a:pt x="759051" y="0"/>
                    <a:pt x="761591" y="2505"/>
                    <a:pt x="761591" y="5601"/>
                  </a:cubicBezTo>
                  <a:lnTo>
                    <a:pt x="761591" y="5601"/>
                  </a:lnTo>
                  <a:cubicBezTo>
                    <a:pt x="761591" y="8700"/>
                    <a:pt x="759051" y="11201"/>
                    <a:pt x="755988" y="11201"/>
                  </a:cubicBezTo>
                  <a:lnTo>
                    <a:pt x="755988" y="11201"/>
                  </a:lnTo>
                  <a:cubicBezTo>
                    <a:pt x="752888" y="11201"/>
                    <a:pt x="750386" y="8700"/>
                    <a:pt x="750386" y="5601"/>
                  </a:cubicBezTo>
                  <a:close/>
                  <a:moveTo>
                    <a:pt x="720357" y="5601"/>
                  </a:moveTo>
                  <a:cubicBezTo>
                    <a:pt x="720357" y="2505"/>
                    <a:pt x="722860" y="0"/>
                    <a:pt x="725959" y="0"/>
                  </a:cubicBezTo>
                  <a:lnTo>
                    <a:pt x="725959" y="0"/>
                  </a:lnTo>
                  <a:cubicBezTo>
                    <a:pt x="729059" y="0"/>
                    <a:pt x="731562" y="2505"/>
                    <a:pt x="731562" y="5601"/>
                  </a:cubicBezTo>
                  <a:lnTo>
                    <a:pt x="731562" y="5601"/>
                  </a:lnTo>
                  <a:cubicBezTo>
                    <a:pt x="731562" y="8700"/>
                    <a:pt x="729059" y="11201"/>
                    <a:pt x="725959" y="11201"/>
                  </a:cubicBezTo>
                  <a:lnTo>
                    <a:pt x="725959" y="11201"/>
                  </a:lnTo>
                  <a:cubicBezTo>
                    <a:pt x="722860" y="11201"/>
                    <a:pt x="720357" y="8700"/>
                    <a:pt x="720357" y="5601"/>
                  </a:cubicBezTo>
                  <a:close/>
                  <a:moveTo>
                    <a:pt x="690366" y="5601"/>
                  </a:moveTo>
                  <a:cubicBezTo>
                    <a:pt x="690366" y="2505"/>
                    <a:pt x="692868" y="0"/>
                    <a:pt x="695931" y="0"/>
                  </a:cubicBezTo>
                  <a:lnTo>
                    <a:pt x="695931" y="0"/>
                  </a:lnTo>
                  <a:cubicBezTo>
                    <a:pt x="699031" y="0"/>
                    <a:pt x="701533" y="2505"/>
                    <a:pt x="701533" y="5601"/>
                  </a:cubicBezTo>
                  <a:lnTo>
                    <a:pt x="701533" y="5601"/>
                  </a:lnTo>
                  <a:cubicBezTo>
                    <a:pt x="701533" y="8700"/>
                    <a:pt x="699031" y="11201"/>
                    <a:pt x="695931" y="11201"/>
                  </a:cubicBezTo>
                  <a:lnTo>
                    <a:pt x="695931" y="11201"/>
                  </a:lnTo>
                  <a:cubicBezTo>
                    <a:pt x="692868" y="11201"/>
                    <a:pt x="690366" y="8700"/>
                    <a:pt x="690366" y="5601"/>
                  </a:cubicBezTo>
                  <a:close/>
                  <a:moveTo>
                    <a:pt x="660337" y="5601"/>
                  </a:moveTo>
                  <a:cubicBezTo>
                    <a:pt x="660337" y="2505"/>
                    <a:pt x="662839" y="0"/>
                    <a:pt x="665939" y="0"/>
                  </a:cubicBezTo>
                  <a:lnTo>
                    <a:pt x="665939" y="0"/>
                  </a:lnTo>
                  <a:cubicBezTo>
                    <a:pt x="669039" y="0"/>
                    <a:pt x="671542" y="2505"/>
                    <a:pt x="671542" y="5601"/>
                  </a:cubicBezTo>
                  <a:lnTo>
                    <a:pt x="671542" y="5601"/>
                  </a:lnTo>
                  <a:cubicBezTo>
                    <a:pt x="671542" y="8700"/>
                    <a:pt x="669039" y="11201"/>
                    <a:pt x="665939" y="11201"/>
                  </a:cubicBezTo>
                  <a:lnTo>
                    <a:pt x="665939" y="11201"/>
                  </a:lnTo>
                  <a:cubicBezTo>
                    <a:pt x="662839" y="11201"/>
                    <a:pt x="660337" y="8700"/>
                    <a:pt x="660337" y="5601"/>
                  </a:cubicBezTo>
                  <a:close/>
                  <a:moveTo>
                    <a:pt x="630308" y="5601"/>
                  </a:moveTo>
                  <a:cubicBezTo>
                    <a:pt x="630308" y="2505"/>
                    <a:pt x="632810" y="0"/>
                    <a:pt x="635910" y="0"/>
                  </a:cubicBezTo>
                  <a:lnTo>
                    <a:pt x="635910" y="0"/>
                  </a:lnTo>
                  <a:cubicBezTo>
                    <a:pt x="639010" y="0"/>
                    <a:pt x="641513" y="2505"/>
                    <a:pt x="641513" y="5601"/>
                  </a:cubicBezTo>
                  <a:lnTo>
                    <a:pt x="641513" y="5601"/>
                  </a:lnTo>
                  <a:cubicBezTo>
                    <a:pt x="641513" y="8700"/>
                    <a:pt x="639010" y="11201"/>
                    <a:pt x="635910" y="11201"/>
                  </a:cubicBezTo>
                  <a:lnTo>
                    <a:pt x="635910" y="11201"/>
                  </a:lnTo>
                  <a:cubicBezTo>
                    <a:pt x="632810" y="11201"/>
                    <a:pt x="630308" y="8700"/>
                    <a:pt x="630308" y="5601"/>
                  </a:cubicBezTo>
                  <a:close/>
                  <a:moveTo>
                    <a:pt x="600316" y="5601"/>
                  </a:moveTo>
                  <a:cubicBezTo>
                    <a:pt x="600316" y="2505"/>
                    <a:pt x="602819" y="0"/>
                    <a:pt x="605919" y="0"/>
                  </a:cubicBezTo>
                  <a:lnTo>
                    <a:pt x="605919" y="0"/>
                  </a:lnTo>
                  <a:cubicBezTo>
                    <a:pt x="608981" y="0"/>
                    <a:pt x="611484" y="2505"/>
                    <a:pt x="611484" y="5601"/>
                  </a:cubicBezTo>
                  <a:lnTo>
                    <a:pt x="611484" y="5601"/>
                  </a:lnTo>
                  <a:cubicBezTo>
                    <a:pt x="611484" y="8700"/>
                    <a:pt x="608981" y="11201"/>
                    <a:pt x="605919" y="11201"/>
                  </a:cubicBezTo>
                  <a:lnTo>
                    <a:pt x="605919" y="11201"/>
                  </a:lnTo>
                  <a:cubicBezTo>
                    <a:pt x="602819" y="11201"/>
                    <a:pt x="600316" y="8700"/>
                    <a:pt x="600316" y="5601"/>
                  </a:cubicBezTo>
                  <a:close/>
                  <a:moveTo>
                    <a:pt x="570287" y="5601"/>
                  </a:moveTo>
                  <a:cubicBezTo>
                    <a:pt x="570287" y="2505"/>
                    <a:pt x="572790" y="0"/>
                    <a:pt x="575890" y="0"/>
                  </a:cubicBezTo>
                  <a:lnTo>
                    <a:pt x="575890" y="0"/>
                  </a:lnTo>
                  <a:cubicBezTo>
                    <a:pt x="578990" y="0"/>
                    <a:pt x="581492" y="2505"/>
                    <a:pt x="581492" y="5601"/>
                  </a:cubicBezTo>
                  <a:lnTo>
                    <a:pt x="581492" y="5601"/>
                  </a:lnTo>
                  <a:cubicBezTo>
                    <a:pt x="581492" y="8700"/>
                    <a:pt x="578990" y="11201"/>
                    <a:pt x="575890" y="11201"/>
                  </a:cubicBezTo>
                  <a:lnTo>
                    <a:pt x="575890" y="11201"/>
                  </a:lnTo>
                  <a:cubicBezTo>
                    <a:pt x="572790" y="11201"/>
                    <a:pt x="570287" y="8700"/>
                    <a:pt x="570287" y="5601"/>
                  </a:cubicBezTo>
                  <a:close/>
                  <a:moveTo>
                    <a:pt x="540258" y="5601"/>
                  </a:moveTo>
                  <a:cubicBezTo>
                    <a:pt x="540258" y="2505"/>
                    <a:pt x="542761" y="0"/>
                    <a:pt x="545861" y="0"/>
                  </a:cubicBezTo>
                  <a:lnTo>
                    <a:pt x="545861" y="0"/>
                  </a:lnTo>
                  <a:cubicBezTo>
                    <a:pt x="548961" y="0"/>
                    <a:pt x="551463" y="2505"/>
                    <a:pt x="551463" y="5601"/>
                  </a:cubicBezTo>
                  <a:lnTo>
                    <a:pt x="551463" y="5601"/>
                  </a:lnTo>
                  <a:cubicBezTo>
                    <a:pt x="551463" y="8700"/>
                    <a:pt x="548961" y="11201"/>
                    <a:pt x="545861" y="11201"/>
                  </a:cubicBezTo>
                  <a:lnTo>
                    <a:pt x="545861" y="11201"/>
                  </a:lnTo>
                  <a:cubicBezTo>
                    <a:pt x="542761" y="11201"/>
                    <a:pt x="540258" y="8700"/>
                    <a:pt x="540258" y="5601"/>
                  </a:cubicBezTo>
                  <a:close/>
                  <a:moveTo>
                    <a:pt x="510230" y="5601"/>
                  </a:moveTo>
                  <a:cubicBezTo>
                    <a:pt x="510230" y="2505"/>
                    <a:pt x="512769" y="0"/>
                    <a:pt x="515869" y="0"/>
                  </a:cubicBezTo>
                  <a:lnTo>
                    <a:pt x="515869" y="0"/>
                  </a:lnTo>
                  <a:cubicBezTo>
                    <a:pt x="518932" y="0"/>
                    <a:pt x="521434" y="2505"/>
                    <a:pt x="521434" y="5601"/>
                  </a:cubicBezTo>
                  <a:lnTo>
                    <a:pt x="521434" y="5601"/>
                  </a:lnTo>
                  <a:cubicBezTo>
                    <a:pt x="521434" y="8700"/>
                    <a:pt x="518932" y="11201"/>
                    <a:pt x="515869" y="11201"/>
                  </a:cubicBezTo>
                  <a:lnTo>
                    <a:pt x="515869" y="11201"/>
                  </a:lnTo>
                  <a:cubicBezTo>
                    <a:pt x="512769" y="11201"/>
                    <a:pt x="510230" y="8700"/>
                    <a:pt x="510230" y="5601"/>
                  </a:cubicBezTo>
                  <a:close/>
                  <a:moveTo>
                    <a:pt x="480238" y="5601"/>
                  </a:moveTo>
                  <a:cubicBezTo>
                    <a:pt x="480238" y="2505"/>
                    <a:pt x="482740" y="0"/>
                    <a:pt x="485840" y="0"/>
                  </a:cubicBezTo>
                  <a:lnTo>
                    <a:pt x="485840" y="0"/>
                  </a:lnTo>
                  <a:cubicBezTo>
                    <a:pt x="488941" y="0"/>
                    <a:pt x="491443" y="2505"/>
                    <a:pt x="491443" y="5601"/>
                  </a:cubicBezTo>
                  <a:lnTo>
                    <a:pt x="491443" y="5601"/>
                  </a:lnTo>
                  <a:cubicBezTo>
                    <a:pt x="491443" y="8700"/>
                    <a:pt x="488941" y="11201"/>
                    <a:pt x="485840" y="11201"/>
                  </a:cubicBezTo>
                  <a:lnTo>
                    <a:pt x="485840" y="11201"/>
                  </a:lnTo>
                  <a:cubicBezTo>
                    <a:pt x="482740" y="11201"/>
                    <a:pt x="480238" y="8700"/>
                    <a:pt x="480238" y="5601"/>
                  </a:cubicBezTo>
                  <a:close/>
                  <a:moveTo>
                    <a:pt x="450209" y="5601"/>
                  </a:moveTo>
                  <a:cubicBezTo>
                    <a:pt x="450209" y="2505"/>
                    <a:pt x="452712" y="0"/>
                    <a:pt x="455812" y="0"/>
                  </a:cubicBezTo>
                  <a:lnTo>
                    <a:pt x="455812" y="0"/>
                  </a:lnTo>
                  <a:cubicBezTo>
                    <a:pt x="458911" y="0"/>
                    <a:pt x="461414" y="2505"/>
                    <a:pt x="461414" y="5601"/>
                  </a:cubicBezTo>
                  <a:lnTo>
                    <a:pt x="461414" y="5601"/>
                  </a:lnTo>
                  <a:cubicBezTo>
                    <a:pt x="461414" y="8700"/>
                    <a:pt x="458911" y="11201"/>
                    <a:pt x="455812" y="11201"/>
                  </a:cubicBezTo>
                  <a:lnTo>
                    <a:pt x="455812" y="11201"/>
                  </a:lnTo>
                  <a:cubicBezTo>
                    <a:pt x="452712" y="11201"/>
                    <a:pt x="450209" y="8700"/>
                    <a:pt x="450209" y="5601"/>
                  </a:cubicBezTo>
                  <a:close/>
                  <a:moveTo>
                    <a:pt x="420180" y="5601"/>
                  </a:moveTo>
                  <a:cubicBezTo>
                    <a:pt x="420180" y="2505"/>
                    <a:pt x="422720" y="0"/>
                    <a:pt x="425820" y="0"/>
                  </a:cubicBezTo>
                  <a:lnTo>
                    <a:pt x="425820" y="0"/>
                  </a:lnTo>
                  <a:cubicBezTo>
                    <a:pt x="428883" y="0"/>
                    <a:pt x="431422" y="2505"/>
                    <a:pt x="431422" y="5601"/>
                  </a:cubicBezTo>
                  <a:lnTo>
                    <a:pt x="431422" y="5601"/>
                  </a:lnTo>
                  <a:cubicBezTo>
                    <a:pt x="431422" y="8700"/>
                    <a:pt x="428883" y="11201"/>
                    <a:pt x="425820" y="11201"/>
                  </a:cubicBezTo>
                  <a:lnTo>
                    <a:pt x="425820" y="11201"/>
                  </a:lnTo>
                  <a:cubicBezTo>
                    <a:pt x="422720" y="11201"/>
                    <a:pt x="420180" y="8700"/>
                    <a:pt x="420180" y="5601"/>
                  </a:cubicBezTo>
                  <a:close/>
                  <a:moveTo>
                    <a:pt x="390189" y="5601"/>
                  </a:moveTo>
                  <a:cubicBezTo>
                    <a:pt x="390189" y="2505"/>
                    <a:pt x="392691" y="0"/>
                    <a:pt x="395791" y="0"/>
                  </a:cubicBezTo>
                  <a:lnTo>
                    <a:pt x="395791" y="0"/>
                  </a:lnTo>
                  <a:cubicBezTo>
                    <a:pt x="398891" y="0"/>
                    <a:pt x="401394" y="2505"/>
                    <a:pt x="401394" y="5601"/>
                  </a:cubicBezTo>
                  <a:lnTo>
                    <a:pt x="401394" y="5601"/>
                  </a:lnTo>
                  <a:cubicBezTo>
                    <a:pt x="401394" y="8700"/>
                    <a:pt x="398891" y="11201"/>
                    <a:pt x="395791" y="11201"/>
                  </a:cubicBezTo>
                  <a:lnTo>
                    <a:pt x="395791" y="11201"/>
                  </a:lnTo>
                  <a:cubicBezTo>
                    <a:pt x="392691" y="11201"/>
                    <a:pt x="390189" y="8700"/>
                    <a:pt x="390189" y="5601"/>
                  </a:cubicBezTo>
                  <a:close/>
                  <a:moveTo>
                    <a:pt x="360160" y="5601"/>
                  </a:moveTo>
                  <a:cubicBezTo>
                    <a:pt x="360160" y="2505"/>
                    <a:pt x="362662" y="0"/>
                    <a:pt x="365762" y="0"/>
                  </a:cubicBezTo>
                  <a:lnTo>
                    <a:pt x="365762" y="0"/>
                  </a:lnTo>
                  <a:cubicBezTo>
                    <a:pt x="368862" y="0"/>
                    <a:pt x="371365" y="2505"/>
                    <a:pt x="371365" y="5601"/>
                  </a:cubicBezTo>
                  <a:lnTo>
                    <a:pt x="371365" y="5601"/>
                  </a:lnTo>
                  <a:cubicBezTo>
                    <a:pt x="371365" y="8700"/>
                    <a:pt x="368862" y="11201"/>
                    <a:pt x="365762" y="11201"/>
                  </a:cubicBezTo>
                  <a:lnTo>
                    <a:pt x="365762" y="11201"/>
                  </a:lnTo>
                  <a:cubicBezTo>
                    <a:pt x="362662" y="11201"/>
                    <a:pt x="360160" y="8700"/>
                    <a:pt x="360160" y="5601"/>
                  </a:cubicBezTo>
                  <a:close/>
                  <a:moveTo>
                    <a:pt x="330131" y="5601"/>
                  </a:moveTo>
                  <a:cubicBezTo>
                    <a:pt x="330131" y="2505"/>
                    <a:pt x="332671" y="0"/>
                    <a:pt x="335733" y="0"/>
                  </a:cubicBezTo>
                  <a:lnTo>
                    <a:pt x="335733" y="0"/>
                  </a:lnTo>
                  <a:cubicBezTo>
                    <a:pt x="338833" y="0"/>
                    <a:pt x="341373" y="2505"/>
                    <a:pt x="341373" y="5601"/>
                  </a:cubicBezTo>
                  <a:lnTo>
                    <a:pt x="341373" y="5601"/>
                  </a:lnTo>
                  <a:cubicBezTo>
                    <a:pt x="341373" y="8700"/>
                    <a:pt x="338833" y="11201"/>
                    <a:pt x="335733" y="11201"/>
                  </a:cubicBezTo>
                  <a:lnTo>
                    <a:pt x="335733" y="11201"/>
                  </a:lnTo>
                  <a:cubicBezTo>
                    <a:pt x="332671" y="11201"/>
                    <a:pt x="330131" y="8700"/>
                    <a:pt x="330131" y="5601"/>
                  </a:cubicBezTo>
                  <a:close/>
                  <a:moveTo>
                    <a:pt x="300140" y="5601"/>
                  </a:moveTo>
                  <a:cubicBezTo>
                    <a:pt x="300140" y="2505"/>
                    <a:pt x="302642" y="0"/>
                    <a:pt x="305742" y="0"/>
                  </a:cubicBezTo>
                  <a:lnTo>
                    <a:pt x="305742" y="0"/>
                  </a:lnTo>
                  <a:cubicBezTo>
                    <a:pt x="308804" y="0"/>
                    <a:pt x="311344" y="2505"/>
                    <a:pt x="311344" y="5601"/>
                  </a:cubicBezTo>
                  <a:lnTo>
                    <a:pt x="311344" y="5601"/>
                  </a:lnTo>
                  <a:cubicBezTo>
                    <a:pt x="311344" y="8700"/>
                    <a:pt x="308804" y="11201"/>
                    <a:pt x="305742" y="11201"/>
                  </a:cubicBezTo>
                  <a:lnTo>
                    <a:pt x="305742" y="11201"/>
                  </a:lnTo>
                  <a:cubicBezTo>
                    <a:pt x="302642" y="11201"/>
                    <a:pt x="300140" y="8700"/>
                    <a:pt x="300140" y="5601"/>
                  </a:cubicBezTo>
                  <a:close/>
                  <a:moveTo>
                    <a:pt x="270111" y="5601"/>
                  </a:moveTo>
                  <a:cubicBezTo>
                    <a:pt x="270111" y="2505"/>
                    <a:pt x="272613" y="0"/>
                    <a:pt x="275713" y="0"/>
                  </a:cubicBezTo>
                  <a:lnTo>
                    <a:pt x="275713" y="0"/>
                  </a:lnTo>
                  <a:cubicBezTo>
                    <a:pt x="278813" y="0"/>
                    <a:pt x="281315" y="2505"/>
                    <a:pt x="281315" y="5601"/>
                  </a:cubicBezTo>
                  <a:lnTo>
                    <a:pt x="281315" y="5601"/>
                  </a:lnTo>
                  <a:cubicBezTo>
                    <a:pt x="281315" y="8700"/>
                    <a:pt x="278813" y="11201"/>
                    <a:pt x="275713" y="11201"/>
                  </a:cubicBezTo>
                  <a:lnTo>
                    <a:pt x="275713" y="11201"/>
                  </a:lnTo>
                  <a:cubicBezTo>
                    <a:pt x="272613" y="11201"/>
                    <a:pt x="270111" y="8700"/>
                    <a:pt x="270111" y="5601"/>
                  </a:cubicBezTo>
                  <a:close/>
                  <a:moveTo>
                    <a:pt x="240119" y="5601"/>
                  </a:moveTo>
                  <a:cubicBezTo>
                    <a:pt x="240119" y="2505"/>
                    <a:pt x="242621" y="0"/>
                    <a:pt x="245684" y="0"/>
                  </a:cubicBezTo>
                  <a:lnTo>
                    <a:pt x="245684" y="0"/>
                  </a:lnTo>
                  <a:cubicBezTo>
                    <a:pt x="248784" y="0"/>
                    <a:pt x="251324" y="2505"/>
                    <a:pt x="251324" y="5601"/>
                  </a:cubicBezTo>
                  <a:lnTo>
                    <a:pt x="251324" y="5601"/>
                  </a:lnTo>
                  <a:cubicBezTo>
                    <a:pt x="251324" y="8700"/>
                    <a:pt x="248784" y="11201"/>
                    <a:pt x="245684" y="11201"/>
                  </a:cubicBezTo>
                  <a:lnTo>
                    <a:pt x="245684" y="11201"/>
                  </a:lnTo>
                  <a:cubicBezTo>
                    <a:pt x="242621" y="11201"/>
                    <a:pt x="240119" y="8700"/>
                    <a:pt x="240119" y="5601"/>
                  </a:cubicBezTo>
                  <a:close/>
                  <a:moveTo>
                    <a:pt x="210090" y="5601"/>
                  </a:moveTo>
                  <a:cubicBezTo>
                    <a:pt x="210090" y="2505"/>
                    <a:pt x="212593" y="0"/>
                    <a:pt x="215693" y="0"/>
                  </a:cubicBezTo>
                  <a:lnTo>
                    <a:pt x="215693" y="0"/>
                  </a:lnTo>
                  <a:cubicBezTo>
                    <a:pt x="218793" y="0"/>
                    <a:pt x="221295" y="2505"/>
                    <a:pt x="221295" y="5601"/>
                  </a:cubicBezTo>
                  <a:lnTo>
                    <a:pt x="221295" y="5601"/>
                  </a:lnTo>
                  <a:cubicBezTo>
                    <a:pt x="221295" y="8700"/>
                    <a:pt x="218793" y="11201"/>
                    <a:pt x="215693" y="11201"/>
                  </a:cubicBezTo>
                  <a:lnTo>
                    <a:pt x="215693" y="11201"/>
                  </a:lnTo>
                  <a:cubicBezTo>
                    <a:pt x="212593" y="11201"/>
                    <a:pt x="210090" y="8700"/>
                    <a:pt x="210090" y="5601"/>
                  </a:cubicBezTo>
                  <a:close/>
                  <a:moveTo>
                    <a:pt x="180061" y="5601"/>
                  </a:moveTo>
                  <a:cubicBezTo>
                    <a:pt x="180061" y="2505"/>
                    <a:pt x="182564" y="0"/>
                    <a:pt x="185664" y="0"/>
                  </a:cubicBezTo>
                  <a:lnTo>
                    <a:pt x="185664" y="0"/>
                  </a:lnTo>
                  <a:cubicBezTo>
                    <a:pt x="188764" y="0"/>
                    <a:pt x="191266" y="2505"/>
                    <a:pt x="191266" y="5601"/>
                  </a:cubicBezTo>
                  <a:lnTo>
                    <a:pt x="191266" y="5601"/>
                  </a:lnTo>
                  <a:cubicBezTo>
                    <a:pt x="191266" y="8700"/>
                    <a:pt x="188764" y="11201"/>
                    <a:pt x="185664" y="11201"/>
                  </a:cubicBezTo>
                  <a:lnTo>
                    <a:pt x="185664" y="11201"/>
                  </a:lnTo>
                  <a:cubicBezTo>
                    <a:pt x="182564" y="11201"/>
                    <a:pt x="180061" y="8700"/>
                    <a:pt x="180061" y="5601"/>
                  </a:cubicBezTo>
                  <a:close/>
                  <a:moveTo>
                    <a:pt x="150070" y="5601"/>
                  </a:moveTo>
                  <a:cubicBezTo>
                    <a:pt x="150070" y="2505"/>
                    <a:pt x="152572" y="0"/>
                    <a:pt x="155672" y="0"/>
                  </a:cubicBezTo>
                  <a:lnTo>
                    <a:pt x="155672" y="0"/>
                  </a:lnTo>
                  <a:cubicBezTo>
                    <a:pt x="158735" y="0"/>
                    <a:pt x="161274" y="2505"/>
                    <a:pt x="161274" y="5601"/>
                  </a:cubicBezTo>
                  <a:lnTo>
                    <a:pt x="161274" y="5601"/>
                  </a:lnTo>
                  <a:cubicBezTo>
                    <a:pt x="161274" y="8700"/>
                    <a:pt x="158735" y="11201"/>
                    <a:pt x="155672" y="11201"/>
                  </a:cubicBezTo>
                  <a:lnTo>
                    <a:pt x="155672" y="11201"/>
                  </a:lnTo>
                  <a:cubicBezTo>
                    <a:pt x="152572" y="11201"/>
                    <a:pt x="150070" y="8700"/>
                    <a:pt x="150070" y="5601"/>
                  </a:cubicBezTo>
                  <a:close/>
                  <a:moveTo>
                    <a:pt x="120041" y="5601"/>
                  </a:moveTo>
                  <a:cubicBezTo>
                    <a:pt x="120041" y="2505"/>
                    <a:pt x="122543" y="0"/>
                    <a:pt x="125643" y="0"/>
                  </a:cubicBezTo>
                  <a:lnTo>
                    <a:pt x="125643" y="0"/>
                  </a:lnTo>
                  <a:cubicBezTo>
                    <a:pt x="128743" y="0"/>
                    <a:pt x="131246" y="2505"/>
                    <a:pt x="131246" y="5601"/>
                  </a:cubicBezTo>
                  <a:lnTo>
                    <a:pt x="131246" y="5601"/>
                  </a:lnTo>
                  <a:cubicBezTo>
                    <a:pt x="131246" y="8700"/>
                    <a:pt x="128743" y="11201"/>
                    <a:pt x="125643" y="11201"/>
                  </a:cubicBezTo>
                  <a:lnTo>
                    <a:pt x="125643" y="11201"/>
                  </a:lnTo>
                  <a:cubicBezTo>
                    <a:pt x="122543" y="11201"/>
                    <a:pt x="120041" y="8700"/>
                    <a:pt x="120041" y="5601"/>
                  </a:cubicBezTo>
                  <a:close/>
                  <a:moveTo>
                    <a:pt x="90012" y="5601"/>
                  </a:moveTo>
                  <a:cubicBezTo>
                    <a:pt x="90012" y="2505"/>
                    <a:pt x="92514" y="0"/>
                    <a:pt x="95614" y="0"/>
                  </a:cubicBezTo>
                  <a:lnTo>
                    <a:pt x="95614" y="0"/>
                  </a:lnTo>
                  <a:cubicBezTo>
                    <a:pt x="98714" y="0"/>
                    <a:pt x="101217" y="2505"/>
                    <a:pt x="101217" y="5601"/>
                  </a:cubicBezTo>
                  <a:lnTo>
                    <a:pt x="101217" y="5601"/>
                  </a:lnTo>
                  <a:cubicBezTo>
                    <a:pt x="101217" y="8700"/>
                    <a:pt x="98714" y="11201"/>
                    <a:pt x="95614" y="11201"/>
                  </a:cubicBezTo>
                  <a:lnTo>
                    <a:pt x="95614" y="11201"/>
                  </a:lnTo>
                  <a:cubicBezTo>
                    <a:pt x="92514" y="11201"/>
                    <a:pt x="90012" y="8700"/>
                    <a:pt x="90012" y="5601"/>
                  </a:cubicBezTo>
                  <a:close/>
                  <a:moveTo>
                    <a:pt x="60020" y="5601"/>
                  </a:moveTo>
                  <a:cubicBezTo>
                    <a:pt x="60020" y="2505"/>
                    <a:pt x="62523" y="0"/>
                    <a:pt x="65623" y="0"/>
                  </a:cubicBezTo>
                  <a:lnTo>
                    <a:pt x="65623" y="0"/>
                  </a:lnTo>
                  <a:cubicBezTo>
                    <a:pt x="68686" y="0"/>
                    <a:pt x="71188" y="2505"/>
                    <a:pt x="71188" y="5601"/>
                  </a:cubicBezTo>
                  <a:lnTo>
                    <a:pt x="71188" y="5601"/>
                  </a:lnTo>
                  <a:cubicBezTo>
                    <a:pt x="71188" y="8700"/>
                    <a:pt x="68686" y="11201"/>
                    <a:pt x="65623" y="11201"/>
                  </a:cubicBezTo>
                  <a:lnTo>
                    <a:pt x="65623" y="11201"/>
                  </a:lnTo>
                  <a:cubicBezTo>
                    <a:pt x="62523" y="11201"/>
                    <a:pt x="60020" y="8700"/>
                    <a:pt x="60020" y="5601"/>
                  </a:cubicBezTo>
                  <a:close/>
                  <a:moveTo>
                    <a:pt x="29992" y="5601"/>
                  </a:moveTo>
                  <a:cubicBezTo>
                    <a:pt x="29992" y="2505"/>
                    <a:pt x="32494" y="0"/>
                    <a:pt x="35594" y="0"/>
                  </a:cubicBezTo>
                  <a:lnTo>
                    <a:pt x="35594" y="0"/>
                  </a:lnTo>
                  <a:cubicBezTo>
                    <a:pt x="38694" y="0"/>
                    <a:pt x="41196" y="2505"/>
                    <a:pt x="41196" y="5601"/>
                  </a:cubicBezTo>
                  <a:lnTo>
                    <a:pt x="41196" y="5601"/>
                  </a:lnTo>
                  <a:cubicBezTo>
                    <a:pt x="41196" y="8700"/>
                    <a:pt x="38694" y="11201"/>
                    <a:pt x="35594" y="11201"/>
                  </a:cubicBezTo>
                  <a:lnTo>
                    <a:pt x="35594" y="11201"/>
                  </a:lnTo>
                  <a:cubicBezTo>
                    <a:pt x="32494" y="11201"/>
                    <a:pt x="29992" y="8700"/>
                    <a:pt x="29992" y="5601"/>
                  </a:cubicBezTo>
                  <a:close/>
                  <a:moveTo>
                    <a:pt x="0" y="5601"/>
                  </a:moveTo>
                  <a:cubicBezTo>
                    <a:pt x="0" y="2505"/>
                    <a:pt x="2465" y="0"/>
                    <a:pt x="5565" y="0"/>
                  </a:cubicBezTo>
                  <a:lnTo>
                    <a:pt x="5565" y="0"/>
                  </a:lnTo>
                  <a:cubicBezTo>
                    <a:pt x="8665" y="0"/>
                    <a:pt x="11168" y="2505"/>
                    <a:pt x="11168" y="5601"/>
                  </a:cubicBezTo>
                  <a:lnTo>
                    <a:pt x="11168" y="5601"/>
                  </a:lnTo>
                  <a:cubicBezTo>
                    <a:pt x="11168" y="8700"/>
                    <a:pt x="8665" y="11201"/>
                    <a:pt x="5565" y="11201"/>
                  </a:cubicBezTo>
                  <a:lnTo>
                    <a:pt x="5565" y="11201"/>
                  </a:lnTo>
                  <a:cubicBezTo>
                    <a:pt x="2465" y="11201"/>
                    <a:pt x="0" y="8700"/>
                    <a:pt x="0" y="56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85" name="Google Shape;2485;p90"/>
            <p:cNvSpPr/>
            <p:nvPr/>
          </p:nvSpPr>
          <p:spPr>
            <a:xfrm>
              <a:off x="6288027" y="1530916"/>
              <a:ext cx="11204" cy="11209"/>
            </a:xfrm>
            <a:custGeom>
              <a:avLst/>
              <a:gdLst/>
              <a:ahLst/>
              <a:cxnLst/>
              <a:rect l="l" t="t" r="r" b="b"/>
              <a:pathLst>
                <a:path w="11204" h="11209" extrusionOk="0">
                  <a:moveTo>
                    <a:pt x="5602" y="11209"/>
                  </a:moveTo>
                  <a:cubicBezTo>
                    <a:pt x="4109" y="11209"/>
                    <a:pt x="2727" y="10615"/>
                    <a:pt x="1644" y="9532"/>
                  </a:cubicBezTo>
                  <a:cubicBezTo>
                    <a:pt x="598" y="8486"/>
                    <a:pt x="0" y="7104"/>
                    <a:pt x="0" y="5609"/>
                  </a:cubicBezTo>
                  <a:cubicBezTo>
                    <a:pt x="0" y="4117"/>
                    <a:pt x="598" y="2659"/>
                    <a:pt x="1644" y="1652"/>
                  </a:cubicBezTo>
                  <a:cubicBezTo>
                    <a:pt x="1905" y="1390"/>
                    <a:pt x="2204" y="1131"/>
                    <a:pt x="2503" y="941"/>
                  </a:cubicBezTo>
                  <a:cubicBezTo>
                    <a:pt x="2801" y="756"/>
                    <a:pt x="3138" y="570"/>
                    <a:pt x="3474" y="420"/>
                  </a:cubicBezTo>
                  <a:cubicBezTo>
                    <a:pt x="3810" y="271"/>
                    <a:pt x="4146" y="158"/>
                    <a:pt x="4520" y="85"/>
                  </a:cubicBezTo>
                  <a:cubicBezTo>
                    <a:pt x="5229" y="-28"/>
                    <a:pt x="5976" y="-28"/>
                    <a:pt x="6723" y="85"/>
                  </a:cubicBezTo>
                  <a:cubicBezTo>
                    <a:pt x="7059" y="157"/>
                    <a:pt x="7433" y="271"/>
                    <a:pt x="7769" y="420"/>
                  </a:cubicBezTo>
                  <a:cubicBezTo>
                    <a:pt x="8105" y="570"/>
                    <a:pt x="8404" y="756"/>
                    <a:pt x="8740" y="941"/>
                  </a:cubicBezTo>
                  <a:cubicBezTo>
                    <a:pt x="9039" y="1131"/>
                    <a:pt x="9300" y="1390"/>
                    <a:pt x="9562" y="1652"/>
                  </a:cubicBezTo>
                  <a:cubicBezTo>
                    <a:pt x="9823" y="1915"/>
                    <a:pt x="10085" y="2174"/>
                    <a:pt x="10271" y="2473"/>
                  </a:cubicBezTo>
                  <a:cubicBezTo>
                    <a:pt x="10458" y="2808"/>
                    <a:pt x="10645" y="3107"/>
                    <a:pt x="10794" y="3446"/>
                  </a:cubicBezTo>
                  <a:cubicBezTo>
                    <a:pt x="10944" y="3782"/>
                    <a:pt x="11018" y="4154"/>
                    <a:pt x="11093" y="4489"/>
                  </a:cubicBezTo>
                  <a:cubicBezTo>
                    <a:pt x="11168" y="4865"/>
                    <a:pt x="11205" y="5237"/>
                    <a:pt x="11205" y="5609"/>
                  </a:cubicBezTo>
                  <a:cubicBezTo>
                    <a:pt x="11205" y="7104"/>
                    <a:pt x="10645" y="8486"/>
                    <a:pt x="9562" y="9532"/>
                  </a:cubicBezTo>
                  <a:cubicBezTo>
                    <a:pt x="9039" y="10090"/>
                    <a:pt x="8441" y="10502"/>
                    <a:pt x="7769" y="10765"/>
                  </a:cubicBezTo>
                  <a:cubicBezTo>
                    <a:pt x="7059" y="11060"/>
                    <a:pt x="6350" y="11209"/>
                    <a:pt x="5602" y="11209"/>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486" name="Google Shape;2486;p90"/>
          <p:cNvGrpSpPr/>
          <p:nvPr/>
        </p:nvGrpSpPr>
        <p:grpSpPr>
          <a:xfrm>
            <a:off x="6383249" y="967106"/>
            <a:ext cx="752124" cy="9195"/>
            <a:chOff x="6972006" y="1530895"/>
            <a:chExt cx="918569" cy="11230"/>
          </a:xfrm>
        </p:grpSpPr>
        <p:sp>
          <p:nvSpPr>
            <p:cNvPr id="2487" name="Google Shape;2487;p90"/>
            <p:cNvSpPr/>
            <p:nvPr/>
          </p:nvSpPr>
          <p:spPr>
            <a:xfrm>
              <a:off x="6972006" y="1530895"/>
              <a:ext cx="11204" cy="11230"/>
            </a:xfrm>
            <a:custGeom>
              <a:avLst/>
              <a:gdLst/>
              <a:ahLst/>
              <a:cxnLst/>
              <a:rect l="l" t="t" r="r" b="b"/>
              <a:pathLst>
                <a:path w="11204" h="11230" extrusionOk="0">
                  <a:moveTo>
                    <a:pt x="5602" y="11230"/>
                  </a:moveTo>
                  <a:cubicBezTo>
                    <a:pt x="4856" y="11230"/>
                    <a:pt x="4146" y="11081"/>
                    <a:pt x="3474" y="10785"/>
                  </a:cubicBezTo>
                  <a:cubicBezTo>
                    <a:pt x="2801" y="10523"/>
                    <a:pt x="2167" y="10111"/>
                    <a:pt x="1644" y="9553"/>
                  </a:cubicBezTo>
                  <a:cubicBezTo>
                    <a:pt x="598" y="8506"/>
                    <a:pt x="0" y="7124"/>
                    <a:pt x="0" y="5629"/>
                  </a:cubicBezTo>
                  <a:cubicBezTo>
                    <a:pt x="0" y="5258"/>
                    <a:pt x="37" y="4886"/>
                    <a:pt x="112" y="4510"/>
                  </a:cubicBezTo>
                  <a:cubicBezTo>
                    <a:pt x="187" y="4175"/>
                    <a:pt x="299" y="3803"/>
                    <a:pt x="448" y="3467"/>
                  </a:cubicBezTo>
                  <a:cubicBezTo>
                    <a:pt x="560" y="3128"/>
                    <a:pt x="747" y="2829"/>
                    <a:pt x="934" y="2494"/>
                  </a:cubicBezTo>
                  <a:cubicBezTo>
                    <a:pt x="1158" y="2195"/>
                    <a:pt x="1382" y="1936"/>
                    <a:pt x="1644" y="1673"/>
                  </a:cubicBezTo>
                  <a:cubicBezTo>
                    <a:pt x="2951" y="368"/>
                    <a:pt x="4893" y="-267"/>
                    <a:pt x="6723" y="105"/>
                  </a:cubicBezTo>
                  <a:cubicBezTo>
                    <a:pt x="7059" y="178"/>
                    <a:pt x="7432" y="291"/>
                    <a:pt x="7769" y="441"/>
                  </a:cubicBezTo>
                  <a:cubicBezTo>
                    <a:pt x="8105" y="590"/>
                    <a:pt x="8404" y="776"/>
                    <a:pt x="8703" y="962"/>
                  </a:cubicBezTo>
                  <a:cubicBezTo>
                    <a:pt x="9039" y="1152"/>
                    <a:pt x="9300" y="1411"/>
                    <a:pt x="9562" y="1673"/>
                  </a:cubicBezTo>
                  <a:cubicBezTo>
                    <a:pt x="10608" y="2720"/>
                    <a:pt x="11205" y="4138"/>
                    <a:pt x="11205" y="5629"/>
                  </a:cubicBezTo>
                  <a:cubicBezTo>
                    <a:pt x="11205" y="6377"/>
                    <a:pt x="11093" y="7088"/>
                    <a:pt x="10794" y="7759"/>
                  </a:cubicBezTo>
                  <a:cubicBezTo>
                    <a:pt x="10495" y="8430"/>
                    <a:pt x="10085" y="9028"/>
                    <a:pt x="9562" y="9553"/>
                  </a:cubicBezTo>
                  <a:cubicBezTo>
                    <a:pt x="9039" y="10111"/>
                    <a:pt x="8441" y="10523"/>
                    <a:pt x="7769" y="10785"/>
                  </a:cubicBezTo>
                  <a:cubicBezTo>
                    <a:pt x="7059" y="11081"/>
                    <a:pt x="6350" y="11230"/>
                    <a:pt x="5602" y="11230"/>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88" name="Google Shape;2488;p90"/>
            <p:cNvSpPr/>
            <p:nvPr/>
          </p:nvSpPr>
          <p:spPr>
            <a:xfrm>
              <a:off x="7002259" y="1530924"/>
              <a:ext cx="858063" cy="11201"/>
            </a:xfrm>
            <a:custGeom>
              <a:avLst/>
              <a:gdLst/>
              <a:ahLst/>
              <a:cxnLst/>
              <a:rect l="l" t="t" r="r" b="b"/>
              <a:pathLst>
                <a:path w="858063" h="11201" extrusionOk="0">
                  <a:moveTo>
                    <a:pt x="846859" y="5601"/>
                  </a:moveTo>
                  <a:cubicBezTo>
                    <a:pt x="846859" y="2505"/>
                    <a:pt x="849361" y="0"/>
                    <a:pt x="852462" y="0"/>
                  </a:cubicBezTo>
                  <a:lnTo>
                    <a:pt x="852462" y="0"/>
                  </a:lnTo>
                  <a:cubicBezTo>
                    <a:pt x="855561" y="0"/>
                    <a:pt x="858064" y="2505"/>
                    <a:pt x="858064" y="5601"/>
                  </a:cubicBezTo>
                  <a:lnTo>
                    <a:pt x="858064" y="5601"/>
                  </a:lnTo>
                  <a:cubicBezTo>
                    <a:pt x="858064" y="8700"/>
                    <a:pt x="855561" y="11201"/>
                    <a:pt x="852462" y="11201"/>
                  </a:cubicBezTo>
                  <a:lnTo>
                    <a:pt x="852462" y="11201"/>
                  </a:lnTo>
                  <a:cubicBezTo>
                    <a:pt x="849361" y="11201"/>
                    <a:pt x="846859" y="8700"/>
                    <a:pt x="846859" y="5601"/>
                  </a:cubicBezTo>
                  <a:close/>
                  <a:moveTo>
                    <a:pt x="816606" y="5601"/>
                  </a:moveTo>
                  <a:cubicBezTo>
                    <a:pt x="816606" y="2505"/>
                    <a:pt x="819146" y="0"/>
                    <a:pt x="822246" y="0"/>
                  </a:cubicBezTo>
                  <a:lnTo>
                    <a:pt x="822246" y="0"/>
                  </a:lnTo>
                  <a:cubicBezTo>
                    <a:pt x="825309" y="0"/>
                    <a:pt x="827848" y="2505"/>
                    <a:pt x="827848" y="5601"/>
                  </a:cubicBezTo>
                  <a:lnTo>
                    <a:pt x="827848" y="5601"/>
                  </a:lnTo>
                  <a:cubicBezTo>
                    <a:pt x="827848" y="8700"/>
                    <a:pt x="825309" y="11201"/>
                    <a:pt x="822246" y="11201"/>
                  </a:cubicBezTo>
                  <a:lnTo>
                    <a:pt x="822246" y="11201"/>
                  </a:lnTo>
                  <a:cubicBezTo>
                    <a:pt x="819146" y="11201"/>
                    <a:pt x="816606" y="8700"/>
                    <a:pt x="816606" y="5601"/>
                  </a:cubicBezTo>
                  <a:close/>
                  <a:moveTo>
                    <a:pt x="786390" y="5601"/>
                  </a:moveTo>
                  <a:cubicBezTo>
                    <a:pt x="786390" y="2505"/>
                    <a:pt x="788893" y="0"/>
                    <a:pt x="791993" y="0"/>
                  </a:cubicBezTo>
                  <a:lnTo>
                    <a:pt x="791993" y="0"/>
                  </a:lnTo>
                  <a:cubicBezTo>
                    <a:pt x="795093" y="0"/>
                    <a:pt x="797595" y="2505"/>
                    <a:pt x="797595" y="5601"/>
                  </a:cubicBezTo>
                  <a:lnTo>
                    <a:pt x="797595" y="5601"/>
                  </a:lnTo>
                  <a:cubicBezTo>
                    <a:pt x="797595" y="8700"/>
                    <a:pt x="795093" y="11201"/>
                    <a:pt x="791993" y="11201"/>
                  </a:cubicBezTo>
                  <a:lnTo>
                    <a:pt x="791993" y="11201"/>
                  </a:lnTo>
                  <a:cubicBezTo>
                    <a:pt x="788893" y="11201"/>
                    <a:pt x="786390" y="8700"/>
                    <a:pt x="786390" y="5601"/>
                  </a:cubicBezTo>
                  <a:close/>
                  <a:moveTo>
                    <a:pt x="756137" y="5601"/>
                  </a:moveTo>
                  <a:cubicBezTo>
                    <a:pt x="756137" y="2505"/>
                    <a:pt x="758640" y="0"/>
                    <a:pt x="761740" y="0"/>
                  </a:cubicBezTo>
                  <a:lnTo>
                    <a:pt x="761740" y="0"/>
                  </a:lnTo>
                  <a:cubicBezTo>
                    <a:pt x="764840" y="0"/>
                    <a:pt x="767342" y="2505"/>
                    <a:pt x="767342" y="5601"/>
                  </a:cubicBezTo>
                  <a:lnTo>
                    <a:pt x="767342" y="5601"/>
                  </a:lnTo>
                  <a:cubicBezTo>
                    <a:pt x="767342" y="8700"/>
                    <a:pt x="764840" y="11201"/>
                    <a:pt x="761740" y="11201"/>
                  </a:cubicBezTo>
                  <a:lnTo>
                    <a:pt x="761740" y="11201"/>
                  </a:lnTo>
                  <a:cubicBezTo>
                    <a:pt x="758640" y="11201"/>
                    <a:pt x="756137" y="8700"/>
                    <a:pt x="756137" y="5601"/>
                  </a:cubicBezTo>
                  <a:close/>
                  <a:moveTo>
                    <a:pt x="725885" y="5601"/>
                  </a:moveTo>
                  <a:cubicBezTo>
                    <a:pt x="725885" y="2505"/>
                    <a:pt x="728387" y="0"/>
                    <a:pt x="731487" y="0"/>
                  </a:cubicBezTo>
                  <a:lnTo>
                    <a:pt x="731487" y="0"/>
                  </a:lnTo>
                  <a:cubicBezTo>
                    <a:pt x="734587" y="0"/>
                    <a:pt x="737089" y="2505"/>
                    <a:pt x="737089" y="5601"/>
                  </a:cubicBezTo>
                  <a:lnTo>
                    <a:pt x="737089" y="5601"/>
                  </a:lnTo>
                  <a:cubicBezTo>
                    <a:pt x="737089" y="8700"/>
                    <a:pt x="734587" y="11201"/>
                    <a:pt x="731487" y="11201"/>
                  </a:cubicBezTo>
                  <a:lnTo>
                    <a:pt x="731487" y="11201"/>
                  </a:lnTo>
                  <a:cubicBezTo>
                    <a:pt x="728387" y="11201"/>
                    <a:pt x="725885" y="8700"/>
                    <a:pt x="725885" y="5601"/>
                  </a:cubicBezTo>
                  <a:close/>
                  <a:moveTo>
                    <a:pt x="695632" y="5601"/>
                  </a:moveTo>
                  <a:cubicBezTo>
                    <a:pt x="695632" y="2505"/>
                    <a:pt x="698134" y="0"/>
                    <a:pt x="701234" y="0"/>
                  </a:cubicBezTo>
                  <a:lnTo>
                    <a:pt x="701234" y="0"/>
                  </a:lnTo>
                  <a:cubicBezTo>
                    <a:pt x="704334" y="0"/>
                    <a:pt x="706837" y="2505"/>
                    <a:pt x="706837" y="5601"/>
                  </a:cubicBezTo>
                  <a:lnTo>
                    <a:pt x="706837" y="5601"/>
                  </a:lnTo>
                  <a:cubicBezTo>
                    <a:pt x="706837" y="8700"/>
                    <a:pt x="704334" y="11201"/>
                    <a:pt x="701234" y="11201"/>
                  </a:cubicBezTo>
                  <a:lnTo>
                    <a:pt x="701234" y="11201"/>
                  </a:lnTo>
                  <a:cubicBezTo>
                    <a:pt x="698134" y="11201"/>
                    <a:pt x="695632" y="8700"/>
                    <a:pt x="695632" y="5601"/>
                  </a:cubicBezTo>
                  <a:close/>
                  <a:moveTo>
                    <a:pt x="665416" y="5601"/>
                  </a:moveTo>
                  <a:cubicBezTo>
                    <a:pt x="665416" y="2505"/>
                    <a:pt x="667881" y="0"/>
                    <a:pt x="670981" y="0"/>
                  </a:cubicBezTo>
                  <a:lnTo>
                    <a:pt x="670981" y="0"/>
                  </a:lnTo>
                  <a:cubicBezTo>
                    <a:pt x="674081" y="0"/>
                    <a:pt x="676583" y="2505"/>
                    <a:pt x="676583" y="5601"/>
                  </a:cubicBezTo>
                  <a:lnTo>
                    <a:pt x="676583" y="5601"/>
                  </a:lnTo>
                  <a:cubicBezTo>
                    <a:pt x="676583" y="8700"/>
                    <a:pt x="674081" y="11201"/>
                    <a:pt x="670981" y="11201"/>
                  </a:cubicBezTo>
                  <a:lnTo>
                    <a:pt x="670981" y="11201"/>
                  </a:lnTo>
                  <a:cubicBezTo>
                    <a:pt x="667881" y="11201"/>
                    <a:pt x="665416" y="8700"/>
                    <a:pt x="665416" y="5601"/>
                  </a:cubicBezTo>
                  <a:close/>
                  <a:moveTo>
                    <a:pt x="635163" y="5601"/>
                  </a:moveTo>
                  <a:cubicBezTo>
                    <a:pt x="635163" y="2505"/>
                    <a:pt x="637665" y="0"/>
                    <a:pt x="640765" y="0"/>
                  </a:cubicBezTo>
                  <a:lnTo>
                    <a:pt x="640765" y="0"/>
                  </a:lnTo>
                  <a:cubicBezTo>
                    <a:pt x="643828" y="0"/>
                    <a:pt x="646368" y="2505"/>
                    <a:pt x="646368" y="5601"/>
                  </a:cubicBezTo>
                  <a:lnTo>
                    <a:pt x="646368" y="5601"/>
                  </a:lnTo>
                  <a:cubicBezTo>
                    <a:pt x="646368" y="8700"/>
                    <a:pt x="643828" y="11201"/>
                    <a:pt x="640765" y="11201"/>
                  </a:cubicBezTo>
                  <a:lnTo>
                    <a:pt x="640765" y="11201"/>
                  </a:lnTo>
                  <a:cubicBezTo>
                    <a:pt x="637665" y="11201"/>
                    <a:pt x="635163" y="8700"/>
                    <a:pt x="635163" y="5601"/>
                  </a:cubicBezTo>
                  <a:close/>
                  <a:moveTo>
                    <a:pt x="604910" y="5601"/>
                  </a:moveTo>
                  <a:cubicBezTo>
                    <a:pt x="604910" y="2505"/>
                    <a:pt x="607413" y="0"/>
                    <a:pt x="610512" y="0"/>
                  </a:cubicBezTo>
                  <a:lnTo>
                    <a:pt x="610512" y="0"/>
                  </a:lnTo>
                  <a:cubicBezTo>
                    <a:pt x="613612" y="0"/>
                    <a:pt x="616115" y="2505"/>
                    <a:pt x="616115" y="5601"/>
                  </a:cubicBezTo>
                  <a:lnTo>
                    <a:pt x="616115" y="5601"/>
                  </a:lnTo>
                  <a:cubicBezTo>
                    <a:pt x="616115" y="8700"/>
                    <a:pt x="613612" y="11201"/>
                    <a:pt x="610512" y="11201"/>
                  </a:cubicBezTo>
                  <a:lnTo>
                    <a:pt x="610512" y="11201"/>
                  </a:lnTo>
                  <a:cubicBezTo>
                    <a:pt x="607413" y="11201"/>
                    <a:pt x="604910" y="8700"/>
                    <a:pt x="604910" y="5601"/>
                  </a:cubicBezTo>
                  <a:close/>
                  <a:moveTo>
                    <a:pt x="574657" y="5601"/>
                  </a:moveTo>
                  <a:cubicBezTo>
                    <a:pt x="574657" y="2505"/>
                    <a:pt x="577159" y="0"/>
                    <a:pt x="580259" y="0"/>
                  </a:cubicBezTo>
                  <a:lnTo>
                    <a:pt x="580259" y="0"/>
                  </a:lnTo>
                  <a:cubicBezTo>
                    <a:pt x="583359" y="0"/>
                    <a:pt x="585862" y="2505"/>
                    <a:pt x="585862" y="5601"/>
                  </a:cubicBezTo>
                  <a:lnTo>
                    <a:pt x="585862" y="5601"/>
                  </a:lnTo>
                  <a:cubicBezTo>
                    <a:pt x="585862" y="8700"/>
                    <a:pt x="583359" y="11201"/>
                    <a:pt x="580259" y="11201"/>
                  </a:cubicBezTo>
                  <a:lnTo>
                    <a:pt x="580259" y="11201"/>
                  </a:lnTo>
                  <a:cubicBezTo>
                    <a:pt x="577159" y="11201"/>
                    <a:pt x="574657" y="8700"/>
                    <a:pt x="574657" y="5601"/>
                  </a:cubicBezTo>
                  <a:close/>
                  <a:moveTo>
                    <a:pt x="544404" y="5601"/>
                  </a:moveTo>
                  <a:cubicBezTo>
                    <a:pt x="544404" y="2505"/>
                    <a:pt x="546906" y="0"/>
                    <a:pt x="550007" y="0"/>
                  </a:cubicBezTo>
                  <a:lnTo>
                    <a:pt x="550007" y="0"/>
                  </a:lnTo>
                  <a:cubicBezTo>
                    <a:pt x="553106" y="0"/>
                    <a:pt x="555609" y="2505"/>
                    <a:pt x="555609" y="5601"/>
                  </a:cubicBezTo>
                  <a:lnTo>
                    <a:pt x="555609" y="5601"/>
                  </a:lnTo>
                  <a:cubicBezTo>
                    <a:pt x="555609" y="8700"/>
                    <a:pt x="553106" y="11201"/>
                    <a:pt x="550007" y="11201"/>
                  </a:cubicBezTo>
                  <a:lnTo>
                    <a:pt x="550007" y="11201"/>
                  </a:lnTo>
                  <a:cubicBezTo>
                    <a:pt x="546906" y="11201"/>
                    <a:pt x="544404" y="8700"/>
                    <a:pt x="544404" y="5601"/>
                  </a:cubicBezTo>
                  <a:close/>
                  <a:moveTo>
                    <a:pt x="514188" y="5601"/>
                  </a:moveTo>
                  <a:cubicBezTo>
                    <a:pt x="514188" y="2505"/>
                    <a:pt x="516691" y="0"/>
                    <a:pt x="519791" y="0"/>
                  </a:cubicBezTo>
                  <a:lnTo>
                    <a:pt x="519791" y="0"/>
                  </a:lnTo>
                  <a:cubicBezTo>
                    <a:pt x="522854" y="0"/>
                    <a:pt x="525356" y="2505"/>
                    <a:pt x="525356" y="5601"/>
                  </a:cubicBezTo>
                  <a:lnTo>
                    <a:pt x="525356" y="5601"/>
                  </a:lnTo>
                  <a:cubicBezTo>
                    <a:pt x="525356" y="8700"/>
                    <a:pt x="522854" y="11201"/>
                    <a:pt x="519791" y="11201"/>
                  </a:cubicBezTo>
                  <a:lnTo>
                    <a:pt x="519791" y="11201"/>
                  </a:lnTo>
                  <a:cubicBezTo>
                    <a:pt x="516691" y="11201"/>
                    <a:pt x="514188" y="8700"/>
                    <a:pt x="514188" y="5601"/>
                  </a:cubicBezTo>
                  <a:close/>
                  <a:moveTo>
                    <a:pt x="483935" y="5601"/>
                  </a:moveTo>
                  <a:cubicBezTo>
                    <a:pt x="483935" y="2505"/>
                    <a:pt x="486438" y="0"/>
                    <a:pt x="489538" y="0"/>
                  </a:cubicBezTo>
                  <a:lnTo>
                    <a:pt x="489538" y="0"/>
                  </a:lnTo>
                  <a:cubicBezTo>
                    <a:pt x="492638" y="0"/>
                    <a:pt x="495140" y="2505"/>
                    <a:pt x="495140" y="5601"/>
                  </a:cubicBezTo>
                  <a:lnTo>
                    <a:pt x="495140" y="5601"/>
                  </a:lnTo>
                  <a:cubicBezTo>
                    <a:pt x="495140" y="8700"/>
                    <a:pt x="492638" y="11201"/>
                    <a:pt x="489538" y="11201"/>
                  </a:cubicBezTo>
                  <a:lnTo>
                    <a:pt x="489538" y="11201"/>
                  </a:lnTo>
                  <a:cubicBezTo>
                    <a:pt x="486438" y="11201"/>
                    <a:pt x="483935" y="8700"/>
                    <a:pt x="483935" y="5601"/>
                  </a:cubicBezTo>
                  <a:close/>
                  <a:moveTo>
                    <a:pt x="453682" y="5601"/>
                  </a:moveTo>
                  <a:cubicBezTo>
                    <a:pt x="453682" y="2505"/>
                    <a:pt x="456185" y="0"/>
                    <a:pt x="459285" y="0"/>
                  </a:cubicBezTo>
                  <a:lnTo>
                    <a:pt x="459285" y="0"/>
                  </a:lnTo>
                  <a:cubicBezTo>
                    <a:pt x="462385" y="0"/>
                    <a:pt x="464887" y="2505"/>
                    <a:pt x="464887" y="5601"/>
                  </a:cubicBezTo>
                  <a:lnTo>
                    <a:pt x="464887" y="5601"/>
                  </a:lnTo>
                  <a:cubicBezTo>
                    <a:pt x="464887" y="8700"/>
                    <a:pt x="462385" y="11201"/>
                    <a:pt x="459285" y="11201"/>
                  </a:cubicBezTo>
                  <a:lnTo>
                    <a:pt x="459285" y="11201"/>
                  </a:lnTo>
                  <a:cubicBezTo>
                    <a:pt x="456185" y="11201"/>
                    <a:pt x="453682" y="8700"/>
                    <a:pt x="453682" y="5601"/>
                  </a:cubicBezTo>
                  <a:close/>
                  <a:moveTo>
                    <a:pt x="423430" y="5601"/>
                  </a:moveTo>
                  <a:cubicBezTo>
                    <a:pt x="423430" y="2505"/>
                    <a:pt x="425932" y="0"/>
                    <a:pt x="429032" y="0"/>
                  </a:cubicBezTo>
                  <a:lnTo>
                    <a:pt x="429032" y="0"/>
                  </a:lnTo>
                  <a:cubicBezTo>
                    <a:pt x="432132" y="0"/>
                    <a:pt x="434634" y="2505"/>
                    <a:pt x="434634" y="5601"/>
                  </a:cubicBezTo>
                  <a:lnTo>
                    <a:pt x="434634" y="5601"/>
                  </a:lnTo>
                  <a:cubicBezTo>
                    <a:pt x="434634" y="8700"/>
                    <a:pt x="432132" y="11201"/>
                    <a:pt x="429032" y="11201"/>
                  </a:cubicBezTo>
                  <a:lnTo>
                    <a:pt x="429032" y="11201"/>
                  </a:lnTo>
                  <a:cubicBezTo>
                    <a:pt x="425932" y="11201"/>
                    <a:pt x="423430" y="8700"/>
                    <a:pt x="423430" y="5601"/>
                  </a:cubicBezTo>
                  <a:close/>
                  <a:moveTo>
                    <a:pt x="393176" y="5601"/>
                  </a:moveTo>
                  <a:cubicBezTo>
                    <a:pt x="393176" y="2505"/>
                    <a:pt x="395716" y="0"/>
                    <a:pt x="398779" y="0"/>
                  </a:cubicBezTo>
                  <a:lnTo>
                    <a:pt x="398779" y="0"/>
                  </a:lnTo>
                  <a:cubicBezTo>
                    <a:pt x="401879" y="0"/>
                    <a:pt x="404381" y="2505"/>
                    <a:pt x="404381" y="5601"/>
                  </a:cubicBezTo>
                  <a:lnTo>
                    <a:pt x="404381" y="5601"/>
                  </a:lnTo>
                  <a:cubicBezTo>
                    <a:pt x="404381" y="8700"/>
                    <a:pt x="401879" y="11201"/>
                    <a:pt x="398779" y="11201"/>
                  </a:cubicBezTo>
                  <a:lnTo>
                    <a:pt x="398779" y="11201"/>
                  </a:lnTo>
                  <a:cubicBezTo>
                    <a:pt x="395716" y="11201"/>
                    <a:pt x="393176" y="8700"/>
                    <a:pt x="393176" y="5601"/>
                  </a:cubicBezTo>
                  <a:close/>
                  <a:moveTo>
                    <a:pt x="362923" y="5601"/>
                  </a:moveTo>
                  <a:cubicBezTo>
                    <a:pt x="362923" y="2505"/>
                    <a:pt x="365426" y="0"/>
                    <a:pt x="368526" y="0"/>
                  </a:cubicBezTo>
                  <a:lnTo>
                    <a:pt x="368526" y="0"/>
                  </a:lnTo>
                  <a:cubicBezTo>
                    <a:pt x="371626" y="0"/>
                    <a:pt x="374166" y="2505"/>
                    <a:pt x="374166" y="5601"/>
                  </a:cubicBezTo>
                  <a:lnTo>
                    <a:pt x="374166" y="5601"/>
                  </a:lnTo>
                  <a:cubicBezTo>
                    <a:pt x="374166" y="8700"/>
                    <a:pt x="371626" y="11201"/>
                    <a:pt x="368526" y="11201"/>
                  </a:cubicBezTo>
                  <a:lnTo>
                    <a:pt x="368526" y="11201"/>
                  </a:lnTo>
                  <a:cubicBezTo>
                    <a:pt x="365426" y="11201"/>
                    <a:pt x="362923" y="8700"/>
                    <a:pt x="362923" y="5601"/>
                  </a:cubicBezTo>
                  <a:close/>
                  <a:moveTo>
                    <a:pt x="332708" y="5601"/>
                  </a:moveTo>
                  <a:cubicBezTo>
                    <a:pt x="332708" y="2505"/>
                    <a:pt x="335210" y="0"/>
                    <a:pt x="338310" y="0"/>
                  </a:cubicBezTo>
                  <a:lnTo>
                    <a:pt x="338310" y="0"/>
                  </a:lnTo>
                  <a:cubicBezTo>
                    <a:pt x="341410" y="0"/>
                    <a:pt x="343913" y="2505"/>
                    <a:pt x="343913" y="5601"/>
                  </a:cubicBezTo>
                  <a:lnTo>
                    <a:pt x="343913" y="5601"/>
                  </a:lnTo>
                  <a:cubicBezTo>
                    <a:pt x="343913" y="8700"/>
                    <a:pt x="341410" y="11201"/>
                    <a:pt x="338310" y="11201"/>
                  </a:cubicBezTo>
                  <a:lnTo>
                    <a:pt x="338310" y="11201"/>
                  </a:lnTo>
                  <a:cubicBezTo>
                    <a:pt x="335210" y="11201"/>
                    <a:pt x="332708" y="8700"/>
                    <a:pt x="332708" y="5601"/>
                  </a:cubicBezTo>
                  <a:close/>
                  <a:moveTo>
                    <a:pt x="302455" y="5601"/>
                  </a:moveTo>
                  <a:cubicBezTo>
                    <a:pt x="302455" y="2505"/>
                    <a:pt x="304957" y="0"/>
                    <a:pt x="308057" y="0"/>
                  </a:cubicBezTo>
                  <a:lnTo>
                    <a:pt x="308057" y="0"/>
                  </a:lnTo>
                  <a:cubicBezTo>
                    <a:pt x="311157" y="0"/>
                    <a:pt x="313660" y="2505"/>
                    <a:pt x="313660" y="5601"/>
                  </a:cubicBezTo>
                  <a:lnTo>
                    <a:pt x="313660" y="5601"/>
                  </a:lnTo>
                  <a:cubicBezTo>
                    <a:pt x="313660" y="8700"/>
                    <a:pt x="311157" y="11201"/>
                    <a:pt x="308057" y="11201"/>
                  </a:cubicBezTo>
                  <a:lnTo>
                    <a:pt x="308057" y="11201"/>
                  </a:lnTo>
                  <a:cubicBezTo>
                    <a:pt x="304957" y="11201"/>
                    <a:pt x="302455" y="8700"/>
                    <a:pt x="302455" y="5601"/>
                  </a:cubicBezTo>
                  <a:close/>
                  <a:moveTo>
                    <a:pt x="272202" y="5601"/>
                  </a:moveTo>
                  <a:cubicBezTo>
                    <a:pt x="272202" y="2505"/>
                    <a:pt x="274704" y="0"/>
                    <a:pt x="277805" y="0"/>
                  </a:cubicBezTo>
                  <a:lnTo>
                    <a:pt x="277805" y="0"/>
                  </a:lnTo>
                  <a:cubicBezTo>
                    <a:pt x="280904" y="0"/>
                    <a:pt x="283407" y="2505"/>
                    <a:pt x="283407" y="5601"/>
                  </a:cubicBezTo>
                  <a:lnTo>
                    <a:pt x="283407" y="5601"/>
                  </a:lnTo>
                  <a:cubicBezTo>
                    <a:pt x="283407" y="8700"/>
                    <a:pt x="280904" y="11201"/>
                    <a:pt x="277805" y="11201"/>
                  </a:cubicBezTo>
                  <a:lnTo>
                    <a:pt x="277805" y="11201"/>
                  </a:lnTo>
                  <a:cubicBezTo>
                    <a:pt x="274704" y="11201"/>
                    <a:pt x="272202" y="8700"/>
                    <a:pt x="272202" y="5601"/>
                  </a:cubicBezTo>
                  <a:close/>
                  <a:moveTo>
                    <a:pt x="241949" y="5601"/>
                  </a:moveTo>
                  <a:cubicBezTo>
                    <a:pt x="241949" y="2505"/>
                    <a:pt x="244451" y="0"/>
                    <a:pt x="247551" y="0"/>
                  </a:cubicBezTo>
                  <a:lnTo>
                    <a:pt x="247551" y="0"/>
                  </a:lnTo>
                  <a:cubicBezTo>
                    <a:pt x="250651" y="0"/>
                    <a:pt x="253154" y="2505"/>
                    <a:pt x="253154" y="5601"/>
                  </a:cubicBezTo>
                  <a:lnTo>
                    <a:pt x="253154" y="5601"/>
                  </a:lnTo>
                  <a:cubicBezTo>
                    <a:pt x="253154" y="8700"/>
                    <a:pt x="250651" y="11201"/>
                    <a:pt x="247551" y="11201"/>
                  </a:cubicBezTo>
                  <a:lnTo>
                    <a:pt x="247551" y="11201"/>
                  </a:lnTo>
                  <a:cubicBezTo>
                    <a:pt x="244451" y="11201"/>
                    <a:pt x="241949" y="8700"/>
                    <a:pt x="241949" y="5601"/>
                  </a:cubicBezTo>
                  <a:close/>
                  <a:moveTo>
                    <a:pt x="211733" y="5601"/>
                  </a:moveTo>
                  <a:cubicBezTo>
                    <a:pt x="211733" y="2505"/>
                    <a:pt x="214236" y="0"/>
                    <a:pt x="217336" y="0"/>
                  </a:cubicBezTo>
                  <a:lnTo>
                    <a:pt x="217336" y="0"/>
                  </a:lnTo>
                  <a:cubicBezTo>
                    <a:pt x="220399" y="0"/>
                    <a:pt x="222901" y="2505"/>
                    <a:pt x="222901" y="5601"/>
                  </a:cubicBezTo>
                  <a:lnTo>
                    <a:pt x="222901" y="5601"/>
                  </a:lnTo>
                  <a:cubicBezTo>
                    <a:pt x="222901" y="8700"/>
                    <a:pt x="220399" y="11201"/>
                    <a:pt x="217336" y="11201"/>
                  </a:cubicBezTo>
                  <a:lnTo>
                    <a:pt x="217336" y="11201"/>
                  </a:lnTo>
                  <a:cubicBezTo>
                    <a:pt x="214236" y="11201"/>
                    <a:pt x="211733" y="8700"/>
                    <a:pt x="211733" y="5601"/>
                  </a:cubicBezTo>
                  <a:close/>
                  <a:moveTo>
                    <a:pt x="181480" y="5601"/>
                  </a:moveTo>
                  <a:cubicBezTo>
                    <a:pt x="181480" y="2505"/>
                    <a:pt x="183983" y="0"/>
                    <a:pt x="187083" y="0"/>
                  </a:cubicBezTo>
                  <a:lnTo>
                    <a:pt x="187083" y="0"/>
                  </a:lnTo>
                  <a:cubicBezTo>
                    <a:pt x="190145" y="0"/>
                    <a:pt x="192685" y="2505"/>
                    <a:pt x="192685" y="5601"/>
                  </a:cubicBezTo>
                  <a:lnTo>
                    <a:pt x="192685" y="5601"/>
                  </a:lnTo>
                  <a:cubicBezTo>
                    <a:pt x="192685" y="8700"/>
                    <a:pt x="190145" y="11201"/>
                    <a:pt x="187083" y="11201"/>
                  </a:cubicBezTo>
                  <a:lnTo>
                    <a:pt x="187083" y="11201"/>
                  </a:lnTo>
                  <a:cubicBezTo>
                    <a:pt x="183983" y="11201"/>
                    <a:pt x="181480" y="8700"/>
                    <a:pt x="181480" y="5601"/>
                  </a:cubicBezTo>
                  <a:close/>
                  <a:moveTo>
                    <a:pt x="151227" y="5601"/>
                  </a:moveTo>
                  <a:cubicBezTo>
                    <a:pt x="151227" y="2505"/>
                    <a:pt x="153730" y="0"/>
                    <a:pt x="156830" y="0"/>
                  </a:cubicBezTo>
                  <a:lnTo>
                    <a:pt x="156830" y="0"/>
                  </a:lnTo>
                  <a:cubicBezTo>
                    <a:pt x="159930" y="0"/>
                    <a:pt x="162432" y="2505"/>
                    <a:pt x="162432" y="5601"/>
                  </a:cubicBezTo>
                  <a:lnTo>
                    <a:pt x="162432" y="5601"/>
                  </a:lnTo>
                  <a:cubicBezTo>
                    <a:pt x="162432" y="8700"/>
                    <a:pt x="159930" y="11201"/>
                    <a:pt x="156830" y="11201"/>
                  </a:cubicBezTo>
                  <a:lnTo>
                    <a:pt x="156830" y="11201"/>
                  </a:lnTo>
                  <a:cubicBezTo>
                    <a:pt x="153730" y="11201"/>
                    <a:pt x="151227" y="8700"/>
                    <a:pt x="151227" y="5601"/>
                  </a:cubicBezTo>
                  <a:close/>
                  <a:moveTo>
                    <a:pt x="120974" y="5601"/>
                  </a:moveTo>
                  <a:cubicBezTo>
                    <a:pt x="120974" y="2505"/>
                    <a:pt x="123477" y="0"/>
                    <a:pt x="126577" y="0"/>
                  </a:cubicBezTo>
                  <a:lnTo>
                    <a:pt x="126577" y="0"/>
                  </a:lnTo>
                  <a:cubicBezTo>
                    <a:pt x="129677" y="0"/>
                    <a:pt x="132179" y="2505"/>
                    <a:pt x="132179" y="5601"/>
                  </a:cubicBezTo>
                  <a:lnTo>
                    <a:pt x="132179" y="5601"/>
                  </a:lnTo>
                  <a:cubicBezTo>
                    <a:pt x="132179" y="8700"/>
                    <a:pt x="129677" y="11201"/>
                    <a:pt x="126577" y="11201"/>
                  </a:cubicBezTo>
                  <a:lnTo>
                    <a:pt x="126577" y="11201"/>
                  </a:lnTo>
                  <a:cubicBezTo>
                    <a:pt x="123477" y="11201"/>
                    <a:pt x="120974" y="8700"/>
                    <a:pt x="120974" y="5601"/>
                  </a:cubicBezTo>
                  <a:close/>
                  <a:moveTo>
                    <a:pt x="90721" y="5601"/>
                  </a:moveTo>
                  <a:cubicBezTo>
                    <a:pt x="90721" y="2505"/>
                    <a:pt x="93224" y="0"/>
                    <a:pt x="96324" y="0"/>
                  </a:cubicBezTo>
                  <a:lnTo>
                    <a:pt x="96324" y="0"/>
                  </a:lnTo>
                  <a:cubicBezTo>
                    <a:pt x="99424" y="0"/>
                    <a:pt x="101926" y="2505"/>
                    <a:pt x="101926" y="5601"/>
                  </a:cubicBezTo>
                  <a:lnTo>
                    <a:pt x="101926" y="5601"/>
                  </a:lnTo>
                  <a:cubicBezTo>
                    <a:pt x="101926" y="8700"/>
                    <a:pt x="99424" y="11201"/>
                    <a:pt x="96324" y="11201"/>
                  </a:cubicBezTo>
                  <a:lnTo>
                    <a:pt x="96324" y="11201"/>
                  </a:lnTo>
                  <a:cubicBezTo>
                    <a:pt x="93224" y="11201"/>
                    <a:pt x="90721" y="8700"/>
                    <a:pt x="90721" y="5601"/>
                  </a:cubicBezTo>
                  <a:close/>
                  <a:moveTo>
                    <a:pt x="60468" y="5601"/>
                  </a:moveTo>
                  <a:cubicBezTo>
                    <a:pt x="60468" y="2505"/>
                    <a:pt x="63008" y="0"/>
                    <a:pt x="66108" y="0"/>
                  </a:cubicBezTo>
                  <a:lnTo>
                    <a:pt x="66108" y="0"/>
                  </a:lnTo>
                  <a:cubicBezTo>
                    <a:pt x="69171" y="0"/>
                    <a:pt x="71711" y="2505"/>
                    <a:pt x="71711" y="5601"/>
                  </a:cubicBezTo>
                  <a:lnTo>
                    <a:pt x="71711" y="5601"/>
                  </a:lnTo>
                  <a:cubicBezTo>
                    <a:pt x="71711" y="8700"/>
                    <a:pt x="69171" y="11201"/>
                    <a:pt x="66108" y="11201"/>
                  </a:cubicBezTo>
                  <a:lnTo>
                    <a:pt x="66108" y="11201"/>
                  </a:lnTo>
                  <a:cubicBezTo>
                    <a:pt x="63008" y="11201"/>
                    <a:pt x="60468" y="8700"/>
                    <a:pt x="60468" y="5601"/>
                  </a:cubicBezTo>
                  <a:close/>
                  <a:moveTo>
                    <a:pt x="30253" y="5601"/>
                  </a:moveTo>
                  <a:cubicBezTo>
                    <a:pt x="30253" y="2505"/>
                    <a:pt x="32755" y="0"/>
                    <a:pt x="35855" y="0"/>
                  </a:cubicBezTo>
                  <a:lnTo>
                    <a:pt x="35855" y="0"/>
                  </a:lnTo>
                  <a:cubicBezTo>
                    <a:pt x="38955" y="0"/>
                    <a:pt x="41458" y="2505"/>
                    <a:pt x="41458" y="5601"/>
                  </a:cubicBezTo>
                  <a:lnTo>
                    <a:pt x="41458" y="5601"/>
                  </a:lnTo>
                  <a:cubicBezTo>
                    <a:pt x="41458" y="8700"/>
                    <a:pt x="38955" y="11201"/>
                    <a:pt x="35855" y="11201"/>
                  </a:cubicBezTo>
                  <a:lnTo>
                    <a:pt x="35855" y="11201"/>
                  </a:lnTo>
                  <a:cubicBezTo>
                    <a:pt x="32755" y="11201"/>
                    <a:pt x="30253" y="8700"/>
                    <a:pt x="30253" y="5601"/>
                  </a:cubicBezTo>
                  <a:close/>
                  <a:moveTo>
                    <a:pt x="0" y="5601"/>
                  </a:moveTo>
                  <a:cubicBezTo>
                    <a:pt x="0" y="2505"/>
                    <a:pt x="2502" y="0"/>
                    <a:pt x="5602" y="0"/>
                  </a:cubicBezTo>
                  <a:lnTo>
                    <a:pt x="5602" y="0"/>
                  </a:lnTo>
                  <a:cubicBezTo>
                    <a:pt x="8702" y="0"/>
                    <a:pt x="11205" y="2505"/>
                    <a:pt x="11205" y="5601"/>
                  </a:cubicBezTo>
                  <a:lnTo>
                    <a:pt x="11205" y="5601"/>
                  </a:lnTo>
                  <a:cubicBezTo>
                    <a:pt x="11205" y="8700"/>
                    <a:pt x="8702" y="11201"/>
                    <a:pt x="5602" y="11201"/>
                  </a:cubicBezTo>
                  <a:lnTo>
                    <a:pt x="5602" y="11201"/>
                  </a:lnTo>
                  <a:cubicBezTo>
                    <a:pt x="2502" y="11201"/>
                    <a:pt x="0" y="8700"/>
                    <a:pt x="0" y="560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89" name="Google Shape;2489;p90"/>
            <p:cNvSpPr/>
            <p:nvPr/>
          </p:nvSpPr>
          <p:spPr>
            <a:xfrm>
              <a:off x="7879371" y="1530916"/>
              <a:ext cx="11204" cy="11209"/>
            </a:xfrm>
            <a:custGeom>
              <a:avLst/>
              <a:gdLst/>
              <a:ahLst/>
              <a:cxnLst/>
              <a:rect l="l" t="t" r="r" b="b"/>
              <a:pathLst>
                <a:path w="11204" h="11209" extrusionOk="0">
                  <a:moveTo>
                    <a:pt x="5602" y="11209"/>
                  </a:moveTo>
                  <a:cubicBezTo>
                    <a:pt x="4108" y="11209"/>
                    <a:pt x="2726" y="10615"/>
                    <a:pt x="1643" y="9532"/>
                  </a:cubicBezTo>
                  <a:cubicBezTo>
                    <a:pt x="598" y="8486"/>
                    <a:pt x="0" y="7104"/>
                    <a:pt x="0" y="5609"/>
                  </a:cubicBezTo>
                  <a:cubicBezTo>
                    <a:pt x="0" y="4117"/>
                    <a:pt x="598" y="2659"/>
                    <a:pt x="1643" y="1652"/>
                  </a:cubicBezTo>
                  <a:cubicBezTo>
                    <a:pt x="1905" y="1390"/>
                    <a:pt x="2203" y="1131"/>
                    <a:pt x="2503" y="941"/>
                  </a:cubicBezTo>
                  <a:cubicBezTo>
                    <a:pt x="2801" y="756"/>
                    <a:pt x="3137" y="570"/>
                    <a:pt x="3473" y="420"/>
                  </a:cubicBezTo>
                  <a:cubicBezTo>
                    <a:pt x="3810" y="271"/>
                    <a:pt x="4146" y="158"/>
                    <a:pt x="4519" y="85"/>
                  </a:cubicBezTo>
                  <a:cubicBezTo>
                    <a:pt x="5229" y="-28"/>
                    <a:pt x="5976" y="-28"/>
                    <a:pt x="6686" y="85"/>
                  </a:cubicBezTo>
                  <a:cubicBezTo>
                    <a:pt x="7059" y="157"/>
                    <a:pt x="7395" y="271"/>
                    <a:pt x="7731" y="420"/>
                  </a:cubicBezTo>
                  <a:cubicBezTo>
                    <a:pt x="8068" y="570"/>
                    <a:pt x="8404" y="756"/>
                    <a:pt x="8702" y="941"/>
                  </a:cubicBezTo>
                  <a:cubicBezTo>
                    <a:pt x="9039" y="1131"/>
                    <a:pt x="9300" y="1390"/>
                    <a:pt x="9561" y="1652"/>
                  </a:cubicBezTo>
                  <a:cubicBezTo>
                    <a:pt x="10607" y="2659"/>
                    <a:pt x="11205" y="4117"/>
                    <a:pt x="11205" y="5609"/>
                  </a:cubicBezTo>
                  <a:cubicBezTo>
                    <a:pt x="11205" y="7104"/>
                    <a:pt x="10644" y="8486"/>
                    <a:pt x="9561" y="9532"/>
                  </a:cubicBezTo>
                  <a:cubicBezTo>
                    <a:pt x="9039" y="10090"/>
                    <a:pt x="8441" y="10502"/>
                    <a:pt x="7769" y="10765"/>
                  </a:cubicBezTo>
                  <a:cubicBezTo>
                    <a:pt x="7059" y="11060"/>
                    <a:pt x="6349" y="11209"/>
                    <a:pt x="5602" y="11209"/>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490" name="Google Shape;2490;p90"/>
          <p:cNvGrpSpPr/>
          <p:nvPr/>
        </p:nvGrpSpPr>
        <p:grpSpPr>
          <a:xfrm>
            <a:off x="7201553" y="888426"/>
            <a:ext cx="897204" cy="298301"/>
            <a:chOff x="7971400" y="1434803"/>
            <a:chExt cx="1095755" cy="364315"/>
          </a:xfrm>
        </p:grpSpPr>
        <p:grpSp>
          <p:nvGrpSpPr>
            <p:cNvPr id="2491" name="Google Shape;2491;p90"/>
            <p:cNvGrpSpPr/>
            <p:nvPr/>
          </p:nvGrpSpPr>
          <p:grpSpPr>
            <a:xfrm>
              <a:off x="7971400" y="1703930"/>
              <a:ext cx="1095755" cy="95188"/>
              <a:chOff x="7971400" y="1703930"/>
              <a:chExt cx="1095755" cy="95188"/>
            </a:xfrm>
          </p:grpSpPr>
          <p:sp>
            <p:nvSpPr>
              <p:cNvPr id="2492" name="Google Shape;2492;p90"/>
              <p:cNvSpPr/>
              <p:nvPr/>
            </p:nvSpPr>
            <p:spPr>
              <a:xfrm>
                <a:off x="7971400" y="1705184"/>
                <a:ext cx="51056" cy="77259"/>
              </a:xfrm>
              <a:custGeom>
                <a:avLst/>
                <a:gdLst/>
                <a:ahLst/>
                <a:cxnLst/>
                <a:rect l="l" t="t" r="r" b="b"/>
                <a:pathLst>
                  <a:path w="51056" h="77259" extrusionOk="0">
                    <a:moveTo>
                      <a:pt x="46276" y="14584"/>
                    </a:moveTo>
                    <a:cubicBezTo>
                      <a:pt x="45865" y="15350"/>
                      <a:pt x="45416" y="15887"/>
                      <a:pt x="44931" y="16201"/>
                    </a:cubicBezTo>
                    <a:cubicBezTo>
                      <a:pt x="44408" y="16514"/>
                      <a:pt x="43811" y="16675"/>
                      <a:pt x="43138" y="16675"/>
                    </a:cubicBezTo>
                    <a:cubicBezTo>
                      <a:pt x="42429" y="16675"/>
                      <a:pt x="41645" y="16406"/>
                      <a:pt x="40785" y="15865"/>
                    </a:cubicBezTo>
                    <a:cubicBezTo>
                      <a:pt x="39889" y="15323"/>
                      <a:pt x="38880" y="14722"/>
                      <a:pt x="37685" y="14058"/>
                    </a:cubicBezTo>
                    <a:cubicBezTo>
                      <a:pt x="36490" y="13397"/>
                      <a:pt x="35108" y="12796"/>
                      <a:pt x="33540" y="12258"/>
                    </a:cubicBezTo>
                    <a:cubicBezTo>
                      <a:pt x="31933" y="11717"/>
                      <a:pt x="30066" y="11448"/>
                      <a:pt x="27900" y="11448"/>
                    </a:cubicBezTo>
                    <a:cubicBezTo>
                      <a:pt x="25958" y="11448"/>
                      <a:pt x="24240" y="11679"/>
                      <a:pt x="22820" y="12153"/>
                    </a:cubicBezTo>
                    <a:cubicBezTo>
                      <a:pt x="21364" y="12620"/>
                      <a:pt x="20131" y="13277"/>
                      <a:pt x="19160" y="14114"/>
                    </a:cubicBezTo>
                    <a:cubicBezTo>
                      <a:pt x="18152" y="14946"/>
                      <a:pt x="17404" y="15951"/>
                      <a:pt x="16919" y="17119"/>
                    </a:cubicBezTo>
                    <a:cubicBezTo>
                      <a:pt x="16434" y="18288"/>
                      <a:pt x="16209" y="19569"/>
                      <a:pt x="16209" y="20961"/>
                    </a:cubicBezTo>
                    <a:cubicBezTo>
                      <a:pt x="16209" y="22735"/>
                      <a:pt x="16695" y="24221"/>
                      <a:pt x="17666" y="25405"/>
                    </a:cubicBezTo>
                    <a:cubicBezTo>
                      <a:pt x="18675" y="26588"/>
                      <a:pt x="19982" y="27600"/>
                      <a:pt x="21625" y="28436"/>
                    </a:cubicBezTo>
                    <a:cubicBezTo>
                      <a:pt x="23269" y="29269"/>
                      <a:pt x="25136" y="30023"/>
                      <a:pt x="27227" y="30684"/>
                    </a:cubicBezTo>
                    <a:cubicBezTo>
                      <a:pt x="29319" y="31345"/>
                      <a:pt x="31448" y="32051"/>
                      <a:pt x="33614" y="32801"/>
                    </a:cubicBezTo>
                    <a:cubicBezTo>
                      <a:pt x="35818" y="33552"/>
                      <a:pt x="37947" y="34418"/>
                      <a:pt x="40038" y="35415"/>
                    </a:cubicBezTo>
                    <a:cubicBezTo>
                      <a:pt x="42130" y="36408"/>
                      <a:pt x="43998" y="37663"/>
                      <a:pt x="45641" y="39178"/>
                    </a:cubicBezTo>
                    <a:cubicBezTo>
                      <a:pt x="47284" y="40694"/>
                      <a:pt x="48592" y="42550"/>
                      <a:pt x="49563" y="44745"/>
                    </a:cubicBezTo>
                    <a:cubicBezTo>
                      <a:pt x="50571" y="46941"/>
                      <a:pt x="51056" y="49607"/>
                      <a:pt x="51056" y="52743"/>
                    </a:cubicBezTo>
                    <a:cubicBezTo>
                      <a:pt x="51056" y="56160"/>
                      <a:pt x="50496" y="59356"/>
                      <a:pt x="49301" y="62335"/>
                    </a:cubicBezTo>
                    <a:cubicBezTo>
                      <a:pt x="48143" y="65315"/>
                      <a:pt x="46425" y="67910"/>
                      <a:pt x="44184" y="70124"/>
                    </a:cubicBezTo>
                    <a:cubicBezTo>
                      <a:pt x="41943" y="72338"/>
                      <a:pt x="39217" y="74078"/>
                      <a:pt x="35967" y="75351"/>
                    </a:cubicBezTo>
                    <a:cubicBezTo>
                      <a:pt x="32718" y="76621"/>
                      <a:pt x="29021" y="77259"/>
                      <a:pt x="24837" y="77259"/>
                    </a:cubicBezTo>
                    <a:cubicBezTo>
                      <a:pt x="22410" y="77259"/>
                      <a:pt x="20057" y="77020"/>
                      <a:pt x="17704" y="76553"/>
                    </a:cubicBezTo>
                    <a:cubicBezTo>
                      <a:pt x="15388" y="76079"/>
                      <a:pt x="13147" y="75411"/>
                      <a:pt x="10980" y="74541"/>
                    </a:cubicBezTo>
                    <a:cubicBezTo>
                      <a:pt x="8852" y="73667"/>
                      <a:pt x="6835" y="72625"/>
                      <a:pt x="4967" y="71405"/>
                    </a:cubicBezTo>
                    <a:cubicBezTo>
                      <a:pt x="3100" y="70184"/>
                      <a:pt x="1457" y="68825"/>
                      <a:pt x="0" y="67327"/>
                    </a:cubicBezTo>
                    <a:lnTo>
                      <a:pt x="4071" y="60584"/>
                    </a:lnTo>
                    <a:cubicBezTo>
                      <a:pt x="4444" y="60095"/>
                      <a:pt x="4893" y="59688"/>
                      <a:pt x="5453" y="59356"/>
                    </a:cubicBezTo>
                    <a:cubicBezTo>
                      <a:pt x="5976" y="59023"/>
                      <a:pt x="6574" y="58855"/>
                      <a:pt x="7246" y="58855"/>
                    </a:cubicBezTo>
                    <a:cubicBezTo>
                      <a:pt x="8142" y="58855"/>
                      <a:pt x="9076" y="59214"/>
                      <a:pt x="10084" y="59927"/>
                    </a:cubicBezTo>
                    <a:cubicBezTo>
                      <a:pt x="11093" y="60644"/>
                      <a:pt x="12288" y="61439"/>
                      <a:pt x="13670" y="62309"/>
                    </a:cubicBezTo>
                    <a:cubicBezTo>
                      <a:pt x="15052" y="63179"/>
                      <a:pt x="16658" y="63974"/>
                      <a:pt x="18525" y="64688"/>
                    </a:cubicBezTo>
                    <a:cubicBezTo>
                      <a:pt x="20393" y="65401"/>
                      <a:pt x="22633" y="65759"/>
                      <a:pt x="25248" y="65759"/>
                    </a:cubicBezTo>
                    <a:cubicBezTo>
                      <a:pt x="29244" y="65759"/>
                      <a:pt x="32344" y="64807"/>
                      <a:pt x="34548" y="62910"/>
                    </a:cubicBezTo>
                    <a:cubicBezTo>
                      <a:pt x="36752" y="61010"/>
                      <a:pt x="37835" y="58284"/>
                      <a:pt x="37835" y="54730"/>
                    </a:cubicBezTo>
                    <a:cubicBezTo>
                      <a:pt x="37835" y="52743"/>
                      <a:pt x="37349" y="51123"/>
                      <a:pt x="36341" y="49868"/>
                    </a:cubicBezTo>
                    <a:cubicBezTo>
                      <a:pt x="35370" y="48610"/>
                      <a:pt x="34025" y="47561"/>
                      <a:pt x="32419" y="46706"/>
                    </a:cubicBezTo>
                    <a:cubicBezTo>
                      <a:pt x="30776" y="45854"/>
                      <a:pt x="28908" y="45126"/>
                      <a:pt x="26817" y="44533"/>
                    </a:cubicBezTo>
                    <a:cubicBezTo>
                      <a:pt x="24725" y="43943"/>
                      <a:pt x="22596" y="43301"/>
                      <a:pt x="20430" y="42602"/>
                    </a:cubicBezTo>
                    <a:cubicBezTo>
                      <a:pt x="18264" y="41904"/>
                      <a:pt x="16135" y="41071"/>
                      <a:pt x="14043" y="40093"/>
                    </a:cubicBezTo>
                    <a:cubicBezTo>
                      <a:pt x="11952" y="39115"/>
                      <a:pt x="10084" y="37845"/>
                      <a:pt x="8441" y="36277"/>
                    </a:cubicBezTo>
                    <a:cubicBezTo>
                      <a:pt x="6797" y="34709"/>
                      <a:pt x="5490" y="32749"/>
                      <a:pt x="4519" y="30393"/>
                    </a:cubicBezTo>
                    <a:cubicBezTo>
                      <a:pt x="3511" y="28044"/>
                      <a:pt x="3025" y="25143"/>
                      <a:pt x="3025" y="21693"/>
                    </a:cubicBezTo>
                    <a:cubicBezTo>
                      <a:pt x="3025" y="18941"/>
                      <a:pt x="3548" y="16257"/>
                      <a:pt x="4669" y="13643"/>
                    </a:cubicBezTo>
                    <a:cubicBezTo>
                      <a:pt x="5751" y="11030"/>
                      <a:pt x="7358" y="8715"/>
                      <a:pt x="9486" y="6691"/>
                    </a:cubicBezTo>
                    <a:cubicBezTo>
                      <a:pt x="11578" y="4667"/>
                      <a:pt x="14155" y="3047"/>
                      <a:pt x="17255" y="1830"/>
                    </a:cubicBezTo>
                    <a:cubicBezTo>
                      <a:pt x="20318" y="612"/>
                      <a:pt x="23829" y="0"/>
                      <a:pt x="27750" y="0"/>
                    </a:cubicBezTo>
                    <a:cubicBezTo>
                      <a:pt x="32195" y="0"/>
                      <a:pt x="36341" y="698"/>
                      <a:pt x="40076" y="2091"/>
                    </a:cubicBezTo>
                    <a:cubicBezTo>
                      <a:pt x="43848" y="3484"/>
                      <a:pt x="47060" y="5436"/>
                      <a:pt x="49712" y="7945"/>
                    </a:cubicBezTo>
                    <a:lnTo>
                      <a:pt x="46276" y="14584"/>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93" name="Google Shape;2493;p90"/>
              <p:cNvSpPr/>
              <p:nvPr/>
            </p:nvSpPr>
            <p:spPr>
              <a:xfrm>
                <a:off x="8032503" y="1727139"/>
                <a:ext cx="46761" cy="54468"/>
              </a:xfrm>
              <a:custGeom>
                <a:avLst/>
                <a:gdLst/>
                <a:ahLst/>
                <a:cxnLst/>
                <a:rect l="l" t="t" r="r" b="b"/>
                <a:pathLst>
                  <a:path w="46761" h="54468" extrusionOk="0">
                    <a:moveTo>
                      <a:pt x="0" y="54468"/>
                    </a:moveTo>
                    <a:lnTo>
                      <a:pt x="0" y="836"/>
                    </a:lnTo>
                    <a:lnTo>
                      <a:pt x="7918" y="836"/>
                    </a:lnTo>
                    <a:cubicBezTo>
                      <a:pt x="9561" y="836"/>
                      <a:pt x="10682" y="1620"/>
                      <a:pt x="11205" y="3189"/>
                    </a:cubicBezTo>
                    <a:lnTo>
                      <a:pt x="12101" y="7423"/>
                    </a:lnTo>
                    <a:cubicBezTo>
                      <a:pt x="13184" y="6310"/>
                      <a:pt x="14305" y="5294"/>
                      <a:pt x="15500" y="4391"/>
                    </a:cubicBezTo>
                    <a:cubicBezTo>
                      <a:pt x="16732" y="3484"/>
                      <a:pt x="18002" y="2700"/>
                      <a:pt x="19347" y="2035"/>
                    </a:cubicBezTo>
                    <a:cubicBezTo>
                      <a:pt x="20654" y="1378"/>
                      <a:pt x="22111" y="870"/>
                      <a:pt x="23642" y="519"/>
                    </a:cubicBezTo>
                    <a:cubicBezTo>
                      <a:pt x="25173" y="175"/>
                      <a:pt x="26854" y="0"/>
                      <a:pt x="28647" y="0"/>
                    </a:cubicBezTo>
                    <a:cubicBezTo>
                      <a:pt x="31597" y="0"/>
                      <a:pt x="34175" y="497"/>
                      <a:pt x="36453" y="1490"/>
                    </a:cubicBezTo>
                    <a:cubicBezTo>
                      <a:pt x="38731" y="2479"/>
                      <a:pt x="40599" y="3872"/>
                      <a:pt x="42130" y="5672"/>
                    </a:cubicBezTo>
                    <a:cubicBezTo>
                      <a:pt x="43661" y="7464"/>
                      <a:pt x="44782" y="9611"/>
                      <a:pt x="45566" y="12101"/>
                    </a:cubicBezTo>
                    <a:cubicBezTo>
                      <a:pt x="46351" y="14595"/>
                      <a:pt x="46761" y="17336"/>
                      <a:pt x="46761" y="20334"/>
                    </a:cubicBezTo>
                    <a:lnTo>
                      <a:pt x="46761" y="54468"/>
                    </a:lnTo>
                    <a:lnTo>
                      <a:pt x="33838" y="54468"/>
                    </a:lnTo>
                    <a:lnTo>
                      <a:pt x="33838" y="20334"/>
                    </a:lnTo>
                    <a:cubicBezTo>
                      <a:pt x="33838" y="17060"/>
                      <a:pt x="33091" y="14521"/>
                      <a:pt x="31560" y="12728"/>
                    </a:cubicBezTo>
                    <a:cubicBezTo>
                      <a:pt x="30029" y="10932"/>
                      <a:pt x="27788" y="10036"/>
                      <a:pt x="24725" y="10036"/>
                    </a:cubicBezTo>
                    <a:cubicBezTo>
                      <a:pt x="22522" y="10036"/>
                      <a:pt x="20430" y="10540"/>
                      <a:pt x="18450" y="11552"/>
                    </a:cubicBezTo>
                    <a:cubicBezTo>
                      <a:pt x="16509" y="12564"/>
                      <a:pt x="14678" y="13938"/>
                      <a:pt x="12923" y="15682"/>
                    </a:cubicBezTo>
                    <a:lnTo>
                      <a:pt x="12923" y="54468"/>
                    </a:lnTo>
                    <a:lnTo>
                      <a:pt x="0" y="5446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94" name="Google Shape;2494;p90"/>
              <p:cNvSpPr/>
              <p:nvPr/>
            </p:nvSpPr>
            <p:spPr>
              <a:xfrm>
                <a:off x="8088266" y="1727139"/>
                <a:ext cx="53073" cy="55248"/>
              </a:xfrm>
              <a:custGeom>
                <a:avLst/>
                <a:gdLst/>
                <a:ahLst/>
                <a:cxnLst/>
                <a:rect l="l" t="t" r="r" b="b"/>
                <a:pathLst>
                  <a:path w="53073" h="55248" extrusionOk="0">
                    <a:moveTo>
                      <a:pt x="26593" y="0"/>
                    </a:moveTo>
                    <a:cubicBezTo>
                      <a:pt x="30589" y="0"/>
                      <a:pt x="34250" y="642"/>
                      <a:pt x="37499" y="1934"/>
                    </a:cubicBezTo>
                    <a:cubicBezTo>
                      <a:pt x="40748" y="3226"/>
                      <a:pt x="43549" y="5056"/>
                      <a:pt x="45828" y="7423"/>
                    </a:cubicBezTo>
                    <a:cubicBezTo>
                      <a:pt x="48143" y="9790"/>
                      <a:pt x="49936" y="12684"/>
                      <a:pt x="51169" y="16100"/>
                    </a:cubicBezTo>
                    <a:cubicBezTo>
                      <a:pt x="52439" y="19516"/>
                      <a:pt x="53074" y="23329"/>
                      <a:pt x="53074" y="27544"/>
                    </a:cubicBezTo>
                    <a:cubicBezTo>
                      <a:pt x="53074" y="31797"/>
                      <a:pt x="52439" y="35631"/>
                      <a:pt x="51169" y="39044"/>
                    </a:cubicBezTo>
                    <a:cubicBezTo>
                      <a:pt x="49936" y="42460"/>
                      <a:pt x="48143" y="45373"/>
                      <a:pt x="45828" y="47774"/>
                    </a:cubicBezTo>
                    <a:cubicBezTo>
                      <a:pt x="43549" y="50182"/>
                      <a:pt x="40748" y="52026"/>
                      <a:pt x="37499" y="53318"/>
                    </a:cubicBezTo>
                    <a:cubicBezTo>
                      <a:pt x="34250" y="54606"/>
                      <a:pt x="30589" y="55249"/>
                      <a:pt x="26593" y="55249"/>
                    </a:cubicBezTo>
                    <a:cubicBezTo>
                      <a:pt x="22597" y="55249"/>
                      <a:pt x="18936" y="54606"/>
                      <a:pt x="15687" y="53318"/>
                    </a:cubicBezTo>
                    <a:cubicBezTo>
                      <a:pt x="12400" y="52026"/>
                      <a:pt x="9599" y="50182"/>
                      <a:pt x="7283" y="47774"/>
                    </a:cubicBezTo>
                    <a:cubicBezTo>
                      <a:pt x="4968" y="45373"/>
                      <a:pt x="3175" y="42460"/>
                      <a:pt x="1905" y="39044"/>
                    </a:cubicBezTo>
                    <a:cubicBezTo>
                      <a:pt x="635" y="35631"/>
                      <a:pt x="0" y="31797"/>
                      <a:pt x="0" y="27544"/>
                    </a:cubicBezTo>
                    <a:cubicBezTo>
                      <a:pt x="0" y="23329"/>
                      <a:pt x="635" y="19516"/>
                      <a:pt x="1905" y="16100"/>
                    </a:cubicBezTo>
                    <a:cubicBezTo>
                      <a:pt x="3175" y="12684"/>
                      <a:pt x="4968" y="9790"/>
                      <a:pt x="7283" y="7423"/>
                    </a:cubicBezTo>
                    <a:cubicBezTo>
                      <a:pt x="9599" y="5056"/>
                      <a:pt x="12400" y="3226"/>
                      <a:pt x="15687" y="1934"/>
                    </a:cubicBezTo>
                    <a:cubicBezTo>
                      <a:pt x="18936" y="642"/>
                      <a:pt x="22597" y="0"/>
                      <a:pt x="26593" y="0"/>
                    </a:cubicBezTo>
                    <a:close/>
                    <a:moveTo>
                      <a:pt x="26593" y="45317"/>
                    </a:moveTo>
                    <a:cubicBezTo>
                      <a:pt x="31075" y="45317"/>
                      <a:pt x="34362" y="43823"/>
                      <a:pt x="36490" y="40825"/>
                    </a:cubicBezTo>
                    <a:cubicBezTo>
                      <a:pt x="38657" y="37827"/>
                      <a:pt x="39740" y="33436"/>
                      <a:pt x="39740" y="27652"/>
                    </a:cubicBezTo>
                    <a:cubicBezTo>
                      <a:pt x="39740" y="21869"/>
                      <a:pt x="38657" y="17459"/>
                      <a:pt x="36490" y="14427"/>
                    </a:cubicBezTo>
                    <a:cubicBezTo>
                      <a:pt x="34362" y="11392"/>
                      <a:pt x="31075" y="9880"/>
                      <a:pt x="26593" y="9880"/>
                    </a:cubicBezTo>
                    <a:cubicBezTo>
                      <a:pt x="22074" y="9880"/>
                      <a:pt x="18712" y="11403"/>
                      <a:pt x="16546" y="14453"/>
                    </a:cubicBezTo>
                    <a:cubicBezTo>
                      <a:pt x="14380" y="17504"/>
                      <a:pt x="13334" y="21902"/>
                      <a:pt x="13334" y="27652"/>
                    </a:cubicBezTo>
                    <a:cubicBezTo>
                      <a:pt x="13334" y="33402"/>
                      <a:pt x="14380" y="37786"/>
                      <a:pt x="16546" y="40795"/>
                    </a:cubicBezTo>
                    <a:cubicBezTo>
                      <a:pt x="18712" y="43816"/>
                      <a:pt x="22074" y="45317"/>
                      <a:pt x="26593" y="4531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95" name="Google Shape;2495;p90"/>
              <p:cNvSpPr/>
              <p:nvPr/>
            </p:nvSpPr>
            <p:spPr>
              <a:xfrm>
                <a:off x="8144887" y="1727871"/>
                <a:ext cx="81982" cy="53736"/>
              </a:xfrm>
              <a:custGeom>
                <a:avLst/>
                <a:gdLst/>
                <a:ahLst/>
                <a:cxnLst/>
                <a:rect l="l" t="t" r="r" b="b"/>
                <a:pathLst>
                  <a:path w="81982" h="53736" extrusionOk="0">
                    <a:moveTo>
                      <a:pt x="0" y="105"/>
                    </a:moveTo>
                    <a:lnTo>
                      <a:pt x="10234" y="105"/>
                    </a:lnTo>
                    <a:cubicBezTo>
                      <a:pt x="11205" y="105"/>
                      <a:pt x="12026" y="332"/>
                      <a:pt x="12699" y="784"/>
                    </a:cubicBezTo>
                    <a:cubicBezTo>
                      <a:pt x="13371" y="1240"/>
                      <a:pt x="13782" y="1811"/>
                      <a:pt x="13969" y="2509"/>
                    </a:cubicBezTo>
                    <a:lnTo>
                      <a:pt x="21625" y="31151"/>
                    </a:lnTo>
                    <a:cubicBezTo>
                      <a:pt x="22074" y="32719"/>
                      <a:pt x="22410" y="34254"/>
                      <a:pt x="22671" y="35755"/>
                    </a:cubicBezTo>
                    <a:cubicBezTo>
                      <a:pt x="22933" y="37252"/>
                      <a:pt x="23157" y="38753"/>
                      <a:pt x="23418" y="40250"/>
                    </a:cubicBezTo>
                    <a:cubicBezTo>
                      <a:pt x="23792" y="38753"/>
                      <a:pt x="24202" y="37252"/>
                      <a:pt x="24650" y="35755"/>
                    </a:cubicBezTo>
                    <a:cubicBezTo>
                      <a:pt x="25099" y="34254"/>
                      <a:pt x="25547" y="32719"/>
                      <a:pt x="26032" y="31151"/>
                    </a:cubicBezTo>
                    <a:lnTo>
                      <a:pt x="34922" y="2405"/>
                    </a:lnTo>
                    <a:cubicBezTo>
                      <a:pt x="35146" y="1706"/>
                      <a:pt x="35557" y="1131"/>
                      <a:pt x="36192" y="676"/>
                    </a:cubicBezTo>
                    <a:cubicBezTo>
                      <a:pt x="36789" y="224"/>
                      <a:pt x="37536" y="0"/>
                      <a:pt x="38358" y="0"/>
                    </a:cubicBezTo>
                    <a:lnTo>
                      <a:pt x="44072" y="0"/>
                    </a:lnTo>
                    <a:cubicBezTo>
                      <a:pt x="45006" y="0"/>
                      <a:pt x="45790" y="224"/>
                      <a:pt x="46425" y="676"/>
                    </a:cubicBezTo>
                    <a:cubicBezTo>
                      <a:pt x="47060" y="1131"/>
                      <a:pt x="47471" y="1706"/>
                      <a:pt x="47695" y="2405"/>
                    </a:cubicBezTo>
                    <a:lnTo>
                      <a:pt x="56472" y="31677"/>
                    </a:lnTo>
                    <a:cubicBezTo>
                      <a:pt x="56920" y="33171"/>
                      <a:pt x="57331" y="34631"/>
                      <a:pt x="57705" y="36042"/>
                    </a:cubicBezTo>
                    <a:cubicBezTo>
                      <a:pt x="58041" y="37453"/>
                      <a:pt x="58414" y="38876"/>
                      <a:pt x="58750" y="40302"/>
                    </a:cubicBezTo>
                    <a:cubicBezTo>
                      <a:pt x="59012" y="38801"/>
                      <a:pt x="59273" y="37308"/>
                      <a:pt x="59572" y="35807"/>
                    </a:cubicBezTo>
                    <a:cubicBezTo>
                      <a:pt x="59871" y="34310"/>
                      <a:pt x="60245" y="32756"/>
                      <a:pt x="60693" y="31151"/>
                    </a:cubicBezTo>
                    <a:lnTo>
                      <a:pt x="68648" y="2509"/>
                    </a:lnTo>
                    <a:cubicBezTo>
                      <a:pt x="68835" y="1811"/>
                      <a:pt x="69246" y="1240"/>
                      <a:pt x="69918" y="784"/>
                    </a:cubicBezTo>
                    <a:cubicBezTo>
                      <a:pt x="70553" y="332"/>
                      <a:pt x="71337" y="105"/>
                      <a:pt x="72197" y="105"/>
                    </a:cubicBezTo>
                    <a:lnTo>
                      <a:pt x="81982" y="105"/>
                    </a:lnTo>
                    <a:lnTo>
                      <a:pt x="64988" y="53736"/>
                    </a:lnTo>
                    <a:lnTo>
                      <a:pt x="54567" y="53736"/>
                    </a:lnTo>
                    <a:cubicBezTo>
                      <a:pt x="53447" y="53736"/>
                      <a:pt x="52662" y="52971"/>
                      <a:pt x="52177" y="51433"/>
                    </a:cubicBezTo>
                    <a:lnTo>
                      <a:pt x="42504" y="20439"/>
                    </a:lnTo>
                    <a:cubicBezTo>
                      <a:pt x="42205" y="19427"/>
                      <a:pt x="41906" y="18407"/>
                      <a:pt x="41645" y="17381"/>
                    </a:cubicBezTo>
                    <a:cubicBezTo>
                      <a:pt x="41383" y="16354"/>
                      <a:pt x="41159" y="15335"/>
                      <a:pt x="40972" y="14323"/>
                    </a:cubicBezTo>
                    <a:cubicBezTo>
                      <a:pt x="40786" y="15368"/>
                      <a:pt x="40561" y="16406"/>
                      <a:pt x="40300" y="17433"/>
                    </a:cubicBezTo>
                    <a:cubicBezTo>
                      <a:pt x="40076" y="18460"/>
                      <a:pt x="39777" y="19498"/>
                      <a:pt x="39479" y="20543"/>
                    </a:cubicBezTo>
                    <a:lnTo>
                      <a:pt x="29693" y="51433"/>
                    </a:lnTo>
                    <a:cubicBezTo>
                      <a:pt x="29207" y="52971"/>
                      <a:pt x="28274" y="53736"/>
                      <a:pt x="26854" y="53736"/>
                    </a:cubicBezTo>
                    <a:lnTo>
                      <a:pt x="16994" y="53736"/>
                    </a:lnTo>
                    <a:lnTo>
                      <a:pt x="0" y="10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96" name="Google Shape;2496;p90"/>
              <p:cNvSpPr/>
              <p:nvPr/>
            </p:nvSpPr>
            <p:spPr>
              <a:xfrm>
                <a:off x="8228438" y="1704453"/>
                <a:ext cx="55277" cy="77154"/>
              </a:xfrm>
              <a:custGeom>
                <a:avLst/>
                <a:gdLst/>
                <a:ahLst/>
                <a:cxnLst/>
                <a:rect l="l" t="t" r="r" b="b"/>
                <a:pathLst>
                  <a:path w="55277" h="77154" extrusionOk="0">
                    <a:moveTo>
                      <a:pt x="7993" y="77155"/>
                    </a:moveTo>
                    <a:lnTo>
                      <a:pt x="7993" y="33249"/>
                    </a:lnTo>
                    <a:lnTo>
                      <a:pt x="3362" y="32510"/>
                    </a:lnTo>
                    <a:cubicBezTo>
                      <a:pt x="2316" y="32338"/>
                      <a:pt x="1531" y="31991"/>
                      <a:pt x="896" y="31468"/>
                    </a:cubicBezTo>
                    <a:cubicBezTo>
                      <a:pt x="299" y="30942"/>
                      <a:pt x="0" y="30214"/>
                      <a:pt x="0" y="29273"/>
                    </a:cubicBezTo>
                    <a:lnTo>
                      <a:pt x="0" y="23993"/>
                    </a:lnTo>
                    <a:lnTo>
                      <a:pt x="7993" y="23993"/>
                    </a:lnTo>
                    <a:lnTo>
                      <a:pt x="7993" y="21745"/>
                    </a:lnTo>
                    <a:cubicBezTo>
                      <a:pt x="7993" y="18889"/>
                      <a:pt x="8441" y="16152"/>
                      <a:pt x="9337" y="13535"/>
                    </a:cubicBezTo>
                    <a:cubicBezTo>
                      <a:pt x="10234" y="10925"/>
                      <a:pt x="11578" y="8618"/>
                      <a:pt x="13446" y="6613"/>
                    </a:cubicBezTo>
                    <a:cubicBezTo>
                      <a:pt x="15276" y="4611"/>
                      <a:pt x="17629" y="3006"/>
                      <a:pt x="20430" y="1803"/>
                    </a:cubicBezTo>
                    <a:cubicBezTo>
                      <a:pt x="23269" y="597"/>
                      <a:pt x="26630" y="0"/>
                      <a:pt x="30477" y="0"/>
                    </a:cubicBezTo>
                    <a:cubicBezTo>
                      <a:pt x="33652" y="0"/>
                      <a:pt x="36677" y="105"/>
                      <a:pt x="39516" y="314"/>
                    </a:cubicBezTo>
                    <a:cubicBezTo>
                      <a:pt x="42354" y="523"/>
                      <a:pt x="45193" y="627"/>
                      <a:pt x="47994" y="627"/>
                    </a:cubicBezTo>
                    <a:lnTo>
                      <a:pt x="55277" y="627"/>
                    </a:lnTo>
                    <a:lnTo>
                      <a:pt x="55277" y="77155"/>
                    </a:lnTo>
                    <a:lnTo>
                      <a:pt x="42391" y="77155"/>
                    </a:lnTo>
                    <a:lnTo>
                      <a:pt x="42391" y="9409"/>
                    </a:lnTo>
                    <a:lnTo>
                      <a:pt x="32532" y="9409"/>
                    </a:lnTo>
                    <a:cubicBezTo>
                      <a:pt x="28610" y="9409"/>
                      <a:pt x="25622" y="10481"/>
                      <a:pt x="23568" y="12631"/>
                    </a:cubicBezTo>
                    <a:cubicBezTo>
                      <a:pt x="21513" y="14775"/>
                      <a:pt x="20505" y="17825"/>
                      <a:pt x="20505" y="21775"/>
                    </a:cubicBezTo>
                    <a:lnTo>
                      <a:pt x="20505" y="23993"/>
                    </a:lnTo>
                    <a:lnTo>
                      <a:pt x="33204" y="23993"/>
                    </a:lnTo>
                    <a:lnTo>
                      <a:pt x="33204" y="33193"/>
                    </a:lnTo>
                    <a:lnTo>
                      <a:pt x="20916" y="33193"/>
                    </a:lnTo>
                    <a:lnTo>
                      <a:pt x="20916" y="77155"/>
                    </a:lnTo>
                    <a:lnTo>
                      <a:pt x="7993" y="7715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97" name="Google Shape;2497;p90"/>
              <p:cNvSpPr/>
              <p:nvPr/>
            </p:nvSpPr>
            <p:spPr>
              <a:xfrm>
                <a:off x="8296003" y="1726978"/>
                <a:ext cx="44707" cy="55465"/>
              </a:xfrm>
              <a:custGeom>
                <a:avLst/>
                <a:gdLst/>
                <a:ahLst/>
                <a:cxnLst/>
                <a:rect l="l" t="t" r="r" b="b"/>
                <a:pathLst>
                  <a:path w="44707" h="55465" extrusionOk="0">
                    <a:moveTo>
                      <a:pt x="44708" y="54629"/>
                    </a:moveTo>
                    <a:lnTo>
                      <a:pt x="38881" y="54629"/>
                    </a:lnTo>
                    <a:cubicBezTo>
                      <a:pt x="37686" y="54629"/>
                      <a:pt x="36715" y="54446"/>
                      <a:pt x="36005" y="54080"/>
                    </a:cubicBezTo>
                    <a:cubicBezTo>
                      <a:pt x="35333" y="53710"/>
                      <a:pt x="34810" y="52975"/>
                      <a:pt x="34436" y="51858"/>
                    </a:cubicBezTo>
                    <a:lnTo>
                      <a:pt x="33278" y="48042"/>
                    </a:lnTo>
                    <a:cubicBezTo>
                      <a:pt x="31934" y="49263"/>
                      <a:pt x="30589" y="50335"/>
                      <a:pt x="29282" y="51257"/>
                    </a:cubicBezTo>
                    <a:cubicBezTo>
                      <a:pt x="27975" y="52179"/>
                      <a:pt x="26630" y="52952"/>
                      <a:pt x="25248" y="53583"/>
                    </a:cubicBezTo>
                    <a:cubicBezTo>
                      <a:pt x="23866" y="54211"/>
                      <a:pt x="22373" y="54681"/>
                      <a:pt x="20804" y="54995"/>
                    </a:cubicBezTo>
                    <a:cubicBezTo>
                      <a:pt x="19235" y="55308"/>
                      <a:pt x="17480" y="55465"/>
                      <a:pt x="15575" y="55465"/>
                    </a:cubicBezTo>
                    <a:cubicBezTo>
                      <a:pt x="13297" y="55465"/>
                      <a:pt x="11205" y="55159"/>
                      <a:pt x="9300" y="54550"/>
                    </a:cubicBezTo>
                    <a:cubicBezTo>
                      <a:pt x="7396" y="53938"/>
                      <a:pt x="5715" y="53020"/>
                      <a:pt x="4370" y="51795"/>
                    </a:cubicBezTo>
                    <a:cubicBezTo>
                      <a:pt x="2988" y="50566"/>
                      <a:pt x="1905" y="49051"/>
                      <a:pt x="1158" y="47228"/>
                    </a:cubicBezTo>
                    <a:cubicBezTo>
                      <a:pt x="374" y="45414"/>
                      <a:pt x="0" y="43297"/>
                      <a:pt x="0" y="40885"/>
                    </a:cubicBezTo>
                    <a:cubicBezTo>
                      <a:pt x="0" y="38857"/>
                      <a:pt x="523" y="36856"/>
                      <a:pt x="1569" y="34877"/>
                    </a:cubicBezTo>
                    <a:cubicBezTo>
                      <a:pt x="2652" y="32906"/>
                      <a:pt x="4407" y="31117"/>
                      <a:pt x="6910" y="29530"/>
                    </a:cubicBezTo>
                    <a:cubicBezTo>
                      <a:pt x="9375" y="27940"/>
                      <a:pt x="12661" y="26618"/>
                      <a:pt x="16770" y="25569"/>
                    </a:cubicBezTo>
                    <a:cubicBezTo>
                      <a:pt x="20879" y="24520"/>
                      <a:pt x="25995" y="23993"/>
                      <a:pt x="32083" y="23993"/>
                    </a:cubicBezTo>
                    <a:lnTo>
                      <a:pt x="32083" y="20834"/>
                    </a:lnTo>
                    <a:cubicBezTo>
                      <a:pt x="32083" y="17220"/>
                      <a:pt x="31336" y="14543"/>
                      <a:pt x="29805" y="12803"/>
                    </a:cubicBezTo>
                    <a:cubicBezTo>
                      <a:pt x="28311" y="11063"/>
                      <a:pt x="26108" y="10197"/>
                      <a:pt x="23194" y="10197"/>
                    </a:cubicBezTo>
                    <a:cubicBezTo>
                      <a:pt x="21102" y="10197"/>
                      <a:pt x="19385" y="10440"/>
                      <a:pt x="17965" y="10925"/>
                    </a:cubicBezTo>
                    <a:cubicBezTo>
                      <a:pt x="16583" y="11414"/>
                      <a:pt x="15351" y="11967"/>
                      <a:pt x="14342" y="12575"/>
                    </a:cubicBezTo>
                    <a:cubicBezTo>
                      <a:pt x="13297" y="13188"/>
                      <a:pt x="12363" y="13733"/>
                      <a:pt x="11504" y="14222"/>
                    </a:cubicBezTo>
                    <a:cubicBezTo>
                      <a:pt x="10608" y="14711"/>
                      <a:pt x="9674" y="14950"/>
                      <a:pt x="8628" y="14950"/>
                    </a:cubicBezTo>
                    <a:cubicBezTo>
                      <a:pt x="7732" y="14950"/>
                      <a:pt x="6985" y="14726"/>
                      <a:pt x="6350" y="14274"/>
                    </a:cubicBezTo>
                    <a:cubicBezTo>
                      <a:pt x="5752" y="13822"/>
                      <a:pt x="5229" y="13262"/>
                      <a:pt x="4856" y="12601"/>
                    </a:cubicBezTo>
                    <a:lnTo>
                      <a:pt x="2503" y="8472"/>
                    </a:lnTo>
                    <a:cubicBezTo>
                      <a:pt x="8665" y="2823"/>
                      <a:pt x="16098" y="0"/>
                      <a:pt x="24837" y="0"/>
                    </a:cubicBezTo>
                    <a:cubicBezTo>
                      <a:pt x="27975" y="0"/>
                      <a:pt x="30776" y="519"/>
                      <a:pt x="33204" y="1546"/>
                    </a:cubicBezTo>
                    <a:cubicBezTo>
                      <a:pt x="35669" y="2576"/>
                      <a:pt x="37761" y="4003"/>
                      <a:pt x="39479" y="5832"/>
                    </a:cubicBezTo>
                    <a:cubicBezTo>
                      <a:pt x="41159" y="7658"/>
                      <a:pt x="42467" y="9846"/>
                      <a:pt x="43363" y="12392"/>
                    </a:cubicBezTo>
                    <a:cubicBezTo>
                      <a:pt x="44259" y="14935"/>
                      <a:pt x="44708" y="17720"/>
                      <a:pt x="44708" y="20756"/>
                    </a:cubicBezTo>
                    <a:lnTo>
                      <a:pt x="44708" y="54629"/>
                    </a:lnTo>
                    <a:close/>
                    <a:moveTo>
                      <a:pt x="19608" y="46579"/>
                    </a:moveTo>
                    <a:cubicBezTo>
                      <a:pt x="20916" y="46579"/>
                      <a:pt x="22148" y="46459"/>
                      <a:pt x="23269" y="46217"/>
                    </a:cubicBezTo>
                    <a:cubicBezTo>
                      <a:pt x="24352" y="45978"/>
                      <a:pt x="25435" y="45615"/>
                      <a:pt x="26406" y="45134"/>
                    </a:cubicBezTo>
                    <a:cubicBezTo>
                      <a:pt x="27415" y="44656"/>
                      <a:pt x="28386" y="44062"/>
                      <a:pt x="29282" y="43364"/>
                    </a:cubicBezTo>
                    <a:cubicBezTo>
                      <a:pt x="30216" y="42658"/>
                      <a:pt x="31150" y="41826"/>
                      <a:pt x="32083" y="40870"/>
                    </a:cubicBezTo>
                    <a:lnTo>
                      <a:pt x="32083" y="31890"/>
                    </a:lnTo>
                    <a:cubicBezTo>
                      <a:pt x="28311" y="31890"/>
                      <a:pt x="25174" y="32125"/>
                      <a:pt x="22671" y="32600"/>
                    </a:cubicBezTo>
                    <a:cubicBezTo>
                      <a:pt x="20131" y="33074"/>
                      <a:pt x="18115" y="33679"/>
                      <a:pt x="16583" y="34414"/>
                    </a:cubicBezTo>
                    <a:cubicBezTo>
                      <a:pt x="15015" y="35150"/>
                      <a:pt x="13932" y="36012"/>
                      <a:pt x="13297" y="36998"/>
                    </a:cubicBezTo>
                    <a:cubicBezTo>
                      <a:pt x="12661" y="37980"/>
                      <a:pt x="12325" y="39048"/>
                      <a:pt x="12325" y="40205"/>
                    </a:cubicBezTo>
                    <a:cubicBezTo>
                      <a:pt x="12325" y="42486"/>
                      <a:pt x="12998" y="44122"/>
                      <a:pt x="14342" y="45104"/>
                    </a:cubicBezTo>
                    <a:cubicBezTo>
                      <a:pt x="15687" y="46086"/>
                      <a:pt x="17442" y="46579"/>
                      <a:pt x="19608" y="46579"/>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98" name="Google Shape;2498;p90"/>
              <p:cNvSpPr/>
              <p:nvPr/>
            </p:nvSpPr>
            <p:spPr>
              <a:xfrm>
                <a:off x="8353558" y="1703930"/>
                <a:ext cx="49525" cy="77677"/>
              </a:xfrm>
              <a:custGeom>
                <a:avLst/>
                <a:gdLst/>
                <a:ahLst/>
                <a:cxnLst/>
                <a:rect l="l" t="t" r="r" b="b"/>
                <a:pathLst>
                  <a:path w="49525" h="77677" extrusionOk="0">
                    <a:moveTo>
                      <a:pt x="12923" y="0"/>
                    </a:moveTo>
                    <a:lnTo>
                      <a:pt x="12923" y="44484"/>
                    </a:lnTo>
                    <a:lnTo>
                      <a:pt x="15313" y="44484"/>
                    </a:lnTo>
                    <a:cubicBezTo>
                      <a:pt x="16209" y="44484"/>
                      <a:pt x="16882" y="44361"/>
                      <a:pt x="17368" y="44118"/>
                    </a:cubicBezTo>
                    <a:cubicBezTo>
                      <a:pt x="17853" y="43875"/>
                      <a:pt x="18376" y="43416"/>
                      <a:pt x="18936" y="42759"/>
                    </a:cubicBezTo>
                    <a:lnTo>
                      <a:pt x="32270" y="26293"/>
                    </a:lnTo>
                    <a:cubicBezTo>
                      <a:pt x="32868" y="25595"/>
                      <a:pt x="33502" y="25050"/>
                      <a:pt x="34137" y="24647"/>
                    </a:cubicBezTo>
                    <a:cubicBezTo>
                      <a:pt x="34810" y="24247"/>
                      <a:pt x="35669" y="24045"/>
                      <a:pt x="36752" y="24045"/>
                    </a:cubicBezTo>
                    <a:lnTo>
                      <a:pt x="48592" y="24045"/>
                    </a:lnTo>
                    <a:lnTo>
                      <a:pt x="31896" y="43961"/>
                    </a:lnTo>
                    <a:cubicBezTo>
                      <a:pt x="31299" y="44693"/>
                      <a:pt x="30701" y="45365"/>
                      <a:pt x="30066" y="45970"/>
                    </a:cubicBezTo>
                    <a:cubicBezTo>
                      <a:pt x="29431" y="46582"/>
                      <a:pt x="28759" y="47116"/>
                      <a:pt x="28012" y="47568"/>
                    </a:cubicBezTo>
                    <a:cubicBezTo>
                      <a:pt x="28759" y="48091"/>
                      <a:pt x="29394" y="48700"/>
                      <a:pt x="29954" y="49398"/>
                    </a:cubicBezTo>
                    <a:cubicBezTo>
                      <a:pt x="30515" y="50096"/>
                      <a:pt x="31075" y="50843"/>
                      <a:pt x="31635" y="51645"/>
                    </a:cubicBezTo>
                    <a:lnTo>
                      <a:pt x="49525" y="77677"/>
                    </a:lnTo>
                    <a:lnTo>
                      <a:pt x="37872" y="77677"/>
                    </a:lnTo>
                    <a:cubicBezTo>
                      <a:pt x="36864" y="77677"/>
                      <a:pt x="36005" y="77502"/>
                      <a:pt x="35295" y="77155"/>
                    </a:cubicBezTo>
                    <a:cubicBezTo>
                      <a:pt x="34586" y="76804"/>
                      <a:pt x="33988" y="76214"/>
                      <a:pt x="33428" y="75374"/>
                    </a:cubicBezTo>
                    <a:lnTo>
                      <a:pt x="19758" y="55043"/>
                    </a:lnTo>
                    <a:cubicBezTo>
                      <a:pt x="19235" y="54240"/>
                      <a:pt x="18712" y="53718"/>
                      <a:pt x="18189" y="53475"/>
                    </a:cubicBezTo>
                    <a:cubicBezTo>
                      <a:pt x="17666" y="53229"/>
                      <a:pt x="16882" y="53109"/>
                      <a:pt x="15836" y="53109"/>
                    </a:cubicBezTo>
                    <a:lnTo>
                      <a:pt x="12923" y="53109"/>
                    </a:lnTo>
                    <a:lnTo>
                      <a:pt x="12923" y="77677"/>
                    </a:lnTo>
                    <a:lnTo>
                      <a:pt x="0" y="77677"/>
                    </a:lnTo>
                    <a:lnTo>
                      <a:pt x="0" y="0"/>
                    </a:lnTo>
                    <a:lnTo>
                      <a:pt x="12923"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499" name="Google Shape;2499;p90"/>
              <p:cNvSpPr/>
              <p:nvPr/>
            </p:nvSpPr>
            <p:spPr>
              <a:xfrm>
                <a:off x="8404353" y="1727139"/>
                <a:ext cx="48965" cy="55248"/>
              </a:xfrm>
              <a:custGeom>
                <a:avLst/>
                <a:gdLst/>
                <a:ahLst/>
                <a:cxnLst/>
                <a:rect l="l" t="t" r="r" b="b"/>
                <a:pathLst>
                  <a:path w="48965" h="55248" extrusionOk="0">
                    <a:moveTo>
                      <a:pt x="25771" y="0"/>
                    </a:moveTo>
                    <a:cubicBezTo>
                      <a:pt x="29133" y="0"/>
                      <a:pt x="32270" y="541"/>
                      <a:pt x="35108" y="1620"/>
                    </a:cubicBezTo>
                    <a:cubicBezTo>
                      <a:pt x="37947" y="2700"/>
                      <a:pt x="40375" y="4275"/>
                      <a:pt x="42429" y="6351"/>
                    </a:cubicBezTo>
                    <a:cubicBezTo>
                      <a:pt x="44483" y="8423"/>
                      <a:pt x="46089" y="10970"/>
                      <a:pt x="47247" y="13983"/>
                    </a:cubicBezTo>
                    <a:cubicBezTo>
                      <a:pt x="48405" y="16996"/>
                      <a:pt x="48965" y="20439"/>
                      <a:pt x="48965" y="24307"/>
                    </a:cubicBezTo>
                    <a:cubicBezTo>
                      <a:pt x="48965" y="25285"/>
                      <a:pt x="48928" y="26095"/>
                      <a:pt x="48853" y="26738"/>
                    </a:cubicBezTo>
                    <a:cubicBezTo>
                      <a:pt x="48741" y="27380"/>
                      <a:pt x="48592" y="27888"/>
                      <a:pt x="48368" y="28253"/>
                    </a:cubicBezTo>
                    <a:cubicBezTo>
                      <a:pt x="48143" y="28616"/>
                      <a:pt x="47845" y="28881"/>
                      <a:pt x="47471" y="29038"/>
                    </a:cubicBezTo>
                    <a:cubicBezTo>
                      <a:pt x="47061" y="29194"/>
                      <a:pt x="46575" y="29273"/>
                      <a:pt x="46015" y="29273"/>
                    </a:cubicBezTo>
                    <a:lnTo>
                      <a:pt x="12848" y="29273"/>
                    </a:lnTo>
                    <a:cubicBezTo>
                      <a:pt x="13222" y="34780"/>
                      <a:pt x="14716" y="38820"/>
                      <a:pt x="17293" y="41400"/>
                    </a:cubicBezTo>
                    <a:cubicBezTo>
                      <a:pt x="19870" y="43980"/>
                      <a:pt x="23269" y="45264"/>
                      <a:pt x="27526" y="45264"/>
                    </a:cubicBezTo>
                    <a:cubicBezTo>
                      <a:pt x="29618" y="45264"/>
                      <a:pt x="31448" y="45025"/>
                      <a:pt x="32942" y="44536"/>
                    </a:cubicBezTo>
                    <a:cubicBezTo>
                      <a:pt x="34474" y="44047"/>
                      <a:pt x="35781" y="43510"/>
                      <a:pt x="36939" y="42916"/>
                    </a:cubicBezTo>
                    <a:cubicBezTo>
                      <a:pt x="38059" y="42322"/>
                      <a:pt x="39068" y="41785"/>
                      <a:pt x="39889" y="41295"/>
                    </a:cubicBezTo>
                    <a:cubicBezTo>
                      <a:pt x="40748" y="40806"/>
                      <a:pt x="41570" y="40564"/>
                      <a:pt x="42392" y="40564"/>
                    </a:cubicBezTo>
                    <a:cubicBezTo>
                      <a:pt x="42914" y="40564"/>
                      <a:pt x="43363" y="40668"/>
                      <a:pt x="43736" y="40877"/>
                    </a:cubicBezTo>
                    <a:cubicBezTo>
                      <a:pt x="44147" y="41086"/>
                      <a:pt x="44446" y="41381"/>
                      <a:pt x="44745" y="41766"/>
                    </a:cubicBezTo>
                    <a:lnTo>
                      <a:pt x="48517" y="46470"/>
                    </a:lnTo>
                    <a:cubicBezTo>
                      <a:pt x="47061" y="48143"/>
                      <a:pt x="45454" y="49547"/>
                      <a:pt x="43699" y="50678"/>
                    </a:cubicBezTo>
                    <a:cubicBezTo>
                      <a:pt x="41906" y="51810"/>
                      <a:pt x="40076" y="52717"/>
                      <a:pt x="38134" y="53397"/>
                    </a:cubicBezTo>
                    <a:cubicBezTo>
                      <a:pt x="36192" y="54076"/>
                      <a:pt x="34212" y="54554"/>
                      <a:pt x="32233" y="54834"/>
                    </a:cubicBezTo>
                    <a:cubicBezTo>
                      <a:pt x="30216" y="55110"/>
                      <a:pt x="28274" y="55249"/>
                      <a:pt x="26406" y="55249"/>
                    </a:cubicBezTo>
                    <a:cubicBezTo>
                      <a:pt x="22671" y="55249"/>
                      <a:pt x="19198" y="54629"/>
                      <a:pt x="15986" y="53397"/>
                    </a:cubicBezTo>
                    <a:cubicBezTo>
                      <a:pt x="12774" y="52157"/>
                      <a:pt x="9972" y="50327"/>
                      <a:pt x="7619" y="47904"/>
                    </a:cubicBezTo>
                    <a:cubicBezTo>
                      <a:pt x="5229" y="45485"/>
                      <a:pt x="3399" y="42487"/>
                      <a:pt x="2017" y="38913"/>
                    </a:cubicBezTo>
                    <a:cubicBezTo>
                      <a:pt x="672" y="35344"/>
                      <a:pt x="0" y="31207"/>
                      <a:pt x="0" y="26502"/>
                    </a:cubicBezTo>
                    <a:cubicBezTo>
                      <a:pt x="0" y="22843"/>
                      <a:pt x="560" y="19401"/>
                      <a:pt x="1756" y="16175"/>
                    </a:cubicBezTo>
                    <a:cubicBezTo>
                      <a:pt x="2951" y="12952"/>
                      <a:pt x="4631" y="10148"/>
                      <a:pt x="6873" y="7762"/>
                    </a:cubicBezTo>
                    <a:cubicBezTo>
                      <a:pt x="9076" y="5377"/>
                      <a:pt x="11765" y="3484"/>
                      <a:pt x="14977" y="2091"/>
                    </a:cubicBezTo>
                    <a:cubicBezTo>
                      <a:pt x="18152" y="694"/>
                      <a:pt x="21738" y="0"/>
                      <a:pt x="25771" y="0"/>
                    </a:cubicBezTo>
                    <a:close/>
                    <a:moveTo>
                      <a:pt x="26033" y="9252"/>
                    </a:moveTo>
                    <a:cubicBezTo>
                      <a:pt x="22261" y="9252"/>
                      <a:pt x="19310" y="10313"/>
                      <a:pt x="17181" y="12441"/>
                    </a:cubicBezTo>
                    <a:cubicBezTo>
                      <a:pt x="15052" y="14565"/>
                      <a:pt x="13707" y="17579"/>
                      <a:pt x="13110" y="21484"/>
                    </a:cubicBezTo>
                    <a:lnTo>
                      <a:pt x="37387" y="21484"/>
                    </a:lnTo>
                    <a:cubicBezTo>
                      <a:pt x="37387" y="19808"/>
                      <a:pt x="37125" y="18232"/>
                      <a:pt x="36677" y="16753"/>
                    </a:cubicBezTo>
                    <a:cubicBezTo>
                      <a:pt x="36229" y="15271"/>
                      <a:pt x="35557" y="13975"/>
                      <a:pt x="34586" y="12859"/>
                    </a:cubicBezTo>
                    <a:cubicBezTo>
                      <a:pt x="33652" y="11743"/>
                      <a:pt x="32457" y="10865"/>
                      <a:pt x="31038" y="10219"/>
                    </a:cubicBezTo>
                    <a:cubicBezTo>
                      <a:pt x="29618" y="9577"/>
                      <a:pt x="27938" y="9252"/>
                      <a:pt x="26033" y="9252"/>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00" name="Google Shape;2500;p90"/>
              <p:cNvSpPr/>
              <p:nvPr/>
            </p:nvSpPr>
            <p:spPr>
              <a:xfrm>
                <a:off x="8484766" y="1706021"/>
                <a:ext cx="81982" cy="75586"/>
              </a:xfrm>
              <a:custGeom>
                <a:avLst/>
                <a:gdLst/>
                <a:ahLst/>
                <a:cxnLst/>
                <a:rect l="l" t="t" r="r" b="b"/>
                <a:pathLst>
                  <a:path w="81982" h="75586" extrusionOk="0">
                    <a:moveTo>
                      <a:pt x="39590" y="47699"/>
                    </a:moveTo>
                    <a:cubicBezTo>
                      <a:pt x="40113" y="48901"/>
                      <a:pt x="40599" y="50111"/>
                      <a:pt x="41084" y="51332"/>
                    </a:cubicBezTo>
                    <a:cubicBezTo>
                      <a:pt x="41570" y="50077"/>
                      <a:pt x="42093" y="48838"/>
                      <a:pt x="42616" y="47620"/>
                    </a:cubicBezTo>
                    <a:cubicBezTo>
                      <a:pt x="43139" y="46403"/>
                      <a:pt x="43699" y="45231"/>
                      <a:pt x="44259" y="44118"/>
                    </a:cubicBezTo>
                    <a:lnTo>
                      <a:pt x="66669" y="2248"/>
                    </a:lnTo>
                    <a:cubicBezTo>
                      <a:pt x="66930" y="1721"/>
                      <a:pt x="67229" y="1307"/>
                      <a:pt x="67528" y="993"/>
                    </a:cubicBezTo>
                    <a:cubicBezTo>
                      <a:pt x="67827" y="680"/>
                      <a:pt x="68163" y="452"/>
                      <a:pt x="68499" y="314"/>
                    </a:cubicBezTo>
                    <a:cubicBezTo>
                      <a:pt x="68872" y="175"/>
                      <a:pt x="69283" y="90"/>
                      <a:pt x="69731" y="52"/>
                    </a:cubicBezTo>
                    <a:cubicBezTo>
                      <a:pt x="70180" y="15"/>
                      <a:pt x="70740" y="0"/>
                      <a:pt x="71375" y="0"/>
                    </a:cubicBezTo>
                    <a:lnTo>
                      <a:pt x="81982" y="0"/>
                    </a:lnTo>
                    <a:lnTo>
                      <a:pt x="81982" y="75586"/>
                    </a:lnTo>
                    <a:lnTo>
                      <a:pt x="69582" y="75586"/>
                    </a:lnTo>
                    <a:lnTo>
                      <a:pt x="69582" y="26764"/>
                    </a:lnTo>
                    <a:cubicBezTo>
                      <a:pt x="69582" y="25860"/>
                      <a:pt x="69619" y="24863"/>
                      <a:pt x="69657" y="23780"/>
                    </a:cubicBezTo>
                    <a:cubicBezTo>
                      <a:pt x="69731" y="22701"/>
                      <a:pt x="69806" y="21607"/>
                      <a:pt x="69880" y="20491"/>
                    </a:cubicBezTo>
                    <a:lnTo>
                      <a:pt x="47060" y="63355"/>
                    </a:lnTo>
                    <a:cubicBezTo>
                      <a:pt x="46537" y="64329"/>
                      <a:pt x="45828" y="65087"/>
                      <a:pt x="45006" y="65625"/>
                    </a:cubicBezTo>
                    <a:cubicBezTo>
                      <a:pt x="44185" y="66170"/>
                      <a:pt x="43176" y="66435"/>
                      <a:pt x="42093" y="66435"/>
                    </a:cubicBezTo>
                    <a:lnTo>
                      <a:pt x="40151" y="66435"/>
                    </a:lnTo>
                    <a:cubicBezTo>
                      <a:pt x="39030" y="66435"/>
                      <a:pt x="38059" y="66170"/>
                      <a:pt x="37200" y="65625"/>
                    </a:cubicBezTo>
                    <a:cubicBezTo>
                      <a:pt x="36378" y="65087"/>
                      <a:pt x="35706" y="64329"/>
                      <a:pt x="35183" y="63355"/>
                    </a:cubicBezTo>
                    <a:lnTo>
                      <a:pt x="12026" y="20330"/>
                    </a:lnTo>
                    <a:cubicBezTo>
                      <a:pt x="12139" y="21484"/>
                      <a:pt x="12251" y="22608"/>
                      <a:pt x="12288" y="23706"/>
                    </a:cubicBezTo>
                    <a:cubicBezTo>
                      <a:pt x="12363" y="24803"/>
                      <a:pt x="12363" y="25823"/>
                      <a:pt x="12363" y="26764"/>
                    </a:cubicBezTo>
                    <a:lnTo>
                      <a:pt x="12363" y="75586"/>
                    </a:lnTo>
                    <a:lnTo>
                      <a:pt x="0" y="75586"/>
                    </a:lnTo>
                    <a:lnTo>
                      <a:pt x="0" y="0"/>
                    </a:lnTo>
                    <a:lnTo>
                      <a:pt x="10607" y="0"/>
                    </a:lnTo>
                    <a:cubicBezTo>
                      <a:pt x="11242" y="0"/>
                      <a:pt x="11765" y="15"/>
                      <a:pt x="12213" y="52"/>
                    </a:cubicBezTo>
                    <a:cubicBezTo>
                      <a:pt x="12661" y="90"/>
                      <a:pt x="13072" y="175"/>
                      <a:pt x="13446" y="314"/>
                    </a:cubicBezTo>
                    <a:cubicBezTo>
                      <a:pt x="13820" y="452"/>
                      <a:pt x="14156" y="680"/>
                      <a:pt x="14454" y="993"/>
                    </a:cubicBezTo>
                    <a:cubicBezTo>
                      <a:pt x="14790" y="1307"/>
                      <a:pt x="15089" y="1721"/>
                      <a:pt x="15351" y="2248"/>
                    </a:cubicBezTo>
                    <a:lnTo>
                      <a:pt x="37947" y="44223"/>
                    </a:lnTo>
                    <a:cubicBezTo>
                      <a:pt x="38545" y="45339"/>
                      <a:pt x="39105" y="46497"/>
                      <a:pt x="39590" y="47699"/>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01" name="Google Shape;2501;p90"/>
              <p:cNvSpPr/>
              <p:nvPr/>
            </p:nvSpPr>
            <p:spPr>
              <a:xfrm>
                <a:off x="8578625" y="1726978"/>
                <a:ext cx="44707" cy="55465"/>
              </a:xfrm>
              <a:custGeom>
                <a:avLst/>
                <a:gdLst/>
                <a:ahLst/>
                <a:cxnLst/>
                <a:rect l="l" t="t" r="r" b="b"/>
                <a:pathLst>
                  <a:path w="44707" h="55465" extrusionOk="0">
                    <a:moveTo>
                      <a:pt x="44707" y="54629"/>
                    </a:moveTo>
                    <a:lnTo>
                      <a:pt x="38881" y="54629"/>
                    </a:lnTo>
                    <a:cubicBezTo>
                      <a:pt x="37685" y="54629"/>
                      <a:pt x="36714" y="54446"/>
                      <a:pt x="36005" y="54080"/>
                    </a:cubicBezTo>
                    <a:cubicBezTo>
                      <a:pt x="35332" y="53710"/>
                      <a:pt x="34810" y="52975"/>
                      <a:pt x="34436" y="51858"/>
                    </a:cubicBezTo>
                    <a:lnTo>
                      <a:pt x="33278" y="48042"/>
                    </a:lnTo>
                    <a:cubicBezTo>
                      <a:pt x="31934" y="49263"/>
                      <a:pt x="30589" y="50335"/>
                      <a:pt x="29282" y="51257"/>
                    </a:cubicBezTo>
                    <a:cubicBezTo>
                      <a:pt x="27975" y="52179"/>
                      <a:pt x="26630" y="52952"/>
                      <a:pt x="25248" y="53583"/>
                    </a:cubicBezTo>
                    <a:cubicBezTo>
                      <a:pt x="23866" y="54211"/>
                      <a:pt x="22372" y="54681"/>
                      <a:pt x="20804" y="54995"/>
                    </a:cubicBezTo>
                    <a:cubicBezTo>
                      <a:pt x="19235" y="55308"/>
                      <a:pt x="17480" y="55465"/>
                      <a:pt x="15575" y="55465"/>
                    </a:cubicBezTo>
                    <a:cubicBezTo>
                      <a:pt x="13297" y="55465"/>
                      <a:pt x="11205" y="55159"/>
                      <a:pt x="9300" y="54550"/>
                    </a:cubicBezTo>
                    <a:cubicBezTo>
                      <a:pt x="7358" y="53938"/>
                      <a:pt x="5715" y="53020"/>
                      <a:pt x="4370" y="51795"/>
                    </a:cubicBezTo>
                    <a:cubicBezTo>
                      <a:pt x="2988" y="50566"/>
                      <a:pt x="1905" y="49051"/>
                      <a:pt x="1158" y="47228"/>
                    </a:cubicBezTo>
                    <a:cubicBezTo>
                      <a:pt x="373" y="45414"/>
                      <a:pt x="0" y="43297"/>
                      <a:pt x="0" y="40885"/>
                    </a:cubicBezTo>
                    <a:cubicBezTo>
                      <a:pt x="0" y="38857"/>
                      <a:pt x="523" y="36856"/>
                      <a:pt x="1569" y="34877"/>
                    </a:cubicBezTo>
                    <a:cubicBezTo>
                      <a:pt x="2652" y="32906"/>
                      <a:pt x="4407" y="31117"/>
                      <a:pt x="6910" y="29530"/>
                    </a:cubicBezTo>
                    <a:cubicBezTo>
                      <a:pt x="9375" y="27940"/>
                      <a:pt x="12661" y="26618"/>
                      <a:pt x="16770" y="25569"/>
                    </a:cubicBezTo>
                    <a:cubicBezTo>
                      <a:pt x="20878" y="24520"/>
                      <a:pt x="25995" y="23993"/>
                      <a:pt x="32083" y="23993"/>
                    </a:cubicBezTo>
                    <a:lnTo>
                      <a:pt x="32083" y="20834"/>
                    </a:lnTo>
                    <a:cubicBezTo>
                      <a:pt x="32083" y="17220"/>
                      <a:pt x="31336" y="14543"/>
                      <a:pt x="29805" y="12803"/>
                    </a:cubicBezTo>
                    <a:cubicBezTo>
                      <a:pt x="28311" y="11063"/>
                      <a:pt x="26107" y="10197"/>
                      <a:pt x="23194" y="10197"/>
                    </a:cubicBezTo>
                    <a:cubicBezTo>
                      <a:pt x="21102" y="10197"/>
                      <a:pt x="19385" y="10440"/>
                      <a:pt x="17965" y="10925"/>
                    </a:cubicBezTo>
                    <a:cubicBezTo>
                      <a:pt x="16583" y="11414"/>
                      <a:pt x="15351" y="11967"/>
                      <a:pt x="14342" y="12575"/>
                    </a:cubicBezTo>
                    <a:cubicBezTo>
                      <a:pt x="13297" y="13188"/>
                      <a:pt x="12363" y="13733"/>
                      <a:pt x="11503" y="14222"/>
                    </a:cubicBezTo>
                    <a:cubicBezTo>
                      <a:pt x="10607" y="14711"/>
                      <a:pt x="9673" y="14950"/>
                      <a:pt x="8628" y="14950"/>
                    </a:cubicBezTo>
                    <a:cubicBezTo>
                      <a:pt x="7732" y="14950"/>
                      <a:pt x="6984" y="14726"/>
                      <a:pt x="6350" y="14274"/>
                    </a:cubicBezTo>
                    <a:cubicBezTo>
                      <a:pt x="5752" y="13822"/>
                      <a:pt x="5229" y="13262"/>
                      <a:pt x="4856" y="12601"/>
                    </a:cubicBezTo>
                    <a:lnTo>
                      <a:pt x="2503" y="8472"/>
                    </a:lnTo>
                    <a:cubicBezTo>
                      <a:pt x="8665" y="2823"/>
                      <a:pt x="16098" y="0"/>
                      <a:pt x="24837" y="0"/>
                    </a:cubicBezTo>
                    <a:cubicBezTo>
                      <a:pt x="27975" y="0"/>
                      <a:pt x="30776" y="519"/>
                      <a:pt x="33204" y="1546"/>
                    </a:cubicBezTo>
                    <a:cubicBezTo>
                      <a:pt x="35669" y="2576"/>
                      <a:pt x="37760" y="4003"/>
                      <a:pt x="39479" y="5832"/>
                    </a:cubicBezTo>
                    <a:cubicBezTo>
                      <a:pt x="41159" y="7658"/>
                      <a:pt x="42466" y="9846"/>
                      <a:pt x="43363" y="12392"/>
                    </a:cubicBezTo>
                    <a:cubicBezTo>
                      <a:pt x="44259" y="14935"/>
                      <a:pt x="44707" y="17720"/>
                      <a:pt x="44707" y="20756"/>
                    </a:cubicBezTo>
                    <a:lnTo>
                      <a:pt x="44707" y="54629"/>
                    </a:lnTo>
                    <a:close/>
                    <a:moveTo>
                      <a:pt x="19608" y="46579"/>
                    </a:moveTo>
                    <a:cubicBezTo>
                      <a:pt x="20916" y="46579"/>
                      <a:pt x="22148" y="46459"/>
                      <a:pt x="23269" y="46217"/>
                    </a:cubicBezTo>
                    <a:cubicBezTo>
                      <a:pt x="24352" y="45978"/>
                      <a:pt x="25435" y="45615"/>
                      <a:pt x="26406" y="45134"/>
                    </a:cubicBezTo>
                    <a:cubicBezTo>
                      <a:pt x="27414" y="44656"/>
                      <a:pt x="28385" y="44062"/>
                      <a:pt x="29282" y="43364"/>
                    </a:cubicBezTo>
                    <a:cubicBezTo>
                      <a:pt x="30215" y="42658"/>
                      <a:pt x="31149" y="41826"/>
                      <a:pt x="32083" y="40870"/>
                    </a:cubicBezTo>
                    <a:lnTo>
                      <a:pt x="32083" y="31890"/>
                    </a:lnTo>
                    <a:cubicBezTo>
                      <a:pt x="28311" y="31890"/>
                      <a:pt x="25173" y="32125"/>
                      <a:pt x="22671" y="32600"/>
                    </a:cubicBezTo>
                    <a:cubicBezTo>
                      <a:pt x="20131" y="33074"/>
                      <a:pt x="18114" y="33679"/>
                      <a:pt x="16546" y="34414"/>
                    </a:cubicBezTo>
                    <a:cubicBezTo>
                      <a:pt x="15015" y="35150"/>
                      <a:pt x="13931" y="36012"/>
                      <a:pt x="13297" y="36998"/>
                    </a:cubicBezTo>
                    <a:cubicBezTo>
                      <a:pt x="12661" y="37980"/>
                      <a:pt x="12325" y="39048"/>
                      <a:pt x="12325" y="40205"/>
                    </a:cubicBezTo>
                    <a:cubicBezTo>
                      <a:pt x="12325" y="42486"/>
                      <a:pt x="12998" y="44122"/>
                      <a:pt x="14342" y="45104"/>
                    </a:cubicBezTo>
                    <a:cubicBezTo>
                      <a:pt x="15687" y="46086"/>
                      <a:pt x="17442" y="46579"/>
                      <a:pt x="19608" y="46579"/>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02" name="Google Shape;2502;p90"/>
              <p:cNvSpPr/>
              <p:nvPr/>
            </p:nvSpPr>
            <p:spPr>
              <a:xfrm>
                <a:off x="8636031" y="1726978"/>
                <a:ext cx="34174" cy="54628"/>
              </a:xfrm>
              <a:custGeom>
                <a:avLst/>
                <a:gdLst/>
                <a:ahLst/>
                <a:cxnLst/>
                <a:rect l="l" t="t" r="r" b="b"/>
                <a:pathLst>
                  <a:path w="34174" h="54628" extrusionOk="0">
                    <a:moveTo>
                      <a:pt x="0" y="54629"/>
                    </a:moveTo>
                    <a:lnTo>
                      <a:pt x="0" y="997"/>
                    </a:lnTo>
                    <a:lnTo>
                      <a:pt x="7582" y="997"/>
                    </a:lnTo>
                    <a:cubicBezTo>
                      <a:pt x="8889" y="997"/>
                      <a:pt x="9823" y="1240"/>
                      <a:pt x="10346" y="1729"/>
                    </a:cubicBezTo>
                    <a:cubicBezTo>
                      <a:pt x="10869" y="2218"/>
                      <a:pt x="11205" y="3054"/>
                      <a:pt x="11392" y="4238"/>
                    </a:cubicBezTo>
                    <a:lnTo>
                      <a:pt x="12176" y="10723"/>
                    </a:lnTo>
                    <a:cubicBezTo>
                      <a:pt x="14081" y="7412"/>
                      <a:pt x="16359" y="4794"/>
                      <a:pt x="18936" y="2879"/>
                    </a:cubicBezTo>
                    <a:cubicBezTo>
                      <a:pt x="21513" y="963"/>
                      <a:pt x="24389" y="0"/>
                      <a:pt x="27601" y="0"/>
                    </a:cubicBezTo>
                    <a:cubicBezTo>
                      <a:pt x="30253" y="0"/>
                      <a:pt x="32457" y="612"/>
                      <a:pt x="34175" y="1833"/>
                    </a:cubicBezTo>
                    <a:lnTo>
                      <a:pt x="32531" y="11500"/>
                    </a:lnTo>
                    <a:cubicBezTo>
                      <a:pt x="32419" y="12127"/>
                      <a:pt x="32195" y="12575"/>
                      <a:pt x="31822" y="12837"/>
                    </a:cubicBezTo>
                    <a:cubicBezTo>
                      <a:pt x="31486" y="13098"/>
                      <a:pt x="31038" y="13229"/>
                      <a:pt x="30440" y="13229"/>
                    </a:cubicBezTo>
                    <a:cubicBezTo>
                      <a:pt x="29917" y="13229"/>
                      <a:pt x="29207" y="13106"/>
                      <a:pt x="28274" y="12863"/>
                    </a:cubicBezTo>
                    <a:cubicBezTo>
                      <a:pt x="27377" y="12616"/>
                      <a:pt x="26182" y="12493"/>
                      <a:pt x="24688" y="12493"/>
                    </a:cubicBezTo>
                    <a:cubicBezTo>
                      <a:pt x="21999" y="12493"/>
                      <a:pt x="19683" y="13236"/>
                      <a:pt x="17778" y="14718"/>
                    </a:cubicBezTo>
                    <a:cubicBezTo>
                      <a:pt x="15873" y="16197"/>
                      <a:pt x="14230" y="18366"/>
                      <a:pt x="12923" y="21226"/>
                    </a:cubicBezTo>
                    <a:lnTo>
                      <a:pt x="12923" y="54629"/>
                    </a:lnTo>
                    <a:lnTo>
                      <a:pt x="0" y="5462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03" name="Google Shape;2503;p90"/>
              <p:cNvSpPr/>
              <p:nvPr/>
            </p:nvSpPr>
            <p:spPr>
              <a:xfrm>
                <a:off x="8678908" y="1703930"/>
                <a:ext cx="49525" cy="77677"/>
              </a:xfrm>
              <a:custGeom>
                <a:avLst/>
                <a:gdLst/>
                <a:ahLst/>
                <a:cxnLst/>
                <a:rect l="l" t="t" r="r" b="b"/>
                <a:pathLst>
                  <a:path w="49525" h="77677" extrusionOk="0">
                    <a:moveTo>
                      <a:pt x="12923" y="0"/>
                    </a:moveTo>
                    <a:lnTo>
                      <a:pt x="12923" y="44484"/>
                    </a:lnTo>
                    <a:lnTo>
                      <a:pt x="15314" y="44484"/>
                    </a:lnTo>
                    <a:cubicBezTo>
                      <a:pt x="16173" y="44484"/>
                      <a:pt x="16882" y="44361"/>
                      <a:pt x="17368" y="44118"/>
                    </a:cubicBezTo>
                    <a:cubicBezTo>
                      <a:pt x="17853" y="43875"/>
                      <a:pt x="18376" y="43416"/>
                      <a:pt x="18936" y="42759"/>
                    </a:cubicBezTo>
                    <a:lnTo>
                      <a:pt x="32270" y="26293"/>
                    </a:lnTo>
                    <a:cubicBezTo>
                      <a:pt x="32830" y="25595"/>
                      <a:pt x="33465" y="25050"/>
                      <a:pt x="34137" y="24647"/>
                    </a:cubicBezTo>
                    <a:cubicBezTo>
                      <a:pt x="34810" y="24247"/>
                      <a:pt x="35669" y="24045"/>
                      <a:pt x="36752" y="24045"/>
                    </a:cubicBezTo>
                    <a:lnTo>
                      <a:pt x="48554" y="24045"/>
                    </a:lnTo>
                    <a:lnTo>
                      <a:pt x="31896" y="43961"/>
                    </a:lnTo>
                    <a:cubicBezTo>
                      <a:pt x="31299" y="44693"/>
                      <a:pt x="30702" y="45365"/>
                      <a:pt x="30066" y="45970"/>
                    </a:cubicBezTo>
                    <a:cubicBezTo>
                      <a:pt x="29431" y="46582"/>
                      <a:pt x="28759" y="47116"/>
                      <a:pt x="28012" y="47568"/>
                    </a:cubicBezTo>
                    <a:cubicBezTo>
                      <a:pt x="28759" y="48091"/>
                      <a:pt x="29394" y="48700"/>
                      <a:pt x="29954" y="49398"/>
                    </a:cubicBezTo>
                    <a:cubicBezTo>
                      <a:pt x="30515" y="50096"/>
                      <a:pt x="31075" y="50843"/>
                      <a:pt x="31635" y="51645"/>
                    </a:cubicBezTo>
                    <a:lnTo>
                      <a:pt x="49525" y="77677"/>
                    </a:lnTo>
                    <a:lnTo>
                      <a:pt x="37835" y="77677"/>
                    </a:lnTo>
                    <a:cubicBezTo>
                      <a:pt x="36826" y="77677"/>
                      <a:pt x="35967" y="77502"/>
                      <a:pt x="35295" y="77155"/>
                    </a:cubicBezTo>
                    <a:cubicBezTo>
                      <a:pt x="34586" y="76804"/>
                      <a:pt x="33951" y="76214"/>
                      <a:pt x="33391" y="75374"/>
                    </a:cubicBezTo>
                    <a:lnTo>
                      <a:pt x="19758" y="55043"/>
                    </a:lnTo>
                    <a:cubicBezTo>
                      <a:pt x="19235" y="54240"/>
                      <a:pt x="18712" y="53718"/>
                      <a:pt x="18189" y="53475"/>
                    </a:cubicBezTo>
                    <a:cubicBezTo>
                      <a:pt x="17666" y="53229"/>
                      <a:pt x="16882" y="53109"/>
                      <a:pt x="15836" y="53109"/>
                    </a:cubicBezTo>
                    <a:lnTo>
                      <a:pt x="12923" y="53109"/>
                    </a:lnTo>
                    <a:lnTo>
                      <a:pt x="12923" y="77677"/>
                    </a:lnTo>
                    <a:lnTo>
                      <a:pt x="0" y="77677"/>
                    </a:lnTo>
                    <a:lnTo>
                      <a:pt x="0" y="0"/>
                    </a:lnTo>
                    <a:lnTo>
                      <a:pt x="12923"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04" name="Google Shape;2504;p90"/>
              <p:cNvSpPr/>
              <p:nvPr/>
            </p:nvSpPr>
            <p:spPr>
              <a:xfrm>
                <a:off x="8729666" y="1727139"/>
                <a:ext cx="49002" cy="55248"/>
              </a:xfrm>
              <a:custGeom>
                <a:avLst/>
                <a:gdLst/>
                <a:ahLst/>
                <a:cxnLst/>
                <a:rect l="l" t="t" r="r" b="b"/>
                <a:pathLst>
                  <a:path w="49002" h="55248" extrusionOk="0">
                    <a:moveTo>
                      <a:pt x="25808" y="0"/>
                    </a:moveTo>
                    <a:cubicBezTo>
                      <a:pt x="29170" y="0"/>
                      <a:pt x="32269" y="541"/>
                      <a:pt x="35108" y="1620"/>
                    </a:cubicBezTo>
                    <a:cubicBezTo>
                      <a:pt x="37947" y="2700"/>
                      <a:pt x="40412" y="4275"/>
                      <a:pt x="42466" y="6351"/>
                    </a:cubicBezTo>
                    <a:cubicBezTo>
                      <a:pt x="44520" y="8423"/>
                      <a:pt x="46126" y="10970"/>
                      <a:pt x="47284" y="13983"/>
                    </a:cubicBezTo>
                    <a:cubicBezTo>
                      <a:pt x="48442" y="16996"/>
                      <a:pt x="49002" y="20439"/>
                      <a:pt x="49002" y="24307"/>
                    </a:cubicBezTo>
                    <a:cubicBezTo>
                      <a:pt x="49002" y="25285"/>
                      <a:pt x="48965" y="26095"/>
                      <a:pt x="48890" y="26738"/>
                    </a:cubicBezTo>
                    <a:cubicBezTo>
                      <a:pt x="48778" y="27380"/>
                      <a:pt x="48628" y="27888"/>
                      <a:pt x="48405" y="28253"/>
                    </a:cubicBezTo>
                    <a:cubicBezTo>
                      <a:pt x="48180" y="28616"/>
                      <a:pt x="47882" y="28881"/>
                      <a:pt x="47471" y="29038"/>
                    </a:cubicBezTo>
                    <a:cubicBezTo>
                      <a:pt x="47097" y="29194"/>
                      <a:pt x="46612" y="29273"/>
                      <a:pt x="46014" y="29273"/>
                    </a:cubicBezTo>
                    <a:lnTo>
                      <a:pt x="12885" y="29273"/>
                    </a:lnTo>
                    <a:cubicBezTo>
                      <a:pt x="13259" y="34780"/>
                      <a:pt x="14753" y="38820"/>
                      <a:pt x="17330" y="41400"/>
                    </a:cubicBezTo>
                    <a:cubicBezTo>
                      <a:pt x="19907" y="43980"/>
                      <a:pt x="23306" y="45264"/>
                      <a:pt x="27564" y="45264"/>
                    </a:cubicBezTo>
                    <a:cubicBezTo>
                      <a:pt x="29655" y="45264"/>
                      <a:pt x="31448" y="45025"/>
                      <a:pt x="32979" y="44536"/>
                    </a:cubicBezTo>
                    <a:cubicBezTo>
                      <a:pt x="34511" y="44047"/>
                      <a:pt x="35818" y="43510"/>
                      <a:pt x="36938" y="42916"/>
                    </a:cubicBezTo>
                    <a:cubicBezTo>
                      <a:pt x="38096" y="42322"/>
                      <a:pt x="39067" y="41785"/>
                      <a:pt x="39926" y="41295"/>
                    </a:cubicBezTo>
                    <a:cubicBezTo>
                      <a:pt x="40785" y="40806"/>
                      <a:pt x="41607" y="40564"/>
                      <a:pt x="42429" y="40564"/>
                    </a:cubicBezTo>
                    <a:cubicBezTo>
                      <a:pt x="42952" y="40564"/>
                      <a:pt x="43400" y="40668"/>
                      <a:pt x="43773" y="40877"/>
                    </a:cubicBezTo>
                    <a:cubicBezTo>
                      <a:pt x="44147" y="41086"/>
                      <a:pt x="44483" y="41381"/>
                      <a:pt x="44782" y="41766"/>
                    </a:cubicBezTo>
                    <a:lnTo>
                      <a:pt x="48517" y="46470"/>
                    </a:lnTo>
                    <a:cubicBezTo>
                      <a:pt x="47097" y="48143"/>
                      <a:pt x="45491" y="49547"/>
                      <a:pt x="43736" y="50678"/>
                    </a:cubicBezTo>
                    <a:cubicBezTo>
                      <a:pt x="41943" y="51810"/>
                      <a:pt x="40076" y="52717"/>
                      <a:pt x="38171" y="53397"/>
                    </a:cubicBezTo>
                    <a:cubicBezTo>
                      <a:pt x="36229" y="54076"/>
                      <a:pt x="34249" y="54554"/>
                      <a:pt x="32233" y="54834"/>
                    </a:cubicBezTo>
                    <a:cubicBezTo>
                      <a:pt x="30253" y="55110"/>
                      <a:pt x="28311" y="55249"/>
                      <a:pt x="26406" y="55249"/>
                    </a:cubicBezTo>
                    <a:cubicBezTo>
                      <a:pt x="22671" y="55249"/>
                      <a:pt x="19235" y="54629"/>
                      <a:pt x="16023" y="53397"/>
                    </a:cubicBezTo>
                    <a:cubicBezTo>
                      <a:pt x="12811" y="52157"/>
                      <a:pt x="10009" y="50327"/>
                      <a:pt x="7656" y="47904"/>
                    </a:cubicBezTo>
                    <a:cubicBezTo>
                      <a:pt x="5266" y="45485"/>
                      <a:pt x="3398" y="42487"/>
                      <a:pt x="2054" y="38913"/>
                    </a:cubicBezTo>
                    <a:cubicBezTo>
                      <a:pt x="709" y="35344"/>
                      <a:pt x="0" y="31207"/>
                      <a:pt x="0" y="26502"/>
                    </a:cubicBezTo>
                    <a:cubicBezTo>
                      <a:pt x="0" y="22843"/>
                      <a:pt x="597" y="19401"/>
                      <a:pt x="1793" y="16175"/>
                    </a:cubicBezTo>
                    <a:cubicBezTo>
                      <a:pt x="2988" y="12952"/>
                      <a:pt x="4669" y="10148"/>
                      <a:pt x="6872" y="7762"/>
                    </a:cubicBezTo>
                    <a:cubicBezTo>
                      <a:pt x="9113" y="5377"/>
                      <a:pt x="11802" y="3484"/>
                      <a:pt x="14977" y="2091"/>
                    </a:cubicBezTo>
                    <a:cubicBezTo>
                      <a:pt x="18189" y="694"/>
                      <a:pt x="21775" y="0"/>
                      <a:pt x="25808" y="0"/>
                    </a:cubicBezTo>
                    <a:close/>
                    <a:moveTo>
                      <a:pt x="26032" y="9252"/>
                    </a:moveTo>
                    <a:cubicBezTo>
                      <a:pt x="22297" y="9252"/>
                      <a:pt x="19347" y="10313"/>
                      <a:pt x="17218" y="12441"/>
                    </a:cubicBezTo>
                    <a:cubicBezTo>
                      <a:pt x="15089" y="14565"/>
                      <a:pt x="13744" y="17579"/>
                      <a:pt x="13147" y="21484"/>
                    </a:cubicBezTo>
                    <a:lnTo>
                      <a:pt x="37387" y="21484"/>
                    </a:lnTo>
                    <a:cubicBezTo>
                      <a:pt x="37387" y="19808"/>
                      <a:pt x="37162" y="18232"/>
                      <a:pt x="36714" y="16753"/>
                    </a:cubicBezTo>
                    <a:cubicBezTo>
                      <a:pt x="36266" y="15271"/>
                      <a:pt x="35556" y="13975"/>
                      <a:pt x="34622" y="12859"/>
                    </a:cubicBezTo>
                    <a:cubicBezTo>
                      <a:pt x="33689" y="11743"/>
                      <a:pt x="32494" y="10865"/>
                      <a:pt x="31074" y="10219"/>
                    </a:cubicBezTo>
                    <a:cubicBezTo>
                      <a:pt x="29655" y="9577"/>
                      <a:pt x="27975" y="9252"/>
                      <a:pt x="26032" y="9252"/>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05" name="Google Shape;2505;p90"/>
              <p:cNvSpPr/>
              <p:nvPr/>
            </p:nvSpPr>
            <p:spPr>
              <a:xfrm>
                <a:off x="8784308" y="1711565"/>
                <a:ext cx="36564" cy="70878"/>
              </a:xfrm>
              <a:custGeom>
                <a:avLst/>
                <a:gdLst/>
                <a:ahLst/>
                <a:cxnLst/>
                <a:rect l="l" t="t" r="r" b="b"/>
                <a:pathLst>
                  <a:path w="36564" h="70878" extrusionOk="0">
                    <a:moveTo>
                      <a:pt x="22484" y="70878"/>
                    </a:moveTo>
                    <a:cubicBezTo>
                      <a:pt x="17853" y="70878"/>
                      <a:pt x="14267" y="69560"/>
                      <a:pt x="11765" y="66928"/>
                    </a:cubicBezTo>
                    <a:cubicBezTo>
                      <a:pt x="9263" y="64299"/>
                      <a:pt x="8030" y="60666"/>
                      <a:pt x="8030" y="56033"/>
                    </a:cubicBezTo>
                    <a:lnTo>
                      <a:pt x="8030" y="26080"/>
                    </a:lnTo>
                    <a:lnTo>
                      <a:pt x="2577" y="26080"/>
                    </a:lnTo>
                    <a:cubicBezTo>
                      <a:pt x="1867" y="26080"/>
                      <a:pt x="1270" y="25853"/>
                      <a:pt x="784" y="25397"/>
                    </a:cubicBezTo>
                    <a:cubicBezTo>
                      <a:pt x="261" y="24945"/>
                      <a:pt x="0" y="24269"/>
                      <a:pt x="0" y="23362"/>
                    </a:cubicBezTo>
                    <a:lnTo>
                      <a:pt x="0" y="18236"/>
                    </a:lnTo>
                    <a:lnTo>
                      <a:pt x="8627" y="16828"/>
                    </a:lnTo>
                    <a:lnTo>
                      <a:pt x="11354" y="2192"/>
                    </a:lnTo>
                    <a:cubicBezTo>
                      <a:pt x="11503" y="1494"/>
                      <a:pt x="11802" y="952"/>
                      <a:pt x="12325" y="571"/>
                    </a:cubicBezTo>
                    <a:cubicBezTo>
                      <a:pt x="12848" y="187"/>
                      <a:pt x="13483" y="0"/>
                      <a:pt x="14230" y="0"/>
                    </a:cubicBezTo>
                    <a:lnTo>
                      <a:pt x="20916" y="0"/>
                    </a:lnTo>
                    <a:lnTo>
                      <a:pt x="20916" y="16880"/>
                    </a:lnTo>
                    <a:lnTo>
                      <a:pt x="35034" y="16880"/>
                    </a:lnTo>
                    <a:lnTo>
                      <a:pt x="35034" y="26080"/>
                    </a:lnTo>
                    <a:lnTo>
                      <a:pt x="20916" y="26080"/>
                    </a:lnTo>
                    <a:lnTo>
                      <a:pt x="20916" y="55144"/>
                    </a:lnTo>
                    <a:cubicBezTo>
                      <a:pt x="20916" y="56813"/>
                      <a:pt x="21326" y="58124"/>
                      <a:pt x="22185" y="59064"/>
                    </a:cubicBezTo>
                    <a:cubicBezTo>
                      <a:pt x="23007" y="60005"/>
                      <a:pt x="24128" y="60476"/>
                      <a:pt x="25509" y="60476"/>
                    </a:cubicBezTo>
                    <a:cubicBezTo>
                      <a:pt x="26331" y="60476"/>
                      <a:pt x="27004" y="60379"/>
                      <a:pt x="27526" y="60188"/>
                    </a:cubicBezTo>
                    <a:cubicBezTo>
                      <a:pt x="28086" y="59994"/>
                      <a:pt x="28535" y="59796"/>
                      <a:pt x="28946" y="59583"/>
                    </a:cubicBezTo>
                    <a:cubicBezTo>
                      <a:pt x="29357" y="59378"/>
                      <a:pt x="29693" y="59176"/>
                      <a:pt x="30029" y="58986"/>
                    </a:cubicBezTo>
                    <a:cubicBezTo>
                      <a:pt x="30328" y="58796"/>
                      <a:pt x="30664" y="58695"/>
                      <a:pt x="30962" y="58695"/>
                    </a:cubicBezTo>
                    <a:cubicBezTo>
                      <a:pt x="31336" y="58695"/>
                      <a:pt x="31672" y="58796"/>
                      <a:pt x="31896" y="58986"/>
                    </a:cubicBezTo>
                    <a:cubicBezTo>
                      <a:pt x="32158" y="59176"/>
                      <a:pt x="32419" y="59464"/>
                      <a:pt x="32681" y="59849"/>
                    </a:cubicBezTo>
                    <a:lnTo>
                      <a:pt x="36565" y="66118"/>
                    </a:lnTo>
                    <a:cubicBezTo>
                      <a:pt x="34660" y="67686"/>
                      <a:pt x="32531" y="68877"/>
                      <a:pt x="30066" y="69676"/>
                    </a:cubicBezTo>
                    <a:cubicBezTo>
                      <a:pt x="27638" y="70475"/>
                      <a:pt x="25099" y="70878"/>
                      <a:pt x="22484" y="7087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06" name="Google Shape;2506;p90"/>
              <p:cNvSpPr/>
              <p:nvPr/>
            </p:nvSpPr>
            <p:spPr>
              <a:xfrm>
                <a:off x="8829650" y="1726978"/>
                <a:ext cx="49376" cy="72140"/>
              </a:xfrm>
              <a:custGeom>
                <a:avLst/>
                <a:gdLst/>
                <a:ahLst/>
                <a:cxnLst/>
                <a:rect l="l" t="t" r="r" b="b"/>
                <a:pathLst>
                  <a:path w="49376" h="72140" extrusionOk="0">
                    <a:moveTo>
                      <a:pt x="0" y="72140"/>
                    </a:moveTo>
                    <a:lnTo>
                      <a:pt x="0" y="997"/>
                    </a:lnTo>
                    <a:lnTo>
                      <a:pt x="7881" y="997"/>
                    </a:lnTo>
                    <a:cubicBezTo>
                      <a:pt x="8740" y="997"/>
                      <a:pt x="9449" y="1191"/>
                      <a:pt x="10047" y="1568"/>
                    </a:cubicBezTo>
                    <a:cubicBezTo>
                      <a:pt x="10645" y="1956"/>
                      <a:pt x="11018" y="2546"/>
                      <a:pt x="11205" y="3349"/>
                    </a:cubicBezTo>
                    <a:lnTo>
                      <a:pt x="12251" y="8315"/>
                    </a:lnTo>
                    <a:cubicBezTo>
                      <a:pt x="14380" y="5843"/>
                      <a:pt x="16882" y="3838"/>
                      <a:pt x="19683" y="2304"/>
                    </a:cubicBezTo>
                    <a:cubicBezTo>
                      <a:pt x="22484" y="765"/>
                      <a:pt x="25771" y="0"/>
                      <a:pt x="29543" y="0"/>
                    </a:cubicBezTo>
                    <a:cubicBezTo>
                      <a:pt x="32457" y="0"/>
                      <a:pt x="35146" y="612"/>
                      <a:pt x="37574" y="1833"/>
                    </a:cubicBezTo>
                    <a:cubicBezTo>
                      <a:pt x="40001" y="3054"/>
                      <a:pt x="42093" y="4820"/>
                      <a:pt x="43849" y="7139"/>
                    </a:cubicBezTo>
                    <a:cubicBezTo>
                      <a:pt x="45604" y="9458"/>
                      <a:pt x="46948" y="12310"/>
                      <a:pt x="47920" y="15708"/>
                    </a:cubicBezTo>
                    <a:cubicBezTo>
                      <a:pt x="48891" y="19109"/>
                      <a:pt x="49376" y="23004"/>
                      <a:pt x="49376" y="27391"/>
                    </a:cubicBezTo>
                    <a:cubicBezTo>
                      <a:pt x="49376" y="31405"/>
                      <a:pt x="48816" y="35116"/>
                      <a:pt x="47733" y="38529"/>
                    </a:cubicBezTo>
                    <a:cubicBezTo>
                      <a:pt x="46650" y="41945"/>
                      <a:pt x="45118" y="44906"/>
                      <a:pt x="43101" y="47415"/>
                    </a:cubicBezTo>
                    <a:cubicBezTo>
                      <a:pt x="41122" y="49928"/>
                      <a:pt x="38694" y="51884"/>
                      <a:pt x="35856" y="53296"/>
                    </a:cubicBezTo>
                    <a:cubicBezTo>
                      <a:pt x="33017" y="54707"/>
                      <a:pt x="29843" y="55409"/>
                      <a:pt x="26294" y="55409"/>
                    </a:cubicBezTo>
                    <a:cubicBezTo>
                      <a:pt x="23269" y="55409"/>
                      <a:pt x="20692" y="54950"/>
                      <a:pt x="18600" y="54024"/>
                    </a:cubicBezTo>
                    <a:cubicBezTo>
                      <a:pt x="16471" y="53105"/>
                      <a:pt x="14604" y="51821"/>
                      <a:pt x="12923" y="50186"/>
                    </a:cubicBezTo>
                    <a:lnTo>
                      <a:pt x="12923" y="72140"/>
                    </a:lnTo>
                    <a:lnTo>
                      <a:pt x="0" y="72140"/>
                    </a:lnTo>
                    <a:close/>
                    <a:moveTo>
                      <a:pt x="25099" y="10197"/>
                    </a:moveTo>
                    <a:cubicBezTo>
                      <a:pt x="22410" y="10197"/>
                      <a:pt x="20131" y="10764"/>
                      <a:pt x="18227" y="11896"/>
                    </a:cubicBezTo>
                    <a:cubicBezTo>
                      <a:pt x="16322" y="13027"/>
                      <a:pt x="14566" y="14621"/>
                      <a:pt x="12923" y="16679"/>
                    </a:cubicBezTo>
                    <a:lnTo>
                      <a:pt x="12923" y="40724"/>
                    </a:lnTo>
                    <a:cubicBezTo>
                      <a:pt x="14380" y="42535"/>
                      <a:pt x="15986" y="43801"/>
                      <a:pt x="17704" y="44514"/>
                    </a:cubicBezTo>
                    <a:cubicBezTo>
                      <a:pt x="19422" y="45231"/>
                      <a:pt x="21289" y="45586"/>
                      <a:pt x="23269" y="45586"/>
                    </a:cubicBezTo>
                    <a:cubicBezTo>
                      <a:pt x="25211" y="45586"/>
                      <a:pt x="27004" y="45220"/>
                      <a:pt x="28572" y="44484"/>
                    </a:cubicBezTo>
                    <a:cubicBezTo>
                      <a:pt x="30179" y="43756"/>
                      <a:pt x="31523" y="42640"/>
                      <a:pt x="32606" y="41142"/>
                    </a:cubicBezTo>
                    <a:cubicBezTo>
                      <a:pt x="33689" y="39645"/>
                      <a:pt x="34548" y="37756"/>
                      <a:pt x="35146" y="35471"/>
                    </a:cubicBezTo>
                    <a:cubicBezTo>
                      <a:pt x="35744" y="33189"/>
                      <a:pt x="36042" y="30494"/>
                      <a:pt x="36042" y="27391"/>
                    </a:cubicBezTo>
                    <a:cubicBezTo>
                      <a:pt x="36042" y="24258"/>
                      <a:pt x="35781" y="21604"/>
                      <a:pt x="35258" y="19423"/>
                    </a:cubicBezTo>
                    <a:cubicBezTo>
                      <a:pt x="34772" y="17246"/>
                      <a:pt x="34026" y="15476"/>
                      <a:pt x="33092" y="14117"/>
                    </a:cubicBezTo>
                    <a:cubicBezTo>
                      <a:pt x="32158" y="12755"/>
                      <a:pt x="31000" y="11765"/>
                      <a:pt x="29693" y="11138"/>
                    </a:cubicBezTo>
                    <a:cubicBezTo>
                      <a:pt x="28348" y="10511"/>
                      <a:pt x="26817" y="10197"/>
                      <a:pt x="25099" y="1019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07" name="Google Shape;2507;p90"/>
              <p:cNvSpPr/>
              <p:nvPr/>
            </p:nvSpPr>
            <p:spPr>
              <a:xfrm>
                <a:off x="8889633" y="1703930"/>
                <a:ext cx="12922" cy="77677"/>
              </a:xfrm>
              <a:custGeom>
                <a:avLst/>
                <a:gdLst/>
                <a:ahLst/>
                <a:cxnLst/>
                <a:rect l="l" t="t" r="r" b="b"/>
                <a:pathLst>
                  <a:path w="12922" h="77677" extrusionOk="0">
                    <a:moveTo>
                      <a:pt x="12923" y="0"/>
                    </a:moveTo>
                    <a:lnTo>
                      <a:pt x="12923" y="77677"/>
                    </a:lnTo>
                    <a:lnTo>
                      <a:pt x="0" y="77677"/>
                    </a:lnTo>
                    <a:lnTo>
                      <a:pt x="0" y="0"/>
                    </a:lnTo>
                    <a:lnTo>
                      <a:pt x="12923"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08" name="Google Shape;2508;p90"/>
              <p:cNvSpPr/>
              <p:nvPr/>
            </p:nvSpPr>
            <p:spPr>
              <a:xfrm>
                <a:off x="8914471" y="1726978"/>
                <a:ext cx="44707" cy="55465"/>
              </a:xfrm>
              <a:custGeom>
                <a:avLst/>
                <a:gdLst/>
                <a:ahLst/>
                <a:cxnLst/>
                <a:rect l="l" t="t" r="r" b="b"/>
                <a:pathLst>
                  <a:path w="44707" h="55465" extrusionOk="0">
                    <a:moveTo>
                      <a:pt x="44707" y="54629"/>
                    </a:moveTo>
                    <a:lnTo>
                      <a:pt x="38880" y="54629"/>
                    </a:lnTo>
                    <a:cubicBezTo>
                      <a:pt x="37685" y="54629"/>
                      <a:pt x="36714" y="54446"/>
                      <a:pt x="36005" y="54080"/>
                    </a:cubicBezTo>
                    <a:cubicBezTo>
                      <a:pt x="35332" y="53710"/>
                      <a:pt x="34809" y="52975"/>
                      <a:pt x="34436" y="51858"/>
                    </a:cubicBezTo>
                    <a:lnTo>
                      <a:pt x="33315" y="48042"/>
                    </a:lnTo>
                    <a:cubicBezTo>
                      <a:pt x="31933" y="49263"/>
                      <a:pt x="30626" y="50335"/>
                      <a:pt x="29319" y="51257"/>
                    </a:cubicBezTo>
                    <a:cubicBezTo>
                      <a:pt x="28012" y="52179"/>
                      <a:pt x="26630" y="52952"/>
                      <a:pt x="25248" y="53583"/>
                    </a:cubicBezTo>
                    <a:cubicBezTo>
                      <a:pt x="23866" y="54211"/>
                      <a:pt x="22372" y="54681"/>
                      <a:pt x="20803" y="54995"/>
                    </a:cubicBezTo>
                    <a:cubicBezTo>
                      <a:pt x="19235" y="55308"/>
                      <a:pt x="17479" y="55465"/>
                      <a:pt x="15574" y="55465"/>
                    </a:cubicBezTo>
                    <a:cubicBezTo>
                      <a:pt x="13296" y="55465"/>
                      <a:pt x="11205" y="55159"/>
                      <a:pt x="9300" y="54550"/>
                    </a:cubicBezTo>
                    <a:cubicBezTo>
                      <a:pt x="7395" y="53938"/>
                      <a:pt x="5751" y="53020"/>
                      <a:pt x="4370" y="51795"/>
                    </a:cubicBezTo>
                    <a:cubicBezTo>
                      <a:pt x="2988" y="50566"/>
                      <a:pt x="1905" y="49051"/>
                      <a:pt x="1158" y="47228"/>
                    </a:cubicBezTo>
                    <a:cubicBezTo>
                      <a:pt x="373" y="45414"/>
                      <a:pt x="0" y="43297"/>
                      <a:pt x="0" y="40885"/>
                    </a:cubicBezTo>
                    <a:cubicBezTo>
                      <a:pt x="0" y="38857"/>
                      <a:pt x="523" y="36856"/>
                      <a:pt x="1606" y="34877"/>
                    </a:cubicBezTo>
                    <a:cubicBezTo>
                      <a:pt x="2652" y="32906"/>
                      <a:pt x="4407" y="31117"/>
                      <a:pt x="6910" y="29530"/>
                    </a:cubicBezTo>
                    <a:cubicBezTo>
                      <a:pt x="9375" y="27940"/>
                      <a:pt x="12661" y="26618"/>
                      <a:pt x="16770" y="25569"/>
                    </a:cubicBezTo>
                    <a:cubicBezTo>
                      <a:pt x="20878" y="24520"/>
                      <a:pt x="25995" y="23993"/>
                      <a:pt x="32083" y="23993"/>
                    </a:cubicBezTo>
                    <a:lnTo>
                      <a:pt x="32083" y="20834"/>
                    </a:lnTo>
                    <a:cubicBezTo>
                      <a:pt x="32083" y="17220"/>
                      <a:pt x="31336" y="14543"/>
                      <a:pt x="29842" y="12803"/>
                    </a:cubicBezTo>
                    <a:cubicBezTo>
                      <a:pt x="28311" y="11063"/>
                      <a:pt x="26107" y="10197"/>
                      <a:pt x="23194" y="10197"/>
                    </a:cubicBezTo>
                    <a:cubicBezTo>
                      <a:pt x="21102" y="10197"/>
                      <a:pt x="19384" y="10440"/>
                      <a:pt x="17965" y="10925"/>
                    </a:cubicBezTo>
                    <a:cubicBezTo>
                      <a:pt x="16583" y="11414"/>
                      <a:pt x="15388" y="11967"/>
                      <a:pt x="14342" y="12575"/>
                    </a:cubicBezTo>
                    <a:cubicBezTo>
                      <a:pt x="13334" y="13188"/>
                      <a:pt x="12362" y="13733"/>
                      <a:pt x="11503" y="14222"/>
                    </a:cubicBezTo>
                    <a:cubicBezTo>
                      <a:pt x="10644" y="14711"/>
                      <a:pt x="9673" y="14950"/>
                      <a:pt x="8627" y="14950"/>
                    </a:cubicBezTo>
                    <a:cubicBezTo>
                      <a:pt x="7769" y="14950"/>
                      <a:pt x="6984" y="14726"/>
                      <a:pt x="6387" y="14274"/>
                    </a:cubicBezTo>
                    <a:cubicBezTo>
                      <a:pt x="5751" y="13822"/>
                      <a:pt x="5229" y="13262"/>
                      <a:pt x="4855" y="12601"/>
                    </a:cubicBezTo>
                    <a:lnTo>
                      <a:pt x="2502" y="8472"/>
                    </a:lnTo>
                    <a:cubicBezTo>
                      <a:pt x="8665" y="2823"/>
                      <a:pt x="16097" y="0"/>
                      <a:pt x="24837" y="0"/>
                    </a:cubicBezTo>
                    <a:cubicBezTo>
                      <a:pt x="27975" y="0"/>
                      <a:pt x="30776" y="519"/>
                      <a:pt x="33241" y="1546"/>
                    </a:cubicBezTo>
                    <a:cubicBezTo>
                      <a:pt x="35668" y="2576"/>
                      <a:pt x="37760" y="4003"/>
                      <a:pt x="39478" y="5832"/>
                    </a:cubicBezTo>
                    <a:cubicBezTo>
                      <a:pt x="41196" y="7658"/>
                      <a:pt x="42466" y="9846"/>
                      <a:pt x="43363" y="12392"/>
                    </a:cubicBezTo>
                    <a:cubicBezTo>
                      <a:pt x="44259" y="14935"/>
                      <a:pt x="44707" y="17720"/>
                      <a:pt x="44707" y="20756"/>
                    </a:cubicBezTo>
                    <a:lnTo>
                      <a:pt x="44707" y="54629"/>
                    </a:lnTo>
                    <a:close/>
                    <a:moveTo>
                      <a:pt x="19608" y="46579"/>
                    </a:moveTo>
                    <a:cubicBezTo>
                      <a:pt x="20916" y="46579"/>
                      <a:pt x="22148" y="46459"/>
                      <a:pt x="23269" y="46217"/>
                    </a:cubicBezTo>
                    <a:cubicBezTo>
                      <a:pt x="24389" y="45978"/>
                      <a:pt x="25435" y="45615"/>
                      <a:pt x="26443" y="45134"/>
                    </a:cubicBezTo>
                    <a:cubicBezTo>
                      <a:pt x="27414" y="44656"/>
                      <a:pt x="28385" y="44062"/>
                      <a:pt x="29319" y="43364"/>
                    </a:cubicBezTo>
                    <a:cubicBezTo>
                      <a:pt x="30215" y="42658"/>
                      <a:pt x="31149" y="41826"/>
                      <a:pt x="32083" y="40870"/>
                    </a:cubicBezTo>
                    <a:lnTo>
                      <a:pt x="32083" y="31890"/>
                    </a:lnTo>
                    <a:cubicBezTo>
                      <a:pt x="28348" y="31890"/>
                      <a:pt x="25173" y="32125"/>
                      <a:pt x="22671" y="32600"/>
                    </a:cubicBezTo>
                    <a:cubicBezTo>
                      <a:pt x="20131" y="33074"/>
                      <a:pt x="18114" y="33679"/>
                      <a:pt x="16583" y="34414"/>
                    </a:cubicBezTo>
                    <a:cubicBezTo>
                      <a:pt x="15052" y="35150"/>
                      <a:pt x="13931" y="36012"/>
                      <a:pt x="13296" y="36998"/>
                    </a:cubicBezTo>
                    <a:cubicBezTo>
                      <a:pt x="12661" y="37980"/>
                      <a:pt x="12325" y="39048"/>
                      <a:pt x="12325" y="40205"/>
                    </a:cubicBezTo>
                    <a:cubicBezTo>
                      <a:pt x="12325" y="42486"/>
                      <a:pt x="12998" y="44122"/>
                      <a:pt x="14342" y="45104"/>
                    </a:cubicBezTo>
                    <a:cubicBezTo>
                      <a:pt x="15687" y="46086"/>
                      <a:pt x="17442" y="46579"/>
                      <a:pt x="19608" y="46579"/>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09" name="Google Shape;2509;p90"/>
              <p:cNvSpPr/>
              <p:nvPr/>
            </p:nvSpPr>
            <p:spPr>
              <a:xfrm>
                <a:off x="8968254" y="1727139"/>
                <a:ext cx="45230" cy="55248"/>
              </a:xfrm>
              <a:custGeom>
                <a:avLst/>
                <a:gdLst/>
                <a:ahLst/>
                <a:cxnLst/>
                <a:rect l="l" t="t" r="r" b="b"/>
                <a:pathLst>
                  <a:path w="45230" h="55248" extrusionOk="0">
                    <a:moveTo>
                      <a:pt x="41346" y="12180"/>
                    </a:moveTo>
                    <a:cubicBezTo>
                      <a:pt x="40935" y="12669"/>
                      <a:pt x="40561" y="13049"/>
                      <a:pt x="40187" y="13330"/>
                    </a:cubicBezTo>
                    <a:cubicBezTo>
                      <a:pt x="39851" y="13610"/>
                      <a:pt x="39291" y="13748"/>
                      <a:pt x="38619" y="13748"/>
                    </a:cubicBezTo>
                    <a:cubicBezTo>
                      <a:pt x="37947" y="13748"/>
                      <a:pt x="37312" y="13546"/>
                      <a:pt x="36677" y="13147"/>
                    </a:cubicBezTo>
                    <a:cubicBezTo>
                      <a:pt x="36042" y="12743"/>
                      <a:pt x="35295" y="12292"/>
                      <a:pt x="34436" y="11787"/>
                    </a:cubicBezTo>
                    <a:cubicBezTo>
                      <a:pt x="33540" y="11283"/>
                      <a:pt x="32531" y="10832"/>
                      <a:pt x="31299" y="10428"/>
                    </a:cubicBezTo>
                    <a:cubicBezTo>
                      <a:pt x="30103" y="10029"/>
                      <a:pt x="28609" y="9824"/>
                      <a:pt x="26854" y="9824"/>
                    </a:cubicBezTo>
                    <a:cubicBezTo>
                      <a:pt x="24576" y="9824"/>
                      <a:pt x="22596" y="10238"/>
                      <a:pt x="20878" y="11056"/>
                    </a:cubicBezTo>
                    <a:cubicBezTo>
                      <a:pt x="19160" y="11873"/>
                      <a:pt x="17741" y="13049"/>
                      <a:pt x="16620" y="14584"/>
                    </a:cubicBezTo>
                    <a:cubicBezTo>
                      <a:pt x="15500" y="16119"/>
                      <a:pt x="14641" y="17971"/>
                      <a:pt x="14080" y="20151"/>
                    </a:cubicBezTo>
                    <a:cubicBezTo>
                      <a:pt x="13520" y="22332"/>
                      <a:pt x="13259" y="24796"/>
                      <a:pt x="13259" y="27544"/>
                    </a:cubicBezTo>
                    <a:cubicBezTo>
                      <a:pt x="13259" y="30404"/>
                      <a:pt x="13558" y="32951"/>
                      <a:pt x="14155" y="35180"/>
                    </a:cubicBezTo>
                    <a:cubicBezTo>
                      <a:pt x="14753" y="37412"/>
                      <a:pt x="15649" y="39283"/>
                      <a:pt x="16807" y="40795"/>
                    </a:cubicBezTo>
                    <a:cubicBezTo>
                      <a:pt x="17965" y="42311"/>
                      <a:pt x="19347" y="43465"/>
                      <a:pt x="20990" y="44249"/>
                    </a:cubicBezTo>
                    <a:cubicBezTo>
                      <a:pt x="22633" y="45033"/>
                      <a:pt x="24464" y="45425"/>
                      <a:pt x="26518" y="45425"/>
                    </a:cubicBezTo>
                    <a:cubicBezTo>
                      <a:pt x="28572" y="45425"/>
                      <a:pt x="30253" y="45171"/>
                      <a:pt x="31523" y="44667"/>
                    </a:cubicBezTo>
                    <a:cubicBezTo>
                      <a:pt x="32792" y="44163"/>
                      <a:pt x="33876" y="43603"/>
                      <a:pt x="34735" y="42991"/>
                    </a:cubicBezTo>
                    <a:cubicBezTo>
                      <a:pt x="35594" y="42386"/>
                      <a:pt x="36378" y="41826"/>
                      <a:pt x="37013" y="41322"/>
                    </a:cubicBezTo>
                    <a:cubicBezTo>
                      <a:pt x="37648" y="40818"/>
                      <a:pt x="38395" y="40564"/>
                      <a:pt x="39179" y="40564"/>
                    </a:cubicBezTo>
                    <a:cubicBezTo>
                      <a:pt x="40225" y="40564"/>
                      <a:pt x="41010" y="40963"/>
                      <a:pt x="41532" y="41766"/>
                    </a:cubicBezTo>
                    <a:lnTo>
                      <a:pt x="45230" y="46470"/>
                    </a:lnTo>
                    <a:cubicBezTo>
                      <a:pt x="43811" y="48143"/>
                      <a:pt x="42279" y="49547"/>
                      <a:pt x="40599" y="50678"/>
                    </a:cubicBezTo>
                    <a:cubicBezTo>
                      <a:pt x="38918" y="51810"/>
                      <a:pt x="37200" y="52717"/>
                      <a:pt x="35407" y="53397"/>
                    </a:cubicBezTo>
                    <a:cubicBezTo>
                      <a:pt x="33577" y="54076"/>
                      <a:pt x="31747" y="54554"/>
                      <a:pt x="29842" y="54834"/>
                    </a:cubicBezTo>
                    <a:cubicBezTo>
                      <a:pt x="27900" y="55110"/>
                      <a:pt x="25995" y="55249"/>
                      <a:pt x="24128" y="55249"/>
                    </a:cubicBezTo>
                    <a:cubicBezTo>
                      <a:pt x="20803" y="55249"/>
                      <a:pt x="17704" y="54629"/>
                      <a:pt x="14753" y="53397"/>
                    </a:cubicBezTo>
                    <a:cubicBezTo>
                      <a:pt x="11839" y="52157"/>
                      <a:pt x="9300" y="50357"/>
                      <a:pt x="7096" y="47986"/>
                    </a:cubicBezTo>
                    <a:cubicBezTo>
                      <a:pt x="4930" y="45615"/>
                      <a:pt x="3212" y="42714"/>
                      <a:pt x="1942" y="39283"/>
                    </a:cubicBezTo>
                    <a:cubicBezTo>
                      <a:pt x="635" y="35852"/>
                      <a:pt x="0" y="31935"/>
                      <a:pt x="0" y="27544"/>
                    </a:cubicBezTo>
                    <a:cubicBezTo>
                      <a:pt x="0" y="23609"/>
                      <a:pt x="597" y="19961"/>
                      <a:pt x="1718" y="16597"/>
                    </a:cubicBezTo>
                    <a:cubicBezTo>
                      <a:pt x="2838" y="13232"/>
                      <a:pt x="4519" y="10320"/>
                      <a:pt x="6723" y="7867"/>
                    </a:cubicBezTo>
                    <a:cubicBezTo>
                      <a:pt x="8889" y="5410"/>
                      <a:pt x="11616" y="3484"/>
                      <a:pt x="14865" y="2091"/>
                    </a:cubicBezTo>
                    <a:cubicBezTo>
                      <a:pt x="18114" y="694"/>
                      <a:pt x="21849" y="0"/>
                      <a:pt x="26070" y="0"/>
                    </a:cubicBezTo>
                    <a:cubicBezTo>
                      <a:pt x="30066" y="0"/>
                      <a:pt x="33577" y="642"/>
                      <a:pt x="36602" y="1934"/>
                    </a:cubicBezTo>
                    <a:cubicBezTo>
                      <a:pt x="39628" y="3226"/>
                      <a:pt x="42317" y="5070"/>
                      <a:pt x="44707" y="7475"/>
                    </a:cubicBezTo>
                    <a:lnTo>
                      <a:pt x="41346" y="1218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10" name="Google Shape;2510;p90"/>
              <p:cNvSpPr/>
              <p:nvPr/>
            </p:nvSpPr>
            <p:spPr>
              <a:xfrm>
                <a:off x="9018153" y="1727139"/>
                <a:ext cx="49002" cy="55248"/>
              </a:xfrm>
              <a:custGeom>
                <a:avLst/>
                <a:gdLst/>
                <a:ahLst/>
                <a:cxnLst/>
                <a:rect l="l" t="t" r="r" b="b"/>
                <a:pathLst>
                  <a:path w="49002" h="55248" extrusionOk="0">
                    <a:moveTo>
                      <a:pt x="25771" y="0"/>
                    </a:moveTo>
                    <a:cubicBezTo>
                      <a:pt x="29170" y="0"/>
                      <a:pt x="32270" y="541"/>
                      <a:pt x="35108" y="1620"/>
                    </a:cubicBezTo>
                    <a:cubicBezTo>
                      <a:pt x="37947" y="2700"/>
                      <a:pt x="40412" y="4275"/>
                      <a:pt x="42466" y="6351"/>
                    </a:cubicBezTo>
                    <a:cubicBezTo>
                      <a:pt x="44520" y="8423"/>
                      <a:pt x="46126" y="10970"/>
                      <a:pt x="47284" y="13983"/>
                    </a:cubicBezTo>
                    <a:cubicBezTo>
                      <a:pt x="48405" y="16996"/>
                      <a:pt x="49002" y="20439"/>
                      <a:pt x="49002" y="24307"/>
                    </a:cubicBezTo>
                    <a:cubicBezTo>
                      <a:pt x="49002" y="25285"/>
                      <a:pt x="48965" y="26095"/>
                      <a:pt x="48853" y="26738"/>
                    </a:cubicBezTo>
                    <a:cubicBezTo>
                      <a:pt x="48778" y="27380"/>
                      <a:pt x="48629" y="27888"/>
                      <a:pt x="48405" y="28253"/>
                    </a:cubicBezTo>
                    <a:cubicBezTo>
                      <a:pt x="48180" y="28616"/>
                      <a:pt x="47844" y="28881"/>
                      <a:pt x="47471" y="29038"/>
                    </a:cubicBezTo>
                    <a:cubicBezTo>
                      <a:pt x="47097" y="29194"/>
                      <a:pt x="46612" y="29273"/>
                      <a:pt x="46014" y="29273"/>
                    </a:cubicBezTo>
                    <a:lnTo>
                      <a:pt x="12848" y="29273"/>
                    </a:lnTo>
                    <a:cubicBezTo>
                      <a:pt x="13259" y="34780"/>
                      <a:pt x="14715" y="38820"/>
                      <a:pt x="17293" y="41400"/>
                    </a:cubicBezTo>
                    <a:cubicBezTo>
                      <a:pt x="19907" y="43980"/>
                      <a:pt x="23306" y="45264"/>
                      <a:pt x="27564" y="45264"/>
                    </a:cubicBezTo>
                    <a:cubicBezTo>
                      <a:pt x="29655" y="45264"/>
                      <a:pt x="31448" y="45025"/>
                      <a:pt x="32979" y="44536"/>
                    </a:cubicBezTo>
                    <a:cubicBezTo>
                      <a:pt x="34473" y="44047"/>
                      <a:pt x="35818" y="43510"/>
                      <a:pt x="36939" y="42916"/>
                    </a:cubicBezTo>
                    <a:cubicBezTo>
                      <a:pt x="38059" y="42322"/>
                      <a:pt x="39067" y="41785"/>
                      <a:pt x="39926" y="41295"/>
                    </a:cubicBezTo>
                    <a:cubicBezTo>
                      <a:pt x="40785" y="40806"/>
                      <a:pt x="41607" y="40564"/>
                      <a:pt x="42391" y="40564"/>
                    </a:cubicBezTo>
                    <a:cubicBezTo>
                      <a:pt x="42914" y="40564"/>
                      <a:pt x="43400" y="40668"/>
                      <a:pt x="43773" y="40877"/>
                    </a:cubicBezTo>
                    <a:cubicBezTo>
                      <a:pt x="44147" y="41086"/>
                      <a:pt x="44483" y="41381"/>
                      <a:pt x="44744" y="41766"/>
                    </a:cubicBezTo>
                    <a:lnTo>
                      <a:pt x="48517" y="46470"/>
                    </a:lnTo>
                    <a:cubicBezTo>
                      <a:pt x="47097" y="48143"/>
                      <a:pt x="45491" y="49547"/>
                      <a:pt x="43699" y="50678"/>
                    </a:cubicBezTo>
                    <a:cubicBezTo>
                      <a:pt x="41943" y="51810"/>
                      <a:pt x="40076" y="52717"/>
                      <a:pt x="38134" y="53397"/>
                    </a:cubicBezTo>
                    <a:cubicBezTo>
                      <a:pt x="36229" y="54076"/>
                      <a:pt x="34249" y="54554"/>
                      <a:pt x="32233" y="54834"/>
                    </a:cubicBezTo>
                    <a:cubicBezTo>
                      <a:pt x="30215" y="55110"/>
                      <a:pt x="28273" y="55249"/>
                      <a:pt x="26406" y="55249"/>
                    </a:cubicBezTo>
                    <a:cubicBezTo>
                      <a:pt x="22671" y="55249"/>
                      <a:pt x="19198" y="54629"/>
                      <a:pt x="15985" y="53397"/>
                    </a:cubicBezTo>
                    <a:cubicBezTo>
                      <a:pt x="12811" y="52157"/>
                      <a:pt x="10009" y="50327"/>
                      <a:pt x="7619" y="47904"/>
                    </a:cubicBezTo>
                    <a:cubicBezTo>
                      <a:pt x="5266" y="45485"/>
                      <a:pt x="3398" y="42487"/>
                      <a:pt x="2054" y="38913"/>
                    </a:cubicBezTo>
                    <a:cubicBezTo>
                      <a:pt x="672" y="35344"/>
                      <a:pt x="0" y="31207"/>
                      <a:pt x="0" y="26502"/>
                    </a:cubicBezTo>
                    <a:cubicBezTo>
                      <a:pt x="0" y="22843"/>
                      <a:pt x="597" y="19401"/>
                      <a:pt x="1793" y="16175"/>
                    </a:cubicBezTo>
                    <a:cubicBezTo>
                      <a:pt x="2950" y="12952"/>
                      <a:pt x="4669" y="10148"/>
                      <a:pt x="6872" y="7762"/>
                    </a:cubicBezTo>
                    <a:cubicBezTo>
                      <a:pt x="9076" y="5377"/>
                      <a:pt x="11802" y="3484"/>
                      <a:pt x="14977" y="2091"/>
                    </a:cubicBezTo>
                    <a:cubicBezTo>
                      <a:pt x="18189" y="694"/>
                      <a:pt x="21775" y="0"/>
                      <a:pt x="25771" y="0"/>
                    </a:cubicBezTo>
                    <a:close/>
                    <a:moveTo>
                      <a:pt x="26032" y="9252"/>
                    </a:moveTo>
                    <a:cubicBezTo>
                      <a:pt x="22260" y="9252"/>
                      <a:pt x="19347" y="10313"/>
                      <a:pt x="17218" y="12441"/>
                    </a:cubicBezTo>
                    <a:cubicBezTo>
                      <a:pt x="15089" y="14565"/>
                      <a:pt x="13707" y="17579"/>
                      <a:pt x="13110" y="21484"/>
                    </a:cubicBezTo>
                    <a:lnTo>
                      <a:pt x="37387" y="21484"/>
                    </a:lnTo>
                    <a:cubicBezTo>
                      <a:pt x="37387" y="19808"/>
                      <a:pt x="37162" y="18232"/>
                      <a:pt x="36714" y="16753"/>
                    </a:cubicBezTo>
                    <a:cubicBezTo>
                      <a:pt x="36266" y="15271"/>
                      <a:pt x="35557" y="13975"/>
                      <a:pt x="34623" y="12859"/>
                    </a:cubicBezTo>
                    <a:cubicBezTo>
                      <a:pt x="33689" y="11743"/>
                      <a:pt x="32494" y="10865"/>
                      <a:pt x="31074" y="10219"/>
                    </a:cubicBezTo>
                    <a:cubicBezTo>
                      <a:pt x="29618" y="9577"/>
                      <a:pt x="27975" y="9252"/>
                      <a:pt x="26032" y="9252"/>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511" name="Google Shape;2511;p90"/>
            <p:cNvGrpSpPr/>
            <p:nvPr/>
          </p:nvGrpSpPr>
          <p:grpSpPr>
            <a:xfrm>
              <a:off x="8053673" y="1434803"/>
              <a:ext cx="947522" cy="219053"/>
              <a:chOff x="8053673" y="1434803"/>
              <a:chExt cx="947522" cy="219053"/>
            </a:xfrm>
          </p:grpSpPr>
          <p:sp>
            <p:nvSpPr>
              <p:cNvPr id="2512" name="Google Shape;2512;p90"/>
              <p:cNvSpPr/>
              <p:nvPr/>
            </p:nvSpPr>
            <p:spPr>
              <a:xfrm>
                <a:off x="8053673" y="1434803"/>
                <a:ext cx="227388" cy="219053"/>
              </a:xfrm>
              <a:custGeom>
                <a:avLst/>
                <a:gdLst/>
                <a:ahLst/>
                <a:cxnLst/>
                <a:rect l="l" t="t" r="r" b="b"/>
                <a:pathLst>
                  <a:path w="227388" h="219053" extrusionOk="0">
                    <a:moveTo>
                      <a:pt x="12034" y="102714"/>
                    </a:moveTo>
                    <a:cubicBezTo>
                      <a:pt x="14536" y="102737"/>
                      <a:pt x="16590" y="104792"/>
                      <a:pt x="16553" y="107308"/>
                    </a:cubicBezTo>
                    <a:cubicBezTo>
                      <a:pt x="16516" y="109821"/>
                      <a:pt x="14462" y="111843"/>
                      <a:pt x="11959" y="111820"/>
                    </a:cubicBezTo>
                    <a:cubicBezTo>
                      <a:pt x="9456" y="111797"/>
                      <a:pt x="7402" y="109739"/>
                      <a:pt x="7440" y="107226"/>
                    </a:cubicBezTo>
                    <a:cubicBezTo>
                      <a:pt x="7477" y="104711"/>
                      <a:pt x="9531" y="102692"/>
                      <a:pt x="12034" y="102714"/>
                    </a:cubicBezTo>
                    <a:lnTo>
                      <a:pt x="12034" y="102714"/>
                    </a:lnTo>
                    <a:close/>
                    <a:moveTo>
                      <a:pt x="87554" y="152792"/>
                    </a:moveTo>
                    <a:cubicBezTo>
                      <a:pt x="85051" y="152769"/>
                      <a:pt x="82998" y="154789"/>
                      <a:pt x="82960" y="157304"/>
                    </a:cubicBezTo>
                    <a:cubicBezTo>
                      <a:pt x="82960" y="159817"/>
                      <a:pt x="84977" y="161874"/>
                      <a:pt x="87479" y="161897"/>
                    </a:cubicBezTo>
                    <a:cubicBezTo>
                      <a:pt x="89982" y="161920"/>
                      <a:pt x="92073" y="159898"/>
                      <a:pt x="92073" y="157385"/>
                    </a:cubicBezTo>
                    <a:cubicBezTo>
                      <a:pt x="92111" y="154870"/>
                      <a:pt x="90094" y="152815"/>
                      <a:pt x="87554" y="152792"/>
                    </a:cubicBezTo>
                    <a:lnTo>
                      <a:pt x="87554" y="152792"/>
                    </a:lnTo>
                    <a:close/>
                    <a:moveTo>
                      <a:pt x="83147" y="69392"/>
                    </a:moveTo>
                    <a:cubicBezTo>
                      <a:pt x="80607" y="69369"/>
                      <a:pt x="78553" y="71391"/>
                      <a:pt x="78553" y="73904"/>
                    </a:cubicBezTo>
                    <a:cubicBezTo>
                      <a:pt x="78515" y="76419"/>
                      <a:pt x="80532" y="78474"/>
                      <a:pt x="83072" y="78497"/>
                    </a:cubicBezTo>
                    <a:cubicBezTo>
                      <a:pt x="85574" y="78520"/>
                      <a:pt x="87629" y="76498"/>
                      <a:pt x="87666" y="73985"/>
                    </a:cubicBezTo>
                    <a:cubicBezTo>
                      <a:pt x="87666" y="71470"/>
                      <a:pt x="85649" y="69415"/>
                      <a:pt x="83147" y="69392"/>
                    </a:cubicBezTo>
                    <a:lnTo>
                      <a:pt x="83147" y="69392"/>
                    </a:lnTo>
                    <a:close/>
                    <a:moveTo>
                      <a:pt x="186269" y="32374"/>
                    </a:moveTo>
                    <a:cubicBezTo>
                      <a:pt x="183766" y="32350"/>
                      <a:pt x="181712" y="34370"/>
                      <a:pt x="181674" y="36885"/>
                    </a:cubicBezTo>
                    <a:cubicBezTo>
                      <a:pt x="181674" y="39400"/>
                      <a:pt x="183691" y="41456"/>
                      <a:pt x="186194" y="41479"/>
                    </a:cubicBezTo>
                    <a:cubicBezTo>
                      <a:pt x="188696" y="41501"/>
                      <a:pt x="190750" y="39482"/>
                      <a:pt x="190788" y="36966"/>
                    </a:cubicBezTo>
                    <a:cubicBezTo>
                      <a:pt x="190825" y="34451"/>
                      <a:pt x="188808" y="32396"/>
                      <a:pt x="186269" y="32374"/>
                    </a:cubicBezTo>
                    <a:lnTo>
                      <a:pt x="186269" y="32374"/>
                    </a:lnTo>
                    <a:close/>
                    <a:moveTo>
                      <a:pt x="215438" y="104524"/>
                    </a:moveTo>
                    <a:cubicBezTo>
                      <a:pt x="212899" y="104501"/>
                      <a:pt x="210844" y="106521"/>
                      <a:pt x="210844" y="109036"/>
                    </a:cubicBezTo>
                    <a:cubicBezTo>
                      <a:pt x="210807" y="111549"/>
                      <a:pt x="212824" y="113604"/>
                      <a:pt x="215326" y="113627"/>
                    </a:cubicBezTo>
                    <a:cubicBezTo>
                      <a:pt x="217866" y="113650"/>
                      <a:pt x="219920" y="111630"/>
                      <a:pt x="219920" y="109115"/>
                    </a:cubicBezTo>
                    <a:cubicBezTo>
                      <a:pt x="219957" y="106602"/>
                      <a:pt x="217941" y="104547"/>
                      <a:pt x="215438" y="104524"/>
                    </a:cubicBezTo>
                    <a:lnTo>
                      <a:pt x="215438" y="104524"/>
                    </a:lnTo>
                    <a:close/>
                    <a:moveTo>
                      <a:pt x="184998" y="176143"/>
                    </a:moveTo>
                    <a:cubicBezTo>
                      <a:pt x="182496" y="176120"/>
                      <a:pt x="180442" y="178142"/>
                      <a:pt x="180404" y="180655"/>
                    </a:cubicBezTo>
                    <a:cubicBezTo>
                      <a:pt x="180367" y="183170"/>
                      <a:pt x="182384" y="185225"/>
                      <a:pt x="184924" y="185249"/>
                    </a:cubicBezTo>
                    <a:cubicBezTo>
                      <a:pt x="187426" y="185269"/>
                      <a:pt x="189481" y="183252"/>
                      <a:pt x="189518" y="180736"/>
                    </a:cubicBezTo>
                    <a:cubicBezTo>
                      <a:pt x="189518" y="178221"/>
                      <a:pt x="187501" y="176164"/>
                      <a:pt x="184998" y="176143"/>
                    </a:cubicBezTo>
                    <a:lnTo>
                      <a:pt x="184998" y="176143"/>
                    </a:lnTo>
                    <a:close/>
                    <a:moveTo>
                      <a:pt x="41652" y="42114"/>
                    </a:moveTo>
                    <a:cubicBezTo>
                      <a:pt x="43631" y="42349"/>
                      <a:pt x="45611" y="41668"/>
                      <a:pt x="47030" y="40265"/>
                    </a:cubicBezTo>
                    <a:cubicBezTo>
                      <a:pt x="48412" y="38880"/>
                      <a:pt x="49084" y="36948"/>
                      <a:pt x="48898" y="34999"/>
                    </a:cubicBezTo>
                    <a:lnTo>
                      <a:pt x="103689" y="12878"/>
                    </a:lnTo>
                    <a:cubicBezTo>
                      <a:pt x="103092" y="11837"/>
                      <a:pt x="102606" y="10701"/>
                      <a:pt x="102344" y="9495"/>
                    </a:cubicBezTo>
                    <a:lnTo>
                      <a:pt x="47553" y="31613"/>
                    </a:lnTo>
                    <a:cubicBezTo>
                      <a:pt x="46358" y="30118"/>
                      <a:pt x="44528" y="29152"/>
                      <a:pt x="42474" y="29136"/>
                    </a:cubicBezTo>
                    <a:cubicBezTo>
                      <a:pt x="38888" y="29102"/>
                      <a:pt x="35937" y="31992"/>
                      <a:pt x="35900" y="35588"/>
                    </a:cubicBezTo>
                    <a:cubicBezTo>
                      <a:pt x="35900" y="37641"/>
                      <a:pt x="36834" y="39480"/>
                      <a:pt x="38290" y="40688"/>
                    </a:cubicBezTo>
                    <a:lnTo>
                      <a:pt x="14947" y="95631"/>
                    </a:lnTo>
                    <a:cubicBezTo>
                      <a:pt x="11847" y="94842"/>
                      <a:pt x="8523" y="95331"/>
                      <a:pt x="5759" y="97005"/>
                    </a:cubicBezTo>
                    <a:cubicBezTo>
                      <a:pt x="-1038" y="101136"/>
                      <a:pt x="-1972" y="110628"/>
                      <a:pt x="3779" y="116034"/>
                    </a:cubicBezTo>
                    <a:cubicBezTo>
                      <a:pt x="6730" y="118782"/>
                      <a:pt x="10838" y="119867"/>
                      <a:pt x="14760" y="118955"/>
                    </a:cubicBezTo>
                    <a:lnTo>
                      <a:pt x="37506" y="175325"/>
                    </a:lnTo>
                    <a:cubicBezTo>
                      <a:pt x="36386" y="176316"/>
                      <a:pt x="35676" y="177757"/>
                      <a:pt x="35676" y="179366"/>
                    </a:cubicBezTo>
                    <a:cubicBezTo>
                      <a:pt x="35638" y="182385"/>
                      <a:pt x="38066" y="184853"/>
                      <a:pt x="41092" y="184880"/>
                    </a:cubicBezTo>
                    <a:cubicBezTo>
                      <a:pt x="44117" y="184907"/>
                      <a:pt x="46582" y="182483"/>
                      <a:pt x="46619" y="179464"/>
                    </a:cubicBezTo>
                    <a:cubicBezTo>
                      <a:pt x="46619" y="177162"/>
                      <a:pt x="45237" y="175179"/>
                      <a:pt x="43220" y="174357"/>
                    </a:cubicBezTo>
                    <a:lnTo>
                      <a:pt x="44677" y="143481"/>
                    </a:lnTo>
                    <a:cubicBezTo>
                      <a:pt x="43444" y="143583"/>
                      <a:pt x="42212" y="143526"/>
                      <a:pt x="41017" y="143310"/>
                    </a:cubicBezTo>
                    <a:lnTo>
                      <a:pt x="39709" y="171000"/>
                    </a:lnTo>
                    <a:lnTo>
                      <a:pt x="18122" y="117589"/>
                    </a:lnTo>
                    <a:cubicBezTo>
                      <a:pt x="19055" y="117046"/>
                      <a:pt x="19877" y="116384"/>
                      <a:pt x="20624" y="115628"/>
                    </a:cubicBezTo>
                    <a:lnTo>
                      <a:pt x="31231" y="123165"/>
                    </a:lnTo>
                    <a:cubicBezTo>
                      <a:pt x="31791" y="122083"/>
                      <a:pt x="32501" y="121083"/>
                      <a:pt x="33323" y="120196"/>
                    </a:cubicBezTo>
                    <a:lnTo>
                      <a:pt x="22716" y="112657"/>
                    </a:lnTo>
                    <a:cubicBezTo>
                      <a:pt x="24321" y="109483"/>
                      <a:pt x="24434" y="105658"/>
                      <a:pt x="22977" y="102410"/>
                    </a:cubicBezTo>
                    <a:cubicBezTo>
                      <a:pt x="22006" y="100193"/>
                      <a:pt x="20363" y="98325"/>
                      <a:pt x="18308" y="97055"/>
                    </a:cubicBezTo>
                    <a:lnTo>
                      <a:pt x="41652" y="42114"/>
                    </a:lnTo>
                    <a:close/>
                    <a:moveTo>
                      <a:pt x="112690" y="219053"/>
                    </a:moveTo>
                    <a:cubicBezTo>
                      <a:pt x="117807" y="219098"/>
                      <a:pt x="121953" y="215009"/>
                      <a:pt x="121990" y="209913"/>
                    </a:cubicBezTo>
                    <a:cubicBezTo>
                      <a:pt x="122027" y="207367"/>
                      <a:pt x="121019" y="205052"/>
                      <a:pt x="119376" y="203369"/>
                    </a:cubicBezTo>
                    <a:lnTo>
                      <a:pt x="163037" y="138827"/>
                    </a:lnTo>
                    <a:cubicBezTo>
                      <a:pt x="161954" y="138277"/>
                      <a:pt x="160946" y="137586"/>
                      <a:pt x="160012" y="136776"/>
                    </a:cubicBezTo>
                    <a:lnTo>
                      <a:pt x="116350" y="201318"/>
                    </a:lnTo>
                    <a:cubicBezTo>
                      <a:pt x="114520" y="200554"/>
                      <a:pt x="112429" y="200404"/>
                      <a:pt x="110524" y="200890"/>
                    </a:cubicBezTo>
                    <a:lnTo>
                      <a:pt x="96667" y="172158"/>
                    </a:lnTo>
                    <a:cubicBezTo>
                      <a:pt x="95659" y="172795"/>
                      <a:pt x="94538" y="173330"/>
                      <a:pt x="93381" y="173745"/>
                    </a:cubicBezTo>
                    <a:lnTo>
                      <a:pt x="107200" y="202478"/>
                    </a:lnTo>
                    <a:cubicBezTo>
                      <a:pt x="106416" y="203076"/>
                      <a:pt x="105743" y="203801"/>
                      <a:pt x="105183" y="204617"/>
                    </a:cubicBezTo>
                    <a:lnTo>
                      <a:pt x="52371" y="182202"/>
                    </a:lnTo>
                    <a:cubicBezTo>
                      <a:pt x="52072" y="183410"/>
                      <a:pt x="51587" y="184541"/>
                      <a:pt x="50952" y="185563"/>
                    </a:cubicBezTo>
                    <a:lnTo>
                      <a:pt x="103764" y="207979"/>
                    </a:lnTo>
                    <a:cubicBezTo>
                      <a:pt x="102606" y="213639"/>
                      <a:pt x="106864" y="219001"/>
                      <a:pt x="112690" y="219053"/>
                    </a:cubicBezTo>
                    <a:lnTo>
                      <a:pt x="112690" y="219053"/>
                    </a:lnTo>
                    <a:close/>
                    <a:moveTo>
                      <a:pt x="155492" y="80542"/>
                    </a:moveTo>
                    <a:cubicBezTo>
                      <a:pt x="156576" y="81062"/>
                      <a:pt x="157621" y="81739"/>
                      <a:pt x="158518" y="82545"/>
                    </a:cubicBezTo>
                    <a:lnTo>
                      <a:pt x="181637" y="47265"/>
                    </a:lnTo>
                    <a:cubicBezTo>
                      <a:pt x="186044" y="49216"/>
                      <a:pt x="191236" y="48156"/>
                      <a:pt x="194523" y="44623"/>
                    </a:cubicBezTo>
                    <a:cubicBezTo>
                      <a:pt x="201096" y="37546"/>
                      <a:pt x="196241" y="25707"/>
                      <a:pt x="186343" y="25619"/>
                    </a:cubicBezTo>
                    <a:cubicBezTo>
                      <a:pt x="182272" y="25581"/>
                      <a:pt x="178687" y="27691"/>
                      <a:pt x="176670" y="30883"/>
                    </a:cubicBezTo>
                    <a:lnTo>
                      <a:pt x="121056" y="7273"/>
                    </a:lnTo>
                    <a:cubicBezTo>
                      <a:pt x="121504" y="3434"/>
                      <a:pt x="118517" y="36"/>
                      <a:pt x="114670" y="0"/>
                    </a:cubicBezTo>
                    <a:cubicBezTo>
                      <a:pt x="111047" y="-33"/>
                      <a:pt x="108096" y="2857"/>
                      <a:pt x="108096" y="6453"/>
                    </a:cubicBezTo>
                    <a:cubicBezTo>
                      <a:pt x="108059" y="8423"/>
                      <a:pt x="108918" y="10195"/>
                      <a:pt x="110300" y="11402"/>
                    </a:cubicBezTo>
                    <a:lnTo>
                      <a:pt x="89086" y="56843"/>
                    </a:lnTo>
                    <a:cubicBezTo>
                      <a:pt x="90243" y="57247"/>
                      <a:pt x="91326" y="57767"/>
                      <a:pt x="92372" y="58388"/>
                    </a:cubicBezTo>
                    <a:lnTo>
                      <a:pt x="113586" y="12947"/>
                    </a:lnTo>
                    <a:cubicBezTo>
                      <a:pt x="115865" y="13299"/>
                      <a:pt x="118180" y="12424"/>
                      <a:pt x="119637" y="10634"/>
                    </a:cubicBezTo>
                    <a:lnTo>
                      <a:pt x="175250" y="34243"/>
                    </a:lnTo>
                    <a:cubicBezTo>
                      <a:pt x="174279" y="38241"/>
                      <a:pt x="175549" y="42463"/>
                      <a:pt x="178574" y="45258"/>
                    </a:cubicBezTo>
                    <a:lnTo>
                      <a:pt x="155492" y="80542"/>
                    </a:lnTo>
                    <a:close/>
                    <a:moveTo>
                      <a:pt x="162813" y="130788"/>
                    </a:moveTo>
                    <a:cubicBezTo>
                      <a:pt x="164345" y="133026"/>
                      <a:pt x="166884" y="134280"/>
                      <a:pt x="169573" y="134169"/>
                    </a:cubicBezTo>
                    <a:lnTo>
                      <a:pt x="179882" y="169805"/>
                    </a:lnTo>
                    <a:cubicBezTo>
                      <a:pt x="174727" y="172216"/>
                      <a:pt x="171964" y="177919"/>
                      <a:pt x="173271" y="183445"/>
                    </a:cubicBezTo>
                    <a:lnTo>
                      <a:pt x="126211" y="202441"/>
                    </a:lnTo>
                    <a:cubicBezTo>
                      <a:pt x="126808" y="203496"/>
                      <a:pt x="127256" y="204633"/>
                      <a:pt x="127592" y="205824"/>
                    </a:cubicBezTo>
                    <a:lnTo>
                      <a:pt x="174616" y="186831"/>
                    </a:lnTo>
                    <a:cubicBezTo>
                      <a:pt x="176707" y="190314"/>
                      <a:pt x="180479" y="192661"/>
                      <a:pt x="184849" y="192700"/>
                    </a:cubicBezTo>
                    <a:cubicBezTo>
                      <a:pt x="191497" y="192759"/>
                      <a:pt x="196913" y="187433"/>
                      <a:pt x="196950" y="180803"/>
                    </a:cubicBezTo>
                    <a:cubicBezTo>
                      <a:pt x="196988" y="176454"/>
                      <a:pt x="194709" y="172622"/>
                      <a:pt x="191273" y="170486"/>
                    </a:cubicBezTo>
                    <a:lnTo>
                      <a:pt x="210023" y="126378"/>
                    </a:lnTo>
                    <a:cubicBezTo>
                      <a:pt x="208827" y="126013"/>
                      <a:pt x="207707" y="125533"/>
                      <a:pt x="206661" y="124950"/>
                    </a:cubicBezTo>
                    <a:lnTo>
                      <a:pt x="187912" y="169058"/>
                    </a:lnTo>
                    <a:cubicBezTo>
                      <a:pt x="186455" y="168689"/>
                      <a:pt x="184924" y="168597"/>
                      <a:pt x="183430" y="168787"/>
                    </a:cubicBezTo>
                    <a:lnTo>
                      <a:pt x="173122" y="133155"/>
                    </a:lnTo>
                    <a:cubicBezTo>
                      <a:pt x="174877" y="132141"/>
                      <a:pt x="176221" y="130448"/>
                      <a:pt x="176744" y="128429"/>
                    </a:cubicBezTo>
                    <a:cubicBezTo>
                      <a:pt x="177753" y="124777"/>
                      <a:pt x="175960" y="120919"/>
                      <a:pt x="172486" y="119334"/>
                    </a:cubicBezTo>
                    <a:cubicBezTo>
                      <a:pt x="170806" y="118578"/>
                      <a:pt x="168938" y="118431"/>
                      <a:pt x="167183" y="118909"/>
                    </a:cubicBezTo>
                    <a:lnTo>
                      <a:pt x="157808" y="102021"/>
                    </a:lnTo>
                    <a:cubicBezTo>
                      <a:pt x="156837" y="102758"/>
                      <a:pt x="155791" y="103360"/>
                      <a:pt x="154633" y="103795"/>
                    </a:cubicBezTo>
                    <a:lnTo>
                      <a:pt x="163971" y="120685"/>
                    </a:lnTo>
                    <a:cubicBezTo>
                      <a:pt x="162141" y="122393"/>
                      <a:pt x="161207" y="124879"/>
                      <a:pt x="161543" y="127375"/>
                    </a:cubicBezTo>
                    <a:lnTo>
                      <a:pt x="103092" y="149502"/>
                    </a:lnTo>
                    <a:cubicBezTo>
                      <a:pt x="103614" y="150581"/>
                      <a:pt x="104063" y="151724"/>
                      <a:pt x="104361" y="152915"/>
                    </a:cubicBezTo>
                    <a:lnTo>
                      <a:pt x="162813" y="130788"/>
                    </a:lnTo>
                    <a:close/>
                    <a:moveTo>
                      <a:pt x="87442" y="168652"/>
                    </a:moveTo>
                    <a:cubicBezTo>
                      <a:pt x="83595" y="168616"/>
                      <a:pt x="80271" y="166701"/>
                      <a:pt x="78217" y="163792"/>
                    </a:cubicBezTo>
                    <a:lnTo>
                      <a:pt x="52259" y="176156"/>
                    </a:lnTo>
                    <a:cubicBezTo>
                      <a:pt x="51885" y="174965"/>
                      <a:pt x="51363" y="173853"/>
                      <a:pt x="50690" y="172855"/>
                    </a:cubicBezTo>
                    <a:lnTo>
                      <a:pt x="76648" y="160488"/>
                    </a:lnTo>
                    <a:cubicBezTo>
                      <a:pt x="75938" y="158016"/>
                      <a:pt x="76088" y="155318"/>
                      <a:pt x="77096" y="152944"/>
                    </a:cubicBezTo>
                    <a:lnTo>
                      <a:pt x="48935" y="135219"/>
                    </a:lnTo>
                    <a:cubicBezTo>
                      <a:pt x="46320" y="137753"/>
                      <a:pt x="42249" y="138142"/>
                      <a:pt x="39224" y="136147"/>
                    </a:cubicBezTo>
                    <a:cubicBezTo>
                      <a:pt x="35078" y="133416"/>
                      <a:pt x="34518" y="127544"/>
                      <a:pt x="38066" y="124094"/>
                    </a:cubicBezTo>
                    <a:cubicBezTo>
                      <a:pt x="40270" y="121945"/>
                      <a:pt x="43556" y="121293"/>
                      <a:pt x="46395" y="122436"/>
                    </a:cubicBezTo>
                    <a:lnTo>
                      <a:pt x="71158" y="87575"/>
                    </a:lnTo>
                    <a:cubicBezTo>
                      <a:pt x="72091" y="88375"/>
                      <a:pt x="73062" y="89085"/>
                      <a:pt x="74146" y="89691"/>
                    </a:cubicBezTo>
                    <a:lnTo>
                      <a:pt x="49346" y="124550"/>
                    </a:lnTo>
                    <a:cubicBezTo>
                      <a:pt x="51176" y="126630"/>
                      <a:pt x="51736" y="129526"/>
                      <a:pt x="50877" y="132133"/>
                    </a:cubicBezTo>
                    <a:lnTo>
                      <a:pt x="79038" y="149856"/>
                    </a:lnTo>
                    <a:cubicBezTo>
                      <a:pt x="80831" y="147862"/>
                      <a:pt x="83259" y="146496"/>
                      <a:pt x="86023" y="146133"/>
                    </a:cubicBezTo>
                    <a:cubicBezTo>
                      <a:pt x="88824" y="145769"/>
                      <a:pt x="91625" y="146429"/>
                      <a:pt x="93941" y="148022"/>
                    </a:cubicBezTo>
                    <a:cubicBezTo>
                      <a:pt x="110785" y="130428"/>
                      <a:pt x="127667" y="112829"/>
                      <a:pt x="144512" y="95237"/>
                    </a:cubicBezTo>
                    <a:cubicBezTo>
                      <a:pt x="143989" y="94319"/>
                      <a:pt x="143690" y="93257"/>
                      <a:pt x="143653" y="92127"/>
                    </a:cubicBezTo>
                    <a:lnTo>
                      <a:pt x="94090" y="78792"/>
                    </a:lnTo>
                    <a:cubicBezTo>
                      <a:pt x="92559" y="82287"/>
                      <a:pt x="89384" y="84902"/>
                      <a:pt x="85537" y="85697"/>
                    </a:cubicBezTo>
                    <a:lnTo>
                      <a:pt x="88413" y="139953"/>
                    </a:lnTo>
                    <a:cubicBezTo>
                      <a:pt x="87218" y="139889"/>
                      <a:pt x="85985" y="139953"/>
                      <a:pt x="84790" y="140145"/>
                    </a:cubicBezTo>
                    <a:lnTo>
                      <a:pt x="81914" y="85889"/>
                    </a:lnTo>
                    <a:cubicBezTo>
                      <a:pt x="78254" y="85526"/>
                      <a:pt x="75080" y="83525"/>
                      <a:pt x="73137" y="80633"/>
                    </a:cubicBezTo>
                    <a:lnTo>
                      <a:pt x="29102" y="101269"/>
                    </a:lnTo>
                    <a:cubicBezTo>
                      <a:pt x="28691" y="100110"/>
                      <a:pt x="28169" y="99004"/>
                      <a:pt x="27534" y="97965"/>
                    </a:cubicBezTo>
                    <a:lnTo>
                      <a:pt x="71568" y="77331"/>
                    </a:lnTo>
                    <a:cubicBezTo>
                      <a:pt x="70560" y="73875"/>
                      <a:pt x="71158" y="70104"/>
                      <a:pt x="73212" y="67135"/>
                    </a:cubicBezTo>
                    <a:lnTo>
                      <a:pt x="50279" y="45532"/>
                    </a:lnTo>
                    <a:cubicBezTo>
                      <a:pt x="51213" y="44777"/>
                      <a:pt x="52072" y="43877"/>
                      <a:pt x="52782" y="42880"/>
                    </a:cubicBezTo>
                    <a:lnTo>
                      <a:pt x="75714" y="64482"/>
                    </a:lnTo>
                    <a:cubicBezTo>
                      <a:pt x="79673" y="61371"/>
                      <a:pt x="85276" y="61101"/>
                      <a:pt x="89534" y="63811"/>
                    </a:cubicBezTo>
                    <a:cubicBezTo>
                      <a:pt x="93418" y="66289"/>
                      <a:pt x="95509" y="70700"/>
                      <a:pt x="95024" y="75263"/>
                    </a:cubicBezTo>
                    <a:lnTo>
                      <a:pt x="144587" y="88601"/>
                    </a:lnTo>
                    <a:cubicBezTo>
                      <a:pt x="144997" y="87958"/>
                      <a:pt x="145483" y="87390"/>
                      <a:pt x="146081" y="86919"/>
                    </a:cubicBezTo>
                    <a:lnTo>
                      <a:pt x="117695" y="18742"/>
                    </a:lnTo>
                    <a:cubicBezTo>
                      <a:pt x="118890" y="18436"/>
                      <a:pt x="120048" y="17959"/>
                      <a:pt x="121094" y="17336"/>
                    </a:cubicBezTo>
                    <a:lnTo>
                      <a:pt x="149442" y="85514"/>
                    </a:lnTo>
                    <a:cubicBezTo>
                      <a:pt x="151085" y="85335"/>
                      <a:pt x="152729" y="85782"/>
                      <a:pt x="154073" y="86784"/>
                    </a:cubicBezTo>
                    <a:cubicBezTo>
                      <a:pt x="155604" y="87938"/>
                      <a:pt x="156613" y="89753"/>
                      <a:pt x="156688" y="91804"/>
                    </a:cubicBezTo>
                    <a:lnTo>
                      <a:pt x="204346" y="104299"/>
                    </a:lnTo>
                    <a:cubicBezTo>
                      <a:pt x="205354" y="101977"/>
                      <a:pt x="207072" y="100037"/>
                      <a:pt x="209238" y="98754"/>
                    </a:cubicBezTo>
                    <a:lnTo>
                      <a:pt x="191012" y="53669"/>
                    </a:lnTo>
                    <a:cubicBezTo>
                      <a:pt x="192207" y="53332"/>
                      <a:pt x="193365" y="52872"/>
                      <a:pt x="194411" y="52301"/>
                    </a:cubicBezTo>
                    <a:lnTo>
                      <a:pt x="212637" y="97386"/>
                    </a:lnTo>
                    <a:cubicBezTo>
                      <a:pt x="217007" y="96360"/>
                      <a:pt x="221638" y="97869"/>
                      <a:pt x="224552" y="101324"/>
                    </a:cubicBezTo>
                    <a:cubicBezTo>
                      <a:pt x="231088" y="109030"/>
                      <a:pt x="225635" y="121173"/>
                      <a:pt x="215289" y="121079"/>
                    </a:cubicBezTo>
                    <a:cubicBezTo>
                      <a:pt x="210807" y="121042"/>
                      <a:pt x="206960" y="118580"/>
                      <a:pt x="204906" y="114960"/>
                    </a:cubicBezTo>
                    <a:lnTo>
                      <a:pt x="182758" y="123275"/>
                    </a:lnTo>
                    <a:cubicBezTo>
                      <a:pt x="182496" y="122068"/>
                      <a:pt x="182048" y="120921"/>
                      <a:pt x="181488" y="119857"/>
                    </a:cubicBezTo>
                    <a:lnTo>
                      <a:pt x="203636" y="111541"/>
                    </a:lnTo>
                    <a:cubicBezTo>
                      <a:pt x="203374" y="110325"/>
                      <a:pt x="203300" y="109073"/>
                      <a:pt x="203449" y="107836"/>
                    </a:cubicBezTo>
                    <a:lnTo>
                      <a:pt x="155754" y="95342"/>
                    </a:lnTo>
                    <a:cubicBezTo>
                      <a:pt x="153961" y="98292"/>
                      <a:pt x="150189" y="99348"/>
                      <a:pt x="147163" y="97767"/>
                    </a:cubicBezTo>
                    <a:lnTo>
                      <a:pt x="96555" y="150550"/>
                    </a:lnTo>
                    <a:cubicBezTo>
                      <a:pt x="98012" y="152467"/>
                      <a:pt x="98871" y="154858"/>
                      <a:pt x="98834" y="157444"/>
                    </a:cubicBezTo>
                    <a:cubicBezTo>
                      <a:pt x="98796" y="163688"/>
                      <a:pt x="93679" y="168706"/>
                      <a:pt x="87442" y="168652"/>
                    </a:cubicBezTo>
                    <a:lnTo>
                      <a:pt x="87442" y="168652"/>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13" name="Google Shape;2513;p90"/>
              <p:cNvSpPr/>
              <p:nvPr/>
            </p:nvSpPr>
            <p:spPr>
              <a:xfrm>
                <a:off x="8320765" y="1472280"/>
                <a:ext cx="52102" cy="67636"/>
              </a:xfrm>
              <a:custGeom>
                <a:avLst/>
                <a:gdLst/>
                <a:ahLst/>
                <a:cxnLst/>
                <a:rect l="l" t="t" r="r" b="b"/>
                <a:pathLst>
                  <a:path w="52102" h="67636" extrusionOk="0">
                    <a:moveTo>
                      <a:pt x="0" y="58994"/>
                    </a:moveTo>
                    <a:lnTo>
                      <a:pt x="8553" y="47000"/>
                    </a:lnTo>
                    <a:cubicBezTo>
                      <a:pt x="8553" y="47000"/>
                      <a:pt x="17853" y="53267"/>
                      <a:pt x="26593" y="53267"/>
                    </a:cubicBezTo>
                    <a:cubicBezTo>
                      <a:pt x="31486" y="53267"/>
                      <a:pt x="33727" y="51106"/>
                      <a:pt x="33727" y="47865"/>
                    </a:cubicBezTo>
                    <a:cubicBezTo>
                      <a:pt x="33727" y="44515"/>
                      <a:pt x="31673" y="42786"/>
                      <a:pt x="22597" y="40085"/>
                    </a:cubicBezTo>
                    <a:cubicBezTo>
                      <a:pt x="9001" y="36088"/>
                      <a:pt x="1195" y="30793"/>
                      <a:pt x="1195" y="20097"/>
                    </a:cubicBezTo>
                    <a:cubicBezTo>
                      <a:pt x="1195" y="8320"/>
                      <a:pt x="9188" y="0"/>
                      <a:pt x="26294" y="0"/>
                    </a:cubicBezTo>
                    <a:cubicBezTo>
                      <a:pt x="43885" y="0"/>
                      <a:pt x="50721" y="6915"/>
                      <a:pt x="50721" y="6915"/>
                    </a:cubicBezTo>
                    <a:lnTo>
                      <a:pt x="42280" y="19665"/>
                    </a:lnTo>
                    <a:cubicBezTo>
                      <a:pt x="42280" y="19665"/>
                      <a:pt x="35482" y="14262"/>
                      <a:pt x="26294" y="14262"/>
                    </a:cubicBezTo>
                    <a:cubicBezTo>
                      <a:pt x="20990" y="14262"/>
                      <a:pt x="19272" y="16315"/>
                      <a:pt x="19272" y="19016"/>
                    </a:cubicBezTo>
                    <a:cubicBezTo>
                      <a:pt x="19272" y="22258"/>
                      <a:pt x="22074" y="23554"/>
                      <a:pt x="29506" y="25715"/>
                    </a:cubicBezTo>
                    <a:cubicBezTo>
                      <a:pt x="43885" y="29713"/>
                      <a:pt x="52103" y="35331"/>
                      <a:pt x="52103" y="46136"/>
                    </a:cubicBezTo>
                    <a:cubicBezTo>
                      <a:pt x="52103" y="57913"/>
                      <a:pt x="44222" y="67637"/>
                      <a:pt x="27153" y="67637"/>
                    </a:cubicBezTo>
                    <a:cubicBezTo>
                      <a:pt x="9188" y="67637"/>
                      <a:pt x="0" y="58994"/>
                      <a:pt x="0" y="58994"/>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14" name="Google Shape;2514;p90"/>
              <p:cNvSpPr/>
              <p:nvPr/>
            </p:nvSpPr>
            <p:spPr>
              <a:xfrm>
                <a:off x="8382504" y="1473685"/>
                <a:ext cx="58825" cy="64827"/>
              </a:xfrm>
              <a:custGeom>
                <a:avLst/>
                <a:gdLst/>
                <a:ahLst/>
                <a:cxnLst/>
                <a:rect l="l" t="t" r="r" b="b"/>
                <a:pathLst>
                  <a:path w="58825" h="64827" extrusionOk="0">
                    <a:moveTo>
                      <a:pt x="58825" y="0"/>
                    </a:moveTo>
                    <a:lnTo>
                      <a:pt x="58825" y="64828"/>
                    </a:lnTo>
                    <a:lnTo>
                      <a:pt x="46687" y="64828"/>
                    </a:lnTo>
                    <a:lnTo>
                      <a:pt x="15575" y="27012"/>
                    </a:lnTo>
                    <a:lnTo>
                      <a:pt x="15575" y="64828"/>
                    </a:lnTo>
                    <a:lnTo>
                      <a:pt x="0" y="64828"/>
                    </a:lnTo>
                    <a:lnTo>
                      <a:pt x="0" y="0"/>
                    </a:lnTo>
                    <a:lnTo>
                      <a:pt x="12101" y="0"/>
                    </a:lnTo>
                    <a:lnTo>
                      <a:pt x="43251" y="37168"/>
                    </a:lnTo>
                    <a:lnTo>
                      <a:pt x="43251" y="0"/>
                    </a:lnTo>
                    <a:lnTo>
                      <a:pt x="58825" y="0"/>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15" name="Google Shape;2515;p90"/>
              <p:cNvSpPr/>
              <p:nvPr/>
            </p:nvSpPr>
            <p:spPr>
              <a:xfrm>
                <a:off x="8451040" y="1472280"/>
                <a:ext cx="66594" cy="67745"/>
              </a:xfrm>
              <a:custGeom>
                <a:avLst/>
                <a:gdLst/>
                <a:ahLst/>
                <a:cxnLst/>
                <a:rect l="l" t="t" r="r" b="b"/>
                <a:pathLst>
                  <a:path w="66594" h="67745" extrusionOk="0">
                    <a:moveTo>
                      <a:pt x="33166" y="67745"/>
                    </a:moveTo>
                    <a:cubicBezTo>
                      <a:pt x="13633" y="67745"/>
                      <a:pt x="0" y="52403"/>
                      <a:pt x="0" y="33819"/>
                    </a:cubicBezTo>
                    <a:cubicBezTo>
                      <a:pt x="0" y="15235"/>
                      <a:pt x="13633" y="0"/>
                      <a:pt x="33166" y="0"/>
                    </a:cubicBezTo>
                    <a:cubicBezTo>
                      <a:pt x="52962" y="0"/>
                      <a:pt x="66594" y="15235"/>
                      <a:pt x="66594" y="33819"/>
                    </a:cubicBezTo>
                    <a:cubicBezTo>
                      <a:pt x="66594" y="52403"/>
                      <a:pt x="52962" y="67745"/>
                      <a:pt x="33166" y="67745"/>
                    </a:cubicBezTo>
                    <a:close/>
                    <a:moveTo>
                      <a:pt x="33166" y="52511"/>
                    </a:moveTo>
                    <a:cubicBezTo>
                      <a:pt x="42803" y="52511"/>
                      <a:pt x="50347" y="45055"/>
                      <a:pt x="50347" y="33819"/>
                    </a:cubicBezTo>
                    <a:cubicBezTo>
                      <a:pt x="50347" y="22582"/>
                      <a:pt x="42803" y="15127"/>
                      <a:pt x="33166" y="15127"/>
                    </a:cubicBezTo>
                    <a:cubicBezTo>
                      <a:pt x="23792" y="15127"/>
                      <a:pt x="16210" y="22582"/>
                      <a:pt x="16210" y="33819"/>
                    </a:cubicBezTo>
                    <a:cubicBezTo>
                      <a:pt x="16210" y="45055"/>
                      <a:pt x="23792" y="52511"/>
                      <a:pt x="33166" y="52511"/>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16" name="Google Shape;2516;p90"/>
              <p:cNvSpPr/>
              <p:nvPr/>
            </p:nvSpPr>
            <p:spPr>
              <a:xfrm>
                <a:off x="8520136" y="1473685"/>
                <a:ext cx="84185" cy="64827"/>
              </a:xfrm>
              <a:custGeom>
                <a:avLst/>
                <a:gdLst/>
                <a:ahLst/>
                <a:cxnLst/>
                <a:rect l="l" t="t" r="r" b="b"/>
                <a:pathLst>
                  <a:path w="84185" h="64827" extrusionOk="0">
                    <a:moveTo>
                      <a:pt x="53149" y="64828"/>
                    </a:moveTo>
                    <a:lnTo>
                      <a:pt x="41832" y="28416"/>
                    </a:lnTo>
                    <a:lnTo>
                      <a:pt x="31000" y="64828"/>
                    </a:lnTo>
                    <a:lnTo>
                      <a:pt x="18899" y="64828"/>
                    </a:lnTo>
                    <a:lnTo>
                      <a:pt x="0" y="0"/>
                    </a:lnTo>
                    <a:lnTo>
                      <a:pt x="17181" y="0"/>
                    </a:lnTo>
                    <a:lnTo>
                      <a:pt x="25398" y="34359"/>
                    </a:lnTo>
                    <a:lnTo>
                      <a:pt x="35967" y="0"/>
                    </a:lnTo>
                    <a:lnTo>
                      <a:pt x="47658" y="0"/>
                    </a:lnTo>
                    <a:lnTo>
                      <a:pt x="58452" y="34575"/>
                    </a:lnTo>
                    <a:lnTo>
                      <a:pt x="66893" y="0"/>
                    </a:lnTo>
                    <a:lnTo>
                      <a:pt x="84186" y="0"/>
                    </a:lnTo>
                    <a:lnTo>
                      <a:pt x="65287" y="64828"/>
                    </a:lnTo>
                    <a:lnTo>
                      <a:pt x="53149" y="64828"/>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17" name="Google Shape;2517;p90"/>
              <p:cNvSpPr/>
              <p:nvPr/>
            </p:nvSpPr>
            <p:spPr>
              <a:xfrm>
                <a:off x="8612090" y="1473685"/>
                <a:ext cx="47546" cy="64827"/>
              </a:xfrm>
              <a:custGeom>
                <a:avLst/>
                <a:gdLst/>
                <a:ahLst/>
                <a:cxnLst/>
                <a:rect l="l" t="t" r="r" b="b"/>
                <a:pathLst>
                  <a:path w="47546" h="64827" extrusionOk="0">
                    <a:moveTo>
                      <a:pt x="42018" y="25931"/>
                    </a:moveTo>
                    <a:lnTo>
                      <a:pt x="42018" y="38248"/>
                    </a:lnTo>
                    <a:lnTo>
                      <a:pt x="15650" y="38248"/>
                    </a:lnTo>
                    <a:lnTo>
                      <a:pt x="15650" y="64828"/>
                    </a:lnTo>
                    <a:lnTo>
                      <a:pt x="0" y="64828"/>
                    </a:lnTo>
                    <a:lnTo>
                      <a:pt x="0" y="0"/>
                    </a:lnTo>
                    <a:lnTo>
                      <a:pt x="47546" y="0"/>
                    </a:lnTo>
                    <a:lnTo>
                      <a:pt x="47546" y="13506"/>
                    </a:lnTo>
                    <a:lnTo>
                      <a:pt x="15650" y="13506"/>
                    </a:lnTo>
                    <a:lnTo>
                      <a:pt x="15650" y="25931"/>
                    </a:lnTo>
                    <a:lnTo>
                      <a:pt x="42018" y="25931"/>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18" name="Google Shape;2518;p90"/>
              <p:cNvSpPr/>
              <p:nvPr/>
            </p:nvSpPr>
            <p:spPr>
              <a:xfrm>
                <a:off x="8670131" y="1473685"/>
                <a:ext cx="44632" cy="64827"/>
              </a:xfrm>
              <a:custGeom>
                <a:avLst/>
                <a:gdLst/>
                <a:ahLst/>
                <a:cxnLst/>
                <a:rect l="l" t="t" r="r" b="b"/>
                <a:pathLst>
                  <a:path w="44632" h="64827" extrusionOk="0">
                    <a:moveTo>
                      <a:pt x="44633" y="64828"/>
                    </a:moveTo>
                    <a:lnTo>
                      <a:pt x="0" y="64828"/>
                    </a:lnTo>
                    <a:lnTo>
                      <a:pt x="0" y="0"/>
                    </a:lnTo>
                    <a:lnTo>
                      <a:pt x="15687" y="0"/>
                    </a:lnTo>
                    <a:lnTo>
                      <a:pt x="15687" y="51322"/>
                    </a:lnTo>
                    <a:lnTo>
                      <a:pt x="44633" y="51322"/>
                    </a:lnTo>
                    <a:lnTo>
                      <a:pt x="44633" y="64828"/>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19" name="Google Shape;2519;p90"/>
              <p:cNvSpPr/>
              <p:nvPr/>
            </p:nvSpPr>
            <p:spPr>
              <a:xfrm>
                <a:off x="8716706" y="1473685"/>
                <a:ext cx="66594" cy="64827"/>
              </a:xfrm>
              <a:custGeom>
                <a:avLst/>
                <a:gdLst/>
                <a:ahLst/>
                <a:cxnLst/>
                <a:rect l="l" t="t" r="r" b="b"/>
                <a:pathLst>
                  <a:path w="66594" h="64827" extrusionOk="0">
                    <a:moveTo>
                      <a:pt x="41832" y="0"/>
                    </a:moveTo>
                    <a:lnTo>
                      <a:pt x="66594" y="64828"/>
                    </a:lnTo>
                    <a:lnTo>
                      <a:pt x="49712" y="64828"/>
                    </a:lnTo>
                    <a:lnTo>
                      <a:pt x="45716" y="53159"/>
                    </a:lnTo>
                    <a:lnTo>
                      <a:pt x="20879" y="53159"/>
                    </a:lnTo>
                    <a:lnTo>
                      <a:pt x="16882" y="64828"/>
                    </a:lnTo>
                    <a:lnTo>
                      <a:pt x="0" y="64828"/>
                    </a:lnTo>
                    <a:lnTo>
                      <a:pt x="24763" y="0"/>
                    </a:lnTo>
                    <a:lnTo>
                      <a:pt x="41832" y="0"/>
                    </a:lnTo>
                    <a:close/>
                    <a:moveTo>
                      <a:pt x="33278" y="16855"/>
                    </a:moveTo>
                    <a:lnTo>
                      <a:pt x="25099" y="40841"/>
                    </a:lnTo>
                    <a:lnTo>
                      <a:pt x="41495" y="40841"/>
                    </a:lnTo>
                    <a:lnTo>
                      <a:pt x="33278" y="16855"/>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20" name="Google Shape;2520;p90"/>
              <p:cNvSpPr/>
              <p:nvPr/>
            </p:nvSpPr>
            <p:spPr>
              <a:xfrm>
                <a:off x="8788977" y="1473685"/>
                <a:ext cx="59347" cy="64827"/>
              </a:xfrm>
              <a:custGeom>
                <a:avLst/>
                <a:gdLst/>
                <a:ahLst/>
                <a:cxnLst/>
                <a:rect l="l" t="t" r="r" b="b"/>
                <a:pathLst>
                  <a:path w="59347" h="64827" extrusionOk="0">
                    <a:moveTo>
                      <a:pt x="15687" y="0"/>
                    </a:moveTo>
                    <a:lnTo>
                      <a:pt x="15687" y="27120"/>
                    </a:lnTo>
                    <a:lnTo>
                      <a:pt x="40225" y="0"/>
                    </a:lnTo>
                    <a:lnTo>
                      <a:pt x="59348" y="0"/>
                    </a:lnTo>
                    <a:lnTo>
                      <a:pt x="59348" y="1405"/>
                    </a:lnTo>
                    <a:lnTo>
                      <a:pt x="35444" y="27768"/>
                    </a:lnTo>
                    <a:lnTo>
                      <a:pt x="59348" y="63315"/>
                    </a:lnTo>
                    <a:lnTo>
                      <a:pt x="59348" y="64828"/>
                    </a:lnTo>
                    <a:lnTo>
                      <a:pt x="41607" y="64828"/>
                    </a:lnTo>
                    <a:lnTo>
                      <a:pt x="24763" y="39545"/>
                    </a:lnTo>
                    <a:lnTo>
                      <a:pt x="15687" y="49701"/>
                    </a:lnTo>
                    <a:lnTo>
                      <a:pt x="15687" y="64828"/>
                    </a:lnTo>
                    <a:lnTo>
                      <a:pt x="0" y="64828"/>
                    </a:lnTo>
                    <a:lnTo>
                      <a:pt x="0" y="0"/>
                    </a:lnTo>
                    <a:lnTo>
                      <a:pt x="15687" y="0"/>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21" name="Google Shape;2521;p90"/>
              <p:cNvSpPr/>
              <p:nvPr/>
            </p:nvSpPr>
            <p:spPr>
              <a:xfrm>
                <a:off x="8855571" y="1473685"/>
                <a:ext cx="47134" cy="64827"/>
              </a:xfrm>
              <a:custGeom>
                <a:avLst/>
                <a:gdLst/>
                <a:ahLst/>
                <a:cxnLst/>
                <a:rect l="l" t="t" r="r" b="b"/>
                <a:pathLst>
                  <a:path w="47134" h="64827" extrusionOk="0">
                    <a:moveTo>
                      <a:pt x="42055" y="25823"/>
                    </a:moveTo>
                    <a:lnTo>
                      <a:pt x="42055" y="38140"/>
                    </a:lnTo>
                    <a:lnTo>
                      <a:pt x="15687" y="38140"/>
                    </a:lnTo>
                    <a:lnTo>
                      <a:pt x="15687" y="51322"/>
                    </a:lnTo>
                    <a:lnTo>
                      <a:pt x="47135" y="51322"/>
                    </a:lnTo>
                    <a:lnTo>
                      <a:pt x="47135" y="64828"/>
                    </a:lnTo>
                    <a:lnTo>
                      <a:pt x="0" y="64828"/>
                    </a:lnTo>
                    <a:lnTo>
                      <a:pt x="0" y="0"/>
                    </a:lnTo>
                    <a:lnTo>
                      <a:pt x="47135" y="0"/>
                    </a:lnTo>
                    <a:lnTo>
                      <a:pt x="47135" y="13506"/>
                    </a:lnTo>
                    <a:lnTo>
                      <a:pt x="15687" y="13506"/>
                    </a:lnTo>
                    <a:lnTo>
                      <a:pt x="15687" y="25823"/>
                    </a:lnTo>
                    <a:lnTo>
                      <a:pt x="42055" y="25823"/>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22" name="Google Shape;2522;p90"/>
              <p:cNvSpPr/>
              <p:nvPr/>
            </p:nvSpPr>
            <p:spPr>
              <a:xfrm>
                <a:off x="8324799" y="1552806"/>
                <a:ext cx="65697" cy="64827"/>
              </a:xfrm>
              <a:custGeom>
                <a:avLst/>
                <a:gdLst/>
                <a:ahLst/>
                <a:cxnLst/>
                <a:rect l="l" t="t" r="r" b="b"/>
                <a:pathLst>
                  <a:path w="65697" h="64827" extrusionOk="0">
                    <a:moveTo>
                      <a:pt x="50123" y="64828"/>
                    </a:moveTo>
                    <a:lnTo>
                      <a:pt x="50123" y="29064"/>
                    </a:lnTo>
                    <a:lnTo>
                      <a:pt x="36191" y="47648"/>
                    </a:lnTo>
                    <a:lnTo>
                      <a:pt x="29580" y="47648"/>
                    </a:lnTo>
                    <a:lnTo>
                      <a:pt x="15537" y="28956"/>
                    </a:lnTo>
                    <a:lnTo>
                      <a:pt x="15537" y="64828"/>
                    </a:lnTo>
                    <a:lnTo>
                      <a:pt x="0" y="64828"/>
                    </a:lnTo>
                    <a:lnTo>
                      <a:pt x="75" y="0"/>
                    </a:lnTo>
                    <a:lnTo>
                      <a:pt x="12736" y="0"/>
                    </a:lnTo>
                    <a:lnTo>
                      <a:pt x="32830" y="27768"/>
                    </a:lnTo>
                    <a:lnTo>
                      <a:pt x="52924" y="0"/>
                    </a:lnTo>
                    <a:lnTo>
                      <a:pt x="65585" y="0"/>
                    </a:lnTo>
                    <a:lnTo>
                      <a:pt x="65697" y="64828"/>
                    </a:lnTo>
                    <a:lnTo>
                      <a:pt x="50123" y="64828"/>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23" name="Google Shape;2523;p90"/>
              <p:cNvSpPr/>
              <p:nvPr/>
            </p:nvSpPr>
            <p:spPr>
              <a:xfrm>
                <a:off x="8396174" y="1552806"/>
                <a:ext cx="66556" cy="64827"/>
              </a:xfrm>
              <a:custGeom>
                <a:avLst/>
                <a:gdLst/>
                <a:ahLst/>
                <a:cxnLst/>
                <a:rect l="l" t="t" r="r" b="b"/>
                <a:pathLst>
                  <a:path w="66556" h="64827" extrusionOk="0">
                    <a:moveTo>
                      <a:pt x="41831" y="0"/>
                    </a:moveTo>
                    <a:lnTo>
                      <a:pt x="66556" y="64828"/>
                    </a:lnTo>
                    <a:lnTo>
                      <a:pt x="49712" y="64828"/>
                    </a:lnTo>
                    <a:lnTo>
                      <a:pt x="45716" y="53159"/>
                    </a:lnTo>
                    <a:lnTo>
                      <a:pt x="20841" y="53159"/>
                    </a:lnTo>
                    <a:lnTo>
                      <a:pt x="16845" y="64828"/>
                    </a:lnTo>
                    <a:lnTo>
                      <a:pt x="0" y="64828"/>
                    </a:lnTo>
                    <a:lnTo>
                      <a:pt x="24725" y="0"/>
                    </a:lnTo>
                    <a:lnTo>
                      <a:pt x="41831" y="0"/>
                    </a:lnTo>
                    <a:close/>
                    <a:moveTo>
                      <a:pt x="33278" y="16855"/>
                    </a:moveTo>
                    <a:lnTo>
                      <a:pt x="25061" y="40841"/>
                    </a:lnTo>
                    <a:lnTo>
                      <a:pt x="41495" y="40841"/>
                    </a:lnTo>
                    <a:lnTo>
                      <a:pt x="33278" y="16855"/>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24" name="Google Shape;2524;p90"/>
              <p:cNvSpPr/>
              <p:nvPr/>
            </p:nvSpPr>
            <p:spPr>
              <a:xfrm>
                <a:off x="8468445" y="1552806"/>
                <a:ext cx="56098" cy="64827"/>
              </a:xfrm>
              <a:custGeom>
                <a:avLst/>
                <a:gdLst/>
                <a:ahLst/>
                <a:cxnLst/>
                <a:rect l="l" t="t" r="r" b="b"/>
                <a:pathLst>
                  <a:path w="56098" h="64827" extrusionOk="0">
                    <a:moveTo>
                      <a:pt x="0" y="0"/>
                    </a:moveTo>
                    <a:lnTo>
                      <a:pt x="28647" y="0"/>
                    </a:lnTo>
                    <a:cubicBezTo>
                      <a:pt x="43437" y="0"/>
                      <a:pt x="53596" y="9184"/>
                      <a:pt x="53596" y="21825"/>
                    </a:cubicBezTo>
                    <a:cubicBezTo>
                      <a:pt x="53596" y="30793"/>
                      <a:pt x="48965" y="37600"/>
                      <a:pt x="41495" y="41058"/>
                    </a:cubicBezTo>
                    <a:lnTo>
                      <a:pt x="41495" y="42246"/>
                    </a:lnTo>
                    <a:lnTo>
                      <a:pt x="56099" y="63747"/>
                    </a:lnTo>
                    <a:lnTo>
                      <a:pt x="56099" y="64828"/>
                    </a:lnTo>
                    <a:lnTo>
                      <a:pt x="38246" y="64828"/>
                    </a:lnTo>
                    <a:lnTo>
                      <a:pt x="24725" y="43542"/>
                    </a:lnTo>
                    <a:lnTo>
                      <a:pt x="15650" y="43542"/>
                    </a:lnTo>
                    <a:lnTo>
                      <a:pt x="15650" y="64828"/>
                    </a:lnTo>
                    <a:lnTo>
                      <a:pt x="0" y="64828"/>
                    </a:lnTo>
                    <a:lnTo>
                      <a:pt x="0" y="0"/>
                    </a:lnTo>
                    <a:close/>
                    <a:moveTo>
                      <a:pt x="37387" y="21825"/>
                    </a:moveTo>
                    <a:cubicBezTo>
                      <a:pt x="37387" y="16207"/>
                      <a:pt x="33278" y="13506"/>
                      <a:pt x="27564" y="13506"/>
                    </a:cubicBezTo>
                    <a:lnTo>
                      <a:pt x="15650" y="13506"/>
                    </a:lnTo>
                    <a:lnTo>
                      <a:pt x="15650" y="30253"/>
                    </a:lnTo>
                    <a:lnTo>
                      <a:pt x="27676" y="30253"/>
                    </a:lnTo>
                    <a:cubicBezTo>
                      <a:pt x="33166" y="30253"/>
                      <a:pt x="37387" y="27336"/>
                      <a:pt x="37387" y="21825"/>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25" name="Google Shape;2525;p90"/>
              <p:cNvSpPr/>
              <p:nvPr/>
            </p:nvSpPr>
            <p:spPr>
              <a:xfrm>
                <a:off x="8533246" y="1552806"/>
                <a:ext cx="59310" cy="64827"/>
              </a:xfrm>
              <a:custGeom>
                <a:avLst/>
                <a:gdLst/>
                <a:ahLst/>
                <a:cxnLst/>
                <a:rect l="l" t="t" r="r" b="b"/>
                <a:pathLst>
                  <a:path w="59310" h="64827" extrusionOk="0">
                    <a:moveTo>
                      <a:pt x="15650" y="0"/>
                    </a:moveTo>
                    <a:lnTo>
                      <a:pt x="15650" y="27119"/>
                    </a:lnTo>
                    <a:lnTo>
                      <a:pt x="40188" y="0"/>
                    </a:lnTo>
                    <a:lnTo>
                      <a:pt x="59311" y="0"/>
                    </a:lnTo>
                    <a:lnTo>
                      <a:pt x="59311" y="1405"/>
                    </a:lnTo>
                    <a:lnTo>
                      <a:pt x="35444" y="27768"/>
                    </a:lnTo>
                    <a:lnTo>
                      <a:pt x="59311" y="63315"/>
                    </a:lnTo>
                    <a:lnTo>
                      <a:pt x="59311" y="64828"/>
                    </a:lnTo>
                    <a:lnTo>
                      <a:pt x="41607" y="64828"/>
                    </a:lnTo>
                    <a:lnTo>
                      <a:pt x="24763" y="39545"/>
                    </a:lnTo>
                    <a:lnTo>
                      <a:pt x="15650" y="49701"/>
                    </a:lnTo>
                    <a:lnTo>
                      <a:pt x="15650" y="64828"/>
                    </a:lnTo>
                    <a:lnTo>
                      <a:pt x="0" y="64828"/>
                    </a:lnTo>
                    <a:lnTo>
                      <a:pt x="0" y="0"/>
                    </a:lnTo>
                    <a:lnTo>
                      <a:pt x="15650" y="0"/>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26" name="Google Shape;2526;p90"/>
              <p:cNvSpPr/>
              <p:nvPr/>
            </p:nvSpPr>
            <p:spPr>
              <a:xfrm>
                <a:off x="8599840" y="1552806"/>
                <a:ext cx="47134" cy="64827"/>
              </a:xfrm>
              <a:custGeom>
                <a:avLst/>
                <a:gdLst/>
                <a:ahLst/>
                <a:cxnLst/>
                <a:rect l="l" t="t" r="r" b="b"/>
                <a:pathLst>
                  <a:path w="47134" h="64827" extrusionOk="0">
                    <a:moveTo>
                      <a:pt x="42055" y="25823"/>
                    </a:moveTo>
                    <a:lnTo>
                      <a:pt x="42055" y="38140"/>
                    </a:lnTo>
                    <a:lnTo>
                      <a:pt x="15687" y="38140"/>
                    </a:lnTo>
                    <a:lnTo>
                      <a:pt x="15687" y="51322"/>
                    </a:lnTo>
                    <a:lnTo>
                      <a:pt x="47135" y="51322"/>
                    </a:lnTo>
                    <a:lnTo>
                      <a:pt x="47135" y="64828"/>
                    </a:lnTo>
                    <a:lnTo>
                      <a:pt x="0" y="64828"/>
                    </a:lnTo>
                    <a:lnTo>
                      <a:pt x="0" y="0"/>
                    </a:lnTo>
                    <a:lnTo>
                      <a:pt x="47135" y="0"/>
                    </a:lnTo>
                    <a:lnTo>
                      <a:pt x="47135" y="13506"/>
                    </a:lnTo>
                    <a:lnTo>
                      <a:pt x="15687" y="13506"/>
                    </a:lnTo>
                    <a:lnTo>
                      <a:pt x="15687" y="25823"/>
                    </a:lnTo>
                    <a:lnTo>
                      <a:pt x="42055" y="25823"/>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27" name="Google Shape;2527;p90"/>
              <p:cNvSpPr/>
              <p:nvPr/>
            </p:nvSpPr>
            <p:spPr>
              <a:xfrm>
                <a:off x="8653249" y="1552806"/>
                <a:ext cx="52214" cy="64827"/>
              </a:xfrm>
              <a:custGeom>
                <a:avLst/>
                <a:gdLst/>
                <a:ahLst/>
                <a:cxnLst/>
                <a:rect l="l" t="t" r="r" b="b"/>
                <a:pathLst>
                  <a:path w="52214" h="64827" extrusionOk="0">
                    <a:moveTo>
                      <a:pt x="0" y="13506"/>
                    </a:moveTo>
                    <a:lnTo>
                      <a:pt x="0" y="0"/>
                    </a:lnTo>
                    <a:lnTo>
                      <a:pt x="52214" y="0"/>
                    </a:lnTo>
                    <a:lnTo>
                      <a:pt x="52214" y="13506"/>
                    </a:lnTo>
                    <a:lnTo>
                      <a:pt x="33951" y="13506"/>
                    </a:lnTo>
                    <a:lnTo>
                      <a:pt x="33951" y="64828"/>
                    </a:lnTo>
                    <a:lnTo>
                      <a:pt x="18264" y="64828"/>
                    </a:lnTo>
                    <a:lnTo>
                      <a:pt x="18264" y="13506"/>
                    </a:lnTo>
                    <a:lnTo>
                      <a:pt x="0" y="13506"/>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28" name="Google Shape;2528;p90"/>
              <p:cNvSpPr/>
              <p:nvPr/>
            </p:nvSpPr>
            <p:spPr>
              <a:xfrm>
                <a:off x="8714689" y="1552806"/>
                <a:ext cx="53596" cy="64827"/>
              </a:xfrm>
              <a:custGeom>
                <a:avLst/>
                <a:gdLst/>
                <a:ahLst/>
                <a:cxnLst/>
                <a:rect l="l" t="t" r="r" b="b"/>
                <a:pathLst>
                  <a:path w="53596" h="64827" extrusionOk="0">
                    <a:moveTo>
                      <a:pt x="28609" y="0"/>
                    </a:moveTo>
                    <a:cubicBezTo>
                      <a:pt x="43437" y="0"/>
                      <a:pt x="53596" y="9184"/>
                      <a:pt x="53596" y="21825"/>
                    </a:cubicBezTo>
                    <a:cubicBezTo>
                      <a:pt x="53596" y="35115"/>
                      <a:pt x="43549" y="43542"/>
                      <a:pt x="28609" y="43542"/>
                    </a:cubicBezTo>
                    <a:lnTo>
                      <a:pt x="15649" y="43542"/>
                    </a:lnTo>
                    <a:lnTo>
                      <a:pt x="15649" y="64828"/>
                    </a:lnTo>
                    <a:lnTo>
                      <a:pt x="0" y="64828"/>
                    </a:lnTo>
                    <a:lnTo>
                      <a:pt x="0" y="0"/>
                    </a:lnTo>
                    <a:lnTo>
                      <a:pt x="28609" y="0"/>
                    </a:lnTo>
                    <a:close/>
                    <a:moveTo>
                      <a:pt x="37387" y="21825"/>
                    </a:moveTo>
                    <a:cubicBezTo>
                      <a:pt x="37387" y="16207"/>
                      <a:pt x="33278" y="13506"/>
                      <a:pt x="27564" y="13506"/>
                    </a:cubicBezTo>
                    <a:lnTo>
                      <a:pt x="15649" y="13506"/>
                    </a:lnTo>
                    <a:lnTo>
                      <a:pt x="15649" y="30253"/>
                    </a:lnTo>
                    <a:lnTo>
                      <a:pt x="27638" y="30253"/>
                    </a:lnTo>
                    <a:cubicBezTo>
                      <a:pt x="33166" y="30253"/>
                      <a:pt x="37387" y="27336"/>
                      <a:pt x="37387" y="21825"/>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29" name="Google Shape;2529;p90"/>
              <p:cNvSpPr/>
              <p:nvPr/>
            </p:nvSpPr>
            <p:spPr>
              <a:xfrm>
                <a:off x="8777175" y="1552806"/>
                <a:ext cx="44632" cy="64827"/>
              </a:xfrm>
              <a:custGeom>
                <a:avLst/>
                <a:gdLst/>
                <a:ahLst/>
                <a:cxnLst/>
                <a:rect l="l" t="t" r="r" b="b"/>
                <a:pathLst>
                  <a:path w="44632" h="64827" extrusionOk="0">
                    <a:moveTo>
                      <a:pt x="44632" y="64828"/>
                    </a:moveTo>
                    <a:lnTo>
                      <a:pt x="0" y="64828"/>
                    </a:lnTo>
                    <a:lnTo>
                      <a:pt x="0" y="0"/>
                    </a:lnTo>
                    <a:lnTo>
                      <a:pt x="15649" y="0"/>
                    </a:lnTo>
                    <a:lnTo>
                      <a:pt x="15649" y="51322"/>
                    </a:lnTo>
                    <a:lnTo>
                      <a:pt x="44632" y="51322"/>
                    </a:lnTo>
                    <a:lnTo>
                      <a:pt x="44632" y="64828"/>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30" name="Google Shape;2530;p90"/>
              <p:cNvSpPr/>
              <p:nvPr/>
            </p:nvSpPr>
            <p:spPr>
              <a:xfrm>
                <a:off x="8823749" y="1552806"/>
                <a:ext cx="66556" cy="64827"/>
              </a:xfrm>
              <a:custGeom>
                <a:avLst/>
                <a:gdLst/>
                <a:ahLst/>
                <a:cxnLst/>
                <a:rect l="l" t="t" r="r" b="b"/>
                <a:pathLst>
                  <a:path w="66556" h="64827" extrusionOk="0">
                    <a:moveTo>
                      <a:pt x="41831" y="0"/>
                    </a:moveTo>
                    <a:lnTo>
                      <a:pt x="66557" y="64828"/>
                    </a:lnTo>
                    <a:lnTo>
                      <a:pt x="49712" y="64828"/>
                    </a:lnTo>
                    <a:lnTo>
                      <a:pt x="45716" y="53159"/>
                    </a:lnTo>
                    <a:lnTo>
                      <a:pt x="20841" y="53159"/>
                    </a:lnTo>
                    <a:lnTo>
                      <a:pt x="16845" y="64828"/>
                    </a:lnTo>
                    <a:lnTo>
                      <a:pt x="0" y="64828"/>
                    </a:lnTo>
                    <a:lnTo>
                      <a:pt x="24725" y="0"/>
                    </a:lnTo>
                    <a:lnTo>
                      <a:pt x="41831" y="0"/>
                    </a:lnTo>
                    <a:close/>
                    <a:moveTo>
                      <a:pt x="33278" y="16855"/>
                    </a:moveTo>
                    <a:lnTo>
                      <a:pt x="25061" y="40841"/>
                    </a:lnTo>
                    <a:lnTo>
                      <a:pt x="41495" y="40841"/>
                    </a:lnTo>
                    <a:lnTo>
                      <a:pt x="33278" y="16855"/>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31" name="Google Shape;2531;p90"/>
              <p:cNvSpPr/>
              <p:nvPr/>
            </p:nvSpPr>
            <p:spPr>
              <a:xfrm>
                <a:off x="8890866" y="1551402"/>
                <a:ext cx="55538" cy="67745"/>
              </a:xfrm>
              <a:custGeom>
                <a:avLst/>
                <a:gdLst/>
                <a:ahLst/>
                <a:cxnLst/>
                <a:rect l="l" t="t" r="r" b="b"/>
                <a:pathLst>
                  <a:path w="55538" h="67745" extrusionOk="0">
                    <a:moveTo>
                      <a:pt x="46575" y="47756"/>
                    </a:moveTo>
                    <a:lnTo>
                      <a:pt x="55538" y="59750"/>
                    </a:lnTo>
                    <a:cubicBezTo>
                      <a:pt x="55538" y="59750"/>
                      <a:pt x="48629" y="67745"/>
                      <a:pt x="33391" y="67745"/>
                    </a:cubicBezTo>
                    <a:cubicBezTo>
                      <a:pt x="12400" y="67745"/>
                      <a:pt x="0" y="52403"/>
                      <a:pt x="0" y="33819"/>
                    </a:cubicBezTo>
                    <a:cubicBezTo>
                      <a:pt x="0" y="15235"/>
                      <a:pt x="12400" y="0"/>
                      <a:pt x="33391" y="0"/>
                    </a:cubicBezTo>
                    <a:cubicBezTo>
                      <a:pt x="48629" y="0"/>
                      <a:pt x="55538" y="7887"/>
                      <a:pt x="55538" y="7887"/>
                    </a:cubicBezTo>
                    <a:lnTo>
                      <a:pt x="46575" y="19880"/>
                    </a:lnTo>
                    <a:cubicBezTo>
                      <a:pt x="46575" y="19880"/>
                      <a:pt x="42242" y="15018"/>
                      <a:pt x="33614" y="15018"/>
                    </a:cubicBezTo>
                    <a:cubicBezTo>
                      <a:pt x="23456" y="15018"/>
                      <a:pt x="16210" y="22581"/>
                      <a:pt x="16210" y="33819"/>
                    </a:cubicBezTo>
                    <a:cubicBezTo>
                      <a:pt x="16210" y="45055"/>
                      <a:pt x="23456" y="52618"/>
                      <a:pt x="33614" y="52618"/>
                    </a:cubicBezTo>
                    <a:cubicBezTo>
                      <a:pt x="42242" y="52618"/>
                      <a:pt x="46575" y="47756"/>
                      <a:pt x="46575" y="47756"/>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32" name="Google Shape;2532;p90"/>
              <p:cNvSpPr/>
              <p:nvPr/>
            </p:nvSpPr>
            <p:spPr>
              <a:xfrm>
                <a:off x="8954061" y="1552806"/>
                <a:ext cx="47134" cy="64827"/>
              </a:xfrm>
              <a:custGeom>
                <a:avLst/>
                <a:gdLst/>
                <a:ahLst/>
                <a:cxnLst/>
                <a:rect l="l" t="t" r="r" b="b"/>
                <a:pathLst>
                  <a:path w="47134" h="64827" extrusionOk="0">
                    <a:moveTo>
                      <a:pt x="42055" y="25823"/>
                    </a:moveTo>
                    <a:lnTo>
                      <a:pt x="42055" y="38140"/>
                    </a:lnTo>
                    <a:lnTo>
                      <a:pt x="15649" y="38140"/>
                    </a:lnTo>
                    <a:lnTo>
                      <a:pt x="15649" y="51322"/>
                    </a:lnTo>
                    <a:lnTo>
                      <a:pt x="47135" y="51322"/>
                    </a:lnTo>
                    <a:lnTo>
                      <a:pt x="47135" y="64828"/>
                    </a:lnTo>
                    <a:lnTo>
                      <a:pt x="0" y="64828"/>
                    </a:lnTo>
                    <a:lnTo>
                      <a:pt x="0" y="0"/>
                    </a:lnTo>
                    <a:lnTo>
                      <a:pt x="47135" y="0"/>
                    </a:lnTo>
                    <a:lnTo>
                      <a:pt x="47135" y="13506"/>
                    </a:lnTo>
                    <a:lnTo>
                      <a:pt x="15649" y="13506"/>
                    </a:lnTo>
                    <a:lnTo>
                      <a:pt x="15649" y="25823"/>
                    </a:lnTo>
                    <a:lnTo>
                      <a:pt x="42055" y="25823"/>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grpSp>
        <p:nvGrpSpPr>
          <p:cNvPr id="2533" name="Google Shape;2533;p90"/>
          <p:cNvGrpSpPr/>
          <p:nvPr/>
        </p:nvGrpSpPr>
        <p:grpSpPr>
          <a:xfrm>
            <a:off x="5798926" y="4369214"/>
            <a:ext cx="744754" cy="106120"/>
            <a:chOff x="6258372" y="5685888"/>
            <a:chExt cx="909568" cy="129604"/>
          </a:xfrm>
        </p:grpSpPr>
        <p:sp>
          <p:nvSpPr>
            <p:cNvPr id="2534" name="Google Shape;2534;p90"/>
            <p:cNvSpPr/>
            <p:nvPr/>
          </p:nvSpPr>
          <p:spPr>
            <a:xfrm>
              <a:off x="6890248" y="5711800"/>
              <a:ext cx="73839" cy="77774"/>
            </a:xfrm>
            <a:custGeom>
              <a:avLst/>
              <a:gdLst/>
              <a:ahLst/>
              <a:cxnLst/>
              <a:rect l="l" t="t" r="r" b="b"/>
              <a:pathLst>
                <a:path w="73839" h="77774" extrusionOk="0">
                  <a:moveTo>
                    <a:pt x="44558" y="0"/>
                  </a:moveTo>
                  <a:lnTo>
                    <a:pt x="73839" y="77774"/>
                  </a:lnTo>
                  <a:lnTo>
                    <a:pt x="58937" y="77774"/>
                  </a:lnTo>
                  <a:lnTo>
                    <a:pt x="52065" y="58470"/>
                  </a:lnTo>
                  <a:lnTo>
                    <a:pt x="21401" y="58470"/>
                  </a:lnTo>
                  <a:lnTo>
                    <a:pt x="14790" y="77774"/>
                  </a:lnTo>
                  <a:lnTo>
                    <a:pt x="0" y="77774"/>
                  </a:lnTo>
                  <a:lnTo>
                    <a:pt x="29282" y="0"/>
                  </a:lnTo>
                  <a:lnTo>
                    <a:pt x="44558" y="0"/>
                  </a:lnTo>
                  <a:close/>
                  <a:moveTo>
                    <a:pt x="36490" y="14412"/>
                  </a:moveTo>
                  <a:lnTo>
                    <a:pt x="24986" y="47195"/>
                  </a:lnTo>
                  <a:lnTo>
                    <a:pt x="48330" y="47195"/>
                  </a:lnTo>
                  <a:lnTo>
                    <a:pt x="36864" y="14412"/>
                  </a:lnTo>
                  <a:lnTo>
                    <a:pt x="36490" y="14412"/>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35" name="Google Shape;2535;p90"/>
            <p:cNvSpPr/>
            <p:nvPr/>
          </p:nvSpPr>
          <p:spPr>
            <a:xfrm>
              <a:off x="6968682" y="5733829"/>
              <a:ext cx="46798" cy="55745"/>
            </a:xfrm>
            <a:custGeom>
              <a:avLst/>
              <a:gdLst/>
              <a:ahLst/>
              <a:cxnLst/>
              <a:rect l="l" t="t" r="r" b="b"/>
              <a:pathLst>
                <a:path w="46798" h="55745" extrusionOk="0">
                  <a:moveTo>
                    <a:pt x="2091" y="0"/>
                  </a:moveTo>
                  <a:lnTo>
                    <a:pt x="46575" y="0"/>
                  </a:lnTo>
                  <a:lnTo>
                    <a:pt x="46575" y="5265"/>
                  </a:lnTo>
                  <a:lnTo>
                    <a:pt x="17367" y="45328"/>
                  </a:lnTo>
                  <a:lnTo>
                    <a:pt x="46798" y="45328"/>
                  </a:lnTo>
                  <a:lnTo>
                    <a:pt x="46798" y="55745"/>
                  </a:lnTo>
                  <a:lnTo>
                    <a:pt x="0" y="55745"/>
                  </a:lnTo>
                  <a:lnTo>
                    <a:pt x="0" y="49510"/>
                  </a:lnTo>
                  <a:lnTo>
                    <a:pt x="28796" y="10380"/>
                  </a:lnTo>
                  <a:lnTo>
                    <a:pt x="2091" y="10380"/>
                  </a:lnTo>
                  <a:lnTo>
                    <a:pt x="2091" y="0"/>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36" name="Google Shape;2536;p90"/>
            <p:cNvSpPr/>
            <p:nvPr/>
          </p:nvSpPr>
          <p:spPr>
            <a:xfrm>
              <a:off x="7023137" y="5733829"/>
              <a:ext cx="50085" cy="56491"/>
            </a:xfrm>
            <a:custGeom>
              <a:avLst/>
              <a:gdLst/>
              <a:ahLst/>
              <a:cxnLst/>
              <a:rect l="l" t="t" r="r" b="b"/>
              <a:pathLst>
                <a:path w="50085" h="56491" extrusionOk="0">
                  <a:moveTo>
                    <a:pt x="50086" y="0"/>
                  </a:moveTo>
                  <a:lnTo>
                    <a:pt x="50086" y="55745"/>
                  </a:lnTo>
                  <a:lnTo>
                    <a:pt x="36826" y="55745"/>
                  </a:lnTo>
                  <a:lnTo>
                    <a:pt x="36826" y="48427"/>
                  </a:lnTo>
                  <a:lnTo>
                    <a:pt x="36602" y="48427"/>
                  </a:lnTo>
                  <a:cubicBezTo>
                    <a:pt x="34884" y="50966"/>
                    <a:pt x="32569" y="52945"/>
                    <a:pt x="29655" y="54401"/>
                  </a:cubicBezTo>
                  <a:cubicBezTo>
                    <a:pt x="26742" y="55820"/>
                    <a:pt x="23493" y="56492"/>
                    <a:pt x="19870" y="56492"/>
                  </a:cubicBezTo>
                  <a:cubicBezTo>
                    <a:pt x="13371" y="56492"/>
                    <a:pt x="8441" y="54700"/>
                    <a:pt x="5079" y="51003"/>
                  </a:cubicBezTo>
                  <a:cubicBezTo>
                    <a:pt x="1718" y="47344"/>
                    <a:pt x="0" y="41632"/>
                    <a:pt x="0" y="33903"/>
                  </a:cubicBezTo>
                  <a:lnTo>
                    <a:pt x="0" y="0"/>
                  </a:lnTo>
                  <a:lnTo>
                    <a:pt x="13259" y="0"/>
                  </a:lnTo>
                  <a:lnTo>
                    <a:pt x="13259" y="32297"/>
                  </a:lnTo>
                  <a:cubicBezTo>
                    <a:pt x="13259" y="37002"/>
                    <a:pt x="14192" y="40549"/>
                    <a:pt x="16060" y="42938"/>
                  </a:cubicBezTo>
                  <a:cubicBezTo>
                    <a:pt x="17927" y="45328"/>
                    <a:pt x="20729" y="46448"/>
                    <a:pt x="24538" y="46448"/>
                  </a:cubicBezTo>
                  <a:cubicBezTo>
                    <a:pt x="28273" y="46448"/>
                    <a:pt x="31224" y="45142"/>
                    <a:pt x="33502" y="42528"/>
                  </a:cubicBezTo>
                  <a:cubicBezTo>
                    <a:pt x="35706" y="39877"/>
                    <a:pt x="36864" y="36442"/>
                    <a:pt x="36864" y="32260"/>
                  </a:cubicBezTo>
                  <a:lnTo>
                    <a:pt x="36864" y="0"/>
                  </a:lnTo>
                  <a:lnTo>
                    <a:pt x="50086" y="0"/>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37" name="Google Shape;2537;p90"/>
            <p:cNvSpPr/>
            <p:nvPr/>
          </p:nvSpPr>
          <p:spPr>
            <a:xfrm>
              <a:off x="7083419" y="5732896"/>
              <a:ext cx="32418" cy="56678"/>
            </a:xfrm>
            <a:custGeom>
              <a:avLst/>
              <a:gdLst/>
              <a:ahLst/>
              <a:cxnLst/>
              <a:rect l="l" t="t" r="r" b="b"/>
              <a:pathLst>
                <a:path w="32418" h="56678" extrusionOk="0">
                  <a:moveTo>
                    <a:pt x="27489" y="0"/>
                  </a:moveTo>
                  <a:cubicBezTo>
                    <a:pt x="28535" y="0"/>
                    <a:pt x="29469" y="75"/>
                    <a:pt x="30290" y="224"/>
                  </a:cubicBezTo>
                  <a:cubicBezTo>
                    <a:pt x="31112" y="374"/>
                    <a:pt x="31859" y="523"/>
                    <a:pt x="32419" y="784"/>
                  </a:cubicBezTo>
                  <a:lnTo>
                    <a:pt x="32419" y="14076"/>
                  </a:lnTo>
                  <a:cubicBezTo>
                    <a:pt x="31747" y="13554"/>
                    <a:pt x="30701" y="13068"/>
                    <a:pt x="29431" y="12620"/>
                  </a:cubicBezTo>
                  <a:cubicBezTo>
                    <a:pt x="28124" y="12135"/>
                    <a:pt x="26518" y="11948"/>
                    <a:pt x="24576" y="11948"/>
                  </a:cubicBezTo>
                  <a:cubicBezTo>
                    <a:pt x="21364" y="11948"/>
                    <a:pt x="18637" y="13292"/>
                    <a:pt x="16471" y="15981"/>
                  </a:cubicBezTo>
                  <a:cubicBezTo>
                    <a:pt x="14230" y="18669"/>
                    <a:pt x="13147" y="22888"/>
                    <a:pt x="13147" y="28526"/>
                  </a:cubicBezTo>
                  <a:lnTo>
                    <a:pt x="13147" y="56679"/>
                  </a:lnTo>
                  <a:lnTo>
                    <a:pt x="0" y="56679"/>
                  </a:lnTo>
                  <a:lnTo>
                    <a:pt x="0" y="933"/>
                  </a:lnTo>
                  <a:lnTo>
                    <a:pt x="13147" y="933"/>
                  </a:lnTo>
                  <a:lnTo>
                    <a:pt x="13147" y="9708"/>
                  </a:lnTo>
                  <a:lnTo>
                    <a:pt x="13334" y="9708"/>
                  </a:lnTo>
                  <a:cubicBezTo>
                    <a:pt x="14529" y="6646"/>
                    <a:pt x="16359" y="4331"/>
                    <a:pt x="18787" y="2539"/>
                  </a:cubicBezTo>
                  <a:cubicBezTo>
                    <a:pt x="21177" y="897"/>
                    <a:pt x="24128" y="0"/>
                    <a:pt x="27489" y="0"/>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38" name="Google Shape;2538;p90"/>
            <p:cNvSpPr/>
            <p:nvPr/>
          </p:nvSpPr>
          <p:spPr>
            <a:xfrm>
              <a:off x="7116772" y="5732634"/>
              <a:ext cx="51168" cy="58284"/>
            </a:xfrm>
            <a:custGeom>
              <a:avLst/>
              <a:gdLst/>
              <a:ahLst/>
              <a:cxnLst/>
              <a:rect l="l" t="t" r="r" b="b"/>
              <a:pathLst>
                <a:path w="51168" h="58284" extrusionOk="0">
                  <a:moveTo>
                    <a:pt x="46575" y="42864"/>
                  </a:moveTo>
                  <a:lnTo>
                    <a:pt x="46575" y="53654"/>
                  </a:lnTo>
                  <a:cubicBezTo>
                    <a:pt x="44371" y="55073"/>
                    <a:pt x="41532" y="56156"/>
                    <a:pt x="38059" y="56977"/>
                  </a:cubicBezTo>
                  <a:cubicBezTo>
                    <a:pt x="34548" y="57799"/>
                    <a:pt x="30813" y="58284"/>
                    <a:pt x="26854" y="58284"/>
                  </a:cubicBezTo>
                  <a:cubicBezTo>
                    <a:pt x="18339" y="58284"/>
                    <a:pt x="11765" y="55783"/>
                    <a:pt x="7059" y="50742"/>
                  </a:cubicBezTo>
                  <a:cubicBezTo>
                    <a:pt x="2353" y="45739"/>
                    <a:pt x="0" y="38719"/>
                    <a:pt x="0" y="29758"/>
                  </a:cubicBezTo>
                  <a:cubicBezTo>
                    <a:pt x="0" y="21096"/>
                    <a:pt x="2540" y="14002"/>
                    <a:pt x="7582" y="8401"/>
                  </a:cubicBezTo>
                  <a:cubicBezTo>
                    <a:pt x="12587" y="2800"/>
                    <a:pt x="19049" y="0"/>
                    <a:pt x="26742" y="0"/>
                  </a:cubicBezTo>
                  <a:cubicBezTo>
                    <a:pt x="34473" y="0"/>
                    <a:pt x="40450" y="2352"/>
                    <a:pt x="44744" y="7057"/>
                  </a:cubicBezTo>
                  <a:cubicBezTo>
                    <a:pt x="49040" y="11799"/>
                    <a:pt x="51169" y="18296"/>
                    <a:pt x="51169" y="26622"/>
                  </a:cubicBezTo>
                  <a:lnTo>
                    <a:pt x="51169" y="32932"/>
                  </a:lnTo>
                  <a:lnTo>
                    <a:pt x="13035" y="32932"/>
                  </a:lnTo>
                  <a:cubicBezTo>
                    <a:pt x="13595" y="38532"/>
                    <a:pt x="15388" y="42453"/>
                    <a:pt x="18413" y="44656"/>
                  </a:cubicBezTo>
                  <a:cubicBezTo>
                    <a:pt x="21401" y="46859"/>
                    <a:pt x="25323" y="47941"/>
                    <a:pt x="30066" y="47941"/>
                  </a:cubicBezTo>
                  <a:cubicBezTo>
                    <a:pt x="33241" y="47941"/>
                    <a:pt x="36229" y="47493"/>
                    <a:pt x="39105" y="46523"/>
                  </a:cubicBezTo>
                  <a:cubicBezTo>
                    <a:pt x="41794" y="45664"/>
                    <a:pt x="44334" y="44432"/>
                    <a:pt x="46575" y="42864"/>
                  </a:cubicBezTo>
                  <a:close/>
                  <a:moveTo>
                    <a:pt x="38171" y="23448"/>
                  </a:moveTo>
                  <a:cubicBezTo>
                    <a:pt x="38171" y="19079"/>
                    <a:pt x="37163" y="15831"/>
                    <a:pt x="35146" y="13554"/>
                  </a:cubicBezTo>
                  <a:cubicBezTo>
                    <a:pt x="33129" y="11276"/>
                    <a:pt x="30328" y="10118"/>
                    <a:pt x="26667" y="10118"/>
                  </a:cubicBezTo>
                  <a:cubicBezTo>
                    <a:pt x="23493" y="10118"/>
                    <a:pt x="20692" y="11276"/>
                    <a:pt x="18189" y="13479"/>
                  </a:cubicBezTo>
                  <a:cubicBezTo>
                    <a:pt x="15724" y="15756"/>
                    <a:pt x="14043" y="19042"/>
                    <a:pt x="13222" y="23448"/>
                  </a:cubicBezTo>
                  <a:lnTo>
                    <a:pt x="38171" y="23448"/>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39" name="Google Shape;2539;p90"/>
            <p:cNvSpPr/>
            <p:nvPr/>
          </p:nvSpPr>
          <p:spPr>
            <a:xfrm>
              <a:off x="6426892" y="5706050"/>
              <a:ext cx="439415" cy="84905"/>
            </a:xfrm>
            <a:custGeom>
              <a:avLst/>
              <a:gdLst/>
              <a:ahLst/>
              <a:cxnLst/>
              <a:rect l="l" t="t" r="r" b="b"/>
              <a:pathLst>
                <a:path w="439415" h="84905" extrusionOk="0">
                  <a:moveTo>
                    <a:pt x="84186" y="5750"/>
                  </a:moveTo>
                  <a:lnTo>
                    <a:pt x="84186" y="83524"/>
                  </a:lnTo>
                  <a:lnTo>
                    <a:pt x="70703" y="83524"/>
                  </a:lnTo>
                  <a:lnTo>
                    <a:pt x="70703" y="22552"/>
                  </a:lnTo>
                  <a:lnTo>
                    <a:pt x="70516" y="22552"/>
                  </a:lnTo>
                  <a:lnTo>
                    <a:pt x="46313" y="83524"/>
                  </a:lnTo>
                  <a:lnTo>
                    <a:pt x="37312" y="83524"/>
                  </a:lnTo>
                  <a:lnTo>
                    <a:pt x="12661" y="22552"/>
                  </a:lnTo>
                  <a:lnTo>
                    <a:pt x="12512" y="22552"/>
                  </a:lnTo>
                  <a:lnTo>
                    <a:pt x="12512" y="83524"/>
                  </a:lnTo>
                  <a:lnTo>
                    <a:pt x="0" y="83524"/>
                  </a:lnTo>
                  <a:lnTo>
                    <a:pt x="0" y="5750"/>
                  </a:lnTo>
                  <a:lnTo>
                    <a:pt x="19347" y="5750"/>
                  </a:lnTo>
                  <a:lnTo>
                    <a:pt x="41682" y="63399"/>
                  </a:lnTo>
                  <a:lnTo>
                    <a:pt x="41981" y="63399"/>
                  </a:lnTo>
                  <a:lnTo>
                    <a:pt x="65623" y="5750"/>
                  </a:lnTo>
                  <a:lnTo>
                    <a:pt x="84186" y="5750"/>
                  </a:lnTo>
                  <a:close/>
                  <a:moveTo>
                    <a:pt x="95465" y="11687"/>
                  </a:moveTo>
                  <a:cubicBezTo>
                    <a:pt x="95465" y="9484"/>
                    <a:pt x="96212" y="7692"/>
                    <a:pt x="97818" y="6236"/>
                  </a:cubicBezTo>
                  <a:cubicBezTo>
                    <a:pt x="99387" y="4779"/>
                    <a:pt x="101254" y="4070"/>
                    <a:pt x="103420" y="4070"/>
                  </a:cubicBezTo>
                  <a:cubicBezTo>
                    <a:pt x="105773" y="4070"/>
                    <a:pt x="107678" y="4779"/>
                    <a:pt x="109172" y="6273"/>
                  </a:cubicBezTo>
                  <a:cubicBezTo>
                    <a:pt x="110704" y="7803"/>
                    <a:pt x="111488" y="9596"/>
                    <a:pt x="111488" y="11687"/>
                  </a:cubicBezTo>
                  <a:cubicBezTo>
                    <a:pt x="111488" y="13815"/>
                    <a:pt x="110704" y="15607"/>
                    <a:pt x="109135" y="17026"/>
                  </a:cubicBezTo>
                  <a:cubicBezTo>
                    <a:pt x="107566" y="18445"/>
                    <a:pt x="105661" y="19192"/>
                    <a:pt x="103420" y="19192"/>
                  </a:cubicBezTo>
                  <a:cubicBezTo>
                    <a:pt x="101217" y="19192"/>
                    <a:pt x="99274" y="18445"/>
                    <a:pt x="97781" y="17026"/>
                  </a:cubicBezTo>
                  <a:cubicBezTo>
                    <a:pt x="96212" y="15570"/>
                    <a:pt x="95465" y="13740"/>
                    <a:pt x="95465" y="11687"/>
                  </a:cubicBezTo>
                  <a:close/>
                  <a:moveTo>
                    <a:pt x="96847" y="83524"/>
                  </a:moveTo>
                  <a:lnTo>
                    <a:pt x="109956" y="83524"/>
                  </a:lnTo>
                  <a:lnTo>
                    <a:pt x="109956" y="27779"/>
                  </a:lnTo>
                  <a:lnTo>
                    <a:pt x="96847" y="27779"/>
                  </a:lnTo>
                  <a:lnTo>
                    <a:pt x="96847" y="83524"/>
                  </a:lnTo>
                  <a:close/>
                  <a:moveTo>
                    <a:pt x="149771" y="73966"/>
                  </a:moveTo>
                  <a:cubicBezTo>
                    <a:pt x="151750" y="73966"/>
                    <a:pt x="153879" y="73518"/>
                    <a:pt x="156232" y="72622"/>
                  </a:cubicBezTo>
                  <a:cubicBezTo>
                    <a:pt x="158548" y="71763"/>
                    <a:pt x="160714" y="70494"/>
                    <a:pt x="162731" y="69037"/>
                  </a:cubicBezTo>
                  <a:lnTo>
                    <a:pt x="162731" y="81247"/>
                  </a:lnTo>
                  <a:cubicBezTo>
                    <a:pt x="160677" y="82404"/>
                    <a:pt x="158287" y="83301"/>
                    <a:pt x="155598" y="83935"/>
                  </a:cubicBezTo>
                  <a:cubicBezTo>
                    <a:pt x="152945" y="84533"/>
                    <a:pt x="149995" y="84868"/>
                    <a:pt x="146821" y="84868"/>
                  </a:cubicBezTo>
                  <a:cubicBezTo>
                    <a:pt x="138641" y="84868"/>
                    <a:pt x="131955" y="82255"/>
                    <a:pt x="126801" y="77102"/>
                  </a:cubicBezTo>
                  <a:cubicBezTo>
                    <a:pt x="121684" y="71912"/>
                    <a:pt x="119107" y="65266"/>
                    <a:pt x="119107" y="57238"/>
                  </a:cubicBezTo>
                  <a:cubicBezTo>
                    <a:pt x="119107" y="48278"/>
                    <a:pt x="121721" y="40922"/>
                    <a:pt x="126988" y="35098"/>
                  </a:cubicBezTo>
                  <a:cubicBezTo>
                    <a:pt x="132217" y="29310"/>
                    <a:pt x="139612" y="26398"/>
                    <a:pt x="149285" y="26398"/>
                  </a:cubicBezTo>
                  <a:cubicBezTo>
                    <a:pt x="151713" y="26398"/>
                    <a:pt x="154178" y="26697"/>
                    <a:pt x="156718" y="27331"/>
                  </a:cubicBezTo>
                  <a:cubicBezTo>
                    <a:pt x="159220" y="27966"/>
                    <a:pt x="161237" y="28676"/>
                    <a:pt x="162731" y="29497"/>
                  </a:cubicBezTo>
                  <a:lnTo>
                    <a:pt x="162731" y="42080"/>
                  </a:lnTo>
                  <a:cubicBezTo>
                    <a:pt x="160714" y="40586"/>
                    <a:pt x="158660" y="39466"/>
                    <a:pt x="156531" y="38682"/>
                  </a:cubicBezTo>
                  <a:cubicBezTo>
                    <a:pt x="154402" y="37860"/>
                    <a:pt x="152273" y="37487"/>
                    <a:pt x="150033" y="37487"/>
                  </a:cubicBezTo>
                  <a:cubicBezTo>
                    <a:pt x="144878" y="37487"/>
                    <a:pt x="140695" y="39130"/>
                    <a:pt x="137483" y="42528"/>
                  </a:cubicBezTo>
                  <a:cubicBezTo>
                    <a:pt x="134346" y="45888"/>
                    <a:pt x="132740" y="50406"/>
                    <a:pt x="132740" y="56081"/>
                  </a:cubicBezTo>
                  <a:cubicBezTo>
                    <a:pt x="132740" y="61757"/>
                    <a:pt x="134233" y="66162"/>
                    <a:pt x="137296" y="69262"/>
                  </a:cubicBezTo>
                  <a:cubicBezTo>
                    <a:pt x="140359" y="72435"/>
                    <a:pt x="144504" y="73966"/>
                    <a:pt x="149771" y="73966"/>
                  </a:cubicBezTo>
                  <a:close/>
                  <a:moveTo>
                    <a:pt x="200080" y="26846"/>
                  </a:moveTo>
                  <a:cubicBezTo>
                    <a:pt x="201126" y="26846"/>
                    <a:pt x="202060" y="26920"/>
                    <a:pt x="202881" y="27070"/>
                  </a:cubicBezTo>
                  <a:cubicBezTo>
                    <a:pt x="203704" y="27219"/>
                    <a:pt x="204450" y="27368"/>
                    <a:pt x="205011" y="27593"/>
                  </a:cubicBezTo>
                  <a:lnTo>
                    <a:pt x="205011" y="40847"/>
                  </a:lnTo>
                  <a:cubicBezTo>
                    <a:pt x="204338" y="40325"/>
                    <a:pt x="203293" y="39877"/>
                    <a:pt x="201985" y="39391"/>
                  </a:cubicBezTo>
                  <a:cubicBezTo>
                    <a:pt x="200715" y="38943"/>
                    <a:pt x="199110" y="38719"/>
                    <a:pt x="197167" y="38719"/>
                  </a:cubicBezTo>
                  <a:cubicBezTo>
                    <a:pt x="193955" y="38719"/>
                    <a:pt x="191229" y="40063"/>
                    <a:pt x="189025" y="42789"/>
                  </a:cubicBezTo>
                  <a:cubicBezTo>
                    <a:pt x="186822" y="45477"/>
                    <a:pt x="185701" y="49659"/>
                    <a:pt x="185701" y="55297"/>
                  </a:cubicBezTo>
                  <a:lnTo>
                    <a:pt x="185701" y="83524"/>
                  </a:lnTo>
                  <a:lnTo>
                    <a:pt x="172591" y="83524"/>
                  </a:lnTo>
                  <a:lnTo>
                    <a:pt x="172591" y="27779"/>
                  </a:lnTo>
                  <a:lnTo>
                    <a:pt x="185701" y="27779"/>
                  </a:lnTo>
                  <a:lnTo>
                    <a:pt x="185701" y="36554"/>
                  </a:lnTo>
                  <a:lnTo>
                    <a:pt x="185925" y="36554"/>
                  </a:lnTo>
                  <a:cubicBezTo>
                    <a:pt x="187120" y="33492"/>
                    <a:pt x="188913" y="31177"/>
                    <a:pt x="191378" y="29385"/>
                  </a:cubicBezTo>
                  <a:cubicBezTo>
                    <a:pt x="193806" y="27742"/>
                    <a:pt x="196719" y="26846"/>
                    <a:pt x="200080" y="26846"/>
                  </a:cubicBezTo>
                  <a:close/>
                  <a:moveTo>
                    <a:pt x="205720" y="56455"/>
                  </a:moveTo>
                  <a:cubicBezTo>
                    <a:pt x="205720" y="47232"/>
                    <a:pt x="208335" y="39914"/>
                    <a:pt x="213564" y="34537"/>
                  </a:cubicBezTo>
                  <a:cubicBezTo>
                    <a:pt x="218755" y="29124"/>
                    <a:pt x="226001" y="26435"/>
                    <a:pt x="235226" y="26435"/>
                  </a:cubicBezTo>
                  <a:cubicBezTo>
                    <a:pt x="243929" y="26435"/>
                    <a:pt x="250726" y="29049"/>
                    <a:pt x="255656" y="34201"/>
                  </a:cubicBezTo>
                  <a:cubicBezTo>
                    <a:pt x="260549" y="39391"/>
                    <a:pt x="263014" y="46411"/>
                    <a:pt x="263014" y="55223"/>
                  </a:cubicBezTo>
                  <a:cubicBezTo>
                    <a:pt x="263014" y="64221"/>
                    <a:pt x="260437" y="71427"/>
                    <a:pt x="255208" y="76766"/>
                  </a:cubicBezTo>
                  <a:cubicBezTo>
                    <a:pt x="250016" y="82106"/>
                    <a:pt x="242920" y="84794"/>
                    <a:pt x="233919" y="84794"/>
                  </a:cubicBezTo>
                  <a:cubicBezTo>
                    <a:pt x="225291" y="84794"/>
                    <a:pt x="218419" y="82255"/>
                    <a:pt x="213339" y="77177"/>
                  </a:cubicBezTo>
                  <a:cubicBezTo>
                    <a:pt x="208260" y="72174"/>
                    <a:pt x="205720" y="65266"/>
                    <a:pt x="205720" y="56455"/>
                  </a:cubicBezTo>
                  <a:close/>
                  <a:moveTo>
                    <a:pt x="219427" y="56044"/>
                  </a:moveTo>
                  <a:cubicBezTo>
                    <a:pt x="219427" y="61831"/>
                    <a:pt x="220697" y="66312"/>
                    <a:pt x="223349" y="69373"/>
                  </a:cubicBezTo>
                  <a:cubicBezTo>
                    <a:pt x="226001" y="72435"/>
                    <a:pt x="229773" y="73966"/>
                    <a:pt x="234703" y="73966"/>
                  </a:cubicBezTo>
                  <a:cubicBezTo>
                    <a:pt x="239484" y="73966"/>
                    <a:pt x="243107" y="72435"/>
                    <a:pt x="245609" y="69373"/>
                  </a:cubicBezTo>
                  <a:cubicBezTo>
                    <a:pt x="248075" y="66312"/>
                    <a:pt x="249344" y="61757"/>
                    <a:pt x="249344" y="55671"/>
                  </a:cubicBezTo>
                  <a:cubicBezTo>
                    <a:pt x="249344" y="49659"/>
                    <a:pt x="248037" y="45141"/>
                    <a:pt x="245460" y="42080"/>
                  </a:cubicBezTo>
                  <a:cubicBezTo>
                    <a:pt x="242846" y="39055"/>
                    <a:pt x="239223" y="37525"/>
                    <a:pt x="234554" y="37525"/>
                  </a:cubicBezTo>
                  <a:cubicBezTo>
                    <a:pt x="229736" y="37525"/>
                    <a:pt x="226001" y="39130"/>
                    <a:pt x="223349" y="42341"/>
                  </a:cubicBezTo>
                  <a:cubicBezTo>
                    <a:pt x="220697" y="45514"/>
                    <a:pt x="219427" y="50070"/>
                    <a:pt x="219427" y="56044"/>
                  </a:cubicBezTo>
                  <a:close/>
                  <a:moveTo>
                    <a:pt x="282511" y="42416"/>
                  </a:moveTo>
                  <a:cubicBezTo>
                    <a:pt x="282511" y="44282"/>
                    <a:pt x="283146" y="45776"/>
                    <a:pt x="284341" y="46822"/>
                  </a:cubicBezTo>
                  <a:cubicBezTo>
                    <a:pt x="285536" y="47904"/>
                    <a:pt x="288150" y="49248"/>
                    <a:pt x="292259" y="50854"/>
                  </a:cubicBezTo>
                  <a:cubicBezTo>
                    <a:pt x="297488" y="52945"/>
                    <a:pt x="301185" y="55297"/>
                    <a:pt x="303314" y="57948"/>
                  </a:cubicBezTo>
                  <a:cubicBezTo>
                    <a:pt x="305443" y="60599"/>
                    <a:pt x="306489" y="63773"/>
                    <a:pt x="306489" y="67506"/>
                  </a:cubicBezTo>
                  <a:cubicBezTo>
                    <a:pt x="306489" y="72734"/>
                    <a:pt x="304435" y="76916"/>
                    <a:pt x="300401" y="80126"/>
                  </a:cubicBezTo>
                  <a:cubicBezTo>
                    <a:pt x="296367" y="83301"/>
                    <a:pt x="290914" y="84906"/>
                    <a:pt x="284079" y="84906"/>
                  </a:cubicBezTo>
                  <a:cubicBezTo>
                    <a:pt x="281726" y="84906"/>
                    <a:pt x="279186" y="84645"/>
                    <a:pt x="276385" y="84085"/>
                  </a:cubicBezTo>
                  <a:cubicBezTo>
                    <a:pt x="273584" y="83524"/>
                    <a:pt x="271231" y="82778"/>
                    <a:pt x="269251" y="81956"/>
                  </a:cubicBezTo>
                  <a:lnTo>
                    <a:pt x="269251" y="69000"/>
                  </a:lnTo>
                  <a:cubicBezTo>
                    <a:pt x="271642" y="70643"/>
                    <a:pt x="274219" y="71987"/>
                    <a:pt x="276983" y="72921"/>
                  </a:cubicBezTo>
                  <a:cubicBezTo>
                    <a:pt x="279709" y="73929"/>
                    <a:pt x="282212" y="74377"/>
                    <a:pt x="284453" y="74377"/>
                  </a:cubicBezTo>
                  <a:cubicBezTo>
                    <a:pt x="287403" y="74377"/>
                    <a:pt x="289570" y="73966"/>
                    <a:pt x="291026" y="73144"/>
                  </a:cubicBezTo>
                  <a:cubicBezTo>
                    <a:pt x="292408" y="72323"/>
                    <a:pt x="293155" y="70904"/>
                    <a:pt x="293155" y="68963"/>
                  </a:cubicBezTo>
                  <a:cubicBezTo>
                    <a:pt x="293155" y="67133"/>
                    <a:pt x="292408" y="65639"/>
                    <a:pt x="290952" y="64370"/>
                  </a:cubicBezTo>
                  <a:cubicBezTo>
                    <a:pt x="289532" y="63138"/>
                    <a:pt x="286731" y="61682"/>
                    <a:pt x="282623" y="60076"/>
                  </a:cubicBezTo>
                  <a:cubicBezTo>
                    <a:pt x="277805" y="58060"/>
                    <a:pt x="274331" y="55782"/>
                    <a:pt x="272314" y="53244"/>
                  </a:cubicBezTo>
                  <a:cubicBezTo>
                    <a:pt x="270297" y="50704"/>
                    <a:pt x="269251" y="47493"/>
                    <a:pt x="269251" y="43611"/>
                  </a:cubicBezTo>
                  <a:cubicBezTo>
                    <a:pt x="269251" y="38570"/>
                    <a:pt x="271268" y="34425"/>
                    <a:pt x="275265" y="31214"/>
                  </a:cubicBezTo>
                  <a:cubicBezTo>
                    <a:pt x="279261" y="28003"/>
                    <a:pt x="284453" y="26323"/>
                    <a:pt x="290802" y="26323"/>
                  </a:cubicBezTo>
                  <a:cubicBezTo>
                    <a:pt x="292782" y="26323"/>
                    <a:pt x="294948" y="26547"/>
                    <a:pt x="297413" y="27032"/>
                  </a:cubicBezTo>
                  <a:cubicBezTo>
                    <a:pt x="299841" y="27443"/>
                    <a:pt x="301857" y="28003"/>
                    <a:pt x="303463" y="28676"/>
                  </a:cubicBezTo>
                  <a:lnTo>
                    <a:pt x="303463" y="41146"/>
                  </a:lnTo>
                  <a:cubicBezTo>
                    <a:pt x="301746" y="40026"/>
                    <a:pt x="299691" y="38980"/>
                    <a:pt x="297413" y="38159"/>
                  </a:cubicBezTo>
                  <a:cubicBezTo>
                    <a:pt x="295060" y="37338"/>
                    <a:pt x="292782" y="36927"/>
                    <a:pt x="290503" y="36927"/>
                  </a:cubicBezTo>
                  <a:cubicBezTo>
                    <a:pt x="288001" y="36927"/>
                    <a:pt x="286059" y="37450"/>
                    <a:pt x="284677" y="38383"/>
                  </a:cubicBezTo>
                  <a:cubicBezTo>
                    <a:pt x="283257" y="39391"/>
                    <a:pt x="282511" y="40698"/>
                    <a:pt x="282511" y="42416"/>
                  </a:cubicBezTo>
                  <a:close/>
                  <a:moveTo>
                    <a:pt x="312054" y="56455"/>
                  </a:moveTo>
                  <a:cubicBezTo>
                    <a:pt x="312054" y="47232"/>
                    <a:pt x="314668" y="39914"/>
                    <a:pt x="319897" y="34537"/>
                  </a:cubicBezTo>
                  <a:cubicBezTo>
                    <a:pt x="325089" y="29198"/>
                    <a:pt x="332334" y="26510"/>
                    <a:pt x="341560" y="26510"/>
                  </a:cubicBezTo>
                  <a:cubicBezTo>
                    <a:pt x="350300" y="26510"/>
                    <a:pt x="357060" y="29086"/>
                    <a:pt x="361990" y="34276"/>
                  </a:cubicBezTo>
                  <a:cubicBezTo>
                    <a:pt x="366883" y="39466"/>
                    <a:pt x="369348" y="46448"/>
                    <a:pt x="369348" y="55260"/>
                  </a:cubicBezTo>
                  <a:cubicBezTo>
                    <a:pt x="369348" y="64295"/>
                    <a:pt x="366770" y="71502"/>
                    <a:pt x="361542" y="76841"/>
                  </a:cubicBezTo>
                  <a:cubicBezTo>
                    <a:pt x="356350" y="82180"/>
                    <a:pt x="349254" y="84868"/>
                    <a:pt x="340290" y="84868"/>
                  </a:cubicBezTo>
                  <a:cubicBezTo>
                    <a:pt x="331625" y="84868"/>
                    <a:pt x="324790" y="82330"/>
                    <a:pt x="319673" y="77251"/>
                  </a:cubicBezTo>
                  <a:cubicBezTo>
                    <a:pt x="314594" y="72174"/>
                    <a:pt x="312054" y="65266"/>
                    <a:pt x="312054" y="56455"/>
                  </a:cubicBezTo>
                  <a:close/>
                  <a:moveTo>
                    <a:pt x="325761" y="56044"/>
                  </a:moveTo>
                  <a:cubicBezTo>
                    <a:pt x="325761" y="61831"/>
                    <a:pt x="327068" y="66312"/>
                    <a:pt x="329683" y="69373"/>
                  </a:cubicBezTo>
                  <a:cubicBezTo>
                    <a:pt x="332334" y="72435"/>
                    <a:pt x="336144" y="73966"/>
                    <a:pt x="341037" y="73966"/>
                  </a:cubicBezTo>
                  <a:cubicBezTo>
                    <a:pt x="345818" y="73966"/>
                    <a:pt x="349441" y="72435"/>
                    <a:pt x="351943" y="69373"/>
                  </a:cubicBezTo>
                  <a:cubicBezTo>
                    <a:pt x="354445" y="66312"/>
                    <a:pt x="355678" y="61757"/>
                    <a:pt x="355678" y="55671"/>
                  </a:cubicBezTo>
                  <a:cubicBezTo>
                    <a:pt x="355678" y="49659"/>
                    <a:pt x="354371" y="45141"/>
                    <a:pt x="351793" y="42080"/>
                  </a:cubicBezTo>
                  <a:cubicBezTo>
                    <a:pt x="349179" y="39055"/>
                    <a:pt x="345556" y="37525"/>
                    <a:pt x="340888" y="37525"/>
                  </a:cubicBezTo>
                  <a:cubicBezTo>
                    <a:pt x="336069" y="37525"/>
                    <a:pt x="332334" y="39130"/>
                    <a:pt x="329683" y="42341"/>
                  </a:cubicBezTo>
                  <a:cubicBezTo>
                    <a:pt x="327105" y="45514"/>
                    <a:pt x="325761" y="50070"/>
                    <a:pt x="325761" y="56044"/>
                  </a:cubicBezTo>
                  <a:close/>
                  <a:moveTo>
                    <a:pt x="412897" y="38532"/>
                  </a:moveTo>
                  <a:lnTo>
                    <a:pt x="393363" y="38532"/>
                  </a:lnTo>
                  <a:lnTo>
                    <a:pt x="393363" y="83524"/>
                  </a:lnTo>
                  <a:lnTo>
                    <a:pt x="380104" y="83524"/>
                  </a:lnTo>
                  <a:lnTo>
                    <a:pt x="380104" y="38532"/>
                  </a:lnTo>
                  <a:lnTo>
                    <a:pt x="370767" y="38532"/>
                  </a:lnTo>
                  <a:lnTo>
                    <a:pt x="370767" y="27779"/>
                  </a:lnTo>
                  <a:lnTo>
                    <a:pt x="380104" y="27779"/>
                  </a:lnTo>
                  <a:lnTo>
                    <a:pt x="380104" y="20013"/>
                  </a:lnTo>
                  <a:cubicBezTo>
                    <a:pt x="380104" y="14151"/>
                    <a:pt x="382009" y="9334"/>
                    <a:pt x="385782" y="5601"/>
                  </a:cubicBezTo>
                  <a:cubicBezTo>
                    <a:pt x="389628" y="1867"/>
                    <a:pt x="394521" y="0"/>
                    <a:pt x="400460" y="0"/>
                  </a:cubicBezTo>
                  <a:cubicBezTo>
                    <a:pt x="402066" y="0"/>
                    <a:pt x="403485" y="112"/>
                    <a:pt x="404718" y="261"/>
                  </a:cubicBezTo>
                  <a:cubicBezTo>
                    <a:pt x="405950" y="411"/>
                    <a:pt x="407071" y="672"/>
                    <a:pt x="408004" y="1008"/>
                  </a:cubicBezTo>
                  <a:lnTo>
                    <a:pt x="408004" y="12359"/>
                  </a:lnTo>
                  <a:cubicBezTo>
                    <a:pt x="407556" y="12097"/>
                    <a:pt x="406809" y="11761"/>
                    <a:pt x="405689" y="11426"/>
                  </a:cubicBezTo>
                  <a:cubicBezTo>
                    <a:pt x="404605" y="11052"/>
                    <a:pt x="403373" y="10828"/>
                    <a:pt x="401991" y="10828"/>
                  </a:cubicBezTo>
                  <a:cubicBezTo>
                    <a:pt x="399227" y="10828"/>
                    <a:pt x="397098" y="11724"/>
                    <a:pt x="395642" y="13441"/>
                  </a:cubicBezTo>
                  <a:cubicBezTo>
                    <a:pt x="394148" y="15159"/>
                    <a:pt x="393401" y="17698"/>
                    <a:pt x="393401" y="21059"/>
                  </a:cubicBezTo>
                  <a:lnTo>
                    <a:pt x="393401" y="27779"/>
                  </a:lnTo>
                  <a:lnTo>
                    <a:pt x="412972" y="27779"/>
                  </a:lnTo>
                  <a:lnTo>
                    <a:pt x="412972" y="15234"/>
                  </a:lnTo>
                  <a:lnTo>
                    <a:pt x="426119" y="11276"/>
                  </a:lnTo>
                  <a:lnTo>
                    <a:pt x="426119" y="27779"/>
                  </a:lnTo>
                  <a:lnTo>
                    <a:pt x="439415" y="27779"/>
                  </a:lnTo>
                  <a:lnTo>
                    <a:pt x="439415" y="38532"/>
                  </a:lnTo>
                  <a:lnTo>
                    <a:pt x="426119" y="38532"/>
                  </a:lnTo>
                  <a:lnTo>
                    <a:pt x="426119" y="64594"/>
                  </a:lnTo>
                  <a:cubicBezTo>
                    <a:pt x="426119" y="68029"/>
                    <a:pt x="426754" y="70456"/>
                    <a:pt x="427986" y="71838"/>
                  </a:cubicBezTo>
                  <a:cubicBezTo>
                    <a:pt x="429256" y="73256"/>
                    <a:pt x="431198" y="73966"/>
                    <a:pt x="433850" y="73966"/>
                  </a:cubicBezTo>
                  <a:cubicBezTo>
                    <a:pt x="434634" y="73966"/>
                    <a:pt x="435531" y="73779"/>
                    <a:pt x="436614" y="73443"/>
                  </a:cubicBezTo>
                  <a:cubicBezTo>
                    <a:pt x="437697" y="73107"/>
                    <a:pt x="438631" y="72696"/>
                    <a:pt x="439415" y="72174"/>
                  </a:cubicBezTo>
                  <a:lnTo>
                    <a:pt x="439415" y="83002"/>
                  </a:lnTo>
                  <a:cubicBezTo>
                    <a:pt x="438594" y="83450"/>
                    <a:pt x="437174" y="83860"/>
                    <a:pt x="435270" y="84271"/>
                  </a:cubicBezTo>
                  <a:cubicBezTo>
                    <a:pt x="433327" y="84719"/>
                    <a:pt x="431422" y="84868"/>
                    <a:pt x="429555" y="84868"/>
                  </a:cubicBezTo>
                  <a:cubicBezTo>
                    <a:pt x="424027" y="84868"/>
                    <a:pt x="419844" y="83412"/>
                    <a:pt x="417118" y="80463"/>
                  </a:cubicBezTo>
                  <a:cubicBezTo>
                    <a:pt x="414353" y="77513"/>
                    <a:pt x="412972" y="73107"/>
                    <a:pt x="412972" y="67133"/>
                  </a:cubicBezTo>
                  <a:lnTo>
                    <a:pt x="412972" y="38532"/>
                  </a:lnTo>
                  <a:lnTo>
                    <a:pt x="412897" y="38532"/>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40" name="Google Shape;2540;p90"/>
            <p:cNvSpPr/>
            <p:nvPr/>
          </p:nvSpPr>
          <p:spPr>
            <a:xfrm>
              <a:off x="6258372" y="5685888"/>
              <a:ext cx="61595" cy="61575"/>
            </a:xfrm>
            <a:custGeom>
              <a:avLst/>
              <a:gdLst/>
              <a:ahLst/>
              <a:cxnLst/>
              <a:rect l="l" t="t" r="r" b="b"/>
              <a:pathLst>
                <a:path w="61595" h="61575" extrusionOk="0">
                  <a:moveTo>
                    <a:pt x="0" y="0"/>
                  </a:moveTo>
                  <a:lnTo>
                    <a:pt x="61595" y="0"/>
                  </a:lnTo>
                  <a:lnTo>
                    <a:pt x="61595" y="61576"/>
                  </a:lnTo>
                  <a:lnTo>
                    <a:pt x="0" y="61576"/>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41" name="Google Shape;2541;p90"/>
            <p:cNvSpPr/>
            <p:nvPr/>
          </p:nvSpPr>
          <p:spPr>
            <a:xfrm>
              <a:off x="6326422" y="5685888"/>
              <a:ext cx="61595" cy="61575"/>
            </a:xfrm>
            <a:custGeom>
              <a:avLst/>
              <a:gdLst/>
              <a:ahLst/>
              <a:cxnLst/>
              <a:rect l="l" t="t" r="r" b="b"/>
              <a:pathLst>
                <a:path w="61595" h="61575" extrusionOk="0">
                  <a:moveTo>
                    <a:pt x="0" y="0"/>
                  </a:moveTo>
                  <a:lnTo>
                    <a:pt x="61595" y="0"/>
                  </a:lnTo>
                  <a:lnTo>
                    <a:pt x="61595" y="61576"/>
                  </a:lnTo>
                  <a:lnTo>
                    <a:pt x="0" y="61576"/>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42" name="Google Shape;2542;p90"/>
            <p:cNvSpPr/>
            <p:nvPr/>
          </p:nvSpPr>
          <p:spPr>
            <a:xfrm>
              <a:off x="6258372" y="5753917"/>
              <a:ext cx="61595" cy="61575"/>
            </a:xfrm>
            <a:custGeom>
              <a:avLst/>
              <a:gdLst/>
              <a:ahLst/>
              <a:cxnLst/>
              <a:rect l="l" t="t" r="r" b="b"/>
              <a:pathLst>
                <a:path w="61595" h="61575" extrusionOk="0">
                  <a:moveTo>
                    <a:pt x="0" y="0"/>
                  </a:moveTo>
                  <a:lnTo>
                    <a:pt x="61595" y="0"/>
                  </a:lnTo>
                  <a:lnTo>
                    <a:pt x="61595" y="61576"/>
                  </a:lnTo>
                  <a:lnTo>
                    <a:pt x="0" y="61576"/>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43" name="Google Shape;2543;p90"/>
            <p:cNvSpPr/>
            <p:nvPr/>
          </p:nvSpPr>
          <p:spPr>
            <a:xfrm>
              <a:off x="6326422" y="5753917"/>
              <a:ext cx="61595" cy="61575"/>
            </a:xfrm>
            <a:custGeom>
              <a:avLst/>
              <a:gdLst/>
              <a:ahLst/>
              <a:cxnLst/>
              <a:rect l="l" t="t" r="r" b="b"/>
              <a:pathLst>
                <a:path w="61595" h="61575" extrusionOk="0">
                  <a:moveTo>
                    <a:pt x="0" y="0"/>
                  </a:moveTo>
                  <a:lnTo>
                    <a:pt x="61595" y="0"/>
                  </a:lnTo>
                  <a:lnTo>
                    <a:pt x="61595" y="61576"/>
                  </a:lnTo>
                  <a:lnTo>
                    <a:pt x="0" y="61576"/>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544" name="Google Shape;2544;p90"/>
          <p:cNvGrpSpPr/>
          <p:nvPr/>
        </p:nvGrpSpPr>
        <p:grpSpPr>
          <a:xfrm>
            <a:off x="8311942" y="3977219"/>
            <a:ext cx="394594" cy="179947"/>
            <a:chOff x="9327517" y="5207144"/>
            <a:chExt cx="481918" cy="219769"/>
          </a:xfrm>
        </p:grpSpPr>
        <p:sp>
          <p:nvSpPr>
            <p:cNvPr id="2545" name="Google Shape;2545;p90"/>
            <p:cNvSpPr/>
            <p:nvPr/>
          </p:nvSpPr>
          <p:spPr>
            <a:xfrm>
              <a:off x="9327517" y="5208413"/>
              <a:ext cx="51056" cy="77251"/>
            </a:xfrm>
            <a:custGeom>
              <a:avLst/>
              <a:gdLst/>
              <a:ahLst/>
              <a:cxnLst/>
              <a:rect l="l" t="t" r="r" b="b"/>
              <a:pathLst>
                <a:path w="51056" h="77251" extrusionOk="0">
                  <a:moveTo>
                    <a:pt x="46276" y="14599"/>
                  </a:moveTo>
                  <a:cubicBezTo>
                    <a:pt x="45865" y="15346"/>
                    <a:pt x="45417" y="15906"/>
                    <a:pt x="44931" y="16205"/>
                  </a:cubicBezTo>
                  <a:cubicBezTo>
                    <a:pt x="44408" y="16503"/>
                    <a:pt x="43811" y="16690"/>
                    <a:pt x="43139" y="16690"/>
                  </a:cubicBezTo>
                  <a:cubicBezTo>
                    <a:pt x="42429" y="16690"/>
                    <a:pt x="41645" y="16391"/>
                    <a:pt x="40786" y="15869"/>
                  </a:cubicBezTo>
                  <a:cubicBezTo>
                    <a:pt x="39889" y="15308"/>
                    <a:pt x="38881" y="14711"/>
                    <a:pt x="37685" y="14076"/>
                  </a:cubicBezTo>
                  <a:cubicBezTo>
                    <a:pt x="36490" y="13405"/>
                    <a:pt x="35108" y="12807"/>
                    <a:pt x="33540" y="12247"/>
                  </a:cubicBezTo>
                  <a:cubicBezTo>
                    <a:pt x="31934" y="11724"/>
                    <a:pt x="30066" y="11463"/>
                    <a:pt x="27900" y="11463"/>
                  </a:cubicBezTo>
                  <a:cubicBezTo>
                    <a:pt x="25958" y="11463"/>
                    <a:pt x="24240" y="11687"/>
                    <a:pt x="22820" y="12172"/>
                  </a:cubicBezTo>
                  <a:cubicBezTo>
                    <a:pt x="21364" y="12620"/>
                    <a:pt x="20131" y="13292"/>
                    <a:pt x="19160" y="14114"/>
                  </a:cubicBezTo>
                  <a:cubicBezTo>
                    <a:pt x="18152" y="14935"/>
                    <a:pt x="17405" y="15943"/>
                    <a:pt x="16919" y="17138"/>
                  </a:cubicBezTo>
                  <a:cubicBezTo>
                    <a:pt x="16434" y="18296"/>
                    <a:pt x="16209" y="19565"/>
                    <a:pt x="16209" y="20946"/>
                  </a:cubicBezTo>
                  <a:cubicBezTo>
                    <a:pt x="16209" y="22739"/>
                    <a:pt x="16695" y="24232"/>
                    <a:pt x="17704" y="25390"/>
                  </a:cubicBezTo>
                  <a:cubicBezTo>
                    <a:pt x="18675" y="26584"/>
                    <a:pt x="19982" y="27593"/>
                    <a:pt x="21625" y="28451"/>
                  </a:cubicBezTo>
                  <a:cubicBezTo>
                    <a:pt x="23269" y="29273"/>
                    <a:pt x="25136" y="30020"/>
                    <a:pt x="27228" y="30691"/>
                  </a:cubicBezTo>
                  <a:cubicBezTo>
                    <a:pt x="29319" y="31364"/>
                    <a:pt x="31448" y="32036"/>
                    <a:pt x="33614" y="32783"/>
                  </a:cubicBezTo>
                  <a:cubicBezTo>
                    <a:pt x="35818" y="33567"/>
                    <a:pt x="37947" y="34425"/>
                    <a:pt x="40038" y="35433"/>
                  </a:cubicBezTo>
                  <a:cubicBezTo>
                    <a:pt x="42130" y="36404"/>
                    <a:pt x="43998" y="37674"/>
                    <a:pt x="45641" y="39167"/>
                  </a:cubicBezTo>
                  <a:cubicBezTo>
                    <a:pt x="47284" y="40698"/>
                    <a:pt x="48592" y="42565"/>
                    <a:pt x="49600" y="44730"/>
                  </a:cubicBezTo>
                  <a:cubicBezTo>
                    <a:pt x="50571" y="46934"/>
                    <a:pt x="51057" y="49622"/>
                    <a:pt x="51057" y="52758"/>
                  </a:cubicBezTo>
                  <a:cubicBezTo>
                    <a:pt x="51057" y="56156"/>
                    <a:pt x="50496" y="59367"/>
                    <a:pt x="49338" y="62317"/>
                  </a:cubicBezTo>
                  <a:cubicBezTo>
                    <a:pt x="48143" y="65304"/>
                    <a:pt x="46425" y="67917"/>
                    <a:pt x="44184" y="70120"/>
                  </a:cubicBezTo>
                  <a:cubicBezTo>
                    <a:pt x="41943" y="72323"/>
                    <a:pt x="39217" y="74078"/>
                    <a:pt x="35967" y="75348"/>
                  </a:cubicBezTo>
                  <a:cubicBezTo>
                    <a:pt x="32718" y="76617"/>
                    <a:pt x="29021" y="77252"/>
                    <a:pt x="24837" y="77252"/>
                  </a:cubicBezTo>
                  <a:cubicBezTo>
                    <a:pt x="22410" y="77252"/>
                    <a:pt x="20057" y="77028"/>
                    <a:pt x="17704" y="76542"/>
                  </a:cubicBezTo>
                  <a:cubicBezTo>
                    <a:pt x="15388" y="76094"/>
                    <a:pt x="13147" y="75422"/>
                    <a:pt x="10981" y="74526"/>
                  </a:cubicBezTo>
                  <a:cubicBezTo>
                    <a:pt x="8852" y="73667"/>
                    <a:pt x="6835" y="72622"/>
                    <a:pt x="4967" y="71390"/>
                  </a:cubicBezTo>
                  <a:cubicBezTo>
                    <a:pt x="3100" y="70195"/>
                    <a:pt x="1457" y="68814"/>
                    <a:pt x="0" y="67320"/>
                  </a:cubicBezTo>
                  <a:lnTo>
                    <a:pt x="4071" y="60599"/>
                  </a:lnTo>
                  <a:cubicBezTo>
                    <a:pt x="4445" y="60114"/>
                    <a:pt x="4893" y="59703"/>
                    <a:pt x="5453" y="59367"/>
                  </a:cubicBezTo>
                  <a:cubicBezTo>
                    <a:pt x="5976" y="59031"/>
                    <a:pt x="6574" y="58844"/>
                    <a:pt x="7246" y="58844"/>
                  </a:cubicBezTo>
                  <a:cubicBezTo>
                    <a:pt x="8105" y="58844"/>
                    <a:pt x="9076" y="59217"/>
                    <a:pt x="10084" y="59927"/>
                  </a:cubicBezTo>
                  <a:cubicBezTo>
                    <a:pt x="11093" y="60636"/>
                    <a:pt x="12288" y="61421"/>
                    <a:pt x="13670" y="62317"/>
                  </a:cubicBezTo>
                  <a:cubicBezTo>
                    <a:pt x="15052" y="63176"/>
                    <a:pt x="16658" y="63959"/>
                    <a:pt x="18525" y="64706"/>
                  </a:cubicBezTo>
                  <a:cubicBezTo>
                    <a:pt x="20393" y="65416"/>
                    <a:pt x="22634" y="65752"/>
                    <a:pt x="25248" y="65752"/>
                  </a:cubicBezTo>
                  <a:cubicBezTo>
                    <a:pt x="29244" y="65752"/>
                    <a:pt x="32345" y="64818"/>
                    <a:pt x="34548" y="62914"/>
                  </a:cubicBezTo>
                  <a:cubicBezTo>
                    <a:pt x="36752" y="61010"/>
                    <a:pt x="37835" y="58284"/>
                    <a:pt x="37835" y="54737"/>
                  </a:cubicBezTo>
                  <a:cubicBezTo>
                    <a:pt x="37835" y="52758"/>
                    <a:pt x="37349" y="51116"/>
                    <a:pt x="36341" y="49883"/>
                  </a:cubicBezTo>
                  <a:cubicBezTo>
                    <a:pt x="35370" y="48614"/>
                    <a:pt x="34025" y="47568"/>
                    <a:pt x="32419" y="46709"/>
                  </a:cubicBezTo>
                  <a:cubicBezTo>
                    <a:pt x="30776" y="45851"/>
                    <a:pt x="28908" y="45142"/>
                    <a:pt x="26817" y="44544"/>
                  </a:cubicBezTo>
                  <a:cubicBezTo>
                    <a:pt x="24725" y="43947"/>
                    <a:pt x="22597" y="43312"/>
                    <a:pt x="20430" y="42602"/>
                  </a:cubicBezTo>
                  <a:cubicBezTo>
                    <a:pt x="18264" y="41893"/>
                    <a:pt x="16135" y="41071"/>
                    <a:pt x="14043" y="40101"/>
                  </a:cubicBezTo>
                  <a:cubicBezTo>
                    <a:pt x="11952" y="39130"/>
                    <a:pt x="10084" y="37860"/>
                    <a:pt x="8441" y="36292"/>
                  </a:cubicBezTo>
                  <a:cubicBezTo>
                    <a:pt x="6835" y="34724"/>
                    <a:pt x="5490" y="32745"/>
                    <a:pt x="4519" y="30393"/>
                  </a:cubicBezTo>
                  <a:cubicBezTo>
                    <a:pt x="3511" y="28041"/>
                    <a:pt x="3026" y="25128"/>
                    <a:pt x="3026" y="21693"/>
                  </a:cubicBezTo>
                  <a:cubicBezTo>
                    <a:pt x="3026" y="18930"/>
                    <a:pt x="3585" y="16242"/>
                    <a:pt x="4669" y="13628"/>
                  </a:cubicBezTo>
                  <a:cubicBezTo>
                    <a:pt x="5752" y="11015"/>
                    <a:pt x="7358" y="8700"/>
                    <a:pt x="9487" y="6684"/>
                  </a:cubicBezTo>
                  <a:cubicBezTo>
                    <a:pt x="11578" y="4667"/>
                    <a:pt x="14193" y="3062"/>
                    <a:pt x="17255" y="1830"/>
                  </a:cubicBezTo>
                  <a:cubicBezTo>
                    <a:pt x="20318" y="598"/>
                    <a:pt x="23829" y="0"/>
                    <a:pt x="27751" y="0"/>
                  </a:cubicBezTo>
                  <a:cubicBezTo>
                    <a:pt x="32233" y="0"/>
                    <a:pt x="36341" y="710"/>
                    <a:pt x="40076" y="2091"/>
                  </a:cubicBezTo>
                  <a:cubicBezTo>
                    <a:pt x="43848" y="3473"/>
                    <a:pt x="47060" y="5452"/>
                    <a:pt x="49712" y="7953"/>
                  </a:cubicBezTo>
                  <a:lnTo>
                    <a:pt x="46276" y="1459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46" name="Google Shape;2546;p90"/>
            <p:cNvSpPr/>
            <p:nvPr/>
          </p:nvSpPr>
          <p:spPr>
            <a:xfrm>
              <a:off x="9388621" y="5230368"/>
              <a:ext cx="46761" cy="54475"/>
            </a:xfrm>
            <a:custGeom>
              <a:avLst/>
              <a:gdLst/>
              <a:ahLst/>
              <a:cxnLst/>
              <a:rect l="l" t="t" r="r" b="b"/>
              <a:pathLst>
                <a:path w="46761" h="54475" extrusionOk="0">
                  <a:moveTo>
                    <a:pt x="0" y="54476"/>
                  </a:moveTo>
                  <a:lnTo>
                    <a:pt x="0" y="821"/>
                  </a:lnTo>
                  <a:lnTo>
                    <a:pt x="7918" y="821"/>
                  </a:lnTo>
                  <a:cubicBezTo>
                    <a:pt x="9562" y="821"/>
                    <a:pt x="10682" y="1606"/>
                    <a:pt x="11205" y="3174"/>
                  </a:cubicBezTo>
                  <a:lnTo>
                    <a:pt x="12101" y="7430"/>
                  </a:lnTo>
                  <a:cubicBezTo>
                    <a:pt x="13147" y="6310"/>
                    <a:pt x="14305" y="5302"/>
                    <a:pt x="15500" y="4406"/>
                  </a:cubicBezTo>
                  <a:cubicBezTo>
                    <a:pt x="16732" y="3473"/>
                    <a:pt x="18003" y="2688"/>
                    <a:pt x="19347" y="2054"/>
                  </a:cubicBezTo>
                  <a:cubicBezTo>
                    <a:pt x="20654" y="1381"/>
                    <a:pt x="22111" y="859"/>
                    <a:pt x="23642" y="523"/>
                  </a:cubicBezTo>
                  <a:cubicBezTo>
                    <a:pt x="25173" y="187"/>
                    <a:pt x="26854" y="0"/>
                    <a:pt x="28647" y="0"/>
                  </a:cubicBezTo>
                  <a:cubicBezTo>
                    <a:pt x="31597" y="0"/>
                    <a:pt x="34175" y="485"/>
                    <a:pt x="36453" y="1494"/>
                  </a:cubicBezTo>
                  <a:cubicBezTo>
                    <a:pt x="38731" y="2502"/>
                    <a:pt x="40599" y="3883"/>
                    <a:pt x="42130" y="5675"/>
                  </a:cubicBezTo>
                  <a:cubicBezTo>
                    <a:pt x="43662" y="7468"/>
                    <a:pt x="44782" y="9596"/>
                    <a:pt x="45566" y="12097"/>
                  </a:cubicBezTo>
                  <a:cubicBezTo>
                    <a:pt x="46351" y="14599"/>
                    <a:pt x="46761" y="17325"/>
                    <a:pt x="46761" y="20349"/>
                  </a:cubicBezTo>
                  <a:lnTo>
                    <a:pt x="46761" y="54476"/>
                  </a:lnTo>
                  <a:lnTo>
                    <a:pt x="33839" y="54476"/>
                  </a:lnTo>
                  <a:lnTo>
                    <a:pt x="33839" y="20349"/>
                  </a:lnTo>
                  <a:cubicBezTo>
                    <a:pt x="33839" y="17064"/>
                    <a:pt x="33091" y="14524"/>
                    <a:pt x="31560" y="12732"/>
                  </a:cubicBezTo>
                  <a:cubicBezTo>
                    <a:pt x="30066" y="10940"/>
                    <a:pt x="27788" y="10044"/>
                    <a:pt x="24725" y="10044"/>
                  </a:cubicBezTo>
                  <a:cubicBezTo>
                    <a:pt x="22522" y="10044"/>
                    <a:pt x="20430" y="10529"/>
                    <a:pt x="18451" y="11537"/>
                  </a:cubicBezTo>
                  <a:cubicBezTo>
                    <a:pt x="16509" y="12583"/>
                    <a:pt x="14678" y="13927"/>
                    <a:pt x="12923" y="15682"/>
                  </a:cubicBezTo>
                  <a:lnTo>
                    <a:pt x="12923" y="54476"/>
                  </a:lnTo>
                  <a:lnTo>
                    <a:pt x="0" y="544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47" name="Google Shape;2547;p90"/>
            <p:cNvSpPr/>
            <p:nvPr/>
          </p:nvSpPr>
          <p:spPr>
            <a:xfrm>
              <a:off x="9444384" y="5230368"/>
              <a:ext cx="53073" cy="55259"/>
            </a:xfrm>
            <a:custGeom>
              <a:avLst/>
              <a:gdLst/>
              <a:ahLst/>
              <a:cxnLst/>
              <a:rect l="l" t="t" r="r" b="b"/>
              <a:pathLst>
                <a:path w="53073" h="55259" extrusionOk="0">
                  <a:moveTo>
                    <a:pt x="26593" y="0"/>
                  </a:moveTo>
                  <a:cubicBezTo>
                    <a:pt x="30589" y="0"/>
                    <a:pt x="34249" y="635"/>
                    <a:pt x="37498" y="1942"/>
                  </a:cubicBezTo>
                  <a:cubicBezTo>
                    <a:pt x="40748" y="3211"/>
                    <a:pt x="43549" y="5040"/>
                    <a:pt x="45828" y="7430"/>
                  </a:cubicBezTo>
                  <a:cubicBezTo>
                    <a:pt x="48143" y="9782"/>
                    <a:pt x="49936" y="12695"/>
                    <a:pt x="51168" y="16093"/>
                  </a:cubicBezTo>
                  <a:cubicBezTo>
                    <a:pt x="52438" y="19528"/>
                    <a:pt x="53073" y="23336"/>
                    <a:pt x="53073" y="27555"/>
                  </a:cubicBezTo>
                  <a:cubicBezTo>
                    <a:pt x="53073" y="31812"/>
                    <a:pt x="52438" y="35620"/>
                    <a:pt x="51168" y="39056"/>
                  </a:cubicBezTo>
                  <a:cubicBezTo>
                    <a:pt x="49936" y="42453"/>
                    <a:pt x="48143" y="45365"/>
                    <a:pt x="45828" y="47792"/>
                  </a:cubicBezTo>
                  <a:cubicBezTo>
                    <a:pt x="43549" y="50182"/>
                    <a:pt x="40748" y="52012"/>
                    <a:pt x="37498" y="53318"/>
                  </a:cubicBezTo>
                  <a:cubicBezTo>
                    <a:pt x="34249" y="54625"/>
                    <a:pt x="30589" y="55260"/>
                    <a:pt x="26593" y="55260"/>
                  </a:cubicBezTo>
                  <a:cubicBezTo>
                    <a:pt x="22596" y="55260"/>
                    <a:pt x="18936" y="54625"/>
                    <a:pt x="15687" y="53318"/>
                  </a:cubicBezTo>
                  <a:cubicBezTo>
                    <a:pt x="12400" y="52012"/>
                    <a:pt x="9599" y="50182"/>
                    <a:pt x="7283" y="47792"/>
                  </a:cubicBezTo>
                  <a:cubicBezTo>
                    <a:pt x="4967" y="45365"/>
                    <a:pt x="3175" y="42453"/>
                    <a:pt x="1905" y="39056"/>
                  </a:cubicBezTo>
                  <a:cubicBezTo>
                    <a:pt x="635" y="35620"/>
                    <a:pt x="0" y="31812"/>
                    <a:pt x="0" y="27555"/>
                  </a:cubicBezTo>
                  <a:cubicBezTo>
                    <a:pt x="0" y="23336"/>
                    <a:pt x="635" y="19528"/>
                    <a:pt x="1905" y="16093"/>
                  </a:cubicBezTo>
                  <a:cubicBezTo>
                    <a:pt x="3175" y="12695"/>
                    <a:pt x="4967" y="9782"/>
                    <a:pt x="7283" y="7430"/>
                  </a:cubicBezTo>
                  <a:cubicBezTo>
                    <a:pt x="9599" y="5040"/>
                    <a:pt x="12400" y="3211"/>
                    <a:pt x="15687" y="1942"/>
                  </a:cubicBezTo>
                  <a:cubicBezTo>
                    <a:pt x="18936" y="635"/>
                    <a:pt x="22596" y="0"/>
                    <a:pt x="26593" y="0"/>
                  </a:cubicBezTo>
                  <a:close/>
                  <a:moveTo>
                    <a:pt x="26593" y="45328"/>
                  </a:moveTo>
                  <a:cubicBezTo>
                    <a:pt x="31074" y="45328"/>
                    <a:pt x="34361" y="43834"/>
                    <a:pt x="36490" y="40810"/>
                  </a:cubicBezTo>
                  <a:cubicBezTo>
                    <a:pt x="38656" y="37823"/>
                    <a:pt x="39740" y="33455"/>
                    <a:pt x="39740" y="27667"/>
                  </a:cubicBezTo>
                  <a:cubicBezTo>
                    <a:pt x="39740" y="21880"/>
                    <a:pt x="38656" y="17474"/>
                    <a:pt x="36490" y="14412"/>
                  </a:cubicBezTo>
                  <a:cubicBezTo>
                    <a:pt x="34361" y="11388"/>
                    <a:pt x="31074" y="9895"/>
                    <a:pt x="26593" y="9895"/>
                  </a:cubicBezTo>
                  <a:cubicBezTo>
                    <a:pt x="22073" y="9895"/>
                    <a:pt x="18712" y="11388"/>
                    <a:pt x="16546" y="14450"/>
                  </a:cubicBezTo>
                  <a:cubicBezTo>
                    <a:pt x="14379" y="17512"/>
                    <a:pt x="13334" y="21917"/>
                    <a:pt x="13334" y="27667"/>
                  </a:cubicBezTo>
                  <a:cubicBezTo>
                    <a:pt x="13334" y="33417"/>
                    <a:pt x="14379" y="37786"/>
                    <a:pt x="16546" y="40810"/>
                  </a:cubicBezTo>
                  <a:cubicBezTo>
                    <a:pt x="18712" y="43797"/>
                    <a:pt x="22073" y="45328"/>
                    <a:pt x="26593" y="4532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48" name="Google Shape;2548;p90"/>
            <p:cNvSpPr/>
            <p:nvPr/>
          </p:nvSpPr>
          <p:spPr>
            <a:xfrm>
              <a:off x="9501005" y="5231115"/>
              <a:ext cx="81982" cy="53728"/>
            </a:xfrm>
            <a:custGeom>
              <a:avLst/>
              <a:gdLst/>
              <a:ahLst/>
              <a:cxnLst/>
              <a:rect l="l" t="t" r="r" b="b"/>
              <a:pathLst>
                <a:path w="81982" h="53728" extrusionOk="0">
                  <a:moveTo>
                    <a:pt x="0" y="74"/>
                  </a:moveTo>
                  <a:lnTo>
                    <a:pt x="10234" y="74"/>
                  </a:lnTo>
                  <a:cubicBezTo>
                    <a:pt x="11205" y="74"/>
                    <a:pt x="12027" y="336"/>
                    <a:pt x="12699" y="784"/>
                  </a:cubicBezTo>
                  <a:cubicBezTo>
                    <a:pt x="13371" y="1232"/>
                    <a:pt x="13782" y="1792"/>
                    <a:pt x="13969" y="2501"/>
                  </a:cubicBezTo>
                  <a:lnTo>
                    <a:pt x="21625" y="31139"/>
                  </a:lnTo>
                  <a:cubicBezTo>
                    <a:pt x="22074" y="32708"/>
                    <a:pt x="22410" y="34238"/>
                    <a:pt x="22671" y="35732"/>
                  </a:cubicBezTo>
                  <a:cubicBezTo>
                    <a:pt x="22933" y="37226"/>
                    <a:pt x="23157" y="38719"/>
                    <a:pt x="23418" y="40250"/>
                  </a:cubicBezTo>
                  <a:cubicBezTo>
                    <a:pt x="23792" y="38719"/>
                    <a:pt x="24203" y="37226"/>
                    <a:pt x="24651" y="35732"/>
                  </a:cubicBezTo>
                  <a:cubicBezTo>
                    <a:pt x="25099" y="34238"/>
                    <a:pt x="25547" y="32708"/>
                    <a:pt x="26033" y="31139"/>
                  </a:cubicBezTo>
                  <a:lnTo>
                    <a:pt x="34922" y="2389"/>
                  </a:lnTo>
                  <a:cubicBezTo>
                    <a:pt x="35146" y="1680"/>
                    <a:pt x="35557" y="1120"/>
                    <a:pt x="36192" y="672"/>
                  </a:cubicBezTo>
                  <a:cubicBezTo>
                    <a:pt x="36789" y="224"/>
                    <a:pt x="37536" y="0"/>
                    <a:pt x="38358" y="0"/>
                  </a:cubicBezTo>
                  <a:lnTo>
                    <a:pt x="44072" y="0"/>
                  </a:lnTo>
                  <a:cubicBezTo>
                    <a:pt x="45006" y="0"/>
                    <a:pt x="45790" y="224"/>
                    <a:pt x="46425" y="672"/>
                  </a:cubicBezTo>
                  <a:cubicBezTo>
                    <a:pt x="47061" y="1120"/>
                    <a:pt x="47471" y="1680"/>
                    <a:pt x="47695" y="2389"/>
                  </a:cubicBezTo>
                  <a:lnTo>
                    <a:pt x="56472" y="31662"/>
                  </a:lnTo>
                  <a:cubicBezTo>
                    <a:pt x="56921" y="33156"/>
                    <a:pt x="57332" y="34612"/>
                    <a:pt x="57705" y="36030"/>
                  </a:cubicBezTo>
                  <a:cubicBezTo>
                    <a:pt x="58041" y="37449"/>
                    <a:pt x="58414" y="38868"/>
                    <a:pt x="58751" y="40287"/>
                  </a:cubicBezTo>
                  <a:cubicBezTo>
                    <a:pt x="59012" y="38793"/>
                    <a:pt x="59273" y="37300"/>
                    <a:pt x="59572" y="35807"/>
                  </a:cubicBezTo>
                  <a:cubicBezTo>
                    <a:pt x="59871" y="34276"/>
                    <a:pt x="60245" y="32745"/>
                    <a:pt x="60693" y="31139"/>
                  </a:cubicBezTo>
                  <a:lnTo>
                    <a:pt x="68648" y="2501"/>
                  </a:lnTo>
                  <a:cubicBezTo>
                    <a:pt x="68835" y="1792"/>
                    <a:pt x="69246" y="1232"/>
                    <a:pt x="69918" y="784"/>
                  </a:cubicBezTo>
                  <a:cubicBezTo>
                    <a:pt x="70553" y="336"/>
                    <a:pt x="71338" y="74"/>
                    <a:pt x="72197" y="74"/>
                  </a:cubicBezTo>
                  <a:lnTo>
                    <a:pt x="81982" y="74"/>
                  </a:lnTo>
                  <a:lnTo>
                    <a:pt x="64988" y="53729"/>
                  </a:lnTo>
                  <a:lnTo>
                    <a:pt x="54568" y="53729"/>
                  </a:lnTo>
                  <a:cubicBezTo>
                    <a:pt x="53447" y="53729"/>
                    <a:pt x="52663" y="52945"/>
                    <a:pt x="52177" y="51414"/>
                  </a:cubicBezTo>
                  <a:lnTo>
                    <a:pt x="42504" y="20424"/>
                  </a:lnTo>
                  <a:cubicBezTo>
                    <a:pt x="42205" y="19415"/>
                    <a:pt x="41906" y="18407"/>
                    <a:pt x="41645" y="17362"/>
                  </a:cubicBezTo>
                  <a:cubicBezTo>
                    <a:pt x="41383" y="16354"/>
                    <a:pt x="41159" y="15308"/>
                    <a:pt x="40973" y="14300"/>
                  </a:cubicBezTo>
                  <a:cubicBezTo>
                    <a:pt x="40786" y="15346"/>
                    <a:pt x="40562" y="16391"/>
                    <a:pt x="40300" y="17436"/>
                  </a:cubicBezTo>
                  <a:cubicBezTo>
                    <a:pt x="40076" y="18445"/>
                    <a:pt x="39777" y="19490"/>
                    <a:pt x="39479" y="20536"/>
                  </a:cubicBezTo>
                  <a:lnTo>
                    <a:pt x="29693" y="51414"/>
                  </a:lnTo>
                  <a:cubicBezTo>
                    <a:pt x="29207" y="52945"/>
                    <a:pt x="28274" y="53729"/>
                    <a:pt x="26854" y="53729"/>
                  </a:cubicBezTo>
                  <a:lnTo>
                    <a:pt x="16994" y="53729"/>
                  </a:lnTo>
                  <a:lnTo>
                    <a:pt x="0" y="74"/>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49" name="Google Shape;2549;p90"/>
            <p:cNvSpPr/>
            <p:nvPr/>
          </p:nvSpPr>
          <p:spPr>
            <a:xfrm>
              <a:off x="9584555" y="5207667"/>
              <a:ext cx="55277" cy="77176"/>
            </a:xfrm>
            <a:custGeom>
              <a:avLst/>
              <a:gdLst/>
              <a:ahLst/>
              <a:cxnLst/>
              <a:rect l="l" t="t" r="r" b="b"/>
              <a:pathLst>
                <a:path w="55277" h="77176" extrusionOk="0">
                  <a:moveTo>
                    <a:pt x="7993" y="77177"/>
                  </a:moveTo>
                  <a:lnTo>
                    <a:pt x="7993" y="33268"/>
                  </a:lnTo>
                  <a:lnTo>
                    <a:pt x="3324" y="32521"/>
                  </a:lnTo>
                  <a:cubicBezTo>
                    <a:pt x="2316" y="32371"/>
                    <a:pt x="1531" y="31998"/>
                    <a:pt x="897" y="31475"/>
                  </a:cubicBezTo>
                  <a:cubicBezTo>
                    <a:pt x="299" y="30953"/>
                    <a:pt x="0" y="30243"/>
                    <a:pt x="0" y="29273"/>
                  </a:cubicBezTo>
                  <a:lnTo>
                    <a:pt x="0" y="24008"/>
                  </a:lnTo>
                  <a:lnTo>
                    <a:pt x="7993" y="24008"/>
                  </a:lnTo>
                  <a:lnTo>
                    <a:pt x="7993" y="21768"/>
                  </a:lnTo>
                  <a:cubicBezTo>
                    <a:pt x="7993" y="18893"/>
                    <a:pt x="8441" y="16167"/>
                    <a:pt x="9337" y="13554"/>
                  </a:cubicBezTo>
                  <a:cubicBezTo>
                    <a:pt x="10234" y="10940"/>
                    <a:pt x="11579" y="8625"/>
                    <a:pt x="13446" y="6646"/>
                  </a:cubicBezTo>
                  <a:cubicBezTo>
                    <a:pt x="15276" y="4630"/>
                    <a:pt x="17629" y="3024"/>
                    <a:pt x="20430" y="1830"/>
                  </a:cubicBezTo>
                  <a:cubicBezTo>
                    <a:pt x="23269" y="634"/>
                    <a:pt x="26630" y="0"/>
                    <a:pt x="30477" y="0"/>
                  </a:cubicBezTo>
                  <a:cubicBezTo>
                    <a:pt x="33652" y="0"/>
                    <a:pt x="36677" y="112"/>
                    <a:pt x="39516" y="336"/>
                  </a:cubicBezTo>
                  <a:cubicBezTo>
                    <a:pt x="42354" y="523"/>
                    <a:pt x="45193" y="634"/>
                    <a:pt x="47994" y="634"/>
                  </a:cubicBezTo>
                  <a:lnTo>
                    <a:pt x="55277" y="634"/>
                  </a:lnTo>
                  <a:lnTo>
                    <a:pt x="55277" y="77177"/>
                  </a:lnTo>
                  <a:lnTo>
                    <a:pt x="42392" y="77177"/>
                  </a:lnTo>
                  <a:lnTo>
                    <a:pt x="42392" y="9409"/>
                  </a:lnTo>
                  <a:lnTo>
                    <a:pt x="32532" y="9409"/>
                  </a:lnTo>
                  <a:cubicBezTo>
                    <a:pt x="28610" y="9409"/>
                    <a:pt x="25622" y="10492"/>
                    <a:pt x="23568" y="12658"/>
                  </a:cubicBezTo>
                  <a:cubicBezTo>
                    <a:pt x="21513" y="14786"/>
                    <a:pt x="20505" y="17848"/>
                    <a:pt x="20505" y="21805"/>
                  </a:cubicBezTo>
                  <a:lnTo>
                    <a:pt x="20505" y="24008"/>
                  </a:lnTo>
                  <a:lnTo>
                    <a:pt x="33204" y="24008"/>
                  </a:lnTo>
                  <a:lnTo>
                    <a:pt x="33204" y="33193"/>
                  </a:lnTo>
                  <a:lnTo>
                    <a:pt x="20916" y="33193"/>
                  </a:lnTo>
                  <a:lnTo>
                    <a:pt x="20916" y="77177"/>
                  </a:lnTo>
                  <a:lnTo>
                    <a:pt x="7993" y="77177"/>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50" name="Google Shape;2550;p90"/>
            <p:cNvSpPr/>
            <p:nvPr/>
          </p:nvSpPr>
          <p:spPr>
            <a:xfrm>
              <a:off x="9652121" y="5230219"/>
              <a:ext cx="44707" cy="55446"/>
            </a:xfrm>
            <a:custGeom>
              <a:avLst/>
              <a:gdLst/>
              <a:ahLst/>
              <a:cxnLst/>
              <a:rect l="l" t="t" r="r" b="b"/>
              <a:pathLst>
                <a:path w="44707" h="55446" extrusionOk="0">
                  <a:moveTo>
                    <a:pt x="44707" y="54625"/>
                  </a:moveTo>
                  <a:lnTo>
                    <a:pt x="38880" y="54625"/>
                  </a:lnTo>
                  <a:cubicBezTo>
                    <a:pt x="37685" y="54625"/>
                    <a:pt x="36714" y="54438"/>
                    <a:pt x="36005" y="54065"/>
                  </a:cubicBezTo>
                  <a:cubicBezTo>
                    <a:pt x="35332" y="53691"/>
                    <a:pt x="34809" y="52945"/>
                    <a:pt x="34436" y="51862"/>
                  </a:cubicBezTo>
                  <a:lnTo>
                    <a:pt x="33278" y="48016"/>
                  </a:lnTo>
                  <a:cubicBezTo>
                    <a:pt x="31933" y="49248"/>
                    <a:pt x="30589" y="50331"/>
                    <a:pt x="29282" y="51265"/>
                  </a:cubicBezTo>
                  <a:cubicBezTo>
                    <a:pt x="27975" y="52161"/>
                    <a:pt x="26630" y="52945"/>
                    <a:pt x="25248" y="53579"/>
                  </a:cubicBezTo>
                  <a:cubicBezTo>
                    <a:pt x="23866" y="54214"/>
                    <a:pt x="22372" y="54662"/>
                    <a:pt x="20803" y="54998"/>
                  </a:cubicBezTo>
                  <a:cubicBezTo>
                    <a:pt x="19235" y="55297"/>
                    <a:pt x="17479" y="55446"/>
                    <a:pt x="15574" y="55446"/>
                  </a:cubicBezTo>
                  <a:cubicBezTo>
                    <a:pt x="13296" y="55446"/>
                    <a:pt x="11205" y="55147"/>
                    <a:pt x="9300" y="54550"/>
                  </a:cubicBezTo>
                  <a:cubicBezTo>
                    <a:pt x="7358" y="53915"/>
                    <a:pt x="5715" y="53019"/>
                    <a:pt x="4370" y="51787"/>
                  </a:cubicBezTo>
                  <a:cubicBezTo>
                    <a:pt x="2988" y="50555"/>
                    <a:pt x="1905" y="49024"/>
                    <a:pt x="1120" y="47232"/>
                  </a:cubicBezTo>
                  <a:cubicBezTo>
                    <a:pt x="373" y="45402"/>
                    <a:pt x="0" y="43274"/>
                    <a:pt x="0" y="40885"/>
                  </a:cubicBezTo>
                  <a:cubicBezTo>
                    <a:pt x="0" y="38831"/>
                    <a:pt x="523" y="36852"/>
                    <a:pt x="1568" y="34873"/>
                  </a:cubicBezTo>
                  <a:cubicBezTo>
                    <a:pt x="2652" y="32894"/>
                    <a:pt x="4407" y="31102"/>
                    <a:pt x="6910" y="29534"/>
                  </a:cubicBezTo>
                  <a:cubicBezTo>
                    <a:pt x="9375" y="27929"/>
                    <a:pt x="12661" y="26621"/>
                    <a:pt x="16770" y="25576"/>
                  </a:cubicBezTo>
                  <a:cubicBezTo>
                    <a:pt x="20878" y="24493"/>
                    <a:pt x="25995" y="23970"/>
                    <a:pt x="32083" y="23970"/>
                  </a:cubicBezTo>
                  <a:lnTo>
                    <a:pt x="32083" y="20834"/>
                  </a:lnTo>
                  <a:cubicBezTo>
                    <a:pt x="32083" y="17213"/>
                    <a:pt x="31336" y="14524"/>
                    <a:pt x="29805" y="12807"/>
                  </a:cubicBezTo>
                  <a:cubicBezTo>
                    <a:pt x="28311" y="11052"/>
                    <a:pt x="26107" y="10193"/>
                    <a:pt x="23194" y="10193"/>
                  </a:cubicBezTo>
                  <a:cubicBezTo>
                    <a:pt x="21102" y="10193"/>
                    <a:pt x="19384" y="10417"/>
                    <a:pt x="17965" y="10902"/>
                  </a:cubicBezTo>
                  <a:cubicBezTo>
                    <a:pt x="16583" y="11388"/>
                    <a:pt x="15351" y="11948"/>
                    <a:pt x="14342" y="12545"/>
                  </a:cubicBezTo>
                  <a:cubicBezTo>
                    <a:pt x="13296" y="13180"/>
                    <a:pt x="12362" y="13703"/>
                    <a:pt x="11503" y="14225"/>
                  </a:cubicBezTo>
                  <a:cubicBezTo>
                    <a:pt x="10607" y="14711"/>
                    <a:pt x="9673" y="14935"/>
                    <a:pt x="8627" y="14935"/>
                  </a:cubicBezTo>
                  <a:cubicBezTo>
                    <a:pt x="7731" y="14935"/>
                    <a:pt x="6984" y="14711"/>
                    <a:pt x="6349" y="14263"/>
                  </a:cubicBezTo>
                  <a:cubicBezTo>
                    <a:pt x="5751" y="13815"/>
                    <a:pt x="5229" y="13255"/>
                    <a:pt x="4855" y="12583"/>
                  </a:cubicBezTo>
                  <a:lnTo>
                    <a:pt x="2502" y="8475"/>
                  </a:lnTo>
                  <a:cubicBezTo>
                    <a:pt x="8665" y="2800"/>
                    <a:pt x="16097" y="0"/>
                    <a:pt x="24837" y="0"/>
                  </a:cubicBezTo>
                  <a:cubicBezTo>
                    <a:pt x="27975" y="0"/>
                    <a:pt x="30776" y="522"/>
                    <a:pt x="33204" y="1531"/>
                  </a:cubicBezTo>
                  <a:cubicBezTo>
                    <a:pt x="35668" y="2576"/>
                    <a:pt x="37760" y="3995"/>
                    <a:pt x="39478" y="5824"/>
                  </a:cubicBezTo>
                  <a:cubicBezTo>
                    <a:pt x="41159" y="7654"/>
                    <a:pt x="42466" y="9819"/>
                    <a:pt x="43363" y="12396"/>
                  </a:cubicBezTo>
                  <a:cubicBezTo>
                    <a:pt x="44259" y="14935"/>
                    <a:pt x="44707" y="17698"/>
                    <a:pt x="44707" y="20760"/>
                  </a:cubicBezTo>
                  <a:lnTo>
                    <a:pt x="44707" y="54625"/>
                  </a:lnTo>
                  <a:close/>
                  <a:moveTo>
                    <a:pt x="19608" y="46560"/>
                  </a:moveTo>
                  <a:cubicBezTo>
                    <a:pt x="20916" y="46560"/>
                    <a:pt x="22148" y="46448"/>
                    <a:pt x="23269" y="46224"/>
                  </a:cubicBezTo>
                  <a:cubicBezTo>
                    <a:pt x="24352" y="45962"/>
                    <a:pt x="25435" y="45627"/>
                    <a:pt x="26406" y="45141"/>
                  </a:cubicBezTo>
                  <a:cubicBezTo>
                    <a:pt x="27414" y="44656"/>
                    <a:pt x="28385" y="44058"/>
                    <a:pt x="29282" y="43349"/>
                  </a:cubicBezTo>
                  <a:cubicBezTo>
                    <a:pt x="30215" y="42639"/>
                    <a:pt x="31149" y="41818"/>
                    <a:pt x="32083" y="40847"/>
                  </a:cubicBezTo>
                  <a:lnTo>
                    <a:pt x="32083" y="31886"/>
                  </a:lnTo>
                  <a:cubicBezTo>
                    <a:pt x="28311" y="31886"/>
                    <a:pt x="25173" y="32110"/>
                    <a:pt x="22671" y="32596"/>
                  </a:cubicBezTo>
                  <a:cubicBezTo>
                    <a:pt x="20131" y="33044"/>
                    <a:pt x="18114" y="33678"/>
                    <a:pt x="16546" y="34425"/>
                  </a:cubicBezTo>
                  <a:cubicBezTo>
                    <a:pt x="15015" y="35134"/>
                    <a:pt x="13931" y="35993"/>
                    <a:pt x="13296" y="37001"/>
                  </a:cubicBezTo>
                  <a:cubicBezTo>
                    <a:pt x="12661" y="37972"/>
                    <a:pt x="12325" y="39055"/>
                    <a:pt x="12325" y="40212"/>
                  </a:cubicBezTo>
                  <a:cubicBezTo>
                    <a:pt x="12325" y="42490"/>
                    <a:pt x="12998" y="44096"/>
                    <a:pt x="14342" y="45104"/>
                  </a:cubicBezTo>
                  <a:cubicBezTo>
                    <a:pt x="15687" y="46075"/>
                    <a:pt x="17442" y="46560"/>
                    <a:pt x="19608" y="465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51" name="Google Shape;2551;p90"/>
            <p:cNvSpPr/>
            <p:nvPr/>
          </p:nvSpPr>
          <p:spPr>
            <a:xfrm>
              <a:off x="9709676" y="5207144"/>
              <a:ext cx="49525" cy="77699"/>
            </a:xfrm>
            <a:custGeom>
              <a:avLst/>
              <a:gdLst/>
              <a:ahLst/>
              <a:cxnLst/>
              <a:rect l="l" t="t" r="r" b="b"/>
              <a:pathLst>
                <a:path w="49525" h="77699" extrusionOk="0">
                  <a:moveTo>
                    <a:pt x="12923" y="0"/>
                  </a:moveTo>
                  <a:lnTo>
                    <a:pt x="12923" y="44507"/>
                  </a:lnTo>
                  <a:lnTo>
                    <a:pt x="15314" y="44507"/>
                  </a:lnTo>
                  <a:cubicBezTo>
                    <a:pt x="16210" y="44507"/>
                    <a:pt x="16882" y="44395"/>
                    <a:pt x="17368" y="44133"/>
                  </a:cubicBezTo>
                  <a:cubicBezTo>
                    <a:pt x="17853" y="43909"/>
                    <a:pt x="18376" y="43424"/>
                    <a:pt x="18936" y="42789"/>
                  </a:cubicBezTo>
                  <a:lnTo>
                    <a:pt x="32270" y="26323"/>
                  </a:lnTo>
                  <a:cubicBezTo>
                    <a:pt x="32868" y="25614"/>
                    <a:pt x="33503" y="25053"/>
                    <a:pt x="34137" y="24643"/>
                  </a:cubicBezTo>
                  <a:cubicBezTo>
                    <a:pt x="34810" y="24269"/>
                    <a:pt x="35669" y="24045"/>
                    <a:pt x="36752" y="24045"/>
                  </a:cubicBezTo>
                  <a:lnTo>
                    <a:pt x="48592" y="24045"/>
                  </a:lnTo>
                  <a:lnTo>
                    <a:pt x="31896" y="43984"/>
                  </a:lnTo>
                  <a:cubicBezTo>
                    <a:pt x="31299" y="44693"/>
                    <a:pt x="30702" y="45365"/>
                    <a:pt x="30066" y="46000"/>
                  </a:cubicBezTo>
                  <a:cubicBezTo>
                    <a:pt x="29431" y="46597"/>
                    <a:pt x="28759" y="47120"/>
                    <a:pt x="28012" y="47568"/>
                  </a:cubicBezTo>
                  <a:cubicBezTo>
                    <a:pt x="28759" y="48091"/>
                    <a:pt x="29394" y="48726"/>
                    <a:pt x="29954" y="49398"/>
                  </a:cubicBezTo>
                  <a:cubicBezTo>
                    <a:pt x="30515" y="50107"/>
                    <a:pt x="31075" y="50854"/>
                    <a:pt x="31635" y="51675"/>
                  </a:cubicBezTo>
                  <a:lnTo>
                    <a:pt x="49525" y="77699"/>
                  </a:lnTo>
                  <a:lnTo>
                    <a:pt x="37872" y="77699"/>
                  </a:lnTo>
                  <a:cubicBezTo>
                    <a:pt x="36864" y="77699"/>
                    <a:pt x="36005" y="77513"/>
                    <a:pt x="35295" y="77177"/>
                  </a:cubicBezTo>
                  <a:cubicBezTo>
                    <a:pt x="34586" y="76803"/>
                    <a:pt x="33988" y="76244"/>
                    <a:pt x="33428" y="75385"/>
                  </a:cubicBezTo>
                  <a:lnTo>
                    <a:pt x="19758" y="55073"/>
                  </a:lnTo>
                  <a:cubicBezTo>
                    <a:pt x="19235" y="54252"/>
                    <a:pt x="18712" y="53729"/>
                    <a:pt x="18190" y="53505"/>
                  </a:cubicBezTo>
                  <a:cubicBezTo>
                    <a:pt x="17667" y="53244"/>
                    <a:pt x="16882" y="53131"/>
                    <a:pt x="15837" y="53131"/>
                  </a:cubicBezTo>
                  <a:lnTo>
                    <a:pt x="12923" y="53131"/>
                  </a:lnTo>
                  <a:lnTo>
                    <a:pt x="12923" y="77699"/>
                  </a:lnTo>
                  <a:lnTo>
                    <a:pt x="0" y="77699"/>
                  </a:lnTo>
                  <a:lnTo>
                    <a:pt x="0" y="0"/>
                  </a:lnTo>
                  <a:lnTo>
                    <a:pt x="12923"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52" name="Google Shape;2552;p90"/>
            <p:cNvSpPr/>
            <p:nvPr/>
          </p:nvSpPr>
          <p:spPr>
            <a:xfrm>
              <a:off x="9760471" y="5230368"/>
              <a:ext cx="48964" cy="55259"/>
            </a:xfrm>
            <a:custGeom>
              <a:avLst/>
              <a:gdLst/>
              <a:ahLst/>
              <a:cxnLst/>
              <a:rect l="l" t="t" r="r" b="b"/>
              <a:pathLst>
                <a:path w="48964" h="55259" extrusionOk="0">
                  <a:moveTo>
                    <a:pt x="25771" y="0"/>
                  </a:moveTo>
                  <a:cubicBezTo>
                    <a:pt x="29132" y="0"/>
                    <a:pt x="32270" y="523"/>
                    <a:pt x="35108" y="1606"/>
                  </a:cubicBezTo>
                  <a:cubicBezTo>
                    <a:pt x="37947" y="2688"/>
                    <a:pt x="40374" y="4294"/>
                    <a:pt x="42429" y="6348"/>
                  </a:cubicBezTo>
                  <a:cubicBezTo>
                    <a:pt x="44483" y="8438"/>
                    <a:pt x="46089" y="10978"/>
                    <a:pt x="47247" y="14002"/>
                  </a:cubicBezTo>
                  <a:cubicBezTo>
                    <a:pt x="48405" y="16989"/>
                    <a:pt x="48965" y="20424"/>
                    <a:pt x="48965" y="24307"/>
                  </a:cubicBezTo>
                  <a:cubicBezTo>
                    <a:pt x="48965" y="25278"/>
                    <a:pt x="48928" y="26099"/>
                    <a:pt x="48853" y="26734"/>
                  </a:cubicBezTo>
                  <a:cubicBezTo>
                    <a:pt x="48741" y="27369"/>
                    <a:pt x="48592" y="27891"/>
                    <a:pt x="48367" y="28265"/>
                  </a:cubicBezTo>
                  <a:cubicBezTo>
                    <a:pt x="48143" y="28638"/>
                    <a:pt x="47844" y="28862"/>
                    <a:pt x="47471" y="29049"/>
                  </a:cubicBezTo>
                  <a:cubicBezTo>
                    <a:pt x="47060" y="29198"/>
                    <a:pt x="46575" y="29273"/>
                    <a:pt x="46014" y="29273"/>
                  </a:cubicBezTo>
                  <a:lnTo>
                    <a:pt x="12848" y="29273"/>
                  </a:lnTo>
                  <a:cubicBezTo>
                    <a:pt x="13221" y="34762"/>
                    <a:pt x="14715" y="38831"/>
                    <a:pt x="17293" y="41407"/>
                  </a:cubicBezTo>
                  <a:cubicBezTo>
                    <a:pt x="19870" y="43984"/>
                    <a:pt x="23269" y="45253"/>
                    <a:pt x="27526" y="45253"/>
                  </a:cubicBezTo>
                  <a:cubicBezTo>
                    <a:pt x="29618" y="45253"/>
                    <a:pt x="31448" y="45029"/>
                    <a:pt x="32942" y="44544"/>
                  </a:cubicBezTo>
                  <a:cubicBezTo>
                    <a:pt x="34473" y="44059"/>
                    <a:pt x="35781" y="43498"/>
                    <a:pt x="36939" y="42901"/>
                  </a:cubicBezTo>
                  <a:cubicBezTo>
                    <a:pt x="38059" y="42341"/>
                    <a:pt x="39067" y="41781"/>
                    <a:pt x="39889" y="41296"/>
                  </a:cubicBezTo>
                  <a:cubicBezTo>
                    <a:pt x="40748" y="40810"/>
                    <a:pt x="41570" y="40549"/>
                    <a:pt x="42391" y="40549"/>
                  </a:cubicBezTo>
                  <a:cubicBezTo>
                    <a:pt x="42914" y="40549"/>
                    <a:pt x="43363" y="40661"/>
                    <a:pt x="43736" y="40885"/>
                  </a:cubicBezTo>
                  <a:cubicBezTo>
                    <a:pt x="44147" y="41071"/>
                    <a:pt x="44445" y="41370"/>
                    <a:pt x="44744" y="41781"/>
                  </a:cubicBezTo>
                  <a:lnTo>
                    <a:pt x="48517" y="46486"/>
                  </a:lnTo>
                  <a:cubicBezTo>
                    <a:pt x="47060" y="48128"/>
                    <a:pt x="45454" y="49547"/>
                    <a:pt x="43699" y="50667"/>
                  </a:cubicBezTo>
                  <a:cubicBezTo>
                    <a:pt x="41906" y="51825"/>
                    <a:pt x="40076" y="52721"/>
                    <a:pt x="38134" y="53393"/>
                  </a:cubicBezTo>
                  <a:cubicBezTo>
                    <a:pt x="36191" y="54065"/>
                    <a:pt x="34212" y="54550"/>
                    <a:pt x="32233" y="54849"/>
                  </a:cubicBezTo>
                  <a:cubicBezTo>
                    <a:pt x="30215" y="55110"/>
                    <a:pt x="28273" y="55260"/>
                    <a:pt x="26406" y="55260"/>
                  </a:cubicBezTo>
                  <a:cubicBezTo>
                    <a:pt x="22671" y="55260"/>
                    <a:pt x="19198" y="54625"/>
                    <a:pt x="15985" y="53393"/>
                  </a:cubicBezTo>
                  <a:cubicBezTo>
                    <a:pt x="12773" y="52161"/>
                    <a:pt x="9972" y="50331"/>
                    <a:pt x="7619" y="47905"/>
                  </a:cubicBezTo>
                  <a:cubicBezTo>
                    <a:pt x="5229" y="45477"/>
                    <a:pt x="3398" y="42490"/>
                    <a:pt x="2017" y="38906"/>
                  </a:cubicBezTo>
                  <a:cubicBezTo>
                    <a:pt x="672" y="35359"/>
                    <a:pt x="0" y="31214"/>
                    <a:pt x="0" y="26510"/>
                  </a:cubicBezTo>
                  <a:cubicBezTo>
                    <a:pt x="0" y="22851"/>
                    <a:pt x="560" y="19416"/>
                    <a:pt x="1755" y="16168"/>
                  </a:cubicBezTo>
                  <a:cubicBezTo>
                    <a:pt x="2950" y="12956"/>
                    <a:pt x="4631" y="10156"/>
                    <a:pt x="6872" y="7767"/>
                  </a:cubicBezTo>
                  <a:cubicBezTo>
                    <a:pt x="9076" y="5377"/>
                    <a:pt x="11765" y="3473"/>
                    <a:pt x="14977" y="2091"/>
                  </a:cubicBezTo>
                  <a:cubicBezTo>
                    <a:pt x="18152" y="710"/>
                    <a:pt x="21737" y="0"/>
                    <a:pt x="25771" y="0"/>
                  </a:cubicBezTo>
                  <a:close/>
                  <a:moveTo>
                    <a:pt x="26032" y="9260"/>
                  </a:moveTo>
                  <a:cubicBezTo>
                    <a:pt x="22260" y="9260"/>
                    <a:pt x="19309" y="10305"/>
                    <a:pt x="17181" y="12434"/>
                  </a:cubicBezTo>
                  <a:cubicBezTo>
                    <a:pt x="15051" y="14562"/>
                    <a:pt x="13707" y="17586"/>
                    <a:pt x="13110" y="21469"/>
                  </a:cubicBezTo>
                  <a:lnTo>
                    <a:pt x="37349" y="21469"/>
                  </a:lnTo>
                  <a:cubicBezTo>
                    <a:pt x="37349" y="19827"/>
                    <a:pt x="37125" y="18221"/>
                    <a:pt x="36677" y="16765"/>
                  </a:cubicBezTo>
                  <a:cubicBezTo>
                    <a:pt x="36229" y="15271"/>
                    <a:pt x="35557" y="13964"/>
                    <a:pt x="34586" y="12844"/>
                  </a:cubicBezTo>
                  <a:cubicBezTo>
                    <a:pt x="33652" y="11761"/>
                    <a:pt x="32456" y="10865"/>
                    <a:pt x="31037" y="10230"/>
                  </a:cubicBezTo>
                  <a:cubicBezTo>
                    <a:pt x="29618" y="9559"/>
                    <a:pt x="27937" y="9260"/>
                    <a:pt x="26032"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53" name="Google Shape;2553;p90"/>
            <p:cNvSpPr/>
            <p:nvPr/>
          </p:nvSpPr>
          <p:spPr>
            <a:xfrm>
              <a:off x="9373531" y="5332449"/>
              <a:ext cx="53932" cy="75608"/>
            </a:xfrm>
            <a:custGeom>
              <a:avLst/>
              <a:gdLst/>
              <a:ahLst/>
              <a:cxnLst/>
              <a:rect l="l" t="t" r="r" b="b"/>
              <a:pathLst>
                <a:path w="53932" h="75608" extrusionOk="0">
                  <a:moveTo>
                    <a:pt x="14043" y="48987"/>
                  </a:moveTo>
                  <a:lnTo>
                    <a:pt x="14043" y="75609"/>
                  </a:lnTo>
                  <a:lnTo>
                    <a:pt x="0" y="75609"/>
                  </a:lnTo>
                  <a:lnTo>
                    <a:pt x="0" y="0"/>
                  </a:lnTo>
                  <a:lnTo>
                    <a:pt x="24614" y="0"/>
                  </a:lnTo>
                  <a:cubicBezTo>
                    <a:pt x="29656" y="0"/>
                    <a:pt x="34026" y="598"/>
                    <a:pt x="37723" y="1793"/>
                  </a:cubicBezTo>
                  <a:cubicBezTo>
                    <a:pt x="41421" y="2987"/>
                    <a:pt x="44483" y="4630"/>
                    <a:pt x="46874" y="6758"/>
                  </a:cubicBezTo>
                  <a:cubicBezTo>
                    <a:pt x="49301" y="8886"/>
                    <a:pt x="51057" y="11426"/>
                    <a:pt x="52215" y="14375"/>
                  </a:cubicBezTo>
                  <a:cubicBezTo>
                    <a:pt x="53372" y="17362"/>
                    <a:pt x="53933" y="20610"/>
                    <a:pt x="53933" y="24120"/>
                  </a:cubicBezTo>
                  <a:cubicBezTo>
                    <a:pt x="53933" y="27779"/>
                    <a:pt x="53335" y="31140"/>
                    <a:pt x="52103" y="34164"/>
                  </a:cubicBezTo>
                  <a:cubicBezTo>
                    <a:pt x="50907" y="37226"/>
                    <a:pt x="49077" y="39839"/>
                    <a:pt x="46612" y="42042"/>
                  </a:cubicBezTo>
                  <a:cubicBezTo>
                    <a:pt x="44185" y="44246"/>
                    <a:pt x="41122" y="45963"/>
                    <a:pt x="37462" y="47157"/>
                  </a:cubicBezTo>
                  <a:cubicBezTo>
                    <a:pt x="33801" y="48390"/>
                    <a:pt x="29543" y="48987"/>
                    <a:pt x="24614" y="48987"/>
                  </a:cubicBezTo>
                  <a:lnTo>
                    <a:pt x="14043" y="48987"/>
                  </a:lnTo>
                  <a:close/>
                  <a:moveTo>
                    <a:pt x="14043" y="38010"/>
                  </a:moveTo>
                  <a:lnTo>
                    <a:pt x="24614" y="38010"/>
                  </a:lnTo>
                  <a:cubicBezTo>
                    <a:pt x="27190" y="38010"/>
                    <a:pt x="29431" y="37711"/>
                    <a:pt x="31374" y="37039"/>
                  </a:cubicBezTo>
                  <a:cubicBezTo>
                    <a:pt x="33278" y="36404"/>
                    <a:pt x="34847" y="35471"/>
                    <a:pt x="36117" y="34276"/>
                  </a:cubicBezTo>
                  <a:cubicBezTo>
                    <a:pt x="37387" y="33082"/>
                    <a:pt x="38320" y="31625"/>
                    <a:pt x="38956" y="29870"/>
                  </a:cubicBezTo>
                  <a:cubicBezTo>
                    <a:pt x="39553" y="28153"/>
                    <a:pt x="39889" y="26248"/>
                    <a:pt x="39889" y="24120"/>
                  </a:cubicBezTo>
                  <a:cubicBezTo>
                    <a:pt x="39889" y="22104"/>
                    <a:pt x="39553" y="20275"/>
                    <a:pt x="38956" y="18632"/>
                  </a:cubicBezTo>
                  <a:cubicBezTo>
                    <a:pt x="38320" y="16989"/>
                    <a:pt x="37387" y="15607"/>
                    <a:pt x="36117" y="14450"/>
                  </a:cubicBezTo>
                  <a:cubicBezTo>
                    <a:pt x="34847" y="13292"/>
                    <a:pt x="33278" y="12396"/>
                    <a:pt x="31374" y="11799"/>
                  </a:cubicBezTo>
                  <a:cubicBezTo>
                    <a:pt x="29431" y="11201"/>
                    <a:pt x="27190" y="10903"/>
                    <a:pt x="24614" y="10903"/>
                  </a:cubicBezTo>
                  <a:lnTo>
                    <a:pt x="14043" y="10903"/>
                  </a:lnTo>
                  <a:lnTo>
                    <a:pt x="14043" y="3801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54" name="Google Shape;2554;p90"/>
            <p:cNvSpPr/>
            <p:nvPr/>
          </p:nvSpPr>
          <p:spPr>
            <a:xfrm>
              <a:off x="9432394" y="5353582"/>
              <a:ext cx="53073" cy="55259"/>
            </a:xfrm>
            <a:custGeom>
              <a:avLst/>
              <a:gdLst/>
              <a:ahLst/>
              <a:cxnLst/>
              <a:rect l="l" t="t" r="r" b="b"/>
              <a:pathLst>
                <a:path w="53073" h="55259" extrusionOk="0">
                  <a:moveTo>
                    <a:pt x="26630" y="0"/>
                  </a:moveTo>
                  <a:cubicBezTo>
                    <a:pt x="30627" y="0"/>
                    <a:pt x="34250" y="635"/>
                    <a:pt x="37536" y="1942"/>
                  </a:cubicBezTo>
                  <a:cubicBezTo>
                    <a:pt x="40786" y="3211"/>
                    <a:pt x="43549" y="5040"/>
                    <a:pt x="45865" y="7430"/>
                  </a:cubicBezTo>
                  <a:cubicBezTo>
                    <a:pt x="48143" y="9782"/>
                    <a:pt x="49936" y="12695"/>
                    <a:pt x="51206" y="16093"/>
                  </a:cubicBezTo>
                  <a:cubicBezTo>
                    <a:pt x="52439" y="19528"/>
                    <a:pt x="53074" y="23336"/>
                    <a:pt x="53074" y="27555"/>
                  </a:cubicBezTo>
                  <a:cubicBezTo>
                    <a:pt x="53074" y="31812"/>
                    <a:pt x="52439" y="35620"/>
                    <a:pt x="51206" y="39056"/>
                  </a:cubicBezTo>
                  <a:cubicBezTo>
                    <a:pt x="49936" y="42453"/>
                    <a:pt x="48143" y="45365"/>
                    <a:pt x="45865" y="47792"/>
                  </a:cubicBezTo>
                  <a:cubicBezTo>
                    <a:pt x="43549" y="50182"/>
                    <a:pt x="40786" y="52012"/>
                    <a:pt x="37536" y="53318"/>
                  </a:cubicBezTo>
                  <a:cubicBezTo>
                    <a:pt x="34250" y="54625"/>
                    <a:pt x="30627" y="55260"/>
                    <a:pt x="26630" y="55260"/>
                  </a:cubicBezTo>
                  <a:cubicBezTo>
                    <a:pt x="22597" y="55260"/>
                    <a:pt x="18974" y="54625"/>
                    <a:pt x="15687" y="53318"/>
                  </a:cubicBezTo>
                  <a:cubicBezTo>
                    <a:pt x="12400" y="52012"/>
                    <a:pt x="9599" y="50182"/>
                    <a:pt x="7283" y="47792"/>
                  </a:cubicBezTo>
                  <a:cubicBezTo>
                    <a:pt x="4968" y="45365"/>
                    <a:pt x="3175" y="42453"/>
                    <a:pt x="1905" y="39056"/>
                  </a:cubicBezTo>
                  <a:cubicBezTo>
                    <a:pt x="635" y="35620"/>
                    <a:pt x="0" y="31812"/>
                    <a:pt x="0" y="27555"/>
                  </a:cubicBezTo>
                  <a:cubicBezTo>
                    <a:pt x="0" y="23336"/>
                    <a:pt x="635" y="19528"/>
                    <a:pt x="1905" y="16093"/>
                  </a:cubicBezTo>
                  <a:cubicBezTo>
                    <a:pt x="3175" y="12695"/>
                    <a:pt x="4968" y="9782"/>
                    <a:pt x="7283" y="7430"/>
                  </a:cubicBezTo>
                  <a:cubicBezTo>
                    <a:pt x="9599" y="5040"/>
                    <a:pt x="12400" y="3211"/>
                    <a:pt x="15687" y="1942"/>
                  </a:cubicBezTo>
                  <a:cubicBezTo>
                    <a:pt x="18974" y="635"/>
                    <a:pt x="22597" y="0"/>
                    <a:pt x="26630" y="0"/>
                  </a:cubicBezTo>
                  <a:close/>
                  <a:moveTo>
                    <a:pt x="26630" y="45328"/>
                  </a:moveTo>
                  <a:cubicBezTo>
                    <a:pt x="31075" y="45328"/>
                    <a:pt x="34362" y="43834"/>
                    <a:pt x="36528" y="40810"/>
                  </a:cubicBezTo>
                  <a:cubicBezTo>
                    <a:pt x="38657" y="37823"/>
                    <a:pt x="39740" y="33455"/>
                    <a:pt x="39740" y="27667"/>
                  </a:cubicBezTo>
                  <a:cubicBezTo>
                    <a:pt x="39740" y="21880"/>
                    <a:pt x="38657" y="17474"/>
                    <a:pt x="36528" y="14412"/>
                  </a:cubicBezTo>
                  <a:cubicBezTo>
                    <a:pt x="34362" y="11388"/>
                    <a:pt x="31075" y="9895"/>
                    <a:pt x="26630" y="9895"/>
                  </a:cubicBezTo>
                  <a:cubicBezTo>
                    <a:pt x="22074" y="9895"/>
                    <a:pt x="18749" y="11388"/>
                    <a:pt x="16583" y="14450"/>
                  </a:cubicBezTo>
                  <a:cubicBezTo>
                    <a:pt x="14417" y="17512"/>
                    <a:pt x="13334" y="21917"/>
                    <a:pt x="13334" y="27667"/>
                  </a:cubicBezTo>
                  <a:cubicBezTo>
                    <a:pt x="13334" y="33417"/>
                    <a:pt x="14417" y="37786"/>
                    <a:pt x="16583" y="40810"/>
                  </a:cubicBezTo>
                  <a:cubicBezTo>
                    <a:pt x="18749" y="43797"/>
                    <a:pt x="22074" y="45328"/>
                    <a:pt x="26630" y="4532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55" name="Google Shape;2555;p90"/>
            <p:cNvSpPr/>
            <p:nvPr/>
          </p:nvSpPr>
          <p:spPr>
            <a:xfrm>
              <a:off x="9490846" y="5353582"/>
              <a:ext cx="40075" cy="55297"/>
            </a:xfrm>
            <a:custGeom>
              <a:avLst/>
              <a:gdLst/>
              <a:ahLst/>
              <a:cxnLst/>
              <a:rect l="l" t="t" r="r" b="b"/>
              <a:pathLst>
                <a:path w="40075" h="55297" extrusionOk="0">
                  <a:moveTo>
                    <a:pt x="36565" y="11276"/>
                  </a:moveTo>
                  <a:cubicBezTo>
                    <a:pt x="36192" y="11836"/>
                    <a:pt x="35855" y="12247"/>
                    <a:pt x="35444" y="12471"/>
                  </a:cubicBezTo>
                  <a:cubicBezTo>
                    <a:pt x="35071" y="12695"/>
                    <a:pt x="34586" y="12807"/>
                    <a:pt x="33988" y="12807"/>
                  </a:cubicBezTo>
                  <a:cubicBezTo>
                    <a:pt x="33353" y="12807"/>
                    <a:pt x="32681" y="12620"/>
                    <a:pt x="31971" y="12284"/>
                  </a:cubicBezTo>
                  <a:cubicBezTo>
                    <a:pt x="31261" y="11948"/>
                    <a:pt x="30440" y="11537"/>
                    <a:pt x="29506" y="11089"/>
                  </a:cubicBezTo>
                  <a:cubicBezTo>
                    <a:pt x="28572" y="10679"/>
                    <a:pt x="27489" y="10268"/>
                    <a:pt x="26294" y="9932"/>
                  </a:cubicBezTo>
                  <a:cubicBezTo>
                    <a:pt x="25062" y="9596"/>
                    <a:pt x="23642" y="9409"/>
                    <a:pt x="22036" y="9409"/>
                  </a:cubicBezTo>
                  <a:cubicBezTo>
                    <a:pt x="19459" y="9409"/>
                    <a:pt x="17480" y="9932"/>
                    <a:pt x="16023" y="11015"/>
                  </a:cubicBezTo>
                  <a:cubicBezTo>
                    <a:pt x="14529" y="12097"/>
                    <a:pt x="13820" y="13516"/>
                    <a:pt x="13820" y="15271"/>
                  </a:cubicBezTo>
                  <a:cubicBezTo>
                    <a:pt x="13820" y="16429"/>
                    <a:pt x="14193" y="17362"/>
                    <a:pt x="14940" y="18183"/>
                  </a:cubicBezTo>
                  <a:cubicBezTo>
                    <a:pt x="15687" y="18930"/>
                    <a:pt x="16695" y="19640"/>
                    <a:pt x="17928" y="20237"/>
                  </a:cubicBezTo>
                  <a:cubicBezTo>
                    <a:pt x="19160" y="20835"/>
                    <a:pt x="20542" y="21357"/>
                    <a:pt x="22111" y="21805"/>
                  </a:cubicBezTo>
                  <a:cubicBezTo>
                    <a:pt x="23679" y="22290"/>
                    <a:pt x="25286" y="22813"/>
                    <a:pt x="26929" y="23373"/>
                  </a:cubicBezTo>
                  <a:cubicBezTo>
                    <a:pt x="28572" y="23934"/>
                    <a:pt x="30179" y="24568"/>
                    <a:pt x="31747" y="25278"/>
                  </a:cubicBezTo>
                  <a:cubicBezTo>
                    <a:pt x="33316" y="25987"/>
                    <a:pt x="34735" y="26883"/>
                    <a:pt x="35967" y="28003"/>
                  </a:cubicBezTo>
                  <a:cubicBezTo>
                    <a:pt x="37200" y="29086"/>
                    <a:pt x="38171" y="30393"/>
                    <a:pt x="38918" y="31924"/>
                  </a:cubicBezTo>
                  <a:cubicBezTo>
                    <a:pt x="39702" y="33492"/>
                    <a:pt x="40076" y="35322"/>
                    <a:pt x="40076" y="37487"/>
                  </a:cubicBezTo>
                  <a:cubicBezTo>
                    <a:pt x="40076" y="40063"/>
                    <a:pt x="39590" y="42453"/>
                    <a:pt x="38656" y="44619"/>
                  </a:cubicBezTo>
                  <a:cubicBezTo>
                    <a:pt x="37723" y="46784"/>
                    <a:pt x="36341" y="48688"/>
                    <a:pt x="34511" y="50257"/>
                  </a:cubicBezTo>
                  <a:cubicBezTo>
                    <a:pt x="32718" y="51862"/>
                    <a:pt x="30477" y="53094"/>
                    <a:pt x="27788" y="53991"/>
                  </a:cubicBezTo>
                  <a:cubicBezTo>
                    <a:pt x="25136" y="54849"/>
                    <a:pt x="22074" y="55297"/>
                    <a:pt x="18637" y="55297"/>
                  </a:cubicBezTo>
                  <a:cubicBezTo>
                    <a:pt x="16770" y="55297"/>
                    <a:pt x="14977" y="55148"/>
                    <a:pt x="13222" y="54812"/>
                  </a:cubicBezTo>
                  <a:cubicBezTo>
                    <a:pt x="11467" y="54476"/>
                    <a:pt x="9748" y="54027"/>
                    <a:pt x="8142" y="53430"/>
                  </a:cubicBezTo>
                  <a:cubicBezTo>
                    <a:pt x="6499" y="52833"/>
                    <a:pt x="5005" y="52124"/>
                    <a:pt x="3623" y="51339"/>
                  </a:cubicBezTo>
                  <a:cubicBezTo>
                    <a:pt x="2278" y="50518"/>
                    <a:pt x="1046" y="49659"/>
                    <a:pt x="0" y="48726"/>
                  </a:cubicBezTo>
                  <a:lnTo>
                    <a:pt x="2988" y="43797"/>
                  </a:lnTo>
                  <a:cubicBezTo>
                    <a:pt x="3362" y="43200"/>
                    <a:pt x="3810" y="42752"/>
                    <a:pt x="4333" y="42453"/>
                  </a:cubicBezTo>
                  <a:cubicBezTo>
                    <a:pt x="4856" y="42117"/>
                    <a:pt x="5528" y="41968"/>
                    <a:pt x="6350" y="41968"/>
                  </a:cubicBezTo>
                  <a:cubicBezTo>
                    <a:pt x="7134" y="41968"/>
                    <a:pt x="7881" y="42192"/>
                    <a:pt x="8591" y="42640"/>
                  </a:cubicBezTo>
                  <a:cubicBezTo>
                    <a:pt x="9337" y="43125"/>
                    <a:pt x="10159" y="43611"/>
                    <a:pt x="11093" y="44133"/>
                  </a:cubicBezTo>
                  <a:cubicBezTo>
                    <a:pt x="12026" y="44656"/>
                    <a:pt x="13147" y="45141"/>
                    <a:pt x="14417" y="45590"/>
                  </a:cubicBezTo>
                  <a:cubicBezTo>
                    <a:pt x="15687" y="46038"/>
                    <a:pt x="17293" y="46261"/>
                    <a:pt x="19235" y="46261"/>
                  </a:cubicBezTo>
                  <a:cubicBezTo>
                    <a:pt x="20766" y="46261"/>
                    <a:pt x="22111" y="46075"/>
                    <a:pt x="23194" y="45701"/>
                  </a:cubicBezTo>
                  <a:cubicBezTo>
                    <a:pt x="24277" y="45328"/>
                    <a:pt x="25211" y="44880"/>
                    <a:pt x="25921" y="44282"/>
                  </a:cubicBezTo>
                  <a:cubicBezTo>
                    <a:pt x="26630" y="43685"/>
                    <a:pt x="27153" y="42976"/>
                    <a:pt x="27489" y="42192"/>
                  </a:cubicBezTo>
                  <a:cubicBezTo>
                    <a:pt x="27826" y="41407"/>
                    <a:pt x="27975" y="40623"/>
                    <a:pt x="27975" y="39765"/>
                  </a:cubicBezTo>
                  <a:cubicBezTo>
                    <a:pt x="27975" y="38533"/>
                    <a:pt x="27601" y="37487"/>
                    <a:pt x="26854" y="36703"/>
                  </a:cubicBezTo>
                  <a:cubicBezTo>
                    <a:pt x="26107" y="35881"/>
                    <a:pt x="25099" y="35210"/>
                    <a:pt x="23866" y="34612"/>
                  </a:cubicBezTo>
                  <a:cubicBezTo>
                    <a:pt x="22634" y="34015"/>
                    <a:pt x="21215" y="33492"/>
                    <a:pt x="19646" y="33006"/>
                  </a:cubicBezTo>
                  <a:cubicBezTo>
                    <a:pt x="18040" y="32558"/>
                    <a:pt x="16434" y="32036"/>
                    <a:pt x="14791" y="31476"/>
                  </a:cubicBezTo>
                  <a:cubicBezTo>
                    <a:pt x="13110" y="30916"/>
                    <a:pt x="11504" y="30243"/>
                    <a:pt x="9898" y="29497"/>
                  </a:cubicBezTo>
                  <a:cubicBezTo>
                    <a:pt x="8329" y="28750"/>
                    <a:pt x="6910" y="27817"/>
                    <a:pt x="5677" y="26659"/>
                  </a:cubicBezTo>
                  <a:cubicBezTo>
                    <a:pt x="4445" y="25502"/>
                    <a:pt x="3436" y="24083"/>
                    <a:pt x="2689" y="22440"/>
                  </a:cubicBezTo>
                  <a:cubicBezTo>
                    <a:pt x="1942" y="20760"/>
                    <a:pt x="1569" y="18744"/>
                    <a:pt x="1569" y="16354"/>
                  </a:cubicBezTo>
                  <a:cubicBezTo>
                    <a:pt x="1569" y="14151"/>
                    <a:pt x="2017" y="12060"/>
                    <a:pt x="2876" y="10081"/>
                  </a:cubicBezTo>
                  <a:cubicBezTo>
                    <a:pt x="3735" y="8102"/>
                    <a:pt x="5042" y="6385"/>
                    <a:pt x="6723" y="4891"/>
                  </a:cubicBezTo>
                  <a:cubicBezTo>
                    <a:pt x="8404" y="3398"/>
                    <a:pt x="10533" y="2203"/>
                    <a:pt x="13035" y="1344"/>
                  </a:cubicBezTo>
                  <a:cubicBezTo>
                    <a:pt x="15575" y="448"/>
                    <a:pt x="18488" y="0"/>
                    <a:pt x="21812" y="0"/>
                  </a:cubicBezTo>
                  <a:cubicBezTo>
                    <a:pt x="25510" y="0"/>
                    <a:pt x="28871" y="598"/>
                    <a:pt x="31896" y="1830"/>
                  </a:cubicBezTo>
                  <a:cubicBezTo>
                    <a:pt x="34922" y="3062"/>
                    <a:pt x="37462" y="4667"/>
                    <a:pt x="39479" y="6646"/>
                  </a:cubicBezTo>
                  <a:lnTo>
                    <a:pt x="36565" y="112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56" name="Google Shape;2556;p90"/>
            <p:cNvSpPr/>
            <p:nvPr/>
          </p:nvSpPr>
          <p:spPr>
            <a:xfrm>
              <a:off x="9536412" y="5338013"/>
              <a:ext cx="36527" cy="70866"/>
            </a:xfrm>
            <a:custGeom>
              <a:avLst/>
              <a:gdLst/>
              <a:ahLst/>
              <a:cxnLst/>
              <a:rect l="l" t="t" r="r" b="b"/>
              <a:pathLst>
                <a:path w="36527" h="70866" extrusionOk="0">
                  <a:moveTo>
                    <a:pt x="22484" y="70867"/>
                  </a:moveTo>
                  <a:cubicBezTo>
                    <a:pt x="17815" y="70867"/>
                    <a:pt x="14267" y="69560"/>
                    <a:pt x="11765" y="66946"/>
                  </a:cubicBezTo>
                  <a:cubicBezTo>
                    <a:pt x="9225" y="64295"/>
                    <a:pt x="7992" y="60674"/>
                    <a:pt x="7992" y="56043"/>
                  </a:cubicBezTo>
                  <a:lnTo>
                    <a:pt x="7992" y="26062"/>
                  </a:lnTo>
                  <a:lnTo>
                    <a:pt x="2540" y="26062"/>
                  </a:lnTo>
                  <a:cubicBezTo>
                    <a:pt x="1830" y="26062"/>
                    <a:pt x="1232" y="25837"/>
                    <a:pt x="747" y="25389"/>
                  </a:cubicBezTo>
                  <a:cubicBezTo>
                    <a:pt x="224" y="24941"/>
                    <a:pt x="0" y="24269"/>
                    <a:pt x="0" y="23373"/>
                  </a:cubicBezTo>
                  <a:lnTo>
                    <a:pt x="0" y="18221"/>
                  </a:lnTo>
                  <a:lnTo>
                    <a:pt x="8627" y="16839"/>
                  </a:lnTo>
                  <a:lnTo>
                    <a:pt x="11317" y="2203"/>
                  </a:lnTo>
                  <a:cubicBezTo>
                    <a:pt x="11466" y="1493"/>
                    <a:pt x="11802" y="933"/>
                    <a:pt x="12288" y="560"/>
                  </a:cubicBezTo>
                  <a:cubicBezTo>
                    <a:pt x="12811" y="186"/>
                    <a:pt x="13446" y="0"/>
                    <a:pt x="14192" y="0"/>
                  </a:cubicBezTo>
                  <a:lnTo>
                    <a:pt x="20916" y="0"/>
                  </a:lnTo>
                  <a:lnTo>
                    <a:pt x="20916" y="16876"/>
                  </a:lnTo>
                  <a:lnTo>
                    <a:pt x="35034" y="16876"/>
                  </a:lnTo>
                  <a:lnTo>
                    <a:pt x="35034" y="26062"/>
                  </a:lnTo>
                  <a:lnTo>
                    <a:pt x="20916" y="26062"/>
                  </a:lnTo>
                  <a:lnTo>
                    <a:pt x="20916" y="55147"/>
                  </a:lnTo>
                  <a:cubicBezTo>
                    <a:pt x="20916" y="56828"/>
                    <a:pt x="21326" y="58135"/>
                    <a:pt x="22148" y="59068"/>
                  </a:cubicBezTo>
                  <a:cubicBezTo>
                    <a:pt x="23007" y="60001"/>
                    <a:pt x="24090" y="60487"/>
                    <a:pt x="25509" y="60487"/>
                  </a:cubicBezTo>
                  <a:cubicBezTo>
                    <a:pt x="26294" y="60487"/>
                    <a:pt x="26966" y="60375"/>
                    <a:pt x="27526" y="60188"/>
                  </a:cubicBezTo>
                  <a:cubicBezTo>
                    <a:pt x="28049" y="60001"/>
                    <a:pt x="28535" y="59777"/>
                    <a:pt x="28908" y="59591"/>
                  </a:cubicBezTo>
                  <a:cubicBezTo>
                    <a:pt x="29319" y="59367"/>
                    <a:pt x="29693" y="59180"/>
                    <a:pt x="29991" y="58993"/>
                  </a:cubicBezTo>
                  <a:cubicBezTo>
                    <a:pt x="30328" y="58807"/>
                    <a:pt x="30626" y="58695"/>
                    <a:pt x="30925" y="58695"/>
                  </a:cubicBezTo>
                  <a:cubicBezTo>
                    <a:pt x="31336" y="58695"/>
                    <a:pt x="31635" y="58807"/>
                    <a:pt x="31896" y="58993"/>
                  </a:cubicBezTo>
                  <a:cubicBezTo>
                    <a:pt x="32120" y="59180"/>
                    <a:pt x="32382" y="59479"/>
                    <a:pt x="32681" y="59852"/>
                  </a:cubicBezTo>
                  <a:lnTo>
                    <a:pt x="36527" y="66125"/>
                  </a:lnTo>
                  <a:cubicBezTo>
                    <a:pt x="34660" y="67693"/>
                    <a:pt x="32494" y="68888"/>
                    <a:pt x="30066" y="69672"/>
                  </a:cubicBezTo>
                  <a:cubicBezTo>
                    <a:pt x="27601" y="70494"/>
                    <a:pt x="25099" y="70867"/>
                    <a:pt x="22484" y="7086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57" name="Google Shape;2557;p90"/>
            <p:cNvSpPr/>
            <p:nvPr/>
          </p:nvSpPr>
          <p:spPr>
            <a:xfrm>
              <a:off x="9576488" y="5353470"/>
              <a:ext cx="51243" cy="73443"/>
            </a:xfrm>
            <a:custGeom>
              <a:avLst/>
              <a:gdLst/>
              <a:ahLst/>
              <a:cxnLst/>
              <a:rect l="l" t="t" r="r" b="b"/>
              <a:pathLst>
                <a:path w="51243" h="73443" extrusionOk="0">
                  <a:moveTo>
                    <a:pt x="23792" y="0"/>
                  </a:moveTo>
                  <a:cubicBezTo>
                    <a:pt x="26107" y="0"/>
                    <a:pt x="28273" y="262"/>
                    <a:pt x="30290" y="710"/>
                  </a:cubicBezTo>
                  <a:cubicBezTo>
                    <a:pt x="32307" y="1195"/>
                    <a:pt x="34175" y="1867"/>
                    <a:pt x="35818" y="2763"/>
                  </a:cubicBezTo>
                  <a:lnTo>
                    <a:pt x="51243" y="2763"/>
                  </a:lnTo>
                  <a:lnTo>
                    <a:pt x="51243" y="7580"/>
                  </a:lnTo>
                  <a:cubicBezTo>
                    <a:pt x="51243" y="8401"/>
                    <a:pt x="51056" y="8999"/>
                    <a:pt x="50645" y="9484"/>
                  </a:cubicBezTo>
                  <a:cubicBezTo>
                    <a:pt x="50197" y="9932"/>
                    <a:pt x="49488" y="10231"/>
                    <a:pt x="48479" y="10417"/>
                  </a:cubicBezTo>
                  <a:lnTo>
                    <a:pt x="43661" y="11313"/>
                  </a:lnTo>
                  <a:cubicBezTo>
                    <a:pt x="44035" y="12209"/>
                    <a:pt x="44296" y="13180"/>
                    <a:pt x="44483" y="14188"/>
                  </a:cubicBezTo>
                  <a:cubicBezTo>
                    <a:pt x="44670" y="15197"/>
                    <a:pt x="44782" y="16242"/>
                    <a:pt x="44782" y="17362"/>
                  </a:cubicBezTo>
                  <a:cubicBezTo>
                    <a:pt x="44782" y="20013"/>
                    <a:pt x="44259" y="22403"/>
                    <a:pt x="43176" y="24568"/>
                  </a:cubicBezTo>
                  <a:cubicBezTo>
                    <a:pt x="42130" y="26697"/>
                    <a:pt x="40636" y="28526"/>
                    <a:pt x="38806" y="30020"/>
                  </a:cubicBezTo>
                  <a:cubicBezTo>
                    <a:pt x="36939" y="31513"/>
                    <a:pt x="34697" y="32670"/>
                    <a:pt x="32158" y="33492"/>
                  </a:cubicBezTo>
                  <a:cubicBezTo>
                    <a:pt x="29580" y="34314"/>
                    <a:pt x="26817" y="34724"/>
                    <a:pt x="23792" y="34724"/>
                  </a:cubicBezTo>
                  <a:cubicBezTo>
                    <a:pt x="21775" y="34724"/>
                    <a:pt x="19795" y="34537"/>
                    <a:pt x="17890" y="34127"/>
                  </a:cubicBezTo>
                  <a:cubicBezTo>
                    <a:pt x="16209" y="35172"/>
                    <a:pt x="15388" y="36293"/>
                    <a:pt x="15388" y="37562"/>
                  </a:cubicBezTo>
                  <a:cubicBezTo>
                    <a:pt x="15388" y="38645"/>
                    <a:pt x="15873" y="39466"/>
                    <a:pt x="16882" y="39952"/>
                  </a:cubicBezTo>
                  <a:cubicBezTo>
                    <a:pt x="17853" y="40474"/>
                    <a:pt x="19198" y="40810"/>
                    <a:pt x="20803" y="41035"/>
                  </a:cubicBezTo>
                  <a:cubicBezTo>
                    <a:pt x="22410" y="41258"/>
                    <a:pt x="24277" y="41370"/>
                    <a:pt x="26331" y="41370"/>
                  </a:cubicBezTo>
                  <a:cubicBezTo>
                    <a:pt x="28385" y="41370"/>
                    <a:pt x="30477" y="41445"/>
                    <a:pt x="32643" y="41632"/>
                  </a:cubicBezTo>
                  <a:cubicBezTo>
                    <a:pt x="34809" y="41781"/>
                    <a:pt x="36901" y="42117"/>
                    <a:pt x="38955" y="42528"/>
                  </a:cubicBezTo>
                  <a:cubicBezTo>
                    <a:pt x="41010" y="42976"/>
                    <a:pt x="42877" y="43648"/>
                    <a:pt x="44483" y="44619"/>
                  </a:cubicBezTo>
                  <a:cubicBezTo>
                    <a:pt x="46089" y="45552"/>
                    <a:pt x="47396" y="46822"/>
                    <a:pt x="48405" y="48465"/>
                  </a:cubicBezTo>
                  <a:cubicBezTo>
                    <a:pt x="49413" y="50070"/>
                    <a:pt x="49899" y="52161"/>
                    <a:pt x="49899" y="54737"/>
                  </a:cubicBezTo>
                  <a:cubicBezTo>
                    <a:pt x="49899" y="57089"/>
                    <a:pt x="49301" y="59404"/>
                    <a:pt x="48143" y="61645"/>
                  </a:cubicBezTo>
                  <a:cubicBezTo>
                    <a:pt x="46985" y="63885"/>
                    <a:pt x="45305" y="65901"/>
                    <a:pt x="43064" y="67619"/>
                  </a:cubicBezTo>
                  <a:cubicBezTo>
                    <a:pt x="40860" y="69374"/>
                    <a:pt x="38134" y="70793"/>
                    <a:pt x="34959" y="71838"/>
                  </a:cubicBezTo>
                  <a:cubicBezTo>
                    <a:pt x="31747" y="72921"/>
                    <a:pt x="28087" y="73443"/>
                    <a:pt x="23978" y="73443"/>
                  </a:cubicBezTo>
                  <a:cubicBezTo>
                    <a:pt x="19870" y="73443"/>
                    <a:pt x="16359" y="73070"/>
                    <a:pt x="13334" y="72286"/>
                  </a:cubicBezTo>
                  <a:cubicBezTo>
                    <a:pt x="10346" y="71502"/>
                    <a:pt x="7881" y="70456"/>
                    <a:pt x="5901" y="69149"/>
                  </a:cubicBezTo>
                  <a:cubicBezTo>
                    <a:pt x="3921" y="67843"/>
                    <a:pt x="2465" y="66312"/>
                    <a:pt x="1494" y="64632"/>
                  </a:cubicBezTo>
                  <a:cubicBezTo>
                    <a:pt x="486" y="62914"/>
                    <a:pt x="0" y="61122"/>
                    <a:pt x="0" y="59292"/>
                  </a:cubicBezTo>
                  <a:cubicBezTo>
                    <a:pt x="0" y="56791"/>
                    <a:pt x="784" y="54662"/>
                    <a:pt x="2316" y="52945"/>
                  </a:cubicBezTo>
                  <a:cubicBezTo>
                    <a:pt x="3847" y="51265"/>
                    <a:pt x="5976" y="49884"/>
                    <a:pt x="8702" y="48875"/>
                  </a:cubicBezTo>
                  <a:cubicBezTo>
                    <a:pt x="7358" y="48166"/>
                    <a:pt x="6312" y="47157"/>
                    <a:pt x="5490" y="45963"/>
                  </a:cubicBezTo>
                  <a:cubicBezTo>
                    <a:pt x="4706" y="44731"/>
                    <a:pt x="4295" y="43163"/>
                    <a:pt x="4295" y="41184"/>
                  </a:cubicBezTo>
                  <a:cubicBezTo>
                    <a:pt x="4295" y="40400"/>
                    <a:pt x="4444" y="39578"/>
                    <a:pt x="4706" y="38719"/>
                  </a:cubicBezTo>
                  <a:cubicBezTo>
                    <a:pt x="5005" y="37860"/>
                    <a:pt x="5415" y="37002"/>
                    <a:pt x="6013" y="36180"/>
                  </a:cubicBezTo>
                  <a:cubicBezTo>
                    <a:pt x="6574" y="35359"/>
                    <a:pt x="7283" y="34537"/>
                    <a:pt x="8179" y="33791"/>
                  </a:cubicBezTo>
                  <a:cubicBezTo>
                    <a:pt x="9038" y="33044"/>
                    <a:pt x="10084" y="32372"/>
                    <a:pt x="11242" y="31774"/>
                  </a:cubicBezTo>
                  <a:cubicBezTo>
                    <a:pt x="8553" y="30318"/>
                    <a:pt x="6387" y="28377"/>
                    <a:pt x="4855" y="25950"/>
                  </a:cubicBezTo>
                  <a:cubicBezTo>
                    <a:pt x="3287" y="23486"/>
                    <a:pt x="2540" y="20648"/>
                    <a:pt x="2540" y="17362"/>
                  </a:cubicBezTo>
                  <a:cubicBezTo>
                    <a:pt x="2540" y="14711"/>
                    <a:pt x="3062" y="12322"/>
                    <a:pt x="4108" y="10194"/>
                  </a:cubicBezTo>
                  <a:cubicBezTo>
                    <a:pt x="5192" y="8028"/>
                    <a:pt x="6648" y="6198"/>
                    <a:pt x="8553" y="4667"/>
                  </a:cubicBezTo>
                  <a:cubicBezTo>
                    <a:pt x="10458" y="3174"/>
                    <a:pt x="12699" y="2016"/>
                    <a:pt x="15313" y="1195"/>
                  </a:cubicBezTo>
                  <a:cubicBezTo>
                    <a:pt x="17890" y="411"/>
                    <a:pt x="20729" y="0"/>
                    <a:pt x="23792" y="0"/>
                  </a:cubicBezTo>
                  <a:close/>
                  <a:moveTo>
                    <a:pt x="37984" y="56828"/>
                  </a:moveTo>
                  <a:cubicBezTo>
                    <a:pt x="37984" y="55783"/>
                    <a:pt x="37648" y="54887"/>
                    <a:pt x="37050" y="54214"/>
                  </a:cubicBezTo>
                  <a:cubicBezTo>
                    <a:pt x="36416" y="53543"/>
                    <a:pt x="35557" y="53020"/>
                    <a:pt x="34473" y="52646"/>
                  </a:cubicBezTo>
                  <a:cubicBezTo>
                    <a:pt x="33390" y="52273"/>
                    <a:pt x="32120" y="51974"/>
                    <a:pt x="30701" y="51825"/>
                  </a:cubicBezTo>
                  <a:cubicBezTo>
                    <a:pt x="29244" y="51638"/>
                    <a:pt x="27713" y="51564"/>
                    <a:pt x="26070" y="51564"/>
                  </a:cubicBezTo>
                  <a:lnTo>
                    <a:pt x="21065" y="51564"/>
                  </a:lnTo>
                  <a:cubicBezTo>
                    <a:pt x="19347" y="51564"/>
                    <a:pt x="17666" y="51339"/>
                    <a:pt x="16060" y="50966"/>
                  </a:cubicBezTo>
                  <a:cubicBezTo>
                    <a:pt x="14603" y="51787"/>
                    <a:pt x="13446" y="52721"/>
                    <a:pt x="12549" y="53804"/>
                  </a:cubicBezTo>
                  <a:cubicBezTo>
                    <a:pt x="11653" y="54924"/>
                    <a:pt x="11205" y="56193"/>
                    <a:pt x="11205" y="57612"/>
                  </a:cubicBezTo>
                  <a:cubicBezTo>
                    <a:pt x="11205" y="58546"/>
                    <a:pt x="11429" y="59442"/>
                    <a:pt x="11914" y="60263"/>
                  </a:cubicBezTo>
                  <a:cubicBezTo>
                    <a:pt x="12362" y="61085"/>
                    <a:pt x="13147" y="61794"/>
                    <a:pt x="14155" y="62354"/>
                  </a:cubicBezTo>
                  <a:cubicBezTo>
                    <a:pt x="15201" y="62952"/>
                    <a:pt x="16508" y="63437"/>
                    <a:pt x="18152" y="63773"/>
                  </a:cubicBezTo>
                  <a:cubicBezTo>
                    <a:pt x="19795" y="64072"/>
                    <a:pt x="21812" y="64258"/>
                    <a:pt x="24165" y="64258"/>
                  </a:cubicBezTo>
                  <a:cubicBezTo>
                    <a:pt x="26593" y="64258"/>
                    <a:pt x="28647" y="64072"/>
                    <a:pt x="30402" y="63698"/>
                  </a:cubicBezTo>
                  <a:cubicBezTo>
                    <a:pt x="32120" y="63325"/>
                    <a:pt x="33577" y="62802"/>
                    <a:pt x="34697" y="62130"/>
                  </a:cubicBezTo>
                  <a:cubicBezTo>
                    <a:pt x="35855" y="61495"/>
                    <a:pt x="36677" y="60711"/>
                    <a:pt x="37200" y="59778"/>
                  </a:cubicBezTo>
                  <a:cubicBezTo>
                    <a:pt x="37723" y="58882"/>
                    <a:pt x="37984" y="57911"/>
                    <a:pt x="37984" y="56828"/>
                  </a:cubicBezTo>
                  <a:close/>
                  <a:moveTo>
                    <a:pt x="23792" y="26473"/>
                  </a:moveTo>
                  <a:cubicBezTo>
                    <a:pt x="25397" y="26473"/>
                    <a:pt x="26817" y="26248"/>
                    <a:pt x="27975" y="25800"/>
                  </a:cubicBezTo>
                  <a:cubicBezTo>
                    <a:pt x="29170" y="25352"/>
                    <a:pt x="30141" y="24755"/>
                    <a:pt x="30925" y="24008"/>
                  </a:cubicBezTo>
                  <a:cubicBezTo>
                    <a:pt x="31747" y="23224"/>
                    <a:pt x="32307" y="22328"/>
                    <a:pt x="32718" y="21245"/>
                  </a:cubicBezTo>
                  <a:cubicBezTo>
                    <a:pt x="33129" y="20162"/>
                    <a:pt x="33315" y="18968"/>
                    <a:pt x="33315" y="17661"/>
                  </a:cubicBezTo>
                  <a:cubicBezTo>
                    <a:pt x="33315" y="15010"/>
                    <a:pt x="32531" y="12919"/>
                    <a:pt x="30925" y="11388"/>
                  </a:cubicBezTo>
                  <a:cubicBezTo>
                    <a:pt x="29357" y="9820"/>
                    <a:pt x="26966" y="9036"/>
                    <a:pt x="23792" y="9036"/>
                  </a:cubicBezTo>
                  <a:cubicBezTo>
                    <a:pt x="20617" y="9036"/>
                    <a:pt x="18264" y="9820"/>
                    <a:pt x="16658" y="11388"/>
                  </a:cubicBezTo>
                  <a:cubicBezTo>
                    <a:pt x="15089" y="12919"/>
                    <a:pt x="14305" y="15010"/>
                    <a:pt x="14305" y="17661"/>
                  </a:cubicBezTo>
                  <a:cubicBezTo>
                    <a:pt x="14305" y="18930"/>
                    <a:pt x="14492" y="20088"/>
                    <a:pt x="14902" y="21171"/>
                  </a:cubicBezTo>
                  <a:cubicBezTo>
                    <a:pt x="15276" y="22254"/>
                    <a:pt x="15873" y="23187"/>
                    <a:pt x="16658" y="23971"/>
                  </a:cubicBezTo>
                  <a:cubicBezTo>
                    <a:pt x="17442" y="24755"/>
                    <a:pt x="18450" y="25352"/>
                    <a:pt x="19646" y="25800"/>
                  </a:cubicBezTo>
                  <a:cubicBezTo>
                    <a:pt x="20841" y="26248"/>
                    <a:pt x="22223" y="26473"/>
                    <a:pt x="23792" y="26473"/>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58" name="Google Shape;2558;p90"/>
            <p:cNvSpPr/>
            <p:nvPr/>
          </p:nvSpPr>
          <p:spPr>
            <a:xfrm>
              <a:off x="9635836" y="5353433"/>
              <a:ext cx="34211" cy="54624"/>
            </a:xfrm>
            <a:custGeom>
              <a:avLst/>
              <a:gdLst/>
              <a:ahLst/>
              <a:cxnLst/>
              <a:rect l="l" t="t" r="r" b="b"/>
              <a:pathLst>
                <a:path w="34211" h="54624" extrusionOk="0">
                  <a:moveTo>
                    <a:pt x="0" y="54625"/>
                  </a:moveTo>
                  <a:lnTo>
                    <a:pt x="0" y="970"/>
                  </a:lnTo>
                  <a:lnTo>
                    <a:pt x="7582" y="970"/>
                  </a:lnTo>
                  <a:cubicBezTo>
                    <a:pt x="8927" y="970"/>
                    <a:pt x="9860" y="1232"/>
                    <a:pt x="10383" y="1717"/>
                  </a:cubicBezTo>
                  <a:cubicBezTo>
                    <a:pt x="10868" y="2203"/>
                    <a:pt x="11242" y="3061"/>
                    <a:pt x="11429" y="4219"/>
                  </a:cubicBezTo>
                  <a:lnTo>
                    <a:pt x="12213" y="10716"/>
                  </a:lnTo>
                  <a:cubicBezTo>
                    <a:pt x="14118" y="7393"/>
                    <a:pt x="16359" y="4779"/>
                    <a:pt x="18936" y="2875"/>
                  </a:cubicBezTo>
                  <a:cubicBezTo>
                    <a:pt x="21513" y="970"/>
                    <a:pt x="24426" y="0"/>
                    <a:pt x="27638" y="0"/>
                  </a:cubicBezTo>
                  <a:cubicBezTo>
                    <a:pt x="30253" y="0"/>
                    <a:pt x="32456" y="597"/>
                    <a:pt x="34212" y="1830"/>
                  </a:cubicBezTo>
                  <a:lnTo>
                    <a:pt x="32531" y="11500"/>
                  </a:lnTo>
                  <a:cubicBezTo>
                    <a:pt x="32419" y="12135"/>
                    <a:pt x="32195" y="12545"/>
                    <a:pt x="31859" y="12807"/>
                  </a:cubicBezTo>
                  <a:cubicBezTo>
                    <a:pt x="31523" y="13105"/>
                    <a:pt x="31037" y="13217"/>
                    <a:pt x="30439" y="13217"/>
                  </a:cubicBezTo>
                  <a:cubicBezTo>
                    <a:pt x="29917" y="13217"/>
                    <a:pt x="29207" y="13105"/>
                    <a:pt x="28311" y="12844"/>
                  </a:cubicBezTo>
                  <a:cubicBezTo>
                    <a:pt x="27377" y="12620"/>
                    <a:pt x="26182" y="12471"/>
                    <a:pt x="24688" y="12471"/>
                  </a:cubicBezTo>
                  <a:cubicBezTo>
                    <a:pt x="21999" y="12471"/>
                    <a:pt x="19720" y="13217"/>
                    <a:pt x="17778" y="14711"/>
                  </a:cubicBezTo>
                  <a:cubicBezTo>
                    <a:pt x="15873" y="16204"/>
                    <a:pt x="14267" y="18370"/>
                    <a:pt x="12923" y="21208"/>
                  </a:cubicBezTo>
                  <a:lnTo>
                    <a:pt x="12923" y="54625"/>
                  </a:lnTo>
                  <a:lnTo>
                    <a:pt x="0" y="54625"/>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59" name="Google Shape;2559;p90"/>
            <p:cNvSpPr/>
            <p:nvPr/>
          </p:nvSpPr>
          <p:spPr>
            <a:xfrm>
              <a:off x="9674941" y="5353582"/>
              <a:ext cx="49002" cy="55259"/>
            </a:xfrm>
            <a:custGeom>
              <a:avLst/>
              <a:gdLst/>
              <a:ahLst/>
              <a:cxnLst/>
              <a:rect l="l" t="t" r="r" b="b"/>
              <a:pathLst>
                <a:path w="49002" h="55259" extrusionOk="0">
                  <a:moveTo>
                    <a:pt x="25809" y="0"/>
                  </a:moveTo>
                  <a:cubicBezTo>
                    <a:pt x="29170" y="0"/>
                    <a:pt x="32307" y="523"/>
                    <a:pt x="35146" y="1606"/>
                  </a:cubicBezTo>
                  <a:cubicBezTo>
                    <a:pt x="37984" y="2688"/>
                    <a:pt x="40412" y="4294"/>
                    <a:pt x="42466" y="6348"/>
                  </a:cubicBezTo>
                  <a:cubicBezTo>
                    <a:pt x="44521" y="8438"/>
                    <a:pt x="46126" y="10978"/>
                    <a:pt x="47284" y="14002"/>
                  </a:cubicBezTo>
                  <a:cubicBezTo>
                    <a:pt x="48442" y="16989"/>
                    <a:pt x="49002" y="20424"/>
                    <a:pt x="49002" y="24307"/>
                  </a:cubicBezTo>
                  <a:cubicBezTo>
                    <a:pt x="49002" y="25278"/>
                    <a:pt x="48965" y="26099"/>
                    <a:pt x="48890" y="26734"/>
                  </a:cubicBezTo>
                  <a:cubicBezTo>
                    <a:pt x="48778" y="27369"/>
                    <a:pt x="48629" y="27891"/>
                    <a:pt x="48405" y="28265"/>
                  </a:cubicBezTo>
                  <a:cubicBezTo>
                    <a:pt x="48181" y="28638"/>
                    <a:pt x="47882" y="28862"/>
                    <a:pt x="47508" y="29049"/>
                  </a:cubicBezTo>
                  <a:cubicBezTo>
                    <a:pt x="47097" y="29198"/>
                    <a:pt x="46612" y="29273"/>
                    <a:pt x="46014" y="29273"/>
                  </a:cubicBezTo>
                  <a:lnTo>
                    <a:pt x="12885" y="29273"/>
                  </a:lnTo>
                  <a:cubicBezTo>
                    <a:pt x="13259" y="34762"/>
                    <a:pt x="14753" y="38831"/>
                    <a:pt x="17330" y="41407"/>
                  </a:cubicBezTo>
                  <a:cubicBezTo>
                    <a:pt x="19907" y="43984"/>
                    <a:pt x="23306" y="45253"/>
                    <a:pt x="27564" y="45253"/>
                  </a:cubicBezTo>
                  <a:cubicBezTo>
                    <a:pt x="29655" y="45253"/>
                    <a:pt x="31485" y="45029"/>
                    <a:pt x="32979" y="44544"/>
                  </a:cubicBezTo>
                  <a:cubicBezTo>
                    <a:pt x="34511" y="44059"/>
                    <a:pt x="35818" y="43498"/>
                    <a:pt x="36976" y="42901"/>
                  </a:cubicBezTo>
                  <a:cubicBezTo>
                    <a:pt x="38096" y="42341"/>
                    <a:pt x="39067" y="41781"/>
                    <a:pt x="39926" y="41296"/>
                  </a:cubicBezTo>
                  <a:cubicBezTo>
                    <a:pt x="40786" y="40810"/>
                    <a:pt x="41607" y="40549"/>
                    <a:pt x="42429" y="40549"/>
                  </a:cubicBezTo>
                  <a:cubicBezTo>
                    <a:pt x="42952" y="40549"/>
                    <a:pt x="43400" y="40661"/>
                    <a:pt x="43773" y="40885"/>
                  </a:cubicBezTo>
                  <a:cubicBezTo>
                    <a:pt x="44147" y="41071"/>
                    <a:pt x="44483" y="41370"/>
                    <a:pt x="44782" y="41781"/>
                  </a:cubicBezTo>
                  <a:lnTo>
                    <a:pt x="48554" y="46486"/>
                  </a:lnTo>
                  <a:cubicBezTo>
                    <a:pt x="47097" y="48128"/>
                    <a:pt x="45491" y="49547"/>
                    <a:pt x="43736" y="50667"/>
                  </a:cubicBezTo>
                  <a:cubicBezTo>
                    <a:pt x="41943" y="51825"/>
                    <a:pt x="40113" y="52721"/>
                    <a:pt x="38171" y="53393"/>
                  </a:cubicBezTo>
                  <a:cubicBezTo>
                    <a:pt x="36229" y="54065"/>
                    <a:pt x="34250" y="54550"/>
                    <a:pt x="32270" y="54849"/>
                  </a:cubicBezTo>
                  <a:cubicBezTo>
                    <a:pt x="30253" y="55110"/>
                    <a:pt x="28311" y="55260"/>
                    <a:pt x="26406" y="55260"/>
                  </a:cubicBezTo>
                  <a:cubicBezTo>
                    <a:pt x="22708" y="55260"/>
                    <a:pt x="19235" y="54625"/>
                    <a:pt x="16023" y="53393"/>
                  </a:cubicBezTo>
                  <a:cubicBezTo>
                    <a:pt x="12811" y="52161"/>
                    <a:pt x="10009" y="50331"/>
                    <a:pt x="7656" y="47905"/>
                  </a:cubicBezTo>
                  <a:cubicBezTo>
                    <a:pt x="5266" y="45477"/>
                    <a:pt x="3399" y="42490"/>
                    <a:pt x="2054" y="38906"/>
                  </a:cubicBezTo>
                  <a:cubicBezTo>
                    <a:pt x="709" y="35359"/>
                    <a:pt x="0" y="31214"/>
                    <a:pt x="0" y="26510"/>
                  </a:cubicBezTo>
                  <a:cubicBezTo>
                    <a:pt x="0" y="22851"/>
                    <a:pt x="598" y="19416"/>
                    <a:pt x="1793" y="16168"/>
                  </a:cubicBezTo>
                  <a:cubicBezTo>
                    <a:pt x="2988" y="12956"/>
                    <a:pt x="4669" y="10156"/>
                    <a:pt x="6910" y="7767"/>
                  </a:cubicBezTo>
                  <a:cubicBezTo>
                    <a:pt x="9113" y="5377"/>
                    <a:pt x="11803" y="3473"/>
                    <a:pt x="15015" y="2091"/>
                  </a:cubicBezTo>
                  <a:cubicBezTo>
                    <a:pt x="18189" y="710"/>
                    <a:pt x="21775" y="0"/>
                    <a:pt x="25809" y="0"/>
                  </a:cubicBezTo>
                  <a:close/>
                  <a:moveTo>
                    <a:pt x="26070" y="9260"/>
                  </a:moveTo>
                  <a:cubicBezTo>
                    <a:pt x="22297" y="9260"/>
                    <a:pt x="19347" y="10305"/>
                    <a:pt x="17218" y="12434"/>
                  </a:cubicBezTo>
                  <a:cubicBezTo>
                    <a:pt x="15089" y="14562"/>
                    <a:pt x="13744" y="17586"/>
                    <a:pt x="13147" y="21469"/>
                  </a:cubicBezTo>
                  <a:lnTo>
                    <a:pt x="37387" y="21469"/>
                  </a:lnTo>
                  <a:cubicBezTo>
                    <a:pt x="37387" y="19827"/>
                    <a:pt x="37162" y="18221"/>
                    <a:pt x="36714" y="16765"/>
                  </a:cubicBezTo>
                  <a:cubicBezTo>
                    <a:pt x="36266" y="15271"/>
                    <a:pt x="35594" y="13964"/>
                    <a:pt x="34623" y="12844"/>
                  </a:cubicBezTo>
                  <a:cubicBezTo>
                    <a:pt x="33689" y="11761"/>
                    <a:pt x="32494" y="10865"/>
                    <a:pt x="31074" y="10230"/>
                  </a:cubicBezTo>
                  <a:cubicBezTo>
                    <a:pt x="29655" y="9559"/>
                    <a:pt x="27975" y="9260"/>
                    <a:pt x="26070" y="926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60" name="Google Shape;2560;p90"/>
            <p:cNvSpPr/>
            <p:nvPr/>
          </p:nvSpPr>
          <p:spPr>
            <a:xfrm>
              <a:off x="9729770" y="5353582"/>
              <a:ext cx="40038" cy="55297"/>
            </a:xfrm>
            <a:custGeom>
              <a:avLst/>
              <a:gdLst/>
              <a:ahLst/>
              <a:cxnLst/>
              <a:rect l="l" t="t" r="r" b="b"/>
              <a:pathLst>
                <a:path w="40038" h="55297" extrusionOk="0">
                  <a:moveTo>
                    <a:pt x="36528" y="11276"/>
                  </a:moveTo>
                  <a:cubicBezTo>
                    <a:pt x="36192" y="11836"/>
                    <a:pt x="35818" y="12247"/>
                    <a:pt x="35445" y="12471"/>
                  </a:cubicBezTo>
                  <a:cubicBezTo>
                    <a:pt x="35071" y="12695"/>
                    <a:pt x="34586" y="12807"/>
                    <a:pt x="33988" y="12807"/>
                  </a:cubicBezTo>
                  <a:cubicBezTo>
                    <a:pt x="33353" y="12807"/>
                    <a:pt x="32681" y="12620"/>
                    <a:pt x="31971" y="12284"/>
                  </a:cubicBezTo>
                  <a:cubicBezTo>
                    <a:pt x="31261" y="11948"/>
                    <a:pt x="30402" y="11537"/>
                    <a:pt x="29469" y="11089"/>
                  </a:cubicBezTo>
                  <a:cubicBezTo>
                    <a:pt x="28535" y="10679"/>
                    <a:pt x="27452" y="10268"/>
                    <a:pt x="26257" y="9932"/>
                  </a:cubicBezTo>
                  <a:cubicBezTo>
                    <a:pt x="25062" y="9596"/>
                    <a:pt x="23642" y="9409"/>
                    <a:pt x="21999" y="9409"/>
                  </a:cubicBezTo>
                  <a:cubicBezTo>
                    <a:pt x="19459" y="9409"/>
                    <a:pt x="17442" y="9932"/>
                    <a:pt x="15986" y="11015"/>
                  </a:cubicBezTo>
                  <a:cubicBezTo>
                    <a:pt x="14529" y="12097"/>
                    <a:pt x="13782" y="13516"/>
                    <a:pt x="13782" y="15271"/>
                  </a:cubicBezTo>
                  <a:cubicBezTo>
                    <a:pt x="13782" y="16429"/>
                    <a:pt x="14156" y="17362"/>
                    <a:pt x="14903" y="18183"/>
                  </a:cubicBezTo>
                  <a:cubicBezTo>
                    <a:pt x="15650" y="18930"/>
                    <a:pt x="16658" y="19640"/>
                    <a:pt x="17890" y="20237"/>
                  </a:cubicBezTo>
                  <a:cubicBezTo>
                    <a:pt x="19123" y="20835"/>
                    <a:pt x="20542" y="21357"/>
                    <a:pt x="22111" y="21805"/>
                  </a:cubicBezTo>
                  <a:cubicBezTo>
                    <a:pt x="23680" y="22290"/>
                    <a:pt x="25286" y="22813"/>
                    <a:pt x="26929" y="23373"/>
                  </a:cubicBezTo>
                  <a:cubicBezTo>
                    <a:pt x="28535" y="23934"/>
                    <a:pt x="30141" y="24568"/>
                    <a:pt x="31710" y="25278"/>
                  </a:cubicBezTo>
                  <a:cubicBezTo>
                    <a:pt x="33278" y="25987"/>
                    <a:pt x="34698" y="26883"/>
                    <a:pt x="35930" y="28003"/>
                  </a:cubicBezTo>
                  <a:cubicBezTo>
                    <a:pt x="37163" y="29086"/>
                    <a:pt x="38171" y="30393"/>
                    <a:pt x="38918" y="31924"/>
                  </a:cubicBezTo>
                  <a:cubicBezTo>
                    <a:pt x="39665" y="33492"/>
                    <a:pt x="40039" y="35322"/>
                    <a:pt x="40039" y="37487"/>
                  </a:cubicBezTo>
                  <a:cubicBezTo>
                    <a:pt x="40039" y="40063"/>
                    <a:pt x="39553" y="42453"/>
                    <a:pt x="38620" y="44619"/>
                  </a:cubicBezTo>
                  <a:cubicBezTo>
                    <a:pt x="37686" y="46784"/>
                    <a:pt x="36304" y="48688"/>
                    <a:pt x="34511" y="50257"/>
                  </a:cubicBezTo>
                  <a:cubicBezTo>
                    <a:pt x="32681" y="51862"/>
                    <a:pt x="30440" y="53094"/>
                    <a:pt x="27788" y="53991"/>
                  </a:cubicBezTo>
                  <a:cubicBezTo>
                    <a:pt x="25099" y="54849"/>
                    <a:pt x="22036" y="55297"/>
                    <a:pt x="18600" y="55297"/>
                  </a:cubicBezTo>
                  <a:cubicBezTo>
                    <a:pt x="16770" y="55297"/>
                    <a:pt x="14940" y="55148"/>
                    <a:pt x="13184" y="54812"/>
                  </a:cubicBezTo>
                  <a:cubicBezTo>
                    <a:pt x="11429" y="54476"/>
                    <a:pt x="9749" y="54027"/>
                    <a:pt x="8105" y="53430"/>
                  </a:cubicBezTo>
                  <a:cubicBezTo>
                    <a:pt x="6499" y="52833"/>
                    <a:pt x="5005" y="52124"/>
                    <a:pt x="3623" y="51339"/>
                  </a:cubicBezTo>
                  <a:cubicBezTo>
                    <a:pt x="2241" y="50518"/>
                    <a:pt x="1046" y="49659"/>
                    <a:pt x="0" y="48726"/>
                  </a:cubicBezTo>
                  <a:lnTo>
                    <a:pt x="2951" y="43797"/>
                  </a:lnTo>
                  <a:cubicBezTo>
                    <a:pt x="3362" y="43200"/>
                    <a:pt x="3810" y="42752"/>
                    <a:pt x="4333" y="42453"/>
                  </a:cubicBezTo>
                  <a:cubicBezTo>
                    <a:pt x="4856" y="42117"/>
                    <a:pt x="5528" y="41968"/>
                    <a:pt x="6312" y="41968"/>
                  </a:cubicBezTo>
                  <a:cubicBezTo>
                    <a:pt x="7134" y="41968"/>
                    <a:pt x="7881" y="42192"/>
                    <a:pt x="8591" y="42640"/>
                  </a:cubicBezTo>
                  <a:cubicBezTo>
                    <a:pt x="9300" y="43125"/>
                    <a:pt x="10122" y="43611"/>
                    <a:pt x="11056" y="44133"/>
                  </a:cubicBezTo>
                  <a:cubicBezTo>
                    <a:pt x="12027" y="44656"/>
                    <a:pt x="13110" y="45141"/>
                    <a:pt x="14380" y="45590"/>
                  </a:cubicBezTo>
                  <a:cubicBezTo>
                    <a:pt x="15650" y="46038"/>
                    <a:pt x="17293" y="46261"/>
                    <a:pt x="19235" y="46261"/>
                  </a:cubicBezTo>
                  <a:cubicBezTo>
                    <a:pt x="20766" y="46261"/>
                    <a:pt x="22074" y="46075"/>
                    <a:pt x="23194" y="45701"/>
                  </a:cubicBezTo>
                  <a:cubicBezTo>
                    <a:pt x="24277" y="45328"/>
                    <a:pt x="25174" y="44880"/>
                    <a:pt x="25883" y="44282"/>
                  </a:cubicBezTo>
                  <a:cubicBezTo>
                    <a:pt x="26593" y="43685"/>
                    <a:pt x="27116" y="42976"/>
                    <a:pt x="27452" y="42192"/>
                  </a:cubicBezTo>
                  <a:cubicBezTo>
                    <a:pt x="27788" y="41407"/>
                    <a:pt x="27975" y="40623"/>
                    <a:pt x="27975" y="39765"/>
                  </a:cubicBezTo>
                  <a:cubicBezTo>
                    <a:pt x="27975" y="38533"/>
                    <a:pt x="27601" y="37487"/>
                    <a:pt x="26854" y="36703"/>
                  </a:cubicBezTo>
                  <a:cubicBezTo>
                    <a:pt x="26070" y="35881"/>
                    <a:pt x="25099" y="35210"/>
                    <a:pt x="23866" y="34612"/>
                  </a:cubicBezTo>
                  <a:cubicBezTo>
                    <a:pt x="22634" y="34015"/>
                    <a:pt x="21215" y="33492"/>
                    <a:pt x="19608" y="33006"/>
                  </a:cubicBezTo>
                  <a:cubicBezTo>
                    <a:pt x="18040" y="32558"/>
                    <a:pt x="16396" y="32036"/>
                    <a:pt x="14753" y="31476"/>
                  </a:cubicBezTo>
                  <a:cubicBezTo>
                    <a:pt x="13110" y="30916"/>
                    <a:pt x="11467" y="30243"/>
                    <a:pt x="9898" y="29497"/>
                  </a:cubicBezTo>
                  <a:cubicBezTo>
                    <a:pt x="8292" y="28750"/>
                    <a:pt x="6910" y="27817"/>
                    <a:pt x="5677" y="26659"/>
                  </a:cubicBezTo>
                  <a:cubicBezTo>
                    <a:pt x="4407" y="25502"/>
                    <a:pt x="3436" y="24083"/>
                    <a:pt x="2689" y="22440"/>
                  </a:cubicBezTo>
                  <a:cubicBezTo>
                    <a:pt x="1942" y="20760"/>
                    <a:pt x="1569" y="18744"/>
                    <a:pt x="1569" y="16354"/>
                  </a:cubicBezTo>
                  <a:cubicBezTo>
                    <a:pt x="1569" y="14151"/>
                    <a:pt x="1980" y="12060"/>
                    <a:pt x="2876" y="10081"/>
                  </a:cubicBezTo>
                  <a:cubicBezTo>
                    <a:pt x="3735" y="8102"/>
                    <a:pt x="5005" y="6385"/>
                    <a:pt x="6723" y="4891"/>
                  </a:cubicBezTo>
                  <a:cubicBezTo>
                    <a:pt x="8404" y="3398"/>
                    <a:pt x="10495" y="2203"/>
                    <a:pt x="13035" y="1344"/>
                  </a:cubicBezTo>
                  <a:cubicBezTo>
                    <a:pt x="15575" y="448"/>
                    <a:pt x="18488" y="0"/>
                    <a:pt x="21775" y="0"/>
                  </a:cubicBezTo>
                  <a:cubicBezTo>
                    <a:pt x="25473" y="0"/>
                    <a:pt x="28834" y="598"/>
                    <a:pt x="31896" y="1830"/>
                  </a:cubicBezTo>
                  <a:cubicBezTo>
                    <a:pt x="34922" y="3062"/>
                    <a:pt x="37424" y="4667"/>
                    <a:pt x="39479" y="6646"/>
                  </a:cubicBezTo>
                  <a:lnTo>
                    <a:pt x="36528" y="112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561" name="Google Shape;2561;p90"/>
          <p:cNvGrpSpPr/>
          <p:nvPr/>
        </p:nvGrpSpPr>
        <p:grpSpPr>
          <a:xfrm>
            <a:off x="8385986" y="3679596"/>
            <a:ext cx="234495" cy="235596"/>
            <a:chOff x="9417947" y="4843658"/>
            <a:chExt cx="286389" cy="287733"/>
          </a:xfrm>
        </p:grpSpPr>
        <p:sp>
          <p:nvSpPr>
            <p:cNvPr id="2562" name="Google Shape;2562;p90"/>
            <p:cNvSpPr/>
            <p:nvPr/>
          </p:nvSpPr>
          <p:spPr>
            <a:xfrm>
              <a:off x="9561699" y="5032292"/>
              <a:ext cx="83175" cy="99099"/>
            </a:xfrm>
            <a:custGeom>
              <a:avLst/>
              <a:gdLst/>
              <a:ahLst/>
              <a:cxnLst/>
              <a:rect l="l" t="t" r="r" b="b"/>
              <a:pathLst>
                <a:path w="83175" h="99099" extrusionOk="0">
                  <a:moveTo>
                    <a:pt x="335" y="0"/>
                  </a:moveTo>
                  <a:cubicBezTo>
                    <a:pt x="-674" y="34799"/>
                    <a:pt x="596" y="69821"/>
                    <a:pt x="4145" y="78335"/>
                  </a:cubicBezTo>
                  <a:cubicBezTo>
                    <a:pt x="7730" y="86848"/>
                    <a:pt x="15386" y="103425"/>
                    <a:pt x="41643" y="98049"/>
                  </a:cubicBezTo>
                  <a:cubicBezTo>
                    <a:pt x="63604" y="93568"/>
                    <a:pt x="71597" y="84869"/>
                    <a:pt x="75071" y="65677"/>
                  </a:cubicBezTo>
                  <a:cubicBezTo>
                    <a:pt x="77610" y="51563"/>
                    <a:pt x="82541" y="12396"/>
                    <a:pt x="83175" y="4368"/>
                  </a:cubicBezTo>
                </a:path>
              </a:pathLst>
            </a:custGeom>
            <a:noFill/>
            <a:ln w="15250" cap="rnd" cmpd="sng">
              <a:solidFill>
                <a:srgbClr val="FFFFFF"/>
              </a:solidFill>
              <a:prstDash val="solid"/>
              <a:round/>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63" name="Google Shape;2563;p90"/>
            <p:cNvSpPr/>
            <p:nvPr/>
          </p:nvSpPr>
          <p:spPr>
            <a:xfrm>
              <a:off x="9417947" y="4847681"/>
              <a:ext cx="108418" cy="202905"/>
            </a:xfrm>
            <a:custGeom>
              <a:avLst/>
              <a:gdLst/>
              <a:ahLst/>
              <a:cxnLst/>
              <a:rect l="l" t="t" r="r" b="b"/>
              <a:pathLst>
                <a:path w="108418" h="202905" extrusionOk="0">
                  <a:moveTo>
                    <a:pt x="108419" y="10158"/>
                  </a:moveTo>
                  <a:cubicBezTo>
                    <a:pt x="108419" y="10158"/>
                    <a:pt x="-5124" y="-36234"/>
                    <a:pt x="180" y="69264"/>
                  </a:cubicBezTo>
                  <a:cubicBezTo>
                    <a:pt x="1301" y="91711"/>
                    <a:pt x="32338" y="239087"/>
                    <a:pt x="69389" y="194580"/>
                  </a:cubicBezTo>
                  <a:cubicBezTo>
                    <a:pt x="82946" y="178301"/>
                    <a:pt x="95160" y="165532"/>
                    <a:pt x="95160" y="165532"/>
                  </a:cubicBezTo>
                </a:path>
              </a:pathLst>
            </a:custGeom>
            <a:noFill/>
            <a:ln w="14900" cap="rnd" cmpd="sng">
              <a:solidFill>
                <a:srgbClr val="FFFFFF"/>
              </a:solidFill>
              <a:prstDash val="solid"/>
              <a:round/>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64" name="Google Shape;2564;p90"/>
            <p:cNvSpPr/>
            <p:nvPr/>
          </p:nvSpPr>
          <p:spPr>
            <a:xfrm>
              <a:off x="9598098" y="4843658"/>
              <a:ext cx="106238" cy="172802"/>
            </a:xfrm>
            <a:custGeom>
              <a:avLst/>
              <a:gdLst/>
              <a:ahLst/>
              <a:cxnLst/>
              <a:rect l="l" t="t" r="r" b="b"/>
              <a:pathLst>
                <a:path w="106238" h="172802" extrusionOk="0">
                  <a:moveTo>
                    <a:pt x="165" y="5713"/>
                  </a:moveTo>
                  <a:cubicBezTo>
                    <a:pt x="-3757" y="6945"/>
                    <a:pt x="63322" y="-18803"/>
                    <a:pt x="101456" y="29900"/>
                  </a:cubicBezTo>
                  <a:cubicBezTo>
                    <a:pt x="114939" y="47105"/>
                    <a:pt x="99327" y="117405"/>
                    <a:pt x="61978" y="172803"/>
                  </a:cubicBezTo>
                </a:path>
              </a:pathLst>
            </a:custGeom>
            <a:noFill/>
            <a:ln w="14900" cap="rnd" cmpd="sng">
              <a:solidFill>
                <a:srgbClr val="FFFFFF"/>
              </a:solidFill>
              <a:prstDash val="solid"/>
              <a:round/>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65" name="Google Shape;2565;p90"/>
            <p:cNvSpPr/>
            <p:nvPr/>
          </p:nvSpPr>
          <p:spPr>
            <a:xfrm>
              <a:off x="9504246" y="4846989"/>
              <a:ext cx="197847" cy="195383"/>
            </a:xfrm>
            <a:custGeom>
              <a:avLst/>
              <a:gdLst/>
              <a:ahLst/>
              <a:cxnLst/>
              <a:rect l="l" t="t" r="r" b="b"/>
              <a:pathLst>
                <a:path w="197847" h="195383" extrusionOk="0">
                  <a:moveTo>
                    <a:pt x="152095" y="169472"/>
                  </a:moveTo>
                  <a:cubicBezTo>
                    <a:pt x="152095" y="169472"/>
                    <a:pt x="154560" y="181420"/>
                    <a:pt x="189893" y="174139"/>
                  </a:cubicBezTo>
                  <a:cubicBezTo>
                    <a:pt x="205393" y="170928"/>
                    <a:pt x="196093" y="183100"/>
                    <a:pt x="180369" y="190418"/>
                  </a:cubicBezTo>
                  <a:cubicBezTo>
                    <a:pt x="167483" y="196392"/>
                    <a:pt x="138538" y="197923"/>
                    <a:pt x="138089" y="189671"/>
                  </a:cubicBezTo>
                  <a:cubicBezTo>
                    <a:pt x="136857" y="168314"/>
                    <a:pt x="153290" y="174811"/>
                    <a:pt x="152095" y="169472"/>
                  </a:cubicBezTo>
                  <a:cubicBezTo>
                    <a:pt x="151049" y="164655"/>
                    <a:pt x="143692" y="159913"/>
                    <a:pt x="138836" y="148137"/>
                  </a:cubicBezTo>
                  <a:cubicBezTo>
                    <a:pt x="134578" y="137854"/>
                    <a:pt x="80646" y="58993"/>
                    <a:pt x="153776" y="70706"/>
                  </a:cubicBezTo>
                  <a:cubicBezTo>
                    <a:pt x="156465" y="70154"/>
                    <a:pt x="134728" y="1135"/>
                    <a:pt x="66229" y="11"/>
                  </a:cubicBezTo>
                  <a:cubicBezTo>
                    <a:pt x="-2232" y="-1109"/>
                    <a:pt x="8" y="84174"/>
                    <a:pt x="8" y="84174"/>
                  </a:cubicBezTo>
                </a:path>
              </a:pathLst>
            </a:custGeom>
            <a:solidFill>
              <a:srgbClr val="29B5E8"/>
            </a:solidFill>
            <a:ln w="11200" cap="rnd" cmpd="sng">
              <a:solidFill>
                <a:srgbClr val="FFFFFF"/>
              </a:solidFill>
              <a:prstDash val="solid"/>
              <a:bevel/>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66" name="Google Shape;2566;p90"/>
            <p:cNvSpPr/>
            <p:nvPr/>
          </p:nvSpPr>
          <p:spPr>
            <a:xfrm>
              <a:off x="9507624" y="5019822"/>
              <a:ext cx="55604" cy="34970"/>
            </a:xfrm>
            <a:custGeom>
              <a:avLst/>
              <a:gdLst/>
              <a:ahLst/>
              <a:cxnLst/>
              <a:rect l="l" t="t" r="r" b="b"/>
              <a:pathLst>
                <a:path w="55604" h="34970" extrusionOk="0">
                  <a:moveTo>
                    <a:pt x="36482" y="3919"/>
                  </a:moveTo>
                  <a:cubicBezTo>
                    <a:pt x="26958" y="14560"/>
                    <a:pt x="29759" y="16464"/>
                    <a:pt x="10673" y="20385"/>
                  </a:cubicBezTo>
                  <a:cubicBezTo>
                    <a:pt x="-8636" y="24343"/>
                    <a:pt x="2718" y="31437"/>
                    <a:pt x="10113" y="33266"/>
                  </a:cubicBezTo>
                  <a:cubicBezTo>
                    <a:pt x="19077" y="35544"/>
                    <a:pt x="39843" y="38718"/>
                    <a:pt x="53887" y="19078"/>
                  </a:cubicBezTo>
                  <a:cubicBezTo>
                    <a:pt x="58145" y="13104"/>
                    <a:pt x="53849" y="3545"/>
                    <a:pt x="47985" y="1119"/>
                  </a:cubicBezTo>
                  <a:cubicBezTo>
                    <a:pt x="45147" y="-76"/>
                    <a:pt x="41375" y="-1532"/>
                    <a:pt x="36482" y="3919"/>
                  </a:cubicBezTo>
                  <a:lnTo>
                    <a:pt x="36482" y="3919"/>
                  </a:lnTo>
                  <a:close/>
                </a:path>
              </a:pathLst>
            </a:custGeom>
            <a:solidFill>
              <a:srgbClr val="29B5E8"/>
            </a:solidFill>
            <a:ln w="11200" cap="rnd" cmpd="sng">
              <a:solidFill>
                <a:srgbClr val="FFFFFF"/>
              </a:solidFill>
              <a:prstDash val="solid"/>
              <a:round/>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67" name="Google Shape;2567;p90"/>
            <p:cNvSpPr/>
            <p:nvPr/>
          </p:nvSpPr>
          <p:spPr>
            <a:xfrm>
              <a:off x="9503083" y="4917993"/>
              <a:ext cx="56190" cy="105562"/>
            </a:xfrm>
            <a:custGeom>
              <a:avLst/>
              <a:gdLst/>
              <a:ahLst/>
              <a:cxnLst/>
              <a:rect l="l" t="t" r="r" b="b"/>
              <a:pathLst>
                <a:path w="56190" h="105562" extrusionOk="0">
                  <a:moveTo>
                    <a:pt x="40388" y="105562"/>
                  </a:moveTo>
                  <a:cubicBezTo>
                    <a:pt x="39454" y="99289"/>
                    <a:pt x="42442" y="91822"/>
                    <a:pt x="45691" y="83115"/>
                  </a:cubicBezTo>
                  <a:cubicBezTo>
                    <a:pt x="50547" y="70028"/>
                    <a:pt x="61789" y="56933"/>
                    <a:pt x="52825" y="15414"/>
                  </a:cubicBezTo>
                  <a:cubicBezTo>
                    <a:pt x="46102" y="-15528"/>
                    <a:pt x="1208" y="8973"/>
                    <a:pt x="1171" y="13170"/>
                  </a:cubicBezTo>
                  <a:cubicBezTo>
                    <a:pt x="1171" y="17363"/>
                    <a:pt x="3225" y="34434"/>
                    <a:pt x="424" y="54312"/>
                  </a:cubicBezTo>
                  <a:cubicBezTo>
                    <a:pt x="-3199" y="80255"/>
                    <a:pt x="16933" y="102202"/>
                    <a:pt x="40126" y="99962"/>
                  </a:cubicBezTo>
                </a:path>
              </a:pathLst>
            </a:custGeom>
            <a:noFill/>
            <a:ln w="10375" cap="rnd" cmpd="sng">
              <a:solidFill>
                <a:srgbClr val="FFFFFF"/>
              </a:solidFill>
              <a:prstDash val="solid"/>
              <a:round/>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68" name="Google Shape;2568;p90"/>
            <p:cNvSpPr/>
            <p:nvPr/>
          </p:nvSpPr>
          <p:spPr>
            <a:xfrm>
              <a:off x="9532780" y="4928708"/>
              <a:ext cx="13355" cy="7651"/>
            </a:xfrm>
            <a:custGeom>
              <a:avLst/>
              <a:gdLst/>
              <a:ahLst/>
              <a:cxnLst/>
              <a:rect l="l" t="t" r="r" b="b"/>
              <a:pathLst>
                <a:path w="13355" h="7651" extrusionOk="0">
                  <a:moveTo>
                    <a:pt x="9" y="1828"/>
                  </a:moveTo>
                  <a:cubicBezTo>
                    <a:pt x="-178" y="3258"/>
                    <a:pt x="2661" y="7081"/>
                    <a:pt x="6321" y="7593"/>
                  </a:cubicBezTo>
                  <a:cubicBezTo>
                    <a:pt x="10019" y="8108"/>
                    <a:pt x="13156" y="5117"/>
                    <a:pt x="13343" y="3687"/>
                  </a:cubicBezTo>
                  <a:cubicBezTo>
                    <a:pt x="13567" y="2254"/>
                    <a:pt x="10728" y="674"/>
                    <a:pt x="7030" y="163"/>
                  </a:cubicBezTo>
                  <a:cubicBezTo>
                    <a:pt x="3370" y="-353"/>
                    <a:pt x="233" y="398"/>
                    <a:pt x="9" y="1828"/>
                  </a:cubicBezTo>
                  <a:lnTo>
                    <a:pt x="9" y="1828"/>
                  </a:lnTo>
                  <a:close/>
                </a:path>
              </a:pathLst>
            </a:custGeom>
            <a:solidFill>
              <a:srgbClr val="FFFFFF"/>
            </a:solidFill>
            <a:ln w="10375" cap="flat" cmpd="sng">
              <a:solidFill>
                <a:srgbClr val="FFFFFF"/>
              </a:solidFill>
              <a:prstDash val="solid"/>
              <a:miter lim="8000"/>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69" name="Google Shape;2569;p90"/>
            <p:cNvSpPr/>
            <p:nvPr/>
          </p:nvSpPr>
          <p:spPr>
            <a:xfrm>
              <a:off x="9631529" y="4925787"/>
              <a:ext cx="13354" cy="7651"/>
            </a:xfrm>
            <a:custGeom>
              <a:avLst/>
              <a:gdLst/>
              <a:ahLst/>
              <a:cxnLst/>
              <a:rect l="l" t="t" r="r" b="b"/>
              <a:pathLst>
                <a:path w="13354" h="7651" extrusionOk="0">
                  <a:moveTo>
                    <a:pt x="13346" y="1825"/>
                  </a:moveTo>
                  <a:cubicBezTo>
                    <a:pt x="13533" y="3258"/>
                    <a:pt x="10732" y="7082"/>
                    <a:pt x="7034" y="7593"/>
                  </a:cubicBezTo>
                  <a:cubicBezTo>
                    <a:pt x="3337" y="8105"/>
                    <a:pt x="199" y="5118"/>
                    <a:pt x="12" y="3688"/>
                  </a:cubicBezTo>
                  <a:cubicBezTo>
                    <a:pt x="-212" y="2254"/>
                    <a:pt x="2627" y="675"/>
                    <a:pt x="6324" y="163"/>
                  </a:cubicBezTo>
                  <a:cubicBezTo>
                    <a:pt x="9984" y="-352"/>
                    <a:pt x="13159" y="395"/>
                    <a:pt x="13346" y="1825"/>
                  </a:cubicBezTo>
                  <a:lnTo>
                    <a:pt x="13346" y="1825"/>
                  </a:lnTo>
                  <a:close/>
                </a:path>
              </a:pathLst>
            </a:custGeom>
            <a:solidFill>
              <a:srgbClr val="FFFFFF"/>
            </a:solidFill>
            <a:ln w="10375" cap="flat" cmpd="sng">
              <a:solidFill>
                <a:srgbClr val="FFFFFF"/>
              </a:solidFill>
              <a:prstDash val="solid"/>
              <a:miter lim="8000"/>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70" name="Google Shape;2570;p90"/>
            <p:cNvSpPr/>
            <p:nvPr/>
          </p:nvSpPr>
          <p:spPr>
            <a:xfrm>
              <a:off x="9650178" y="4917695"/>
              <a:ext cx="7930" cy="88087"/>
            </a:xfrm>
            <a:custGeom>
              <a:avLst/>
              <a:gdLst/>
              <a:ahLst/>
              <a:cxnLst/>
              <a:rect l="l" t="t" r="r" b="b"/>
              <a:pathLst>
                <a:path w="7930" h="88087" extrusionOk="0">
                  <a:moveTo>
                    <a:pt x="7843" y="0"/>
                  </a:moveTo>
                  <a:cubicBezTo>
                    <a:pt x="8478" y="11243"/>
                    <a:pt x="5453" y="18897"/>
                    <a:pt x="5042" y="30860"/>
                  </a:cubicBezTo>
                  <a:cubicBezTo>
                    <a:pt x="4482" y="48252"/>
                    <a:pt x="13371" y="68160"/>
                    <a:pt x="0" y="88087"/>
                  </a:cubicBezTo>
                </a:path>
              </a:pathLst>
            </a:custGeom>
            <a:noFill/>
            <a:ln w="10375" cap="rnd" cmpd="sng">
              <a:solidFill>
                <a:srgbClr val="FFFFFF"/>
              </a:solidFill>
              <a:prstDash val="solid"/>
              <a:round/>
              <a:headEnd type="none" w="sm" len="sm"/>
              <a:tailEnd type="none" w="sm" len="sm"/>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571" name="Google Shape;2571;p90"/>
          <p:cNvGrpSpPr/>
          <p:nvPr/>
        </p:nvGrpSpPr>
        <p:grpSpPr>
          <a:xfrm>
            <a:off x="4676469" y="3261914"/>
            <a:ext cx="701491" cy="218634"/>
            <a:chOff x="3104133" y="3170363"/>
            <a:chExt cx="856730" cy="267017"/>
          </a:xfrm>
        </p:grpSpPr>
        <p:grpSp>
          <p:nvGrpSpPr>
            <p:cNvPr id="2572" name="Google Shape;2572;p90"/>
            <p:cNvGrpSpPr/>
            <p:nvPr/>
          </p:nvGrpSpPr>
          <p:grpSpPr>
            <a:xfrm>
              <a:off x="3467673" y="3170363"/>
              <a:ext cx="493190" cy="178836"/>
              <a:chOff x="3467673" y="3170363"/>
              <a:chExt cx="493190" cy="178836"/>
            </a:xfrm>
          </p:grpSpPr>
          <p:sp>
            <p:nvSpPr>
              <p:cNvPr id="2573" name="Google Shape;2573;p90"/>
              <p:cNvSpPr/>
              <p:nvPr/>
            </p:nvSpPr>
            <p:spPr>
              <a:xfrm>
                <a:off x="3706079" y="3170363"/>
                <a:ext cx="28" cy="1792"/>
              </a:xfrm>
              <a:custGeom>
                <a:avLst/>
                <a:gdLst/>
                <a:ahLst/>
                <a:cxnLst/>
                <a:rect l="l" t="t" r="r" b="b"/>
                <a:pathLst>
                  <a:path w="28" h="1792" extrusionOk="0">
                    <a:moveTo>
                      <a:pt x="28" y="0"/>
                    </a:moveTo>
                    <a:lnTo>
                      <a:pt x="28" y="1792"/>
                    </a:lnTo>
                    <a:lnTo>
                      <a:pt x="28" y="1792"/>
                    </a:lnTo>
                    <a:cubicBezTo>
                      <a:pt x="-9" y="1198"/>
                      <a:pt x="-9" y="597"/>
                      <a:pt x="28" y="0"/>
                    </a:cubicBezTo>
                    <a:close/>
                  </a:path>
                </a:pathLst>
              </a:custGeom>
              <a:solidFill>
                <a:srgbClr val="555555"/>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74" name="Google Shape;2574;p90"/>
              <p:cNvSpPr/>
              <p:nvPr/>
            </p:nvSpPr>
            <p:spPr>
              <a:xfrm>
                <a:off x="3467673" y="3272777"/>
                <a:ext cx="67139" cy="75590"/>
              </a:xfrm>
              <a:custGeom>
                <a:avLst/>
                <a:gdLst/>
                <a:ahLst/>
                <a:cxnLst/>
                <a:rect l="l" t="t" r="r" b="b"/>
                <a:pathLst>
                  <a:path w="67139" h="75590" extrusionOk="0">
                    <a:moveTo>
                      <a:pt x="67139" y="37793"/>
                    </a:moveTo>
                    <a:cubicBezTo>
                      <a:pt x="67139" y="43334"/>
                      <a:pt x="66213" y="48423"/>
                      <a:pt x="64364" y="53053"/>
                    </a:cubicBezTo>
                    <a:cubicBezTo>
                      <a:pt x="62519" y="57694"/>
                      <a:pt x="59920" y="61682"/>
                      <a:pt x="56573" y="65027"/>
                    </a:cubicBezTo>
                    <a:cubicBezTo>
                      <a:pt x="53226" y="68373"/>
                      <a:pt x="49200" y="70968"/>
                      <a:pt x="44498" y="72816"/>
                    </a:cubicBezTo>
                    <a:cubicBezTo>
                      <a:pt x="39792" y="74664"/>
                      <a:pt x="34578" y="75590"/>
                      <a:pt x="28864" y="75590"/>
                    </a:cubicBezTo>
                    <a:lnTo>
                      <a:pt x="0" y="75590"/>
                    </a:lnTo>
                    <a:lnTo>
                      <a:pt x="0" y="0"/>
                    </a:lnTo>
                    <a:lnTo>
                      <a:pt x="28864" y="0"/>
                    </a:lnTo>
                    <a:cubicBezTo>
                      <a:pt x="34578" y="0"/>
                      <a:pt x="39792" y="933"/>
                      <a:pt x="44498" y="2797"/>
                    </a:cubicBezTo>
                    <a:cubicBezTo>
                      <a:pt x="49200" y="4664"/>
                      <a:pt x="53226" y="7259"/>
                      <a:pt x="56573" y="10582"/>
                    </a:cubicBezTo>
                    <a:cubicBezTo>
                      <a:pt x="59920" y="13916"/>
                      <a:pt x="62519" y="17896"/>
                      <a:pt x="64364" y="22530"/>
                    </a:cubicBezTo>
                    <a:cubicBezTo>
                      <a:pt x="66213" y="27167"/>
                      <a:pt x="67139" y="32252"/>
                      <a:pt x="67139" y="37793"/>
                    </a:cubicBezTo>
                    <a:close/>
                    <a:moveTo>
                      <a:pt x="52756" y="37793"/>
                    </a:moveTo>
                    <a:cubicBezTo>
                      <a:pt x="52756" y="33649"/>
                      <a:pt x="52200" y="29926"/>
                      <a:pt x="51086" y="26633"/>
                    </a:cubicBezTo>
                    <a:cubicBezTo>
                      <a:pt x="49970" y="23336"/>
                      <a:pt x="48382" y="20551"/>
                      <a:pt x="46328" y="18269"/>
                    </a:cubicBezTo>
                    <a:cubicBezTo>
                      <a:pt x="44270" y="15988"/>
                      <a:pt x="41768" y="14237"/>
                      <a:pt x="38825" y="13020"/>
                    </a:cubicBezTo>
                    <a:cubicBezTo>
                      <a:pt x="35878" y="11799"/>
                      <a:pt x="32557" y="11190"/>
                      <a:pt x="28864" y="11190"/>
                    </a:cubicBezTo>
                    <a:lnTo>
                      <a:pt x="14167" y="11190"/>
                    </a:lnTo>
                    <a:lnTo>
                      <a:pt x="14167" y="64404"/>
                    </a:lnTo>
                    <a:lnTo>
                      <a:pt x="28864" y="64404"/>
                    </a:lnTo>
                    <a:cubicBezTo>
                      <a:pt x="32557" y="64404"/>
                      <a:pt x="35878" y="63788"/>
                      <a:pt x="38825" y="62571"/>
                    </a:cubicBezTo>
                    <a:cubicBezTo>
                      <a:pt x="41768" y="61353"/>
                      <a:pt x="44270" y="59599"/>
                      <a:pt x="46328" y="57317"/>
                    </a:cubicBezTo>
                    <a:cubicBezTo>
                      <a:pt x="48382" y="55036"/>
                      <a:pt x="49970" y="52247"/>
                      <a:pt x="51086" y="48957"/>
                    </a:cubicBezTo>
                    <a:cubicBezTo>
                      <a:pt x="52200" y="45660"/>
                      <a:pt x="52756" y="41942"/>
                      <a:pt x="52756" y="37793"/>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75" name="Google Shape;2575;p90"/>
              <p:cNvSpPr/>
              <p:nvPr/>
            </p:nvSpPr>
            <p:spPr>
              <a:xfrm>
                <a:off x="3542442" y="3293738"/>
                <a:ext cx="44707" cy="55461"/>
              </a:xfrm>
              <a:custGeom>
                <a:avLst/>
                <a:gdLst/>
                <a:ahLst/>
                <a:cxnLst/>
                <a:rect l="l" t="t" r="r" b="b"/>
                <a:pathLst>
                  <a:path w="44707" h="55461" extrusionOk="0">
                    <a:moveTo>
                      <a:pt x="44707" y="54629"/>
                    </a:moveTo>
                    <a:lnTo>
                      <a:pt x="38903" y="54629"/>
                    </a:lnTo>
                    <a:cubicBezTo>
                      <a:pt x="37686" y="54629"/>
                      <a:pt x="36726" y="54446"/>
                      <a:pt x="36031" y="54076"/>
                    </a:cubicBezTo>
                    <a:cubicBezTo>
                      <a:pt x="35329" y="53710"/>
                      <a:pt x="34806" y="52971"/>
                      <a:pt x="34462" y="51855"/>
                    </a:cubicBezTo>
                    <a:lnTo>
                      <a:pt x="33308" y="48039"/>
                    </a:lnTo>
                    <a:cubicBezTo>
                      <a:pt x="31953" y="49260"/>
                      <a:pt x="30615" y="50331"/>
                      <a:pt x="29308" y="51253"/>
                    </a:cubicBezTo>
                    <a:cubicBezTo>
                      <a:pt x="28001" y="52176"/>
                      <a:pt x="26649" y="52949"/>
                      <a:pt x="25256" y="53580"/>
                    </a:cubicBezTo>
                    <a:cubicBezTo>
                      <a:pt x="23863" y="54207"/>
                      <a:pt x="22380" y="54677"/>
                      <a:pt x="20811" y="54991"/>
                    </a:cubicBezTo>
                    <a:cubicBezTo>
                      <a:pt x="19243" y="55305"/>
                      <a:pt x="17502" y="55461"/>
                      <a:pt x="15582" y="55461"/>
                    </a:cubicBezTo>
                    <a:cubicBezTo>
                      <a:pt x="13315" y="55461"/>
                      <a:pt x="11223" y="55155"/>
                      <a:pt x="9307" y="54547"/>
                    </a:cubicBezTo>
                    <a:cubicBezTo>
                      <a:pt x="7391" y="53934"/>
                      <a:pt x="5744" y="53016"/>
                      <a:pt x="4366" y="51791"/>
                    </a:cubicBezTo>
                    <a:cubicBezTo>
                      <a:pt x="2988" y="50567"/>
                      <a:pt x="1916" y="49047"/>
                      <a:pt x="1151" y="47225"/>
                    </a:cubicBezTo>
                    <a:cubicBezTo>
                      <a:pt x="385" y="45410"/>
                      <a:pt x="0" y="43293"/>
                      <a:pt x="0" y="40881"/>
                    </a:cubicBezTo>
                    <a:cubicBezTo>
                      <a:pt x="0" y="38854"/>
                      <a:pt x="534" y="36852"/>
                      <a:pt x="1595" y="34877"/>
                    </a:cubicBezTo>
                    <a:cubicBezTo>
                      <a:pt x="2659" y="32902"/>
                      <a:pt x="4430" y="31117"/>
                      <a:pt x="6902" y="29527"/>
                    </a:cubicBezTo>
                    <a:cubicBezTo>
                      <a:pt x="9379" y="27936"/>
                      <a:pt x="12673" y="26618"/>
                      <a:pt x="16785" y="25565"/>
                    </a:cubicBezTo>
                    <a:cubicBezTo>
                      <a:pt x="20897" y="24516"/>
                      <a:pt x="26006" y="23993"/>
                      <a:pt x="32109" y="23993"/>
                    </a:cubicBezTo>
                    <a:lnTo>
                      <a:pt x="32109" y="20834"/>
                    </a:lnTo>
                    <a:cubicBezTo>
                      <a:pt x="32109" y="17216"/>
                      <a:pt x="31351" y="14539"/>
                      <a:pt x="29831" y="12800"/>
                    </a:cubicBezTo>
                    <a:cubicBezTo>
                      <a:pt x="28315" y="11063"/>
                      <a:pt x="26111" y="10193"/>
                      <a:pt x="23216" y="10193"/>
                    </a:cubicBezTo>
                    <a:cubicBezTo>
                      <a:pt x="21125" y="10193"/>
                      <a:pt x="19381" y="10440"/>
                      <a:pt x="17988" y="10925"/>
                    </a:cubicBezTo>
                    <a:cubicBezTo>
                      <a:pt x="16594" y="11411"/>
                      <a:pt x="15381" y="11963"/>
                      <a:pt x="14353" y="12572"/>
                    </a:cubicBezTo>
                    <a:cubicBezTo>
                      <a:pt x="13326" y="13184"/>
                      <a:pt x="12378" y="13729"/>
                      <a:pt x="11504" y="14218"/>
                    </a:cubicBezTo>
                    <a:cubicBezTo>
                      <a:pt x="10634" y="14707"/>
                      <a:pt x="9674" y="14950"/>
                      <a:pt x="8628" y="14950"/>
                    </a:cubicBezTo>
                    <a:cubicBezTo>
                      <a:pt x="7758" y="14950"/>
                      <a:pt x="7007" y="14722"/>
                      <a:pt x="6379" y="14271"/>
                    </a:cubicBezTo>
                    <a:cubicBezTo>
                      <a:pt x="5752" y="13819"/>
                      <a:pt x="5248" y="13259"/>
                      <a:pt x="4863" y="12601"/>
                    </a:cubicBezTo>
                    <a:lnTo>
                      <a:pt x="2510" y="8468"/>
                    </a:lnTo>
                    <a:cubicBezTo>
                      <a:pt x="8680" y="2823"/>
                      <a:pt x="16124" y="0"/>
                      <a:pt x="24837" y="0"/>
                    </a:cubicBezTo>
                    <a:cubicBezTo>
                      <a:pt x="27975" y="0"/>
                      <a:pt x="30772" y="515"/>
                      <a:pt x="33230" y="1546"/>
                    </a:cubicBezTo>
                    <a:cubicBezTo>
                      <a:pt x="35691" y="2573"/>
                      <a:pt x="37772" y="3999"/>
                      <a:pt x="39478" y="5829"/>
                    </a:cubicBezTo>
                    <a:cubicBezTo>
                      <a:pt x="41185" y="7658"/>
                      <a:pt x="42485" y="9842"/>
                      <a:pt x="43374" y="12389"/>
                    </a:cubicBezTo>
                    <a:cubicBezTo>
                      <a:pt x="44267" y="14935"/>
                      <a:pt x="44707" y="17721"/>
                      <a:pt x="44707" y="20752"/>
                    </a:cubicBezTo>
                    <a:lnTo>
                      <a:pt x="44707" y="54629"/>
                    </a:lnTo>
                    <a:close/>
                    <a:moveTo>
                      <a:pt x="19608" y="46575"/>
                    </a:moveTo>
                    <a:cubicBezTo>
                      <a:pt x="20934" y="46575"/>
                      <a:pt x="22156" y="46456"/>
                      <a:pt x="23269" y="46217"/>
                    </a:cubicBezTo>
                    <a:cubicBezTo>
                      <a:pt x="24386" y="45974"/>
                      <a:pt x="25439" y="45616"/>
                      <a:pt x="26432" y="45134"/>
                    </a:cubicBezTo>
                    <a:cubicBezTo>
                      <a:pt x="27426" y="44656"/>
                      <a:pt x="28386" y="44062"/>
                      <a:pt x="29308" y="43360"/>
                    </a:cubicBezTo>
                    <a:cubicBezTo>
                      <a:pt x="30234" y="42658"/>
                      <a:pt x="31164" y="41822"/>
                      <a:pt x="32109" y="40866"/>
                    </a:cubicBezTo>
                    <a:lnTo>
                      <a:pt x="32109" y="31890"/>
                    </a:lnTo>
                    <a:cubicBezTo>
                      <a:pt x="28341" y="31890"/>
                      <a:pt x="25196" y="32122"/>
                      <a:pt x="22667" y="32596"/>
                    </a:cubicBezTo>
                    <a:cubicBezTo>
                      <a:pt x="20143" y="33070"/>
                      <a:pt x="18111" y="33675"/>
                      <a:pt x="16576" y="34414"/>
                    </a:cubicBezTo>
                    <a:cubicBezTo>
                      <a:pt x="15041" y="35150"/>
                      <a:pt x="13954" y="36009"/>
                      <a:pt x="13308" y="36994"/>
                    </a:cubicBezTo>
                    <a:cubicBezTo>
                      <a:pt x="12665" y="37980"/>
                      <a:pt x="12340" y="39048"/>
                      <a:pt x="12340" y="40202"/>
                    </a:cubicBezTo>
                    <a:cubicBezTo>
                      <a:pt x="12340" y="42487"/>
                      <a:pt x="13013" y="44118"/>
                      <a:pt x="14353" y="45104"/>
                    </a:cubicBezTo>
                    <a:cubicBezTo>
                      <a:pt x="15698" y="46086"/>
                      <a:pt x="17446" y="46575"/>
                      <a:pt x="19608" y="46575"/>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76" name="Google Shape;2576;p90"/>
              <p:cNvSpPr/>
              <p:nvPr/>
            </p:nvSpPr>
            <p:spPr>
              <a:xfrm>
                <a:off x="3594993" y="3278322"/>
                <a:ext cx="36550" cy="70877"/>
              </a:xfrm>
              <a:custGeom>
                <a:avLst/>
                <a:gdLst/>
                <a:ahLst/>
                <a:cxnLst/>
                <a:rect l="l" t="t" r="r" b="b"/>
                <a:pathLst>
                  <a:path w="36550" h="70877" extrusionOk="0">
                    <a:moveTo>
                      <a:pt x="22488" y="70878"/>
                    </a:moveTo>
                    <a:cubicBezTo>
                      <a:pt x="17849" y="70878"/>
                      <a:pt x="14279" y="69564"/>
                      <a:pt x="11769" y="66931"/>
                    </a:cubicBezTo>
                    <a:cubicBezTo>
                      <a:pt x="9259" y="64303"/>
                      <a:pt x="8004" y="60666"/>
                      <a:pt x="8004" y="56036"/>
                    </a:cubicBezTo>
                    <a:lnTo>
                      <a:pt x="8004" y="26080"/>
                    </a:lnTo>
                    <a:lnTo>
                      <a:pt x="2566" y="26080"/>
                    </a:lnTo>
                    <a:cubicBezTo>
                      <a:pt x="1864" y="26080"/>
                      <a:pt x="1262" y="25856"/>
                      <a:pt x="758" y="25401"/>
                    </a:cubicBezTo>
                    <a:cubicBezTo>
                      <a:pt x="254" y="24945"/>
                      <a:pt x="0" y="24269"/>
                      <a:pt x="0" y="23366"/>
                    </a:cubicBezTo>
                    <a:lnTo>
                      <a:pt x="0" y="18239"/>
                    </a:lnTo>
                    <a:lnTo>
                      <a:pt x="8632" y="16832"/>
                    </a:lnTo>
                    <a:lnTo>
                      <a:pt x="11347" y="2195"/>
                    </a:lnTo>
                    <a:cubicBezTo>
                      <a:pt x="11489" y="1493"/>
                      <a:pt x="11810" y="956"/>
                      <a:pt x="12314" y="571"/>
                    </a:cubicBezTo>
                    <a:cubicBezTo>
                      <a:pt x="12822" y="190"/>
                      <a:pt x="13457" y="0"/>
                      <a:pt x="14223" y="0"/>
                    </a:cubicBezTo>
                    <a:lnTo>
                      <a:pt x="20919" y="0"/>
                    </a:lnTo>
                    <a:lnTo>
                      <a:pt x="20919" y="16880"/>
                    </a:lnTo>
                    <a:lnTo>
                      <a:pt x="35034" y="16880"/>
                    </a:lnTo>
                    <a:lnTo>
                      <a:pt x="35034" y="26080"/>
                    </a:lnTo>
                    <a:lnTo>
                      <a:pt x="20919" y="26080"/>
                    </a:lnTo>
                    <a:lnTo>
                      <a:pt x="20919" y="55144"/>
                    </a:lnTo>
                    <a:cubicBezTo>
                      <a:pt x="20919" y="56817"/>
                      <a:pt x="21334" y="58123"/>
                      <a:pt x="22174" y="59064"/>
                    </a:cubicBezTo>
                    <a:cubicBezTo>
                      <a:pt x="23011" y="60005"/>
                      <a:pt x="24124" y="60476"/>
                      <a:pt x="25517" y="60476"/>
                    </a:cubicBezTo>
                    <a:cubicBezTo>
                      <a:pt x="26320" y="60476"/>
                      <a:pt x="26992" y="60382"/>
                      <a:pt x="27530" y="60188"/>
                    </a:cubicBezTo>
                    <a:cubicBezTo>
                      <a:pt x="28072" y="59994"/>
                      <a:pt x="28542" y="59796"/>
                      <a:pt x="28942" y="59587"/>
                    </a:cubicBezTo>
                    <a:cubicBezTo>
                      <a:pt x="29345" y="59378"/>
                      <a:pt x="29700" y="59176"/>
                      <a:pt x="30014" y="58990"/>
                    </a:cubicBezTo>
                    <a:cubicBezTo>
                      <a:pt x="30328" y="58796"/>
                      <a:pt x="30642" y="58699"/>
                      <a:pt x="30955" y="58699"/>
                    </a:cubicBezTo>
                    <a:cubicBezTo>
                      <a:pt x="31340" y="58699"/>
                      <a:pt x="31654" y="58796"/>
                      <a:pt x="31896" y="58990"/>
                    </a:cubicBezTo>
                    <a:cubicBezTo>
                      <a:pt x="32143" y="59176"/>
                      <a:pt x="32401" y="59468"/>
                      <a:pt x="32681" y="59849"/>
                    </a:cubicBezTo>
                    <a:lnTo>
                      <a:pt x="36550" y="66121"/>
                    </a:lnTo>
                    <a:cubicBezTo>
                      <a:pt x="34671" y="67689"/>
                      <a:pt x="32505" y="68877"/>
                      <a:pt x="30066" y="69676"/>
                    </a:cubicBezTo>
                    <a:cubicBezTo>
                      <a:pt x="27627" y="70478"/>
                      <a:pt x="25099" y="70878"/>
                      <a:pt x="22488" y="7087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77" name="Google Shape;2577;p90"/>
              <p:cNvSpPr/>
              <p:nvPr/>
            </p:nvSpPr>
            <p:spPr>
              <a:xfrm>
                <a:off x="3637661" y="3293738"/>
                <a:ext cx="44707" cy="55461"/>
              </a:xfrm>
              <a:custGeom>
                <a:avLst/>
                <a:gdLst/>
                <a:ahLst/>
                <a:cxnLst/>
                <a:rect l="l" t="t" r="r" b="b"/>
                <a:pathLst>
                  <a:path w="44707" h="55461" extrusionOk="0">
                    <a:moveTo>
                      <a:pt x="44707" y="54629"/>
                    </a:moveTo>
                    <a:lnTo>
                      <a:pt x="38903" y="54629"/>
                    </a:lnTo>
                    <a:cubicBezTo>
                      <a:pt x="37686" y="54629"/>
                      <a:pt x="36726" y="54446"/>
                      <a:pt x="36031" y="54076"/>
                    </a:cubicBezTo>
                    <a:cubicBezTo>
                      <a:pt x="35329" y="53710"/>
                      <a:pt x="34810" y="52971"/>
                      <a:pt x="34462" y="51855"/>
                    </a:cubicBezTo>
                    <a:lnTo>
                      <a:pt x="33308" y="48039"/>
                    </a:lnTo>
                    <a:cubicBezTo>
                      <a:pt x="31952" y="49260"/>
                      <a:pt x="30615" y="50331"/>
                      <a:pt x="29312" y="51253"/>
                    </a:cubicBezTo>
                    <a:cubicBezTo>
                      <a:pt x="28001" y="52176"/>
                      <a:pt x="26652" y="52949"/>
                      <a:pt x="25259" y="53580"/>
                    </a:cubicBezTo>
                    <a:cubicBezTo>
                      <a:pt x="23862" y="54207"/>
                      <a:pt x="22380" y="54677"/>
                      <a:pt x="20811" y="54991"/>
                    </a:cubicBezTo>
                    <a:cubicBezTo>
                      <a:pt x="19246" y="55305"/>
                      <a:pt x="17502" y="55461"/>
                      <a:pt x="15582" y="55461"/>
                    </a:cubicBezTo>
                    <a:cubicBezTo>
                      <a:pt x="13319" y="55461"/>
                      <a:pt x="11227" y="55155"/>
                      <a:pt x="9307" y="54547"/>
                    </a:cubicBezTo>
                    <a:cubicBezTo>
                      <a:pt x="7391" y="53934"/>
                      <a:pt x="5744" y="53016"/>
                      <a:pt x="4366" y="51791"/>
                    </a:cubicBezTo>
                    <a:cubicBezTo>
                      <a:pt x="2992" y="50567"/>
                      <a:pt x="1920" y="49047"/>
                      <a:pt x="1154" y="47225"/>
                    </a:cubicBezTo>
                    <a:cubicBezTo>
                      <a:pt x="385" y="45410"/>
                      <a:pt x="0" y="43293"/>
                      <a:pt x="0" y="40881"/>
                    </a:cubicBezTo>
                    <a:cubicBezTo>
                      <a:pt x="0" y="38854"/>
                      <a:pt x="534" y="36852"/>
                      <a:pt x="1595" y="34877"/>
                    </a:cubicBezTo>
                    <a:cubicBezTo>
                      <a:pt x="2659" y="32902"/>
                      <a:pt x="4430" y="31117"/>
                      <a:pt x="6906" y="29527"/>
                    </a:cubicBezTo>
                    <a:cubicBezTo>
                      <a:pt x="9378" y="27936"/>
                      <a:pt x="12673" y="26618"/>
                      <a:pt x="16785" y="25565"/>
                    </a:cubicBezTo>
                    <a:cubicBezTo>
                      <a:pt x="20901" y="24516"/>
                      <a:pt x="26006" y="23993"/>
                      <a:pt x="32109" y="23993"/>
                    </a:cubicBezTo>
                    <a:lnTo>
                      <a:pt x="32109" y="20834"/>
                    </a:lnTo>
                    <a:cubicBezTo>
                      <a:pt x="32109" y="17216"/>
                      <a:pt x="31351" y="14539"/>
                      <a:pt x="29831" y="12800"/>
                    </a:cubicBezTo>
                    <a:cubicBezTo>
                      <a:pt x="28315" y="11063"/>
                      <a:pt x="26111" y="10193"/>
                      <a:pt x="23216" y="10193"/>
                    </a:cubicBezTo>
                    <a:cubicBezTo>
                      <a:pt x="21125" y="10193"/>
                      <a:pt x="19384" y="10440"/>
                      <a:pt x="17991" y="10925"/>
                    </a:cubicBezTo>
                    <a:cubicBezTo>
                      <a:pt x="16594" y="11411"/>
                      <a:pt x="15380" y="11963"/>
                      <a:pt x="14353" y="12572"/>
                    </a:cubicBezTo>
                    <a:cubicBezTo>
                      <a:pt x="13326" y="13184"/>
                      <a:pt x="12378" y="13729"/>
                      <a:pt x="11504" y="14218"/>
                    </a:cubicBezTo>
                    <a:cubicBezTo>
                      <a:pt x="10633" y="14707"/>
                      <a:pt x="9674" y="14950"/>
                      <a:pt x="8632" y="14950"/>
                    </a:cubicBezTo>
                    <a:cubicBezTo>
                      <a:pt x="7758" y="14950"/>
                      <a:pt x="7007" y="14722"/>
                      <a:pt x="6379" y="14271"/>
                    </a:cubicBezTo>
                    <a:cubicBezTo>
                      <a:pt x="5752" y="13819"/>
                      <a:pt x="5248" y="13259"/>
                      <a:pt x="4863" y="12601"/>
                    </a:cubicBezTo>
                    <a:lnTo>
                      <a:pt x="2510" y="8468"/>
                    </a:lnTo>
                    <a:cubicBezTo>
                      <a:pt x="8680" y="2823"/>
                      <a:pt x="16124" y="0"/>
                      <a:pt x="24841" y="0"/>
                    </a:cubicBezTo>
                    <a:cubicBezTo>
                      <a:pt x="27975" y="0"/>
                      <a:pt x="30772" y="515"/>
                      <a:pt x="33233" y="1546"/>
                    </a:cubicBezTo>
                    <a:cubicBezTo>
                      <a:pt x="35691" y="2573"/>
                      <a:pt x="37771" y="3999"/>
                      <a:pt x="39478" y="5829"/>
                    </a:cubicBezTo>
                    <a:cubicBezTo>
                      <a:pt x="41189" y="7658"/>
                      <a:pt x="42485" y="9842"/>
                      <a:pt x="43374" y="12389"/>
                    </a:cubicBezTo>
                    <a:cubicBezTo>
                      <a:pt x="44266" y="14935"/>
                      <a:pt x="44707" y="17721"/>
                      <a:pt x="44707" y="20752"/>
                    </a:cubicBezTo>
                    <a:lnTo>
                      <a:pt x="44707" y="54629"/>
                    </a:lnTo>
                    <a:close/>
                    <a:moveTo>
                      <a:pt x="19608" y="46575"/>
                    </a:moveTo>
                    <a:cubicBezTo>
                      <a:pt x="20934" y="46575"/>
                      <a:pt x="22156" y="46456"/>
                      <a:pt x="23272" y="46217"/>
                    </a:cubicBezTo>
                    <a:cubicBezTo>
                      <a:pt x="24382" y="45974"/>
                      <a:pt x="25442" y="45616"/>
                      <a:pt x="26432" y="45134"/>
                    </a:cubicBezTo>
                    <a:cubicBezTo>
                      <a:pt x="27426" y="44656"/>
                      <a:pt x="28385" y="44062"/>
                      <a:pt x="29312" y="43360"/>
                    </a:cubicBezTo>
                    <a:cubicBezTo>
                      <a:pt x="30234" y="42658"/>
                      <a:pt x="31164" y="41822"/>
                      <a:pt x="32109" y="40866"/>
                    </a:cubicBezTo>
                    <a:lnTo>
                      <a:pt x="32109" y="31890"/>
                    </a:lnTo>
                    <a:cubicBezTo>
                      <a:pt x="28341" y="31890"/>
                      <a:pt x="25196" y="32122"/>
                      <a:pt x="22671" y="32596"/>
                    </a:cubicBezTo>
                    <a:cubicBezTo>
                      <a:pt x="20143" y="33070"/>
                      <a:pt x="18111" y="33675"/>
                      <a:pt x="16579" y="34414"/>
                    </a:cubicBezTo>
                    <a:cubicBezTo>
                      <a:pt x="15044" y="35150"/>
                      <a:pt x="13954" y="36009"/>
                      <a:pt x="13311" y="36994"/>
                    </a:cubicBezTo>
                    <a:cubicBezTo>
                      <a:pt x="12665" y="37980"/>
                      <a:pt x="12344" y="39048"/>
                      <a:pt x="12344" y="40202"/>
                    </a:cubicBezTo>
                    <a:cubicBezTo>
                      <a:pt x="12344" y="42487"/>
                      <a:pt x="13013" y="44118"/>
                      <a:pt x="14353" y="45104"/>
                    </a:cubicBezTo>
                    <a:cubicBezTo>
                      <a:pt x="15694" y="46086"/>
                      <a:pt x="17450" y="46575"/>
                      <a:pt x="19608" y="46575"/>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78" name="Google Shape;2578;p90"/>
              <p:cNvSpPr/>
              <p:nvPr/>
            </p:nvSpPr>
            <p:spPr>
              <a:xfrm>
                <a:off x="3715994" y="3272777"/>
                <a:ext cx="81989" cy="75590"/>
              </a:xfrm>
              <a:custGeom>
                <a:avLst/>
                <a:gdLst/>
                <a:ahLst/>
                <a:cxnLst/>
                <a:rect l="l" t="t" r="r" b="b"/>
                <a:pathLst>
                  <a:path w="81989" h="75590" extrusionOk="0">
                    <a:moveTo>
                      <a:pt x="39609" y="47699"/>
                    </a:moveTo>
                    <a:cubicBezTo>
                      <a:pt x="40113" y="48901"/>
                      <a:pt x="40610" y="50111"/>
                      <a:pt x="41099" y="51336"/>
                    </a:cubicBezTo>
                    <a:cubicBezTo>
                      <a:pt x="41589" y="50081"/>
                      <a:pt x="42093" y="48842"/>
                      <a:pt x="42616" y="47621"/>
                    </a:cubicBezTo>
                    <a:cubicBezTo>
                      <a:pt x="43138" y="46403"/>
                      <a:pt x="43695" y="45235"/>
                      <a:pt x="44289" y="44118"/>
                    </a:cubicBezTo>
                    <a:lnTo>
                      <a:pt x="66665" y="2248"/>
                    </a:lnTo>
                    <a:cubicBezTo>
                      <a:pt x="66949" y="1721"/>
                      <a:pt x="67236" y="1307"/>
                      <a:pt x="67531" y="993"/>
                    </a:cubicBezTo>
                    <a:cubicBezTo>
                      <a:pt x="67826" y="680"/>
                      <a:pt x="68159" y="456"/>
                      <a:pt x="68525" y="314"/>
                    </a:cubicBezTo>
                    <a:cubicBezTo>
                      <a:pt x="68891" y="175"/>
                      <a:pt x="69302" y="90"/>
                      <a:pt x="69754" y="52"/>
                    </a:cubicBezTo>
                    <a:cubicBezTo>
                      <a:pt x="70206" y="15"/>
                      <a:pt x="70747" y="0"/>
                      <a:pt x="71375" y="0"/>
                    </a:cubicBezTo>
                    <a:lnTo>
                      <a:pt x="81989" y="0"/>
                    </a:lnTo>
                    <a:lnTo>
                      <a:pt x="81989" y="75590"/>
                    </a:lnTo>
                    <a:lnTo>
                      <a:pt x="69597" y="75590"/>
                    </a:lnTo>
                    <a:lnTo>
                      <a:pt x="69597" y="26764"/>
                    </a:lnTo>
                    <a:cubicBezTo>
                      <a:pt x="69597" y="25860"/>
                      <a:pt x="69619" y="24867"/>
                      <a:pt x="69675" y="23784"/>
                    </a:cubicBezTo>
                    <a:cubicBezTo>
                      <a:pt x="69728" y="22705"/>
                      <a:pt x="69806" y="21611"/>
                      <a:pt x="69910" y="20495"/>
                    </a:cubicBezTo>
                    <a:lnTo>
                      <a:pt x="47056" y="63355"/>
                    </a:lnTo>
                    <a:cubicBezTo>
                      <a:pt x="46537" y="64329"/>
                      <a:pt x="45857" y="65087"/>
                      <a:pt x="45021" y="65629"/>
                    </a:cubicBezTo>
                    <a:cubicBezTo>
                      <a:pt x="44184" y="66170"/>
                      <a:pt x="43206" y="66435"/>
                      <a:pt x="42093" y="66435"/>
                    </a:cubicBezTo>
                    <a:lnTo>
                      <a:pt x="40158" y="66435"/>
                    </a:lnTo>
                    <a:cubicBezTo>
                      <a:pt x="39041" y="66435"/>
                      <a:pt x="38066" y="66170"/>
                      <a:pt x="37230" y="65629"/>
                    </a:cubicBezTo>
                    <a:cubicBezTo>
                      <a:pt x="36393" y="65087"/>
                      <a:pt x="35713" y="64329"/>
                      <a:pt x="35191" y="63355"/>
                    </a:cubicBezTo>
                    <a:lnTo>
                      <a:pt x="12026" y="20334"/>
                    </a:lnTo>
                    <a:cubicBezTo>
                      <a:pt x="12165" y="21484"/>
                      <a:pt x="12262" y="22608"/>
                      <a:pt x="12314" y="23706"/>
                    </a:cubicBezTo>
                    <a:cubicBezTo>
                      <a:pt x="12366" y="24803"/>
                      <a:pt x="12392" y="25823"/>
                      <a:pt x="12392" y="26764"/>
                    </a:cubicBezTo>
                    <a:lnTo>
                      <a:pt x="12392" y="75590"/>
                    </a:lnTo>
                    <a:lnTo>
                      <a:pt x="0" y="75590"/>
                    </a:lnTo>
                    <a:lnTo>
                      <a:pt x="0" y="0"/>
                    </a:lnTo>
                    <a:lnTo>
                      <a:pt x="10615" y="0"/>
                    </a:lnTo>
                    <a:cubicBezTo>
                      <a:pt x="11242" y="0"/>
                      <a:pt x="11780" y="15"/>
                      <a:pt x="12236" y="52"/>
                    </a:cubicBezTo>
                    <a:cubicBezTo>
                      <a:pt x="12687" y="90"/>
                      <a:pt x="13098" y="175"/>
                      <a:pt x="13464" y="314"/>
                    </a:cubicBezTo>
                    <a:cubicBezTo>
                      <a:pt x="13830" y="456"/>
                      <a:pt x="14170" y="680"/>
                      <a:pt x="14484" y="993"/>
                    </a:cubicBezTo>
                    <a:cubicBezTo>
                      <a:pt x="14798" y="1307"/>
                      <a:pt x="15093" y="1721"/>
                      <a:pt x="15373" y="2248"/>
                    </a:cubicBezTo>
                    <a:lnTo>
                      <a:pt x="37962" y="44223"/>
                    </a:lnTo>
                    <a:cubicBezTo>
                      <a:pt x="38552" y="45339"/>
                      <a:pt x="39105" y="46500"/>
                      <a:pt x="39609" y="47699"/>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79" name="Google Shape;2579;p90"/>
              <p:cNvSpPr/>
              <p:nvPr/>
            </p:nvSpPr>
            <p:spPr>
              <a:xfrm>
                <a:off x="3808911" y="3293899"/>
                <a:ext cx="48994" cy="55248"/>
              </a:xfrm>
              <a:custGeom>
                <a:avLst/>
                <a:gdLst/>
                <a:ahLst/>
                <a:cxnLst/>
                <a:rect l="l" t="t" r="r" b="b"/>
                <a:pathLst>
                  <a:path w="48994" h="55248" extrusionOk="0">
                    <a:moveTo>
                      <a:pt x="25778" y="0"/>
                    </a:moveTo>
                    <a:cubicBezTo>
                      <a:pt x="29159" y="0"/>
                      <a:pt x="32270" y="538"/>
                      <a:pt x="35112" y="1617"/>
                    </a:cubicBezTo>
                    <a:cubicBezTo>
                      <a:pt x="37954" y="2696"/>
                      <a:pt x="40401" y="4271"/>
                      <a:pt x="42459" y="6347"/>
                    </a:cubicBezTo>
                    <a:cubicBezTo>
                      <a:pt x="44517" y="8423"/>
                      <a:pt x="46119" y="10966"/>
                      <a:pt x="47269" y="13979"/>
                    </a:cubicBezTo>
                    <a:cubicBezTo>
                      <a:pt x="48420" y="16992"/>
                      <a:pt x="48995" y="20435"/>
                      <a:pt x="48995" y="24303"/>
                    </a:cubicBezTo>
                    <a:cubicBezTo>
                      <a:pt x="48995" y="25281"/>
                      <a:pt x="48950" y="26091"/>
                      <a:pt x="48864" y="26734"/>
                    </a:cubicBezTo>
                    <a:cubicBezTo>
                      <a:pt x="48775" y="27380"/>
                      <a:pt x="48618" y="27884"/>
                      <a:pt x="48393" y="28250"/>
                    </a:cubicBezTo>
                    <a:cubicBezTo>
                      <a:pt x="48166" y="28616"/>
                      <a:pt x="47859" y="28877"/>
                      <a:pt x="47478" y="29034"/>
                    </a:cubicBezTo>
                    <a:cubicBezTo>
                      <a:pt x="47094" y="29191"/>
                      <a:pt x="46604" y="29273"/>
                      <a:pt x="46014" y="29273"/>
                    </a:cubicBezTo>
                    <a:lnTo>
                      <a:pt x="12863" y="29273"/>
                    </a:lnTo>
                    <a:cubicBezTo>
                      <a:pt x="13248" y="34776"/>
                      <a:pt x="14727" y="38816"/>
                      <a:pt x="17308" y="41400"/>
                    </a:cubicBezTo>
                    <a:cubicBezTo>
                      <a:pt x="19889" y="43976"/>
                      <a:pt x="23302" y="45264"/>
                      <a:pt x="27556" y="45264"/>
                    </a:cubicBezTo>
                    <a:cubicBezTo>
                      <a:pt x="29648" y="45264"/>
                      <a:pt x="31452" y="45022"/>
                      <a:pt x="32968" y="44533"/>
                    </a:cubicBezTo>
                    <a:cubicBezTo>
                      <a:pt x="34485" y="44047"/>
                      <a:pt x="35811" y="43506"/>
                      <a:pt x="36942" y="42912"/>
                    </a:cubicBezTo>
                    <a:cubicBezTo>
                      <a:pt x="38074" y="42322"/>
                      <a:pt x="39068" y="41781"/>
                      <a:pt x="39923" y="41292"/>
                    </a:cubicBezTo>
                    <a:cubicBezTo>
                      <a:pt x="40778" y="40803"/>
                      <a:pt x="41603" y="40560"/>
                      <a:pt x="42406" y="40560"/>
                    </a:cubicBezTo>
                    <a:cubicBezTo>
                      <a:pt x="42929" y="40560"/>
                      <a:pt x="43381" y="40664"/>
                      <a:pt x="43766" y="40873"/>
                    </a:cubicBezTo>
                    <a:cubicBezTo>
                      <a:pt x="44147" y="41086"/>
                      <a:pt x="44479" y="41381"/>
                      <a:pt x="44759" y="41762"/>
                    </a:cubicBezTo>
                    <a:lnTo>
                      <a:pt x="48524" y="46467"/>
                    </a:lnTo>
                    <a:cubicBezTo>
                      <a:pt x="47094" y="48139"/>
                      <a:pt x="45488" y="49543"/>
                      <a:pt x="43714" y="50675"/>
                    </a:cubicBezTo>
                    <a:cubicBezTo>
                      <a:pt x="41936" y="51810"/>
                      <a:pt x="40080" y="52713"/>
                      <a:pt x="38145" y="53393"/>
                    </a:cubicBezTo>
                    <a:cubicBezTo>
                      <a:pt x="36210" y="54072"/>
                      <a:pt x="34242" y="54550"/>
                      <a:pt x="32236" y="54830"/>
                    </a:cubicBezTo>
                    <a:cubicBezTo>
                      <a:pt x="30231" y="55107"/>
                      <a:pt x="28288" y="55249"/>
                      <a:pt x="26406" y="55249"/>
                    </a:cubicBezTo>
                    <a:cubicBezTo>
                      <a:pt x="22675" y="55249"/>
                      <a:pt x="19205" y="54629"/>
                      <a:pt x="16000" y="53393"/>
                    </a:cubicBezTo>
                    <a:cubicBezTo>
                      <a:pt x="12796" y="52153"/>
                      <a:pt x="10002" y="50324"/>
                      <a:pt x="7634" y="47904"/>
                    </a:cubicBezTo>
                    <a:cubicBezTo>
                      <a:pt x="5263" y="45481"/>
                      <a:pt x="3399" y="42486"/>
                      <a:pt x="2039" y="38913"/>
                    </a:cubicBezTo>
                    <a:cubicBezTo>
                      <a:pt x="680" y="35344"/>
                      <a:pt x="0" y="31203"/>
                      <a:pt x="0" y="26498"/>
                    </a:cubicBezTo>
                    <a:cubicBezTo>
                      <a:pt x="0" y="22839"/>
                      <a:pt x="594" y="19397"/>
                      <a:pt x="1778" y="16175"/>
                    </a:cubicBezTo>
                    <a:cubicBezTo>
                      <a:pt x="2962" y="12949"/>
                      <a:pt x="4661" y="10145"/>
                      <a:pt x="6876" y="7759"/>
                    </a:cubicBezTo>
                    <a:cubicBezTo>
                      <a:pt x="9087" y="5373"/>
                      <a:pt x="11791" y="3480"/>
                      <a:pt x="14981" y="2087"/>
                    </a:cubicBezTo>
                    <a:cubicBezTo>
                      <a:pt x="18170" y="691"/>
                      <a:pt x="21771" y="0"/>
                      <a:pt x="25778" y="0"/>
                    </a:cubicBezTo>
                    <a:close/>
                    <a:moveTo>
                      <a:pt x="26036" y="9249"/>
                    </a:moveTo>
                    <a:cubicBezTo>
                      <a:pt x="22275" y="9249"/>
                      <a:pt x="19332" y="10309"/>
                      <a:pt x="17203" y="12441"/>
                    </a:cubicBezTo>
                    <a:cubicBezTo>
                      <a:pt x="15078" y="14562"/>
                      <a:pt x="13718" y="17579"/>
                      <a:pt x="13124" y="21484"/>
                    </a:cubicBezTo>
                    <a:lnTo>
                      <a:pt x="37387" y="21484"/>
                    </a:lnTo>
                    <a:cubicBezTo>
                      <a:pt x="37387" y="19804"/>
                      <a:pt x="37159" y="18232"/>
                      <a:pt x="36707" y="16750"/>
                    </a:cubicBezTo>
                    <a:cubicBezTo>
                      <a:pt x="36255" y="15271"/>
                      <a:pt x="35557" y="13972"/>
                      <a:pt x="34615" y="12855"/>
                    </a:cubicBezTo>
                    <a:cubicBezTo>
                      <a:pt x="33674" y="11739"/>
                      <a:pt x="32490" y="10862"/>
                      <a:pt x="31060" y="10215"/>
                    </a:cubicBezTo>
                    <a:cubicBezTo>
                      <a:pt x="29629" y="9573"/>
                      <a:pt x="27956" y="9249"/>
                      <a:pt x="26036" y="9249"/>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80" name="Google Shape;2580;p90"/>
              <p:cNvSpPr/>
              <p:nvPr/>
            </p:nvSpPr>
            <p:spPr>
              <a:xfrm>
                <a:off x="3863710" y="3293899"/>
                <a:ext cx="40049" cy="55300"/>
              </a:xfrm>
              <a:custGeom>
                <a:avLst/>
                <a:gdLst/>
                <a:ahLst/>
                <a:cxnLst/>
                <a:rect l="l" t="t" r="r" b="b"/>
                <a:pathLst>
                  <a:path w="40049" h="55300" extrusionOk="0">
                    <a:moveTo>
                      <a:pt x="36550" y="11287"/>
                    </a:moveTo>
                    <a:cubicBezTo>
                      <a:pt x="36199" y="11847"/>
                      <a:pt x="35833" y="12235"/>
                      <a:pt x="35452" y="12463"/>
                    </a:cubicBezTo>
                    <a:cubicBezTo>
                      <a:pt x="35067" y="12691"/>
                      <a:pt x="34578" y="12803"/>
                      <a:pt x="33988" y="12803"/>
                    </a:cubicBezTo>
                    <a:cubicBezTo>
                      <a:pt x="33357" y="12803"/>
                      <a:pt x="32688" y="12631"/>
                      <a:pt x="31975" y="12280"/>
                    </a:cubicBezTo>
                    <a:cubicBezTo>
                      <a:pt x="31261" y="11933"/>
                      <a:pt x="30432" y="11545"/>
                      <a:pt x="29491" y="11104"/>
                    </a:cubicBezTo>
                    <a:cubicBezTo>
                      <a:pt x="28550" y="10667"/>
                      <a:pt x="27478" y="10279"/>
                      <a:pt x="26275" y="9928"/>
                    </a:cubicBezTo>
                    <a:cubicBezTo>
                      <a:pt x="25073" y="9581"/>
                      <a:pt x="23653" y="9405"/>
                      <a:pt x="22014" y="9405"/>
                    </a:cubicBezTo>
                    <a:cubicBezTo>
                      <a:pt x="19470" y="9405"/>
                      <a:pt x="17461" y="9947"/>
                      <a:pt x="16000" y="11026"/>
                    </a:cubicBezTo>
                    <a:cubicBezTo>
                      <a:pt x="14536" y="12105"/>
                      <a:pt x="13804" y="13520"/>
                      <a:pt x="13804" y="15264"/>
                    </a:cubicBezTo>
                    <a:cubicBezTo>
                      <a:pt x="13804" y="16410"/>
                      <a:pt x="14178" y="17377"/>
                      <a:pt x="14929" y="18161"/>
                    </a:cubicBezTo>
                    <a:cubicBezTo>
                      <a:pt x="15676" y="18945"/>
                      <a:pt x="16673" y="19632"/>
                      <a:pt x="17909" y="20229"/>
                    </a:cubicBezTo>
                    <a:cubicBezTo>
                      <a:pt x="19145" y="20819"/>
                      <a:pt x="20550" y="21350"/>
                      <a:pt x="22118" y="21816"/>
                    </a:cubicBezTo>
                    <a:cubicBezTo>
                      <a:pt x="23683" y="22290"/>
                      <a:pt x="25289" y="22806"/>
                      <a:pt x="26929" y="23366"/>
                    </a:cubicBezTo>
                    <a:cubicBezTo>
                      <a:pt x="28565" y="23919"/>
                      <a:pt x="30171" y="24557"/>
                      <a:pt x="31739" y="25270"/>
                    </a:cubicBezTo>
                    <a:cubicBezTo>
                      <a:pt x="33308" y="25987"/>
                      <a:pt x="34713" y="26894"/>
                      <a:pt x="35949" y="27988"/>
                    </a:cubicBezTo>
                    <a:cubicBezTo>
                      <a:pt x="37185" y="29090"/>
                      <a:pt x="38178" y="30400"/>
                      <a:pt x="38925" y="31931"/>
                    </a:cubicBezTo>
                    <a:cubicBezTo>
                      <a:pt x="39680" y="33473"/>
                      <a:pt x="40050" y="35318"/>
                      <a:pt x="40050" y="37476"/>
                    </a:cubicBezTo>
                    <a:cubicBezTo>
                      <a:pt x="40050" y="40056"/>
                      <a:pt x="39579" y="42434"/>
                      <a:pt x="38638" y="44611"/>
                    </a:cubicBezTo>
                    <a:cubicBezTo>
                      <a:pt x="37697" y="46788"/>
                      <a:pt x="36322" y="48670"/>
                      <a:pt x="34511" y="50260"/>
                    </a:cubicBezTo>
                    <a:cubicBezTo>
                      <a:pt x="32699" y="51840"/>
                      <a:pt x="30458" y="53083"/>
                      <a:pt x="27792" y="53971"/>
                    </a:cubicBezTo>
                    <a:cubicBezTo>
                      <a:pt x="25125" y="54856"/>
                      <a:pt x="22066" y="55301"/>
                      <a:pt x="18615" y="55301"/>
                    </a:cubicBezTo>
                    <a:cubicBezTo>
                      <a:pt x="16766" y="55301"/>
                      <a:pt x="14958" y="55136"/>
                      <a:pt x="13203" y="54801"/>
                    </a:cubicBezTo>
                    <a:cubicBezTo>
                      <a:pt x="11440" y="54476"/>
                      <a:pt x="9752" y="54016"/>
                      <a:pt x="8127" y="53419"/>
                    </a:cubicBezTo>
                    <a:cubicBezTo>
                      <a:pt x="6510" y="52825"/>
                      <a:pt x="5009" y="52135"/>
                      <a:pt x="3630" y="51332"/>
                    </a:cubicBezTo>
                    <a:cubicBezTo>
                      <a:pt x="2256" y="50529"/>
                      <a:pt x="1046" y="49655"/>
                      <a:pt x="0" y="48714"/>
                    </a:cubicBezTo>
                    <a:lnTo>
                      <a:pt x="2977" y="43801"/>
                    </a:lnTo>
                    <a:cubicBezTo>
                      <a:pt x="3362" y="43207"/>
                      <a:pt x="3817" y="42755"/>
                      <a:pt x="4340" y="42442"/>
                    </a:cubicBezTo>
                    <a:cubicBezTo>
                      <a:pt x="4859" y="42128"/>
                      <a:pt x="5524" y="41971"/>
                      <a:pt x="6327" y="41971"/>
                    </a:cubicBezTo>
                    <a:cubicBezTo>
                      <a:pt x="7130" y="41971"/>
                      <a:pt x="7885" y="42199"/>
                      <a:pt x="8598" y="42655"/>
                    </a:cubicBezTo>
                    <a:cubicBezTo>
                      <a:pt x="9315" y="43106"/>
                      <a:pt x="10140" y="43592"/>
                      <a:pt x="11081" y="44114"/>
                    </a:cubicBezTo>
                    <a:cubicBezTo>
                      <a:pt x="12023" y="44637"/>
                      <a:pt x="13132" y="45126"/>
                      <a:pt x="14406" y="45578"/>
                    </a:cubicBezTo>
                    <a:cubicBezTo>
                      <a:pt x="15676" y="46030"/>
                      <a:pt x="17289" y="46254"/>
                      <a:pt x="19242" y="46254"/>
                    </a:cubicBezTo>
                    <a:cubicBezTo>
                      <a:pt x="20774" y="46254"/>
                      <a:pt x="22092" y="46075"/>
                      <a:pt x="23190" y="45709"/>
                    </a:cubicBezTo>
                    <a:cubicBezTo>
                      <a:pt x="24288" y="45343"/>
                      <a:pt x="25196" y="44861"/>
                      <a:pt x="25909" y="44271"/>
                    </a:cubicBezTo>
                    <a:cubicBezTo>
                      <a:pt x="26623" y="43681"/>
                      <a:pt x="27146" y="42987"/>
                      <a:pt x="27478" y="42206"/>
                    </a:cubicBezTo>
                    <a:cubicBezTo>
                      <a:pt x="27807" y="41419"/>
                      <a:pt x="27975" y="40612"/>
                      <a:pt x="27975" y="39776"/>
                    </a:cubicBezTo>
                    <a:cubicBezTo>
                      <a:pt x="27975" y="38521"/>
                      <a:pt x="27597" y="37494"/>
                      <a:pt x="26850" y="36695"/>
                    </a:cubicBezTo>
                    <a:cubicBezTo>
                      <a:pt x="26100" y="35893"/>
                      <a:pt x="25106" y="35191"/>
                      <a:pt x="23866" y="34601"/>
                    </a:cubicBezTo>
                    <a:cubicBezTo>
                      <a:pt x="22630" y="34011"/>
                      <a:pt x="21218" y="33481"/>
                      <a:pt x="19631" y="33006"/>
                    </a:cubicBezTo>
                    <a:cubicBezTo>
                      <a:pt x="18047" y="32540"/>
                      <a:pt x="16426" y="32021"/>
                      <a:pt x="14772" y="31464"/>
                    </a:cubicBezTo>
                    <a:cubicBezTo>
                      <a:pt x="13113" y="30908"/>
                      <a:pt x="11496" y="30255"/>
                      <a:pt x="9909" y="29504"/>
                    </a:cubicBezTo>
                    <a:cubicBezTo>
                      <a:pt x="8321" y="28754"/>
                      <a:pt x="6910" y="27805"/>
                      <a:pt x="5673" y="26652"/>
                    </a:cubicBezTo>
                    <a:cubicBezTo>
                      <a:pt x="4433" y="25509"/>
                      <a:pt x="3444" y="24094"/>
                      <a:pt x="2689" y="22425"/>
                    </a:cubicBezTo>
                    <a:cubicBezTo>
                      <a:pt x="1942" y="20749"/>
                      <a:pt x="1569" y="18725"/>
                      <a:pt x="1569" y="16358"/>
                    </a:cubicBezTo>
                    <a:cubicBezTo>
                      <a:pt x="1569" y="14162"/>
                      <a:pt x="2006" y="12071"/>
                      <a:pt x="2876" y="10085"/>
                    </a:cubicBezTo>
                    <a:cubicBezTo>
                      <a:pt x="3746" y="8102"/>
                      <a:pt x="5027" y="6366"/>
                      <a:pt x="6715" y="4884"/>
                    </a:cubicBezTo>
                    <a:cubicBezTo>
                      <a:pt x="8411" y="3405"/>
                      <a:pt x="10517" y="2214"/>
                      <a:pt x="13046" y="1329"/>
                    </a:cubicBezTo>
                    <a:cubicBezTo>
                      <a:pt x="15575" y="441"/>
                      <a:pt x="18492" y="0"/>
                      <a:pt x="21805" y="0"/>
                    </a:cubicBezTo>
                    <a:cubicBezTo>
                      <a:pt x="25498" y="0"/>
                      <a:pt x="28863" y="605"/>
                      <a:pt x="31896" y="1826"/>
                    </a:cubicBezTo>
                    <a:cubicBezTo>
                      <a:pt x="34929" y="3047"/>
                      <a:pt x="37454" y="4652"/>
                      <a:pt x="39478" y="6635"/>
                    </a:cubicBezTo>
                    <a:lnTo>
                      <a:pt x="36550" y="11287"/>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81" name="Google Shape;2581;p90"/>
              <p:cNvSpPr/>
              <p:nvPr/>
            </p:nvSpPr>
            <p:spPr>
              <a:xfrm>
                <a:off x="3914117" y="3270686"/>
                <a:ext cx="46746" cy="77681"/>
              </a:xfrm>
              <a:custGeom>
                <a:avLst/>
                <a:gdLst/>
                <a:ahLst/>
                <a:cxnLst/>
                <a:rect l="l" t="t" r="r" b="b"/>
                <a:pathLst>
                  <a:path w="46746" h="77681" extrusionOk="0">
                    <a:moveTo>
                      <a:pt x="0" y="77681"/>
                    </a:moveTo>
                    <a:lnTo>
                      <a:pt x="0" y="0"/>
                    </a:lnTo>
                    <a:lnTo>
                      <a:pt x="12915" y="0"/>
                    </a:lnTo>
                    <a:lnTo>
                      <a:pt x="12915" y="29848"/>
                    </a:lnTo>
                    <a:cubicBezTo>
                      <a:pt x="15007" y="27865"/>
                      <a:pt x="17308" y="26260"/>
                      <a:pt x="19818" y="25039"/>
                    </a:cubicBezTo>
                    <a:cubicBezTo>
                      <a:pt x="22328" y="23818"/>
                      <a:pt x="25271" y="23213"/>
                      <a:pt x="28654" y="23213"/>
                    </a:cubicBezTo>
                    <a:cubicBezTo>
                      <a:pt x="31583" y="23213"/>
                      <a:pt x="34178" y="23710"/>
                      <a:pt x="36449" y="24699"/>
                    </a:cubicBezTo>
                    <a:cubicBezTo>
                      <a:pt x="38713" y="25692"/>
                      <a:pt x="40603" y="27085"/>
                      <a:pt x="42119" y="28881"/>
                    </a:cubicBezTo>
                    <a:cubicBezTo>
                      <a:pt x="43635" y="30677"/>
                      <a:pt x="44786" y="32820"/>
                      <a:pt x="45570" y="35310"/>
                    </a:cubicBezTo>
                    <a:cubicBezTo>
                      <a:pt x="46354" y="37804"/>
                      <a:pt x="46747" y="40545"/>
                      <a:pt x="46747" y="43543"/>
                    </a:cubicBezTo>
                    <a:lnTo>
                      <a:pt x="46747" y="77681"/>
                    </a:lnTo>
                    <a:lnTo>
                      <a:pt x="33831" y="77681"/>
                    </a:lnTo>
                    <a:lnTo>
                      <a:pt x="33831" y="43543"/>
                    </a:lnTo>
                    <a:cubicBezTo>
                      <a:pt x="33831" y="40269"/>
                      <a:pt x="33073" y="37730"/>
                      <a:pt x="31557" y="35938"/>
                    </a:cubicBezTo>
                    <a:cubicBezTo>
                      <a:pt x="30040" y="34142"/>
                      <a:pt x="27766" y="33246"/>
                      <a:pt x="24733" y="33246"/>
                    </a:cubicBezTo>
                    <a:cubicBezTo>
                      <a:pt x="22503" y="33246"/>
                      <a:pt x="20412" y="33750"/>
                      <a:pt x="18458" y="34761"/>
                    </a:cubicBezTo>
                    <a:cubicBezTo>
                      <a:pt x="16509" y="35773"/>
                      <a:pt x="14660" y="37147"/>
                      <a:pt x="12915" y="38891"/>
                    </a:cubicBezTo>
                    <a:lnTo>
                      <a:pt x="12915" y="77681"/>
                    </a:lnTo>
                    <a:lnTo>
                      <a:pt x="0" y="77681"/>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582" name="Google Shape;2582;p90"/>
            <p:cNvGrpSpPr/>
            <p:nvPr/>
          </p:nvGrpSpPr>
          <p:grpSpPr>
            <a:xfrm>
              <a:off x="3104133" y="3172167"/>
              <a:ext cx="264231" cy="265213"/>
              <a:chOff x="3104133" y="3172167"/>
              <a:chExt cx="264231" cy="265213"/>
            </a:xfrm>
          </p:grpSpPr>
          <p:sp>
            <p:nvSpPr>
              <p:cNvPr id="2583" name="Google Shape;2583;p90"/>
              <p:cNvSpPr/>
              <p:nvPr/>
            </p:nvSpPr>
            <p:spPr>
              <a:xfrm>
                <a:off x="3104133" y="3172167"/>
                <a:ext cx="264231" cy="265213"/>
              </a:xfrm>
              <a:custGeom>
                <a:avLst/>
                <a:gdLst/>
                <a:ahLst/>
                <a:cxnLst/>
                <a:rect l="l" t="t" r="r" b="b"/>
                <a:pathLst>
                  <a:path w="264231" h="265213" extrusionOk="0">
                    <a:moveTo>
                      <a:pt x="264232" y="133068"/>
                    </a:moveTo>
                    <a:cubicBezTo>
                      <a:pt x="264232" y="122740"/>
                      <a:pt x="257311" y="113999"/>
                      <a:pt x="247862" y="111233"/>
                    </a:cubicBezTo>
                    <a:lnTo>
                      <a:pt x="247862" y="44596"/>
                    </a:lnTo>
                    <a:cubicBezTo>
                      <a:pt x="257311" y="41826"/>
                      <a:pt x="264232" y="33089"/>
                      <a:pt x="264232" y="22757"/>
                    </a:cubicBezTo>
                    <a:cubicBezTo>
                      <a:pt x="264232" y="10212"/>
                      <a:pt x="254021" y="0"/>
                      <a:pt x="241467" y="0"/>
                    </a:cubicBezTo>
                    <a:cubicBezTo>
                      <a:pt x="231133" y="0"/>
                      <a:pt x="222393" y="6922"/>
                      <a:pt x="219622" y="16365"/>
                    </a:cubicBezTo>
                    <a:lnTo>
                      <a:pt x="154077" y="16365"/>
                    </a:lnTo>
                    <a:cubicBezTo>
                      <a:pt x="151306" y="6922"/>
                      <a:pt x="142566" y="0"/>
                      <a:pt x="132235" y="0"/>
                    </a:cubicBezTo>
                    <a:cubicBezTo>
                      <a:pt x="121901" y="0"/>
                      <a:pt x="113161" y="6922"/>
                      <a:pt x="110390" y="16365"/>
                    </a:cubicBezTo>
                    <a:lnTo>
                      <a:pt x="44610" y="16365"/>
                    </a:lnTo>
                    <a:cubicBezTo>
                      <a:pt x="41839" y="6922"/>
                      <a:pt x="33099" y="0"/>
                      <a:pt x="22765" y="0"/>
                    </a:cubicBezTo>
                    <a:cubicBezTo>
                      <a:pt x="10215" y="0"/>
                      <a:pt x="0" y="10212"/>
                      <a:pt x="0" y="22757"/>
                    </a:cubicBezTo>
                    <a:cubicBezTo>
                      <a:pt x="0" y="33089"/>
                      <a:pt x="6925" y="41826"/>
                      <a:pt x="16370" y="44596"/>
                    </a:cubicBezTo>
                    <a:lnTo>
                      <a:pt x="16370" y="111233"/>
                    </a:lnTo>
                    <a:cubicBezTo>
                      <a:pt x="6925" y="113999"/>
                      <a:pt x="0" y="122740"/>
                      <a:pt x="0" y="133068"/>
                    </a:cubicBezTo>
                    <a:cubicBezTo>
                      <a:pt x="0" y="143399"/>
                      <a:pt x="6925" y="152136"/>
                      <a:pt x="16370" y="154907"/>
                    </a:cubicBezTo>
                    <a:lnTo>
                      <a:pt x="16370" y="220617"/>
                    </a:lnTo>
                    <a:cubicBezTo>
                      <a:pt x="6925" y="223388"/>
                      <a:pt x="0" y="232125"/>
                      <a:pt x="0" y="242452"/>
                    </a:cubicBezTo>
                    <a:cubicBezTo>
                      <a:pt x="0" y="255001"/>
                      <a:pt x="10215" y="265213"/>
                      <a:pt x="22765" y="265213"/>
                    </a:cubicBezTo>
                    <a:cubicBezTo>
                      <a:pt x="33099" y="265213"/>
                      <a:pt x="41839" y="258291"/>
                      <a:pt x="44610" y="248848"/>
                    </a:cubicBezTo>
                    <a:lnTo>
                      <a:pt x="110274" y="248848"/>
                    </a:lnTo>
                    <a:cubicBezTo>
                      <a:pt x="113042" y="258291"/>
                      <a:pt x="121785" y="265213"/>
                      <a:pt x="132116" y="265213"/>
                    </a:cubicBezTo>
                    <a:cubicBezTo>
                      <a:pt x="142450" y="265213"/>
                      <a:pt x="151190" y="258291"/>
                      <a:pt x="153962" y="248848"/>
                    </a:cubicBezTo>
                    <a:lnTo>
                      <a:pt x="219622" y="248848"/>
                    </a:lnTo>
                    <a:cubicBezTo>
                      <a:pt x="222393" y="258291"/>
                      <a:pt x="231133" y="265213"/>
                      <a:pt x="241467" y="265213"/>
                    </a:cubicBezTo>
                    <a:cubicBezTo>
                      <a:pt x="254021" y="265213"/>
                      <a:pt x="264232" y="255001"/>
                      <a:pt x="264232" y="242452"/>
                    </a:cubicBezTo>
                    <a:cubicBezTo>
                      <a:pt x="264232" y="232125"/>
                      <a:pt x="257311" y="223388"/>
                      <a:pt x="247862" y="220617"/>
                    </a:cubicBezTo>
                    <a:lnTo>
                      <a:pt x="247862" y="154907"/>
                    </a:lnTo>
                    <a:cubicBezTo>
                      <a:pt x="257311" y="152136"/>
                      <a:pt x="264232" y="143399"/>
                      <a:pt x="264232" y="133068"/>
                    </a:cubicBezTo>
                    <a:close/>
                    <a:moveTo>
                      <a:pt x="251443" y="133068"/>
                    </a:moveTo>
                    <a:cubicBezTo>
                      <a:pt x="251443" y="138575"/>
                      <a:pt x="246976" y="143041"/>
                      <a:pt x="241467" y="143041"/>
                    </a:cubicBezTo>
                    <a:cubicBezTo>
                      <a:pt x="235958" y="143041"/>
                      <a:pt x="231491" y="138575"/>
                      <a:pt x="231491" y="133068"/>
                    </a:cubicBezTo>
                    <a:cubicBezTo>
                      <a:pt x="231491" y="127560"/>
                      <a:pt x="235958" y="123095"/>
                      <a:pt x="241467" y="123095"/>
                    </a:cubicBezTo>
                    <a:cubicBezTo>
                      <a:pt x="246976" y="123095"/>
                      <a:pt x="251443" y="127560"/>
                      <a:pt x="251443" y="133068"/>
                    </a:cubicBezTo>
                    <a:close/>
                    <a:moveTo>
                      <a:pt x="241467" y="12788"/>
                    </a:moveTo>
                    <a:cubicBezTo>
                      <a:pt x="246976" y="12788"/>
                      <a:pt x="251443" y="17250"/>
                      <a:pt x="251443" y="22757"/>
                    </a:cubicBezTo>
                    <a:cubicBezTo>
                      <a:pt x="251443" y="28268"/>
                      <a:pt x="246976" y="32730"/>
                      <a:pt x="241467" y="32730"/>
                    </a:cubicBezTo>
                    <a:cubicBezTo>
                      <a:pt x="235958" y="32730"/>
                      <a:pt x="231491" y="28268"/>
                      <a:pt x="231491" y="22757"/>
                    </a:cubicBezTo>
                    <a:cubicBezTo>
                      <a:pt x="231491" y="17250"/>
                      <a:pt x="235958" y="12788"/>
                      <a:pt x="241467" y="12788"/>
                    </a:cubicBezTo>
                    <a:close/>
                    <a:moveTo>
                      <a:pt x="132235" y="12788"/>
                    </a:moveTo>
                    <a:cubicBezTo>
                      <a:pt x="137744" y="12788"/>
                      <a:pt x="142208" y="17250"/>
                      <a:pt x="142208" y="22757"/>
                    </a:cubicBezTo>
                    <a:cubicBezTo>
                      <a:pt x="142208" y="28268"/>
                      <a:pt x="137744" y="32730"/>
                      <a:pt x="132235" y="32730"/>
                    </a:cubicBezTo>
                    <a:cubicBezTo>
                      <a:pt x="126723" y="32730"/>
                      <a:pt x="122259" y="28268"/>
                      <a:pt x="122259" y="22757"/>
                    </a:cubicBezTo>
                    <a:cubicBezTo>
                      <a:pt x="122259" y="17250"/>
                      <a:pt x="126723" y="12788"/>
                      <a:pt x="132235" y="12788"/>
                    </a:cubicBezTo>
                    <a:close/>
                    <a:moveTo>
                      <a:pt x="12792" y="22757"/>
                    </a:moveTo>
                    <a:cubicBezTo>
                      <a:pt x="12792" y="17250"/>
                      <a:pt x="17256" y="12788"/>
                      <a:pt x="22765" y="12788"/>
                    </a:cubicBezTo>
                    <a:cubicBezTo>
                      <a:pt x="28277" y="12788"/>
                      <a:pt x="32741" y="17250"/>
                      <a:pt x="32741" y="22757"/>
                    </a:cubicBezTo>
                    <a:cubicBezTo>
                      <a:pt x="32741" y="28268"/>
                      <a:pt x="28277" y="32730"/>
                      <a:pt x="22765" y="32730"/>
                    </a:cubicBezTo>
                    <a:cubicBezTo>
                      <a:pt x="17256" y="32730"/>
                      <a:pt x="12792" y="28268"/>
                      <a:pt x="12792" y="22757"/>
                    </a:cubicBezTo>
                    <a:close/>
                    <a:moveTo>
                      <a:pt x="12792" y="133068"/>
                    </a:moveTo>
                    <a:cubicBezTo>
                      <a:pt x="12792" y="127560"/>
                      <a:pt x="17256" y="123095"/>
                      <a:pt x="22765" y="123095"/>
                    </a:cubicBezTo>
                    <a:cubicBezTo>
                      <a:pt x="28277" y="123095"/>
                      <a:pt x="32741" y="127560"/>
                      <a:pt x="32741" y="133068"/>
                    </a:cubicBezTo>
                    <a:cubicBezTo>
                      <a:pt x="32741" y="138575"/>
                      <a:pt x="28277" y="143041"/>
                      <a:pt x="22765" y="143041"/>
                    </a:cubicBezTo>
                    <a:cubicBezTo>
                      <a:pt x="17256" y="143041"/>
                      <a:pt x="12792" y="138575"/>
                      <a:pt x="12792" y="133068"/>
                    </a:cubicBezTo>
                    <a:close/>
                    <a:moveTo>
                      <a:pt x="22765" y="252425"/>
                    </a:moveTo>
                    <a:cubicBezTo>
                      <a:pt x="17256" y="252425"/>
                      <a:pt x="12792" y="247963"/>
                      <a:pt x="12792" y="242452"/>
                    </a:cubicBezTo>
                    <a:cubicBezTo>
                      <a:pt x="12792" y="236945"/>
                      <a:pt x="17256" y="232483"/>
                      <a:pt x="22765" y="232483"/>
                    </a:cubicBezTo>
                    <a:cubicBezTo>
                      <a:pt x="28277" y="232483"/>
                      <a:pt x="32741" y="236945"/>
                      <a:pt x="32741" y="242452"/>
                    </a:cubicBezTo>
                    <a:cubicBezTo>
                      <a:pt x="32741" y="247963"/>
                      <a:pt x="28277" y="252425"/>
                      <a:pt x="22765" y="252425"/>
                    </a:cubicBezTo>
                    <a:close/>
                    <a:moveTo>
                      <a:pt x="132116" y="252425"/>
                    </a:moveTo>
                    <a:cubicBezTo>
                      <a:pt x="126607" y="252425"/>
                      <a:pt x="122140" y="247963"/>
                      <a:pt x="122140" y="242452"/>
                    </a:cubicBezTo>
                    <a:cubicBezTo>
                      <a:pt x="122140" y="236945"/>
                      <a:pt x="126607" y="232483"/>
                      <a:pt x="132116" y="232483"/>
                    </a:cubicBezTo>
                    <a:cubicBezTo>
                      <a:pt x="137625" y="232483"/>
                      <a:pt x="142092" y="236945"/>
                      <a:pt x="142092" y="242452"/>
                    </a:cubicBezTo>
                    <a:cubicBezTo>
                      <a:pt x="142092" y="247963"/>
                      <a:pt x="137625" y="252425"/>
                      <a:pt x="132116" y="252425"/>
                    </a:cubicBezTo>
                    <a:close/>
                    <a:moveTo>
                      <a:pt x="138510" y="220617"/>
                    </a:moveTo>
                    <a:lnTo>
                      <a:pt x="138510" y="187006"/>
                    </a:lnTo>
                    <a:cubicBezTo>
                      <a:pt x="138510" y="183477"/>
                      <a:pt x="135649" y="180613"/>
                      <a:pt x="132116" y="180613"/>
                    </a:cubicBezTo>
                    <a:cubicBezTo>
                      <a:pt x="128586" y="180613"/>
                      <a:pt x="125722" y="183477"/>
                      <a:pt x="125722" y="187006"/>
                    </a:cubicBezTo>
                    <a:lnTo>
                      <a:pt x="125722" y="220617"/>
                    </a:lnTo>
                    <a:cubicBezTo>
                      <a:pt x="118304" y="222790"/>
                      <a:pt x="112448" y="228645"/>
                      <a:pt x="110274" y="236060"/>
                    </a:cubicBezTo>
                    <a:lnTo>
                      <a:pt x="44610" y="236060"/>
                    </a:lnTo>
                    <a:cubicBezTo>
                      <a:pt x="44091" y="234286"/>
                      <a:pt x="43359" y="232602"/>
                      <a:pt x="42444" y="231034"/>
                    </a:cubicBezTo>
                    <a:lnTo>
                      <a:pt x="85934" y="187562"/>
                    </a:lnTo>
                    <a:cubicBezTo>
                      <a:pt x="88428" y="185064"/>
                      <a:pt x="88428" y="181017"/>
                      <a:pt x="85934" y="178523"/>
                    </a:cubicBezTo>
                    <a:cubicBezTo>
                      <a:pt x="83435" y="176025"/>
                      <a:pt x="79386" y="176025"/>
                      <a:pt x="76887" y="178523"/>
                    </a:cubicBezTo>
                    <a:lnTo>
                      <a:pt x="33174" y="222223"/>
                    </a:lnTo>
                    <a:cubicBezTo>
                      <a:pt x="31900" y="221565"/>
                      <a:pt x="30559" y="221028"/>
                      <a:pt x="29163" y="220617"/>
                    </a:cubicBezTo>
                    <a:lnTo>
                      <a:pt x="29163" y="154907"/>
                    </a:lnTo>
                    <a:cubicBezTo>
                      <a:pt x="36580" y="152730"/>
                      <a:pt x="42436" y="146879"/>
                      <a:pt x="44610" y="139460"/>
                    </a:cubicBezTo>
                    <a:lnTo>
                      <a:pt x="78236" y="139460"/>
                    </a:lnTo>
                    <a:cubicBezTo>
                      <a:pt x="81769" y="139460"/>
                      <a:pt x="84630" y="136600"/>
                      <a:pt x="84630" y="133068"/>
                    </a:cubicBezTo>
                    <a:cubicBezTo>
                      <a:pt x="84630" y="129539"/>
                      <a:pt x="81769" y="126676"/>
                      <a:pt x="78236" y="126676"/>
                    </a:cubicBezTo>
                    <a:lnTo>
                      <a:pt x="44610" y="126676"/>
                    </a:lnTo>
                    <a:cubicBezTo>
                      <a:pt x="42436" y="119260"/>
                      <a:pt x="36580" y="113406"/>
                      <a:pt x="29163" y="111233"/>
                    </a:cubicBezTo>
                    <a:lnTo>
                      <a:pt x="29163" y="44596"/>
                    </a:lnTo>
                    <a:cubicBezTo>
                      <a:pt x="30507" y="44200"/>
                      <a:pt x="31803" y="43685"/>
                      <a:pt x="33036" y="43058"/>
                    </a:cubicBezTo>
                    <a:lnTo>
                      <a:pt x="79117" y="89125"/>
                    </a:lnTo>
                    <a:cubicBezTo>
                      <a:pt x="80365" y="90372"/>
                      <a:pt x="82001" y="90999"/>
                      <a:pt x="83636" y="90999"/>
                    </a:cubicBezTo>
                    <a:cubicBezTo>
                      <a:pt x="85273" y="90999"/>
                      <a:pt x="86912" y="90372"/>
                      <a:pt x="88159" y="89125"/>
                    </a:cubicBezTo>
                    <a:cubicBezTo>
                      <a:pt x="90658" y="86627"/>
                      <a:pt x="90658" y="82580"/>
                      <a:pt x="88159" y="80086"/>
                    </a:cubicBezTo>
                    <a:lnTo>
                      <a:pt x="42369" y="34310"/>
                    </a:lnTo>
                    <a:cubicBezTo>
                      <a:pt x="43318" y="32704"/>
                      <a:pt x="44076" y="30975"/>
                      <a:pt x="44610" y="29153"/>
                    </a:cubicBezTo>
                    <a:lnTo>
                      <a:pt x="110390" y="29153"/>
                    </a:lnTo>
                    <a:cubicBezTo>
                      <a:pt x="112552" y="36528"/>
                      <a:pt x="118360" y="42363"/>
                      <a:pt x="125722" y="44563"/>
                    </a:cubicBezTo>
                    <a:lnTo>
                      <a:pt x="125722" y="81624"/>
                    </a:lnTo>
                    <a:cubicBezTo>
                      <a:pt x="125722" y="85152"/>
                      <a:pt x="128586" y="88016"/>
                      <a:pt x="132116" y="88016"/>
                    </a:cubicBezTo>
                    <a:cubicBezTo>
                      <a:pt x="135649" y="88016"/>
                      <a:pt x="138510" y="85152"/>
                      <a:pt x="138510" y="81624"/>
                    </a:cubicBezTo>
                    <a:lnTo>
                      <a:pt x="138510" y="44630"/>
                    </a:lnTo>
                    <a:cubicBezTo>
                      <a:pt x="145984" y="42483"/>
                      <a:pt x="151892" y="36606"/>
                      <a:pt x="154077" y="29153"/>
                    </a:cubicBezTo>
                    <a:lnTo>
                      <a:pt x="219622" y="29153"/>
                    </a:lnTo>
                    <a:cubicBezTo>
                      <a:pt x="220107" y="30804"/>
                      <a:pt x="220772" y="32379"/>
                      <a:pt x="221601" y="33854"/>
                    </a:cubicBezTo>
                    <a:lnTo>
                      <a:pt x="174145" y="81292"/>
                    </a:lnTo>
                    <a:cubicBezTo>
                      <a:pt x="171650" y="83790"/>
                      <a:pt x="171650" y="87837"/>
                      <a:pt x="174145" y="90335"/>
                    </a:cubicBezTo>
                    <a:cubicBezTo>
                      <a:pt x="175396" y="91582"/>
                      <a:pt x="177032" y="92205"/>
                      <a:pt x="178668" y="92205"/>
                    </a:cubicBezTo>
                    <a:cubicBezTo>
                      <a:pt x="180304" y="92205"/>
                      <a:pt x="181940" y="91582"/>
                      <a:pt x="183191" y="90335"/>
                    </a:cubicBezTo>
                    <a:lnTo>
                      <a:pt x="230722" y="42815"/>
                    </a:lnTo>
                    <a:cubicBezTo>
                      <a:pt x="232093" y="43555"/>
                      <a:pt x="233549" y="44152"/>
                      <a:pt x="235073" y="44596"/>
                    </a:cubicBezTo>
                    <a:lnTo>
                      <a:pt x="235073" y="111233"/>
                    </a:lnTo>
                    <a:cubicBezTo>
                      <a:pt x="227656" y="113406"/>
                      <a:pt x="221799" y="119260"/>
                      <a:pt x="219622" y="126676"/>
                    </a:cubicBezTo>
                    <a:lnTo>
                      <a:pt x="186564" y="126676"/>
                    </a:lnTo>
                    <a:cubicBezTo>
                      <a:pt x="183034" y="126676"/>
                      <a:pt x="180170" y="129539"/>
                      <a:pt x="180170" y="133068"/>
                    </a:cubicBezTo>
                    <a:cubicBezTo>
                      <a:pt x="180170" y="136600"/>
                      <a:pt x="183034" y="139460"/>
                      <a:pt x="186564" y="139460"/>
                    </a:cubicBezTo>
                    <a:lnTo>
                      <a:pt x="219622" y="139460"/>
                    </a:lnTo>
                    <a:cubicBezTo>
                      <a:pt x="221799" y="146875"/>
                      <a:pt x="227652" y="152730"/>
                      <a:pt x="235073" y="154907"/>
                    </a:cubicBezTo>
                    <a:lnTo>
                      <a:pt x="235073" y="220617"/>
                    </a:lnTo>
                    <a:cubicBezTo>
                      <a:pt x="233482" y="221084"/>
                      <a:pt x="231962" y="221715"/>
                      <a:pt x="230535" y="222499"/>
                    </a:cubicBezTo>
                    <a:lnTo>
                      <a:pt x="184965" y="176861"/>
                    </a:lnTo>
                    <a:cubicBezTo>
                      <a:pt x="182470" y="174363"/>
                      <a:pt x="178422" y="174359"/>
                      <a:pt x="175923" y="176854"/>
                    </a:cubicBezTo>
                    <a:cubicBezTo>
                      <a:pt x="173424" y="179348"/>
                      <a:pt x="173421" y="183395"/>
                      <a:pt x="175916" y="185893"/>
                    </a:cubicBezTo>
                    <a:lnTo>
                      <a:pt x="221497" y="231542"/>
                    </a:lnTo>
                    <a:cubicBezTo>
                      <a:pt x="220716" y="232965"/>
                      <a:pt x="220089" y="234477"/>
                      <a:pt x="219622" y="236060"/>
                    </a:cubicBezTo>
                    <a:lnTo>
                      <a:pt x="153962" y="236060"/>
                    </a:lnTo>
                    <a:cubicBezTo>
                      <a:pt x="151784" y="228645"/>
                      <a:pt x="145928" y="222790"/>
                      <a:pt x="138510" y="220617"/>
                    </a:cubicBezTo>
                    <a:close/>
                    <a:moveTo>
                      <a:pt x="251443" y="242452"/>
                    </a:moveTo>
                    <a:cubicBezTo>
                      <a:pt x="251443" y="247963"/>
                      <a:pt x="246976" y="252425"/>
                      <a:pt x="241467" y="252425"/>
                    </a:cubicBezTo>
                    <a:cubicBezTo>
                      <a:pt x="235958" y="252425"/>
                      <a:pt x="231491" y="247963"/>
                      <a:pt x="231491" y="242452"/>
                    </a:cubicBezTo>
                    <a:cubicBezTo>
                      <a:pt x="231491" y="236945"/>
                      <a:pt x="235958" y="232483"/>
                      <a:pt x="241467" y="232483"/>
                    </a:cubicBezTo>
                    <a:cubicBezTo>
                      <a:pt x="246976" y="232483"/>
                      <a:pt x="251443" y="236945"/>
                      <a:pt x="251443" y="242452"/>
                    </a:cubicBez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584" name="Google Shape;2584;p90"/>
              <p:cNvSpPr/>
              <p:nvPr/>
            </p:nvSpPr>
            <p:spPr>
              <a:xfrm>
                <a:off x="3197499" y="3267706"/>
                <a:ext cx="77735" cy="77714"/>
              </a:xfrm>
              <a:custGeom>
                <a:avLst/>
                <a:gdLst/>
                <a:ahLst/>
                <a:cxnLst/>
                <a:rect l="l" t="t" r="r" b="b"/>
                <a:pathLst>
                  <a:path w="77735" h="77714" extrusionOk="0">
                    <a:moveTo>
                      <a:pt x="77735" y="67984"/>
                    </a:moveTo>
                    <a:lnTo>
                      <a:pt x="77735" y="9726"/>
                    </a:lnTo>
                    <a:cubicBezTo>
                      <a:pt x="77735" y="4354"/>
                      <a:pt x="73380" y="0"/>
                      <a:pt x="68006" y="0"/>
                    </a:cubicBezTo>
                    <a:lnTo>
                      <a:pt x="9729" y="0"/>
                    </a:lnTo>
                    <a:cubicBezTo>
                      <a:pt x="4355" y="0"/>
                      <a:pt x="0" y="4354"/>
                      <a:pt x="0" y="9726"/>
                    </a:cubicBezTo>
                    <a:lnTo>
                      <a:pt x="0" y="67984"/>
                    </a:lnTo>
                    <a:cubicBezTo>
                      <a:pt x="0" y="73357"/>
                      <a:pt x="4355" y="77715"/>
                      <a:pt x="9729" y="77715"/>
                    </a:cubicBezTo>
                    <a:lnTo>
                      <a:pt x="68006" y="77715"/>
                    </a:lnTo>
                    <a:cubicBezTo>
                      <a:pt x="73380" y="77715"/>
                      <a:pt x="77735" y="73357"/>
                      <a:pt x="77735" y="67984"/>
                    </a:cubicBezTo>
                    <a:close/>
                    <a:moveTo>
                      <a:pt x="58272" y="58258"/>
                    </a:moveTo>
                    <a:lnTo>
                      <a:pt x="19463" y="58258"/>
                    </a:lnTo>
                    <a:lnTo>
                      <a:pt x="19463" y="19457"/>
                    </a:lnTo>
                    <a:lnTo>
                      <a:pt x="58272" y="19457"/>
                    </a:lnTo>
                    <a:lnTo>
                      <a:pt x="58272" y="58258"/>
                    </a:lnTo>
                    <a:close/>
                  </a:path>
                </a:pathLst>
              </a:custGeom>
              <a:solidFill>
                <a:srgbClr val="FFFFF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grpSp>
        <p:nvGrpSpPr>
          <p:cNvPr id="2585" name="Google Shape;2585;p90"/>
          <p:cNvGrpSpPr/>
          <p:nvPr/>
        </p:nvGrpSpPr>
        <p:grpSpPr>
          <a:xfrm>
            <a:off x="7478827" y="3256572"/>
            <a:ext cx="897045" cy="223250"/>
            <a:chOff x="4699000" y="3079749"/>
            <a:chExt cx="2798019" cy="696135"/>
          </a:xfrm>
        </p:grpSpPr>
        <p:sp>
          <p:nvSpPr>
            <p:cNvPr id="2586" name="Google Shape;2586;p90"/>
            <p:cNvSpPr/>
            <p:nvPr/>
          </p:nvSpPr>
          <p:spPr>
            <a:xfrm>
              <a:off x="5525914" y="3330620"/>
              <a:ext cx="170837" cy="191087"/>
            </a:xfrm>
            <a:custGeom>
              <a:avLst/>
              <a:gdLst/>
              <a:ahLst/>
              <a:cxnLst/>
              <a:rect l="l" t="t" r="r" b="b"/>
              <a:pathLst>
                <a:path w="170837" h="191087" extrusionOk="0">
                  <a:moveTo>
                    <a:pt x="170838" y="95544"/>
                  </a:moveTo>
                  <a:cubicBezTo>
                    <a:pt x="170838" y="109555"/>
                    <a:pt x="168481" y="122414"/>
                    <a:pt x="163786" y="134130"/>
                  </a:cubicBezTo>
                  <a:cubicBezTo>
                    <a:pt x="159082" y="145855"/>
                    <a:pt x="152468" y="155940"/>
                    <a:pt x="143962" y="164393"/>
                  </a:cubicBezTo>
                  <a:cubicBezTo>
                    <a:pt x="135438" y="172846"/>
                    <a:pt x="125193" y="179409"/>
                    <a:pt x="113224" y="184082"/>
                  </a:cubicBezTo>
                  <a:cubicBezTo>
                    <a:pt x="101252" y="188756"/>
                    <a:pt x="87990" y="191088"/>
                    <a:pt x="73448" y="191088"/>
                  </a:cubicBezTo>
                  <a:lnTo>
                    <a:pt x="0" y="191088"/>
                  </a:lnTo>
                  <a:lnTo>
                    <a:pt x="0" y="0"/>
                  </a:lnTo>
                  <a:lnTo>
                    <a:pt x="73448" y="0"/>
                  </a:lnTo>
                  <a:cubicBezTo>
                    <a:pt x="87990" y="0"/>
                    <a:pt x="101252" y="2360"/>
                    <a:pt x="113224" y="7070"/>
                  </a:cubicBezTo>
                  <a:cubicBezTo>
                    <a:pt x="125193" y="11790"/>
                    <a:pt x="135438" y="18353"/>
                    <a:pt x="143962" y="26759"/>
                  </a:cubicBezTo>
                  <a:cubicBezTo>
                    <a:pt x="152468" y="35175"/>
                    <a:pt x="159082" y="45242"/>
                    <a:pt x="163786" y="56958"/>
                  </a:cubicBezTo>
                  <a:cubicBezTo>
                    <a:pt x="168481" y="68674"/>
                    <a:pt x="170838" y="81533"/>
                    <a:pt x="170838" y="95544"/>
                  </a:cubicBezTo>
                  <a:close/>
                  <a:moveTo>
                    <a:pt x="134250" y="95544"/>
                  </a:moveTo>
                  <a:cubicBezTo>
                    <a:pt x="134250" y="85063"/>
                    <a:pt x="132824" y="75651"/>
                    <a:pt x="129992" y="67337"/>
                  </a:cubicBezTo>
                  <a:cubicBezTo>
                    <a:pt x="127151" y="59004"/>
                    <a:pt x="123118" y="51962"/>
                    <a:pt x="117883" y="46191"/>
                  </a:cubicBezTo>
                  <a:cubicBezTo>
                    <a:pt x="112650" y="40420"/>
                    <a:pt x="106282" y="35996"/>
                    <a:pt x="98793" y="32908"/>
                  </a:cubicBezTo>
                  <a:cubicBezTo>
                    <a:pt x="91294" y="29820"/>
                    <a:pt x="82849" y="28281"/>
                    <a:pt x="73448" y="28281"/>
                  </a:cubicBezTo>
                  <a:lnTo>
                    <a:pt x="36056" y="28281"/>
                  </a:lnTo>
                  <a:lnTo>
                    <a:pt x="36056" y="162807"/>
                  </a:lnTo>
                  <a:lnTo>
                    <a:pt x="73448" y="162807"/>
                  </a:lnTo>
                  <a:cubicBezTo>
                    <a:pt x="82849" y="162807"/>
                    <a:pt x="91294" y="161268"/>
                    <a:pt x="98793" y="158189"/>
                  </a:cubicBezTo>
                  <a:cubicBezTo>
                    <a:pt x="106282" y="155101"/>
                    <a:pt x="112650" y="150667"/>
                    <a:pt x="117883" y="144897"/>
                  </a:cubicBezTo>
                  <a:cubicBezTo>
                    <a:pt x="123118" y="139126"/>
                    <a:pt x="127151" y="132084"/>
                    <a:pt x="129992" y="123760"/>
                  </a:cubicBezTo>
                  <a:cubicBezTo>
                    <a:pt x="132824" y="115437"/>
                    <a:pt x="134250" y="106034"/>
                    <a:pt x="134250" y="95544"/>
                  </a:cubicBez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87" name="Google Shape;2587;p90"/>
            <p:cNvSpPr/>
            <p:nvPr/>
          </p:nvSpPr>
          <p:spPr>
            <a:xfrm>
              <a:off x="5716177" y="3383614"/>
              <a:ext cx="113755" cy="140205"/>
            </a:xfrm>
            <a:custGeom>
              <a:avLst/>
              <a:gdLst/>
              <a:ahLst/>
              <a:cxnLst/>
              <a:rect l="l" t="t" r="r" b="b"/>
              <a:pathLst>
                <a:path w="113755" h="140205" extrusionOk="0">
                  <a:moveTo>
                    <a:pt x="113756" y="138094"/>
                  </a:moveTo>
                  <a:lnTo>
                    <a:pt x="98987" y="138094"/>
                  </a:lnTo>
                  <a:cubicBezTo>
                    <a:pt x="95880" y="138094"/>
                    <a:pt x="93447" y="137634"/>
                    <a:pt x="91670" y="136703"/>
                  </a:cubicBezTo>
                  <a:cubicBezTo>
                    <a:pt x="89893" y="135781"/>
                    <a:pt x="88562" y="133910"/>
                    <a:pt x="87678" y="131089"/>
                  </a:cubicBezTo>
                  <a:lnTo>
                    <a:pt x="84751" y="121438"/>
                  </a:lnTo>
                  <a:cubicBezTo>
                    <a:pt x="81292" y="124535"/>
                    <a:pt x="77899" y="127236"/>
                    <a:pt x="74573" y="129568"/>
                  </a:cubicBezTo>
                  <a:cubicBezTo>
                    <a:pt x="71247" y="131909"/>
                    <a:pt x="67807" y="133864"/>
                    <a:pt x="64262" y="135449"/>
                  </a:cubicBezTo>
                  <a:cubicBezTo>
                    <a:pt x="60717" y="137034"/>
                    <a:pt x="56944" y="138233"/>
                    <a:pt x="52953" y="139026"/>
                  </a:cubicBezTo>
                  <a:cubicBezTo>
                    <a:pt x="48962" y="139818"/>
                    <a:pt x="44533" y="140206"/>
                    <a:pt x="39648" y="140206"/>
                  </a:cubicBezTo>
                  <a:cubicBezTo>
                    <a:pt x="33880" y="140206"/>
                    <a:pt x="28558" y="139431"/>
                    <a:pt x="23683" y="137891"/>
                  </a:cubicBezTo>
                  <a:cubicBezTo>
                    <a:pt x="18807" y="136343"/>
                    <a:pt x="14607" y="134030"/>
                    <a:pt x="11110" y="130932"/>
                  </a:cubicBezTo>
                  <a:cubicBezTo>
                    <a:pt x="7603" y="127835"/>
                    <a:pt x="4875" y="123991"/>
                    <a:pt x="2927" y="119392"/>
                  </a:cubicBezTo>
                  <a:cubicBezTo>
                    <a:pt x="979" y="114800"/>
                    <a:pt x="0" y="109454"/>
                    <a:pt x="0" y="103353"/>
                  </a:cubicBezTo>
                  <a:cubicBezTo>
                    <a:pt x="0" y="98227"/>
                    <a:pt x="1359" y="93157"/>
                    <a:pt x="4058" y="88161"/>
                  </a:cubicBezTo>
                  <a:cubicBezTo>
                    <a:pt x="6766" y="83174"/>
                    <a:pt x="11271" y="78666"/>
                    <a:pt x="17562" y="74647"/>
                  </a:cubicBezTo>
                  <a:cubicBezTo>
                    <a:pt x="23863" y="70629"/>
                    <a:pt x="32245" y="67291"/>
                    <a:pt x="42708" y="64637"/>
                  </a:cubicBezTo>
                  <a:cubicBezTo>
                    <a:pt x="53172" y="61982"/>
                    <a:pt x="66172" y="60654"/>
                    <a:pt x="81691" y="60654"/>
                  </a:cubicBezTo>
                  <a:lnTo>
                    <a:pt x="81691" y="52672"/>
                  </a:lnTo>
                  <a:cubicBezTo>
                    <a:pt x="81691" y="43528"/>
                    <a:pt x="79762" y="36752"/>
                    <a:pt x="75904" y="32356"/>
                  </a:cubicBezTo>
                  <a:cubicBezTo>
                    <a:pt x="72045" y="27967"/>
                    <a:pt x="66429" y="25774"/>
                    <a:pt x="59073" y="25774"/>
                  </a:cubicBezTo>
                  <a:cubicBezTo>
                    <a:pt x="53751" y="25774"/>
                    <a:pt x="49313" y="26383"/>
                    <a:pt x="45768" y="27617"/>
                  </a:cubicBezTo>
                  <a:cubicBezTo>
                    <a:pt x="42214" y="28853"/>
                    <a:pt x="39135" y="30236"/>
                    <a:pt x="36522" y="31784"/>
                  </a:cubicBezTo>
                  <a:cubicBezTo>
                    <a:pt x="33899" y="33323"/>
                    <a:pt x="31494" y="34715"/>
                    <a:pt x="29270" y="35950"/>
                  </a:cubicBezTo>
                  <a:cubicBezTo>
                    <a:pt x="27056" y="37176"/>
                    <a:pt x="24614" y="37794"/>
                    <a:pt x="21953" y="37794"/>
                  </a:cubicBezTo>
                  <a:cubicBezTo>
                    <a:pt x="19729" y="37794"/>
                    <a:pt x="17828" y="37223"/>
                    <a:pt x="16232" y="36079"/>
                  </a:cubicBezTo>
                  <a:cubicBezTo>
                    <a:pt x="14635" y="34936"/>
                    <a:pt x="13343" y="33517"/>
                    <a:pt x="12373" y="31849"/>
                  </a:cubicBezTo>
                  <a:lnTo>
                    <a:pt x="6386" y="21404"/>
                  </a:lnTo>
                  <a:cubicBezTo>
                    <a:pt x="22086" y="7135"/>
                    <a:pt x="41017" y="0"/>
                    <a:pt x="63198" y="0"/>
                  </a:cubicBezTo>
                  <a:cubicBezTo>
                    <a:pt x="71181" y="0"/>
                    <a:pt x="78299" y="1300"/>
                    <a:pt x="84552" y="3899"/>
                  </a:cubicBezTo>
                  <a:cubicBezTo>
                    <a:pt x="90805" y="6499"/>
                    <a:pt x="96098" y="10103"/>
                    <a:pt x="100451" y="14731"/>
                  </a:cubicBezTo>
                  <a:cubicBezTo>
                    <a:pt x="104794" y="19358"/>
                    <a:pt x="108101" y="24889"/>
                    <a:pt x="110363" y="31323"/>
                  </a:cubicBezTo>
                  <a:cubicBezTo>
                    <a:pt x="112625" y="37757"/>
                    <a:pt x="113756" y="44799"/>
                    <a:pt x="113756" y="52469"/>
                  </a:cubicBezTo>
                  <a:lnTo>
                    <a:pt x="113756" y="138094"/>
                  </a:lnTo>
                  <a:close/>
                  <a:moveTo>
                    <a:pt x="49893" y="117751"/>
                  </a:moveTo>
                  <a:cubicBezTo>
                    <a:pt x="53267" y="117751"/>
                    <a:pt x="56374" y="117437"/>
                    <a:pt x="59206" y="116829"/>
                  </a:cubicBezTo>
                  <a:cubicBezTo>
                    <a:pt x="62038" y="116220"/>
                    <a:pt x="64728" y="115317"/>
                    <a:pt x="67256" y="114100"/>
                  </a:cubicBezTo>
                  <a:cubicBezTo>
                    <a:pt x="69784" y="112883"/>
                    <a:pt x="72226" y="111390"/>
                    <a:pt x="74573" y="109620"/>
                  </a:cubicBezTo>
                  <a:cubicBezTo>
                    <a:pt x="76921" y="107832"/>
                    <a:pt x="79296" y="105730"/>
                    <a:pt x="81691" y="103306"/>
                  </a:cubicBezTo>
                  <a:lnTo>
                    <a:pt x="81691" y="80612"/>
                  </a:lnTo>
                  <a:cubicBezTo>
                    <a:pt x="72112" y="80612"/>
                    <a:pt x="64100" y="81211"/>
                    <a:pt x="57676" y="82409"/>
                  </a:cubicBezTo>
                  <a:cubicBezTo>
                    <a:pt x="51252" y="83608"/>
                    <a:pt x="46082" y="85138"/>
                    <a:pt x="42176" y="86999"/>
                  </a:cubicBezTo>
                  <a:cubicBezTo>
                    <a:pt x="38270" y="88861"/>
                    <a:pt x="35495" y="91037"/>
                    <a:pt x="33861" y="93525"/>
                  </a:cubicBezTo>
                  <a:cubicBezTo>
                    <a:pt x="32226" y="96005"/>
                    <a:pt x="31399" y="98707"/>
                    <a:pt x="31399" y="101637"/>
                  </a:cubicBezTo>
                  <a:cubicBezTo>
                    <a:pt x="31399" y="107408"/>
                    <a:pt x="33100" y="111537"/>
                    <a:pt x="36522" y="114017"/>
                  </a:cubicBezTo>
                  <a:cubicBezTo>
                    <a:pt x="39933" y="116497"/>
                    <a:pt x="44390" y="117751"/>
                    <a:pt x="49893" y="117751"/>
                  </a:cubicBez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88" name="Google Shape;2588;p90"/>
            <p:cNvSpPr/>
            <p:nvPr/>
          </p:nvSpPr>
          <p:spPr>
            <a:xfrm>
              <a:off x="5849890" y="3344632"/>
              <a:ext cx="93000" cy="179187"/>
            </a:xfrm>
            <a:custGeom>
              <a:avLst/>
              <a:gdLst/>
              <a:ahLst/>
              <a:cxnLst/>
              <a:rect l="l" t="t" r="r" b="b"/>
              <a:pathLst>
                <a:path w="93000" h="179187" extrusionOk="0">
                  <a:moveTo>
                    <a:pt x="57211" y="179188"/>
                  </a:moveTo>
                  <a:cubicBezTo>
                    <a:pt x="45417" y="179188"/>
                    <a:pt x="36332" y="175869"/>
                    <a:pt x="29936" y="169214"/>
                  </a:cubicBezTo>
                  <a:cubicBezTo>
                    <a:pt x="23549" y="162558"/>
                    <a:pt x="20356" y="153377"/>
                    <a:pt x="20356" y="141661"/>
                  </a:cubicBezTo>
                  <a:lnTo>
                    <a:pt x="20356" y="65936"/>
                  </a:lnTo>
                  <a:lnTo>
                    <a:pt x="6519" y="65936"/>
                  </a:lnTo>
                  <a:cubicBezTo>
                    <a:pt x="4742" y="65936"/>
                    <a:pt x="3212" y="65365"/>
                    <a:pt x="1929" y="64221"/>
                  </a:cubicBezTo>
                  <a:cubicBezTo>
                    <a:pt x="646" y="63078"/>
                    <a:pt x="0" y="61363"/>
                    <a:pt x="0" y="59069"/>
                  </a:cubicBezTo>
                  <a:lnTo>
                    <a:pt x="0" y="46117"/>
                  </a:lnTo>
                  <a:lnTo>
                    <a:pt x="21953" y="42550"/>
                  </a:lnTo>
                  <a:lnTo>
                    <a:pt x="28871" y="5548"/>
                  </a:lnTo>
                  <a:cubicBezTo>
                    <a:pt x="29233" y="3788"/>
                    <a:pt x="30040" y="2424"/>
                    <a:pt x="31333" y="1447"/>
                  </a:cubicBezTo>
                  <a:cubicBezTo>
                    <a:pt x="32616" y="488"/>
                    <a:pt x="34241" y="0"/>
                    <a:pt x="36189" y="0"/>
                  </a:cubicBezTo>
                  <a:lnTo>
                    <a:pt x="53219" y="0"/>
                  </a:lnTo>
                  <a:lnTo>
                    <a:pt x="53219" y="42688"/>
                  </a:lnTo>
                  <a:lnTo>
                    <a:pt x="89142" y="42688"/>
                  </a:lnTo>
                  <a:lnTo>
                    <a:pt x="89142" y="65936"/>
                  </a:lnTo>
                  <a:lnTo>
                    <a:pt x="53219" y="65936"/>
                  </a:lnTo>
                  <a:lnTo>
                    <a:pt x="53219" y="139412"/>
                  </a:lnTo>
                  <a:cubicBezTo>
                    <a:pt x="53219" y="143643"/>
                    <a:pt x="54283" y="146943"/>
                    <a:pt x="56412" y="149321"/>
                  </a:cubicBezTo>
                  <a:cubicBezTo>
                    <a:pt x="58550" y="151699"/>
                    <a:pt x="61373" y="152898"/>
                    <a:pt x="64927" y="152898"/>
                  </a:cubicBezTo>
                  <a:cubicBezTo>
                    <a:pt x="66970" y="152898"/>
                    <a:pt x="68672" y="152658"/>
                    <a:pt x="70050" y="152161"/>
                  </a:cubicBezTo>
                  <a:cubicBezTo>
                    <a:pt x="71428" y="151681"/>
                    <a:pt x="72625" y="151174"/>
                    <a:pt x="73642" y="150649"/>
                  </a:cubicBezTo>
                  <a:cubicBezTo>
                    <a:pt x="74668" y="150114"/>
                    <a:pt x="75581" y="149616"/>
                    <a:pt x="76369" y="149128"/>
                  </a:cubicBezTo>
                  <a:cubicBezTo>
                    <a:pt x="77168" y="148639"/>
                    <a:pt x="77966" y="148399"/>
                    <a:pt x="78764" y="148399"/>
                  </a:cubicBezTo>
                  <a:cubicBezTo>
                    <a:pt x="79743" y="148399"/>
                    <a:pt x="80541" y="148639"/>
                    <a:pt x="81159" y="149128"/>
                  </a:cubicBezTo>
                  <a:cubicBezTo>
                    <a:pt x="81786" y="149616"/>
                    <a:pt x="82442" y="150335"/>
                    <a:pt x="83155" y="151312"/>
                  </a:cubicBezTo>
                  <a:lnTo>
                    <a:pt x="93000" y="167167"/>
                  </a:lnTo>
                  <a:cubicBezTo>
                    <a:pt x="88220" y="171131"/>
                    <a:pt x="82708" y="174127"/>
                    <a:pt x="76502" y="176146"/>
                  </a:cubicBezTo>
                  <a:cubicBezTo>
                    <a:pt x="70297" y="178173"/>
                    <a:pt x="63863" y="179188"/>
                    <a:pt x="57211" y="179188"/>
                  </a:cubicBez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89" name="Google Shape;2589;p90"/>
            <p:cNvSpPr/>
            <p:nvPr/>
          </p:nvSpPr>
          <p:spPr>
            <a:xfrm>
              <a:off x="5958457" y="3383614"/>
              <a:ext cx="113755" cy="140205"/>
            </a:xfrm>
            <a:custGeom>
              <a:avLst/>
              <a:gdLst/>
              <a:ahLst/>
              <a:cxnLst/>
              <a:rect l="l" t="t" r="r" b="b"/>
              <a:pathLst>
                <a:path w="113755" h="140205" extrusionOk="0">
                  <a:moveTo>
                    <a:pt x="113756" y="138094"/>
                  </a:moveTo>
                  <a:lnTo>
                    <a:pt x="98987" y="138094"/>
                  </a:lnTo>
                  <a:cubicBezTo>
                    <a:pt x="95889" y="138094"/>
                    <a:pt x="93447" y="137634"/>
                    <a:pt x="91679" y="136703"/>
                  </a:cubicBezTo>
                  <a:cubicBezTo>
                    <a:pt x="89893" y="135781"/>
                    <a:pt x="88572" y="133910"/>
                    <a:pt x="87688" y="131089"/>
                  </a:cubicBezTo>
                  <a:lnTo>
                    <a:pt x="84751" y="121438"/>
                  </a:lnTo>
                  <a:cubicBezTo>
                    <a:pt x="81302" y="124535"/>
                    <a:pt x="77899" y="127236"/>
                    <a:pt x="74583" y="129568"/>
                  </a:cubicBezTo>
                  <a:cubicBezTo>
                    <a:pt x="71247" y="131909"/>
                    <a:pt x="67816" y="133864"/>
                    <a:pt x="64272" y="135449"/>
                  </a:cubicBezTo>
                  <a:cubicBezTo>
                    <a:pt x="60717" y="137034"/>
                    <a:pt x="56944" y="138233"/>
                    <a:pt x="52953" y="139026"/>
                  </a:cubicBezTo>
                  <a:cubicBezTo>
                    <a:pt x="48971" y="139818"/>
                    <a:pt x="44533" y="140206"/>
                    <a:pt x="39648" y="140206"/>
                  </a:cubicBezTo>
                  <a:cubicBezTo>
                    <a:pt x="33889" y="140206"/>
                    <a:pt x="28567" y="139431"/>
                    <a:pt x="23683" y="137891"/>
                  </a:cubicBezTo>
                  <a:cubicBezTo>
                    <a:pt x="18807" y="136343"/>
                    <a:pt x="14607" y="134030"/>
                    <a:pt x="11119" y="130932"/>
                  </a:cubicBezTo>
                  <a:cubicBezTo>
                    <a:pt x="7603" y="127835"/>
                    <a:pt x="4875" y="123991"/>
                    <a:pt x="2927" y="119392"/>
                  </a:cubicBezTo>
                  <a:cubicBezTo>
                    <a:pt x="979" y="114800"/>
                    <a:pt x="0" y="109454"/>
                    <a:pt x="0" y="103353"/>
                  </a:cubicBezTo>
                  <a:cubicBezTo>
                    <a:pt x="0" y="98227"/>
                    <a:pt x="1359" y="93157"/>
                    <a:pt x="4058" y="88161"/>
                  </a:cubicBezTo>
                  <a:cubicBezTo>
                    <a:pt x="6766" y="83174"/>
                    <a:pt x="11271" y="78666"/>
                    <a:pt x="17562" y="74647"/>
                  </a:cubicBezTo>
                  <a:cubicBezTo>
                    <a:pt x="23863" y="70629"/>
                    <a:pt x="32245" y="67291"/>
                    <a:pt x="42708" y="64637"/>
                  </a:cubicBezTo>
                  <a:cubicBezTo>
                    <a:pt x="53181" y="61982"/>
                    <a:pt x="66172" y="60654"/>
                    <a:pt x="81701" y="60654"/>
                  </a:cubicBezTo>
                  <a:lnTo>
                    <a:pt x="81701" y="52672"/>
                  </a:lnTo>
                  <a:cubicBezTo>
                    <a:pt x="81701" y="43528"/>
                    <a:pt x="79772" y="36752"/>
                    <a:pt x="75904" y="32356"/>
                  </a:cubicBezTo>
                  <a:cubicBezTo>
                    <a:pt x="72045" y="27967"/>
                    <a:pt x="66438" y="25774"/>
                    <a:pt x="59073" y="25774"/>
                  </a:cubicBezTo>
                  <a:cubicBezTo>
                    <a:pt x="53751" y="25774"/>
                    <a:pt x="49323" y="26383"/>
                    <a:pt x="45778" y="27617"/>
                  </a:cubicBezTo>
                  <a:cubicBezTo>
                    <a:pt x="42224" y="28853"/>
                    <a:pt x="39135" y="30236"/>
                    <a:pt x="36522" y="31784"/>
                  </a:cubicBezTo>
                  <a:cubicBezTo>
                    <a:pt x="33908" y="33323"/>
                    <a:pt x="31494" y="34715"/>
                    <a:pt x="29270" y="35950"/>
                  </a:cubicBezTo>
                  <a:cubicBezTo>
                    <a:pt x="27056" y="37176"/>
                    <a:pt x="24614" y="37794"/>
                    <a:pt x="21962" y="37794"/>
                  </a:cubicBezTo>
                  <a:cubicBezTo>
                    <a:pt x="19739" y="37794"/>
                    <a:pt x="17828" y="37223"/>
                    <a:pt x="16232" y="36079"/>
                  </a:cubicBezTo>
                  <a:cubicBezTo>
                    <a:pt x="14635" y="34936"/>
                    <a:pt x="13343" y="33517"/>
                    <a:pt x="12383" y="31849"/>
                  </a:cubicBezTo>
                  <a:lnTo>
                    <a:pt x="6386" y="21404"/>
                  </a:lnTo>
                  <a:cubicBezTo>
                    <a:pt x="22086" y="7135"/>
                    <a:pt x="41026" y="0"/>
                    <a:pt x="63207" y="0"/>
                  </a:cubicBezTo>
                  <a:cubicBezTo>
                    <a:pt x="71181" y="0"/>
                    <a:pt x="78299" y="1300"/>
                    <a:pt x="84561" y="3899"/>
                  </a:cubicBezTo>
                  <a:cubicBezTo>
                    <a:pt x="90815" y="6499"/>
                    <a:pt x="96108" y="10103"/>
                    <a:pt x="100461" y="14731"/>
                  </a:cubicBezTo>
                  <a:cubicBezTo>
                    <a:pt x="104804" y="19358"/>
                    <a:pt x="108101" y="24889"/>
                    <a:pt x="110363" y="31323"/>
                  </a:cubicBezTo>
                  <a:cubicBezTo>
                    <a:pt x="112634" y="37757"/>
                    <a:pt x="113756" y="44799"/>
                    <a:pt x="113756" y="52469"/>
                  </a:cubicBezTo>
                  <a:lnTo>
                    <a:pt x="113756" y="138094"/>
                  </a:lnTo>
                  <a:close/>
                  <a:moveTo>
                    <a:pt x="49893" y="117751"/>
                  </a:moveTo>
                  <a:cubicBezTo>
                    <a:pt x="53267" y="117751"/>
                    <a:pt x="56374" y="117437"/>
                    <a:pt x="59216" y="116829"/>
                  </a:cubicBezTo>
                  <a:cubicBezTo>
                    <a:pt x="62048" y="116220"/>
                    <a:pt x="64737" y="115317"/>
                    <a:pt x="67256" y="114100"/>
                  </a:cubicBezTo>
                  <a:cubicBezTo>
                    <a:pt x="69784" y="112883"/>
                    <a:pt x="72226" y="111390"/>
                    <a:pt x="74583" y="109620"/>
                  </a:cubicBezTo>
                  <a:cubicBezTo>
                    <a:pt x="76930" y="107832"/>
                    <a:pt x="79296" y="105730"/>
                    <a:pt x="81701" y="103306"/>
                  </a:cubicBezTo>
                  <a:lnTo>
                    <a:pt x="81701" y="80612"/>
                  </a:lnTo>
                  <a:cubicBezTo>
                    <a:pt x="72112" y="80612"/>
                    <a:pt x="64110" y="81211"/>
                    <a:pt x="57686" y="82409"/>
                  </a:cubicBezTo>
                  <a:cubicBezTo>
                    <a:pt x="51252" y="83608"/>
                    <a:pt x="46082" y="85138"/>
                    <a:pt x="42186" y="86999"/>
                  </a:cubicBezTo>
                  <a:cubicBezTo>
                    <a:pt x="38280" y="88861"/>
                    <a:pt x="35505" y="91037"/>
                    <a:pt x="33870" y="93525"/>
                  </a:cubicBezTo>
                  <a:cubicBezTo>
                    <a:pt x="32226" y="96005"/>
                    <a:pt x="31409" y="98707"/>
                    <a:pt x="31409" y="101637"/>
                  </a:cubicBezTo>
                  <a:cubicBezTo>
                    <a:pt x="31409" y="107408"/>
                    <a:pt x="33110" y="111537"/>
                    <a:pt x="36522" y="114017"/>
                  </a:cubicBezTo>
                  <a:cubicBezTo>
                    <a:pt x="39933" y="116497"/>
                    <a:pt x="44400" y="117751"/>
                    <a:pt x="49893" y="117751"/>
                  </a:cubicBez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90" name="Google Shape;2590;p90"/>
            <p:cNvSpPr/>
            <p:nvPr/>
          </p:nvSpPr>
          <p:spPr>
            <a:xfrm>
              <a:off x="6139934" y="3330620"/>
              <a:ext cx="275275" cy="191087"/>
            </a:xfrm>
            <a:custGeom>
              <a:avLst/>
              <a:gdLst/>
              <a:ahLst/>
              <a:cxnLst/>
              <a:rect l="l" t="t" r="r" b="b"/>
              <a:pathLst>
                <a:path w="275275" h="191087" extrusionOk="0">
                  <a:moveTo>
                    <a:pt x="0" y="0"/>
                  </a:moveTo>
                  <a:lnTo>
                    <a:pt x="30069" y="0"/>
                  </a:lnTo>
                  <a:cubicBezTo>
                    <a:pt x="33167" y="0"/>
                    <a:pt x="35771" y="728"/>
                    <a:pt x="37852" y="2184"/>
                  </a:cubicBezTo>
                  <a:cubicBezTo>
                    <a:pt x="39933" y="3641"/>
                    <a:pt x="41340" y="5596"/>
                    <a:pt x="42043" y="8066"/>
                  </a:cubicBezTo>
                  <a:lnTo>
                    <a:pt x="74773" y="122369"/>
                  </a:lnTo>
                  <a:cubicBezTo>
                    <a:pt x="75571" y="125189"/>
                    <a:pt x="76303" y="128249"/>
                    <a:pt x="76968" y="131549"/>
                  </a:cubicBezTo>
                  <a:cubicBezTo>
                    <a:pt x="77633" y="134859"/>
                    <a:pt x="78270" y="138362"/>
                    <a:pt x="78897" y="142058"/>
                  </a:cubicBezTo>
                  <a:cubicBezTo>
                    <a:pt x="79610" y="138362"/>
                    <a:pt x="80380" y="134859"/>
                    <a:pt x="81226" y="131549"/>
                  </a:cubicBezTo>
                  <a:cubicBezTo>
                    <a:pt x="82071" y="128249"/>
                    <a:pt x="82974" y="125189"/>
                    <a:pt x="83953" y="122369"/>
                  </a:cubicBezTo>
                  <a:lnTo>
                    <a:pt x="121729" y="8066"/>
                  </a:lnTo>
                  <a:cubicBezTo>
                    <a:pt x="122451" y="6037"/>
                    <a:pt x="123839" y="4184"/>
                    <a:pt x="125929" y="2516"/>
                  </a:cubicBezTo>
                  <a:cubicBezTo>
                    <a:pt x="128020" y="838"/>
                    <a:pt x="130558" y="0"/>
                    <a:pt x="133580" y="0"/>
                  </a:cubicBezTo>
                  <a:lnTo>
                    <a:pt x="144091" y="0"/>
                  </a:lnTo>
                  <a:cubicBezTo>
                    <a:pt x="147189" y="0"/>
                    <a:pt x="149764" y="728"/>
                    <a:pt x="151807" y="2184"/>
                  </a:cubicBezTo>
                  <a:cubicBezTo>
                    <a:pt x="153841" y="3641"/>
                    <a:pt x="155267" y="5596"/>
                    <a:pt x="156065" y="8066"/>
                  </a:cubicBezTo>
                  <a:lnTo>
                    <a:pt x="193584" y="122368"/>
                  </a:lnTo>
                  <a:cubicBezTo>
                    <a:pt x="195532" y="128010"/>
                    <a:pt x="197224" y="134259"/>
                    <a:pt x="198640" y="141136"/>
                  </a:cubicBezTo>
                  <a:cubicBezTo>
                    <a:pt x="199258" y="137706"/>
                    <a:pt x="199904" y="134398"/>
                    <a:pt x="200569" y="131226"/>
                  </a:cubicBezTo>
                  <a:cubicBezTo>
                    <a:pt x="201235" y="128046"/>
                    <a:pt x="201919" y="125097"/>
                    <a:pt x="202632" y="122368"/>
                  </a:cubicBezTo>
                  <a:lnTo>
                    <a:pt x="235361" y="8066"/>
                  </a:lnTo>
                  <a:cubicBezTo>
                    <a:pt x="235979" y="5863"/>
                    <a:pt x="237348" y="3964"/>
                    <a:pt x="239486" y="2378"/>
                  </a:cubicBezTo>
                  <a:cubicBezTo>
                    <a:pt x="241614" y="793"/>
                    <a:pt x="244180" y="0"/>
                    <a:pt x="247202" y="0"/>
                  </a:cubicBezTo>
                  <a:lnTo>
                    <a:pt x="275276" y="0"/>
                  </a:lnTo>
                  <a:lnTo>
                    <a:pt x="215537" y="191088"/>
                  </a:lnTo>
                  <a:lnTo>
                    <a:pt x="183207" y="191088"/>
                  </a:lnTo>
                  <a:lnTo>
                    <a:pt x="141164" y="60525"/>
                  </a:lnTo>
                  <a:cubicBezTo>
                    <a:pt x="140631" y="58856"/>
                    <a:pt x="140071" y="57049"/>
                    <a:pt x="139500" y="55114"/>
                  </a:cubicBezTo>
                  <a:cubicBezTo>
                    <a:pt x="138921" y="53169"/>
                    <a:pt x="138360" y="51095"/>
                    <a:pt x="137837" y="48901"/>
                  </a:cubicBezTo>
                  <a:cubicBezTo>
                    <a:pt x="137305" y="51095"/>
                    <a:pt x="136754" y="53169"/>
                    <a:pt x="136174" y="55114"/>
                  </a:cubicBezTo>
                  <a:cubicBezTo>
                    <a:pt x="135595" y="57049"/>
                    <a:pt x="135043" y="58856"/>
                    <a:pt x="134511" y="60525"/>
                  </a:cubicBezTo>
                  <a:lnTo>
                    <a:pt x="92069" y="191088"/>
                  </a:lnTo>
                  <a:lnTo>
                    <a:pt x="59738" y="191088"/>
                  </a:lnTo>
                  <a:lnTo>
                    <a:pt x="0" y="0"/>
                  </a:ln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91" name="Google Shape;2591;p90"/>
            <p:cNvSpPr/>
            <p:nvPr/>
          </p:nvSpPr>
          <p:spPr>
            <a:xfrm>
              <a:off x="6414411" y="3383614"/>
              <a:ext cx="113746" cy="140205"/>
            </a:xfrm>
            <a:custGeom>
              <a:avLst/>
              <a:gdLst/>
              <a:ahLst/>
              <a:cxnLst/>
              <a:rect l="l" t="t" r="r" b="b"/>
              <a:pathLst>
                <a:path w="113746" h="140205" extrusionOk="0">
                  <a:moveTo>
                    <a:pt x="113746" y="138094"/>
                  </a:moveTo>
                  <a:lnTo>
                    <a:pt x="98987" y="138094"/>
                  </a:lnTo>
                  <a:cubicBezTo>
                    <a:pt x="95889" y="138094"/>
                    <a:pt x="93447" y="137634"/>
                    <a:pt x="91670" y="136703"/>
                  </a:cubicBezTo>
                  <a:cubicBezTo>
                    <a:pt x="89893" y="135781"/>
                    <a:pt x="88562" y="133910"/>
                    <a:pt x="87678" y="131089"/>
                  </a:cubicBezTo>
                  <a:lnTo>
                    <a:pt x="84751" y="121438"/>
                  </a:lnTo>
                  <a:cubicBezTo>
                    <a:pt x="81292" y="124535"/>
                    <a:pt x="77899" y="127236"/>
                    <a:pt x="74573" y="129568"/>
                  </a:cubicBezTo>
                  <a:cubicBezTo>
                    <a:pt x="71247" y="131909"/>
                    <a:pt x="67807" y="133864"/>
                    <a:pt x="64262" y="135449"/>
                  </a:cubicBezTo>
                  <a:cubicBezTo>
                    <a:pt x="60708" y="137034"/>
                    <a:pt x="56944" y="138233"/>
                    <a:pt x="52953" y="139026"/>
                  </a:cubicBezTo>
                  <a:cubicBezTo>
                    <a:pt x="48961" y="139818"/>
                    <a:pt x="44523" y="140206"/>
                    <a:pt x="39648" y="140206"/>
                  </a:cubicBezTo>
                  <a:cubicBezTo>
                    <a:pt x="33880" y="140206"/>
                    <a:pt x="28567" y="139431"/>
                    <a:pt x="23682" y="137891"/>
                  </a:cubicBezTo>
                  <a:cubicBezTo>
                    <a:pt x="18798" y="136343"/>
                    <a:pt x="14616" y="134030"/>
                    <a:pt x="11109" y="130932"/>
                  </a:cubicBezTo>
                  <a:cubicBezTo>
                    <a:pt x="7612" y="127835"/>
                    <a:pt x="4875" y="123991"/>
                    <a:pt x="2927" y="119392"/>
                  </a:cubicBezTo>
                  <a:cubicBezTo>
                    <a:pt x="969" y="114800"/>
                    <a:pt x="0" y="109454"/>
                    <a:pt x="0" y="103353"/>
                  </a:cubicBezTo>
                  <a:cubicBezTo>
                    <a:pt x="0" y="98227"/>
                    <a:pt x="1349" y="93157"/>
                    <a:pt x="4048" y="88161"/>
                  </a:cubicBezTo>
                  <a:cubicBezTo>
                    <a:pt x="6766" y="83174"/>
                    <a:pt x="11262" y="78666"/>
                    <a:pt x="17562" y="74647"/>
                  </a:cubicBezTo>
                  <a:cubicBezTo>
                    <a:pt x="23853" y="70629"/>
                    <a:pt x="32236" y="67291"/>
                    <a:pt x="42708" y="64637"/>
                  </a:cubicBezTo>
                  <a:cubicBezTo>
                    <a:pt x="53172" y="61982"/>
                    <a:pt x="66172" y="60654"/>
                    <a:pt x="81691" y="60654"/>
                  </a:cubicBezTo>
                  <a:lnTo>
                    <a:pt x="81691" y="52672"/>
                  </a:lnTo>
                  <a:cubicBezTo>
                    <a:pt x="81691" y="43528"/>
                    <a:pt x="79762" y="36752"/>
                    <a:pt x="75904" y="32356"/>
                  </a:cubicBezTo>
                  <a:cubicBezTo>
                    <a:pt x="72045" y="27967"/>
                    <a:pt x="66438" y="25774"/>
                    <a:pt x="59073" y="25774"/>
                  </a:cubicBezTo>
                  <a:cubicBezTo>
                    <a:pt x="53751" y="25774"/>
                    <a:pt x="49313" y="26383"/>
                    <a:pt x="45768" y="27617"/>
                  </a:cubicBezTo>
                  <a:cubicBezTo>
                    <a:pt x="42214" y="28853"/>
                    <a:pt x="39135" y="30236"/>
                    <a:pt x="36512" y="31784"/>
                  </a:cubicBezTo>
                  <a:cubicBezTo>
                    <a:pt x="33899" y="33323"/>
                    <a:pt x="31485" y="34715"/>
                    <a:pt x="29270" y="35950"/>
                  </a:cubicBezTo>
                  <a:cubicBezTo>
                    <a:pt x="27047" y="37176"/>
                    <a:pt x="24614" y="37794"/>
                    <a:pt x="21953" y="37794"/>
                  </a:cubicBezTo>
                  <a:cubicBezTo>
                    <a:pt x="19739" y="37794"/>
                    <a:pt x="17828" y="37223"/>
                    <a:pt x="16232" y="36079"/>
                  </a:cubicBezTo>
                  <a:cubicBezTo>
                    <a:pt x="14635" y="34936"/>
                    <a:pt x="13352" y="33517"/>
                    <a:pt x="12364" y="31849"/>
                  </a:cubicBezTo>
                  <a:lnTo>
                    <a:pt x="6386" y="21404"/>
                  </a:lnTo>
                  <a:cubicBezTo>
                    <a:pt x="22086" y="7135"/>
                    <a:pt x="41017" y="0"/>
                    <a:pt x="63198" y="0"/>
                  </a:cubicBezTo>
                  <a:cubicBezTo>
                    <a:pt x="71180" y="0"/>
                    <a:pt x="78299" y="1300"/>
                    <a:pt x="84552" y="3899"/>
                  </a:cubicBezTo>
                  <a:cubicBezTo>
                    <a:pt x="90805" y="6499"/>
                    <a:pt x="96108" y="10103"/>
                    <a:pt x="100451" y="14731"/>
                  </a:cubicBezTo>
                  <a:cubicBezTo>
                    <a:pt x="104794" y="19358"/>
                    <a:pt x="108101" y="24889"/>
                    <a:pt x="110363" y="31323"/>
                  </a:cubicBezTo>
                  <a:cubicBezTo>
                    <a:pt x="112625" y="37757"/>
                    <a:pt x="113746" y="44799"/>
                    <a:pt x="113746" y="52469"/>
                  </a:cubicBezTo>
                  <a:lnTo>
                    <a:pt x="113746" y="138094"/>
                  </a:lnTo>
                  <a:close/>
                  <a:moveTo>
                    <a:pt x="49893" y="117751"/>
                  </a:moveTo>
                  <a:cubicBezTo>
                    <a:pt x="53257" y="117751"/>
                    <a:pt x="56365" y="117437"/>
                    <a:pt x="59206" y="116829"/>
                  </a:cubicBezTo>
                  <a:cubicBezTo>
                    <a:pt x="62038" y="116220"/>
                    <a:pt x="64728" y="115317"/>
                    <a:pt x="67256" y="114100"/>
                  </a:cubicBezTo>
                  <a:cubicBezTo>
                    <a:pt x="69784" y="112883"/>
                    <a:pt x="72216" y="111390"/>
                    <a:pt x="74573" y="109620"/>
                  </a:cubicBezTo>
                  <a:cubicBezTo>
                    <a:pt x="76920" y="107832"/>
                    <a:pt x="79287" y="105730"/>
                    <a:pt x="81691" y="103306"/>
                  </a:cubicBezTo>
                  <a:lnTo>
                    <a:pt x="81691" y="80612"/>
                  </a:lnTo>
                  <a:cubicBezTo>
                    <a:pt x="72112" y="80612"/>
                    <a:pt x="64110" y="81211"/>
                    <a:pt x="57676" y="82409"/>
                  </a:cubicBezTo>
                  <a:cubicBezTo>
                    <a:pt x="51242" y="83608"/>
                    <a:pt x="46072" y="85138"/>
                    <a:pt x="42176" y="86999"/>
                  </a:cubicBezTo>
                  <a:cubicBezTo>
                    <a:pt x="38270" y="88861"/>
                    <a:pt x="35495" y="91037"/>
                    <a:pt x="33861" y="93525"/>
                  </a:cubicBezTo>
                  <a:cubicBezTo>
                    <a:pt x="32217" y="96005"/>
                    <a:pt x="31399" y="98707"/>
                    <a:pt x="31399" y="101637"/>
                  </a:cubicBezTo>
                  <a:cubicBezTo>
                    <a:pt x="31399" y="107408"/>
                    <a:pt x="33100" y="111537"/>
                    <a:pt x="36522" y="114017"/>
                  </a:cubicBezTo>
                  <a:cubicBezTo>
                    <a:pt x="39933" y="116497"/>
                    <a:pt x="44400" y="117751"/>
                    <a:pt x="49893" y="117751"/>
                  </a:cubicBez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92" name="Google Shape;2592;p90"/>
            <p:cNvSpPr/>
            <p:nvPr/>
          </p:nvSpPr>
          <p:spPr>
            <a:xfrm>
              <a:off x="6560497" y="3383614"/>
              <a:ext cx="87013" cy="138094"/>
            </a:xfrm>
            <a:custGeom>
              <a:avLst/>
              <a:gdLst/>
              <a:ahLst/>
              <a:cxnLst/>
              <a:rect l="l" t="t" r="r" b="b"/>
              <a:pathLst>
                <a:path w="87013" h="138094" extrusionOk="0">
                  <a:moveTo>
                    <a:pt x="0" y="138094"/>
                  </a:moveTo>
                  <a:lnTo>
                    <a:pt x="0" y="2508"/>
                  </a:lnTo>
                  <a:lnTo>
                    <a:pt x="19292" y="2508"/>
                  </a:lnTo>
                  <a:cubicBezTo>
                    <a:pt x="22666" y="2508"/>
                    <a:pt x="25022" y="3125"/>
                    <a:pt x="26343" y="4361"/>
                  </a:cubicBezTo>
                  <a:cubicBezTo>
                    <a:pt x="27674" y="5596"/>
                    <a:pt x="28567" y="7706"/>
                    <a:pt x="29014" y="10702"/>
                  </a:cubicBezTo>
                  <a:lnTo>
                    <a:pt x="31000" y="27092"/>
                  </a:lnTo>
                  <a:cubicBezTo>
                    <a:pt x="35875" y="18722"/>
                    <a:pt x="41606" y="12112"/>
                    <a:pt x="48163" y="7264"/>
                  </a:cubicBezTo>
                  <a:cubicBezTo>
                    <a:pt x="54730" y="2425"/>
                    <a:pt x="62086" y="0"/>
                    <a:pt x="70249" y="0"/>
                  </a:cubicBezTo>
                  <a:cubicBezTo>
                    <a:pt x="76987" y="0"/>
                    <a:pt x="82575" y="1540"/>
                    <a:pt x="87013" y="4628"/>
                  </a:cubicBezTo>
                  <a:lnTo>
                    <a:pt x="82756" y="29074"/>
                  </a:lnTo>
                  <a:cubicBezTo>
                    <a:pt x="82490" y="30659"/>
                    <a:pt x="81910" y="31784"/>
                    <a:pt x="81026" y="32447"/>
                  </a:cubicBezTo>
                  <a:cubicBezTo>
                    <a:pt x="80133" y="33102"/>
                    <a:pt x="78935" y="33434"/>
                    <a:pt x="77434" y="33434"/>
                  </a:cubicBezTo>
                  <a:cubicBezTo>
                    <a:pt x="76113" y="33434"/>
                    <a:pt x="74288" y="33130"/>
                    <a:pt x="71979" y="32503"/>
                  </a:cubicBezTo>
                  <a:cubicBezTo>
                    <a:pt x="69669" y="31894"/>
                    <a:pt x="66619" y="31581"/>
                    <a:pt x="62798" y="31581"/>
                  </a:cubicBezTo>
                  <a:cubicBezTo>
                    <a:pt x="55966" y="31581"/>
                    <a:pt x="50111" y="33462"/>
                    <a:pt x="45246" y="37204"/>
                  </a:cubicBezTo>
                  <a:cubicBezTo>
                    <a:pt x="40361" y="40946"/>
                    <a:pt x="36227" y="46422"/>
                    <a:pt x="32863" y="53649"/>
                  </a:cubicBezTo>
                  <a:lnTo>
                    <a:pt x="32863" y="138094"/>
                  </a:lnTo>
                  <a:lnTo>
                    <a:pt x="0" y="138094"/>
                  </a:ln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93" name="Google Shape;2593;p90"/>
            <p:cNvSpPr/>
            <p:nvPr/>
          </p:nvSpPr>
          <p:spPr>
            <a:xfrm>
              <a:off x="6660007" y="3384010"/>
              <a:ext cx="124675" cy="139680"/>
            </a:xfrm>
            <a:custGeom>
              <a:avLst/>
              <a:gdLst/>
              <a:ahLst/>
              <a:cxnLst/>
              <a:rect l="l" t="t" r="r" b="b"/>
              <a:pathLst>
                <a:path w="124675" h="139680" extrusionOk="0">
                  <a:moveTo>
                    <a:pt x="65602" y="0"/>
                  </a:moveTo>
                  <a:cubicBezTo>
                    <a:pt x="74203" y="0"/>
                    <a:pt x="82119" y="1365"/>
                    <a:pt x="89351" y="4102"/>
                  </a:cubicBezTo>
                  <a:cubicBezTo>
                    <a:pt x="96583" y="6831"/>
                    <a:pt x="102808" y="10813"/>
                    <a:pt x="108044" y="16049"/>
                  </a:cubicBezTo>
                  <a:cubicBezTo>
                    <a:pt x="113271" y="21303"/>
                    <a:pt x="117357" y="27728"/>
                    <a:pt x="120285" y="35352"/>
                  </a:cubicBezTo>
                  <a:cubicBezTo>
                    <a:pt x="123202" y="42965"/>
                    <a:pt x="124675" y="51667"/>
                    <a:pt x="124675" y="61447"/>
                  </a:cubicBezTo>
                  <a:cubicBezTo>
                    <a:pt x="124675" y="63917"/>
                    <a:pt x="124561" y="65964"/>
                    <a:pt x="124333" y="67596"/>
                  </a:cubicBezTo>
                  <a:cubicBezTo>
                    <a:pt x="124114" y="69218"/>
                    <a:pt x="123715" y="70499"/>
                    <a:pt x="123145" y="71430"/>
                  </a:cubicBezTo>
                  <a:cubicBezTo>
                    <a:pt x="122565" y="72352"/>
                    <a:pt x="121786" y="73016"/>
                    <a:pt x="120807" y="73403"/>
                  </a:cubicBezTo>
                  <a:cubicBezTo>
                    <a:pt x="119838" y="73809"/>
                    <a:pt x="118593" y="74002"/>
                    <a:pt x="117091" y="74002"/>
                  </a:cubicBezTo>
                  <a:lnTo>
                    <a:pt x="32739" y="74002"/>
                  </a:lnTo>
                  <a:cubicBezTo>
                    <a:pt x="33709" y="87931"/>
                    <a:pt x="37481" y="98144"/>
                    <a:pt x="44039" y="104661"/>
                  </a:cubicBezTo>
                  <a:cubicBezTo>
                    <a:pt x="50615" y="111179"/>
                    <a:pt x="59301" y="114442"/>
                    <a:pt x="70116" y="114442"/>
                  </a:cubicBezTo>
                  <a:cubicBezTo>
                    <a:pt x="75447" y="114442"/>
                    <a:pt x="80028" y="113823"/>
                    <a:pt x="83896" y="112589"/>
                  </a:cubicBezTo>
                  <a:cubicBezTo>
                    <a:pt x="87754" y="111363"/>
                    <a:pt x="91119" y="109999"/>
                    <a:pt x="94008" y="108487"/>
                  </a:cubicBezTo>
                  <a:cubicBezTo>
                    <a:pt x="96887" y="106993"/>
                    <a:pt x="99406" y="105629"/>
                    <a:pt x="101591" y="104394"/>
                  </a:cubicBezTo>
                  <a:cubicBezTo>
                    <a:pt x="103758" y="103158"/>
                    <a:pt x="105868" y="102550"/>
                    <a:pt x="107911" y="102550"/>
                  </a:cubicBezTo>
                  <a:cubicBezTo>
                    <a:pt x="109242" y="102550"/>
                    <a:pt x="110391" y="102808"/>
                    <a:pt x="111361" y="103343"/>
                  </a:cubicBezTo>
                  <a:cubicBezTo>
                    <a:pt x="112340" y="103868"/>
                    <a:pt x="113185" y="104615"/>
                    <a:pt x="113898" y="105592"/>
                  </a:cubicBezTo>
                  <a:lnTo>
                    <a:pt x="123478" y="117483"/>
                  </a:lnTo>
                  <a:cubicBezTo>
                    <a:pt x="119838" y="121705"/>
                    <a:pt x="115751" y="125254"/>
                    <a:pt x="111237" y="128121"/>
                  </a:cubicBezTo>
                  <a:cubicBezTo>
                    <a:pt x="106714" y="130978"/>
                    <a:pt x="101990" y="133264"/>
                    <a:pt x="97058" y="134988"/>
                  </a:cubicBezTo>
                  <a:cubicBezTo>
                    <a:pt x="92145" y="136712"/>
                    <a:pt x="87127" y="137910"/>
                    <a:pt x="82024" y="138630"/>
                  </a:cubicBezTo>
                  <a:cubicBezTo>
                    <a:pt x="76930" y="139330"/>
                    <a:pt x="71988" y="139680"/>
                    <a:pt x="67199" y="139680"/>
                  </a:cubicBezTo>
                  <a:cubicBezTo>
                    <a:pt x="57705" y="139680"/>
                    <a:pt x="48876" y="138113"/>
                    <a:pt x="40722" y="134988"/>
                  </a:cubicBezTo>
                  <a:cubicBezTo>
                    <a:pt x="32559" y="131864"/>
                    <a:pt x="25459" y="127236"/>
                    <a:pt x="19425" y="121115"/>
                  </a:cubicBezTo>
                  <a:cubicBezTo>
                    <a:pt x="13400" y="114994"/>
                    <a:pt x="8658" y="107417"/>
                    <a:pt x="5189" y="98384"/>
                  </a:cubicBezTo>
                  <a:cubicBezTo>
                    <a:pt x="1739" y="89350"/>
                    <a:pt x="0" y="78897"/>
                    <a:pt x="0" y="66997"/>
                  </a:cubicBezTo>
                  <a:cubicBezTo>
                    <a:pt x="0" y="57751"/>
                    <a:pt x="1520" y="49049"/>
                    <a:pt x="4533" y="40900"/>
                  </a:cubicBezTo>
                  <a:cubicBezTo>
                    <a:pt x="7536" y="32752"/>
                    <a:pt x="11870" y="25654"/>
                    <a:pt x="17496" y="19625"/>
                  </a:cubicBezTo>
                  <a:cubicBezTo>
                    <a:pt x="23131" y="13597"/>
                    <a:pt x="30012" y="8804"/>
                    <a:pt x="38118" y="5282"/>
                  </a:cubicBezTo>
                  <a:cubicBezTo>
                    <a:pt x="46244" y="1761"/>
                    <a:pt x="55405" y="0"/>
                    <a:pt x="65602" y="0"/>
                  </a:cubicBezTo>
                  <a:close/>
                  <a:moveTo>
                    <a:pt x="66258" y="23387"/>
                  </a:moveTo>
                  <a:cubicBezTo>
                    <a:pt x="56678" y="23387"/>
                    <a:pt x="49190" y="26078"/>
                    <a:pt x="43782" y="31452"/>
                  </a:cubicBezTo>
                  <a:cubicBezTo>
                    <a:pt x="38375" y="36826"/>
                    <a:pt x="34906" y="44440"/>
                    <a:pt x="33404" y="54312"/>
                  </a:cubicBezTo>
                  <a:lnTo>
                    <a:pt x="95129" y="54312"/>
                  </a:lnTo>
                  <a:cubicBezTo>
                    <a:pt x="95129" y="50082"/>
                    <a:pt x="94559" y="46099"/>
                    <a:pt x="93409" y="42356"/>
                  </a:cubicBezTo>
                  <a:cubicBezTo>
                    <a:pt x="92259" y="38614"/>
                    <a:pt x="90482" y="35333"/>
                    <a:pt x="88087" y="32512"/>
                  </a:cubicBezTo>
                  <a:cubicBezTo>
                    <a:pt x="85692" y="29691"/>
                    <a:pt x="82680" y="27461"/>
                    <a:pt x="79040" y="25838"/>
                  </a:cubicBezTo>
                  <a:cubicBezTo>
                    <a:pt x="75400" y="24207"/>
                    <a:pt x="71142" y="23387"/>
                    <a:pt x="66258" y="23387"/>
                  </a:cubicBez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94" name="Google Shape;2594;p90"/>
            <p:cNvSpPr/>
            <p:nvPr/>
          </p:nvSpPr>
          <p:spPr>
            <a:xfrm>
              <a:off x="6811416" y="3325338"/>
              <a:ext cx="118954" cy="196370"/>
            </a:xfrm>
            <a:custGeom>
              <a:avLst/>
              <a:gdLst/>
              <a:ahLst/>
              <a:cxnLst/>
              <a:rect l="l" t="t" r="r" b="b"/>
              <a:pathLst>
                <a:path w="118954" h="196370" extrusionOk="0">
                  <a:moveTo>
                    <a:pt x="0" y="196370"/>
                  </a:moveTo>
                  <a:lnTo>
                    <a:pt x="0" y="0"/>
                  </a:lnTo>
                  <a:lnTo>
                    <a:pt x="32863" y="0"/>
                  </a:lnTo>
                  <a:lnTo>
                    <a:pt x="32863" y="75459"/>
                  </a:lnTo>
                  <a:cubicBezTo>
                    <a:pt x="38194" y="70434"/>
                    <a:pt x="44048" y="66388"/>
                    <a:pt x="50435" y="63291"/>
                  </a:cubicBezTo>
                  <a:cubicBezTo>
                    <a:pt x="56821" y="60212"/>
                    <a:pt x="64310" y="58672"/>
                    <a:pt x="72910" y="58672"/>
                  </a:cubicBezTo>
                  <a:cubicBezTo>
                    <a:pt x="80361" y="58672"/>
                    <a:pt x="86966" y="59926"/>
                    <a:pt x="92744" y="62442"/>
                  </a:cubicBezTo>
                  <a:cubicBezTo>
                    <a:pt x="98503" y="64950"/>
                    <a:pt x="103312" y="68471"/>
                    <a:pt x="107170" y="73006"/>
                  </a:cubicBezTo>
                  <a:cubicBezTo>
                    <a:pt x="111038" y="77542"/>
                    <a:pt x="113955" y="82962"/>
                    <a:pt x="115951" y="89266"/>
                  </a:cubicBezTo>
                  <a:cubicBezTo>
                    <a:pt x="117947" y="95562"/>
                    <a:pt x="118954" y="102504"/>
                    <a:pt x="118954" y="110081"/>
                  </a:cubicBezTo>
                  <a:lnTo>
                    <a:pt x="118954" y="196370"/>
                  </a:lnTo>
                  <a:lnTo>
                    <a:pt x="86091" y="196370"/>
                  </a:lnTo>
                  <a:lnTo>
                    <a:pt x="86091" y="110081"/>
                  </a:lnTo>
                  <a:cubicBezTo>
                    <a:pt x="86091" y="101804"/>
                    <a:pt x="84162" y="95388"/>
                    <a:pt x="80294" y="90852"/>
                  </a:cubicBezTo>
                  <a:cubicBezTo>
                    <a:pt x="76436" y="86317"/>
                    <a:pt x="70658" y="84049"/>
                    <a:pt x="62931" y="84049"/>
                  </a:cubicBezTo>
                  <a:cubicBezTo>
                    <a:pt x="57268" y="84049"/>
                    <a:pt x="51936" y="85322"/>
                    <a:pt x="46975" y="87875"/>
                  </a:cubicBezTo>
                  <a:cubicBezTo>
                    <a:pt x="42005" y="90428"/>
                    <a:pt x="37301" y="93912"/>
                    <a:pt x="32863" y="98319"/>
                  </a:cubicBezTo>
                  <a:lnTo>
                    <a:pt x="32863" y="196370"/>
                  </a:lnTo>
                  <a:lnTo>
                    <a:pt x="0" y="196370"/>
                  </a:ln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95" name="Google Shape;2595;p90"/>
            <p:cNvSpPr/>
            <p:nvPr/>
          </p:nvSpPr>
          <p:spPr>
            <a:xfrm>
              <a:off x="6953244" y="3384010"/>
              <a:ext cx="135052" cy="139680"/>
            </a:xfrm>
            <a:custGeom>
              <a:avLst/>
              <a:gdLst/>
              <a:ahLst/>
              <a:cxnLst/>
              <a:rect l="l" t="t" r="r" b="b"/>
              <a:pathLst>
                <a:path w="135052" h="139680" extrusionOk="0">
                  <a:moveTo>
                    <a:pt x="67731" y="0"/>
                  </a:moveTo>
                  <a:cubicBezTo>
                    <a:pt x="77918" y="0"/>
                    <a:pt x="87175" y="1632"/>
                    <a:pt x="95471" y="4895"/>
                  </a:cubicBezTo>
                  <a:cubicBezTo>
                    <a:pt x="103758" y="8149"/>
                    <a:pt x="110829" y="12776"/>
                    <a:pt x="116683" y="18759"/>
                  </a:cubicBezTo>
                  <a:cubicBezTo>
                    <a:pt x="122537" y="24751"/>
                    <a:pt x="127061" y="32070"/>
                    <a:pt x="130254" y="40698"/>
                  </a:cubicBezTo>
                  <a:cubicBezTo>
                    <a:pt x="133456" y="49335"/>
                    <a:pt x="135053" y="58986"/>
                    <a:pt x="135053" y="69642"/>
                  </a:cubicBezTo>
                  <a:cubicBezTo>
                    <a:pt x="135053" y="80390"/>
                    <a:pt x="133456" y="90088"/>
                    <a:pt x="130254" y="98715"/>
                  </a:cubicBezTo>
                  <a:cubicBezTo>
                    <a:pt x="127061" y="107343"/>
                    <a:pt x="122537" y="114699"/>
                    <a:pt x="116683" y="120783"/>
                  </a:cubicBezTo>
                  <a:cubicBezTo>
                    <a:pt x="110829" y="126867"/>
                    <a:pt x="103758" y="131531"/>
                    <a:pt x="95471" y="134794"/>
                  </a:cubicBezTo>
                  <a:cubicBezTo>
                    <a:pt x="87175" y="138048"/>
                    <a:pt x="77918" y="139680"/>
                    <a:pt x="67731" y="139680"/>
                  </a:cubicBezTo>
                  <a:cubicBezTo>
                    <a:pt x="57524" y="139680"/>
                    <a:pt x="48258" y="138048"/>
                    <a:pt x="39914" y="134794"/>
                  </a:cubicBezTo>
                  <a:cubicBezTo>
                    <a:pt x="31580" y="131531"/>
                    <a:pt x="24462" y="126867"/>
                    <a:pt x="18560" y="120783"/>
                  </a:cubicBezTo>
                  <a:cubicBezTo>
                    <a:pt x="12668" y="114699"/>
                    <a:pt x="8097" y="107343"/>
                    <a:pt x="4866" y="98715"/>
                  </a:cubicBezTo>
                  <a:cubicBezTo>
                    <a:pt x="1625" y="90088"/>
                    <a:pt x="0" y="80390"/>
                    <a:pt x="0" y="69642"/>
                  </a:cubicBezTo>
                  <a:cubicBezTo>
                    <a:pt x="0" y="58986"/>
                    <a:pt x="1625" y="49335"/>
                    <a:pt x="4866" y="40698"/>
                  </a:cubicBezTo>
                  <a:cubicBezTo>
                    <a:pt x="8097" y="32070"/>
                    <a:pt x="12668" y="24751"/>
                    <a:pt x="18560" y="18759"/>
                  </a:cubicBezTo>
                  <a:cubicBezTo>
                    <a:pt x="24462" y="12776"/>
                    <a:pt x="31580" y="8149"/>
                    <a:pt x="39914" y="4895"/>
                  </a:cubicBezTo>
                  <a:cubicBezTo>
                    <a:pt x="48258" y="1632"/>
                    <a:pt x="57524" y="0"/>
                    <a:pt x="67731" y="0"/>
                  </a:cubicBezTo>
                  <a:close/>
                  <a:moveTo>
                    <a:pt x="67731" y="114570"/>
                  </a:moveTo>
                  <a:cubicBezTo>
                    <a:pt x="79078" y="114570"/>
                    <a:pt x="87479" y="110791"/>
                    <a:pt x="92934" y="103214"/>
                  </a:cubicBezTo>
                  <a:cubicBezTo>
                    <a:pt x="98389" y="95637"/>
                    <a:pt x="101126" y="84529"/>
                    <a:pt x="101126" y="69900"/>
                  </a:cubicBezTo>
                  <a:cubicBezTo>
                    <a:pt x="101126" y="55281"/>
                    <a:pt x="98389" y="44136"/>
                    <a:pt x="92934" y="36476"/>
                  </a:cubicBezTo>
                  <a:cubicBezTo>
                    <a:pt x="87479" y="28807"/>
                    <a:pt x="79078" y="24971"/>
                    <a:pt x="67731" y="24971"/>
                  </a:cubicBezTo>
                  <a:cubicBezTo>
                    <a:pt x="56194" y="24971"/>
                    <a:pt x="47679" y="28824"/>
                    <a:pt x="42176" y="36540"/>
                  </a:cubicBezTo>
                  <a:cubicBezTo>
                    <a:pt x="36674" y="44246"/>
                    <a:pt x="33927" y="55372"/>
                    <a:pt x="33927" y="69900"/>
                  </a:cubicBezTo>
                  <a:cubicBezTo>
                    <a:pt x="33927" y="84446"/>
                    <a:pt x="36674" y="95526"/>
                    <a:pt x="42176" y="103140"/>
                  </a:cubicBezTo>
                  <a:cubicBezTo>
                    <a:pt x="47679" y="110763"/>
                    <a:pt x="56194" y="114570"/>
                    <a:pt x="67731" y="114570"/>
                  </a:cubicBez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96" name="Google Shape;2596;p90"/>
            <p:cNvSpPr/>
            <p:nvPr/>
          </p:nvSpPr>
          <p:spPr>
            <a:xfrm>
              <a:off x="7111172" y="3386122"/>
              <a:ext cx="118953" cy="137697"/>
            </a:xfrm>
            <a:custGeom>
              <a:avLst/>
              <a:gdLst/>
              <a:ahLst/>
              <a:cxnLst/>
              <a:rect l="l" t="t" r="r" b="b"/>
              <a:pathLst>
                <a:path w="118953" h="137697" extrusionOk="0">
                  <a:moveTo>
                    <a:pt x="32863" y="0"/>
                  </a:moveTo>
                  <a:lnTo>
                    <a:pt x="32863" y="86169"/>
                  </a:lnTo>
                  <a:cubicBezTo>
                    <a:pt x="32863" y="94447"/>
                    <a:pt x="34792" y="100853"/>
                    <a:pt x="38650" y="105389"/>
                  </a:cubicBezTo>
                  <a:cubicBezTo>
                    <a:pt x="42518" y="109933"/>
                    <a:pt x="48296" y="112201"/>
                    <a:pt x="56023" y="112201"/>
                  </a:cubicBezTo>
                  <a:cubicBezTo>
                    <a:pt x="61686" y="112201"/>
                    <a:pt x="67018" y="110947"/>
                    <a:pt x="71979" y="108431"/>
                  </a:cubicBezTo>
                  <a:cubicBezTo>
                    <a:pt x="76949" y="105914"/>
                    <a:pt x="81653" y="102466"/>
                    <a:pt x="86091" y="98060"/>
                  </a:cubicBezTo>
                  <a:lnTo>
                    <a:pt x="86091" y="0"/>
                  </a:lnTo>
                  <a:lnTo>
                    <a:pt x="118954" y="0"/>
                  </a:lnTo>
                  <a:lnTo>
                    <a:pt x="118954" y="135586"/>
                  </a:lnTo>
                  <a:lnTo>
                    <a:pt x="98854" y="135586"/>
                  </a:lnTo>
                  <a:cubicBezTo>
                    <a:pt x="94597" y="135586"/>
                    <a:pt x="91803" y="133605"/>
                    <a:pt x="90482" y="129641"/>
                  </a:cubicBezTo>
                  <a:lnTo>
                    <a:pt x="88211" y="118801"/>
                  </a:lnTo>
                  <a:cubicBezTo>
                    <a:pt x="85379" y="121621"/>
                    <a:pt x="82451" y="124203"/>
                    <a:pt x="79439" y="126534"/>
                  </a:cubicBezTo>
                  <a:cubicBezTo>
                    <a:pt x="76417" y="128867"/>
                    <a:pt x="73195" y="130857"/>
                    <a:pt x="69793" y="132480"/>
                  </a:cubicBezTo>
                  <a:cubicBezTo>
                    <a:pt x="66372" y="134112"/>
                    <a:pt x="62694" y="135393"/>
                    <a:pt x="58750" y="136315"/>
                  </a:cubicBezTo>
                  <a:cubicBezTo>
                    <a:pt x="54797" y="137236"/>
                    <a:pt x="50558" y="137698"/>
                    <a:pt x="46044" y="137698"/>
                  </a:cubicBezTo>
                  <a:cubicBezTo>
                    <a:pt x="38593" y="137698"/>
                    <a:pt x="31998" y="136443"/>
                    <a:pt x="26286" y="133936"/>
                  </a:cubicBezTo>
                  <a:cubicBezTo>
                    <a:pt x="20556" y="131429"/>
                    <a:pt x="15747" y="127880"/>
                    <a:pt x="11841" y="123299"/>
                  </a:cubicBezTo>
                  <a:cubicBezTo>
                    <a:pt x="7945" y="118718"/>
                    <a:pt x="4999" y="113270"/>
                    <a:pt x="3003" y="106983"/>
                  </a:cubicBezTo>
                  <a:cubicBezTo>
                    <a:pt x="1007" y="100678"/>
                    <a:pt x="0" y="93746"/>
                    <a:pt x="0" y="86169"/>
                  </a:cubicBezTo>
                  <a:lnTo>
                    <a:pt x="0" y="0"/>
                  </a:lnTo>
                  <a:lnTo>
                    <a:pt x="32863" y="0"/>
                  </a:ln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97" name="Google Shape;2597;p90"/>
            <p:cNvSpPr/>
            <p:nvPr/>
          </p:nvSpPr>
          <p:spPr>
            <a:xfrm>
              <a:off x="7253267" y="3384010"/>
              <a:ext cx="101914" cy="139809"/>
            </a:xfrm>
            <a:custGeom>
              <a:avLst/>
              <a:gdLst/>
              <a:ahLst/>
              <a:cxnLst/>
              <a:rect l="l" t="t" r="r" b="b"/>
              <a:pathLst>
                <a:path w="101914" h="139809" extrusionOk="0">
                  <a:moveTo>
                    <a:pt x="93000" y="28548"/>
                  </a:moveTo>
                  <a:cubicBezTo>
                    <a:pt x="92117" y="29950"/>
                    <a:pt x="91185" y="30945"/>
                    <a:pt x="90206" y="31517"/>
                  </a:cubicBezTo>
                  <a:cubicBezTo>
                    <a:pt x="89237" y="32088"/>
                    <a:pt x="87992" y="32374"/>
                    <a:pt x="86491" y="32374"/>
                  </a:cubicBezTo>
                  <a:cubicBezTo>
                    <a:pt x="84884" y="32374"/>
                    <a:pt x="83174" y="31940"/>
                    <a:pt x="81368" y="31056"/>
                  </a:cubicBezTo>
                  <a:cubicBezTo>
                    <a:pt x="79544" y="30170"/>
                    <a:pt x="77443" y="29184"/>
                    <a:pt x="75048" y="28087"/>
                  </a:cubicBezTo>
                  <a:cubicBezTo>
                    <a:pt x="72654" y="26981"/>
                    <a:pt x="69926" y="25986"/>
                    <a:pt x="66856" y="25101"/>
                  </a:cubicBezTo>
                  <a:cubicBezTo>
                    <a:pt x="63796" y="24234"/>
                    <a:pt x="60185" y="23791"/>
                    <a:pt x="56023" y="23791"/>
                  </a:cubicBezTo>
                  <a:cubicBezTo>
                    <a:pt x="49541" y="23791"/>
                    <a:pt x="44438" y="25156"/>
                    <a:pt x="40713" y="27884"/>
                  </a:cubicBezTo>
                  <a:cubicBezTo>
                    <a:pt x="36997" y="30613"/>
                    <a:pt x="35134" y="34180"/>
                    <a:pt x="35134" y="38586"/>
                  </a:cubicBezTo>
                  <a:cubicBezTo>
                    <a:pt x="35134" y="41490"/>
                    <a:pt x="36075" y="43942"/>
                    <a:pt x="37985" y="45915"/>
                  </a:cubicBezTo>
                  <a:cubicBezTo>
                    <a:pt x="39895" y="47906"/>
                    <a:pt x="42423" y="49639"/>
                    <a:pt x="45569" y="51142"/>
                  </a:cubicBezTo>
                  <a:cubicBezTo>
                    <a:pt x="48715" y="52644"/>
                    <a:pt x="52288" y="53981"/>
                    <a:pt x="56279" y="55170"/>
                  </a:cubicBezTo>
                  <a:cubicBezTo>
                    <a:pt x="60271" y="56359"/>
                    <a:pt x="64357" y="57658"/>
                    <a:pt x="68520" y="59069"/>
                  </a:cubicBezTo>
                  <a:cubicBezTo>
                    <a:pt x="72692" y="60480"/>
                    <a:pt x="76769" y="62083"/>
                    <a:pt x="80760" y="63890"/>
                  </a:cubicBezTo>
                  <a:cubicBezTo>
                    <a:pt x="84751" y="65697"/>
                    <a:pt x="88325" y="67992"/>
                    <a:pt x="91470" y="70767"/>
                  </a:cubicBezTo>
                  <a:cubicBezTo>
                    <a:pt x="94616" y="73541"/>
                    <a:pt x="97153" y="76869"/>
                    <a:pt x="99054" y="80740"/>
                  </a:cubicBezTo>
                  <a:cubicBezTo>
                    <a:pt x="100964" y="84621"/>
                    <a:pt x="101914" y="89295"/>
                    <a:pt x="101914" y="94752"/>
                  </a:cubicBezTo>
                  <a:cubicBezTo>
                    <a:pt x="101914" y="101268"/>
                    <a:pt x="100717" y="107288"/>
                    <a:pt x="98322" y="112782"/>
                  </a:cubicBezTo>
                  <a:cubicBezTo>
                    <a:pt x="95928" y="118295"/>
                    <a:pt x="92430" y="123051"/>
                    <a:pt x="87812" y="127061"/>
                  </a:cubicBezTo>
                  <a:cubicBezTo>
                    <a:pt x="83202" y="131071"/>
                    <a:pt x="77510" y="134195"/>
                    <a:pt x="70724" y="136444"/>
                  </a:cubicBezTo>
                  <a:cubicBezTo>
                    <a:pt x="63939" y="138684"/>
                    <a:pt x="56146" y="139809"/>
                    <a:pt x="47375" y="139809"/>
                  </a:cubicBezTo>
                  <a:cubicBezTo>
                    <a:pt x="42670" y="139809"/>
                    <a:pt x="38071" y="139394"/>
                    <a:pt x="33595" y="138555"/>
                  </a:cubicBezTo>
                  <a:cubicBezTo>
                    <a:pt x="29119" y="137717"/>
                    <a:pt x="24823" y="136555"/>
                    <a:pt x="20689" y="135053"/>
                  </a:cubicBezTo>
                  <a:cubicBezTo>
                    <a:pt x="16565" y="133559"/>
                    <a:pt x="12754" y="131798"/>
                    <a:pt x="9247" y="129771"/>
                  </a:cubicBezTo>
                  <a:cubicBezTo>
                    <a:pt x="5750" y="127742"/>
                    <a:pt x="2671" y="125539"/>
                    <a:pt x="0" y="123162"/>
                  </a:cubicBezTo>
                  <a:lnTo>
                    <a:pt x="7584" y="110736"/>
                  </a:lnTo>
                  <a:cubicBezTo>
                    <a:pt x="8563" y="109243"/>
                    <a:pt x="9722" y="108100"/>
                    <a:pt x="11043" y="107307"/>
                  </a:cubicBezTo>
                  <a:cubicBezTo>
                    <a:pt x="12373" y="106514"/>
                    <a:pt x="14065" y="106108"/>
                    <a:pt x="16108" y="106108"/>
                  </a:cubicBezTo>
                  <a:cubicBezTo>
                    <a:pt x="18142" y="106108"/>
                    <a:pt x="20071" y="106689"/>
                    <a:pt x="21886" y="107832"/>
                  </a:cubicBezTo>
                  <a:cubicBezTo>
                    <a:pt x="23702" y="108984"/>
                    <a:pt x="25811" y="110210"/>
                    <a:pt x="28206" y="111529"/>
                  </a:cubicBezTo>
                  <a:cubicBezTo>
                    <a:pt x="30601" y="112856"/>
                    <a:pt x="33423" y="114091"/>
                    <a:pt x="36664" y="115234"/>
                  </a:cubicBezTo>
                  <a:cubicBezTo>
                    <a:pt x="39895" y="116377"/>
                    <a:pt x="43992" y="116949"/>
                    <a:pt x="48971" y="116949"/>
                  </a:cubicBezTo>
                  <a:cubicBezTo>
                    <a:pt x="52868" y="116949"/>
                    <a:pt x="56213" y="116488"/>
                    <a:pt x="59007" y="115566"/>
                  </a:cubicBezTo>
                  <a:cubicBezTo>
                    <a:pt x="61801" y="114644"/>
                    <a:pt x="64110" y="113427"/>
                    <a:pt x="65935" y="111934"/>
                  </a:cubicBezTo>
                  <a:cubicBezTo>
                    <a:pt x="67740" y="110432"/>
                    <a:pt x="69080" y="108689"/>
                    <a:pt x="69926" y="106707"/>
                  </a:cubicBezTo>
                  <a:cubicBezTo>
                    <a:pt x="70762" y="104726"/>
                    <a:pt x="71181" y="102680"/>
                    <a:pt x="71181" y="100559"/>
                  </a:cubicBezTo>
                  <a:cubicBezTo>
                    <a:pt x="71181" y="97388"/>
                    <a:pt x="70230" y="94788"/>
                    <a:pt x="68329" y="92770"/>
                  </a:cubicBezTo>
                  <a:cubicBezTo>
                    <a:pt x="66419" y="90742"/>
                    <a:pt x="63892" y="88981"/>
                    <a:pt x="60736" y="87488"/>
                  </a:cubicBezTo>
                  <a:cubicBezTo>
                    <a:pt x="57591" y="85985"/>
                    <a:pt x="53998" y="84639"/>
                    <a:pt x="49960" y="83451"/>
                  </a:cubicBezTo>
                  <a:cubicBezTo>
                    <a:pt x="45920" y="82262"/>
                    <a:pt x="41806" y="80962"/>
                    <a:pt x="37586" y="79552"/>
                  </a:cubicBezTo>
                  <a:cubicBezTo>
                    <a:pt x="33376" y="78141"/>
                    <a:pt x="29251" y="76491"/>
                    <a:pt x="25222" y="74602"/>
                  </a:cubicBezTo>
                  <a:cubicBezTo>
                    <a:pt x="21183" y="72703"/>
                    <a:pt x="17591" y="70306"/>
                    <a:pt x="14445" y="67393"/>
                  </a:cubicBezTo>
                  <a:cubicBezTo>
                    <a:pt x="11290" y="64489"/>
                    <a:pt x="8762" y="60921"/>
                    <a:pt x="6852" y="56691"/>
                  </a:cubicBezTo>
                  <a:cubicBezTo>
                    <a:pt x="4952" y="52460"/>
                    <a:pt x="3992" y="47353"/>
                    <a:pt x="3992" y="41362"/>
                  </a:cubicBezTo>
                  <a:cubicBezTo>
                    <a:pt x="3992" y="35812"/>
                    <a:pt x="5103" y="30521"/>
                    <a:pt x="7327" y="25507"/>
                  </a:cubicBezTo>
                  <a:cubicBezTo>
                    <a:pt x="9532" y="20483"/>
                    <a:pt x="12801" y="16104"/>
                    <a:pt x="17097" y="12362"/>
                  </a:cubicBezTo>
                  <a:cubicBezTo>
                    <a:pt x="21402" y="8610"/>
                    <a:pt x="26771" y="5614"/>
                    <a:pt x="33195" y="3365"/>
                  </a:cubicBezTo>
                  <a:cubicBezTo>
                    <a:pt x="39629" y="1116"/>
                    <a:pt x="47052" y="0"/>
                    <a:pt x="55481" y="0"/>
                  </a:cubicBezTo>
                  <a:cubicBezTo>
                    <a:pt x="64880" y="0"/>
                    <a:pt x="73452" y="1540"/>
                    <a:pt x="81159" y="4619"/>
                  </a:cubicBezTo>
                  <a:cubicBezTo>
                    <a:pt x="88886" y="7716"/>
                    <a:pt x="95310" y="11762"/>
                    <a:pt x="100461" y="16787"/>
                  </a:cubicBezTo>
                  <a:lnTo>
                    <a:pt x="93000" y="28549"/>
                  </a:ln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98" name="Google Shape;2598;p90"/>
            <p:cNvSpPr/>
            <p:nvPr/>
          </p:nvSpPr>
          <p:spPr>
            <a:xfrm>
              <a:off x="7372354" y="3384010"/>
              <a:ext cx="124665" cy="139680"/>
            </a:xfrm>
            <a:custGeom>
              <a:avLst/>
              <a:gdLst/>
              <a:ahLst/>
              <a:cxnLst/>
              <a:rect l="l" t="t" r="r" b="b"/>
              <a:pathLst>
                <a:path w="124665" h="139680" extrusionOk="0">
                  <a:moveTo>
                    <a:pt x="65593" y="0"/>
                  </a:moveTo>
                  <a:cubicBezTo>
                    <a:pt x="74193" y="0"/>
                    <a:pt x="82110" y="1365"/>
                    <a:pt x="89341" y="4102"/>
                  </a:cubicBezTo>
                  <a:cubicBezTo>
                    <a:pt x="96574" y="6831"/>
                    <a:pt x="102798" y="10813"/>
                    <a:pt x="108035" y="16049"/>
                  </a:cubicBezTo>
                  <a:cubicBezTo>
                    <a:pt x="113262" y="21303"/>
                    <a:pt x="117348" y="27728"/>
                    <a:pt x="120275" y="35352"/>
                  </a:cubicBezTo>
                  <a:cubicBezTo>
                    <a:pt x="123193" y="42965"/>
                    <a:pt x="124666" y="51667"/>
                    <a:pt x="124666" y="61447"/>
                  </a:cubicBezTo>
                  <a:cubicBezTo>
                    <a:pt x="124666" y="63917"/>
                    <a:pt x="124552" y="65964"/>
                    <a:pt x="124333" y="67596"/>
                  </a:cubicBezTo>
                  <a:cubicBezTo>
                    <a:pt x="124105" y="69218"/>
                    <a:pt x="123706" y="70499"/>
                    <a:pt x="123136" y="71430"/>
                  </a:cubicBezTo>
                  <a:cubicBezTo>
                    <a:pt x="122556" y="72352"/>
                    <a:pt x="121777" y="73016"/>
                    <a:pt x="120798" y="73403"/>
                  </a:cubicBezTo>
                  <a:cubicBezTo>
                    <a:pt x="119828" y="73809"/>
                    <a:pt x="118583" y="74002"/>
                    <a:pt x="117082" y="74002"/>
                  </a:cubicBezTo>
                  <a:lnTo>
                    <a:pt x="32730" y="74002"/>
                  </a:lnTo>
                  <a:cubicBezTo>
                    <a:pt x="33699" y="87931"/>
                    <a:pt x="37472" y="98144"/>
                    <a:pt x="44029" y="104661"/>
                  </a:cubicBezTo>
                  <a:cubicBezTo>
                    <a:pt x="50606" y="111179"/>
                    <a:pt x="59292" y="114442"/>
                    <a:pt x="70107" y="114442"/>
                  </a:cubicBezTo>
                  <a:cubicBezTo>
                    <a:pt x="75438" y="114442"/>
                    <a:pt x="80019" y="113823"/>
                    <a:pt x="83886" y="112589"/>
                  </a:cubicBezTo>
                  <a:cubicBezTo>
                    <a:pt x="87745" y="111363"/>
                    <a:pt x="91109" y="109999"/>
                    <a:pt x="93998" y="108487"/>
                  </a:cubicBezTo>
                  <a:cubicBezTo>
                    <a:pt x="96878" y="106993"/>
                    <a:pt x="99396" y="105629"/>
                    <a:pt x="101582" y="104394"/>
                  </a:cubicBezTo>
                  <a:cubicBezTo>
                    <a:pt x="103758" y="103158"/>
                    <a:pt x="105858" y="102550"/>
                    <a:pt x="107902" y="102550"/>
                  </a:cubicBezTo>
                  <a:cubicBezTo>
                    <a:pt x="109232" y="102550"/>
                    <a:pt x="110382" y="102808"/>
                    <a:pt x="111351" y="103343"/>
                  </a:cubicBezTo>
                  <a:cubicBezTo>
                    <a:pt x="112330" y="103868"/>
                    <a:pt x="113176" y="104615"/>
                    <a:pt x="113889" y="105592"/>
                  </a:cubicBezTo>
                  <a:lnTo>
                    <a:pt x="123468" y="117483"/>
                  </a:lnTo>
                  <a:cubicBezTo>
                    <a:pt x="119828" y="121705"/>
                    <a:pt x="115742" y="125254"/>
                    <a:pt x="111228" y="128121"/>
                  </a:cubicBezTo>
                  <a:cubicBezTo>
                    <a:pt x="106704" y="130978"/>
                    <a:pt x="101981" y="133264"/>
                    <a:pt x="97049" y="134988"/>
                  </a:cubicBezTo>
                  <a:cubicBezTo>
                    <a:pt x="92136" y="136712"/>
                    <a:pt x="87127" y="137910"/>
                    <a:pt x="82014" y="138630"/>
                  </a:cubicBezTo>
                  <a:cubicBezTo>
                    <a:pt x="76920" y="139330"/>
                    <a:pt x="71979" y="139680"/>
                    <a:pt x="67189" y="139680"/>
                  </a:cubicBezTo>
                  <a:cubicBezTo>
                    <a:pt x="57695" y="139680"/>
                    <a:pt x="48866" y="138113"/>
                    <a:pt x="40713" y="134988"/>
                  </a:cubicBezTo>
                  <a:cubicBezTo>
                    <a:pt x="32549" y="131864"/>
                    <a:pt x="25450" y="127236"/>
                    <a:pt x="19415" y="121115"/>
                  </a:cubicBezTo>
                  <a:cubicBezTo>
                    <a:pt x="13390" y="114994"/>
                    <a:pt x="8648" y="107417"/>
                    <a:pt x="5179" y="98384"/>
                  </a:cubicBezTo>
                  <a:cubicBezTo>
                    <a:pt x="1730" y="89350"/>
                    <a:pt x="0" y="78897"/>
                    <a:pt x="0" y="66997"/>
                  </a:cubicBezTo>
                  <a:cubicBezTo>
                    <a:pt x="0" y="57751"/>
                    <a:pt x="1511" y="49049"/>
                    <a:pt x="4524" y="40900"/>
                  </a:cubicBezTo>
                  <a:cubicBezTo>
                    <a:pt x="7536" y="32752"/>
                    <a:pt x="11860" y="25654"/>
                    <a:pt x="17486" y="19625"/>
                  </a:cubicBezTo>
                  <a:cubicBezTo>
                    <a:pt x="23122" y="13597"/>
                    <a:pt x="30002" y="8804"/>
                    <a:pt x="38109" y="5282"/>
                  </a:cubicBezTo>
                  <a:cubicBezTo>
                    <a:pt x="46234" y="1761"/>
                    <a:pt x="55395" y="0"/>
                    <a:pt x="65593" y="0"/>
                  </a:cubicBezTo>
                  <a:close/>
                  <a:moveTo>
                    <a:pt x="66248" y="23387"/>
                  </a:moveTo>
                  <a:cubicBezTo>
                    <a:pt x="56669" y="23387"/>
                    <a:pt x="49180" y="26078"/>
                    <a:pt x="43773" y="31452"/>
                  </a:cubicBezTo>
                  <a:cubicBezTo>
                    <a:pt x="38365" y="36826"/>
                    <a:pt x="34896" y="44440"/>
                    <a:pt x="33395" y="54312"/>
                  </a:cubicBezTo>
                  <a:lnTo>
                    <a:pt x="95120" y="54312"/>
                  </a:lnTo>
                  <a:cubicBezTo>
                    <a:pt x="95120" y="50082"/>
                    <a:pt x="94549" y="46099"/>
                    <a:pt x="93399" y="42356"/>
                  </a:cubicBezTo>
                  <a:cubicBezTo>
                    <a:pt x="92250" y="38614"/>
                    <a:pt x="90473" y="35333"/>
                    <a:pt x="88078" y="32512"/>
                  </a:cubicBezTo>
                  <a:cubicBezTo>
                    <a:pt x="85683" y="29691"/>
                    <a:pt x="82670" y="27461"/>
                    <a:pt x="79030" y="25838"/>
                  </a:cubicBezTo>
                  <a:cubicBezTo>
                    <a:pt x="75391" y="24207"/>
                    <a:pt x="71133" y="23387"/>
                    <a:pt x="66248" y="23387"/>
                  </a:cubicBezTo>
                  <a:close/>
                </a:path>
              </a:pathLst>
            </a:custGeom>
            <a:solidFill>
              <a:srgbClr val="00153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sp>
          <p:nvSpPr>
            <p:cNvPr id="2599" name="Google Shape;2599;p90"/>
            <p:cNvSpPr/>
            <p:nvPr/>
          </p:nvSpPr>
          <p:spPr>
            <a:xfrm>
              <a:off x="4699000" y="3079749"/>
              <a:ext cx="582427" cy="696135"/>
            </a:xfrm>
            <a:custGeom>
              <a:avLst/>
              <a:gdLst/>
              <a:ahLst/>
              <a:cxnLst/>
              <a:rect l="l" t="t" r="r" b="b"/>
              <a:pathLst>
                <a:path w="582427" h="696135" extrusionOk="0">
                  <a:moveTo>
                    <a:pt x="575612" y="229413"/>
                  </a:moveTo>
                  <a:lnTo>
                    <a:pt x="303375" y="4281"/>
                  </a:lnTo>
                  <a:cubicBezTo>
                    <a:pt x="296292" y="-1427"/>
                    <a:pt x="286135" y="-1427"/>
                    <a:pt x="279052" y="4281"/>
                  </a:cubicBezTo>
                  <a:lnTo>
                    <a:pt x="6816" y="229413"/>
                  </a:lnTo>
                  <a:cubicBezTo>
                    <a:pt x="2539" y="232997"/>
                    <a:pt x="0" y="238307"/>
                    <a:pt x="0" y="243881"/>
                  </a:cubicBezTo>
                  <a:lnTo>
                    <a:pt x="0" y="582242"/>
                  </a:lnTo>
                  <a:cubicBezTo>
                    <a:pt x="0" y="592596"/>
                    <a:pt x="8420" y="601091"/>
                    <a:pt x="18978" y="601091"/>
                  </a:cubicBezTo>
                  <a:lnTo>
                    <a:pt x="100635" y="601091"/>
                  </a:lnTo>
                  <a:lnTo>
                    <a:pt x="100635" y="614234"/>
                  </a:lnTo>
                  <a:cubicBezTo>
                    <a:pt x="100635" y="667463"/>
                    <a:pt x="198864" y="696135"/>
                    <a:pt x="291214" y="696135"/>
                  </a:cubicBezTo>
                  <a:cubicBezTo>
                    <a:pt x="383563" y="696135"/>
                    <a:pt x="481792" y="667463"/>
                    <a:pt x="481792" y="614234"/>
                  </a:cubicBezTo>
                  <a:lnTo>
                    <a:pt x="481792" y="601091"/>
                  </a:lnTo>
                  <a:lnTo>
                    <a:pt x="563450" y="601091"/>
                  </a:lnTo>
                  <a:cubicBezTo>
                    <a:pt x="574008" y="601091"/>
                    <a:pt x="582427" y="592596"/>
                    <a:pt x="582427" y="582242"/>
                  </a:cubicBezTo>
                  <a:lnTo>
                    <a:pt x="582427" y="243881"/>
                  </a:lnTo>
                  <a:cubicBezTo>
                    <a:pt x="582427" y="238307"/>
                    <a:pt x="579888" y="232997"/>
                    <a:pt x="575612" y="229413"/>
                  </a:cubicBezTo>
                  <a:close/>
                  <a:moveTo>
                    <a:pt x="451722" y="432641"/>
                  </a:moveTo>
                  <a:cubicBezTo>
                    <a:pt x="451722" y="453881"/>
                    <a:pt x="389176" y="484544"/>
                    <a:pt x="291214" y="484544"/>
                  </a:cubicBezTo>
                  <a:cubicBezTo>
                    <a:pt x="193252" y="484544"/>
                    <a:pt x="130705" y="453881"/>
                    <a:pt x="130705" y="432641"/>
                  </a:cubicBezTo>
                  <a:lnTo>
                    <a:pt x="130705" y="387509"/>
                  </a:lnTo>
                  <a:cubicBezTo>
                    <a:pt x="166923" y="411270"/>
                    <a:pt x="230405" y="423615"/>
                    <a:pt x="291214" y="423615"/>
                  </a:cubicBezTo>
                  <a:cubicBezTo>
                    <a:pt x="352022" y="423615"/>
                    <a:pt x="415504" y="411270"/>
                    <a:pt x="451722" y="387509"/>
                  </a:cubicBezTo>
                  <a:lnTo>
                    <a:pt x="451722" y="432641"/>
                  </a:lnTo>
                  <a:close/>
                  <a:moveTo>
                    <a:pt x="130705" y="523305"/>
                  </a:moveTo>
                  <a:lnTo>
                    <a:pt x="130705" y="478304"/>
                  </a:lnTo>
                  <a:cubicBezTo>
                    <a:pt x="166923" y="502199"/>
                    <a:pt x="230405" y="514677"/>
                    <a:pt x="291214" y="514677"/>
                  </a:cubicBezTo>
                  <a:cubicBezTo>
                    <a:pt x="352022" y="514677"/>
                    <a:pt x="415504" y="502199"/>
                    <a:pt x="451722" y="478304"/>
                  </a:cubicBezTo>
                  <a:lnTo>
                    <a:pt x="451722" y="523305"/>
                  </a:lnTo>
                  <a:cubicBezTo>
                    <a:pt x="451722" y="536181"/>
                    <a:pt x="428736" y="552508"/>
                    <a:pt x="388776" y="563393"/>
                  </a:cubicBezTo>
                  <a:cubicBezTo>
                    <a:pt x="362847" y="570428"/>
                    <a:pt x="329837" y="575207"/>
                    <a:pt x="291214" y="575207"/>
                  </a:cubicBezTo>
                  <a:cubicBezTo>
                    <a:pt x="252590" y="575207"/>
                    <a:pt x="219580" y="570428"/>
                    <a:pt x="193653" y="563393"/>
                  </a:cubicBezTo>
                  <a:cubicBezTo>
                    <a:pt x="153693" y="552508"/>
                    <a:pt x="130705" y="536181"/>
                    <a:pt x="130705" y="523305"/>
                  </a:cubicBezTo>
                  <a:close/>
                  <a:moveTo>
                    <a:pt x="291214" y="393747"/>
                  </a:moveTo>
                  <a:cubicBezTo>
                    <a:pt x="193252" y="393747"/>
                    <a:pt x="130705" y="362819"/>
                    <a:pt x="130705" y="341713"/>
                  </a:cubicBezTo>
                  <a:cubicBezTo>
                    <a:pt x="130705" y="320607"/>
                    <a:pt x="193252" y="289811"/>
                    <a:pt x="291214" y="289811"/>
                  </a:cubicBezTo>
                  <a:cubicBezTo>
                    <a:pt x="389176" y="289811"/>
                    <a:pt x="451722" y="320607"/>
                    <a:pt x="451722" y="341713"/>
                  </a:cubicBezTo>
                  <a:cubicBezTo>
                    <a:pt x="451722" y="362819"/>
                    <a:pt x="389176" y="393747"/>
                    <a:pt x="291214" y="393747"/>
                  </a:cubicBezTo>
                  <a:close/>
                  <a:moveTo>
                    <a:pt x="451722" y="614234"/>
                  </a:moveTo>
                  <a:cubicBezTo>
                    <a:pt x="451722" y="635340"/>
                    <a:pt x="389176" y="666136"/>
                    <a:pt x="291214" y="666136"/>
                  </a:cubicBezTo>
                  <a:cubicBezTo>
                    <a:pt x="193252" y="666136"/>
                    <a:pt x="130705" y="635340"/>
                    <a:pt x="130705" y="614234"/>
                  </a:cubicBezTo>
                  <a:lnTo>
                    <a:pt x="130705" y="568968"/>
                  </a:lnTo>
                  <a:cubicBezTo>
                    <a:pt x="142733" y="576933"/>
                    <a:pt x="157969" y="583569"/>
                    <a:pt x="174942" y="588880"/>
                  </a:cubicBezTo>
                  <a:cubicBezTo>
                    <a:pt x="179219" y="590207"/>
                    <a:pt x="183495" y="591534"/>
                    <a:pt x="188039" y="592729"/>
                  </a:cubicBezTo>
                  <a:cubicBezTo>
                    <a:pt x="192450" y="593923"/>
                    <a:pt x="197127" y="594985"/>
                    <a:pt x="201805" y="596047"/>
                  </a:cubicBezTo>
                  <a:cubicBezTo>
                    <a:pt x="211160" y="598039"/>
                    <a:pt x="220782" y="599764"/>
                    <a:pt x="230672" y="601091"/>
                  </a:cubicBezTo>
                  <a:lnTo>
                    <a:pt x="230939" y="601091"/>
                  </a:lnTo>
                  <a:cubicBezTo>
                    <a:pt x="235751" y="601756"/>
                    <a:pt x="240695" y="602419"/>
                    <a:pt x="245641" y="602950"/>
                  </a:cubicBezTo>
                  <a:cubicBezTo>
                    <a:pt x="250719" y="603348"/>
                    <a:pt x="255797" y="603747"/>
                    <a:pt x="260876" y="604145"/>
                  </a:cubicBezTo>
                  <a:cubicBezTo>
                    <a:pt x="265688" y="604543"/>
                    <a:pt x="270766" y="604809"/>
                    <a:pt x="275577" y="604942"/>
                  </a:cubicBezTo>
                  <a:lnTo>
                    <a:pt x="275845" y="604942"/>
                  </a:lnTo>
                  <a:cubicBezTo>
                    <a:pt x="281056" y="605074"/>
                    <a:pt x="286135" y="605207"/>
                    <a:pt x="291214" y="605207"/>
                  </a:cubicBezTo>
                  <a:cubicBezTo>
                    <a:pt x="296292" y="605207"/>
                    <a:pt x="301371" y="605207"/>
                    <a:pt x="306583" y="604942"/>
                  </a:cubicBezTo>
                  <a:lnTo>
                    <a:pt x="306851" y="604942"/>
                  </a:lnTo>
                  <a:cubicBezTo>
                    <a:pt x="311661" y="604809"/>
                    <a:pt x="316740" y="604543"/>
                    <a:pt x="321551" y="604145"/>
                  </a:cubicBezTo>
                  <a:cubicBezTo>
                    <a:pt x="326630" y="603747"/>
                    <a:pt x="331709" y="603348"/>
                    <a:pt x="336787" y="602950"/>
                  </a:cubicBezTo>
                  <a:cubicBezTo>
                    <a:pt x="341732" y="602419"/>
                    <a:pt x="346676" y="601756"/>
                    <a:pt x="351488" y="601091"/>
                  </a:cubicBezTo>
                  <a:lnTo>
                    <a:pt x="351755" y="601091"/>
                  </a:lnTo>
                  <a:cubicBezTo>
                    <a:pt x="361645" y="599764"/>
                    <a:pt x="371267" y="598039"/>
                    <a:pt x="380623" y="596047"/>
                  </a:cubicBezTo>
                  <a:cubicBezTo>
                    <a:pt x="385300" y="594985"/>
                    <a:pt x="389978" y="593923"/>
                    <a:pt x="394388" y="592729"/>
                  </a:cubicBezTo>
                  <a:cubicBezTo>
                    <a:pt x="398932" y="591534"/>
                    <a:pt x="403208" y="590207"/>
                    <a:pt x="407486" y="588880"/>
                  </a:cubicBezTo>
                  <a:cubicBezTo>
                    <a:pt x="424458" y="583569"/>
                    <a:pt x="439694" y="576933"/>
                    <a:pt x="451722" y="568968"/>
                  </a:cubicBezTo>
                  <a:lnTo>
                    <a:pt x="451722" y="614234"/>
                  </a:lnTo>
                  <a:close/>
                  <a:moveTo>
                    <a:pt x="544606" y="563393"/>
                  </a:moveTo>
                  <a:lnTo>
                    <a:pt x="481792" y="563393"/>
                  </a:lnTo>
                  <a:lnTo>
                    <a:pt x="481792" y="341713"/>
                  </a:lnTo>
                  <a:cubicBezTo>
                    <a:pt x="481792" y="288482"/>
                    <a:pt x="383563" y="259678"/>
                    <a:pt x="291214" y="259678"/>
                  </a:cubicBezTo>
                  <a:cubicBezTo>
                    <a:pt x="198864" y="259678"/>
                    <a:pt x="100635" y="288482"/>
                    <a:pt x="100635" y="341713"/>
                  </a:cubicBezTo>
                  <a:lnTo>
                    <a:pt x="100635" y="563393"/>
                  </a:lnTo>
                  <a:lnTo>
                    <a:pt x="37822" y="563393"/>
                  </a:lnTo>
                  <a:lnTo>
                    <a:pt x="37822" y="252775"/>
                  </a:lnTo>
                  <a:lnTo>
                    <a:pt x="291214" y="43307"/>
                  </a:lnTo>
                  <a:lnTo>
                    <a:pt x="544606" y="252775"/>
                  </a:lnTo>
                  <a:lnTo>
                    <a:pt x="544606" y="563393"/>
                  </a:lnTo>
                  <a:close/>
                </a:path>
              </a:pathLst>
            </a:custGeom>
            <a:solidFill>
              <a:srgbClr val="FFFFFF"/>
            </a:solidFill>
            <a:ln>
              <a:noFill/>
            </a:ln>
          </p:spPr>
          <p:txBody>
            <a:bodyPr spcFirstLastPara="1" wrap="square" lIns="29350" tIns="14675" rIns="29350" bIns="14675" anchor="ctr" anchorCtr="0">
              <a:noAutofit/>
            </a:bodyPr>
            <a:lstStyle/>
            <a:p>
              <a:pPr marL="0" marR="0" lvl="0" indent="0" algn="l" rtl="0">
                <a:spcBef>
                  <a:spcPts val="0"/>
                </a:spcBef>
                <a:spcAft>
                  <a:spcPts val="0"/>
                </a:spcAft>
                <a:buNone/>
              </a:pPr>
              <a:endParaRPr sz="598">
                <a:solidFill>
                  <a:srgbClr val="262626"/>
                </a:solidFill>
                <a:latin typeface="Arial"/>
                <a:ea typeface="Arial"/>
                <a:cs typeface="Arial"/>
                <a:sym typeface="Arial"/>
              </a:endParaRPr>
            </a:p>
          </p:txBody>
        </p:sp>
      </p:grpSp>
      <p:grpSp>
        <p:nvGrpSpPr>
          <p:cNvPr id="2600" name="Google Shape;2600;p90"/>
          <p:cNvGrpSpPr/>
          <p:nvPr/>
        </p:nvGrpSpPr>
        <p:grpSpPr>
          <a:xfrm>
            <a:off x="8408213" y="2690058"/>
            <a:ext cx="210156" cy="330243"/>
            <a:chOff x="9445093" y="3635135"/>
            <a:chExt cx="256664" cy="403325"/>
          </a:xfrm>
        </p:grpSpPr>
        <p:grpSp>
          <p:nvGrpSpPr>
            <p:cNvPr id="2601" name="Google Shape;2601;p90"/>
            <p:cNvGrpSpPr/>
            <p:nvPr/>
          </p:nvGrpSpPr>
          <p:grpSpPr>
            <a:xfrm>
              <a:off x="9468847" y="3961197"/>
              <a:ext cx="207140" cy="77263"/>
              <a:chOff x="9468847" y="3961197"/>
              <a:chExt cx="207140" cy="77263"/>
            </a:xfrm>
          </p:grpSpPr>
          <p:sp>
            <p:nvSpPr>
              <p:cNvPr id="2602" name="Google Shape;2602;p90"/>
              <p:cNvSpPr/>
              <p:nvPr/>
            </p:nvSpPr>
            <p:spPr>
              <a:xfrm>
                <a:off x="9468847" y="3961197"/>
                <a:ext cx="66855" cy="77262"/>
              </a:xfrm>
              <a:custGeom>
                <a:avLst/>
                <a:gdLst/>
                <a:ahLst/>
                <a:cxnLst/>
                <a:rect l="l" t="t" r="r" b="b"/>
                <a:pathLst>
                  <a:path w="66855" h="77262" extrusionOk="0">
                    <a:moveTo>
                      <a:pt x="39105" y="66077"/>
                    </a:moveTo>
                    <a:cubicBezTo>
                      <a:pt x="42280" y="66077"/>
                      <a:pt x="45044" y="65782"/>
                      <a:pt x="47397" y="65210"/>
                    </a:cubicBezTo>
                    <a:cubicBezTo>
                      <a:pt x="49750" y="64635"/>
                      <a:pt x="51990" y="63844"/>
                      <a:pt x="54119" y="62828"/>
                    </a:cubicBezTo>
                    <a:lnTo>
                      <a:pt x="54119" y="49084"/>
                    </a:lnTo>
                    <a:lnTo>
                      <a:pt x="44633" y="49084"/>
                    </a:lnTo>
                    <a:cubicBezTo>
                      <a:pt x="43736" y="49084"/>
                      <a:pt x="43027" y="48830"/>
                      <a:pt x="42504" y="48326"/>
                    </a:cubicBezTo>
                    <a:cubicBezTo>
                      <a:pt x="41981" y="47822"/>
                      <a:pt x="41719" y="47202"/>
                      <a:pt x="41719" y="46474"/>
                    </a:cubicBezTo>
                    <a:lnTo>
                      <a:pt x="41719" y="38525"/>
                    </a:lnTo>
                    <a:lnTo>
                      <a:pt x="66855" y="38525"/>
                    </a:lnTo>
                    <a:lnTo>
                      <a:pt x="66855" y="69105"/>
                    </a:lnTo>
                    <a:cubicBezTo>
                      <a:pt x="64951" y="70501"/>
                      <a:pt x="62971" y="71711"/>
                      <a:pt x="60880" y="72741"/>
                    </a:cubicBezTo>
                    <a:cubicBezTo>
                      <a:pt x="58788" y="73768"/>
                      <a:pt x="56584" y="74612"/>
                      <a:pt x="54231" y="75269"/>
                    </a:cubicBezTo>
                    <a:cubicBezTo>
                      <a:pt x="51878" y="75934"/>
                      <a:pt x="49376" y="76430"/>
                      <a:pt x="46687" y="76763"/>
                    </a:cubicBezTo>
                    <a:cubicBezTo>
                      <a:pt x="43998" y="77095"/>
                      <a:pt x="41122" y="77263"/>
                      <a:pt x="37984" y="77263"/>
                    </a:cubicBezTo>
                    <a:cubicBezTo>
                      <a:pt x="32494" y="77263"/>
                      <a:pt x="27415" y="76300"/>
                      <a:pt x="22783" y="74384"/>
                    </a:cubicBezTo>
                    <a:cubicBezTo>
                      <a:pt x="18152" y="72469"/>
                      <a:pt x="14156" y="69803"/>
                      <a:pt x="10757" y="66390"/>
                    </a:cubicBezTo>
                    <a:cubicBezTo>
                      <a:pt x="7395" y="62970"/>
                      <a:pt x="4743" y="58893"/>
                      <a:pt x="2839" y="54155"/>
                    </a:cubicBezTo>
                    <a:cubicBezTo>
                      <a:pt x="934" y="49417"/>
                      <a:pt x="0" y="44241"/>
                      <a:pt x="0" y="38630"/>
                    </a:cubicBezTo>
                    <a:cubicBezTo>
                      <a:pt x="0" y="32951"/>
                      <a:pt x="896" y="27738"/>
                      <a:pt x="2764" y="22996"/>
                    </a:cubicBezTo>
                    <a:cubicBezTo>
                      <a:pt x="4594" y="18262"/>
                      <a:pt x="7246" y="14185"/>
                      <a:pt x="10645" y="10768"/>
                    </a:cubicBezTo>
                    <a:cubicBezTo>
                      <a:pt x="14043" y="7356"/>
                      <a:pt x="18152" y="4705"/>
                      <a:pt x="23007" y="2823"/>
                    </a:cubicBezTo>
                    <a:cubicBezTo>
                      <a:pt x="27826" y="941"/>
                      <a:pt x="33278" y="0"/>
                      <a:pt x="39329" y="0"/>
                    </a:cubicBezTo>
                    <a:cubicBezTo>
                      <a:pt x="45492" y="0"/>
                      <a:pt x="50832" y="915"/>
                      <a:pt x="55352" y="2748"/>
                    </a:cubicBezTo>
                    <a:cubicBezTo>
                      <a:pt x="59834" y="4574"/>
                      <a:pt x="63681" y="6956"/>
                      <a:pt x="66818" y="9880"/>
                    </a:cubicBezTo>
                    <a:lnTo>
                      <a:pt x="62747" y="16261"/>
                    </a:lnTo>
                    <a:cubicBezTo>
                      <a:pt x="61926" y="17545"/>
                      <a:pt x="60880" y="18191"/>
                      <a:pt x="59535" y="18191"/>
                    </a:cubicBezTo>
                    <a:cubicBezTo>
                      <a:pt x="58714" y="18191"/>
                      <a:pt x="57854" y="17915"/>
                      <a:pt x="56995" y="17355"/>
                    </a:cubicBezTo>
                    <a:cubicBezTo>
                      <a:pt x="55875" y="16694"/>
                      <a:pt x="54717" y="16029"/>
                      <a:pt x="53559" y="15368"/>
                    </a:cubicBezTo>
                    <a:cubicBezTo>
                      <a:pt x="52401" y="14707"/>
                      <a:pt x="51094" y="14129"/>
                      <a:pt x="49675" y="13643"/>
                    </a:cubicBezTo>
                    <a:cubicBezTo>
                      <a:pt x="48293" y="13154"/>
                      <a:pt x="46687" y="12755"/>
                      <a:pt x="44931" y="12437"/>
                    </a:cubicBezTo>
                    <a:cubicBezTo>
                      <a:pt x="43176" y="12124"/>
                      <a:pt x="41122" y="11970"/>
                      <a:pt x="38843" y="11970"/>
                    </a:cubicBezTo>
                    <a:cubicBezTo>
                      <a:pt x="35108" y="11970"/>
                      <a:pt x="31747" y="12598"/>
                      <a:pt x="28722" y="13852"/>
                    </a:cubicBezTo>
                    <a:cubicBezTo>
                      <a:pt x="25696" y="15107"/>
                      <a:pt x="23119" y="16903"/>
                      <a:pt x="20990" y="19237"/>
                    </a:cubicBezTo>
                    <a:cubicBezTo>
                      <a:pt x="18899" y="21574"/>
                      <a:pt x="17255" y="24378"/>
                      <a:pt x="16098" y="27652"/>
                    </a:cubicBezTo>
                    <a:cubicBezTo>
                      <a:pt x="14940" y="30927"/>
                      <a:pt x="14380" y="34586"/>
                      <a:pt x="14380" y="38630"/>
                    </a:cubicBezTo>
                    <a:cubicBezTo>
                      <a:pt x="14380" y="42987"/>
                      <a:pt x="14977" y="46863"/>
                      <a:pt x="16210" y="50260"/>
                    </a:cubicBezTo>
                    <a:cubicBezTo>
                      <a:pt x="17405" y="53654"/>
                      <a:pt x="19123" y="56526"/>
                      <a:pt x="21327" y="58859"/>
                    </a:cubicBezTo>
                    <a:cubicBezTo>
                      <a:pt x="23530" y="61196"/>
                      <a:pt x="26145" y="62981"/>
                      <a:pt x="29170" y="64213"/>
                    </a:cubicBezTo>
                    <a:cubicBezTo>
                      <a:pt x="32195" y="65457"/>
                      <a:pt x="35519" y="66077"/>
                      <a:pt x="39105" y="6607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03" name="Google Shape;2603;p90"/>
              <p:cNvSpPr/>
              <p:nvPr/>
            </p:nvSpPr>
            <p:spPr>
              <a:xfrm>
                <a:off x="9549298" y="3962034"/>
                <a:ext cx="53969" cy="75586"/>
              </a:xfrm>
              <a:custGeom>
                <a:avLst/>
                <a:gdLst/>
                <a:ahLst/>
                <a:cxnLst/>
                <a:rect l="l" t="t" r="r" b="b"/>
                <a:pathLst>
                  <a:path w="53969" h="75586" extrusionOk="0">
                    <a:moveTo>
                      <a:pt x="14081" y="48980"/>
                    </a:moveTo>
                    <a:lnTo>
                      <a:pt x="14081" y="75586"/>
                    </a:lnTo>
                    <a:lnTo>
                      <a:pt x="0" y="75586"/>
                    </a:lnTo>
                    <a:lnTo>
                      <a:pt x="0" y="0"/>
                    </a:lnTo>
                    <a:lnTo>
                      <a:pt x="24650" y="0"/>
                    </a:lnTo>
                    <a:cubicBezTo>
                      <a:pt x="29693" y="0"/>
                      <a:pt x="34063" y="594"/>
                      <a:pt x="37760" y="1777"/>
                    </a:cubicBezTo>
                    <a:cubicBezTo>
                      <a:pt x="41458" y="2961"/>
                      <a:pt x="44521" y="4615"/>
                      <a:pt x="46911" y="6747"/>
                    </a:cubicBezTo>
                    <a:cubicBezTo>
                      <a:pt x="49338" y="8868"/>
                      <a:pt x="51094" y="11414"/>
                      <a:pt x="52252" y="14371"/>
                    </a:cubicBezTo>
                    <a:cubicBezTo>
                      <a:pt x="53410" y="17336"/>
                      <a:pt x="53970" y="20581"/>
                      <a:pt x="53970" y="24098"/>
                    </a:cubicBezTo>
                    <a:cubicBezTo>
                      <a:pt x="53970" y="27753"/>
                      <a:pt x="53372" y="31110"/>
                      <a:pt x="52140" y="34157"/>
                    </a:cubicBezTo>
                    <a:cubicBezTo>
                      <a:pt x="50907" y="37211"/>
                      <a:pt x="49077" y="39832"/>
                      <a:pt x="46649" y="42027"/>
                    </a:cubicBezTo>
                    <a:cubicBezTo>
                      <a:pt x="44222" y="44223"/>
                      <a:pt x="41159" y="45933"/>
                      <a:pt x="37499" y="47150"/>
                    </a:cubicBezTo>
                    <a:cubicBezTo>
                      <a:pt x="33839" y="48371"/>
                      <a:pt x="29543" y="48980"/>
                      <a:pt x="24650" y="48980"/>
                    </a:cubicBezTo>
                    <a:lnTo>
                      <a:pt x="14081" y="48980"/>
                    </a:lnTo>
                    <a:close/>
                    <a:moveTo>
                      <a:pt x="14081" y="38002"/>
                    </a:moveTo>
                    <a:lnTo>
                      <a:pt x="24650" y="38002"/>
                    </a:lnTo>
                    <a:cubicBezTo>
                      <a:pt x="27228" y="38002"/>
                      <a:pt x="29469" y="37681"/>
                      <a:pt x="31374" y="37035"/>
                    </a:cubicBezTo>
                    <a:cubicBezTo>
                      <a:pt x="33316" y="36389"/>
                      <a:pt x="34884" y="35467"/>
                      <a:pt x="36154" y="34269"/>
                    </a:cubicBezTo>
                    <a:cubicBezTo>
                      <a:pt x="37387" y="33063"/>
                      <a:pt x="38320" y="31599"/>
                      <a:pt x="38956" y="29874"/>
                    </a:cubicBezTo>
                    <a:cubicBezTo>
                      <a:pt x="39590" y="28149"/>
                      <a:pt x="39889" y="26222"/>
                      <a:pt x="39889" y="24098"/>
                    </a:cubicBezTo>
                    <a:cubicBezTo>
                      <a:pt x="39889" y="22078"/>
                      <a:pt x="39590" y="20248"/>
                      <a:pt x="38956" y="18609"/>
                    </a:cubicBezTo>
                    <a:cubicBezTo>
                      <a:pt x="38320" y="16970"/>
                      <a:pt x="37387" y="15577"/>
                      <a:pt x="36154" y="14427"/>
                    </a:cubicBezTo>
                    <a:cubicBezTo>
                      <a:pt x="34884" y="13281"/>
                      <a:pt x="33316" y="12396"/>
                      <a:pt x="31374" y="11788"/>
                    </a:cubicBezTo>
                    <a:cubicBezTo>
                      <a:pt x="29469" y="11179"/>
                      <a:pt x="27228" y="10873"/>
                      <a:pt x="24650" y="10873"/>
                    </a:cubicBezTo>
                    <a:lnTo>
                      <a:pt x="14081" y="10873"/>
                    </a:lnTo>
                    <a:lnTo>
                      <a:pt x="14081" y="38002"/>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04" name="Google Shape;2604;p90"/>
              <p:cNvSpPr/>
              <p:nvPr/>
            </p:nvSpPr>
            <p:spPr>
              <a:xfrm>
                <a:off x="9613315" y="3962034"/>
                <a:ext cx="62672" cy="76426"/>
              </a:xfrm>
              <a:custGeom>
                <a:avLst/>
                <a:gdLst/>
                <a:ahLst/>
                <a:cxnLst/>
                <a:rect l="l" t="t" r="r" b="b"/>
                <a:pathLst>
                  <a:path w="62672" h="76426" extrusionOk="0">
                    <a:moveTo>
                      <a:pt x="31336" y="64243"/>
                    </a:moveTo>
                    <a:cubicBezTo>
                      <a:pt x="34025" y="64243"/>
                      <a:pt x="36453" y="63791"/>
                      <a:pt x="38619" y="62884"/>
                    </a:cubicBezTo>
                    <a:cubicBezTo>
                      <a:pt x="40748" y="61977"/>
                      <a:pt x="42578" y="60707"/>
                      <a:pt x="44035" y="59068"/>
                    </a:cubicBezTo>
                    <a:cubicBezTo>
                      <a:pt x="45529" y="57429"/>
                      <a:pt x="46649" y="55443"/>
                      <a:pt x="47433" y="53109"/>
                    </a:cubicBezTo>
                    <a:cubicBezTo>
                      <a:pt x="48218" y="50775"/>
                      <a:pt x="48629" y="48158"/>
                      <a:pt x="48629" y="45268"/>
                    </a:cubicBezTo>
                    <a:lnTo>
                      <a:pt x="48629" y="0"/>
                    </a:lnTo>
                    <a:lnTo>
                      <a:pt x="62672" y="0"/>
                    </a:lnTo>
                    <a:lnTo>
                      <a:pt x="62672" y="45268"/>
                    </a:lnTo>
                    <a:cubicBezTo>
                      <a:pt x="62672" y="49764"/>
                      <a:pt x="61962" y="53919"/>
                      <a:pt x="60506" y="57735"/>
                    </a:cubicBezTo>
                    <a:cubicBezTo>
                      <a:pt x="59086" y="61551"/>
                      <a:pt x="56995" y="64844"/>
                      <a:pt x="54269" y="67615"/>
                    </a:cubicBezTo>
                    <a:cubicBezTo>
                      <a:pt x="51542" y="70385"/>
                      <a:pt x="48256" y="72547"/>
                      <a:pt x="44408" y="74100"/>
                    </a:cubicBezTo>
                    <a:cubicBezTo>
                      <a:pt x="40524" y="75646"/>
                      <a:pt x="36154" y="76426"/>
                      <a:pt x="31336" y="76426"/>
                    </a:cubicBezTo>
                    <a:cubicBezTo>
                      <a:pt x="26481" y="76426"/>
                      <a:pt x="22111" y="75646"/>
                      <a:pt x="18264" y="74100"/>
                    </a:cubicBezTo>
                    <a:cubicBezTo>
                      <a:pt x="14379" y="72547"/>
                      <a:pt x="11093" y="70385"/>
                      <a:pt x="8404" y="67615"/>
                    </a:cubicBezTo>
                    <a:cubicBezTo>
                      <a:pt x="5677" y="64844"/>
                      <a:pt x="3623" y="61551"/>
                      <a:pt x="2166" y="57735"/>
                    </a:cubicBezTo>
                    <a:cubicBezTo>
                      <a:pt x="709" y="53919"/>
                      <a:pt x="0" y="49764"/>
                      <a:pt x="0" y="45268"/>
                    </a:cubicBezTo>
                    <a:lnTo>
                      <a:pt x="0" y="0"/>
                    </a:lnTo>
                    <a:lnTo>
                      <a:pt x="14081" y="0"/>
                    </a:lnTo>
                    <a:lnTo>
                      <a:pt x="14081" y="45216"/>
                    </a:lnTo>
                    <a:cubicBezTo>
                      <a:pt x="14081" y="48110"/>
                      <a:pt x="14454" y="50723"/>
                      <a:pt x="15238" y="53057"/>
                    </a:cubicBezTo>
                    <a:cubicBezTo>
                      <a:pt x="16023" y="55394"/>
                      <a:pt x="17143" y="57388"/>
                      <a:pt x="18600" y="59038"/>
                    </a:cubicBezTo>
                    <a:cubicBezTo>
                      <a:pt x="20057" y="60696"/>
                      <a:pt x="21887" y="61977"/>
                      <a:pt x="24015" y="62884"/>
                    </a:cubicBezTo>
                    <a:cubicBezTo>
                      <a:pt x="26182" y="63791"/>
                      <a:pt x="28610" y="64243"/>
                      <a:pt x="31336" y="64243"/>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605" name="Google Shape;2605;p90"/>
            <p:cNvSpPr/>
            <p:nvPr/>
          </p:nvSpPr>
          <p:spPr>
            <a:xfrm>
              <a:off x="9445093" y="3635135"/>
              <a:ext cx="256664" cy="256562"/>
            </a:xfrm>
            <a:custGeom>
              <a:avLst/>
              <a:gdLst/>
              <a:ahLst/>
              <a:cxnLst/>
              <a:rect l="l" t="t" r="r" b="b"/>
              <a:pathLst>
                <a:path w="256664" h="256562" extrusionOk="0">
                  <a:moveTo>
                    <a:pt x="246991" y="119589"/>
                  </a:moveTo>
                  <a:cubicBezTo>
                    <a:pt x="252332" y="119589"/>
                    <a:pt x="256665" y="115269"/>
                    <a:pt x="256665" y="109937"/>
                  </a:cubicBezTo>
                  <a:cubicBezTo>
                    <a:pt x="256665" y="104609"/>
                    <a:pt x="252332" y="100289"/>
                    <a:pt x="246991" y="100289"/>
                  </a:cubicBezTo>
                  <a:lnTo>
                    <a:pt x="225702" y="100289"/>
                  </a:lnTo>
                  <a:lnTo>
                    <a:pt x="225702" y="81546"/>
                  </a:lnTo>
                  <a:lnTo>
                    <a:pt x="246991" y="81546"/>
                  </a:lnTo>
                  <a:cubicBezTo>
                    <a:pt x="252332" y="81546"/>
                    <a:pt x="256665" y="77226"/>
                    <a:pt x="256665" y="71894"/>
                  </a:cubicBezTo>
                  <a:cubicBezTo>
                    <a:pt x="256665" y="66562"/>
                    <a:pt x="252332" y="62246"/>
                    <a:pt x="246991" y="62246"/>
                  </a:cubicBezTo>
                  <a:lnTo>
                    <a:pt x="225702" y="62246"/>
                  </a:lnTo>
                  <a:lnTo>
                    <a:pt x="225702" y="61114"/>
                  </a:lnTo>
                  <a:cubicBezTo>
                    <a:pt x="225702" y="44492"/>
                    <a:pt x="212294" y="30979"/>
                    <a:pt x="195748" y="30684"/>
                  </a:cubicBezTo>
                  <a:lnTo>
                    <a:pt x="195748" y="9648"/>
                  </a:lnTo>
                  <a:cubicBezTo>
                    <a:pt x="195748" y="4320"/>
                    <a:pt x="191415" y="0"/>
                    <a:pt x="186112" y="0"/>
                  </a:cubicBezTo>
                  <a:cubicBezTo>
                    <a:pt x="180771" y="0"/>
                    <a:pt x="176438" y="4320"/>
                    <a:pt x="176438" y="9648"/>
                  </a:cubicBezTo>
                  <a:lnTo>
                    <a:pt x="176438" y="30632"/>
                  </a:lnTo>
                  <a:lnTo>
                    <a:pt x="157689" y="30632"/>
                  </a:lnTo>
                  <a:lnTo>
                    <a:pt x="157689" y="9648"/>
                  </a:lnTo>
                  <a:cubicBezTo>
                    <a:pt x="157689" y="4320"/>
                    <a:pt x="153357" y="0"/>
                    <a:pt x="148053" y="0"/>
                  </a:cubicBezTo>
                  <a:cubicBezTo>
                    <a:pt x="142712" y="0"/>
                    <a:pt x="138380" y="4320"/>
                    <a:pt x="138380" y="9648"/>
                  </a:cubicBezTo>
                  <a:lnTo>
                    <a:pt x="138380" y="30632"/>
                  </a:lnTo>
                  <a:lnTo>
                    <a:pt x="119630" y="30632"/>
                  </a:lnTo>
                  <a:lnTo>
                    <a:pt x="119630" y="9648"/>
                  </a:lnTo>
                  <a:cubicBezTo>
                    <a:pt x="119630" y="4320"/>
                    <a:pt x="115297" y="0"/>
                    <a:pt x="109994" y="0"/>
                  </a:cubicBezTo>
                  <a:cubicBezTo>
                    <a:pt x="104653" y="0"/>
                    <a:pt x="100320" y="4320"/>
                    <a:pt x="100320" y="9648"/>
                  </a:cubicBezTo>
                  <a:lnTo>
                    <a:pt x="100320" y="30632"/>
                  </a:lnTo>
                  <a:lnTo>
                    <a:pt x="81571" y="30632"/>
                  </a:lnTo>
                  <a:lnTo>
                    <a:pt x="81571" y="9648"/>
                  </a:lnTo>
                  <a:cubicBezTo>
                    <a:pt x="81571" y="4320"/>
                    <a:pt x="77239" y="0"/>
                    <a:pt x="71935" y="0"/>
                  </a:cubicBezTo>
                  <a:cubicBezTo>
                    <a:pt x="66594" y="0"/>
                    <a:pt x="62262" y="4320"/>
                    <a:pt x="62262" y="9648"/>
                  </a:cubicBezTo>
                  <a:lnTo>
                    <a:pt x="62262" y="30632"/>
                  </a:lnTo>
                  <a:lnTo>
                    <a:pt x="59909" y="30632"/>
                  </a:lnTo>
                  <a:cubicBezTo>
                    <a:pt x="43101" y="30632"/>
                    <a:pt x="29431" y="44309"/>
                    <a:pt x="29431" y="61114"/>
                  </a:cubicBezTo>
                  <a:lnTo>
                    <a:pt x="29431" y="62246"/>
                  </a:lnTo>
                  <a:lnTo>
                    <a:pt x="9673" y="62246"/>
                  </a:lnTo>
                  <a:cubicBezTo>
                    <a:pt x="4333" y="62246"/>
                    <a:pt x="0" y="66562"/>
                    <a:pt x="0" y="71894"/>
                  </a:cubicBezTo>
                  <a:cubicBezTo>
                    <a:pt x="0" y="77226"/>
                    <a:pt x="4333" y="81546"/>
                    <a:pt x="9673" y="81546"/>
                  </a:cubicBezTo>
                  <a:lnTo>
                    <a:pt x="29431" y="81546"/>
                  </a:lnTo>
                  <a:lnTo>
                    <a:pt x="29431" y="100289"/>
                  </a:lnTo>
                  <a:lnTo>
                    <a:pt x="9673" y="100289"/>
                  </a:lnTo>
                  <a:cubicBezTo>
                    <a:pt x="4333" y="100289"/>
                    <a:pt x="0" y="104609"/>
                    <a:pt x="0" y="109937"/>
                  </a:cubicBezTo>
                  <a:cubicBezTo>
                    <a:pt x="0" y="115269"/>
                    <a:pt x="4333" y="119589"/>
                    <a:pt x="9673" y="119589"/>
                  </a:cubicBezTo>
                  <a:lnTo>
                    <a:pt x="29431" y="119589"/>
                  </a:lnTo>
                  <a:lnTo>
                    <a:pt x="29431" y="138329"/>
                  </a:lnTo>
                  <a:lnTo>
                    <a:pt x="9673" y="138329"/>
                  </a:lnTo>
                  <a:cubicBezTo>
                    <a:pt x="4333" y="138329"/>
                    <a:pt x="0" y="142652"/>
                    <a:pt x="0" y="147980"/>
                  </a:cubicBezTo>
                  <a:cubicBezTo>
                    <a:pt x="0" y="153312"/>
                    <a:pt x="4333" y="157632"/>
                    <a:pt x="9673" y="157632"/>
                  </a:cubicBezTo>
                  <a:lnTo>
                    <a:pt x="29431" y="157632"/>
                  </a:lnTo>
                  <a:lnTo>
                    <a:pt x="29431" y="176372"/>
                  </a:lnTo>
                  <a:lnTo>
                    <a:pt x="9673" y="176372"/>
                  </a:lnTo>
                  <a:cubicBezTo>
                    <a:pt x="4333" y="176372"/>
                    <a:pt x="0" y="180692"/>
                    <a:pt x="0" y="186024"/>
                  </a:cubicBezTo>
                  <a:cubicBezTo>
                    <a:pt x="0" y="191356"/>
                    <a:pt x="4333" y="195676"/>
                    <a:pt x="9673" y="195676"/>
                  </a:cubicBezTo>
                  <a:lnTo>
                    <a:pt x="29431" y="195676"/>
                  </a:lnTo>
                  <a:lnTo>
                    <a:pt x="29431" y="195885"/>
                  </a:lnTo>
                  <a:cubicBezTo>
                    <a:pt x="29431" y="212690"/>
                    <a:pt x="43101" y="226367"/>
                    <a:pt x="59909" y="226367"/>
                  </a:cubicBezTo>
                  <a:lnTo>
                    <a:pt x="62262" y="226367"/>
                  </a:lnTo>
                  <a:lnTo>
                    <a:pt x="62262" y="246910"/>
                  </a:lnTo>
                  <a:cubicBezTo>
                    <a:pt x="62262" y="252242"/>
                    <a:pt x="66594" y="256562"/>
                    <a:pt x="71935" y="256562"/>
                  </a:cubicBezTo>
                  <a:cubicBezTo>
                    <a:pt x="77239" y="256562"/>
                    <a:pt x="81571" y="252242"/>
                    <a:pt x="81571" y="246910"/>
                  </a:cubicBezTo>
                  <a:lnTo>
                    <a:pt x="81571" y="226367"/>
                  </a:lnTo>
                  <a:lnTo>
                    <a:pt x="100320" y="226367"/>
                  </a:lnTo>
                  <a:lnTo>
                    <a:pt x="100320" y="246910"/>
                  </a:lnTo>
                  <a:cubicBezTo>
                    <a:pt x="100320" y="252242"/>
                    <a:pt x="104653" y="256562"/>
                    <a:pt x="109994" y="256562"/>
                  </a:cubicBezTo>
                  <a:cubicBezTo>
                    <a:pt x="115297" y="256562"/>
                    <a:pt x="119630" y="252242"/>
                    <a:pt x="119630" y="246910"/>
                  </a:cubicBezTo>
                  <a:lnTo>
                    <a:pt x="119630" y="226367"/>
                  </a:lnTo>
                  <a:lnTo>
                    <a:pt x="138380" y="226367"/>
                  </a:lnTo>
                  <a:lnTo>
                    <a:pt x="138380" y="246910"/>
                  </a:lnTo>
                  <a:cubicBezTo>
                    <a:pt x="138380" y="252242"/>
                    <a:pt x="142712" y="256562"/>
                    <a:pt x="148053" y="256562"/>
                  </a:cubicBezTo>
                  <a:cubicBezTo>
                    <a:pt x="153357" y="256562"/>
                    <a:pt x="157689" y="252242"/>
                    <a:pt x="157689" y="246910"/>
                  </a:cubicBezTo>
                  <a:lnTo>
                    <a:pt x="157689" y="226367"/>
                  </a:lnTo>
                  <a:lnTo>
                    <a:pt x="176438" y="226367"/>
                  </a:lnTo>
                  <a:lnTo>
                    <a:pt x="176438" y="246910"/>
                  </a:lnTo>
                  <a:cubicBezTo>
                    <a:pt x="176438" y="252242"/>
                    <a:pt x="180771" y="256562"/>
                    <a:pt x="186112" y="256562"/>
                  </a:cubicBezTo>
                  <a:cubicBezTo>
                    <a:pt x="191415" y="256562"/>
                    <a:pt x="195748" y="252242"/>
                    <a:pt x="195748" y="246910"/>
                  </a:cubicBezTo>
                  <a:lnTo>
                    <a:pt x="195748" y="226315"/>
                  </a:lnTo>
                  <a:cubicBezTo>
                    <a:pt x="212294" y="226020"/>
                    <a:pt x="225702" y="212504"/>
                    <a:pt x="225702" y="195885"/>
                  </a:cubicBezTo>
                  <a:lnTo>
                    <a:pt x="225702" y="195676"/>
                  </a:lnTo>
                  <a:lnTo>
                    <a:pt x="246991" y="195676"/>
                  </a:lnTo>
                  <a:cubicBezTo>
                    <a:pt x="252332" y="195676"/>
                    <a:pt x="256665" y="191356"/>
                    <a:pt x="256665" y="186024"/>
                  </a:cubicBezTo>
                  <a:cubicBezTo>
                    <a:pt x="256665" y="180692"/>
                    <a:pt x="252332" y="176372"/>
                    <a:pt x="246991" y="176372"/>
                  </a:cubicBezTo>
                  <a:lnTo>
                    <a:pt x="225702" y="176372"/>
                  </a:lnTo>
                  <a:lnTo>
                    <a:pt x="225702" y="157632"/>
                  </a:lnTo>
                  <a:lnTo>
                    <a:pt x="246991" y="157632"/>
                  </a:lnTo>
                  <a:cubicBezTo>
                    <a:pt x="252332" y="157632"/>
                    <a:pt x="256665" y="153312"/>
                    <a:pt x="256665" y="147980"/>
                  </a:cubicBezTo>
                  <a:cubicBezTo>
                    <a:pt x="256665" y="142652"/>
                    <a:pt x="252332" y="138329"/>
                    <a:pt x="246991" y="138329"/>
                  </a:cubicBezTo>
                  <a:lnTo>
                    <a:pt x="225702" y="138329"/>
                  </a:lnTo>
                  <a:lnTo>
                    <a:pt x="225702" y="119589"/>
                  </a:lnTo>
                  <a:lnTo>
                    <a:pt x="246991" y="119589"/>
                  </a:lnTo>
                  <a:close/>
                  <a:moveTo>
                    <a:pt x="206393" y="195885"/>
                  </a:moveTo>
                  <a:cubicBezTo>
                    <a:pt x="206393" y="202053"/>
                    <a:pt x="201388" y="207067"/>
                    <a:pt x="195225" y="207067"/>
                  </a:cubicBezTo>
                  <a:lnTo>
                    <a:pt x="59909" y="207067"/>
                  </a:lnTo>
                  <a:cubicBezTo>
                    <a:pt x="53746" y="207067"/>
                    <a:pt x="48741" y="202053"/>
                    <a:pt x="48741" y="195885"/>
                  </a:cubicBezTo>
                  <a:lnTo>
                    <a:pt x="48741" y="61114"/>
                  </a:lnTo>
                  <a:cubicBezTo>
                    <a:pt x="48741" y="54946"/>
                    <a:pt x="53746" y="49932"/>
                    <a:pt x="59909" y="49932"/>
                  </a:cubicBezTo>
                  <a:lnTo>
                    <a:pt x="195225" y="49932"/>
                  </a:lnTo>
                  <a:cubicBezTo>
                    <a:pt x="201388" y="49932"/>
                    <a:pt x="206393" y="54946"/>
                    <a:pt x="206393" y="61114"/>
                  </a:cubicBezTo>
                  <a:lnTo>
                    <a:pt x="206393" y="195885"/>
                  </a:lnTo>
                  <a:close/>
                  <a:moveTo>
                    <a:pt x="118995" y="189601"/>
                  </a:moveTo>
                  <a:cubicBezTo>
                    <a:pt x="114177" y="189601"/>
                    <a:pt x="110554" y="188174"/>
                    <a:pt x="108052" y="185318"/>
                  </a:cubicBezTo>
                  <a:cubicBezTo>
                    <a:pt x="105549" y="182466"/>
                    <a:pt x="104317" y="179210"/>
                    <a:pt x="104317" y="175558"/>
                  </a:cubicBezTo>
                  <a:cubicBezTo>
                    <a:pt x="104317" y="173127"/>
                    <a:pt x="104840" y="170745"/>
                    <a:pt x="105885" y="168423"/>
                  </a:cubicBezTo>
                  <a:cubicBezTo>
                    <a:pt x="106969" y="166097"/>
                    <a:pt x="108649" y="164181"/>
                    <a:pt x="110890" y="162684"/>
                  </a:cubicBezTo>
                  <a:cubicBezTo>
                    <a:pt x="113281" y="161108"/>
                    <a:pt x="115260" y="159032"/>
                    <a:pt x="116754" y="156464"/>
                  </a:cubicBezTo>
                  <a:cubicBezTo>
                    <a:pt x="118286" y="153891"/>
                    <a:pt x="119369" y="151087"/>
                    <a:pt x="120041" y="148051"/>
                  </a:cubicBezTo>
                  <a:cubicBezTo>
                    <a:pt x="119182" y="147693"/>
                    <a:pt x="118360" y="147301"/>
                    <a:pt x="117538" y="146879"/>
                  </a:cubicBezTo>
                  <a:cubicBezTo>
                    <a:pt x="116717" y="146457"/>
                    <a:pt x="115933" y="145927"/>
                    <a:pt x="115185" y="145296"/>
                  </a:cubicBezTo>
                  <a:lnTo>
                    <a:pt x="100358" y="150635"/>
                  </a:lnTo>
                  <a:cubicBezTo>
                    <a:pt x="98640" y="151236"/>
                    <a:pt x="97034" y="151726"/>
                    <a:pt x="95465" y="152114"/>
                  </a:cubicBezTo>
                  <a:cubicBezTo>
                    <a:pt x="93934" y="152498"/>
                    <a:pt x="92327" y="152689"/>
                    <a:pt x="90684" y="152689"/>
                  </a:cubicBezTo>
                  <a:cubicBezTo>
                    <a:pt x="84559" y="152689"/>
                    <a:pt x="79144" y="149989"/>
                    <a:pt x="74437" y="144583"/>
                  </a:cubicBezTo>
                  <a:cubicBezTo>
                    <a:pt x="69731" y="139176"/>
                    <a:pt x="67378" y="131268"/>
                    <a:pt x="67378" y="120851"/>
                  </a:cubicBezTo>
                  <a:cubicBezTo>
                    <a:pt x="67378" y="116053"/>
                    <a:pt x="68798" y="112413"/>
                    <a:pt x="71674" y="109922"/>
                  </a:cubicBezTo>
                  <a:cubicBezTo>
                    <a:pt x="74512" y="107428"/>
                    <a:pt x="77724" y="106185"/>
                    <a:pt x="81272" y="106185"/>
                  </a:cubicBezTo>
                  <a:cubicBezTo>
                    <a:pt x="83737" y="106185"/>
                    <a:pt x="86165" y="106715"/>
                    <a:pt x="88518" y="107779"/>
                  </a:cubicBezTo>
                  <a:cubicBezTo>
                    <a:pt x="90871" y="108839"/>
                    <a:pt x="92813" y="110505"/>
                    <a:pt x="94307" y="112778"/>
                  </a:cubicBezTo>
                  <a:cubicBezTo>
                    <a:pt x="95876" y="115164"/>
                    <a:pt x="97967" y="117121"/>
                    <a:pt x="100545" y="118641"/>
                  </a:cubicBezTo>
                  <a:cubicBezTo>
                    <a:pt x="103122" y="120164"/>
                    <a:pt x="105923" y="121250"/>
                    <a:pt x="108948" y="121908"/>
                  </a:cubicBezTo>
                  <a:cubicBezTo>
                    <a:pt x="109322" y="121064"/>
                    <a:pt x="109695" y="120227"/>
                    <a:pt x="110106" y="119402"/>
                  </a:cubicBezTo>
                  <a:cubicBezTo>
                    <a:pt x="110554" y="118581"/>
                    <a:pt x="111077" y="117797"/>
                    <a:pt x="111712" y="117061"/>
                  </a:cubicBezTo>
                  <a:lnTo>
                    <a:pt x="106371" y="102223"/>
                  </a:lnTo>
                  <a:cubicBezTo>
                    <a:pt x="105774" y="100573"/>
                    <a:pt x="105288" y="98956"/>
                    <a:pt x="104877" y="97373"/>
                  </a:cubicBezTo>
                  <a:cubicBezTo>
                    <a:pt x="104503" y="95790"/>
                    <a:pt x="104317" y="94229"/>
                    <a:pt x="104317" y="92687"/>
                  </a:cubicBezTo>
                  <a:cubicBezTo>
                    <a:pt x="104317" y="86026"/>
                    <a:pt x="107193" y="80459"/>
                    <a:pt x="112944" y="75986"/>
                  </a:cubicBezTo>
                  <a:cubicBezTo>
                    <a:pt x="118734" y="71509"/>
                    <a:pt x="126465" y="69273"/>
                    <a:pt x="136176" y="69273"/>
                  </a:cubicBezTo>
                  <a:cubicBezTo>
                    <a:pt x="140956" y="69273"/>
                    <a:pt x="144617" y="70695"/>
                    <a:pt x="147082" y="73537"/>
                  </a:cubicBezTo>
                  <a:cubicBezTo>
                    <a:pt x="149584" y="76378"/>
                    <a:pt x="150817" y="79570"/>
                    <a:pt x="150817" y="83110"/>
                  </a:cubicBezTo>
                  <a:cubicBezTo>
                    <a:pt x="150817" y="85533"/>
                    <a:pt x="150294" y="87934"/>
                    <a:pt x="149248" y="90313"/>
                  </a:cubicBezTo>
                  <a:cubicBezTo>
                    <a:pt x="148165" y="92691"/>
                    <a:pt x="146521" y="94629"/>
                    <a:pt x="144243" y="96133"/>
                  </a:cubicBezTo>
                  <a:cubicBezTo>
                    <a:pt x="141853" y="97705"/>
                    <a:pt x="139874" y="99789"/>
                    <a:pt x="138380" y="102384"/>
                  </a:cubicBezTo>
                  <a:cubicBezTo>
                    <a:pt x="136848" y="104975"/>
                    <a:pt x="135765" y="107787"/>
                    <a:pt x="135093" y="110822"/>
                  </a:cubicBezTo>
                  <a:cubicBezTo>
                    <a:pt x="135989" y="111225"/>
                    <a:pt x="136848" y="111640"/>
                    <a:pt x="137670" y="112069"/>
                  </a:cubicBezTo>
                  <a:cubicBezTo>
                    <a:pt x="138492" y="112502"/>
                    <a:pt x="139276" y="113003"/>
                    <a:pt x="139948" y="113577"/>
                  </a:cubicBezTo>
                  <a:lnTo>
                    <a:pt x="154776" y="108078"/>
                  </a:lnTo>
                  <a:cubicBezTo>
                    <a:pt x="156494" y="107480"/>
                    <a:pt x="158063" y="107014"/>
                    <a:pt x="159594" y="106681"/>
                  </a:cubicBezTo>
                  <a:cubicBezTo>
                    <a:pt x="161088" y="106349"/>
                    <a:pt x="162657" y="106185"/>
                    <a:pt x="164337" y="106185"/>
                  </a:cubicBezTo>
                  <a:cubicBezTo>
                    <a:pt x="172180" y="106185"/>
                    <a:pt x="178045" y="109470"/>
                    <a:pt x="181929" y="116038"/>
                  </a:cubicBezTo>
                  <a:cubicBezTo>
                    <a:pt x="185813" y="122609"/>
                    <a:pt x="187755" y="129939"/>
                    <a:pt x="187755" y="138026"/>
                  </a:cubicBezTo>
                  <a:cubicBezTo>
                    <a:pt x="187755" y="142820"/>
                    <a:pt x="186261" y="146464"/>
                    <a:pt x="183236" y="148955"/>
                  </a:cubicBezTo>
                  <a:cubicBezTo>
                    <a:pt x="180248" y="151445"/>
                    <a:pt x="176924" y="152689"/>
                    <a:pt x="173264" y="152689"/>
                  </a:cubicBezTo>
                  <a:cubicBezTo>
                    <a:pt x="170911" y="152689"/>
                    <a:pt x="168632" y="152159"/>
                    <a:pt x="166392" y="151098"/>
                  </a:cubicBezTo>
                  <a:cubicBezTo>
                    <a:pt x="164188" y="150034"/>
                    <a:pt x="162321" y="148369"/>
                    <a:pt x="160827" y="146095"/>
                  </a:cubicBezTo>
                  <a:cubicBezTo>
                    <a:pt x="159258" y="143709"/>
                    <a:pt x="157166" y="141756"/>
                    <a:pt x="154589" y="140233"/>
                  </a:cubicBezTo>
                  <a:cubicBezTo>
                    <a:pt x="152012" y="138713"/>
                    <a:pt x="149211" y="137623"/>
                    <a:pt x="146185" y="136966"/>
                  </a:cubicBezTo>
                  <a:cubicBezTo>
                    <a:pt x="145812" y="137813"/>
                    <a:pt x="145439" y="138635"/>
                    <a:pt x="145028" y="139441"/>
                  </a:cubicBezTo>
                  <a:cubicBezTo>
                    <a:pt x="144580" y="140244"/>
                    <a:pt x="144057" y="141036"/>
                    <a:pt x="143422" y="141812"/>
                  </a:cubicBezTo>
                  <a:lnTo>
                    <a:pt x="148763" y="156654"/>
                  </a:lnTo>
                  <a:cubicBezTo>
                    <a:pt x="149360" y="158241"/>
                    <a:pt x="149846" y="159757"/>
                    <a:pt x="150256" y="161198"/>
                  </a:cubicBezTo>
                  <a:cubicBezTo>
                    <a:pt x="150630" y="162639"/>
                    <a:pt x="150817" y="164110"/>
                    <a:pt x="150817" y="165608"/>
                  </a:cubicBezTo>
                  <a:cubicBezTo>
                    <a:pt x="150854" y="171843"/>
                    <a:pt x="148165" y="177399"/>
                    <a:pt x="142787" y="182279"/>
                  </a:cubicBezTo>
                  <a:cubicBezTo>
                    <a:pt x="137408" y="187163"/>
                    <a:pt x="129453" y="189601"/>
                    <a:pt x="118995" y="189601"/>
                  </a:cubicBezTo>
                  <a:close/>
                  <a:moveTo>
                    <a:pt x="127586" y="140016"/>
                  </a:moveTo>
                  <a:cubicBezTo>
                    <a:pt x="130536" y="140016"/>
                    <a:pt x="133038" y="138990"/>
                    <a:pt x="135093" y="136929"/>
                  </a:cubicBezTo>
                  <a:cubicBezTo>
                    <a:pt x="137110" y="134868"/>
                    <a:pt x="138155" y="132366"/>
                    <a:pt x="138155" y="129424"/>
                  </a:cubicBezTo>
                  <a:cubicBezTo>
                    <a:pt x="138155" y="126481"/>
                    <a:pt x="137110" y="123983"/>
                    <a:pt x="135055" y="121934"/>
                  </a:cubicBezTo>
                  <a:cubicBezTo>
                    <a:pt x="133001" y="119884"/>
                    <a:pt x="130499" y="118857"/>
                    <a:pt x="127548" y="118857"/>
                  </a:cubicBezTo>
                  <a:cubicBezTo>
                    <a:pt x="124597" y="118857"/>
                    <a:pt x="122095" y="119888"/>
                    <a:pt x="120078" y="121949"/>
                  </a:cubicBezTo>
                  <a:cubicBezTo>
                    <a:pt x="118024" y="124006"/>
                    <a:pt x="116978" y="126508"/>
                    <a:pt x="116978" y="129454"/>
                  </a:cubicBezTo>
                  <a:cubicBezTo>
                    <a:pt x="116978" y="132396"/>
                    <a:pt x="118024" y="134890"/>
                    <a:pt x="120078" y="136943"/>
                  </a:cubicBezTo>
                  <a:cubicBezTo>
                    <a:pt x="122133" y="138993"/>
                    <a:pt x="124635" y="140016"/>
                    <a:pt x="127586" y="140016"/>
                  </a:cubicBezTo>
                  <a:close/>
                  <a:moveTo>
                    <a:pt x="119705" y="110971"/>
                  </a:moveTo>
                  <a:cubicBezTo>
                    <a:pt x="120639" y="110512"/>
                    <a:pt x="121610" y="110161"/>
                    <a:pt x="122581" y="109918"/>
                  </a:cubicBezTo>
                  <a:cubicBezTo>
                    <a:pt x="123552" y="109676"/>
                    <a:pt x="124523" y="109523"/>
                    <a:pt x="125494" y="109455"/>
                  </a:cubicBezTo>
                  <a:cubicBezTo>
                    <a:pt x="126353" y="105020"/>
                    <a:pt x="127884" y="100943"/>
                    <a:pt x="130125" y="97227"/>
                  </a:cubicBezTo>
                  <a:cubicBezTo>
                    <a:pt x="132366" y="93512"/>
                    <a:pt x="135279" y="90477"/>
                    <a:pt x="138902" y="88121"/>
                  </a:cubicBezTo>
                  <a:cubicBezTo>
                    <a:pt x="139649" y="87572"/>
                    <a:pt x="140210" y="86896"/>
                    <a:pt x="140620" y="86093"/>
                  </a:cubicBezTo>
                  <a:cubicBezTo>
                    <a:pt x="141031" y="85287"/>
                    <a:pt x="141218" y="84305"/>
                    <a:pt x="141218" y="83140"/>
                  </a:cubicBezTo>
                  <a:cubicBezTo>
                    <a:pt x="141218" y="81941"/>
                    <a:pt x="140807" y="80930"/>
                    <a:pt x="139985" y="80104"/>
                  </a:cubicBezTo>
                  <a:cubicBezTo>
                    <a:pt x="139164" y="79283"/>
                    <a:pt x="137894" y="78869"/>
                    <a:pt x="136176" y="78869"/>
                  </a:cubicBezTo>
                  <a:cubicBezTo>
                    <a:pt x="132030" y="78869"/>
                    <a:pt x="127324" y="79809"/>
                    <a:pt x="122095" y="81687"/>
                  </a:cubicBezTo>
                  <a:cubicBezTo>
                    <a:pt x="116866" y="83569"/>
                    <a:pt x="114140" y="87243"/>
                    <a:pt x="113916" y="92713"/>
                  </a:cubicBezTo>
                  <a:cubicBezTo>
                    <a:pt x="113916" y="93736"/>
                    <a:pt x="114065" y="94696"/>
                    <a:pt x="114326" y="95592"/>
                  </a:cubicBezTo>
                  <a:cubicBezTo>
                    <a:pt x="114625" y="96484"/>
                    <a:pt x="114887" y="97306"/>
                    <a:pt x="115074" y="98053"/>
                  </a:cubicBezTo>
                  <a:lnTo>
                    <a:pt x="119705" y="110971"/>
                  </a:lnTo>
                  <a:close/>
                  <a:moveTo>
                    <a:pt x="90647" y="143097"/>
                  </a:moveTo>
                  <a:cubicBezTo>
                    <a:pt x="92104" y="143097"/>
                    <a:pt x="93934" y="142701"/>
                    <a:pt x="96175" y="141913"/>
                  </a:cubicBezTo>
                  <a:lnTo>
                    <a:pt x="109172" y="137287"/>
                  </a:lnTo>
                  <a:cubicBezTo>
                    <a:pt x="108687" y="136443"/>
                    <a:pt x="108351" y="135528"/>
                    <a:pt x="108089" y="134550"/>
                  </a:cubicBezTo>
                  <a:cubicBezTo>
                    <a:pt x="107828" y="133568"/>
                    <a:pt x="107641" y="132553"/>
                    <a:pt x="107566" y="131503"/>
                  </a:cubicBezTo>
                  <a:cubicBezTo>
                    <a:pt x="103159" y="130652"/>
                    <a:pt x="99051" y="129106"/>
                    <a:pt x="95353" y="126874"/>
                  </a:cubicBezTo>
                  <a:cubicBezTo>
                    <a:pt x="91618" y="124637"/>
                    <a:pt x="88593" y="121710"/>
                    <a:pt x="86240" y="118095"/>
                  </a:cubicBezTo>
                  <a:cubicBezTo>
                    <a:pt x="85680" y="117356"/>
                    <a:pt x="84970" y="116785"/>
                    <a:pt x="84073" y="116382"/>
                  </a:cubicBezTo>
                  <a:cubicBezTo>
                    <a:pt x="83177" y="115982"/>
                    <a:pt x="82243" y="115781"/>
                    <a:pt x="81272" y="115781"/>
                  </a:cubicBezTo>
                  <a:cubicBezTo>
                    <a:pt x="79890" y="115781"/>
                    <a:pt x="78844" y="116191"/>
                    <a:pt x="78098" y="117016"/>
                  </a:cubicBezTo>
                  <a:cubicBezTo>
                    <a:pt x="77351" y="117842"/>
                    <a:pt x="76977" y="119118"/>
                    <a:pt x="76977" y="120851"/>
                  </a:cubicBezTo>
                  <a:cubicBezTo>
                    <a:pt x="76977" y="126739"/>
                    <a:pt x="78135" y="131918"/>
                    <a:pt x="80488" y="136387"/>
                  </a:cubicBezTo>
                  <a:cubicBezTo>
                    <a:pt x="82804" y="140860"/>
                    <a:pt x="86203" y="143097"/>
                    <a:pt x="90647" y="143097"/>
                  </a:cubicBezTo>
                  <a:close/>
                  <a:moveTo>
                    <a:pt x="118995" y="180005"/>
                  </a:moveTo>
                  <a:cubicBezTo>
                    <a:pt x="124074" y="180005"/>
                    <a:pt x="129080" y="178918"/>
                    <a:pt x="134009" y="176753"/>
                  </a:cubicBezTo>
                  <a:cubicBezTo>
                    <a:pt x="138977" y="174580"/>
                    <a:pt x="141367" y="170868"/>
                    <a:pt x="141218" y="165608"/>
                  </a:cubicBezTo>
                  <a:cubicBezTo>
                    <a:pt x="141218" y="164682"/>
                    <a:pt x="141069" y="163812"/>
                    <a:pt x="140807" y="163001"/>
                  </a:cubicBezTo>
                  <a:cubicBezTo>
                    <a:pt x="140508" y="162188"/>
                    <a:pt x="140247" y="161463"/>
                    <a:pt x="140060" y="160825"/>
                  </a:cubicBezTo>
                  <a:lnTo>
                    <a:pt x="135429" y="147842"/>
                  </a:lnTo>
                  <a:cubicBezTo>
                    <a:pt x="134495" y="148343"/>
                    <a:pt x="133524" y="148716"/>
                    <a:pt x="132478" y="148959"/>
                  </a:cubicBezTo>
                  <a:cubicBezTo>
                    <a:pt x="131433" y="149198"/>
                    <a:pt x="130499" y="149355"/>
                    <a:pt x="129640" y="149418"/>
                  </a:cubicBezTo>
                  <a:cubicBezTo>
                    <a:pt x="128780" y="153857"/>
                    <a:pt x="127249" y="157931"/>
                    <a:pt x="125008" y="161646"/>
                  </a:cubicBezTo>
                  <a:cubicBezTo>
                    <a:pt x="122767" y="165365"/>
                    <a:pt x="119854" y="168400"/>
                    <a:pt x="116231" y="170753"/>
                  </a:cubicBezTo>
                  <a:cubicBezTo>
                    <a:pt x="115522" y="171261"/>
                    <a:pt x="114961" y="171966"/>
                    <a:pt x="114476" y="172862"/>
                  </a:cubicBezTo>
                  <a:cubicBezTo>
                    <a:pt x="114028" y="173762"/>
                    <a:pt x="113841" y="174666"/>
                    <a:pt x="113916" y="175577"/>
                  </a:cubicBezTo>
                  <a:cubicBezTo>
                    <a:pt x="113990" y="176757"/>
                    <a:pt x="114401" y="177791"/>
                    <a:pt x="115148" y="178676"/>
                  </a:cubicBezTo>
                  <a:cubicBezTo>
                    <a:pt x="115895" y="179561"/>
                    <a:pt x="117165" y="180005"/>
                    <a:pt x="118995" y="180005"/>
                  </a:cubicBezTo>
                  <a:close/>
                  <a:moveTo>
                    <a:pt x="173338" y="143097"/>
                  </a:moveTo>
                  <a:cubicBezTo>
                    <a:pt x="174608" y="143097"/>
                    <a:pt x="175729" y="142735"/>
                    <a:pt x="176700" y="142018"/>
                  </a:cubicBezTo>
                  <a:cubicBezTo>
                    <a:pt x="177671" y="141301"/>
                    <a:pt x="178157" y="139968"/>
                    <a:pt x="178157" y="138026"/>
                  </a:cubicBezTo>
                  <a:cubicBezTo>
                    <a:pt x="178157" y="133882"/>
                    <a:pt x="177223" y="129166"/>
                    <a:pt x="175430" y="123875"/>
                  </a:cubicBezTo>
                  <a:cubicBezTo>
                    <a:pt x="173600" y="118588"/>
                    <a:pt x="169902" y="115889"/>
                    <a:pt x="164300" y="115781"/>
                  </a:cubicBezTo>
                  <a:cubicBezTo>
                    <a:pt x="163291" y="115781"/>
                    <a:pt x="162321" y="115885"/>
                    <a:pt x="161461" y="116098"/>
                  </a:cubicBezTo>
                  <a:cubicBezTo>
                    <a:pt x="160565" y="116314"/>
                    <a:pt x="159743" y="116546"/>
                    <a:pt x="158959" y="116800"/>
                  </a:cubicBezTo>
                  <a:lnTo>
                    <a:pt x="146036" y="121586"/>
                  </a:lnTo>
                  <a:cubicBezTo>
                    <a:pt x="146447" y="122471"/>
                    <a:pt x="146783" y="123416"/>
                    <a:pt x="147082" y="124417"/>
                  </a:cubicBezTo>
                  <a:cubicBezTo>
                    <a:pt x="147343" y="125417"/>
                    <a:pt x="147493" y="126403"/>
                    <a:pt x="147567" y="127370"/>
                  </a:cubicBezTo>
                  <a:cubicBezTo>
                    <a:pt x="152012" y="128225"/>
                    <a:pt x="156083" y="129767"/>
                    <a:pt x="159781" y="132004"/>
                  </a:cubicBezTo>
                  <a:cubicBezTo>
                    <a:pt x="163516" y="134236"/>
                    <a:pt x="166541" y="137164"/>
                    <a:pt x="168894" y="140782"/>
                  </a:cubicBezTo>
                  <a:cubicBezTo>
                    <a:pt x="169305" y="141439"/>
                    <a:pt x="169940" y="141988"/>
                    <a:pt x="170761" y="142428"/>
                  </a:cubicBezTo>
                  <a:cubicBezTo>
                    <a:pt x="171621" y="142873"/>
                    <a:pt x="172480" y="143097"/>
                    <a:pt x="173338" y="143097"/>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606" name="Google Shape;2606;p90"/>
          <p:cNvGrpSpPr/>
          <p:nvPr/>
        </p:nvGrpSpPr>
        <p:grpSpPr>
          <a:xfrm>
            <a:off x="7893707" y="2689743"/>
            <a:ext cx="210432" cy="330558"/>
            <a:chOff x="8816727" y="3634750"/>
            <a:chExt cx="257001" cy="403710"/>
          </a:xfrm>
        </p:grpSpPr>
        <p:sp>
          <p:nvSpPr>
            <p:cNvPr id="2607" name="Google Shape;2607;p90"/>
            <p:cNvSpPr/>
            <p:nvPr/>
          </p:nvSpPr>
          <p:spPr>
            <a:xfrm>
              <a:off x="8871743" y="3690428"/>
              <a:ext cx="145550" cy="145893"/>
            </a:xfrm>
            <a:custGeom>
              <a:avLst/>
              <a:gdLst/>
              <a:ahLst/>
              <a:cxnLst/>
              <a:rect l="l" t="t" r="r" b="b"/>
              <a:pathLst>
                <a:path w="145550" h="145893" extrusionOk="0">
                  <a:moveTo>
                    <a:pt x="133860" y="0"/>
                  </a:moveTo>
                  <a:lnTo>
                    <a:pt x="11690" y="0"/>
                  </a:lnTo>
                  <a:cubicBezTo>
                    <a:pt x="5229" y="0"/>
                    <a:pt x="0" y="5239"/>
                    <a:pt x="0" y="11679"/>
                  </a:cubicBezTo>
                  <a:lnTo>
                    <a:pt x="0" y="134203"/>
                  </a:lnTo>
                  <a:cubicBezTo>
                    <a:pt x="0" y="140651"/>
                    <a:pt x="5229" y="145893"/>
                    <a:pt x="11690" y="145893"/>
                  </a:cubicBezTo>
                  <a:lnTo>
                    <a:pt x="133860" y="145893"/>
                  </a:lnTo>
                  <a:cubicBezTo>
                    <a:pt x="140284" y="145893"/>
                    <a:pt x="145551" y="140651"/>
                    <a:pt x="145551" y="134203"/>
                  </a:cubicBezTo>
                  <a:lnTo>
                    <a:pt x="145551" y="11679"/>
                  </a:lnTo>
                  <a:cubicBezTo>
                    <a:pt x="145551" y="5239"/>
                    <a:pt x="140284" y="0"/>
                    <a:pt x="133860" y="0"/>
                  </a:cubicBezTo>
                  <a:close/>
                  <a:moveTo>
                    <a:pt x="133935" y="134203"/>
                  </a:moveTo>
                  <a:lnTo>
                    <a:pt x="133860" y="134296"/>
                  </a:lnTo>
                  <a:lnTo>
                    <a:pt x="11616" y="134203"/>
                  </a:lnTo>
                  <a:lnTo>
                    <a:pt x="11690" y="11597"/>
                  </a:lnTo>
                  <a:lnTo>
                    <a:pt x="133935" y="11679"/>
                  </a:lnTo>
                  <a:lnTo>
                    <a:pt x="133935" y="134203"/>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608" name="Google Shape;2608;p90"/>
            <p:cNvGrpSpPr/>
            <p:nvPr/>
          </p:nvGrpSpPr>
          <p:grpSpPr>
            <a:xfrm>
              <a:off x="8816727" y="3634750"/>
              <a:ext cx="257001" cy="403710"/>
              <a:chOff x="8816727" y="3634750"/>
              <a:chExt cx="257001" cy="403710"/>
            </a:xfrm>
          </p:grpSpPr>
          <p:sp>
            <p:nvSpPr>
              <p:cNvPr id="2609" name="Google Shape;2609;p90"/>
              <p:cNvSpPr/>
              <p:nvPr/>
            </p:nvSpPr>
            <p:spPr>
              <a:xfrm>
                <a:off x="8835962" y="3961201"/>
                <a:ext cx="64315" cy="77258"/>
              </a:xfrm>
              <a:custGeom>
                <a:avLst/>
                <a:gdLst/>
                <a:ahLst/>
                <a:cxnLst/>
                <a:rect l="l" t="t" r="r" b="b"/>
                <a:pathLst>
                  <a:path w="64315" h="77258" extrusionOk="0">
                    <a:moveTo>
                      <a:pt x="56360" y="58598"/>
                    </a:moveTo>
                    <a:cubicBezTo>
                      <a:pt x="57107" y="58598"/>
                      <a:pt x="57779" y="58893"/>
                      <a:pt x="58340" y="59486"/>
                    </a:cubicBezTo>
                    <a:lnTo>
                      <a:pt x="63867" y="65494"/>
                    </a:lnTo>
                    <a:cubicBezTo>
                      <a:pt x="60805" y="69295"/>
                      <a:pt x="57033" y="72203"/>
                      <a:pt x="52550" y="74223"/>
                    </a:cubicBezTo>
                    <a:cubicBezTo>
                      <a:pt x="48069" y="76247"/>
                      <a:pt x="42690" y="77259"/>
                      <a:pt x="36416" y="77259"/>
                    </a:cubicBezTo>
                    <a:cubicBezTo>
                      <a:pt x="30813" y="77259"/>
                      <a:pt x="25771" y="76300"/>
                      <a:pt x="21289" y="74384"/>
                    </a:cubicBezTo>
                    <a:cubicBezTo>
                      <a:pt x="16807" y="72465"/>
                      <a:pt x="12998" y="69803"/>
                      <a:pt x="9823" y="66386"/>
                    </a:cubicBezTo>
                    <a:cubicBezTo>
                      <a:pt x="6648" y="62970"/>
                      <a:pt x="4220" y="58893"/>
                      <a:pt x="2540" y="54154"/>
                    </a:cubicBezTo>
                    <a:cubicBezTo>
                      <a:pt x="822" y="49416"/>
                      <a:pt x="0" y="44238"/>
                      <a:pt x="0" y="38630"/>
                    </a:cubicBezTo>
                    <a:cubicBezTo>
                      <a:pt x="0" y="32947"/>
                      <a:pt x="934" y="27749"/>
                      <a:pt x="2801" y="23022"/>
                    </a:cubicBezTo>
                    <a:cubicBezTo>
                      <a:pt x="4706" y="18306"/>
                      <a:pt x="7358" y="14237"/>
                      <a:pt x="10757" y="10820"/>
                    </a:cubicBezTo>
                    <a:cubicBezTo>
                      <a:pt x="14193" y="7404"/>
                      <a:pt x="18264" y="4749"/>
                      <a:pt x="23007" y="2845"/>
                    </a:cubicBezTo>
                    <a:cubicBezTo>
                      <a:pt x="27788" y="948"/>
                      <a:pt x="33017" y="0"/>
                      <a:pt x="38769" y="0"/>
                    </a:cubicBezTo>
                    <a:cubicBezTo>
                      <a:pt x="44408" y="0"/>
                      <a:pt x="49301" y="896"/>
                      <a:pt x="53521" y="2692"/>
                    </a:cubicBezTo>
                    <a:cubicBezTo>
                      <a:pt x="57705" y="4484"/>
                      <a:pt x="61290" y="6862"/>
                      <a:pt x="64315" y="9823"/>
                    </a:cubicBezTo>
                    <a:lnTo>
                      <a:pt x="59609" y="16358"/>
                    </a:lnTo>
                    <a:cubicBezTo>
                      <a:pt x="59311" y="16776"/>
                      <a:pt x="58975" y="17145"/>
                      <a:pt x="58527" y="17459"/>
                    </a:cubicBezTo>
                    <a:cubicBezTo>
                      <a:pt x="58078" y="17773"/>
                      <a:pt x="57481" y="17926"/>
                      <a:pt x="56733" y="17926"/>
                    </a:cubicBezTo>
                    <a:cubicBezTo>
                      <a:pt x="55912" y="17926"/>
                      <a:pt x="55090" y="17612"/>
                      <a:pt x="54269" y="16985"/>
                    </a:cubicBezTo>
                    <a:cubicBezTo>
                      <a:pt x="53410" y="16358"/>
                      <a:pt x="52364" y="15678"/>
                      <a:pt x="51057" y="14950"/>
                    </a:cubicBezTo>
                    <a:cubicBezTo>
                      <a:pt x="49787" y="14214"/>
                      <a:pt x="48143" y="13535"/>
                      <a:pt x="46201" y="12908"/>
                    </a:cubicBezTo>
                    <a:cubicBezTo>
                      <a:pt x="44222" y="12280"/>
                      <a:pt x="41719" y="11967"/>
                      <a:pt x="38694" y="11967"/>
                    </a:cubicBezTo>
                    <a:cubicBezTo>
                      <a:pt x="35146" y="11967"/>
                      <a:pt x="31859" y="12586"/>
                      <a:pt x="28871" y="13822"/>
                    </a:cubicBezTo>
                    <a:cubicBezTo>
                      <a:pt x="25883" y="15058"/>
                      <a:pt x="23343" y="16832"/>
                      <a:pt x="21177" y="19128"/>
                    </a:cubicBezTo>
                    <a:cubicBezTo>
                      <a:pt x="19048" y="21428"/>
                      <a:pt x="17368" y="24225"/>
                      <a:pt x="16172" y="27518"/>
                    </a:cubicBezTo>
                    <a:cubicBezTo>
                      <a:pt x="14977" y="30811"/>
                      <a:pt x="14379" y="34515"/>
                      <a:pt x="14379" y="38630"/>
                    </a:cubicBezTo>
                    <a:cubicBezTo>
                      <a:pt x="14379" y="42882"/>
                      <a:pt x="14977" y="46657"/>
                      <a:pt x="16172" y="49969"/>
                    </a:cubicBezTo>
                    <a:cubicBezTo>
                      <a:pt x="17368" y="53281"/>
                      <a:pt x="19011" y="56070"/>
                      <a:pt x="21065" y="58333"/>
                    </a:cubicBezTo>
                    <a:cubicBezTo>
                      <a:pt x="23119" y="60603"/>
                      <a:pt x="25547" y="62335"/>
                      <a:pt x="28311" y="63534"/>
                    </a:cubicBezTo>
                    <a:cubicBezTo>
                      <a:pt x="31112" y="64736"/>
                      <a:pt x="34100" y="65341"/>
                      <a:pt x="37312" y="65341"/>
                    </a:cubicBezTo>
                    <a:cubicBezTo>
                      <a:pt x="39254" y="65341"/>
                      <a:pt x="40972" y="65233"/>
                      <a:pt x="42541" y="65027"/>
                    </a:cubicBezTo>
                    <a:cubicBezTo>
                      <a:pt x="44072" y="64818"/>
                      <a:pt x="45491" y="64486"/>
                      <a:pt x="46799" y="64034"/>
                    </a:cubicBezTo>
                    <a:cubicBezTo>
                      <a:pt x="48106" y="63582"/>
                      <a:pt x="49338" y="62992"/>
                      <a:pt x="50534" y="62279"/>
                    </a:cubicBezTo>
                    <a:cubicBezTo>
                      <a:pt x="51691" y="61566"/>
                      <a:pt x="52849" y="60689"/>
                      <a:pt x="54007" y="59639"/>
                    </a:cubicBezTo>
                    <a:cubicBezTo>
                      <a:pt x="54343" y="59326"/>
                      <a:pt x="54717" y="59076"/>
                      <a:pt x="55090" y="58885"/>
                    </a:cubicBezTo>
                    <a:cubicBezTo>
                      <a:pt x="55501" y="58691"/>
                      <a:pt x="55912" y="58598"/>
                      <a:pt x="56360" y="5859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10" name="Google Shape;2610;p90"/>
              <p:cNvSpPr/>
              <p:nvPr/>
            </p:nvSpPr>
            <p:spPr>
              <a:xfrm>
                <a:off x="8910922" y="3962034"/>
                <a:ext cx="53970" cy="75586"/>
              </a:xfrm>
              <a:custGeom>
                <a:avLst/>
                <a:gdLst/>
                <a:ahLst/>
                <a:cxnLst/>
                <a:rect l="l" t="t" r="r" b="b"/>
                <a:pathLst>
                  <a:path w="53970" h="75586" extrusionOk="0">
                    <a:moveTo>
                      <a:pt x="14081" y="48983"/>
                    </a:moveTo>
                    <a:lnTo>
                      <a:pt x="14081" y="75586"/>
                    </a:lnTo>
                    <a:lnTo>
                      <a:pt x="0" y="75586"/>
                    </a:lnTo>
                    <a:lnTo>
                      <a:pt x="0" y="0"/>
                    </a:lnTo>
                    <a:lnTo>
                      <a:pt x="24651" y="0"/>
                    </a:lnTo>
                    <a:cubicBezTo>
                      <a:pt x="29693" y="0"/>
                      <a:pt x="34063" y="598"/>
                      <a:pt x="37760" y="1777"/>
                    </a:cubicBezTo>
                    <a:cubicBezTo>
                      <a:pt x="41458" y="2965"/>
                      <a:pt x="44521" y="4619"/>
                      <a:pt x="46911" y="6747"/>
                    </a:cubicBezTo>
                    <a:cubicBezTo>
                      <a:pt x="49301" y="8872"/>
                      <a:pt x="51094" y="11414"/>
                      <a:pt x="52252" y="14375"/>
                    </a:cubicBezTo>
                    <a:cubicBezTo>
                      <a:pt x="53410" y="17340"/>
                      <a:pt x="53970" y="20581"/>
                      <a:pt x="53970" y="24102"/>
                    </a:cubicBezTo>
                    <a:cubicBezTo>
                      <a:pt x="53970" y="27757"/>
                      <a:pt x="53372" y="31114"/>
                      <a:pt x="52140" y="34160"/>
                    </a:cubicBezTo>
                    <a:cubicBezTo>
                      <a:pt x="50907" y="37215"/>
                      <a:pt x="49077" y="39832"/>
                      <a:pt x="46649" y="42031"/>
                    </a:cubicBezTo>
                    <a:cubicBezTo>
                      <a:pt x="44222" y="44227"/>
                      <a:pt x="41159" y="45937"/>
                      <a:pt x="37499" y="47154"/>
                    </a:cubicBezTo>
                    <a:cubicBezTo>
                      <a:pt x="33839" y="48371"/>
                      <a:pt x="29543" y="48983"/>
                      <a:pt x="24651" y="48983"/>
                    </a:cubicBezTo>
                    <a:lnTo>
                      <a:pt x="14081" y="48983"/>
                    </a:lnTo>
                    <a:close/>
                    <a:moveTo>
                      <a:pt x="14081" y="38006"/>
                    </a:moveTo>
                    <a:lnTo>
                      <a:pt x="24651" y="38006"/>
                    </a:lnTo>
                    <a:cubicBezTo>
                      <a:pt x="27228" y="38006"/>
                      <a:pt x="29469" y="37681"/>
                      <a:pt x="31374" y="37039"/>
                    </a:cubicBezTo>
                    <a:cubicBezTo>
                      <a:pt x="33316" y="36393"/>
                      <a:pt x="34885" y="35471"/>
                      <a:pt x="36154" y="34269"/>
                    </a:cubicBezTo>
                    <a:cubicBezTo>
                      <a:pt x="37387" y="33063"/>
                      <a:pt x="38320" y="31603"/>
                      <a:pt x="38956" y="29878"/>
                    </a:cubicBezTo>
                    <a:cubicBezTo>
                      <a:pt x="39591" y="28149"/>
                      <a:pt x="39889" y="26222"/>
                      <a:pt x="39889" y="24102"/>
                    </a:cubicBezTo>
                    <a:cubicBezTo>
                      <a:pt x="39889" y="22082"/>
                      <a:pt x="39591" y="20252"/>
                      <a:pt x="38956" y="18609"/>
                    </a:cubicBezTo>
                    <a:cubicBezTo>
                      <a:pt x="38320" y="16974"/>
                      <a:pt x="37387" y="15581"/>
                      <a:pt x="36154" y="14431"/>
                    </a:cubicBezTo>
                    <a:cubicBezTo>
                      <a:pt x="34885" y="13281"/>
                      <a:pt x="33316" y="12396"/>
                      <a:pt x="31374" y="11791"/>
                    </a:cubicBezTo>
                    <a:cubicBezTo>
                      <a:pt x="29469" y="11179"/>
                      <a:pt x="27228" y="10873"/>
                      <a:pt x="24651" y="10873"/>
                    </a:cubicBezTo>
                    <a:lnTo>
                      <a:pt x="14081" y="10873"/>
                    </a:lnTo>
                    <a:lnTo>
                      <a:pt x="14081" y="3800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11" name="Google Shape;2611;p90"/>
              <p:cNvSpPr/>
              <p:nvPr/>
            </p:nvSpPr>
            <p:spPr>
              <a:xfrm>
                <a:off x="8974939" y="3962034"/>
                <a:ext cx="62672" cy="76426"/>
              </a:xfrm>
              <a:custGeom>
                <a:avLst/>
                <a:gdLst/>
                <a:ahLst/>
                <a:cxnLst/>
                <a:rect l="l" t="t" r="r" b="b"/>
                <a:pathLst>
                  <a:path w="62672" h="76426" extrusionOk="0">
                    <a:moveTo>
                      <a:pt x="31299" y="64247"/>
                    </a:moveTo>
                    <a:cubicBezTo>
                      <a:pt x="34025" y="64247"/>
                      <a:pt x="36453" y="63795"/>
                      <a:pt x="38620" y="62888"/>
                    </a:cubicBezTo>
                    <a:cubicBezTo>
                      <a:pt x="40748" y="61977"/>
                      <a:pt x="42578" y="60711"/>
                      <a:pt x="44035" y="59068"/>
                    </a:cubicBezTo>
                    <a:cubicBezTo>
                      <a:pt x="45529" y="57433"/>
                      <a:pt x="46649" y="55443"/>
                      <a:pt x="47434" y="53109"/>
                    </a:cubicBezTo>
                    <a:cubicBezTo>
                      <a:pt x="48218" y="50775"/>
                      <a:pt x="48629" y="48162"/>
                      <a:pt x="48629" y="45272"/>
                    </a:cubicBezTo>
                    <a:lnTo>
                      <a:pt x="48629" y="0"/>
                    </a:lnTo>
                    <a:lnTo>
                      <a:pt x="62672" y="0"/>
                    </a:lnTo>
                    <a:lnTo>
                      <a:pt x="62672" y="45272"/>
                    </a:lnTo>
                    <a:cubicBezTo>
                      <a:pt x="62672" y="49764"/>
                      <a:pt x="61963" y="53919"/>
                      <a:pt x="60506" y="57739"/>
                    </a:cubicBezTo>
                    <a:cubicBezTo>
                      <a:pt x="59087" y="61555"/>
                      <a:pt x="56995" y="64844"/>
                      <a:pt x="54269" y="67615"/>
                    </a:cubicBezTo>
                    <a:cubicBezTo>
                      <a:pt x="51542" y="70385"/>
                      <a:pt x="48256" y="72551"/>
                      <a:pt x="44371" y="74100"/>
                    </a:cubicBezTo>
                    <a:cubicBezTo>
                      <a:pt x="40524" y="75650"/>
                      <a:pt x="36154" y="76426"/>
                      <a:pt x="31299" y="76426"/>
                    </a:cubicBezTo>
                    <a:cubicBezTo>
                      <a:pt x="26481" y="76426"/>
                      <a:pt x="22111" y="75650"/>
                      <a:pt x="18227" y="74100"/>
                    </a:cubicBezTo>
                    <a:cubicBezTo>
                      <a:pt x="14379" y="72551"/>
                      <a:pt x="11093" y="70385"/>
                      <a:pt x="8366" y="67615"/>
                    </a:cubicBezTo>
                    <a:cubicBezTo>
                      <a:pt x="5677" y="64844"/>
                      <a:pt x="3623" y="61555"/>
                      <a:pt x="2167" y="57739"/>
                    </a:cubicBezTo>
                    <a:cubicBezTo>
                      <a:pt x="710" y="53919"/>
                      <a:pt x="0" y="49764"/>
                      <a:pt x="0" y="45272"/>
                    </a:cubicBezTo>
                    <a:lnTo>
                      <a:pt x="0" y="0"/>
                    </a:lnTo>
                    <a:lnTo>
                      <a:pt x="14043" y="0"/>
                    </a:lnTo>
                    <a:lnTo>
                      <a:pt x="14043" y="45220"/>
                    </a:lnTo>
                    <a:cubicBezTo>
                      <a:pt x="14043" y="48110"/>
                      <a:pt x="14454" y="50727"/>
                      <a:pt x="15239" y="53061"/>
                    </a:cubicBezTo>
                    <a:cubicBezTo>
                      <a:pt x="16023" y="55394"/>
                      <a:pt x="17144" y="57392"/>
                      <a:pt x="18600" y="59042"/>
                    </a:cubicBezTo>
                    <a:cubicBezTo>
                      <a:pt x="20057" y="60700"/>
                      <a:pt x="21887" y="61977"/>
                      <a:pt x="24016" y="62888"/>
                    </a:cubicBezTo>
                    <a:cubicBezTo>
                      <a:pt x="26182" y="63795"/>
                      <a:pt x="28610" y="64247"/>
                      <a:pt x="31299" y="6424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12" name="Google Shape;2612;p90"/>
              <p:cNvSpPr/>
              <p:nvPr/>
            </p:nvSpPr>
            <p:spPr>
              <a:xfrm>
                <a:off x="8816727" y="3634750"/>
                <a:ext cx="257001" cy="256946"/>
              </a:xfrm>
              <a:custGeom>
                <a:avLst/>
                <a:gdLst/>
                <a:ahLst/>
                <a:cxnLst/>
                <a:rect l="l" t="t" r="r" b="b"/>
                <a:pathLst>
                  <a:path w="257001" h="256946" extrusionOk="0">
                    <a:moveTo>
                      <a:pt x="247365" y="119768"/>
                    </a:moveTo>
                    <a:cubicBezTo>
                      <a:pt x="252706" y="119768"/>
                      <a:pt x="257001" y="115440"/>
                      <a:pt x="257001" y="110101"/>
                    </a:cubicBezTo>
                    <a:cubicBezTo>
                      <a:pt x="257001" y="104766"/>
                      <a:pt x="252706" y="100438"/>
                      <a:pt x="247365" y="100438"/>
                    </a:cubicBezTo>
                    <a:lnTo>
                      <a:pt x="226038" y="100438"/>
                    </a:lnTo>
                    <a:lnTo>
                      <a:pt x="226038" y="81665"/>
                    </a:lnTo>
                    <a:lnTo>
                      <a:pt x="247365" y="81665"/>
                    </a:lnTo>
                    <a:cubicBezTo>
                      <a:pt x="252706" y="81665"/>
                      <a:pt x="257001" y="77341"/>
                      <a:pt x="257001" y="72002"/>
                    </a:cubicBezTo>
                    <a:cubicBezTo>
                      <a:pt x="257001" y="66663"/>
                      <a:pt x="252706" y="62339"/>
                      <a:pt x="247365" y="62339"/>
                    </a:cubicBezTo>
                    <a:lnTo>
                      <a:pt x="226038" y="62339"/>
                    </a:lnTo>
                    <a:lnTo>
                      <a:pt x="226038" y="61204"/>
                    </a:lnTo>
                    <a:cubicBezTo>
                      <a:pt x="226038" y="44559"/>
                      <a:pt x="212593" y="31024"/>
                      <a:pt x="196009" y="30729"/>
                    </a:cubicBezTo>
                    <a:lnTo>
                      <a:pt x="196009" y="9663"/>
                    </a:lnTo>
                    <a:cubicBezTo>
                      <a:pt x="196009" y="4327"/>
                      <a:pt x="191677" y="0"/>
                      <a:pt x="186336" y="0"/>
                    </a:cubicBezTo>
                    <a:cubicBezTo>
                      <a:pt x="180995" y="0"/>
                      <a:pt x="176700" y="4327"/>
                      <a:pt x="176700" y="9663"/>
                    </a:cubicBezTo>
                    <a:lnTo>
                      <a:pt x="176700" y="30677"/>
                    </a:lnTo>
                    <a:lnTo>
                      <a:pt x="157913" y="30677"/>
                    </a:lnTo>
                    <a:lnTo>
                      <a:pt x="157913" y="9663"/>
                    </a:lnTo>
                    <a:cubicBezTo>
                      <a:pt x="157913" y="4327"/>
                      <a:pt x="153581" y="0"/>
                      <a:pt x="148240" y="0"/>
                    </a:cubicBezTo>
                    <a:cubicBezTo>
                      <a:pt x="142899" y="0"/>
                      <a:pt x="138566" y="4327"/>
                      <a:pt x="138566" y="9663"/>
                    </a:cubicBezTo>
                    <a:lnTo>
                      <a:pt x="138566" y="30677"/>
                    </a:lnTo>
                    <a:lnTo>
                      <a:pt x="119780" y="30677"/>
                    </a:lnTo>
                    <a:lnTo>
                      <a:pt x="119780" y="9663"/>
                    </a:lnTo>
                    <a:cubicBezTo>
                      <a:pt x="119780" y="4327"/>
                      <a:pt x="115484" y="0"/>
                      <a:pt x="110143" y="0"/>
                    </a:cubicBezTo>
                    <a:cubicBezTo>
                      <a:pt x="104803" y="0"/>
                      <a:pt x="100470" y="4327"/>
                      <a:pt x="100470" y="9663"/>
                    </a:cubicBezTo>
                    <a:lnTo>
                      <a:pt x="100470" y="30677"/>
                    </a:lnTo>
                    <a:lnTo>
                      <a:pt x="81683" y="30677"/>
                    </a:lnTo>
                    <a:lnTo>
                      <a:pt x="81683" y="9663"/>
                    </a:lnTo>
                    <a:cubicBezTo>
                      <a:pt x="81683" y="4327"/>
                      <a:pt x="77350" y="0"/>
                      <a:pt x="72010" y="0"/>
                    </a:cubicBezTo>
                    <a:cubicBezTo>
                      <a:pt x="66669" y="0"/>
                      <a:pt x="62336" y="4327"/>
                      <a:pt x="62336" y="9663"/>
                    </a:cubicBezTo>
                    <a:lnTo>
                      <a:pt x="62336" y="30677"/>
                    </a:lnTo>
                    <a:lnTo>
                      <a:pt x="59983" y="30677"/>
                    </a:lnTo>
                    <a:cubicBezTo>
                      <a:pt x="43139" y="30677"/>
                      <a:pt x="29469" y="44376"/>
                      <a:pt x="29469" y="61204"/>
                    </a:cubicBezTo>
                    <a:lnTo>
                      <a:pt x="29469" y="62339"/>
                    </a:lnTo>
                    <a:lnTo>
                      <a:pt x="9673" y="62339"/>
                    </a:lnTo>
                    <a:cubicBezTo>
                      <a:pt x="4333" y="62339"/>
                      <a:pt x="0" y="66663"/>
                      <a:pt x="0" y="72002"/>
                    </a:cubicBezTo>
                    <a:cubicBezTo>
                      <a:pt x="0" y="77341"/>
                      <a:pt x="4333" y="81665"/>
                      <a:pt x="9673" y="81665"/>
                    </a:cubicBezTo>
                    <a:lnTo>
                      <a:pt x="29469" y="81665"/>
                    </a:lnTo>
                    <a:lnTo>
                      <a:pt x="29469" y="100438"/>
                    </a:lnTo>
                    <a:lnTo>
                      <a:pt x="9673" y="100438"/>
                    </a:lnTo>
                    <a:cubicBezTo>
                      <a:pt x="4333" y="100438"/>
                      <a:pt x="0" y="104766"/>
                      <a:pt x="0" y="110101"/>
                    </a:cubicBezTo>
                    <a:cubicBezTo>
                      <a:pt x="0" y="115440"/>
                      <a:pt x="4333" y="119768"/>
                      <a:pt x="9673" y="119768"/>
                    </a:cubicBezTo>
                    <a:lnTo>
                      <a:pt x="29469" y="119768"/>
                    </a:lnTo>
                    <a:lnTo>
                      <a:pt x="29469" y="138538"/>
                    </a:lnTo>
                    <a:lnTo>
                      <a:pt x="9673" y="138538"/>
                    </a:lnTo>
                    <a:cubicBezTo>
                      <a:pt x="4333" y="138538"/>
                      <a:pt x="0" y="142865"/>
                      <a:pt x="0" y="148201"/>
                    </a:cubicBezTo>
                    <a:cubicBezTo>
                      <a:pt x="0" y="153540"/>
                      <a:pt x="4333" y="157867"/>
                      <a:pt x="9673" y="157867"/>
                    </a:cubicBezTo>
                    <a:lnTo>
                      <a:pt x="29469" y="157867"/>
                    </a:lnTo>
                    <a:lnTo>
                      <a:pt x="29469" y="176637"/>
                    </a:lnTo>
                    <a:lnTo>
                      <a:pt x="9673" y="176637"/>
                    </a:lnTo>
                    <a:cubicBezTo>
                      <a:pt x="4333" y="176637"/>
                      <a:pt x="0" y="180964"/>
                      <a:pt x="0" y="186304"/>
                    </a:cubicBezTo>
                    <a:cubicBezTo>
                      <a:pt x="0" y="191639"/>
                      <a:pt x="4333" y="195967"/>
                      <a:pt x="9673" y="195967"/>
                    </a:cubicBezTo>
                    <a:lnTo>
                      <a:pt x="29469" y="195967"/>
                    </a:lnTo>
                    <a:lnTo>
                      <a:pt x="29469" y="196180"/>
                    </a:lnTo>
                    <a:cubicBezTo>
                      <a:pt x="29469" y="213008"/>
                      <a:pt x="43139" y="226707"/>
                      <a:pt x="59983" y="226707"/>
                    </a:cubicBezTo>
                    <a:lnTo>
                      <a:pt x="62336" y="226707"/>
                    </a:lnTo>
                    <a:lnTo>
                      <a:pt x="62336" y="247280"/>
                    </a:lnTo>
                    <a:cubicBezTo>
                      <a:pt x="62336" y="252619"/>
                      <a:pt x="66669" y="256946"/>
                      <a:pt x="72010" y="256946"/>
                    </a:cubicBezTo>
                    <a:cubicBezTo>
                      <a:pt x="77350" y="256946"/>
                      <a:pt x="81683" y="252619"/>
                      <a:pt x="81683" y="247280"/>
                    </a:cubicBezTo>
                    <a:lnTo>
                      <a:pt x="81683" y="226707"/>
                    </a:lnTo>
                    <a:lnTo>
                      <a:pt x="100470" y="226707"/>
                    </a:lnTo>
                    <a:lnTo>
                      <a:pt x="100470" y="247280"/>
                    </a:lnTo>
                    <a:cubicBezTo>
                      <a:pt x="100470" y="252619"/>
                      <a:pt x="104803" y="256946"/>
                      <a:pt x="110143" y="256946"/>
                    </a:cubicBezTo>
                    <a:cubicBezTo>
                      <a:pt x="115484" y="256946"/>
                      <a:pt x="119780" y="252619"/>
                      <a:pt x="119780" y="247280"/>
                    </a:cubicBezTo>
                    <a:lnTo>
                      <a:pt x="119780" y="226707"/>
                    </a:lnTo>
                    <a:lnTo>
                      <a:pt x="138566" y="226707"/>
                    </a:lnTo>
                    <a:lnTo>
                      <a:pt x="138566" y="247280"/>
                    </a:lnTo>
                    <a:cubicBezTo>
                      <a:pt x="138566" y="252619"/>
                      <a:pt x="142899" y="256946"/>
                      <a:pt x="148240" y="256946"/>
                    </a:cubicBezTo>
                    <a:cubicBezTo>
                      <a:pt x="153581" y="256946"/>
                      <a:pt x="157913" y="252619"/>
                      <a:pt x="157913" y="247280"/>
                    </a:cubicBezTo>
                    <a:lnTo>
                      <a:pt x="157913" y="226707"/>
                    </a:lnTo>
                    <a:lnTo>
                      <a:pt x="176700" y="226707"/>
                    </a:lnTo>
                    <a:lnTo>
                      <a:pt x="176700" y="247280"/>
                    </a:lnTo>
                    <a:cubicBezTo>
                      <a:pt x="176700" y="252619"/>
                      <a:pt x="180995" y="256946"/>
                      <a:pt x="186336" y="256946"/>
                    </a:cubicBezTo>
                    <a:cubicBezTo>
                      <a:pt x="191677" y="256946"/>
                      <a:pt x="196009" y="252619"/>
                      <a:pt x="196009" y="247280"/>
                    </a:cubicBezTo>
                    <a:lnTo>
                      <a:pt x="196009" y="226655"/>
                    </a:lnTo>
                    <a:cubicBezTo>
                      <a:pt x="212593" y="226360"/>
                      <a:pt x="226038" y="212825"/>
                      <a:pt x="226038" y="196180"/>
                    </a:cubicBezTo>
                    <a:lnTo>
                      <a:pt x="226038" y="195967"/>
                    </a:lnTo>
                    <a:lnTo>
                      <a:pt x="247365" y="195967"/>
                    </a:lnTo>
                    <a:cubicBezTo>
                      <a:pt x="252706" y="195967"/>
                      <a:pt x="257001" y="191639"/>
                      <a:pt x="257001" y="186304"/>
                    </a:cubicBezTo>
                    <a:cubicBezTo>
                      <a:pt x="257001" y="180964"/>
                      <a:pt x="252706" y="176637"/>
                      <a:pt x="247365" y="176637"/>
                    </a:cubicBezTo>
                    <a:lnTo>
                      <a:pt x="226038" y="176637"/>
                    </a:lnTo>
                    <a:lnTo>
                      <a:pt x="226038" y="157867"/>
                    </a:lnTo>
                    <a:lnTo>
                      <a:pt x="247365" y="157867"/>
                    </a:lnTo>
                    <a:cubicBezTo>
                      <a:pt x="252706" y="157867"/>
                      <a:pt x="257001" y="153540"/>
                      <a:pt x="257001" y="148201"/>
                    </a:cubicBezTo>
                    <a:cubicBezTo>
                      <a:pt x="257001" y="142865"/>
                      <a:pt x="252706" y="138538"/>
                      <a:pt x="247365" y="138538"/>
                    </a:cubicBezTo>
                    <a:lnTo>
                      <a:pt x="226038" y="138538"/>
                    </a:lnTo>
                    <a:lnTo>
                      <a:pt x="226038" y="119768"/>
                    </a:lnTo>
                    <a:lnTo>
                      <a:pt x="247365" y="119768"/>
                    </a:lnTo>
                    <a:close/>
                    <a:moveTo>
                      <a:pt x="206691" y="196180"/>
                    </a:moveTo>
                    <a:cubicBezTo>
                      <a:pt x="206691" y="202355"/>
                      <a:pt x="201649" y="207377"/>
                      <a:pt x="195486" y="207377"/>
                    </a:cubicBezTo>
                    <a:lnTo>
                      <a:pt x="59983" y="207377"/>
                    </a:lnTo>
                    <a:cubicBezTo>
                      <a:pt x="53821" y="207377"/>
                      <a:pt x="48778" y="202355"/>
                      <a:pt x="48778" y="196180"/>
                    </a:cubicBezTo>
                    <a:lnTo>
                      <a:pt x="48778" y="61204"/>
                    </a:lnTo>
                    <a:cubicBezTo>
                      <a:pt x="48778" y="55028"/>
                      <a:pt x="53821" y="50006"/>
                      <a:pt x="59983" y="50006"/>
                    </a:cubicBezTo>
                    <a:lnTo>
                      <a:pt x="195486" y="50006"/>
                    </a:lnTo>
                    <a:cubicBezTo>
                      <a:pt x="201649" y="50006"/>
                      <a:pt x="206691" y="55028"/>
                      <a:pt x="206691" y="61204"/>
                    </a:cubicBezTo>
                    <a:lnTo>
                      <a:pt x="206691" y="196180"/>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sp>
        <p:nvSpPr>
          <p:cNvPr id="2613" name="Google Shape;2613;p90"/>
          <p:cNvSpPr/>
          <p:nvPr/>
        </p:nvSpPr>
        <p:spPr>
          <a:xfrm>
            <a:off x="3476500" y="1507699"/>
            <a:ext cx="1035300" cy="642000"/>
          </a:xfrm>
          <a:prstGeom prst="roundRect">
            <a:avLst>
              <a:gd name="adj" fmla="val 9049"/>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14" name="Google Shape;2614;p90"/>
          <p:cNvSpPr/>
          <p:nvPr/>
        </p:nvSpPr>
        <p:spPr>
          <a:xfrm>
            <a:off x="4567918" y="1510375"/>
            <a:ext cx="1035300" cy="642000"/>
          </a:xfrm>
          <a:prstGeom prst="roundRect">
            <a:avLst>
              <a:gd name="adj" fmla="val 9049"/>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15" name="Google Shape;2615;p90"/>
          <p:cNvSpPr/>
          <p:nvPr/>
        </p:nvSpPr>
        <p:spPr>
          <a:xfrm>
            <a:off x="5659336" y="1510375"/>
            <a:ext cx="1035300" cy="642000"/>
          </a:xfrm>
          <a:prstGeom prst="roundRect">
            <a:avLst>
              <a:gd name="adj" fmla="val 9049"/>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16" name="Google Shape;2616;p90"/>
          <p:cNvSpPr/>
          <p:nvPr/>
        </p:nvSpPr>
        <p:spPr>
          <a:xfrm>
            <a:off x="6750754" y="1510375"/>
            <a:ext cx="1035300" cy="642000"/>
          </a:xfrm>
          <a:prstGeom prst="roundRect">
            <a:avLst>
              <a:gd name="adj" fmla="val 9049"/>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617" name="Google Shape;2617;p90"/>
          <p:cNvSpPr/>
          <p:nvPr/>
        </p:nvSpPr>
        <p:spPr>
          <a:xfrm>
            <a:off x="7842172" y="1510375"/>
            <a:ext cx="1035300" cy="642000"/>
          </a:xfrm>
          <a:prstGeom prst="roundRect">
            <a:avLst>
              <a:gd name="adj" fmla="val 9049"/>
            </a:avLst>
          </a:prstGeom>
          <a:solidFill>
            <a:srgbClr val="FFFFFF"/>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grpSp>
        <p:nvGrpSpPr>
          <p:cNvPr id="2618" name="Google Shape;2618;p90"/>
          <p:cNvGrpSpPr/>
          <p:nvPr/>
        </p:nvGrpSpPr>
        <p:grpSpPr>
          <a:xfrm>
            <a:off x="3667801" y="1693469"/>
            <a:ext cx="652697" cy="357314"/>
            <a:chOff x="3816296" y="2414734"/>
            <a:chExt cx="797139" cy="436388"/>
          </a:xfrm>
        </p:grpSpPr>
        <p:sp>
          <p:nvSpPr>
            <p:cNvPr id="2619" name="Google Shape;2619;p90"/>
            <p:cNvSpPr/>
            <p:nvPr/>
          </p:nvSpPr>
          <p:spPr>
            <a:xfrm>
              <a:off x="3998023" y="2414734"/>
              <a:ext cx="414316" cy="193095"/>
            </a:xfrm>
            <a:custGeom>
              <a:avLst/>
              <a:gdLst/>
              <a:ahLst/>
              <a:cxnLst/>
              <a:rect l="l" t="t" r="r" b="b"/>
              <a:pathLst>
                <a:path w="414316" h="193095" extrusionOk="0">
                  <a:moveTo>
                    <a:pt x="368108" y="0"/>
                  </a:moveTo>
                  <a:lnTo>
                    <a:pt x="315834" y="0"/>
                  </a:lnTo>
                  <a:cubicBezTo>
                    <a:pt x="314160" y="0"/>
                    <a:pt x="312543" y="205"/>
                    <a:pt x="310959" y="508"/>
                  </a:cubicBezTo>
                  <a:cubicBezTo>
                    <a:pt x="310470" y="601"/>
                    <a:pt x="309996" y="724"/>
                    <a:pt x="309514" y="844"/>
                  </a:cubicBezTo>
                  <a:cubicBezTo>
                    <a:pt x="308390" y="1128"/>
                    <a:pt x="307288" y="1486"/>
                    <a:pt x="306209" y="1912"/>
                  </a:cubicBezTo>
                  <a:cubicBezTo>
                    <a:pt x="305727" y="2102"/>
                    <a:pt x="305238" y="2270"/>
                    <a:pt x="304767" y="2487"/>
                  </a:cubicBezTo>
                  <a:cubicBezTo>
                    <a:pt x="303400" y="3121"/>
                    <a:pt x="302067" y="3846"/>
                    <a:pt x="300778" y="4705"/>
                  </a:cubicBezTo>
                  <a:cubicBezTo>
                    <a:pt x="300225" y="5070"/>
                    <a:pt x="299699" y="5515"/>
                    <a:pt x="299157" y="5922"/>
                  </a:cubicBezTo>
                  <a:cubicBezTo>
                    <a:pt x="298399" y="6493"/>
                    <a:pt x="297648" y="7079"/>
                    <a:pt x="296920" y="7725"/>
                  </a:cubicBezTo>
                  <a:cubicBezTo>
                    <a:pt x="296259" y="8311"/>
                    <a:pt x="295609" y="8924"/>
                    <a:pt x="294967" y="9570"/>
                  </a:cubicBezTo>
                  <a:cubicBezTo>
                    <a:pt x="294425" y="10118"/>
                    <a:pt x="293898" y="10701"/>
                    <a:pt x="293372" y="11291"/>
                  </a:cubicBezTo>
                  <a:cubicBezTo>
                    <a:pt x="291900" y="12934"/>
                    <a:pt x="290492" y="14715"/>
                    <a:pt x="289155" y="16653"/>
                  </a:cubicBezTo>
                  <a:cubicBezTo>
                    <a:pt x="289006" y="16865"/>
                    <a:pt x="288849" y="17052"/>
                    <a:pt x="288703" y="17269"/>
                  </a:cubicBezTo>
                  <a:lnTo>
                    <a:pt x="151896" y="17269"/>
                  </a:lnTo>
                  <a:cubicBezTo>
                    <a:pt x="151889" y="17258"/>
                    <a:pt x="151881" y="17250"/>
                    <a:pt x="151874" y="17239"/>
                  </a:cubicBezTo>
                  <a:cubicBezTo>
                    <a:pt x="150764" y="15603"/>
                    <a:pt x="149648" y="14147"/>
                    <a:pt x="148523" y="12799"/>
                  </a:cubicBezTo>
                  <a:cubicBezTo>
                    <a:pt x="148411" y="12661"/>
                    <a:pt x="148299" y="12512"/>
                    <a:pt x="148187" y="12377"/>
                  </a:cubicBezTo>
                  <a:cubicBezTo>
                    <a:pt x="147100" y="11104"/>
                    <a:pt x="146017" y="9965"/>
                    <a:pt x="144930" y="8927"/>
                  </a:cubicBezTo>
                  <a:cubicBezTo>
                    <a:pt x="144770" y="8774"/>
                    <a:pt x="144613" y="8618"/>
                    <a:pt x="144452" y="8472"/>
                  </a:cubicBezTo>
                  <a:cubicBezTo>
                    <a:pt x="143403" y="7505"/>
                    <a:pt x="142365" y="6631"/>
                    <a:pt x="141326" y="5866"/>
                  </a:cubicBezTo>
                  <a:cubicBezTo>
                    <a:pt x="141113" y="5709"/>
                    <a:pt x="140908" y="5560"/>
                    <a:pt x="140699" y="5410"/>
                  </a:cubicBezTo>
                  <a:cubicBezTo>
                    <a:pt x="139705" y="4712"/>
                    <a:pt x="138730" y="4074"/>
                    <a:pt x="137756" y="3536"/>
                  </a:cubicBezTo>
                  <a:cubicBezTo>
                    <a:pt x="137487" y="3387"/>
                    <a:pt x="137221" y="3256"/>
                    <a:pt x="136953" y="3118"/>
                  </a:cubicBezTo>
                  <a:cubicBezTo>
                    <a:pt x="136049" y="2655"/>
                    <a:pt x="135156" y="2214"/>
                    <a:pt x="134278" y="1871"/>
                  </a:cubicBezTo>
                  <a:cubicBezTo>
                    <a:pt x="133916" y="1729"/>
                    <a:pt x="133565" y="1624"/>
                    <a:pt x="133207" y="1497"/>
                  </a:cubicBezTo>
                  <a:cubicBezTo>
                    <a:pt x="132437" y="1236"/>
                    <a:pt x="131671" y="967"/>
                    <a:pt x="130932" y="784"/>
                  </a:cubicBezTo>
                  <a:cubicBezTo>
                    <a:pt x="130398" y="650"/>
                    <a:pt x="129894" y="575"/>
                    <a:pt x="129378" y="478"/>
                  </a:cubicBezTo>
                  <a:cubicBezTo>
                    <a:pt x="128829" y="381"/>
                    <a:pt x="128273" y="246"/>
                    <a:pt x="127746" y="187"/>
                  </a:cubicBezTo>
                  <a:cubicBezTo>
                    <a:pt x="126708" y="60"/>
                    <a:pt x="125707" y="0"/>
                    <a:pt x="124758" y="0"/>
                  </a:cubicBezTo>
                  <a:lnTo>
                    <a:pt x="70049" y="0"/>
                  </a:lnTo>
                  <a:cubicBezTo>
                    <a:pt x="61100" y="0"/>
                    <a:pt x="52917" y="4518"/>
                    <a:pt x="45977" y="12979"/>
                  </a:cubicBezTo>
                  <a:cubicBezTo>
                    <a:pt x="39038" y="21439"/>
                    <a:pt x="33334" y="33843"/>
                    <a:pt x="29353" y="49603"/>
                  </a:cubicBezTo>
                  <a:cubicBezTo>
                    <a:pt x="28090" y="54599"/>
                    <a:pt x="31116" y="59669"/>
                    <a:pt x="36117" y="60931"/>
                  </a:cubicBezTo>
                  <a:cubicBezTo>
                    <a:pt x="36882" y="61122"/>
                    <a:pt x="37648" y="61219"/>
                    <a:pt x="38406" y="61219"/>
                  </a:cubicBezTo>
                  <a:cubicBezTo>
                    <a:pt x="38406" y="61219"/>
                    <a:pt x="38406" y="61219"/>
                    <a:pt x="38406" y="61219"/>
                  </a:cubicBezTo>
                  <a:cubicBezTo>
                    <a:pt x="38406" y="61219"/>
                    <a:pt x="38406" y="61219"/>
                    <a:pt x="38410" y="61219"/>
                  </a:cubicBezTo>
                  <a:cubicBezTo>
                    <a:pt x="42578" y="61219"/>
                    <a:pt x="46384" y="58400"/>
                    <a:pt x="47449" y="54173"/>
                  </a:cubicBezTo>
                  <a:cubicBezTo>
                    <a:pt x="50530" y="41971"/>
                    <a:pt x="54541" y="33089"/>
                    <a:pt x="58597" y="27260"/>
                  </a:cubicBezTo>
                  <a:cubicBezTo>
                    <a:pt x="62661" y="21432"/>
                    <a:pt x="66769" y="18654"/>
                    <a:pt x="70052" y="18654"/>
                  </a:cubicBezTo>
                  <a:lnTo>
                    <a:pt x="96630" y="18654"/>
                  </a:lnTo>
                  <a:cubicBezTo>
                    <a:pt x="94102" y="22604"/>
                    <a:pt x="91779" y="27141"/>
                    <a:pt x="89695" y="32245"/>
                  </a:cubicBezTo>
                  <a:cubicBezTo>
                    <a:pt x="89661" y="32334"/>
                    <a:pt x="89620" y="32417"/>
                    <a:pt x="89586" y="32506"/>
                  </a:cubicBezTo>
                  <a:cubicBezTo>
                    <a:pt x="88626" y="34873"/>
                    <a:pt x="87722" y="37368"/>
                    <a:pt x="86871" y="39966"/>
                  </a:cubicBezTo>
                  <a:cubicBezTo>
                    <a:pt x="86703" y="40470"/>
                    <a:pt x="86546" y="40986"/>
                    <a:pt x="86382" y="41493"/>
                  </a:cubicBezTo>
                  <a:cubicBezTo>
                    <a:pt x="85590" y="44014"/>
                    <a:pt x="84828" y="46609"/>
                    <a:pt x="84133" y="49334"/>
                  </a:cubicBezTo>
                  <a:cubicBezTo>
                    <a:pt x="84111" y="49428"/>
                    <a:pt x="84081" y="49510"/>
                    <a:pt x="84055" y="49603"/>
                  </a:cubicBezTo>
                  <a:cubicBezTo>
                    <a:pt x="82796" y="54595"/>
                    <a:pt x="85821" y="59666"/>
                    <a:pt x="90815" y="60931"/>
                  </a:cubicBezTo>
                  <a:cubicBezTo>
                    <a:pt x="91584" y="61122"/>
                    <a:pt x="92350" y="61219"/>
                    <a:pt x="93108" y="61219"/>
                  </a:cubicBezTo>
                  <a:cubicBezTo>
                    <a:pt x="93108" y="61219"/>
                    <a:pt x="93112" y="61219"/>
                    <a:pt x="93112" y="61219"/>
                  </a:cubicBezTo>
                  <a:cubicBezTo>
                    <a:pt x="93112" y="61219"/>
                    <a:pt x="93112" y="61219"/>
                    <a:pt x="93112" y="61219"/>
                  </a:cubicBezTo>
                  <a:cubicBezTo>
                    <a:pt x="94046" y="61219"/>
                    <a:pt x="94950" y="61032"/>
                    <a:pt x="95820" y="60763"/>
                  </a:cubicBezTo>
                  <a:cubicBezTo>
                    <a:pt x="95921" y="60733"/>
                    <a:pt x="96033" y="60745"/>
                    <a:pt x="96130" y="60711"/>
                  </a:cubicBezTo>
                  <a:cubicBezTo>
                    <a:pt x="99009" y="59722"/>
                    <a:pt x="101351" y="57343"/>
                    <a:pt x="102151" y="54173"/>
                  </a:cubicBezTo>
                  <a:cubicBezTo>
                    <a:pt x="103230" y="49902"/>
                    <a:pt x="104451" y="46183"/>
                    <a:pt x="105717" y="42714"/>
                  </a:cubicBezTo>
                  <a:cubicBezTo>
                    <a:pt x="111704" y="26364"/>
                    <a:pt x="119346" y="18654"/>
                    <a:pt x="124758" y="18654"/>
                  </a:cubicBezTo>
                  <a:cubicBezTo>
                    <a:pt x="124788" y="18654"/>
                    <a:pt x="124825" y="18665"/>
                    <a:pt x="124859" y="18665"/>
                  </a:cubicBezTo>
                  <a:cubicBezTo>
                    <a:pt x="125378" y="18673"/>
                    <a:pt x="125905" y="18740"/>
                    <a:pt x="126443" y="18878"/>
                  </a:cubicBezTo>
                  <a:cubicBezTo>
                    <a:pt x="126555" y="18904"/>
                    <a:pt x="126667" y="18964"/>
                    <a:pt x="126775" y="18997"/>
                  </a:cubicBezTo>
                  <a:cubicBezTo>
                    <a:pt x="127249" y="19143"/>
                    <a:pt x="127724" y="19304"/>
                    <a:pt x="128205" y="19543"/>
                  </a:cubicBezTo>
                  <a:cubicBezTo>
                    <a:pt x="128265" y="19572"/>
                    <a:pt x="128329" y="19617"/>
                    <a:pt x="128388" y="19647"/>
                  </a:cubicBezTo>
                  <a:cubicBezTo>
                    <a:pt x="128926" y="19923"/>
                    <a:pt x="129468" y="20244"/>
                    <a:pt x="130009" y="20629"/>
                  </a:cubicBezTo>
                  <a:cubicBezTo>
                    <a:pt x="130047" y="20659"/>
                    <a:pt x="130084" y="20693"/>
                    <a:pt x="130121" y="20719"/>
                  </a:cubicBezTo>
                  <a:cubicBezTo>
                    <a:pt x="130685" y="21129"/>
                    <a:pt x="131253" y="21592"/>
                    <a:pt x="131825" y="22115"/>
                  </a:cubicBezTo>
                  <a:cubicBezTo>
                    <a:pt x="131832" y="22123"/>
                    <a:pt x="131836" y="22130"/>
                    <a:pt x="131843" y="22134"/>
                  </a:cubicBezTo>
                  <a:cubicBezTo>
                    <a:pt x="130234" y="23314"/>
                    <a:pt x="128695" y="24744"/>
                    <a:pt x="127201" y="26338"/>
                  </a:cubicBezTo>
                  <a:cubicBezTo>
                    <a:pt x="126820" y="26741"/>
                    <a:pt x="126461" y="27197"/>
                    <a:pt x="126091" y="27626"/>
                  </a:cubicBezTo>
                  <a:cubicBezTo>
                    <a:pt x="124993" y="28899"/>
                    <a:pt x="123933" y="30270"/>
                    <a:pt x="122909" y="31767"/>
                  </a:cubicBezTo>
                  <a:cubicBezTo>
                    <a:pt x="122476" y="32402"/>
                    <a:pt x="122050" y="33044"/>
                    <a:pt x="121632" y="33716"/>
                  </a:cubicBezTo>
                  <a:cubicBezTo>
                    <a:pt x="120687" y="35232"/>
                    <a:pt x="119791" y="36863"/>
                    <a:pt x="118920" y="38577"/>
                  </a:cubicBezTo>
                  <a:cubicBezTo>
                    <a:pt x="118547" y="39309"/>
                    <a:pt x="118162" y="40004"/>
                    <a:pt x="117804" y="40773"/>
                  </a:cubicBezTo>
                  <a:cubicBezTo>
                    <a:pt x="116679" y="43185"/>
                    <a:pt x="115611" y="45739"/>
                    <a:pt x="114633" y="48494"/>
                  </a:cubicBezTo>
                  <a:cubicBezTo>
                    <a:pt x="114595" y="48602"/>
                    <a:pt x="114547" y="48688"/>
                    <a:pt x="114509" y="48797"/>
                  </a:cubicBezTo>
                  <a:cubicBezTo>
                    <a:pt x="112802" y="53658"/>
                    <a:pt x="115361" y="58982"/>
                    <a:pt x="120224" y="60685"/>
                  </a:cubicBezTo>
                  <a:cubicBezTo>
                    <a:pt x="121243" y="61047"/>
                    <a:pt x="122286" y="61219"/>
                    <a:pt x="123316" y="61219"/>
                  </a:cubicBezTo>
                  <a:cubicBezTo>
                    <a:pt x="123316" y="61219"/>
                    <a:pt x="123316" y="61219"/>
                    <a:pt x="123316" y="61219"/>
                  </a:cubicBezTo>
                  <a:cubicBezTo>
                    <a:pt x="123316" y="61219"/>
                    <a:pt x="123316" y="61219"/>
                    <a:pt x="123320" y="61219"/>
                  </a:cubicBezTo>
                  <a:cubicBezTo>
                    <a:pt x="127167" y="61219"/>
                    <a:pt x="130775" y="58818"/>
                    <a:pt x="132123" y="54976"/>
                  </a:cubicBezTo>
                  <a:cubicBezTo>
                    <a:pt x="134424" y="48431"/>
                    <a:pt x="137027" y="43666"/>
                    <a:pt x="139489" y="40541"/>
                  </a:cubicBezTo>
                  <a:cubicBezTo>
                    <a:pt x="141954" y="37412"/>
                    <a:pt x="144273" y="35923"/>
                    <a:pt x="146006" y="35923"/>
                  </a:cubicBezTo>
                  <a:lnTo>
                    <a:pt x="147862" y="35923"/>
                  </a:lnTo>
                  <a:cubicBezTo>
                    <a:pt x="147874" y="35923"/>
                    <a:pt x="147881" y="35923"/>
                    <a:pt x="147892" y="35923"/>
                  </a:cubicBezTo>
                  <a:lnTo>
                    <a:pt x="279466" y="35923"/>
                  </a:lnTo>
                  <a:cubicBezTo>
                    <a:pt x="279463" y="35938"/>
                    <a:pt x="279459" y="35956"/>
                    <a:pt x="279452" y="35975"/>
                  </a:cubicBezTo>
                  <a:cubicBezTo>
                    <a:pt x="277887" y="40228"/>
                    <a:pt x="276516" y="44727"/>
                    <a:pt x="275321" y="49416"/>
                  </a:cubicBezTo>
                  <a:cubicBezTo>
                    <a:pt x="275253" y="49682"/>
                    <a:pt x="275186" y="49943"/>
                    <a:pt x="275119" y="50208"/>
                  </a:cubicBezTo>
                  <a:cubicBezTo>
                    <a:pt x="273987" y="54756"/>
                    <a:pt x="273020" y="59457"/>
                    <a:pt x="272239" y="64277"/>
                  </a:cubicBezTo>
                  <a:cubicBezTo>
                    <a:pt x="272161" y="64747"/>
                    <a:pt x="272098" y="65210"/>
                    <a:pt x="272023" y="65681"/>
                  </a:cubicBezTo>
                  <a:cubicBezTo>
                    <a:pt x="271291" y="70419"/>
                    <a:pt x="270705" y="75228"/>
                    <a:pt x="270312" y="80093"/>
                  </a:cubicBezTo>
                  <a:cubicBezTo>
                    <a:pt x="270271" y="80597"/>
                    <a:pt x="270252" y="81101"/>
                    <a:pt x="270215" y="81605"/>
                  </a:cubicBezTo>
                  <a:cubicBezTo>
                    <a:pt x="269860" y="86511"/>
                    <a:pt x="269640" y="91440"/>
                    <a:pt x="269636" y="96342"/>
                  </a:cubicBezTo>
                  <a:cubicBezTo>
                    <a:pt x="269636" y="96413"/>
                    <a:pt x="269629" y="96481"/>
                    <a:pt x="269629" y="96548"/>
                  </a:cubicBezTo>
                  <a:cubicBezTo>
                    <a:pt x="269629" y="96615"/>
                    <a:pt x="269636" y="96682"/>
                    <a:pt x="269636" y="96753"/>
                  </a:cubicBezTo>
                  <a:cubicBezTo>
                    <a:pt x="269640" y="101656"/>
                    <a:pt x="269856" y="106584"/>
                    <a:pt x="270215" y="111487"/>
                  </a:cubicBezTo>
                  <a:cubicBezTo>
                    <a:pt x="270252" y="111994"/>
                    <a:pt x="270271" y="112498"/>
                    <a:pt x="270312" y="113003"/>
                  </a:cubicBezTo>
                  <a:cubicBezTo>
                    <a:pt x="270705" y="117868"/>
                    <a:pt x="271291" y="122673"/>
                    <a:pt x="272023" y="127407"/>
                  </a:cubicBezTo>
                  <a:cubicBezTo>
                    <a:pt x="272098" y="127882"/>
                    <a:pt x="272161" y="128352"/>
                    <a:pt x="272239" y="128822"/>
                  </a:cubicBezTo>
                  <a:cubicBezTo>
                    <a:pt x="273024" y="133639"/>
                    <a:pt x="273987" y="138332"/>
                    <a:pt x="275119" y="142880"/>
                  </a:cubicBezTo>
                  <a:cubicBezTo>
                    <a:pt x="275186" y="143153"/>
                    <a:pt x="275257" y="143418"/>
                    <a:pt x="275325" y="143687"/>
                  </a:cubicBezTo>
                  <a:cubicBezTo>
                    <a:pt x="276520" y="148369"/>
                    <a:pt x="277887" y="152864"/>
                    <a:pt x="279448" y="157113"/>
                  </a:cubicBezTo>
                  <a:cubicBezTo>
                    <a:pt x="279455" y="157132"/>
                    <a:pt x="279459" y="157154"/>
                    <a:pt x="279466" y="157173"/>
                  </a:cubicBezTo>
                  <a:lnTo>
                    <a:pt x="179464" y="157173"/>
                  </a:lnTo>
                  <a:cubicBezTo>
                    <a:pt x="174309" y="157173"/>
                    <a:pt x="170134" y="161347"/>
                    <a:pt x="170134" y="166500"/>
                  </a:cubicBezTo>
                  <a:cubicBezTo>
                    <a:pt x="170134" y="171652"/>
                    <a:pt x="174309" y="175827"/>
                    <a:pt x="179464" y="175827"/>
                  </a:cubicBezTo>
                  <a:lnTo>
                    <a:pt x="288703" y="175827"/>
                  </a:lnTo>
                  <a:cubicBezTo>
                    <a:pt x="288875" y="176081"/>
                    <a:pt x="289058" y="176301"/>
                    <a:pt x="289230" y="176551"/>
                  </a:cubicBezTo>
                  <a:cubicBezTo>
                    <a:pt x="290544" y="178440"/>
                    <a:pt x="291923" y="180184"/>
                    <a:pt x="293361" y="181793"/>
                  </a:cubicBezTo>
                  <a:cubicBezTo>
                    <a:pt x="293891" y="182387"/>
                    <a:pt x="294425" y="182977"/>
                    <a:pt x="294974" y="183530"/>
                  </a:cubicBezTo>
                  <a:cubicBezTo>
                    <a:pt x="295609" y="184172"/>
                    <a:pt x="296255" y="184784"/>
                    <a:pt x="296916" y="185367"/>
                  </a:cubicBezTo>
                  <a:cubicBezTo>
                    <a:pt x="297652" y="186016"/>
                    <a:pt x="298406" y="186606"/>
                    <a:pt x="299165" y="187181"/>
                  </a:cubicBezTo>
                  <a:cubicBezTo>
                    <a:pt x="299702" y="187584"/>
                    <a:pt x="300225" y="188025"/>
                    <a:pt x="300778" y="188391"/>
                  </a:cubicBezTo>
                  <a:cubicBezTo>
                    <a:pt x="302067" y="189250"/>
                    <a:pt x="303400" y="189974"/>
                    <a:pt x="304767" y="190609"/>
                  </a:cubicBezTo>
                  <a:cubicBezTo>
                    <a:pt x="305238" y="190825"/>
                    <a:pt x="305727" y="190993"/>
                    <a:pt x="306209" y="191184"/>
                  </a:cubicBezTo>
                  <a:cubicBezTo>
                    <a:pt x="307288" y="191609"/>
                    <a:pt x="308390" y="191968"/>
                    <a:pt x="309514" y="192252"/>
                  </a:cubicBezTo>
                  <a:cubicBezTo>
                    <a:pt x="309996" y="192371"/>
                    <a:pt x="310470" y="192494"/>
                    <a:pt x="310959" y="192588"/>
                  </a:cubicBezTo>
                  <a:cubicBezTo>
                    <a:pt x="312543" y="192890"/>
                    <a:pt x="314160" y="193096"/>
                    <a:pt x="315834" y="193096"/>
                  </a:cubicBezTo>
                  <a:lnTo>
                    <a:pt x="368108" y="193096"/>
                  </a:lnTo>
                  <a:cubicBezTo>
                    <a:pt x="398118" y="193096"/>
                    <a:pt x="414316" y="143354"/>
                    <a:pt x="414316" y="96548"/>
                  </a:cubicBezTo>
                  <a:cubicBezTo>
                    <a:pt x="414316" y="49741"/>
                    <a:pt x="398118" y="0"/>
                    <a:pt x="368108" y="0"/>
                  </a:cubicBezTo>
                  <a:close/>
                  <a:moveTo>
                    <a:pt x="340563" y="96548"/>
                  </a:moveTo>
                  <a:cubicBezTo>
                    <a:pt x="340563" y="49002"/>
                    <a:pt x="356877" y="18658"/>
                    <a:pt x="368108" y="18654"/>
                  </a:cubicBezTo>
                  <a:cubicBezTo>
                    <a:pt x="379342" y="18658"/>
                    <a:pt x="395653" y="49002"/>
                    <a:pt x="395653" y="96548"/>
                  </a:cubicBezTo>
                  <a:cubicBezTo>
                    <a:pt x="395653" y="144097"/>
                    <a:pt x="379342" y="174438"/>
                    <a:pt x="368108" y="174442"/>
                  </a:cubicBezTo>
                  <a:cubicBezTo>
                    <a:pt x="356877" y="174438"/>
                    <a:pt x="340563" y="144094"/>
                    <a:pt x="340563" y="96548"/>
                  </a:cubicBezTo>
                  <a:close/>
                  <a:moveTo>
                    <a:pt x="288292" y="96548"/>
                  </a:moveTo>
                  <a:cubicBezTo>
                    <a:pt x="288292" y="48998"/>
                    <a:pt x="304603" y="18654"/>
                    <a:pt x="315837" y="18654"/>
                  </a:cubicBezTo>
                  <a:lnTo>
                    <a:pt x="340040" y="18654"/>
                  </a:lnTo>
                  <a:cubicBezTo>
                    <a:pt x="338650" y="20838"/>
                    <a:pt x="337358" y="23209"/>
                    <a:pt x="336126" y="25688"/>
                  </a:cubicBezTo>
                  <a:cubicBezTo>
                    <a:pt x="335872" y="26200"/>
                    <a:pt x="335633" y="26734"/>
                    <a:pt x="335386" y="27256"/>
                  </a:cubicBezTo>
                  <a:cubicBezTo>
                    <a:pt x="334411" y="29306"/>
                    <a:pt x="333489" y="31431"/>
                    <a:pt x="332622" y="33645"/>
                  </a:cubicBezTo>
                  <a:cubicBezTo>
                    <a:pt x="332368" y="34287"/>
                    <a:pt x="332118" y="34929"/>
                    <a:pt x="331871" y="35583"/>
                  </a:cubicBezTo>
                  <a:cubicBezTo>
                    <a:pt x="331001" y="37928"/>
                    <a:pt x="330187" y="40343"/>
                    <a:pt x="329425" y="42834"/>
                  </a:cubicBezTo>
                  <a:cubicBezTo>
                    <a:pt x="329276" y="43323"/>
                    <a:pt x="329115" y="43790"/>
                    <a:pt x="328969" y="44282"/>
                  </a:cubicBezTo>
                  <a:cubicBezTo>
                    <a:pt x="327199" y="50316"/>
                    <a:pt x="325765" y="56708"/>
                    <a:pt x="324655" y="63317"/>
                  </a:cubicBezTo>
                  <a:cubicBezTo>
                    <a:pt x="324517" y="64139"/>
                    <a:pt x="324401" y="64971"/>
                    <a:pt x="324275" y="65800"/>
                  </a:cubicBezTo>
                  <a:cubicBezTo>
                    <a:pt x="323897" y="68257"/>
                    <a:pt x="323561" y="70725"/>
                    <a:pt x="323274" y="73223"/>
                  </a:cubicBezTo>
                  <a:cubicBezTo>
                    <a:pt x="323158" y="74238"/>
                    <a:pt x="323046" y="75247"/>
                    <a:pt x="322945" y="76266"/>
                  </a:cubicBezTo>
                  <a:cubicBezTo>
                    <a:pt x="322698" y="78741"/>
                    <a:pt x="322504" y="81224"/>
                    <a:pt x="322347" y="83719"/>
                  </a:cubicBezTo>
                  <a:cubicBezTo>
                    <a:pt x="322291" y="84626"/>
                    <a:pt x="322220" y="85526"/>
                    <a:pt x="322175" y="86433"/>
                  </a:cubicBezTo>
                  <a:cubicBezTo>
                    <a:pt x="322007" y="89808"/>
                    <a:pt x="321899" y="93184"/>
                    <a:pt x="321899" y="96548"/>
                  </a:cubicBezTo>
                  <a:cubicBezTo>
                    <a:pt x="321899" y="99912"/>
                    <a:pt x="322007" y="103287"/>
                    <a:pt x="322175" y="106662"/>
                  </a:cubicBezTo>
                  <a:cubicBezTo>
                    <a:pt x="322220" y="107570"/>
                    <a:pt x="322291" y="108470"/>
                    <a:pt x="322347" y="109377"/>
                  </a:cubicBezTo>
                  <a:cubicBezTo>
                    <a:pt x="322504" y="111871"/>
                    <a:pt x="322698" y="114350"/>
                    <a:pt x="322945" y="116826"/>
                  </a:cubicBezTo>
                  <a:cubicBezTo>
                    <a:pt x="323046" y="117849"/>
                    <a:pt x="323158" y="118861"/>
                    <a:pt x="323274" y="119876"/>
                  </a:cubicBezTo>
                  <a:cubicBezTo>
                    <a:pt x="323561" y="122367"/>
                    <a:pt x="323897" y="124831"/>
                    <a:pt x="324275" y="127280"/>
                  </a:cubicBezTo>
                  <a:cubicBezTo>
                    <a:pt x="324401" y="128117"/>
                    <a:pt x="324517" y="128957"/>
                    <a:pt x="324655" y="129786"/>
                  </a:cubicBezTo>
                  <a:cubicBezTo>
                    <a:pt x="325765" y="136391"/>
                    <a:pt x="327199" y="142776"/>
                    <a:pt x="328969" y="148806"/>
                  </a:cubicBezTo>
                  <a:cubicBezTo>
                    <a:pt x="329115" y="149306"/>
                    <a:pt x="329283" y="149784"/>
                    <a:pt x="329433" y="150284"/>
                  </a:cubicBezTo>
                  <a:cubicBezTo>
                    <a:pt x="330191" y="152760"/>
                    <a:pt x="331001" y="155164"/>
                    <a:pt x="331868" y="157498"/>
                  </a:cubicBezTo>
                  <a:cubicBezTo>
                    <a:pt x="332114" y="158162"/>
                    <a:pt x="332368" y="158812"/>
                    <a:pt x="332626" y="159466"/>
                  </a:cubicBezTo>
                  <a:cubicBezTo>
                    <a:pt x="333492" y="161665"/>
                    <a:pt x="334411" y="163782"/>
                    <a:pt x="335379" y="165824"/>
                  </a:cubicBezTo>
                  <a:cubicBezTo>
                    <a:pt x="335629" y="166354"/>
                    <a:pt x="335872" y="166896"/>
                    <a:pt x="336129" y="167415"/>
                  </a:cubicBezTo>
                  <a:cubicBezTo>
                    <a:pt x="337362" y="169890"/>
                    <a:pt x="338654" y="172257"/>
                    <a:pt x="340040" y="174442"/>
                  </a:cubicBezTo>
                  <a:lnTo>
                    <a:pt x="315837" y="174442"/>
                  </a:lnTo>
                  <a:cubicBezTo>
                    <a:pt x="304603" y="174442"/>
                    <a:pt x="288292" y="144101"/>
                    <a:pt x="288292" y="96548"/>
                  </a:cubicBezTo>
                  <a:close/>
                  <a:moveTo>
                    <a:pt x="4381" y="109586"/>
                  </a:moveTo>
                  <a:cubicBezTo>
                    <a:pt x="4381" y="104437"/>
                    <a:pt x="8557" y="100259"/>
                    <a:pt x="13711" y="100259"/>
                  </a:cubicBezTo>
                  <a:lnTo>
                    <a:pt x="85709" y="100259"/>
                  </a:lnTo>
                  <a:cubicBezTo>
                    <a:pt x="90864" y="100259"/>
                    <a:pt x="95039" y="104437"/>
                    <a:pt x="95039" y="109586"/>
                  </a:cubicBezTo>
                  <a:cubicBezTo>
                    <a:pt x="95039" y="112162"/>
                    <a:pt x="93997" y="114496"/>
                    <a:pt x="92305" y="116184"/>
                  </a:cubicBezTo>
                  <a:cubicBezTo>
                    <a:pt x="90617" y="117871"/>
                    <a:pt x="88286" y="118917"/>
                    <a:pt x="85706" y="118917"/>
                  </a:cubicBezTo>
                  <a:lnTo>
                    <a:pt x="13715" y="118917"/>
                  </a:lnTo>
                  <a:cubicBezTo>
                    <a:pt x="11138" y="118917"/>
                    <a:pt x="8803" y="117871"/>
                    <a:pt x="7115" y="116184"/>
                  </a:cubicBezTo>
                  <a:cubicBezTo>
                    <a:pt x="5427" y="114496"/>
                    <a:pt x="4381" y="112162"/>
                    <a:pt x="4381" y="109586"/>
                  </a:cubicBezTo>
                  <a:close/>
                  <a:moveTo>
                    <a:pt x="177518" y="147626"/>
                  </a:moveTo>
                  <a:lnTo>
                    <a:pt x="156217" y="171257"/>
                  </a:lnTo>
                  <a:cubicBezTo>
                    <a:pt x="154372" y="173299"/>
                    <a:pt x="151836" y="174337"/>
                    <a:pt x="149285" y="174337"/>
                  </a:cubicBezTo>
                  <a:cubicBezTo>
                    <a:pt x="147056" y="174337"/>
                    <a:pt x="144826" y="173546"/>
                    <a:pt x="143041" y="171940"/>
                  </a:cubicBezTo>
                  <a:cubicBezTo>
                    <a:pt x="143037" y="171940"/>
                    <a:pt x="143037" y="171940"/>
                    <a:pt x="143037" y="171936"/>
                  </a:cubicBezTo>
                  <a:cubicBezTo>
                    <a:pt x="143037" y="171936"/>
                    <a:pt x="143037" y="171936"/>
                    <a:pt x="143037" y="171936"/>
                  </a:cubicBezTo>
                  <a:cubicBezTo>
                    <a:pt x="139209" y="168490"/>
                    <a:pt x="138902" y="162587"/>
                    <a:pt x="142350" y="158763"/>
                  </a:cubicBezTo>
                  <a:lnTo>
                    <a:pt x="149610" y="150706"/>
                  </a:lnTo>
                  <a:lnTo>
                    <a:pt x="32401" y="150706"/>
                  </a:lnTo>
                  <a:cubicBezTo>
                    <a:pt x="29820" y="150706"/>
                    <a:pt x="27489" y="149661"/>
                    <a:pt x="25801" y="147973"/>
                  </a:cubicBezTo>
                  <a:cubicBezTo>
                    <a:pt x="24113" y="146285"/>
                    <a:pt x="23067" y="143952"/>
                    <a:pt x="23067" y="141375"/>
                  </a:cubicBezTo>
                  <a:cubicBezTo>
                    <a:pt x="23067" y="136223"/>
                    <a:pt x="27243" y="132048"/>
                    <a:pt x="32397" y="132048"/>
                  </a:cubicBezTo>
                  <a:lnTo>
                    <a:pt x="149614" y="132048"/>
                  </a:lnTo>
                  <a:lnTo>
                    <a:pt x="142350" y="123991"/>
                  </a:lnTo>
                  <a:cubicBezTo>
                    <a:pt x="138902" y="120164"/>
                    <a:pt x="139209" y="114261"/>
                    <a:pt x="143037" y="110814"/>
                  </a:cubicBezTo>
                  <a:cubicBezTo>
                    <a:pt x="144957" y="109082"/>
                    <a:pt x="147399" y="108305"/>
                    <a:pt x="149797" y="108440"/>
                  </a:cubicBezTo>
                  <a:cubicBezTo>
                    <a:pt x="151818" y="108552"/>
                    <a:pt x="153726" y="109448"/>
                    <a:pt x="155336" y="110848"/>
                  </a:cubicBezTo>
                  <a:cubicBezTo>
                    <a:pt x="155616" y="111094"/>
                    <a:pt x="155960" y="111218"/>
                    <a:pt x="156214" y="111502"/>
                  </a:cubicBezTo>
                  <a:lnTo>
                    <a:pt x="156217" y="111502"/>
                  </a:lnTo>
                  <a:lnTo>
                    <a:pt x="156217" y="111505"/>
                  </a:lnTo>
                  <a:lnTo>
                    <a:pt x="177518" y="135136"/>
                  </a:lnTo>
                  <a:cubicBezTo>
                    <a:pt x="177929" y="135596"/>
                    <a:pt x="178142" y="136148"/>
                    <a:pt x="178448" y="136660"/>
                  </a:cubicBezTo>
                  <a:cubicBezTo>
                    <a:pt x="178448" y="136663"/>
                    <a:pt x="178451" y="136671"/>
                    <a:pt x="178455" y="136671"/>
                  </a:cubicBezTo>
                  <a:cubicBezTo>
                    <a:pt x="178706" y="137093"/>
                    <a:pt x="179027" y="137451"/>
                    <a:pt x="179210" y="137910"/>
                  </a:cubicBezTo>
                  <a:cubicBezTo>
                    <a:pt x="179213" y="137914"/>
                    <a:pt x="179213" y="137918"/>
                    <a:pt x="179217" y="137918"/>
                  </a:cubicBezTo>
                  <a:cubicBezTo>
                    <a:pt x="179217" y="137922"/>
                    <a:pt x="179217" y="137922"/>
                    <a:pt x="179217" y="137925"/>
                  </a:cubicBezTo>
                  <a:cubicBezTo>
                    <a:pt x="180102" y="140143"/>
                    <a:pt x="180106" y="142604"/>
                    <a:pt x="179221" y="144822"/>
                  </a:cubicBezTo>
                  <a:cubicBezTo>
                    <a:pt x="179217" y="144829"/>
                    <a:pt x="179217" y="144833"/>
                    <a:pt x="179217" y="144840"/>
                  </a:cubicBezTo>
                  <a:cubicBezTo>
                    <a:pt x="179213" y="144844"/>
                    <a:pt x="179210" y="144848"/>
                    <a:pt x="179210" y="144852"/>
                  </a:cubicBezTo>
                  <a:cubicBezTo>
                    <a:pt x="179038" y="145277"/>
                    <a:pt x="178735" y="145609"/>
                    <a:pt x="178508" y="146001"/>
                  </a:cubicBezTo>
                  <a:cubicBezTo>
                    <a:pt x="178485" y="146035"/>
                    <a:pt x="178466" y="146065"/>
                    <a:pt x="178448" y="146099"/>
                  </a:cubicBezTo>
                  <a:cubicBezTo>
                    <a:pt x="178138" y="146610"/>
                    <a:pt x="177929" y="147166"/>
                    <a:pt x="177518" y="147626"/>
                  </a:cubicBezTo>
                  <a:close/>
                  <a:moveTo>
                    <a:pt x="125852" y="100259"/>
                  </a:moveTo>
                  <a:cubicBezTo>
                    <a:pt x="125935" y="103437"/>
                    <a:pt x="126170" y="106640"/>
                    <a:pt x="126480" y="109885"/>
                  </a:cubicBezTo>
                  <a:cubicBezTo>
                    <a:pt x="126659" y="111767"/>
                    <a:pt x="126835" y="113648"/>
                    <a:pt x="127089" y="115545"/>
                  </a:cubicBezTo>
                  <a:cubicBezTo>
                    <a:pt x="127765" y="120653"/>
                    <a:pt x="124179" y="125346"/>
                    <a:pt x="119070" y="126022"/>
                  </a:cubicBezTo>
                  <a:cubicBezTo>
                    <a:pt x="118655" y="126074"/>
                    <a:pt x="118237" y="126104"/>
                    <a:pt x="117822" y="126104"/>
                  </a:cubicBezTo>
                  <a:cubicBezTo>
                    <a:pt x="115518" y="126104"/>
                    <a:pt x="113363" y="125249"/>
                    <a:pt x="111708" y="123804"/>
                  </a:cubicBezTo>
                  <a:cubicBezTo>
                    <a:pt x="111484" y="123610"/>
                    <a:pt x="111350" y="123326"/>
                    <a:pt x="111144" y="123106"/>
                  </a:cubicBezTo>
                  <a:cubicBezTo>
                    <a:pt x="110595" y="122527"/>
                    <a:pt x="110035" y="121956"/>
                    <a:pt x="109646" y="121243"/>
                  </a:cubicBezTo>
                  <a:cubicBezTo>
                    <a:pt x="109337" y="120679"/>
                    <a:pt x="109225" y="120007"/>
                    <a:pt x="109034" y="119372"/>
                  </a:cubicBezTo>
                  <a:cubicBezTo>
                    <a:pt x="108896" y="118909"/>
                    <a:pt x="108653" y="118502"/>
                    <a:pt x="108586" y="118006"/>
                  </a:cubicBezTo>
                  <a:cubicBezTo>
                    <a:pt x="108586" y="118002"/>
                    <a:pt x="108586" y="118002"/>
                    <a:pt x="108586" y="117998"/>
                  </a:cubicBezTo>
                  <a:cubicBezTo>
                    <a:pt x="108586" y="117994"/>
                    <a:pt x="108586" y="117991"/>
                    <a:pt x="108586" y="117991"/>
                  </a:cubicBezTo>
                  <a:cubicBezTo>
                    <a:pt x="108444" y="116927"/>
                    <a:pt x="108369" y="115911"/>
                    <a:pt x="108250" y="114866"/>
                  </a:cubicBezTo>
                  <a:cubicBezTo>
                    <a:pt x="107708" y="110105"/>
                    <a:pt x="107312" y="105371"/>
                    <a:pt x="107189" y="100763"/>
                  </a:cubicBezTo>
                  <a:cubicBezTo>
                    <a:pt x="107051" y="95614"/>
                    <a:pt x="111118" y="91328"/>
                    <a:pt x="116261" y="91190"/>
                  </a:cubicBezTo>
                  <a:cubicBezTo>
                    <a:pt x="116265" y="91190"/>
                    <a:pt x="116265" y="91190"/>
                    <a:pt x="116265" y="91190"/>
                  </a:cubicBezTo>
                  <a:cubicBezTo>
                    <a:pt x="116265" y="91190"/>
                    <a:pt x="116265" y="91190"/>
                    <a:pt x="116265" y="91190"/>
                  </a:cubicBezTo>
                  <a:cubicBezTo>
                    <a:pt x="121494" y="90936"/>
                    <a:pt x="125714" y="95106"/>
                    <a:pt x="125852" y="100259"/>
                  </a:cubicBezTo>
                  <a:close/>
                  <a:moveTo>
                    <a:pt x="16083" y="76886"/>
                  </a:moveTo>
                  <a:cubicBezTo>
                    <a:pt x="16083" y="71733"/>
                    <a:pt x="20258" y="67559"/>
                    <a:pt x="25413" y="67559"/>
                  </a:cubicBezTo>
                  <a:lnTo>
                    <a:pt x="191852" y="67559"/>
                  </a:lnTo>
                  <a:lnTo>
                    <a:pt x="184588" y="59498"/>
                  </a:lnTo>
                  <a:cubicBezTo>
                    <a:pt x="181141" y="55674"/>
                    <a:pt x="181443" y="49775"/>
                    <a:pt x="185272" y="46325"/>
                  </a:cubicBezTo>
                  <a:cubicBezTo>
                    <a:pt x="185839" y="45813"/>
                    <a:pt x="186519" y="45552"/>
                    <a:pt x="187161" y="45205"/>
                  </a:cubicBezTo>
                  <a:cubicBezTo>
                    <a:pt x="190859" y="43207"/>
                    <a:pt x="195505" y="43741"/>
                    <a:pt x="198452" y="47008"/>
                  </a:cubicBezTo>
                  <a:lnTo>
                    <a:pt x="209104" y="58826"/>
                  </a:lnTo>
                  <a:lnTo>
                    <a:pt x="219756" y="70639"/>
                  </a:lnTo>
                  <a:cubicBezTo>
                    <a:pt x="220171" y="71098"/>
                    <a:pt x="220380" y="71655"/>
                    <a:pt x="220686" y="72166"/>
                  </a:cubicBezTo>
                  <a:cubicBezTo>
                    <a:pt x="220697" y="72185"/>
                    <a:pt x="220709" y="72200"/>
                    <a:pt x="220716" y="72215"/>
                  </a:cubicBezTo>
                  <a:cubicBezTo>
                    <a:pt x="220959" y="72622"/>
                    <a:pt x="221273" y="72969"/>
                    <a:pt x="221448" y="73413"/>
                  </a:cubicBezTo>
                  <a:cubicBezTo>
                    <a:pt x="221452" y="73417"/>
                    <a:pt x="221456" y="73421"/>
                    <a:pt x="221456" y="73425"/>
                  </a:cubicBezTo>
                  <a:cubicBezTo>
                    <a:pt x="221459" y="73428"/>
                    <a:pt x="221456" y="73432"/>
                    <a:pt x="221459" y="73436"/>
                  </a:cubicBezTo>
                  <a:cubicBezTo>
                    <a:pt x="222344" y="75654"/>
                    <a:pt x="222344" y="78114"/>
                    <a:pt x="221459" y="80332"/>
                  </a:cubicBezTo>
                  <a:cubicBezTo>
                    <a:pt x="221456" y="80336"/>
                    <a:pt x="221459" y="80339"/>
                    <a:pt x="221456" y="80343"/>
                  </a:cubicBezTo>
                  <a:cubicBezTo>
                    <a:pt x="221456" y="80347"/>
                    <a:pt x="221452" y="80351"/>
                    <a:pt x="221448" y="80354"/>
                  </a:cubicBezTo>
                  <a:cubicBezTo>
                    <a:pt x="221273" y="80795"/>
                    <a:pt x="220963" y="81142"/>
                    <a:pt x="220724" y="81545"/>
                  </a:cubicBezTo>
                  <a:cubicBezTo>
                    <a:pt x="220712" y="81564"/>
                    <a:pt x="220697" y="81587"/>
                    <a:pt x="220686" y="81605"/>
                  </a:cubicBezTo>
                  <a:cubicBezTo>
                    <a:pt x="220380" y="82117"/>
                    <a:pt x="220171" y="82669"/>
                    <a:pt x="219756" y="83129"/>
                  </a:cubicBezTo>
                  <a:lnTo>
                    <a:pt x="200368" y="104635"/>
                  </a:lnTo>
                  <a:lnTo>
                    <a:pt x="198452" y="106756"/>
                  </a:lnTo>
                  <a:lnTo>
                    <a:pt x="198452" y="106756"/>
                  </a:lnTo>
                  <a:lnTo>
                    <a:pt x="198452" y="106760"/>
                  </a:lnTo>
                  <a:cubicBezTo>
                    <a:pt x="198232" y="107002"/>
                    <a:pt x="197925" y="107096"/>
                    <a:pt x="197686" y="107308"/>
                  </a:cubicBezTo>
                  <a:cubicBezTo>
                    <a:pt x="196924" y="107999"/>
                    <a:pt x="196148" y="108675"/>
                    <a:pt x="195247" y="109067"/>
                  </a:cubicBezTo>
                  <a:cubicBezTo>
                    <a:pt x="195236" y="109071"/>
                    <a:pt x="195229" y="109071"/>
                    <a:pt x="195218" y="109075"/>
                  </a:cubicBezTo>
                  <a:cubicBezTo>
                    <a:pt x="194045" y="109579"/>
                    <a:pt x="192786" y="109844"/>
                    <a:pt x="191524" y="109847"/>
                  </a:cubicBezTo>
                  <a:cubicBezTo>
                    <a:pt x="190407" y="109847"/>
                    <a:pt x="189290" y="109646"/>
                    <a:pt x="188230" y="109246"/>
                  </a:cubicBezTo>
                  <a:cubicBezTo>
                    <a:pt x="187169" y="108847"/>
                    <a:pt x="186164" y="108249"/>
                    <a:pt x="185272" y="107447"/>
                  </a:cubicBezTo>
                  <a:cubicBezTo>
                    <a:pt x="181443" y="103997"/>
                    <a:pt x="181141" y="98097"/>
                    <a:pt x="184588" y="94270"/>
                  </a:cubicBezTo>
                  <a:lnTo>
                    <a:pt x="191852" y="86213"/>
                  </a:lnTo>
                  <a:lnTo>
                    <a:pt x="25413" y="86213"/>
                  </a:lnTo>
                  <a:cubicBezTo>
                    <a:pt x="20258" y="86213"/>
                    <a:pt x="16083" y="82035"/>
                    <a:pt x="16083" y="76886"/>
                  </a:cubicBezTo>
                  <a:close/>
                  <a:moveTo>
                    <a:pt x="134092" y="175543"/>
                  </a:moveTo>
                  <a:cubicBezTo>
                    <a:pt x="134092" y="180696"/>
                    <a:pt x="129916" y="184870"/>
                    <a:pt x="124762" y="184870"/>
                  </a:cubicBezTo>
                  <a:lnTo>
                    <a:pt x="9334" y="184870"/>
                  </a:lnTo>
                  <a:cubicBezTo>
                    <a:pt x="6756" y="184870"/>
                    <a:pt x="4422" y="183825"/>
                    <a:pt x="2734" y="182137"/>
                  </a:cubicBezTo>
                  <a:cubicBezTo>
                    <a:pt x="1046" y="180449"/>
                    <a:pt x="0" y="178116"/>
                    <a:pt x="0" y="175539"/>
                  </a:cubicBezTo>
                  <a:cubicBezTo>
                    <a:pt x="0" y="170387"/>
                    <a:pt x="4176" y="166212"/>
                    <a:pt x="9330" y="166212"/>
                  </a:cubicBezTo>
                  <a:lnTo>
                    <a:pt x="124758" y="166212"/>
                  </a:lnTo>
                  <a:cubicBezTo>
                    <a:pt x="127335" y="166212"/>
                    <a:pt x="129670" y="167258"/>
                    <a:pt x="131358" y="168945"/>
                  </a:cubicBezTo>
                  <a:cubicBezTo>
                    <a:pt x="133046" y="170633"/>
                    <a:pt x="134092" y="172967"/>
                    <a:pt x="134092" y="17554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620" name="Google Shape;2620;p90"/>
            <p:cNvGrpSpPr/>
            <p:nvPr/>
          </p:nvGrpSpPr>
          <p:grpSpPr>
            <a:xfrm>
              <a:off x="3816296" y="2754731"/>
              <a:ext cx="797139" cy="96391"/>
              <a:chOff x="3816296" y="2754731"/>
              <a:chExt cx="797139" cy="96391"/>
            </a:xfrm>
          </p:grpSpPr>
          <p:sp>
            <p:nvSpPr>
              <p:cNvPr id="2621" name="Google Shape;2621;p90"/>
              <p:cNvSpPr/>
              <p:nvPr/>
            </p:nvSpPr>
            <p:spPr>
              <a:xfrm>
                <a:off x="3816296" y="2756665"/>
                <a:ext cx="67135" cy="75586"/>
              </a:xfrm>
              <a:custGeom>
                <a:avLst/>
                <a:gdLst/>
                <a:ahLst/>
                <a:cxnLst/>
                <a:rect l="l" t="t" r="r" b="b"/>
                <a:pathLst>
                  <a:path w="67135" h="75586" extrusionOk="0">
                    <a:moveTo>
                      <a:pt x="67135" y="37793"/>
                    </a:moveTo>
                    <a:cubicBezTo>
                      <a:pt x="67135" y="43334"/>
                      <a:pt x="66213" y="48423"/>
                      <a:pt x="64368" y="53057"/>
                    </a:cubicBezTo>
                    <a:cubicBezTo>
                      <a:pt x="62519" y="57690"/>
                      <a:pt x="59923" y="61682"/>
                      <a:pt x="56577" y="65027"/>
                    </a:cubicBezTo>
                    <a:cubicBezTo>
                      <a:pt x="53230" y="68373"/>
                      <a:pt x="49204" y="70971"/>
                      <a:pt x="44498" y="72816"/>
                    </a:cubicBezTo>
                    <a:cubicBezTo>
                      <a:pt x="39792" y="74664"/>
                      <a:pt x="34582" y="75586"/>
                      <a:pt x="28864" y="75586"/>
                    </a:cubicBezTo>
                    <a:lnTo>
                      <a:pt x="0" y="75586"/>
                    </a:lnTo>
                    <a:lnTo>
                      <a:pt x="0" y="0"/>
                    </a:lnTo>
                    <a:lnTo>
                      <a:pt x="28864" y="0"/>
                    </a:lnTo>
                    <a:cubicBezTo>
                      <a:pt x="34582" y="0"/>
                      <a:pt x="39792" y="933"/>
                      <a:pt x="44498" y="2797"/>
                    </a:cubicBezTo>
                    <a:cubicBezTo>
                      <a:pt x="49204" y="4663"/>
                      <a:pt x="53230" y="7258"/>
                      <a:pt x="56577" y="10585"/>
                    </a:cubicBezTo>
                    <a:cubicBezTo>
                      <a:pt x="59923" y="13912"/>
                      <a:pt x="62519" y="17896"/>
                      <a:pt x="64368" y="22530"/>
                    </a:cubicBezTo>
                    <a:cubicBezTo>
                      <a:pt x="66213" y="27163"/>
                      <a:pt x="67135" y="32249"/>
                      <a:pt x="67135" y="37793"/>
                    </a:cubicBezTo>
                    <a:close/>
                    <a:moveTo>
                      <a:pt x="52760" y="37793"/>
                    </a:moveTo>
                    <a:cubicBezTo>
                      <a:pt x="52760" y="33645"/>
                      <a:pt x="52200" y="29926"/>
                      <a:pt x="51083" y="26633"/>
                    </a:cubicBezTo>
                    <a:cubicBezTo>
                      <a:pt x="49970" y="23340"/>
                      <a:pt x="48386" y="20554"/>
                      <a:pt x="46328" y="18269"/>
                    </a:cubicBezTo>
                    <a:cubicBezTo>
                      <a:pt x="44270" y="15988"/>
                      <a:pt x="41768" y="14233"/>
                      <a:pt x="38825" y="13016"/>
                    </a:cubicBezTo>
                    <a:cubicBezTo>
                      <a:pt x="35878" y="11795"/>
                      <a:pt x="32557" y="11186"/>
                      <a:pt x="28864" y="11186"/>
                    </a:cubicBezTo>
                    <a:lnTo>
                      <a:pt x="14170" y="11186"/>
                    </a:lnTo>
                    <a:lnTo>
                      <a:pt x="14170" y="64400"/>
                    </a:lnTo>
                    <a:lnTo>
                      <a:pt x="28864" y="64400"/>
                    </a:lnTo>
                    <a:cubicBezTo>
                      <a:pt x="32557" y="64400"/>
                      <a:pt x="35878" y="63791"/>
                      <a:pt x="38825" y="62570"/>
                    </a:cubicBezTo>
                    <a:cubicBezTo>
                      <a:pt x="41768" y="61350"/>
                      <a:pt x="44270" y="59602"/>
                      <a:pt x="46328" y="57317"/>
                    </a:cubicBezTo>
                    <a:cubicBezTo>
                      <a:pt x="48386" y="55036"/>
                      <a:pt x="49970" y="52247"/>
                      <a:pt x="51083" y="48953"/>
                    </a:cubicBezTo>
                    <a:cubicBezTo>
                      <a:pt x="52200" y="45660"/>
                      <a:pt x="52760" y="41941"/>
                      <a:pt x="52760" y="37793"/>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22" name="Google Shape;2622;p90"/>
              <p:cNvSpPr/>
              <p:nvPr/>
            </p:nvSpPr>
            <p:spPr>
              <a:xfrm>
                <a:off x="3891065" y="2777627"/>
                <a:ext cx="44707" cy="55461"/>
              </a:xfrm>
              <a:custGeom>
                <a:avLst/>
                <a:gdLst/>
                <a:ahLst/>
                <a:cxnLst/>
                <a:rect l="l" t="t" r="r" b="b"/>
                <a:pathLst>
                  <a:path w="44707" h="55461" extrusionOk="0">
                    <a:moveTo>
                      <a:pt x="44707" y="54625"/>
                    </a:moveTo>
                    <a:lnTo>
                      <a:pt x="38903" y="54625"/>
                    </a:lnTo>
                    <a:cubicBezTo>
                      <a:pt x="37685" y="54625"/>
                      <a:pt x="36726" y="54442"/>
                      <a:pt x="36031" y="54073"/>
                    </a:cubicBezTo>
                    <a:cubicBezTo>
                      <a:pt x="35329" y="53710"/>
                      <a:pt x="34810" y="52971"/>
                      <a:pt x="34462" y="51855"/>
                    </a:cubicBezTo>
                    <a:lnTo>
                      <a:pt x="33308" y="48039"/>
                    </a:lnTo>
                    <a:cubicBezTo>
                      <a:pt x="31952" y="49256"/>
                      <a:pt x="30619" y="50331"/>
                      <a:pt x="29312" y="51253"/>
                    </a:cubicBezTo>
                    <a:cubicBezTo>
                      <a:pt x="28001" y="52179"/>
                      <a:pt x="26652" y="52952"/>
                      <a:pt x="25259" y="53580"/>
                    </a:cubicBezTo>
                    <a:cubicBezTo>
                      <a:pt x="23863" y="54207"/>
                      <a:pt x="22380" y="54677"/>
                      <a:pt x="20815" y="54991"/>
                    </a:cubicBezTo>
                    <a:cubicBezTo>
                      <a:pt x="19246" y="55305"/>
                      <a:pt x="17502" y="55461"/>
                      <a:pt x="15582" y="55461"/>
                    </a:cubicBezTo>
                    <a:cubicBezTo>
                      <a:pt x="13319" y="55461"/>
                      <a:pt x="11227" y="55155"/>
                      <a:pt x="9307" y="54543"/>
                    </a:cubicBezTo>
                    <a:cubicBezTo>
                      <a:pt x="7391" y="53931"/>
                      <a:pt x="5744" y="53012"/>
                      <a:pt x="4366" y="51791"/>
                    </a:cubicBezTo>
                    <a:cubicBezTo>
                      <a:pt x="2992" y="50566"/>
                      <a:pt x="1920" y="49047"/>
                      <a:pt x="1154" y="47225"/>
                    </a:cubicBezTo>
                    <a:cubicBezTo>
                      <a:pt x="385" y="45410"/>
                      <a:pt x="0" y="43293"/>
                      <a:pt x="0" y="40881"/>
                    </a:cubicBezTo>
                    <a:cubicBezTo>
                      <a:pt x="0" y="38854"/>
                      <a:pt x="534" y="36852"/>
                      <a:pt x="1595" y="34877"/>
                    </a:cubicBezTo>
                    <a:cubicBezTo>
                      <a:pt x="2659" y="32902"/>
                      <a:pt x="4430" y="31117"/>
                      <a:pt x="6906" y="29527"/>
                    </a:cubicBezTo>
                    <a:cubicBezTo>
                      <a:pt x="9378" y="27932"/>
                      <a:pt x="12673" y="26614"/>
                      <a:pt x="16785" y="25569"/>
                    </a:cubicBezTo>
                    <a:cubicBezTo>
                      <a:pt x="20901" y="24516"/>
                      <a:pt x="26006" y="23993"/>
                      <a:pt x="32109" y="23993"/>
                    </a:cubicBezTo>
                    <a:lnTo>
                      <a:pt x="32109" y="20831"/>
                    </a:lnTo>
                    <a:cubicBezTo>
                      <a:pt x="32109" y="17216"/>
                      <a:pt x="31351" y="14539"/>
                      <a:pt x="29835" y="12799"/>
                    </a:cubicBezTo>
                    <a:cubicBezTo>
                      <a:pt x="28315" y="11063"/>
                      <a:pt x="26111" y="10193"/>
                      <a:pt x="23216" y="10193"/>
                    </a:cubicBezTo>
                    <a:cubicBezTo>
                      <a:pt x="21129" y="10193"/>
                      <a:pt x="19384" y="10436"/>
                      <a:pt x="17991" y="10925"/>
                    </a:cubicBezTo>
                    <a:cubicBezTo>
                      <a:pt x="16594" y="11414"/>
                      <a:pt x="15381" y="11963"/>
                      <a:pt x="14353" y="12572"/>
                    </a:cubicBezTo>
                    <a:cubicBezTo>
                      <a:pt x="13326" y="13180"/>
                      <a:pt x="12378" y="13733"/>
                      <a:pt x="11504" y="14218"/>
                    </a:cubicBezTo>
                    <a:cubicBezTo>
                      <a:pt x="10633" y="14704"/>
                      <a:pt x="9673" y="14950"/>
                      <a:pt x="8631" y="14950"/>
                    </a:cubicBezTo>
                    <a:cubicBezTo>
                      <a:pt x="7757" y="14950"/>
                      <a:pt x="7007" y="14722"/>
                      <a:pt x="6379" y="14271"/>
                    </a:cubicBezTo>
                    <a:cubicBezTo>
                      <a:pt x="5752" y="13819"/>
                      <a:pt x="5251" y="13262"/>
                      <a:pt x="4863" y="12598"/>
                    </a:cubicBezTo>
                    <a:lnTo>
                      <a:pt x="2510" y="8468"/>
                    </a:lnTo>
                    <a:cubicBezTo>
                      <a:pt x="8680" y="2823"/>
                      <a:pt x="16124" y="0"/>
                      <a:pt x="24841" y="0"/>
                    </a:cubicBezTo>
                    <a:cubicBezTo>
                      <a:pt x="27978" y="0"/>
                      <a:pt x="30776" y="515"/>
                      <a:pt x="33233" y="1542"/>
                    </a:cubicBezTo>
                    <a:cubicBezTo>
                      <a:pt x="35691" y="2569"/>
                      <a:pt x="37775" y="3999"/>
                      <a:pt x="39482" y="5828"/>
                    </a:cubicBezTo>
                    <a:cubicBezTo>
                      <a:pt x="41189" y="7658"/>
                      <a:pt x="42485" y="9846"/>
                      <a:pt x="43377" y="12389"/>
                    </a:cubicBezTo>
                    <a:cubicBezTo>
                      <a:pt x="44266" y="14931"/>
                      <a:pt x="44707" y="17720"/>
                      <a:pt x="44707" y="20752"/>
                    </a:cubicBezTo>
                    <a:lnTo>
                      <a:pt x="44707" y="54625"/>
                    </a:lnTo>
                    <a:close/>
                    <a:moveTo>
                      <a:pt x="19608" y="46575"/>
                    </a:moveTo>
                    <a:cubicBezTo>
                      <a:pt x="20934" y="46575"/>
                      <a:pt x="22156" y="46452"/>
                      <a:pt x="23272" y="46213"/>
                    </a:cubicBezTo>
                    <a:cubicBezTo>
                      <a:pt x="24385" y="45974"/>
                      <a:pt x="25442" y="45615"/>
                      <a:pt x="26432" y="45134"/>
                    </a:cubicBezTo>
                    <a:cubicBezTo>
                      <a:pt x="27426" y="44652"/>
                      <a:pt x="28386" y="44062"/>
                      <a:pt x="29312" y="43357"/>
                    </a:cubicBezTo>
                    <a:cubicBezTo>
                      <a:pt x="30234" y="42658"/>
                      <a:pt x="31164" y="41822"/>
                      <a:pt x="32109" y="40862"/>
                    </a:cubicBezTo>
                    <a:lnTo>
                      <a:pt x="32109" y="31886"/>
                    </a:lnTo>
                    <a:cubicBezTo>
                      <a:pt x="28341" y="31886"/>
                      <a:pt x="25196" y="32125"/>
                      <a:pt x="22671" y="32596"/>
                    </a:cubicBezTo>
                    <a:cubicBezTo>
                      <a:pt x="20143" y="33070"/>
                      <a:pt x="18111" y="33679"/>
                      <a:pt x="16579" y="34414"/>
                    </a:cubicBezTo>
                    <a:cubicBezTo>
                      <a:pt x="15044" y="35150"/>
                      <a:pt x="13954" y="36012"/>
                      <a:pt x="13311" y="36994"/>
                    </a:cubicBezTo>
                    <a:cubicBezTo>
                      <a:pt x="12665" y="37976"/>
                      <a:pt x="12344" y="39044"/>
                      <a:pt x="12344" y="40205"/>
                    </a:cubicBezTo>
                    <a:cubicBezTo>
                      <a:pt x="12344" y="42487"/>
                      <a:pt x="13013" y="44114"/>
                      <a:pt x="14353" y="45100"/>
                    </a:cubicBezTo>
                    <a:cubicBezTo>
                      <a:pt x="15694" y="46086"/>
                      <a:pt x="17450" y="46575"/>
                      <a:pt x="19608" y="46575"/>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23" name="Google Shape;2623;p90"/>
              <p:cNvSpPr/>
              <p:nvPr/>
            </p:nvSpPr>
            <p:spPr>
              <a:xfrm>
                <a:off x="3943619" y="2762206"/>
                <a:ext cx="36550" cy="70881"/>
              </a:xfrm>
              <a:custGeom>
                <a:avLst/>
                <a:gdLst/>
                <a:ahLst/>
                <a:cxnLst/>
                <a:rect l="l" t="t" r="r" b="b"/>
                <a:pathLst>
                  <a:path w="36550" h="70881" extrusionOk="0">
                    <a:moveTo>
                      <a:pt x="22484" y="70882"/>
                    </a:moveTo>
                    <a:cubicBezTo>
                      <a:pt x="17846" y="70882"/>
                      <a:pt x="14275" y="69568"/>
                      <a:pt x="11765" y="66935"/>
                    </a:cubicBezTo>
                    <a:cubicBezTo>
                      <a:pt x="9255" y="64307"/>
                      <a:pt x="8000" y="60670"/>
                      <a:pt x="8000" y="56036"/>
                    </a:cubicBezTo>
                    <a:lnTo>
                      <a:pt x="8000" y="26080"/>
                    </a:lnTo>
                    <a:lnTo>
                      <a:pt x="2562" y="26080"/>
                    </a:lnTo>
                    <a:cubicBezTo>
                      <a:pt x="1864" y="26080"/>
                      <a:pt x="1259" y="25856"/>
                      <a:pt x="758" y="25404"/>
                    </a:cubicBezTo>
                    <a:cubicBezTo>
                      <a:pt x="250" y="24953"/>
                      <a:pt x="0" y="24273"/>
                      <a:pt x="0" y="23366"/>
                    </a:cubicBezTo>
                    <a:lnTo>
                      <a:pt x="0" y="18243"/>
                    </a:lnTo>
                    <a:lnTo>
                      <a:pt x="8628" y="16832"/>
                    </a:lnTo>
                    <a:lnTo>
                      <a:pt x="11347" y="2195"/>
                    </a:lnTo>
                    <a:cubicBezTo>
                      <a:pt x="11485" y="1501"/>
                      <a:pt x="11810" y="960"/>
                      <a:pt x="12310" y="571"/>
                    </a:cubicBezTo>
                    <a:cubicBezTo>
                      <a:pt x="12818" y="190"/>
                      <a:pt x="13453" y="0"/>
                      <a:pt x="14219" y="0"/>
                    </a:cubicBezTo>
                    <a:lnTo>
                      <a:pt x="20916" y="0"/>
                    </a:lnTo>
                    <a:lnTo>
                      <a:pt x="20916" y="16884"/>
                    </a:lnTo>
                    <a:lnTo>
                      <a:pt x="35030" y="16884"/>
                    </a:lnTo>
                    <a:lnTo>
                      <a:pt x="35030" y="26080"/>
                    </a:lnTo>
                    <a:lnTo>
                      <a:pt x="20916" y="26080"/>
                    </a:lnTo>
                    <a:lnTo>
                      <a:pt x="20916" y="55148"/>
                    </a:lnTo>
                    <a:cubicBezTo>
                      <a:pt x="20916" y="56820"/>
                      <a:pt x="21334" y="58127"/>
                      <a:pt x="22171" y="59064"/>
                    </a:cubicBezTo>
                    <a:cubicBezTo>
                      <a:pt x="23007" y="60005"/>
                      <a:pt x="24124" y="60480"/>
                      <a:pt x="25517" y="60480"/>
                    </a:cubicBezTo>
                    <a:cubicBezTo>
                      <a:pt x="26316" y="60480"/>
                      <a:pt x="26989" y="60382"/>
                      <a:pt x="27530" y="60192"/>
                    </a:cubicBezTo>
                    <a:cubicBezTo>
                      <a:pt x="28068" y="59998"/>
                      <a:pt x="28539" y="59800"/>
                      <a:pt x="28942" y="59591"/>
                    </a:cubicBezTo>
                    <a:cubicBezTo>
                      <a:pt x="29342" y="59378"/>
                      <a:pt x="29700" y="59184"/>
                      <a:pt x="30014" y="58990"/>
                    </a:cubicBezTo>
                    <a:cubicBezTo>
                      <a:pt x="30328" y="58799"/>
                      <a:pt x="30641" y="58702"/>
                      <a:pt x="30955" y="58702"/>
                    </a:cubicBezTo>
                    <a:cubicBezTo>
                      <a:pt x="31336" y="58702"/>
                      <a:pt x="31650" y="58799"/>
                      <a:pt x="31896" y="58990"/>
                    </a:cubicBezTo>
                    <a:cubicBezTo>
                      <a:pt x="32139" y="59184"/>
                      <a:pt x="32397" y="59468"/>
                      <a:pt x="32681" y="59849"/>
                    </a:cubicBezTo>
                    <a:lnTo>
                      <a:pt x="36550" y="66125"/>
                    </a:lnTo>
                    <a:cubicBezTo>
                      <a:pt x="34668" y="67693"/>
                      <a:pt x="32505" y="68877"/>
                      <a:pt x="30063" y="69680"/>
                    </a:cubicBezTo>
                    <a:cubicBezTo>
                      <a:pt x="27624" y="70478"/>
                      <a:pt x="25095" y="70882"/>
                      <a:pt x="22484" y="70882"/>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24" name="Google Shape;2624;p90"/>
              <p:cNvSpPr/>
              <p:nvPr/>
            </p:nvSpPr>
            <p:spPr>
              <a:xfrm>
                <a:off x="3986284" y="2777627"/>
                <a:ext cx="44707" cy="55461"/>
              </a:xfrm>
              <a:custGeom>
                <a:avLst/>
                <a:gdLst/>
                <a:ahLst/>
                <a:cxnLst/>
                <a:rect l="l" t="t" r="r" b="b"/>
                <a:pathLst>
                  <a:path w="44707" h="55461" extrusionOk="0">
                    <a:moveTo>
                      <a:pt x="44707" y="54625"/>
                    </a:moveTo>
                    <a:lnTo>
                      <a:pt x="38903" y="54625"/>
                    </a:lnTo>
                    <a:cubicBezTo>
                      <a:pt x="37685" y="54625"/>
                      <a:pt x="36726" y="54442"/>
                      <a:pt x="36031" y="54073"/>
                    </a:cubicBezTo>
                    <a:cubicBezTo>
                      <a:pt x="35329" y="53710"/>
                      <a:pt x="34810" y="52971"/>
                      <a:pt x="34462" y="51855"/>
                    </a:cubicBezTo>
                    <a:lnTo>
                      <a:pt x="33308" y="48039"/>
                    </a:lnTo>
                    <a:cubicBezTo>
                      <a:pt x="31952" y="49256"/>
                      <a:pt x="30619" y="50331"/>
                      <a:pt x="29312" y="51253"/>
                    </a:cubicBezTo>
                    <a:cubicBezTo>
                      <a:pt x="28001" y="52179"/>
                      <a:pt x="26653" y="52952"/>
                      <a:pt x="25259" y="53580"/>
                    </a:cubicBezTo>
                    <a:cubicBezTo>
                      <a:pt x="23863" y="54207"/>
                      <a:pt x="22384" y="54677"/>
                      <a:pt x="20815" y="54991"/>
                    </a:cubicBezTo>
                    <a:cubicBezTo>
                      <a:pt x="19246" y="55305"/>
                      <a:pt x="17502" y="55461"/>
                      <a:pt x="15582" y="55461"/>
                    </a:cubicBezTo>
                    <a:cubicBezTo>
                      <a:pt x="13319" y="55461"/>
                      <a:pt x="11227" y="55155"/>
                      <a:pt x="9311" y="54543"/>
                    </a:cubicBezTo>
                    <a:cubicBezTo>
                      <a:pt x="7391" y="53931"/>
                      <a:pt x="5748" y="53012"/>
                      <a:pt x="4366" y="51791"/>
                    </a:cubicBezTo>
                    <a:cubicBezTo>
                      <a:pt x="2992" y="50566"/>
                      <a:pt x="1920" y="49047"/>
                      <a:pt x="1154" y="47225"/>
                    </a:cubicBezTo>
                    <a:cubicBezTo>
                      <a:pt x="385" y="45410"/>
                      <a:pt x="0" y="43293"/>
                      <a:pt x="0" y="40881"/>
                    </a:cubicBezTo>
                    <a:cubicBezTo>
                      <a:pt x="0" y="38854"/>
                      <a:pt x="534" y="36852"/>
                      <a:pt x="1595" y="34877"/>
                    </a:cubicBezTo>
                    <a:cubicBezTo>
                      <a:pt x="2659" y="32902"/>
                      <a:pt x="4430" y="31117"/>
                      <a:pt x="6906" y="29527"/>
                    </a:cubicBezTo>
                    <a:cubicBezTo>
                      <a:pt x="9378" y="27932"/>
                      <a:pt x="12673" y="26614"/>
                      <a:pt x="16789" y="25569"/>
                    </a:cubicBezTo>
                    <a:cubicBezTo>
                      <a:pt x="20901" y="24516"/>
                      <a:pt x="26006" y="23993"/>
                      <a:pt x="32109" y="23993"/>
                    </a:cubicBezTo>
                    <a:lnTo>
                      <a:pt x="32109" y="20831"/>
                    </a:lnTo>
                    <a:cubicBezTo>
                      <a:pt x="32109" y="17216"/>
                      <a:pt x="31351" y="14539"/>
                      <a:pt x="29835" y="12799"/>
                    </a:cubicBezTo>
                    <a:cubicBezTo>
                      <a:pt x="28315" y="11063"/>
                      <a:pt x="26115" y="10193"/>
                      <a:pt x="23216" y="10193"/>
                    </a:cubicBezTo>
                    <a:cubicBezTo>
                      <a:pt x="21129" y="10193"/>
                      <a:pt x="19384" y="10436"/>
                      <a:pt x="17991" y="10925"/>
                    </a:cubicBezTo>
                    <a:cubicBezTo>
                      <a:pt x="16594" y="11414"/>
                      <a:pt x="15384" y="11963"/>
                      <a:pt x="14353" y="12572"/>
                    </a:cubicBezTo>
                    <a:cubicBezTo>
                      <a:pt x="13326" y="13180"/>
                      <a:pt x="12378" y="13733"/>
                      <a:pt x="11504" y="14218"/>
                    </a:cubicBezTo>
                    <a:cubicBezTo>
                      <a:pt x="10633" y="14704"/>
                      <a:pt x="9673" y="14950"/>
                      <a:pt x="8631" y="14950"/>
                    </a:cubicBezTo>
                    <a:cubicBezTo>
                      <a:pt x="7761" y="14950"/>
                      <a:pt x="7007" y="14722"/>
                      <a:pt x="6379" y="14271"/>
                    </a:cubicBezTo>
                    <a:cubicBezTo>
                      <a:pt x="5752" y="13819"/>
                      <a:pt x="5251" y="13262"/>
                      <a:pt x="4863" y="12598"/>
                    </a:cubicBezTo>
                    <a:lnTo>
                      <a:pt x="2510" y="8468"/>
                    </a:lnTo>
                    <a:cubicBezTo>
                      <a:pt x="8684" y="2823"/>
                      <a:pt x="16124" y="0"/>
                      <a:pt x="24841" y="0"/>
                    </a:cubicBezTo>
                    <a:cubicBezTo>
                      <a:pt x="27978" y="0"/>
                      <a:pt x="30776" y="515"/>
                      <a:pt x="33233" y="1542"/>
                    </a:cubicBezTo>
                    <a:cubicBezTo>
                      <a:pt x="35691" y="2569"/>
                      <a:pt x="37775" y="3999"/>
                      <a:pt x="39482" y="5828"/>
                    </a:cubicBezTo>
                    <a:cubicBezTo>
                      <a:pt x="41189" y="7658"/>
                      <a:pt x="42485" y="9846"/>
                      <a:pt x="43378" y="12389"/>
                    </a:cubicBezTo>
                    <a:cubicBezTo>
                      <a:pt x="44267" y="14931"/>
                      <a:pt x="44707" y="17720"/>
                      <a:pt x="44707" y="20752"/>
                    </a:cubicBezTo>
                    <a:lnTo>
                      <a:pt x="44707" y="54625"/>
                    </a:lnTo>
                    <a:close/>
                    <a:moveTo>
                      <a:pt x="19608" y="46575"/>
                    </a:moveTo>
                    <a:cubicBezTo>
                      <a:pt x="20934" y="46575"/>
                      <a:pt x="22156" y="46452"/>
                      <a:pt x="23272" y="46213"/>
                    </a:cubicBezTo>
                    <a:cubicBezTo>
                      <a:pt x="24385" y="45974"/>
                      <a:pt x="25442" y="45615"/>
                      <a:pt x="26436" y="45134"/>
                    </a:cubicBezTo>
                    <a:cubicBezTo>
                      <a:pt x="27426" y="44652"/>
                      <a:pt x="28386" y="44062"/>
                      <a:pt x="29312" y="43357"/>
                    </a:cubicBezTo>
                    <a:cubicBezTo>
                      <a:pt x="30234" y="42658"/>
                      <a:pt x="31164" y="41822"/>
                      <a:pt x="32109" y="40862"/>
                    </a:cubicBezTo>
                    <a:lnTo>
                      <a:pt x="32109" y="31886"/>
                    </a:lnTo>
                    <a:cubicBezTo>
                      <a:pt x="28341" y="31886"/>
                      <a:pt x="25200" y="32125"/>
                      <a:pt x="22671" y="32596"/>
                    </a:cubicBezTo>
                    <a:cubicBezTo>
                      <a:pt x="20143" y="33070"/>
                      <a:pt x="18111" y="33679"/>
                      <a:pt x="16579" y="34414"/>
                    </a:cubicBezTo>
                    <a:cubicBezTo>
                      <a:pt x="15044" y="35150"/>
                      <a:pt x="13954" y="36012"/>
                      <a:pt x="13311" y="36994"/>
                    </a:cubicBezTo>
                    <a:cubicBezTo>
                      <a:pt x="12665" y="37976"/>
                      <a:pt x="12344" y="39044"/>
                      <a:pt x="12344" y="40205"/>
                    </a:cubicBezTo>
                    <a:cubicBezTo>
                      <a:pt x="12344" y="42487"/>
                      <a:pt x="13013" y="44114"/>
                      <a:pt x="14353" y="45100"/>
                    </a:cubicBezTo>
                    <a:cubicBezTo>
                      <a:pt x="15698" y="46086"/>
                      <a:pt x="17450" y="46575"/>
                      <a:pt x="19608" y="46575"/>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25" name="Google Shape;2625;p90"/>
              <p:cNvSpPr/>
              <p:nvPr/>
            </p:nvSpPr>
            <p:spPr>
              <a:xfrm>
                <a:off x="4064616" y="2756665"/>
                <a:ext cx="47687" cy="75586"/>
              </a:xfrm>
              <a:custGeom>
                <a:avLst/>
                <a:gdLst/>
                <a:ahLst/>
                <a:cxnLst/>
                <a:rect l="l" t="t" r="r" b="b"/>
                <a:pathLst>
                  <a:path w="47687" h="75586" extrusionOk="0">
                    <a:moveTo>
                      <a:pt x="47688" y="0"/>
                    </a:moveTo>
                    <a:lnTo>
                      <a:pt x="47688" y="11186"/>
                    </a:lnTo>
                    <a:lnTo>
                      <a:pt x="14170" y="11186"/>
                    </a:lnTo>
                    <a:lnTo>
                      <a:pt x="14170" y="32148"/>
                    </a:lnTo>
                    <a:lnTo>
                      <a:pt x="40576" y="32148"/>
                    </a:lnTo>
                    <a:lnTo>
                      <a:pt x="40576" y="42968"/>
                    </a:lnTo>
                    <a:lnTo>
                      <a:pt x="14170" y="42968"/>
                    </a:lnTo>
                    <a:lnTo>
                      <a:pt x="14170" y="64348"/>
                    </a:lnTo>
                    <a:lnTo>
                      <a:pt x="47688" y="64348"/>
                    </a:lnTo>
                    <a:lnTo>
                      <a:pt x="47688" y="75586"/>
                    </a:lnTo>
                    <a:lnTo>
                      <a:pt x="0" y="75586"/>
                    </a:lnTo>
                    <a:lnTo>
                      <a:pt x="0" y="0"/>
                    </a:lnTo>
                    <a:lnTo>
                      <a:pt x="47688"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26" name="Google Shape;2626;p90"/>
              <p:cNvSpPr/>
              <p:nvPr/>
            </p:nvSpPr>
            <p:spPr>
              <a:xfrm>
                <a:off x="4123755" y="2777784"/>
                <a:ext cx="46750" cy="54468"/>
              </a:xfrm>
              <a:custGeom>
                <a:avLst/>
                <a:gdLst/>
                <a:ahLst/>
                <a:cxnLst/>
                <a:rect l="l" t="t" r="r" b="b"/>
                <a:pathLst>
                  <a:path w="46750" h="54468" extrusionOk="0">
                    <a:moveTo>
                      <a:pt x="0" y="54468"/>
                    </a:moveTo>
                    <a:lnTo>
                      <a:pt x="0" y="836"/>
                    </a:lnTo>
                    <a:lnTo>
                      <a:pt x="7896" y="836"/>
                    </a:lnTo>
                    <a:cubicBezTo>
                      <a:pt x="9573" y="836"/>
                      <a:pt x="10671" y="1620"/>
                      <a:pt x="11190" y="3189"/>
                    </a:cubicBezTo>
                    <a:lnTo>
                      <a:pt x="12079" y="7423"/>
                    </a:lnTo>
                    <a:cubicBezTo>
                      <a:pt x="13158" y="6306"/>
                      <a:pt x="14301" y="5298"/>
                      <a:pt x="15504" y="4391"/>
                    </a:cubicBezTo>
                    <a:cubicBezTo>
                      <a:pt x="16710" y="3487"/>
                      <a:pt x="17980" y="2703"/>
                      <a:pt x="19325" y="2039"/>
                    </a:cubicBezTo>
                    <a:cubicBezTo>
                      <a:pt x="20662" y="1378"/>
                      <a:pt x="22103" y="870"/>
                      <a:pt x="23635" y="523"/>
                    </a:cubicBezTo>
                    <a:cubicBezTo>
                      <a:pt x="25170" y="175"/>
                      <a:pt x="26843" y="0"/>
                      <a:pt x="28654" y="0"/>
                    </a:cubicBezTo>
                    <a:cubicBezTo>
                      <a:pt x="31583" y="0"/>
                      <a:pt x="34178" y="497"/>
                      <a:pt x="36449" y="1486"/>
                    </a:cubicBezTo>
                    <a:cubicBezTo>
                      <a:pt x="38713" y="2483"/>
                      <a:pt x="40602" y="3876"/>
                      <a:pt x="42119" y="5672"/>
                    </a:cubicBezTo>
                    <a:cubicBezTo>
                      <a:pt x="43639" y="7468"/>
                      <a:pt x="44786" y="9607"/>
                      <a:pt x="45570" y="12101"/>
                    </a:cubicBezTo>
                    <a:cubicBezTo>
                      <a:pt x="46354" y="14592"/>
                      <a:pt x="46750" y="17340"/>
                      <a:pt x="46750" y="20334"/>
                    </a:cubicBezTo>
                    <a:lnTo>
                      <a:pt x="46750" y="54468"/>
                    </a:lnTo>
                    <a:lnTo>
                      <a:pt x="33835" y="54468"/>
                    </a:lnTo>
                    <a:lnTo>
                      <a:pt x="33835" y="20334"/>
                    </a:lnTo>
                    <a:cubicBezTo>
                      <a:pt x="33835" y="17056"/>
                      <a:pt x="33077" y="14524"/>
                      <a:pt x="31556" y="12728"/>
                    </a:cubicBezTo>
                    <a:cubicBezTo>
                      <a:pt x="30040" y="10936"/>
                      <a:pt x="27769" y="10036"/>
                      <a:pt x="24733" y="10036"/>
                    </a:cubicBezTo>
                    <a:cubicBezTo>
                      <a:pt x="22503" y="10036"/>
                      <a:pt x="20411" y="10540"/>
                      <a:pt x="18458" y="11552"/>
                    </a:cubicBezTo>
                    <a:cubicBezTo>
                      <a:pt x="16508" y="12560"/>
                      <a:pt x="14660" y="13938"/>
                      <a:pt x="12915" y="15682"/>
                    </a:cubicBezTo>
                    <a:lnTo>
                      <a:pt x="12915" y="54468"/>
                    </a:lnTo>
                    <a:lnTo>
                      <a:pt x="0" y="54468"/>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27" name="Google Shape;2627;p90"/>
              <p:cNvSpPr/>
              <p:nvPr/>
            </p:nvSpPr>
            <p:spPr>
              <a:xfrm>
                <a:off x="4177983" y="2777679"/>
                <a:ext cx="51239" cy="73443"/>
              </a:xfrm>
              <a:custGeom>
                <a:avLst/>
                <a:gdLst/>
                <a:ahLst/>
                <a:cxnLst/>
                <a:rect l="l" t="t" r="r" b="b"/>
                <a:pathLst>
                  <a:path w="51239" h="73443" extrusionOk="0">
                    <a:moveTo>
                      <a:pt x="23792" y="0"/>
                    </a:moveTo>
                    <a:cubicBezTo>
                      <a:pt x="26088" y="0"/>
                      <a:pt x="28251" y="235"/>
                      <a:pt x="30272" y="706"/>
                    </a:cubicBezTo>
                    <a:cubicBezTo>
                      <a:pt x="32292" y="1176"/>
                      <a:pt x="34141" y="1867"/>
                      <a:pt x="35814" y="2770"/>
                    </a:cubicBezTo>
                    <a:lnTo>
                      <a:pt x="51240" y="2770"/>
                    </a:lnTo>
                    <a:lnTo>
                      <a:pt x="51240" y="7580"/>
                    </a:lnTo>
                    <a:cubicBezTo>
                      <a:pt x="51240" y="8382"/>
                      <a:pt x="51034" y="9010"/>
                      <a:pt x="50612" y="9461"/>
                    </a:cubicBezTo>
                    <a:cubicBezTo>
                      <a:pt x="50194" y="9913"/>
                      <a:pt x="49480" y="10227"/>
                      <a:pt x="48468" y="10402"/>
                    </a:cubicBezTo>
                    <a:lnTo>
                      <a:pt x="43658" y="11291"/>
                    </a:lnTo>
                    <a:cubicBezTo>
                      <a:pt x="44009" y="12194"/>
                      <a:pt x="44278" y="13154"/>
                      <a:pt x="44472" y="14166"/>
                    </a:cubicBezTo>
                    <a:cubicBezTo>
                      <a:pt x="44662" y="15178"/>
                      <a:pt x="44756" y="16238"/>
                      <a:pt x="44756" y="17355"/>
                    </a:cubicBezTo>
                    <a:cubicBezTo>
                      <a:pt x="44756" y="20002"/>
                      <a:pt x="44225" y="22399"/>
                      <a:pt x="43161" y="24542"/>
                    </a:cubicBezTo>
                    <a:cubicBezTo>
                      <a:pt x="42096" y="26685"/>
                      <a:pt x="40632" y="28504"/>
                      <a:pt x="38769" y="30005"/>
                    </a:cubicBezTo>
                    <a:cubicBezTo>
                      <a:pt x="36905" y="31502"/>
                      <a:pt x="34694" y="32663"/>
                      <a:pt x="32128" y="33477"/>
                    </a:cubicBezTo>
                    <a:cubicBezTo>
                      <a:pt x="29569" y="34298"/>
                      <a:pt x="26783" y="34709"/>
                      <a:pt x="23792" y="34709"/>
                    </a:cubicBezTo>
                    <a:cubicBezTo>
                      <a:pt x="21767" y="34709"/>
                      <a:pt x="19795" y="34519"/>
                      <a:pt x="17883" y="34134"/>
                    </a:cubicBezTo>
                    <a:cubicBezTo>
                      <a:pt x="16206" y="35153"/>
                      <a:pt x="15373" y="36292"/>
                      <a:pt x="15373" y="37554"/>
                    </a:cubicBezTo>
                    <a:cubicBezTo>
                      <a:pt x="15373" y="38645"/>
                      <a:pt x="15870" y="39443"/>
                      <a:pt x="16859" y="39951"/>
                    </a:cubicBezTo>
                    <a:cubicBezTo>
                      <a:pt x="17853" y="40463"/>
                      <a:pt x="19160" y="40821"/>
                      <a:pt x="20781" y="41030"/>
                    </a:cubicBezTo>
                    <a:cubicBezTo>
                      <a:pt x="22406" y="41243"/>
                      <a:pt x="24243" y="41348"/>
                      <a:pt x="26301" y="41348"/>
                    </a:cubicBezTo>
                    <a:cubicBezTo>
                      <a:pt x="28356" y="41348"/>
                      <a:pt x="30466" y="41434"/>
                      <a:pt x="32625" y="41609"/>
                    </a:cubicBezTo>
                    <a:cubicBezTo>
                      <a:pt x="34787" y="41785"/>
                      <a:pt x="36897" y="42091"/>
                      <a:pt x="38952" y="42528"/>
                    </a:cubicBezTo>
                    <a:cubicBezTo>
                      <a:pt x="41010" y="42968"/>
                      <a:pt x="42847" y="43655"/>
                      <a:pt x="44472" y="44600"/>
                    </a:cubicBezTo>
                    <a:cubicBezTo>
                      <a:pt x="46089" y="45544"/>
                      <a:pt x="47396" y="46829"/>
                      <a:pt x="48393" y="48453"/>
                    </a:cubicBezTo>
                    <a:cubicBezTo>
                      <a:pt x="49383" y="50081"/>
                      <a:pt x="49880" y="52168"/>
                      <a:pt x="49880" y="54722"/>
                    </a:cubicBezTo>
                    <a:cubicBezTo>
                      <a:pt x="49880" y="57100"/>
                      <a:pt x="49297" y="59404"/>
                      <a:pt x="48128" y="61641"/>
                    </a:cubicBezTo>
                    <a:cubicBezTo>
                      <a:pt x="46963" y="63881"/>
                      <a:pt x="45271" y="65871"/>
                      <a:pt x="43056" y="67622"/>
                    </a:cubicBezTo>
                    <a:cubicBezTo>
                      <a:pt x="40842" y="69370"/>
                      <a:pt x="38134" y="70777"/>
                      <a:pt x="34925" y="71845"/>
                    </a:cubicBezTo>
                    <a:cubicBezTo>
                      <a:pt x="31721" y="72909"/>
                      <a:pt x="28057" y="73443"/>
                      <a:pt x="23948" y="73443"/>
                    </a:cubicBezTo>
                    <a:cubicBezTo>
                      <a:pt x="19866" y="73443"/>
                      <a:pt x="16329" y="73051"/>
                      <a:pt x="13330" y="72267"/>
                    </a:cubicBezTo>
                    <a:cubicBezTo>
                      <a:pt x="10331" y="71483"/>
                      <a:pt x="7847" y="70438"/>
                      <a:pt x="5882" y="69131"/>
                    </a:cubicBezTo>
                    <a:cubicBezTo>
                      <a:pt x="3907" y="67824"/>
                      <a:pt x="2439" y="66315"/>
                      <a:pt x="1460" y="64609"/>
                    </a:cubicBezTo>
                    <a:cubicBezTo>
                      <a:pt x="482" y="62899"/>
                      <a:pt x="0" y="61126"/>
                      <a:pt x="0" y="59277"/>
                    </a:cubicBezTo>
                    <a:cubicBezTo>
                      <a:pt x="0" y="56768"/>
                      <a:pt x="766" y="54659"/>
                      <a:pt x="2301" y="52952"/>
                    </a:cubicBezTo>
                    <a:cubicBezTo>
                      <a:pt x="3832" y="51242"/>
                      <a:pt x="5957" y="49887"/>
                      <a:pt x="8680" y="48875"/>
                    </a:cubicBezTo>
                    <a:cubicBezTo>
                      <a:pt x="7350" y="48143"/>
                      <a:pt x="6290" y="47169"/>
                      <a:pt x="5487" y="45948"/>
                    </a:cubicBezTo>
                    <a:cubicBezTo>
                      <a:pt x="4684" y="44727"/>
                      <a:pt x="4284" y="43140"/>
                      <a:pt x="4284" y="41191"/>
                    </a:cubicBezTo>
                    <a:cubicBezTo>
                      <a:pt x="4284" y="40388"/>
                      <a:pt x="4422" y="39559"/>
                      <a:pt x="4702" y="38708"/>
                    </a:cubicBezTo>
                    <a:cubicBezTo>
                      <a:pt x="4982" y="37853"/>
                      <a:pt x="5412" y="37009"/>
                      <a:pt x="5983" y="36173"/>
                    </a:cubicBezTo>
                    <a:cubicBezTo>
                      <a:pt x="6558" y="35336"/>
                      <a:pt x="7283" y="34545"/>
                      <a:pt x="8153" y="33791"/>
                    </a:cubicBezTo>
                    <a:cubicBezTo>
                      <a:pt x="9027" y="33044"/>
                      <a:pt x="10054" y="32376"/>
                      <a:pt x="11238" y="31782"/>
                    </a:cubicBezTo>
                    <a:cubicBezTo>
                      <a:pt x="8523" y="30318"/>
                      <a:pt x="6387" y="28365"/>
                      <a:pt x="4837" y="25927"/>
                    </a:cubicBezTo>
                    <a:cubicBezTo>
                      <a:pt x="3283" y="23489"/>
                      <a:pt x="2506" y="20629"/>
                      <a:pt x="2506" y="17355"/>
                    </a:cubicBezTo>
                    <a:cubicBezTo>
                      <a:pt x="2506" y="14707"/>
                      <a:pt x="3036" y="12310"/>
                      <a:pt x="4101" y="10167"/>
                    </a:cubicBezTo>
                    <a:cubicBezTo>
                      <a:pt x="5165" y="8024"/>
                      <a:pt x="6648" y="6194"/>
                      <a:pt x="8549" y="4678"/>
                    </a:cubicBezTo>
                    <a:cubicBezTo>
                      <a:pt x="10443" y="3163"/>
                      <a:pt x="12695" y="2005"/>
                      <a:pt x="15291" y="1202"/>
                    </a:cubicBezTo>
                    <a:cubicBezTo>
                      <a:pt x="17890" y="399"/>
                      <a:pt x="20721" y="0"/>
                      <a:pt x="23792" y="0"/>
                    </a:cubicBezTo>
                    <a:close/>
                    <a:moveTo>
                      <a:pt x="37962" y="56824"/>
                    </a:moveTo>
                    <a:cubicBezTo>
                      <a:pt x="37962" y="55756"/>
                      <a:pt x="37648" y="54886"/>
                      <a:pt x="37021" y="54211"/>
                    </a:cubicBezTo>
                    <a:cubicBezTo>
                      <a:pt x="36393" y="53535"/>
                      <a:pt x="35534" y="53008"/>
                      <a:pt x="34455" y="52635"/>
                    </a:cubicBezTo>
                    <a:cubicBezTo>
                      <a:pt x="33375" y="52262"/>
                      <a:pt x="32109" y="51989"/>
                      <a:pt x="30668" y="51810"/>
                    </a:cubicBezTo>
                    <a:cubicBezTo>
                      <a:pt x="29218" y="51631"/>
                      <a:pt x="27687" y="51541"/>
                      <a:pt x="26062" y="51541"/>
                    </a:cubicBezTo>
                    <a:lnTo>
                      <a:pt x="21043" y="51541"/>
                    </a:lnTo>
                    <a:cubicBezTo>
                      <a:pt x="19317" y="51541"/>
                      <a:pt x="17651" y="51351"/>
                      <a:pt x="16049" y="50966"/>
                    </a:cubicBezTo>
                    <a:cubicBezTo>
                      <a:pt x="14585" y="51769"/>
                      <a:pt x="13408" y="52717"/>
                      <a:pt x="12519" y="53815"/>
                    </a:cubicBezTo>
                    <a:cubicBezTo>
                      <a:pt x="11634" y="54913"/>
                      <a:pt x="11190" y="56175"/>
                      <a:pt x="11190" y="57601"/>
                    </a:cubicBezTo>
                    <a:cubicBezTo>
                      <a:pt x="11190" y="58545"/>
                      <a:pt x="11421" y="59427"/>
                      <a:pt x="11892" y="60241"/>
                    </a:cubicBezTo>
                    <a:cubicBezTo>
                      <a:pt x="12363" y="61062"/>
                      <a:pt x="13113" y="61768"/>
                      <a:pt x="14144" y="62361"/>
                    </a:cubicBezTo>
                    <a:cubicBezTo>
                      <a:pt x="15168" y="62951"/>
                      <a:pt x="16505" y="63414"/>
                      <a:pt x="18141" y="63747"/>
                    </a:cubicBezTo>
                    <a:cubicBezTo>
                      <a:pt x="19780" y="64079"/>
                      <a:pt x="21786" y="64243"/>
                      <a:pt x="24154" y="64243"/>
                    </a:cubicBezTo>
                    <a:cubicBezTo>
                      <a:pt x="26559" y="64243"/>
                      <a:pt x="28636" y="64057"/>
                      <a:pt x="30376" y="63679"/>
                    </a:cubicBezTo>
                    <a:cubicBezTo>
                      <a:pt x="32120" y="63310"/>
                      <a:pt x="33558" y="62794"/>
                      <a:pt x="34694" y="62134"/>
                    </a:cubicBezTo>
                    <a:cubicBezTo>
                      <a:pt x="35822" y="61476"/>
                      <a:pt x="36651" y="60696"/>
                      <a:pt x="37177" y="59785"/>
                    </a:cubicBezTo>
                    <a:cubicBezTo>
                      <a:pt x="37697" y="58878"/>
                      <a:pt x="37962" y="57892"/>
                      <a:pt x="37962" y="56824"/>
                    </a:cubicBezTo>
                    <a:close/>
                    <a:moveTo>
                      <a:pt x="23792" y="26450"/>
                    </a:moveTo>
                    <a:cubicBezTo>
                      <a:pt x="25390" y="26450"/>
                      <a:pt x="26783" y="26233"/>
                      <a:pt x="27975" y="25797"/>
                    </a:cubicBezTo>
                    <a:cubicBezTo>
                      <a:pt x="29155" y="25363"/>
                      <a:pt x="30141" y="24762"/>
                      <a:pt x="30925" y="23990"/>
                    </a:cubicBezTo>
                    <a:cubicBezTo>
                      <a:pt x="31713" y="23224"/>
                      <a:pt x="32303" y="22302"/>
                      <a:pt x="32703" y="21223"/>
                    </a:cubicBezTo>
                    <a:cubicBezTo>
                      <a:pt x="33106" y="20144"/>
                      <a:pt x="33308" y="18956"/>
                      <a:pt x="33308" y="17668"/>
                    </a:cubicBezTo>
                    <a:cubicBezTo>
                      <a:pt x="33308" y="15021"/>
                      <a:pt x="32513" y="12923"/>
                      <a:pt x="30925" y="11369"/>
                    </a:cubicBezTo>
                    <a:cubicBezTo>
                      <a:pt x="29338" y="9820"/>
                      <a:pt x="26959" y="9043"/>
                      <a:pt x="23792" y="9043"/>
                    </a:cubicBezTo>
                    <a:cubicBezTo>
                      <a:pt x="20617" y="9043"/>
                      <a:pt x="18238" y="9820"/>
                      <a:pt x="16654" y="11369"/>
                    </a:cubicBezTo>
                    <a:cubicBezTo>
                      <a:pt x="15067" y="12923"/>
                      <a:pt x="14271" y="15021"/>
                      <a:pt x="14271" y="17668"/>
                    </a:cubicBezTo>
                    <a:cubicBezTo>
                      <a:pt x="14271" y="18923"/>
                      <a:pt x="14473" y="20091"/>
                      <a:pt x="14872" y="21171"/>
                    </a:cubicBezTo>
                    <a:cubicBezTo>
                      <a:pt x="15272" y="22253"/>
                      <a:pt x="15870" y="23183"/>
                      <a:pt x="16654" y="23967"/>
                    </a:cubicBezTo>
                    <a:cubicBezTo>
                      <a:pt x="17438" y="24751"/>
                      <a:pt x="18428" y="25363"/>
                      <a:pt x="19631" y="25797"/>
                    </a:cubicBezTo>
                    <a:cubicBezTo>
                      <a:pt x="20837" y="26233"/>
                      <a:pt x="22223" y="26450"/>
                      <a:pt x="23792" y="26450"/>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28" name="Google Shape;2628;p90"/>
              <p:cNvSpPr/>
              <p:nvPr/>
            </p:nvSpPr>
            <p:spPr>
              <a:xfrm>
                <a:off x="4236491" y="2754731"/>
                <a:ext cx="16523" cy="77520"/>
              </a:xfrm>
              <a:custGeom>
                <a:avLst/>
                <a:gdLst/>
                <a:ahLst/>
                <a:cxnLst/>
                <a:rect l="l" t="t" r="r" b="b"/>
                <a:pathLst>
                  <a:path w="16523" h="77520" extrusionOk="0">
                    <a:moveTo>
                      <a:pt x="16523" y="8259"/>
                    </a:moveTo>
                    <a:cubicBezTo>
                      <a:pt x="16523" y="9376"/>
                      <a:pt x="16296" y="10421"/>
                      <a:pt x="15844" y="11395"/>
                    </a:cubicBezTo>
                    <a:cubicBezTo>
                      <a:pt x="15388" y="12374"/>
                      <a:pt x="14790" y="13225"/>
                      <a:pt x="14036" y="13953"/>
                    </a:cubicBezTo>
                    <a:cubicBezTo>
                      <a:pt x="13289" y="14689"/>
                      <a:pt x="12408" y="15271"/>
                      <a:pt x="11395" y="15708"/>
                    </a:cubicBezTo>
                    <a:cubicBezTo>
                      <a:pt x="10387" y="16141"/>
                      <a:pt x="9307" y="16361"/>
                      <a:pt x="8153" y="16361"/>
                    </a:cubicBezTo>
                    <a:cubicBezTo>
                      <a:pt x="7037" y="16361"/>
                      <a:pt x="5983" y="16141"/>
                      <a:pt x="4994" y="15708"/>
                    </a:cubicBezTo>
                    <a:cubicBezTo>
                      <a:pt x="4000" y="15271"/>
                      <a:pt x="3137" y="14689"/>
                      <a:pt x="2402" y="13953"/>
                    </a:cubicBezTo>
                    <a:cubicBezTo>
                      <a:pt x="1673" y="13225"/>
                      <a:pt x="1091" y="12374"/>
                      <a:pt x="650" y="11395"/>
                    </a:cubicBezTo>
                    <a:cubicBezTo>
                      <a:pt x="217" y="10421"/>
                      <a:pt x="0" y="9376"/>
                      <a:pt x="0" y="8259"/>
                    </a:cubicBezTo>
                    <a:cubicBezTo>
                      <a:pt x="0" y="7109"/>
                      <a:pt x="217" y="6026"/>
                      <a:pt x="650" y="5018"/>
                    </a:cubicBezTo>
                    <a:cubicBezTo>
                      <a:pt x="1091" y="4006"/>
                      <a:pt x="1673" y="3136"/>
                      <a:pt x="2402" y="2405"/>
                    </a:cubicBezTo>
                    <a:cubicBezTo>
                      <a:pt x="3137" y="1669"/>
                      <a:pt x="4000" y="1090"/>
                      <a:pt x="4994" y="653"/>
                    </a:cubicBezTo>
                    <a:cubicBezTo>
                      <a:pt x="5983" y="220"/>
                      <a:pt x="7037" y="0"/>
                      <a:pt x="8153" y="0"/>
                    </a:cubicBezTo>
                    <a:cubicBezTo>
                      <a:pt x="9307" y="0"/>
                      <a:pt x="10387" y="220"/>
                      <a:pt x="11395" y="653"/>
                    </a:cubicBezTo>
                    <a:cubicBezTo>
                      <a:pt x="12408" y="1090"/>
                      <a:pt x="13289" y="1669"/>
                      <a:pt x="14036" y="2405"/>
                    </a:cubicBezTo>
                    <a:cubicBezTo>
                      <a:pt x="14790" y="3136"/>
                      <a:pt x="15388" y="4006"/>
                      <a:pt x="15844" y="5018"/>
                    </a:cubicBezTo>
                    <a:cubicBezTo>
                      <a:pt x="16296" y="6026"/>
                      <a:pt x="16523" y="7109"/>
                      <a:pt x="16523" y="8259"/>
                    </a:cubicBezTo>
                    <a:close/>
                    <a:moveTo>
                      <a:pt x="14589" y="23889"/>
                    </a:moveTo>
                    <a:lnTo>
                      <a:pt x="14589" y="77520"/>
                    </a:lnTo>
                    <a:lnTo>
                      <a:pt x="1673" y="77520"/>
                    </a:lnTo>
                    <a:lnTo>
                      <a:pt x="1673" y="23889"/>
                    </a:lnTo>
                    <a:lnTo>
                      <a:pt x="14589" y="23889"/>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29" name="Google Shape;2629;p90"/>
              <p:cNvSpPr/>
              <p:nvPr/>
            </p:nvSpPr>
            <p:spPr>
              <a:xfrm>
                <a:off x="4265664" y="2777784"/>
                <a:ext cx="46750" cy="54468"/>
              </a:xfrm>
              <a:custGeom>
                <a:avLst/>
                <a:gdLst/>
                <a:ahLst/>
                <a:cxnLst/>
                <a:rect l="l" t="t" r="r" b="b"/>
                <a:pathLst>
                  <a:path w="46750" h="54468" extrusionOk="0">
                    <a:moveTo>
                      <a:pt x="0" y="54468"/>
                    </a:moveTo>
                    <a:lnTo>
                      <a:pt x="0" y="836"/>
                    </a:lnTo>
                    <a:lnTo>
                      <a:pt x="7895" y="836"/>
                    </a:lnTo>
                    <a:cubicBezTo>
                      <a:pt x="9573" y="836"/>
                      <a:pt x="10671" y="1620"/>
                      <a:pt x="11190" y="3189"/>
                    </a:cubicBezTo>
                    <a:lnTo>
                      <a:pt x="12082" y="7423"/>
                    </a:lnTo>
                    <a:cubicBezTo>
                      <a:pt x="13162" y="6306"/>
                      <a:pt x="14301" y="5298"/>
                      <a:pt x="15507" y="4391"/>
                    </a:cubicBezTo>
                    <a:cubicBezTo>
                      <a:pt x="16710" y="3487"/>
                      <a:pt x="17980" y="2703"/>
                      <a:pt x="19324" y="2039"/>
                    </a:cubicBezTo>
                    <a:cubicBezTo>
                      <a:pt x="20662" y="1378"/>
                      <a:pt x="22103" y="870"/>
                      <a:pt x="23635" y="523"/>
                    </a:cubicBezTo>
                    <a:cubicBezTo>
                      <a:pt x="25170" y="175"/>
                      <a:pt x="26843" y="0"/>
                      <a:pt x="28654" y="0"/>
                    </a:cubicBezTo>
                    <a:cubicBezTo>
                      <a:pt x="31583" y="0"/>
                      <a:pt x="34182" y="497"/>
                      <a:pt x="36449" y="1486"/>
                    </a:cubicBezTo>
                    <a:cubicBezTo>
                      <a:pt x="38713" y="2483"/>
                      <a:pt x="40602" y="3876"/>
                      <a:pt x="42122" y="5672"/>
                    </a:cubicBezTo>
                    <a:cubicBezTo>
                      <a:pt x="43639" y="7468"/>
                      <a:pt x="44785" y="9607"/>
                      <a:pt x="45570" y="12101"/>
                    </a:cubicBezTo>
                    <a:cubicBezTo>
                      <a:pt x="46354" y="14592"/>
                      <a:pt x="46750" y="17340"/>
                      <a:pt x="46750" y="20334"/>
                    </a:cubicBezTo>
                    <a:lnTo>
                      <a:pt x="46750" y="54468"/>
                    </a:lnTo>
                    <a:lnTo>
                      <a:pt x="33835" y="54468"/>
                    </a:lnTo>
                    <a:lnTo>
                      <a:pt x="33835" y="20334"/>
                    </a:lnTo>
                    <a:cubicBezTo>
                      <a:pt x="33835" y="17056"/>
                      <a:pt x="33076" y="14524"/>
                      <a:pt x="31556" y="12728"/>
                    </a:cubicBezTo>
                    <a:cubicBezTo>
                      <a:pt x="30040" y="10936"/>
                      <a:pt x="27769" y="10036"/>
                      <a:pt x="24733" y="10036"/>
                    </a:cubicBezTo>
                    <a:cubicBezTo>
                      <a:pt x="22507" y="10036"/>
                      <a:pt x="20411" y="10540"/>
                      <a:pt x="18462" y="11552"/>
                    </a:cubicBezTo>
                    <a:cubicBezTo>
                      <a:pt x="16508" y="12560"/>
                      <a:pt x="14660" y="13938"/>
                      <a:pt x="12915" y="15682"/>
                    </a:cubicBezTo>
                    <a:lnTo>
                      <a:pt x="12915" y="54468"/>
                    </a:lnTo>
                    <a:lnTo>
                      <a:pt x="0" y="54468"/>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30" name="Google Shape;2630;p90"/>
              <p:cNvSpPr/>
              <p:nvPr/>
            </p:nvSpPr>
            <p:spPr>
              <a:xfrm>
                <a:off x="4321509" y="2777784"/>
                <a:ext cx="48998" cy="55252"/>
              </a:xfrm>
              <a:custGeom>
                <a:avLst/>
                <a:gdLst/>
                <a:ahLst/>
                <a:cxnLst/>
                <a:rect l="l" t="t" r="r" b="b"/>
                <a:pathLst>
                  <a:path w="48998" h="55252" extrusionOk="0">
                    <a:moveTo>
                      <a:pt x="25782" y="0"/>
                    </a:moveTo>
                    <a:cubicBezTo>
                      <a:pt x="29162" y="0"/>
                      <a:pt x="32274" y="541"/>
                      <a:pt x="35116" y="1620"/>
                    </a:cubicBezTo>
                    <a:cubicBezTo>
                      <a:pt x="37954" y="2703"/>
                      <a:pt x="40405" y="4279"/>
                      <a:pt x="42463" y="6351"/>
                    </a:cubicBezTo>
                    <a:cubicBezTo>
                      <a:pt x="44517" y="8423"/>
                      <a:pt x="46123" y="10970"/>
                      <a:pt x="47273" y="13983"/>
                    </a:cubicBezTo>
                    <a:cubicBezTo>
                      <a:pt x="48420" y="17000"/>
                      <a:pt x="48999" y="20439"/>
                      <a:pt x="48999" y="24307"/>
                    </a:cubicBezTo>
                    <a:cubicBezTo>
                      <a:pt x="48999" y="25281"/>
                      <a:pt x="48954" y="26091"/>
                      <a:pt x="48864" y="26737"/>
                    </a:cubicBezTo>
                    <a:cubicBezTo>
                      <a:pt x="48778" y="27383"/>
                      <a:pt x="48621" y="27887"/>
                      <a:pt x="48394" y="28250"/>
                    </a:cubicBezTo>
                    <a:cubicBezTo>
                      <a:pt x="48170" y="28619"/>
                      <a:pt x="47863" y="28881"/>
                      <a:pt x="47479" y="29037"/>
                    </a:cubicBezTo>
                    <a:cubicBezTo>
                      <a:pt x="47097" y="29194"/>
                      <a:pt x="46608" y="29273"/>
                      <a:pt x="46018" y="29273"/>
                    </a:cubicBezTo>
                    <a:lnTo>
                      <a:pt x="12867" y="29273"/>
                    </a:lnTo>
                    <a:cubicBezTo>
                      <a:pt x="13248" y="34776"/>
                      <a:pt x="14731" y="38820"/>
                      <a:pt x="17308" y="41400"/>
                    </a:cubicBezTo>
                    <a:cubicBezTo>
                      <a:pt x="19892" y="43976"/>
                      <a:pt x="23306" y="45268"/>
                      <a:pt x="27556" y="45268"/>
                    </a:cubicBezTo>
                    <a:cubicBezTo>
                      <a:pt x="29652" y="45268"/>
                      <a:pt x="31452" y="45025"/>
                      <a:pt x="32972" y="44536"/>
                    </a:cubicBezTo>
                    <a:cubicBezTo>
                      <a:pt x="34488" y="44047"/>
                      <a:pt x="35811" y="43506"/>
                      <a:pt x="36946" y="42916"/>
                    </a:cubicBezTo>
                    <a:cubicBezTo>
                      <a:pt x="38078" y="42322"/>
                      <a:pt x="39068" y="41781"/>
                      <a:pt x="39926" y="41295"/>
                    </a:cubicBezTo>
                    <a:cubicBezTo>
                      <a:pt x="40778" y="40810"/>
                      <a:pt x="41607" y="40564"/>
                      <a:pt x="42410" y="40564"/>
                    </a:cubicBezTo>
                    <a:cubicBezTo>
                      <a:pt x="42929" y="40564"/>
                      <a:pt x="43385" y="40668"/>
                      <a:pt x="43766" y="40877"/>
                    </a:cubicBezTo>
                    <a:cubicBezTo>
                      <a:pt x="44151" y="41086"/>
                      <a:pt x="44483" y="41381"/>
                      <a:pt x="44763" y="41766"/>
                    </a:cubicBezTo>
                    <a:lnTo>
                      <a:pt x="48528" y="46470"/>
                    </a:lnTo>
                    <a:cubicBezTo>
                      <a:pt x="47097" y="48143"/>
                      <a:pt x="45491" y="49547"/>
                      <a:pt x="43714" y="50678"/>
                    </a:cubicBezTo>
                    <a:cubicBezTo>
                      <a:pt x="41940" y="51810"/>
                      <a:pt x="40083" y="52717"/>
                      <a:pt x="38145" y="53397"/>
                    </a:cubicBezTo>
                    <a:cubicBezTo>
                      <a:pt x="36214" y="54072"/>
                      <a:pt x="34242" y="54554"/>
                      <a:pt x="32236" y="54834"/>
                    </a:cubicBezTo>
                    <a:cubicBezTo>
                      <a:pt x="30234" y="55114"/>
                      <a:pt x="28292" y="55252"/>
                      <a:pt x="26410" y="55252"/>
                    </a:cubicBezTo>
                    <a:cubicBezTo>
                      <a:pt x="22679" y="55252"/>
                      <a:pt x="19209" y="54632"/>
                      <a:pt x="16004" y="53397"/>
                    </a:cubicBezTo>
                    <a:cubicBezTo>
                      <a:pt x="12796" y="52161"/>
                      <a:pt x="10006" y="50331"/>
                      <a:pt x="7634" y="47908"/>
                    </a:cubicBezTo>
                    <a:cubicBezTo>
                      <a:pt x="5266" y="45488"/>
                      <a:pt x="3403" y="42490"/>
                      <a:pt x="2039" y="38917"/>
                    </a:cubicBezTo>
                    <a:cubicBezTo>
                      <a:pt x="683" y="35344"/>
                      <a:pt x="0" y="31203"/>
                      <a:pt x="0" y="26502"/>
                    </a:cubicBezTo>
                    <a:cubicBezTo>
                      <a:pt x="0" y="22843"/>
                      <a:pt x="598" y="19401"/>
                      <a:pt x="1782" y="16178"/>
                    </a:cubicBezTo>
                    <a:cubicBezTo>
                      <a:pt x="2962" y="12956"/>
                      <a:pt x="4661" y="10152"/>
                      <a:pt x="6876" y="7762"/>
                    </a:cubicBezTo>
                    <a:cubicBezTo>
                      <a:pt x="9091" y="5373"/>
                      <a:pt x="11795" y="3487"/>
                      <a:pt x="14981" y="2091"/>
                    </a:cubicBezTo>
                    <a:cubicBezTo>
                      <a:pt x="18174" y="698"/>
                      <a:pt x="21771" y="0"/>
                      <a:pt x="25782" y="0"/>
                    </a:cubicBezTo>
                    <a:close/>
                    <a:moveTo>
                      <a:pt x="26040" y="9252"/>
                    </a:moveTo>
                    <a:cubicBezTo>
                      <a:pt x="22275" y="9252"/>
                      <a:pt x="19332" y="10316"/>
                      <a:pt x="17207" y="12441"/>
                    </a:cubicBezTo>
                    <a:cubicBezTo>
                      <a:pt x="15078" y="14565"/>
                      <a:pt x="13719" y="17582"/>
                      <a:pt x="13128" y="21484"/>
                    </a:cubicBezTo>
                    <a:lnTo>
                      <a:pt x="37387" y="21484"/>
                    </a:lnTo>
                    <a:cubicBezTo>
                      <a:pt x="37387" y="19811"/>
                      <a:pt x="37163" y="18236"/>
                      <a:pt x="36707" y="16753"/>
                    </a:cubicBezTo>
                    <a:cubicBezTo>
                      <a:pt x="36255" y="15271"/>
                      <a:pt x="35560" y="13975"/>
                      <a:pt x="34619" y="12859"/>
                    </a:cubicBezTo>
                    <a:cubicBezTo>
                      <a:pt x="33678" y="11746"/>
                      <a:pt x="32494" y="10865"/>
                      <a:pt x="31064" y="10219"/>
                    </a:cubicBezTo>
                    <a:cubicBezTo>
                      <a:pt x="29633" y="9573"/>
                      <a:pt x="27960" y="9252"/>
                      <a:pt x="26040" y="9252"/>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31" name="Google Shape;2631;p90"/>
              <p:cNvSpPr/>
              <p:nvPr/>
            </p:nvSpPr>
            <p:spPr>
              <a:xfrm>
                <a:off x="4377406" y="2777784"/>
                <a:ext cx="48994" cy="55252"/>
              </a:xfrm>
              <a:custGeom>
                <a:avLst/>
                <a:gdLst/>
                <a:ahLst/>
                <a:cxnLst/>
                <a:rect l="l" t="t" r="r" b="b"/>
                <a:pathLst>
                  <a:path w="48994" h="55252" extrusionOk="0">
                    <a:moveTo>
                      <a:pt x="25782" y="0"/>
                    </a:moveTo>
                    <a:cubicBezTo>
                      <a:pt x="29162" y="0"/>
                      <a:pt x="32274" y="541"/>
                      <a:pt x="35116" y="1620"/>
                    </a:cubicBezTo>
                    <a:cubicBezTo>
                      <a:pt x="37954" y="2703"/>
                      <a:pt x="40405" y="4279"/>
                      <a:pt x="42459" y="6351"/>
                    </a:cubicBezTo>
                    <a:cubicBezTo>
                      <a:pt x="44517" y="8423"/>
                      <a:pt x="46123" y="10970"/>
                      <a:pt x="47269" y="13983"/>
                    </a:cubicBezTo>
                    <a:cubicBezTo>
                      <a:pt x="48420" y="17000"/>
                      <a:pt x="48995" y="20439"/>
                      <a:pt x="48995" y="24307"/>
                    </a:cubicBezTo>
                    <a:cubicBezTo>
                      <a:pt x="48995" y="25281"/>
                      <a:pt x="48954" y="26091"/>
                      <a:pt x="48864" y="26737"/>
                    </a:cubicBezTo>
                    <a:cubicBezTo>
                      <a:pt x="48778" y="27383"/>
                      <a:pt x="48621" y="27887"/>
                      <a:pt x="48394" y="28250"/>
                    </a:cubicBezTo>
                    <a:cubicBezTo>
                      <a:pt x="48170" y="28619"/>
                      <a:pt x="47863" y="28881"/>
                      <a:pt x="47479" y="29037"/>
                    </a:cubicBezTo>
                    <a:cubicBezTo>
                      <a:pt x="47097" y="29194"/>
                      <a:pt x="46608" y="29273"/>
                      <a:pt x="46014" y="29273"/>
                    </a:cubicBezTo>
                    <a:lnTo>
                      <a:pt x="12867" y="29273"/>
                    </a:lnTo>
                    <a:cubicBezTo>
                      <a:pt x="13248" y="34776"/>
                      <a:pt x="14731" y="38820"/>
                      <a:pt x="17308" y="41400"/>
                    </a:cubicBezTo>
                    <a:cubicBezTo>
                      <a:pt x="19889" y="43976"/>
                      <a:pt x="23302" y="45268"/>
                      <a:pt x="27556" y="45268"/>
                    </a:cubicBezTo>
                    <a:cubicBezTo>
                      <a:pt x="29652" y="45268"/>
                      <a:pt x="31452" y="45025"/>
                      <a:pt x="32968" y="44536"/>
                    </a:cubicBezTo>
                    <a:cubicBezTo>
                      <a:pt x="34488" y="44047"/>
                      <a:pt x="35811" y="43506"/>
                      <a:pt x="36946" y="42916"/>
                    </a:cubicBezTo>
                    <a:cubicBezTo>
                      <a:pt x="38078" y="42322"/>
                      <a:pt x="39068" y="41781"/>
                      <a:pt x="39926" y="41295"/>
                    </a:cubicBezTo>
                    <a:cubicBezTo>
                      <a:pt x="40778" y="40810"/>
                      <a:pt x="41607" y="40564"/>
                      <a:pt x="42410" y="40564"/>
                    </a:cubicBezTo>
                    <a:cubicBezTo>
                      <a:pt x="42929" y="40564"/>
                      <a:pt x="43381" y="40668"/>
                      <a:pt x="43766" y="40877"/>
                    </a:cubicBezTo>
                    <a:cubicBezTo>
                      <a:pt x="44147" y="41086"/>
                      <a:pt x="44479" y="41381"/>
                      <a:pt x="44763" y="41766"/>
                    </a:cubicBezTo>
                    <a:lnTo>
                      <a:pt x="48524" y="46470"/>
                    </a:lnTo>
                    <a:cubicBezTo>
                      <a:pt x="47097" y="48143"/>
                      <a:pt x="45491" y="49547"/>
                      <a:pt x="43714" y="50678"/>
                    </a:cubicBezTo>
                    <a:cubicBezTo>
                      <a:pt x="41940" y="51810"/>
                      <a:pt x="40083" y="52717"/>
                      <a:pt x="38145" y="53397"/>
                    </a:cubicBezTo>
                    <a:cubicBezTo>
                      <a:pt x="36210" y="54072"/>
                      <a:pt x="34242" y="54554"/>
                      <a:pt x="32236" y="54834"/>
                    </a:cubicBezTo>
                    <a:cubicBezTo>
                      <a:pt x="30234" y="55114"/>
                      <a:pt x="28289" y="55252"/>
                      <a:pt x="26406" y="55252"/>
                    </a:cubicBezTo>
                    <a:cubicBezTo>
                      <a:pt x="22675" y="55252"/>
                      <a:pt x="19209" y="54632"/>
                      <a:pt x="16000" y="53397"/>
                    </a:cubicBezTo>
                    <a:cubicBezTo>
                      <a:pt x="12796" y="52161"/>
                      <a:pt x="10006" y="50331"/>
                      <a:pt x="7634" y="47908"/>
                    </a:cubicBezTo>
                    <a:cubicBezTo>
                      <a:pt x="5263" y="45488"/>
                      <a:pt x="3399" y="42490"/>
                      <a:pt x="2039" y="38917"/>
                    </a:cubicBezTo>
                    <a:cubicBezTo>
                      <a:pt x="683" y="35344"/>
                      <a:pt x="0" y="31203"/>
                      <a:pt x="0" y="26502"/>
                    </a:cubicBezTo>
                    <a:cubicBezTo>
                      <a:pt x="0" y="22843"/>
                      <a:pt x="594" y="19401"/>
                      <a:pt x="1782" y="16178"/>
                    </a:cubicBezTo>
                    <a:cubicBezTo>
                      <a:pt x="2962" y="12956"/>
                      <a:pt x="4661" y="10152"/>
                      <a:pt x="6876" y="7762"/>
                    </a:cubicBezTo>
                    <a:cubicBezTo>
                      <a:pt x="9091" y="5373"/>
                      <a:pt x="11791" y="3487"/>
                      <a:pt x="14981" y="2091"/>
                    </a:cubicBezTo>
                    <a:cubicBezTo>
                      <a:pt x="18170" y="698"/>
                      <a:pt x="21771" y="0"/>
                      <a:pt x="25782" y="0"/>
                    </a:cubicBezTo>
                    <a:close/>
                    <a:moveTo>
                      <a:pt x="26040" y="9252"/>
                    </a:moveTo>
                    <a:cubicBezTo>
                      <a:pt x="22275" y="9252"/>
                      <a:pt x="19332" y="10316"/>
                      <a:pt x="17207" y="12441"/>
                    </a:cubicBezTo>
                    <a:cubicBezTo>
                      <a:pt x="15078" y="14565"/>
                      <a:pt x="13719" y="17582"/>
                      <a:pt x="13128" y="21484"/>
                    </a:cubicBezTo>
                    <a:lnTo>
                      <a:pt x="37387" y="21484"/>
                    </a:lnTo>
                    <a:cubicBezTo>
                      <a:pt x="37387" y="19811"/>
                      <a:pt x="37159" y="18236"/>
                      <a:pt x="36707" y="16753"/>
                    </a:cubicBezTo>
                    <a:cubicBezTo>
                      <a:pt x="36255" y="15271"/>
                      <a:pt x="35560" y="13975"/>
                      <a:pt x="34619" y="12859"/>
                    </a:cubicBezTo>
                    <a:cubicBezTo>
                      <a:pt x="33678" y="11746"/>
                      <a:pt x="32490" y="10865"/>
                      <a:pt x="31064" y="10219"/>
                    </a:cubicBezTo>
                    <a:cubicBezTo>
                      <a:pt x="29633" y="9573"/>
                      <a:pt x="27960" y="9252"/>
                      <a:pt x="26040" y="9252"/>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32" name="Google Shape;2632;p90"/>
              <p:cNvSpPr/>
              <p:nvPr/>
            </p:nvSpPr>
            <p:spPr>
              <a:xfrm>
                <a:off x="4436911" y="2777627"/>
                <a:ext cx="34197" cy="54625"/>
              </a:xfrm>
              <a:custGeom>
                <a:avLst/>
                <a:gdLst/>
                <a:ahLst/>
                <a:cxnLst/>
                <a:rect l="l" t="t" r="r" b="b"/>
                <a:pathLst>
                  <a:path w="34197" h="54625" extrusionOk="0">
                    <a:moveTo>
                      <a:pt x="0" y="54625"/>
                    </a:moveTo>
                    <a:lnTo>
                      <a:pt x="0" y="993"/>
                    </a:lnTo>
                    <a:lnTo>
                      <a:pt x="7582" y="993"/>
                    </a:lnTo>
                    <a:cubicBezTo>
                      <a:pt x="8908" y="993"/>
                      <a:pt x="9834" y="1236"/>
                      <a:pt x="10353" y="1725"/>
                    </a:cubicBezTo>
                    <a:cubicBezTo>
                      <a:pt x="10876" y="2214"/>
                      <a:pt x="11227" y="3047"/>
                      <a:pt x="11403" y="4234"/>
                    </a:cubicBezTo>
                    <a:lnTo>
                      <a:pt x="12187" y="10716"/>
                    </a:lnTo>
                    <a:cubicBezTo>
                      <a:pt x="14099" y="7404"/>
                      <a:pt x="16352" y="4790"/>
                      <a:pt x="18929" y="2875"/>
                    </a:cubicBezTo>
                    <a:cubicBezTo>
                      <a:pt x="21509" y="960"/>
                      <a:pt x="24400" y="0"/>
                      <a:pt x="27609" y="0"/>
                    </a:cubicBezTo>
                    <a:cubicBezTo>
                      <a:pt x="30257" y="0"/>
                      <a:pt x="32453" y="609"/>
                      <a:pt x="34197" y="1830"/>
                    </a:cubicBezTo>
                    <a:lnTo>
                      <a:pt x="32524" y="11500"/>
                    </a:lnTo>
                    <a:cubicBezTo>
                      <a:pt x="32419" y="12127"/>
                      <a:pt x="32191" y="12572"/>
                      <a:pt x="31844" y="12833"/>
                    </a:cubicBezTo>
                    <a:cubicBezTo>
                      <a:pt x="31493" y="13094"/>
                      <a:pt x="31022" y="13225"/>
                      <a:pt x="30432" y="13225"/>
                    </a:cubicBezTo>
                    <a:cubicBezTo>
                      <a:pt x="29913" y="13225"/>
                      <a:pt x="29196" y="13106"/>
                      <a:pt x="28288" y="12859"/>
                    </a:cubicBezTo>
                    <a:cubicBezTo>
                      <a:pt x="27381" y="12617"/>
                      <a:pt x="26182" y="12493"/>
                      <a:pt x="24681" y="12493"/>
                    </a:cubicBezTo>
                    <a:cubicBezTo>
                      <a:pt x="21995" y="12493"/>
                      <a:pt x="19694" y="13232"/>
                      <a:pt x="17782" y="14711"/>
                    </a:cubicBezTo>
                    <a:cubicBezTo>
                      <a:pt x="15862" y="16197"/>
                      <a:pt x="14238" y="18366"/>
                      <a:pt x="12915" y="21223"/>
                    </a:cubicBezTo>
                    <a:lnTo>
                      <a:pt x="12915" y="54625"/>
                    </a:lnTo>
                    <a:lnTo>
                      <a:pt x="0" y="54625"/>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33" name="Google Shape;2633;p90"/>
              <p:cNvSpPr/>
              <p:nvPr/>
            </p:nvSpPr>
            <p:spPr>
              <a:xfrm>
                <a:off x="4478795" y="2754731"/>
                <a:ext cx="16523" cy="77520"/>
              </a:xfrm>
              <a:custGeom>
                <a:avLst/>
                <a:gdLst/>
                <a:ahLst/>
                <a:cxnLst/>
                <a:rect l="l" t="t" r="r" b="b"/>
                <a:pathLst>
                  <a:path w="16523" h="77520" extrusionOk="0">
                    <a:moveTo>
                      <a:pt x="16523" y="8259"/>
                    </a:moveTo>
                    <a:cubicBezTo>
                      <a:pt x="16523" y="9376"/>
                      <a:pt x="16296" y="10421"/>
                      <a:pt x="15844" y="11395"/>
                    </a:cubicBezTo>
                    <a:cubicBezTo>
                      <a:pt x="15388" y="12374"/>
                      <a:pt x="14790" y="13225"/>
                      <a:pt x="14036" y="13953"/>
                    </a:cubicBezTo>
                    <a:cubicBezTo>
                      <a:pt x="13289" y="14689"/>
                      <a:pt x="12408" y="15271"/>
                      <a:pt x="11395" y="15708"/>
                    </a:cubicBezTo>
                    <a:cubicBezTo>
                      <a:pt x="10387" y="16141"/>
                      <a:pt x="9307" y="16361"/>
                      <a:pt x="8153" y="16361"/>
                    </a:cubicBezTo>
                    <a:cubicBezTo>
                      <a:pt x="7037" y="16361"/>
                      <a:pt x="5983" y="16141"/>
                      <a:pt x="4994" y="15708"/>
                    </a:cubicBezTo>
                    <a:cubicBezTo>
                      <a:pt x="4000" y="15271"/>
                      <a:pt x="3137" y="14689"/>
                      <a:pt x="2402" y="13953"/>
                    </a:cubicBezTo>
                    <a:cubicBezTo>
                      <a:pt x="1673" y="13225"/>
                      <a:pt x="1091" y="12374"/>
                      <a:pt x="650" y="11395"/>
                    </a:cubicBezTo>
                    <a:cubicBezTo>
                      <a:pt x="217" y="10421"/>
                      <a:pt x="0" y="9376"/>
                      <a:pt x="0" y="8259"/>
                    </a:cubicBezTo>
                    <a:cubicBezTo>
                      <a:pt x="0" y="7109"/>
                      <a:pt x="217" y="6026"/>
                      <a:pt x="650" y="5018"/>
                    </a:cubicBezTo>
                    <a:cubicBezTo>
                      <a:pt x="1091" y="4006"/>
                      <a:pt x="1673" y="3136"/>
                      <a:pt x="2402" y="2405"/>
                    </a:cubicBezTo>
                    <a:cubicBezTo>
                      <a:pt x="3137" y="1669"/>
                      <a:pt x="4000" y="1090"/>
                      <a:pt x="4994" y="653"/>
                    </a:cubicBezTo>
                    <a:cubicBezTo>
                      <a:pt x="5983" y="220"/>
                      <a:pt x="7037" y="0"/>
                      <a:pt x="8153" y="0"/>
                    </a:cubicBezTo>
                    <a:cubicBezTo>
                      <a:pt x="9307" y="0"/>
                      <a:pt x="10387" y="220"/>
                      <a:pt x="11395" y="653"/>
                    </a:cubicBezTo>
                    <a:cubicBezTo>
                      <a:pt x="12408" y="1090"/>
                      <a:pt x="13289" y="1669"/>
                      <a:pt x="14036" y="2405"/>
                    </a:cubicBezTo>
                    <a:cubicBezTo>
                      <a:pt x="14790" y="3136"/>
                      <a:pt x="15388" y="4006"/>
                      <a:pt x="15844" y="5018"/>
                    </a:cubicBezTo>
                    <a:cubicBezTo>
                      <a:pt x="16296" y="6026"/>
                      <a:pt x="16523" y="7109"/>
                      <a:pt x="16523" y="8259"/>
                    </a:cubicBezTo>
                    <a:close/>
                    <a:moveTo>
                      <a:pt x="14589" y="23889"/>
                    </a:moveTo>
                    <a:lnTo>
                      <a:pt x="14589" y="77520"/>
                    </a:lnTo>
                    <a:lnTo>
                      <a:pt x="1673" y="77520"/>
                    </a:lnTo>
                    <a:lnTo>
                      <a:pt x="1673" y="23889"/>
                    </a:lnTo>
                    <a:lnTo>
                      <a:pt x="14589" y="23889"/>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34" name="Google Shape;2634;p90"/>
              <p:cNvSpPr/>
              <p:nvPr/>
            </p:nvSpPr>
            <p:spPr>
              <a:xfrm>
                <a:off x="4507968" y="2777784"/>
                <a:ext cx="46750" cy="54468"/>
              </a:xfrm>
              <a:custGeom>
                <a:avLst/>
                <a:gdLst/>
                <a:ahLst/>
                <a:cxnLst/>
                <a:rect l="l" t="t" r="r" b="b"/>
                <a:pathLst>
                  <a:path w="46750" h="54468" extrusionOk="0">
                    <a:moveTo>
                      <a:pt x="0" y="54468"/>
                    </a:moveTo>
                    <a:lnTo>
                      <a:pt x="0" y="836"/>
                    </a:lnTo>
                    <a:lnTo>
                      <a:pt x="7895" y="836"/>
                    </a:lnTo>
                    <a:cubicBezTo>
                      <a:pt x="9573" y="836"/>
                      <a:pt x="10671" y="1620"/>
                      <a:pt x="11190" y="3189"/>
                    </a:cubicBezTo>
                    <a:lnTo>
                      <a:pt x="12082" y="7423"/>
                    </a:lnTo>
                    <a:cubicBezTo>
                      <a:pt x="13162" y="6306"/>
                      <a:pt x="14301" y="5298"/>
                      <a:pt x="15507" y="4391"/>
                    </a:cubicBezTo>
                    <a:cubicBezTo>
                      <a:pt x="16710" y="3487"/>
                      <a:pt x="17980" y="2703"/>
                      <a:pt x="19324" y="2039"/>
                    </a:cubicBezTo>
                    <a:cubicBezTo>
                      <a:pt x="20662" y="1378"/>
                      <a:pt x="22103" y="870"/>
                      <a:pt x="23635" y="523"/>
                    </a:cubicBezTo>
                    <a:cubicBezTo>
                      <a:pt x="25170" y="175"/>
                      <a:pt x="26843" y="0"/>
                      <a:pt x="28654" y="0"/>
                    </a:cubicBezTo>
                    <a:cubicBezTo>
                      <a:pt x="31583" y="0"/>
                      <a:pt x="34182" y="497"/>
                      <a:pt x="36449" y="1486"/>
                    </a:cubicBezTo>
                    <a:cubicBezTo>
                      <a:pt x="38713" y="2483"/>
                      <a:pt x="40602" y="3876"/>
                      <a:pt x="42122" y="5672"/>
                    </a:cubicBezTo>
                    <a:cubicBezTo>
                      <a:pt x="43639" y="7468"/>
                      <a:pt x="44785" y="9607"/>
                      <a:pt x="45570" y="12101"/>
                    </a:cubicBezTo>
                    <a:cubicBezTo>
                      <a:pt x="46354" y="14592"/>
                      <a:pt x="46750" y="17340"/>
                      <a:pt x="46750" y="20334"/>
                    </a:cubicBezTo>
                    <a:lnTo>
                      <a:pt x="46750" y="54468"/>
                    </a:lnTo>
                    <a:lnTo>
                      <a:pt x="33835" y="54468"/>
                    </a:lnTo>
                    <a:lnTo>
                      <a:pt x="33835" y="20334"/>
                    </a:lnTo>
                    <a:cubicBezTo>
                      <a:pt x="33835" y="17056"/>
                      <a:pt x="33076" y="14524"/>
                      <a:pt x="31556" y="12728"/>
                    </a:cubicBezTo>
                    <a:cubicBezTo>
                      <a:pt x="30040" y="10936"/>
                      <a:pt x="27769" y="10036"/>
                      <a:pt x="24733" y="10036"/>
                    </a:cubicBezTo>
                    <a:cubicBezTo>
                      <a:pt x="22507" y="10036"/>
                      <a:pt x="20411" y="10540"/>
                      <a:pt x="18462" y="11552"/>
                    </a:cubicBezTo>
                    <a:cubicBezTo>
                      <a:pt x="16508" y="12560"/>
                      <a:pt x="14660" y="13938"/>
                      <a:pt x="12915" y="15682"/>
                    </a:cubicBezTo>
                    <a:lnTo>
                      <a:pt x="12915" y="54468"/>
                    </a:lnTo>
                    <a:lnTo>
                      <a:pt x="0" y="54468"/>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35" name="Google Shape;2635;p90"/>
              <p:cNvSpPr/>
              <p:nvPr/>
            </p:nvSpPr>
            <p:spPr>
              <a:xfrm>
                <a:off x="4562196" y="2777679"/>
                <a:ext cx="51239" cy="73443"/>
              </a:xfrm>
              <a:custGeom>
                <a:avLst/>
                <a:gdLst/>
                <a:ahLst/>
                <a:cxnLst/>
                <a:rect l="l" t="t" r="r" b="b"/>
                <a:pathLst>
                  <a:path w="51239" h="73443" extrusionOk="0">
                    <a:moveTo>
                      <a:pt x="23792" y="0"/>
                    </a:moveTo>
                    <a:cubicBezTo>
                      <a:pt x="26088" y="0"/>
                      <a:pt x="28251" y="235"/>
                      <a:pt x="30272" y="706"/>
                    </a:cubicBezTo>
                    <a:cubicBezTo>
                      <a:pt x="32292" y="1176"/>
                      <a:pt x="34141" y="1867"/>
                      <a:pt x="35818" y="2770"/>
                    </a:cubicBezTo>
                    <a:lnTo>
                      <a:pt x="51240" y="2770"/>
                    </a:lnTo>
                    <a:lnTo>
                      <a:pt x="51240" y="7580"/>
                    </a:lnTo>
                    <a:cubicBezTo>
                      <a:pt x="51240" y="8382"/>
                      <a:pt x="51034" y="9010"/>
                      <a:pt x="50616" y="9461"/>
                    </a:cubicBezTo>
                    <a:cubicBezTo>
                      <a:pt x="50194" y="9913"/>
                      <a:pt x="49480" y="10227"/>
                      <a:pt x="48468" y="10402"/>
                    </a:cubicBezTo>
                    <a:lnTo>
                      <a:pt x="43658" y="11291"/>
                    </a:lnTo>
                    <a:cubicBezTo>
                      <a:pt x="44009" y="12194"/>
                      <a:pt x="44278" y="13154"/>
                      <a:pt x="44472" y="14166"/>
                    </a:cubicBezTo>
                    <a:cubicBezTo>
                      <a:pt x="44662" y="15178"/>
                      <a:pt x="44756" y="16238"/>
                      <a:pt x="44756" y="17355"/>
                    </a:cubicBezTo>
                    <a:cubicBezTo>
                      <a:pt x="44756" y="20002"/>
                      <a:pt x="44229" y="22399"/>
                      <a:pt x="43161" y="24542"/>
                    </a:cubicBezTo>
                    <a:cubicBezTo>
                      <a:pt x="42096" y="26685"/>
                      <a:pt x="40636" y="28504"/>
                      <a:pt x="38772" y="30005"/>
                    </a:cubicBezTo>
                    <a:cubicBezTo>
                      <a:pt x="36909" y="31502"/>
                      <a:pt x="34694" y="32663"/>
                      <a:pt x="32128" y="33477"/>
                    </a:cubicBezTo>
                    <a:cubicBezTo>
                      <a:pt x="29569" y="34298"/>
                      <a:pt x="26787" y="34709"/>
                      <a:pt x="23792" y="34709"/>
                    </a:cubicBezTo>
                    <a:cubicBezTo>
                      <a:pt x="21767" y="34709"/>
                      <a:pt x="19799" y="34519"/>
                      <a:pt x="17883" y="34134"/>
                    </a:cubicBezTo>
                    <a:cubicBezTo>
                      <a:pt x="16209" y="35153"/>
                      <a:pt x="15373" y="36292"/>
                      <a:pt x="15373" y="37554"/>
                    </a:cubicBezTo>
                    <a:cubicBezTo>
                      <a:pt x="15373" y="38645"/>
                      <a:pt x="15870" y="39443"/>
                      <a:pt x="16859" y="39951"/>
                    </a:cubicBezTo>
                    <a:cubicBezTo>
                      <a:pt x="17853" y="40463"/>
                      <a:pt x="19164" y="40821"/>
                      <a:pt x="20781" y="41030"/>
                    </a:cubicBezTo>
                    <a:cubicBezTo>
                      <a:pt x="22406" y="41243"/>
                      <a:pt x="24243" y="41348"/>
                      <a:pt x="26301" y="41348"/>
                    </a:cubicBezTo>
                    <a:cubicBezTo>
                      <a:pt x="28359" y="41348"/>
                      <a:pt x="30466" y="41434"/>
                      <a:pt x="32625" y="41609"/>
                    </a:cubicBezTo>
                    <a:cubicBezTo>
                      <a:pt x="34787" y="41785"/>
                      <a:pt x="36897" y="42091"/>
                      <a:pt x="38952" y="42528"/>
                    </a:cubicBezTo>
                    <a:cubicBezTo>
                      <a:pt x="41010" y="42968"/>
                      <a:pt x="42847" y="43655"/>
                      <a:pt x="44472" y="44600"/>
                    </a:cubicBezTo>
                    <a:cubicBezTo>
                      <a:pt x="46093" y="45544"/>
                      <a:pt x="47396" y="46829"/>
                      <a:pt x="48393" y="48453"/>
                    </a:cubicBezTo>
                    <a:cubicBezTo>
                      <a:pt x="49383" y="50081"/>
                      <a:pt x="49880" y="52168"/>
                      <a:pt x="49880" y="54722"/>
                    </a:cubicBezTo>
                    <a:cubicBezTo>
                      <a:pt x="49880" y="57100"/>
                      <a:pt x="49297" y="59404"/>
                      <a:pt x="48128" y="61641"/>
                    </a:cubicBezTo>
                    <a:cubicBezTo>
                      <a:pt x="46963" y="63881"/>
                      <a:pt x="45271" y="65871"/>
                      <a:pt x="43056" y="67622"/>
                    </a:cubicBezTo>
                    <a:cubicBezTo>
                      <a:pt x="40842" y="69370"/>
                      <a:pt x="38134" y="70777"/>
                      <a:pt x="34925" y="71845"/>
                    </a:cubicBezTo>
                    <a:cubicBezTo>
                      <a:pt x="31721" y="72909"/>
                      <a:pt x="28057" y="73443"/>
                      <a:pt x="23948" y="73443"/>
                    </a:cubicBezTo>
                    <a:cubicBezTo>
                      <a:pt x="19866" y="73443"/>
                      <a:pt x="16329" y="73051"/>
                      <a:pt x="13330" y="72267"/>
                    </a:cubicBezTo>
                    <a:cubicBezTo>
                      <a:pt x="10331" y="71483"/>
                      <a:pt x="7847" y="70438"/>
                      <a:pt x="5883" y="69131"/>
                    </a:cubicBezTo>
                    <a:cubicBezTo>
                      <a:pt x="3910" y="67824"/>
                      <a:pt x="2439" y="66315"/>
                      <a:pt x="1460" y="64609"/>
                    </a:cubicBezTo>
                    <a:cubicBezTo>
                      <a:pt x="486" y="62899"/>
                      <a:pt x="0" y="61126"/>
                      <a:pt x="0" y="59277"/>
                    </a:cubicBezTo>
                    <a:cubicBezTo>
                      <a:pt x="0" y="56768"/>
                      <a:pt x="766" y="54659"/>
                      <a:pt x="2301" y="52952"/>
                    </a:cubicBezTo>
                    <a:cubicBezTo>
                      <a:pt x="3832" y="51242"/>
                      <a:pt x="5957" y="49887"/>
                      <a:pt x="8680" y="48875"/>
                    </a:cubicBezTo>
                    <a:cubicBezTo>
                      <a:pt x="7354" y="48143"/>
                      <a:pt x="6290" y="47169"/>
                      <a:pt x="5487" y="45948"/>
                    </a:cubicBezTo>
                    <a:cubicBezTo>
                      <a:pt x="4687" y="44727"/>
                      <a:pt x="4284" y="43140"/>
                      <a:pt x="4284" y="41191"/>
                    </a:cubicBezTo>
                    <a:cubicBezTo>
                      <a:pt x="4284" y="40388"/>
                      <a:pt x="4422" y="39559"/>
                      <a:pt x="4706" y="38708"/>
                    </a:cubicBezTo>
                    <a:cubicBezTo>
                      <a:pt x="4982" y="37853"/>
                      <a:pt x="5412" y="37009"/>
                      <a:pt x="5983" y="36173"/>
                    </a:cubicBezTo>
                    <a:cubicBezTo>
                      <a:pt x="6562" y="35336"/>
                      <a:pt x="7283" y="34545"/>
                      <a:pt x="8153" y="33791"/>
                    </a:cubicBezTo>
                    <a:cubicBezTo>
                      <a:pt x="9027" y="33044"/>
                      <a:pt x="10055" y="32376"/>
                      <a:pt x="11242" y="31782"/>
                    </a:cubicBezTo>
                    <a:cubicBezTo>
                      <a:pt x="8523" y="30318"/>
                      <a:pt x="6387" y="28365"/>
                      <a:pt x="4837" y="25927"/>
                    </a:cubicBezTo>
                    <a:cubicBezTo>
                      <a:pt x="3283" y="23489"/>
                      <a:pt x="2510" y="20629"/>
                      <a:pt x="2510" y="17355"/>
                    </a:cubicBezTo>
                    <a:cubicBezTo>
                      <a:pt x="2510" y="14707"/>
                      <a:pt x="3036" y="12310"/>
                      <a:pt x="4101" y="10167"/>
                    </a:cubicBezTo>
                    <a:cubicBezTo>
                      <a:pt x="5169" y="8024"/>
                      <a:pt x="6648" y="6194"/>
                      <a:pt x="8549" y="4678"/>
                    </a:cubicBezTo>
                    <a:cubicBezTo>
                      <a:pt x="10447" y="3163"/>
                      <a:pt x="12695" y="2005"/>
                      <a:pt x="15291" y="1202"/>
                    </a:cubicBezTo>
                    <a:cubicBezTo>
                      <a:pt x="17890" y="399"/>
                      <a:pt x="20725" y="0"/>
                      <a:pt x="23792" y="0"/>
                    </a:cubicBezTo>
                    <a:close/>
                    <a:moveTo>
                      <a:pt x="37962" y="56824"/>
                    </a:moveTo>
                    <a:cubicBezTo>
                      <a:pt x="37962" y="55756"/>
                      <a:pt x="37648" y="54886"/>
                      <a:pt x="37021" y="54211"/>
                    </a:cubicBezTo>
                    <a:cubicBezTo>
                      <a:pt x="36393" y="53535"/>
                      <a:pt x="35534" y="53008"/>
                      <a:pt x="34455" y="52635"/>
                    </a:cubicBezTo>
                    <a:cubicBezTo>
                      <a:pt x="33375" y="52262"/>
                      <a:pt x="32109" y="51989"/>
                      <a:pt x="30668" y="51810"/>
                    </a:cubicBezTo>
                    <a:cubicBezTo>
                      <a:pt x="29218" y="51631"/>
                      <a:pt x="27687" y="51541"/>
                      <a:pt x="26062" y="51541"/>
                    </a:cubicBezTo>
                    <a:lnTo>
                      <a:pt x="21046" y="51541"/>
                    </a:lnTo>
                    <a:cubicBezTo>
                      <a:pt x="19321" y="51541"/>
                      <a:pt x="17651" y="51351"/>
                      <a:pt x="16053" y="50966"/>
                    </a:cubicBezTo>
                    <a:cubicBezTo>
                      <a:pt x="14585" y="51769"/>
                      <a:pt x="13412" y="52717"/>
                      <a:pt x="12519" y="53815"/>
                    </a:cubicBezTo>
                    <a:cubicBezTo>
                      <a:pt x="11634" y="54913"/>
                      <a:pt x="11190" y="56175"/>
                      <a:pt x="11190" y="57601"/>
                    </a:cubicBezTo>
                    <a:cubicBezTo>
                      <a:pt x="11190" y="58545"/>
                      <a:pt x="11421" y="59427"/>
                      <a:pt x="11892" y="60241"/>
                    </a:cubicBezTo>
                    <a:cubicBezTo>
                      <a:pt x="12363" y="61062"/>
                      <a:pt x="13113" y="61768"/>
                      <a:pt x="14144" y="62361"/>
                    </a:cubicBezTo>
                    <a:cubicBezTo>
                      <a:pt x="15167" y="62951"/>
                      <a:pt x="16505" y="63414"/>
                      <a:pt x="18141" y="63747"/>
                    </a:cubicBezTo>
                    <a:cubicBezTo>
                      <a:pt x="19780" y="64079"/>
                      <a:pt x="21786" y="64243"/>
                      <a:pt x="24158" y="64243"/>
                    </a:cubicBezTo>
                    <a:cubicBezTo>
                      <a:pt x="26559" y="64243"/>
                      <a:pt x="28636" y="64057"/>
                      <a:pt x="30380" y="63679"/>
                    </a:cubicBezTo>
                    <a:cubicBezTo>
                      <a:pt x="32120" y="63310"/>
                      <a:pt x="33558" y="62794"/>
                      <a:pt x="34694" y="62134"/>
                    </a:cubicBezTo>
                    <a:cubicBezTo>
                      <a:pt x="35825" y="61476"/>
                      <a:pt x="36651" y="60696"/>
                      <a:pt x="37177" y="59785"/>
                    </a:cubicBezTo>
                    <a:cubicBezTo>
                      <a:pt x="37700" y="58878"/>
                      <a:pt x="37962" y="57892"/>
                      <a:pt x="37962" y="56824"/>
                    </a:cubicBezTo>
                    <a:close/>
                    <a:moveTo>
                      <a:pt x="23792" y="26450"/>
                    </a:moveTo>
                    <a:cubicBezTo>
                      <a:pt x="25394" y="26450"/>
                      <a:pt x="26787" y="26233"/>
                      <a:pt x="27975" y="25797"/>
                    </a:cubicBezTo>
                    <a:cubicBezTo>
                      <a:pt x="29155" y="25363"/>
                      <a:pt x="30141" y="24762"/>
                      <a:pt x="30925" y="23990"/>
                    </a:cubicBezTo>
                    <a:cubicBezTo>
                      <a:pt x="31713" y="23224"/>
                      <a:pt x="32303" y="22302"/>
                      <a:pt x="32707" y="21223"/>
                    </a:cubicBezTo>
                    <a:cubicBezTo>
                      <a:pt x="33107" y="20144"/>
                      <a:pt x="33308" y="18956"/>
                      <a:pt x="33308" y="17668"/>
                    </a:cubicBezTo>
                    <a:cubicBezTo>
                      <a:pt x="33308" y="15021"/>
                      <a:pt x="32513" y="12923"/>
                      <a:pt x="30925" y="11369"/>
                    </a:cubicBezTo>
                    <a:cubicBezTo>
                      <a:pt x="29338" y="9820"/>
                      <a:pt x="26962" y="9043"/>
                      <a:pt x="23792" y="9043"/>
                    </a:cubicBezTo>
                    <a:cubicBezTo>
                      <a:pt x="20617" y="9043"/>
                      <a:pt x="18241" y="9820"/>
                      <a:pt x="16654" y="11369"/>
                    </a:cubicBezTo>
                    <a:cubicBezTo>
                      <a:pt x="15067" y="12923"/>
                      <a:pt x="14271" y="15021"/>
                      <a:pt x="14271" y="17668"/>
                    </a:cubicBezTo>
                    <a:cubicBezTo>
                      <a:pt x="14271" y="18923"/>
                      <a:pt x="14473" y="20091"/>
                      <a:pt x="14872" y="21171"/>
                    </a:cubicBezTo>
                    <a:cubicBezTo>
                      <a:pt x="15276" y="22253"/>
                      <a:pt x="15870" y="23183"/>
                      <a:pt x="16654" y="23967"/>
                    </a:cubicBezTo>
                    <a:cubicBezTo>
                      <a:pt x="17438" y="24751"/>
                      <a:pt x="18428" y="25363"/>
                      <a:pt x="19635" y="25797"/>
                    </a:cubicBezTo>
                    <a:cubicBezTo>
                      <a:pt x="20837" y="26233"/>
                      <a:pt x="22223" y="26450"/>
                      <a:pt x="23792" y="26450"/>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grpSp>
        <p:nvGrpSpPr>
          <p:cNvPr id="2636" name="Google Shape;2636;p90"/>
          <p:cNvGrpSpPr/>
          <p:nvPr/>
        </p:nvGrpSpPr>
        <p:grpSpPr>
          <a:xfrm>
            <a:off x="4908205" y="1628589"/>
            <a:ext cx="354726" cy="425535"/>
            <a:chOff x="5661779" y="2338764"/>
            <a:chExt cx="433227" cy="519706"/>
          </a:xfrm>
        </p:grpSpPr>
        <p:sp>
          <p:nvSpPr>
            <p:cNvPr id="2637" name="Google Shape;2637;p90"/>
            <p:cNvSpPr/>
            <p:nvPr/>
          </p:nvSpPr>
          <p:spPr>
            <a:xfrm>
              <a:off x="5715300" y="2338764"/>
              <a:ext cx="330896" cy="330154"/>
            </a:xfrm>
            <a:custGeom>
              <a:avLst/>
              <a:gdLst/>
              <a:ahLst/>
              <a:cxnLst/>
              <a:rect l="l" t="t" r="r" b="b"/>
              <a:pathLst>
                <a:path w="330896" h="330154" extrusionOk="0">
                  <a:moveTo>
                    <a:pt x="330896" y="301420"/>
                  </a:moveTo>
                  <a:cubicBezTo>
                    <a:pt x="330896" y="305504"/>
                    <a:pt x="327572" y="308816"/>
                    <a:pt x="323464" y="308816"/>
                  </a:cubicBezTo>
                  <a:lnTo>
                    <a:pt x="36147" y="308816"/>
                  </a:lnTo>
                  <a:lnTo>
                    <a:pt x="36147" y="322758"/>
                  </a:lnTo>
                  <a:cubicBezTo>
                    <a:pt x="36147" y="326843"/>
                    <a:pt x="32834" y="330155"/>
                    <a:pt x="28748" y="330155"/>
                  </a:cubicBezTo>
                  <a:cubicBezTo>
                    <a:pt x="24658" y="330155"/>
                    <a:pt x="21345" y="326843"/>
                    <a:pt x="21345" y="322758"/>
                  </a:cubicBezTo>
                  <a:lnTo>
                    <a:pt x="21345" y="308816"/>
                  </a:lnTo>
                  <a:lnTo>
                    <a:pt x="7403" y="308816"/>
                  </a:lnTo>
                  <a:cubicBezTo>
                    <a:pt x="3313" y="308816"/>
                    <a:pt x="0" y="305504"/>
                    <a:pt x="0" y="301420"/>
                  </a:cubicBezTo>
                  <a:cubicBezTo>
                    <a:pt x="0" y="297331"/>
                    <a:pt x="3313" y="294019"/>
                    <a:pt x="7403" y="294019"/>
                  </a:cubicBezTo>
                  <a:lnTo>
                    <a:pt x="21345" y="294019"/>
                  </a:lnTo>
                  <a:lnTo>
                    <a:pt x="21345" y="7397"/>
                  </a:lnTo>
                  <a:cubicBezTo>
                    <a:pt x="21345" y="3312"/>
                    <a:pt x="24658" y="0"/>
                    <a:pt x="28748" y="0"/>
                  </a:cubicBezTo>
                  <a:cubicBezTo>
                    <a:pt x="32834" y="0"/>
                    <a:pt x="36147" y="3312"/>
                    <a:pt x="36147" y="7397"/>
                  </a:cubicBezTo>
                  <a:lnTo>
                    <a:pt x="36147" y="294019"/>
                  </a:lnTo>
                  <a:lnTo>
                    <a:pt x="323464" y="294019"/>
                  </a:lnTo>
                  <a:cubicBezTo>
                    <a:pt x="327572" y="294019"/>
                    <a:pt x="330896" y="297331"/>
                    <a:pt x="330896" y="301420"/>
                  </a:cubicBezTo>
                  <a:close/>
                  <a:moveTo>
                    <a:pt x="139149" y="144344"/>
                  </a:moveTo>
                  <a:cubicBezTo>
                    <a:pt x="135727" y="144344"/>
                    <a:pt x="132952" y="147118"/>
                    <a:pt x="132952" y="150538"/>
                  </a:cubicBezTo>
                  <a:lnTo>
                    <a:pt x="132952" y="259758"/>
                  </a:lnTo>
                  <a:cubicBezTo>
                    <a:pt x="132952" y="263182"/>
                    <a:pt x="135727" y="265956"/>
                    <a:pt x="139149" y="265956"/>
                  </a:cubicBezTo>
                  <a:lnTo>
                    <a:pt x="165129" y="265956"/>
                  </a:lnTo>
                  <a:cubicBezTo>
                    <a:pt x="168550" y="265956"/>
                    <a:pt x="171325" y="263182"/>
                    <a:pt x="171325" y="259758"/>
                  </a:cubicBezTo>
                  <a:lnTo>
                    <a:pt x="171325" y="150538"/>
                  </a:lnTo>
                  <a:cubicBezTo>
                    <a:pt x="171325" y="147118"/>
                    <a:pt x="168550" y="144344"/>
                    <a:pt x="165129" y="144344"/>
                  </a:cubicBezTo>
                  <a:lnTo>
                    <a:pt x="139149" y="144344"/>
                  </a:lnTo>
                  <a:close/>
                  <a:moveTo>
                    <a:pt x="75830" y="265956"/>
                  </a:moveTo>
                  <a:lnTo>
                    <a:pt x="101807" y="265956"/>
                  </a:lnTo>
                  <a:cubicBezTo>
                    <a:pt x="105232" y="265956"/>
                    <a:pt x="108007" y="263182"/>
                    <a:pt x="108007" y="259758"/>
                  </a:cubicBezTo>
                  <a:lnTo>
                    <a:pt x="108007" y="189492"/>
                  </a:lnTo>
                  <a:cubicBezTo>
                    <a:pt x="108007" y="186072"/>
                    <a:pt x="105232" y="183298"/>
                    <a:pt x="101807" y="183298"/>
                  </a:cubicBezTo>
                  <a:lnTo>
                    <a:pt x="75830" y="183298"/>
                  </a:lnTo>
                  <a:cubicBezTo>
                    <a:pt x="72405" y="183298"/>
                    <a:pt x="69630" y="186072"/>
                    <a:pt x="69630" y="189492"/>
                  </a:cubicBezTo>
                  <a:lnTo>
                    <a:pt x="69630" y="259758"/>
                  </a:lnTo>
                  <a:cubicBezTo>
                    <a:pt x="69630" y="263182"/>
                    <a:pt x="72405" y="265956"/>
                    <a:pt x="75830" y="265956"/>
                  </a:cubicBezTo>
                  <a:close/>
                  <a:moveTo>
                    <a:pt x="202471" y="183298"/>
                  </a:moveTo>
                  <a:cubicBezTo>
                    <a:pt x="199049" y="183298"/>
                    <a:pt x="196274" y="186072"/>
                    <a:pt x="196274" y="189492"/>
                  </a:cubicBezTo>
                  <a:lnTo>
                    <a:pt x="196274" y="259758"/>
                  </a:lnTo>
                  <a:cubicBezTo>
                    <a:pt x="196274" y="263182"/>
                    <a:pt x="199049" y="265956"/>
                    <a:pt x="202471" y="265956"/>
                  </a:cubicBezTo>
                  <a:lnTo>
                    <a:pt x="228447" y="265956"/>
                  </a:lnTo>
                  <a:cubicBezTo>
                    <a:pt x="231872" y="265956"/>
                    <a:pt x="234647" y="263182"/>
                    <a:pt x="234647" y="259758"/>
                  </a:cubicBezTo>
                  <a:lnTo>
                    <a:pt x="234647" y="189492"/>
                  </a:lnTo>
                  <a:cubicBezTo>
                    <a:pt x="234647" y="186072"/>
                    <a:pt x="231872" y="183298"/>
                    <a:pt x="228447" y="183298"/>
                  </a:cubicBezTo>
                  <a:lnTo>
                    <a:pt x="202471" y="183298"/>
                  </a:lnTo>
                  <a:close/>
                  <a:moveTo>
                    <a:pt x="259593" y="137552"/>
                  </a:moveTo>
                  <a:lnTo>
                    <a:pt x="259593" y="259758"/>
                  </a:lnTo>
                  <a:cubicBezTo>
                    <a:pt x="259593" y="263182"/>
                    <a:pt x="262368" y="265956"/>
                    <a:pt x="265793" y="265956"/>
                  </a:cubicBezTo>
                  <a:lnTo>
                    <a:pt x="291769" y="265956"/>
                  </a:lnTo>
                  <a:cubicBezTo>
                    <a:pt x="295194" y="265956"/>
                    <a:pt x="297969" y="263182"/>
                    <a:pt x="297969" y="259758"/>
                  </a:cubicBezTo>
                  <a:lnTo>
                    <a:pt x="297969" y="137552"/>
                  </a:lnTo>
                  <a:cubicBezTo>
                    <a:pt x="297969" y="134132"/>
                    <a:pt x="295194" y="131358"/>
                    <a:pt x="291769" y="131358"/>
                  </a:cubicBezTo>
                  <a:lnTo>
                    <a:pt x="265793" y="131358"/>
                  </a:lnTo>
                  <a:cubicBezTo>
                    <a:pt x="262368" y="131358"/>
                    <a:pt x="259593" y="134132"/>
                    <a:pt x="259593" y="137552"/>
                  </a:cubicBezTo>
                  <a:close/>
                  <a:moveTo>
                    <a:pt x="83804" y="145546"/>
                  </a:moveTo>
                  <a:cubicBezTo>
                    <a:pt x="85437" y="145546"/>
                    <a:pt x="87076" y="145008"/>
                    <a:pt x="88447" y="143903"/>
                  </a:cubicBezTo>
                  <a:lnTo>
                    <a:pt x="156087" y="89338"/>
                  </a:lnTo>
                  <a:lnTo>
                    <a:pt x="207954" y="141293"/>
                  </a:lnTo>
                  <a:cubicBezTo>
                    <a:pt x="210800" y="144150"/>
                    <a:pt x="215408" y="144194"/>
                    <a:pt x="218322" y="141405"/>
                  </a:cubicBezTo>
                  <a:lnTo>
                    <a:pt x="282921" y="79343"/>
                  </a:lnTo>
                  <a:cubicBezTo>
                    <a:pt x="285868" y="76512"/>
                    <a:pt x="285961" y="71830"/>
                    <a:pt x="283127" y="68881"/>
                  </a:cubicBezTo>
                  <a:cubicBezTo>
                    <a:pt x="280299" y="65931"/>
                    <a:pt x="275604" y="65837"/>
                    <a:pt x="272661" y="68671"/>
                  </a:cubicBezTo>
                  <a:lnTo>
                    <a:pt x="213302" y="125705"/>
                  </a:lnTo>
                  <a:lnTo>
                    <a:pt x="161864" y="74171"/>
                  </a:lnTo>
                  <a:cubicBezTo>
                    <a:pt x="159179" y="71483"/>
                    <a:pt x="154925" y="71266"/>
                    <a:pt x="151978" y="73641"/>
                  </a:cubicBezTo>
                  <a:lnTo>
                    <a:pt x="79151" y="132392"/>
                  </a:lnTo>
                  <a:cubicBezTo>
                    <a:pt x="75972" y="134957"/>
                    <a:pt x="75475" y="139613"/>
                    <a:pt x="78041" y="142794"/>
                  </a:cubicBezTo>
                  <a:cubicBezTo>
                    <a:pt x="79506" y="144605"/>
                    <a:pt x="81642" y="145546"/>
                    <a:pt x="83804" y="145546"/>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638" name="Google Shape;2638;p90"/>
            <p:cNvGrpSpPr/>
            <p:nvPr/>
          </p:nvGrpSpPr>
          <p:grpSpPr>
            <a:xfrm>
              <a:off x="5661779" y="2763282"/>
              <a:ext cx="433227" cy="95188"/>
              <a:chOff x="5661779" y="2763282"/>
              <a:chExt cx="433227" cy="95188"/>
            </a:xfrm>
          </p:grpSpPr>
          <p:sp>
            <p:nvSpPr>
              <p:cNvPr id="2639" name="Google Shape;2639;p90"/>
              <p:cNvSpPr/>
              <p:nvPr/>
            </p:nvSpPr>
            <p:spPr>
              <a:xfrm>
                <a:off x="5661779" y="2765373"/>
                <a:ext cx="73780" cy="75586"/>
              </a:xfrm>
              <a:custGeom>
                <a:avLst/>
                <a:gdLst/>
                <a:ahLst/>
                <a:cxnLst/>
                <a:rect l="l" t="t" r="r" b="b"/>
                <a:pathLst>
                  <a:path w="73780" h="75586" extrusionOk="0">
                    <a:moveTo>
                      <a:pt x="73780" y="75586"/>
                    </a:moveTo>
                    <a:lnTo>
                      <a:pt x="62904" y="75586"/>
                    </a:lnTo>
                    <a:cubicBezTo>
                      <a:pt x="61686" y="75586"/>
                      <a:pt x="60682" y="75280"/>
                      <a:pt x="59897" y="74672"/>
                    </a:cubicBezTo>
                    <a:cubicBezTo>
                      <a:pt x="59113" y="74063"/>
                      <a:pt x="58545" y="73305"/>
                      <a:pt x="58198" y="72398"/>
                    </a:cubicBezTo>
                    <a:lnTo>
                      <a:pt x="52551" y="56977"/>
                    </a:lnTo>
                    <a:lnTo>
                      <a:pt x="21229" y="56977"/>
                    </a:lnTo>
                    <a:lnTo>
                      <a:pt x="15582" y="72398"/>
                    </a:lnTo>
                    <a:cubicBezTo>
                      <a:pt x="15306" y="73197"/>
                      <a:pt x="14753" y="73932"/>
                      <a:pt x="13935" y="74593"/>
                    </a:cubicBezTo>
                    <a:cubicBezTo>
                      <a:pt x="13117" y="75254"/>
                      <a:pt x="12113" y="75586"/>
                      <a:pt x="10929" y="75586"/>
                    </a:cubicBezTo>
                    <a:lnTo>
                      <a:pt x="0" y="75586"/>
                    </a:lnTo>
                    <a:lnTo>
                      <a:pt x="29700" y="0"/>
                    </a:lnTo>
                    <a:lnTo>
                      <a:pt x="44080" y="0"/>
                    </a:lnTo>
                    <a:lnTo>
                      <a:pt x="73780" y="75586"/>
                    </a:lnTo>
                    <a:close/>
                    <a:moveTo>
                      <a:pt x="24837" y="47045"/>
                    </a:moveTo>
                    <a:lnTo>
                      <a:pt x="48946" y="47045"/>
                    </a:lnTo>
                    <a:lnTo>
                      <a:pt x="39740" y="21902"/>
                    </a:lnTo>
                    <a:cubicBezTo>
                      <a:pt x="39321" y="20786"/>
                      <a:pt x="38858" y="19472"/>
                      <a:pt x="38354" y="17956"/>
                    </a:cubicBezTo>
                    <a:cubicBezTo>
                      <a:pt x="37850" y="16440"/>
                      <a:pt x="37353" y="14793"/>
                      <a:pt x="36864" y="13016"/>
                    </a:cubicBezTo>
                    <a:cubicBezTo>
                      <a:pt x="36375" y="14793"/>
                      <a:pt x="35897" y="16447"/>
                      <a:pt x="35426" y="17982"/>
                    </a:cubicBezTo>
                    <a:cubicBezTo>
                      <a:pt x="34955" y="19513"/>
                      <a:pt x="34492" y="20857"/>
                      <a:pt x="34040" y="22007"/>
                    </a:cubicBezTo>
                    <a:lnTo>
                      <a:pt x="24837" y="47045"/>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40" name="Google Shape;2640;p90"/>
              <p:cNvSpPr/>
              <p:nvPr/>
            </p:nvSpPr>
            <p:spPr>
              <a:xfrm>
                <a:off x="5742618" y="2786491"/>
                <a:ext cx="46746" cy="54468"/>
              </a:xfrm>
              <a:custGeom>
                <a:avLst/>
                <a:gdLst/>
                <a:ahLst/>
                <a:cxnLst/>
                <a:rect l="l" t="t" r="r" b="b"/>
                <a:pathLst>
                  <a:path w="46746" h="54468" extrusionOk="0">
                    <a:moveTo>
                      <a:pt x="0" y="54468"/>
                    </a:moveTo>
                    <a:lnTo>
                      <a:pt x="0" y="836"/>
                    </a:lnTo>
                    <a:lnTo>
                      <a:pt x="7896" y="836"/>
                    </a:lnTo>
                    <a:cubicBezTo>
                      <a:pt x="9569" y="836"/>
                      <a:pt x="10667" y="1620"/>
                      <a:pt x="11190" y="3189"/>
                    </a:cubicBezTo>
                    <a:lnTo>
                      <a:pt x="12079" y="7423"/>
                    </a:lnTo>
                    <a:cubicBezTo>
                      <a:pt x="13158" y="6306"/>
                      <a:pt x="14301" y="5298"/>
                      <a:pt x="15504" y="4391"/>
                    </a:cubicBezTo>
                    <a:cubicBezTo>
                      <a:pt x="16706" y="3487"/>
                      <a:pt x="17976" y="2703"/>
                      <a:pt x="19321" y="2039"/>
                    </a:cubicBezTo>
                    <a:cubicBezTo>
                      <a:pt x="20662" y="1378"/>
                      <a:pt x="22103" y="870"/>
                      <a:pt x="23635" y="523"/>
                    </a:cubicBezTo>
                    <a:cubicBezTo>
                      <a:pt x="25170" y="175"/>
                      <a:pt x="26839" y="0"/>
                      <a:pt x="28651" y="0"/>
                    </a:cubicBezTo>
                    <a:cubicBezTo>
                      <a:pt x="31583" y="0"/>
                      <a:pt x="34178" y="497"/>
                      <a:pt x="36445" y="1486"/>
                    </a:cubicBezTo>
                    <a:cubicBezTo>
                      <a:pt x="38713" y="2483"/>
                      <a:pt x="40602" y="3876"/>
                      <a:pt x="42119" y="5672"/>
                    </a:cubicBezTo>
                    <a:cubicBezTo>
                      <a:pt x="43635" y="7468"/>
                      <a:pt x="44785" y="9607"/>
                      <a:pt x="45570" y="12101"/>
                    </a:cubicBezTo>
                    <a:cubicBezTo>
                      <a:pt x="46354" y="14592"/>
                      <a:pt x="46746" y="17340"/>
                      <a:pt x="46746" y="20334"/>
                    </a:cubicBezTo>
                    <a:lnTo>
                      <a:pt x="46746" y="54468"/>
                    </a:lnTo>
                    <a:lnTo>
                      <a:pt x="33831" y="54468"/>
                    </a:lnTo>
                    <a:lnTo>
                      <a:pt x="33831" y="20334"/>
                    </a:lnTo>
                    <a:cubicBezTo>
                      <a:pt x="33831" y="17056"/>
                      <a:pt x="33073" y="14524"/>
                      <a:pt x="31556" y="12728"/>
                    </a:cubicBezTo>
                    <a:cubicBezTo>
                      <a:pt x="30040" y="10936"/>
                      <a:pt x="27765" y="10036"/>
                      <a:pt x="24733" y="10036"/>
                    </a:cubicBezTo>
                    <a:cubicBezTo>
                      <a:pt x="22503" y="10036"/>
                      <a:pt x="20408" y="10540"/>
                      <a:pt x="18458" y="11552"/>
                    </a:cubicBezTo>
                    <a:cubicBezTo>
                      <a:pt x="16508" y="12560"/>
                      <a:pt x="14656" y="13938"/>
                      <a:pt x="12915" y="15682"/>
                    </a:cubicBezTo>
                    <a:lnTo>
                      <a:pt x="12915" y="54468"/>
                    </a:lnTo>
                    <a:lnTo>
                      <a:pt x="0" y="54468"/>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41" name="Google Shape;2641;p90"/>
              <p:cNvSpPr/>
              <p:nvPr/>
            </p:nvSpPr>
            <p:spPr>
              <a:xfrm>
                <a:off x="5799404" y="2786334"/>
                <a:ext cx="44703" cy="55461"/>
              </a:xfrm>
              <a:custGeom>
                <a:avLst/>
                <a:gdLst/>
                <a:ahLst/>
                <a:cxnLst/>
                <a:rect l="l" t="t" r="r" b="b"/>
                <a:pathLst>
                  <a:path w="44703" h="55461" extrusionOk="0">
                    <a:moveTo>
                      <a:pt x="44703" y="54625"/>
                    </a:moveTo>
                    <a:lnTo>
                      <a:pt x="38903" y="54625"/>
                    </a:lnTo>
                    <a:cubicBezTo>
                      <a:pt x="37686" y="54625"/>
                      <a:pt x="36726" y="54442"/>
                      <a:pt x="36027" y="54073"/>
                    </a:cubicBezTo>
                    <a:cubicBezTo>
                      <a:pt x="35329" y="53710"/>
                      <a:pt x="34806" y="52971"/>
                      <a:pt x="34459" y="51855"/>
                    </a:cubicBezTo>
                    <a:lnTo>
                      <a:pt x="33308" y="48039"/>
                    </a:lnTo>
                    <a:cubicBezTo>
                      <a:pt x="31949" y="49256"/>
                      <a:pt x="30615" y="50331"/>
                      <a:pt x="29308" y="51253"/>
                    </a:cubicBezTo>
                    <a:cubicBezTo>
                      <a:pt x="28001" y="52179"/>
                      <a:pt x="26649" y="52952"/>
                      <a:pt x="25256" y="53580"/>
                    </a:cubicBezTo>
                    <a:cubicBezTo>
                      <a:pt x="23859" y="54207"/>
                      <a:pt x="22380" y="54677"/>
                      <a:pt x="20811" y="54991"/>
                    </a:cubicBezTo>
                    <a:cubicBezTo>
                      <a:pt x="19242" y="55305"/>
                      <a:pt x="17498" y="55461"/>
                      <a:pt x="15582" y="55461"/>
                    </a:cubicBezTo>
                    <a:cubicBezTo>
                      <a:pt x="13315" y="55461"/>
                      <a:pt x="11227" y="55155"/>
                      <a:pt x="9307" y="54543"/>
                    </a:cubicBezTo>
                    <a:cubicBezTo>
                      <a:pt x="7388" y="53931"/>
                      <a:pt x="5744" y="53012"/>
                      <a:pt x="4366" y="51791"/>
                    </a:cubicBezTo>
                    <a:cubicBezTo>
                      <a:pt x="2988" y="50566"/>
                      <a:pt x="1916" y="49047"/>
                      <a:pt x="1150" y="47225"/>
                    </a:cubicBezTo>
                    <a:cubicBezTo>
                      <a:pt x="381" y="45410"/>
                      <a:pt x="0" y="43293"/>
                      <a:pt x="0" y="40881"/>
                    </a:cubicBezTo>
                    <a:cubicBezTo>
                      <a:pt x="0" y="38854"/>
                      <a:pt x="530" y="36852"/>
                      <a:pt x="1591" y="34877"/>
                    </a:cubicBezTo>
                    <a:cubicBezTo>
                      <a:pt x="2659" y="32902"/>
                      <a:pt x="4426" y="31117"/>
                      <a:pt x="6902" y="29527"/>
                    </a:cubicBezTo>
                    <a:cubicBezTo>
                      <a:pt x="9375" y="27932"/>
                      <a:pt x="12669" y="26614"/>
                      <a:pt x="16785" y="25569"/>
                    </a:cubicBezTo>
                    <a:cubicBezTo>
                      <a:pt x="20897" y="24516"/>
                      <a:pt x="26006" y="23993"/>
                      <a:pt x="32106" y="23993"/>
                    </a:cubicBezTo>
                    <a:lnTo>
                      <a:pt x="32106" y="20831"/>
                    </a:lnTo>
                    <a:cubicBezTo>
                      <a:pt x="32106" y="17216"/>
                      <a:pt x="31347" y="14539"/>
                      <a:pt x="29831" y="12799"/>
                    </a:cubicBezTo>
                    <a:cubicBezTo>
                      <a:pt x="28315" y="11063"/>
                      <a:pt x="26111" y="10193"/>
                      <a:pt x="23216" y="10193"/>
                    </a:cubicBezTo>
                    <a:cubicBezTo>
                      <a:pt x="21125" y="10193"/>
                      <a:pt x="19381" y="10436"/>
                      <a:pt x="17987" y="10925"/>
                    </a:cubicBezTo>
                    <a:cubicBezTo>
                      <a:pt x="16591" y="11414"/>
                      <a:pt x="15380" y="11963"/>
                      <a:pt x="14350" y="12572"/>
                    </a:cubicBezTo>
                    <a:cubicBezTo>
                      <a:pt x="13323" y="13180"/>
                      <a:pt x="12374" y="13733"/>
                      <a:pt x="11504" y="14218"/>
                    </a:cubicBezTo>
                    <a:cubicBezTo>
                      <a:pt x="10630" y="14707"/>
                      <a:pt x="9674" y="14950"/>
                      <a:pt x="8628" y="14950"/>
                    </a:cubicBezTo>
                    <a:cubicBezTo>
                      <a:pt x="7758" y="14950"/>
                      <a:pt x="7007" y="14722"/>
                      <a:pt x="6379" y="14271"/>
                    </a:cubicBezTo>
                    <a:cubicBezTo>
                      <a:pt x="5752" y="13819"/>
                      <a:pt x="5248" y="13262"/>
                      <a:pt x="4859" y="12598"/>
                    </a:cubicBezTo>
                    <a:lnTo>
                      <a:pt x="2510" y="8468"/>
                    </a:lnTo>
                    <a:cubicBezTo>
                      <a:pt x="8680" y="2823"/>
                      <a:pt x="16120" y="0"/>
                      <a:pt x="24837" y="0"/>
                    </a:cubicBezTo>
                    <a:cubicBezTo>
                      <a:pt x="27975" y="0"/>
                      <a:pt x="30772" y="515"/>
                      <a:pt x="33230" y="1542"/>
                    </a:cubicBezTo>
                    <a:cubicBezTo>
                      <a:pt x="35687" y="2573"/>
                      <a:pt x="37771" y="3999"/>
                      <a:pt x="39478" y="5828"/>
                    </a:cubicBezTo>
                    <a:cubicBezTo>
                      <a:pt x="41185" y="7658"/>
                      <a:pt x="42485" y="9846"/>
                      <a:pt x="43374" y="12389"/>
                    </a:cubicBezTo>
                    <a:cubicBezTo>
                      <a:pt x="44263" y="14931"/>
                      <a:pt x="44703" y="17720"/>
                      <a:pt x="44703" y="20752"/>
                    </a:cubicBezTo>
                    <a:lnTo>
                      <a:pt x="44703" y="54625"/>
                    </a:lnTo>
                    <a:close/>
                    <a:moveTo>
                      <a:pt x="19608" y="46575"/>
                    </a:moveTo>
                    <a:cubicBezTo>
                      <a:pt x="20931" y="46575"/>
                      <a:pt x="22152" y="46452"/>
                      <a:pt x="23269" y="46213"/>
                    </a:cubicBezTo>
                    <a:cubicBezTo>
                      <a:pt x="24382" y="45978"/>
                      <a:pt x="25439" y="45615"/>
                      <a:pt x="26432" y="45134"/>
                    </a:cubicBezTo>
                    <a:cubicBezTo>
                      <a:pt x="27422" y="44652"/>
                      <a:pt x="28382" y="44062"/>
                      <a:pt x="29308" y="43357"/>
                    </a:cubicBezTo>
                    <a:cubicBezTo>
                      <a:pt x="30231" y="42658"/>
                      <a:pt x="31161" y="41822"/>
                      <a:pt x="32106" y="40862"/>
                    </a:cubicBezTo>
                    <a:lnTo>
                      <a:pt x="32106" y="31886"/>
                    </a:lnTo>
                    <a:cubicBezTo>
                      <a:pt x="28341" y="31886"/>
                      <a:pt x="25196" y="32125"/>
                      <a:pt x="22667" y="32600"/>
                    </a:cubicBezTo>
                    <a:cubicBezTo>
                      <a:pt x="20139" y="33070"/>
                      <a:pt x="18107" y="33679"/>
                      <a:pt x="16576" y="34414"/>
                    </a:cubicBezTo>
                    <a:cubicBezTo>
                      <a:pt x="15041" y="35150"/>
                      <a:pt x="13950" y="36012"/>
                      <a:pt x="13308" y="36994"/>
                    </a:cubicBezTo>
                    <a:cubicBezTo>
                      <a:pt x="12661" y="37976"/>
                      <a:pt x="12340" y="39044"/>
                      <a:pt x="12340" y="40205"/>
                    </a:cubicBezTo>
                    <a:cubicBezTo>
                      <a:pt x="12340" y="42487"/>
                      <a:pt x="13009" y="44114"/>
                      <a:pt x="14350" y="45100"/>
                    </a:cubicBezTo>
                    <a:cubicBezTo>
                      <a:pt x="15694" y="46086"/>
                      <a:pt x="17450" y="46575"/>
                      <a:pt x="19608" y="46575"/>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42" name="Google Shape;2642;p90"/>
              <p:cNvSpPr/>
              <p:nvPr/>
            </p:nvSpPr>
            <p:spPr>
              <a:xfrm>
                <a:off x="5857654" y="2763282"/>
                <a:ext cx="12915" cy="77677"/>
              </a:xfrm>
              <a:custGeom>
                <a:avLst/>
                <a:gdLst/>
                <a:ahLst/>
                <a:cxnLst/>
                <a:rect l="l" t="t" r="r" b="b"/>
                <a:pathLst>
                  <a:path w="12915" h="77677" extrusionOk="0">
                    <a:moveTo>
                      <a:pt x="12915" y="0"/>
                    </a:moveTo>
                    <a:lnTo>
                      <a:pt x="12915" y="77677"/>
                    </a:lnTo>
                    <a:lnTo>
                      <a:pt x="0" y="77677"/>
                    </a:lnTo>
                    <a:lnTo>
                      <a:pt x="0" y="0"/>
                    </a:lnTo>
                    <a:lnTo>
                      <a:pt x="12915" y="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43" name="Google Shape;2643;p90"/>
              <p:cNvSpPr/>
              <p:nvPr/>
            </p:nvSpPr>
            <p:spPr>
              <a:xfrm>
                <a:off x="5878622" y="2787327"/>
                <a:ext cx="54798" cy="71143"/>
              </a:xfrm>
              <a:custGeom>
                <a:avLst/>
                <a:gdLst/>
                <a:ahLst/>
                <a:cxnLst/>
                <a:rect l="l" t="t" r="r" b="b"/>
                <a:pathLst>
                  <a:path w="54798" h="71143" extrusionOk="0">
                    <a:moveTo>
                      <a:pt x="25569" y="68373"/>
                    </a:moveTo>
                    <a:cubicBezTo>
                      <a:pt x="25185" y="69276"/>
                      <a:pt x="24688" y="69967"/>
                      <a:pt x="24079" y="70437"/>
                    </a:cubicBezTo>
                    <a:cubicBezTo>
                      <a:pt x="23470" y="70908"/>
                      <a:pt x="22537" y="71143"/>
                      <a:pt x="21282" y="71143"/>
                    </a:cubicBezTo>
                    <a:lnTo>
                      <a:pt x="11661" y="71143"/>
                    </a:lnTo>
                    <a:lnTo>
                      <a:pt x="21700" y="49655"/>
                    </a:lnTo>
                    <a:lnTo>
                      <a:pt x="0" y="0"/>
                    </a:lnTo>
                    <a:lnTo>
                      <a:pt x="11294" y="0"/>
                    </a:lnTo>
                    <a:cubicBezTo>
                      <a:pt x="12340" y="0"/>
                      <a:pt x="13140" y="243"/>
                      <a:pt x="13700" y="732"/>
                    </a:cubicBezTo>
                    <a:cubicBezTo>
                      <a:pt x="14256" y="1221"/>
                      <a:pt x="14674" y="1777"/>
                      <a:pt x="14955" y="2404"/>
                    </a:cubicBezTo>
                    <a:lnTo>
                      <a:pt x="26406" y="30210"/>
                    </a:lnTo>
                    <a:cubicBezTo>
                      <a:pt x="26791" y="31121"/>
                      <a:pt x="27119" y="32062"/>
                      <a:pt x="27399" y="33036"/>
                    </a:cubicBezTo>
                    <a:cubicBezTo>
                      <a:pt x="27680" y="34011"/>
                      <a:pt x="27922" y="34989"/>
                      <a:pt x="28131" y="35964"/>
                    </a:cubicBezTo>
                    <a:cubicBezTo>
                      <a:pt x="28412" y="34952"/>
                      <a:pt x="28714" y="33977"/>
                      <a:pt x="29047" y="33036"/>
                    </a:cubicBezTo>
                    <a:cubicBezTo>
                      <a:pt x="29379" y="32095"/>
                      <a:pt x="29737" y="31140"/>
                      <a:pt x="30118" y="30161"/>
                    </a:cubicBezTo>
                    <a:lnTo>
                      <a:pt x="40890" y="2404"/>
                    </a:lnTo>
                    <a:cubicBezTo>
                      <a:pt x="41166" y="1710"/>
                      <a:pt x="41630" y="1131"/>
                      <a:pt x="42276" y="679"/>
                    </a:cubicBezTo>
                    <a:cubicBezTo>
                      <a:pt x="42922" y="228"/>
                      <a:pt x="43643" y="0"/>
                      <a:pt x="44446" y="0"/>
                    </a:cubicBezTo>
                    <a:lnTo>
                      <a:pt x="54799" y="0"/>
                    </a:lnTo>
                    <a:lnTo>
                      <a:pt x="25569" y="68373"/>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44" name="Google Shape;2644;p90"/>
              <p:cNvSpPr/>
              <p:nvPr/>
            </p:nvSpPr>
            <p:spPr>
              <a:xfrm>
                <a:off x="5936084" y="2770913"/>
                <a:ext cx="36553" cy="70881"/>
              </a:xfrm>
              <a:custGeom>
                <a:avLst/>
                <a:gdLst/>
                <a:ahLst/>
                <a:cxnLst/>
                <a:rect l="l" t="t" r="r" b="b"/>
                <a:pathLst>
                  <a:path w="36553" h="70881" extrusionOk="0">
                    <a:moveTo>
                      <a:pt x="22488" y="70882"/>
                    </a:moveTo>
                    <a:cubicBezTo>
                      <a:pt x="17849" y="70882"/>
                      <a:pt x="14279" y="69568"/>
                      <a:pt x="11769" y="66935"/>
                    </a:cubicBezTo>
                    <a:cubicBezTo>
                      <a:pt x="9259" y="64307"/>
                      <a:pt x="8004" y="60670"/>
                      <a:pt x="8004" y="56036"/>
                    </a:cubicBezTo>
                    <a:lnTo>
                      <a:pt x="8004" y="26084"/>
                    </a:lnTo>
                    <a:lnTo>
                      <a:pt x="2566" y="26084"/>
                    </a:lnTo>
                    <a:cubicBezTo>
                      <a:pt x="1864" y="26084"/>
                      <a:pt x="1262" y="25856"/>
                      <a:pt x="762" y="25404"/>
                    </a:cubicBezTo>
                    <a:cubicBezTo>
                      <a:pt x="254" y="24953"/>
                      <a:pt x="0" y="24273"/>
                      <a:pt x="0" y="23366"/>
                    </a:cubicBezTo>
                    <a:lnTo>
                      <a:pt x="0" y="18243"/>
                    </a:lnTo>
                    <a:lnTo>
                      <a:pt x="8631" y="16832"/>
                    </a:lnTo>
                    <a:lnTo>
                      <a:pt x="11347" y="2195"/>
                    </a:lnTo>
                    <a:cubicBezTo>
                      <a:pt x="11489" y="1501"/>
                      <a:pt x="11813" y="960"/>
                      <a:pt x="12314" y="571"/>
                    </a:cubicBezTo>
                    <a:cubicBezTo>
                      <a:pt x="12822" y="190"/>
                      <a:pt x="13457" y="0"/>
                      <a:pt x="14223" y="0"/>
                    </a:cubicBezTo>
                    <a:lnTo>
                      <a:pt x="20919" y="0"/>
                    </a:lnTo>
                    <a:lnTo>
                      <a:pt x="20919" y="16884"/>
                    </a:lnTo>
                    <a:lnTo>
                      <a:pt x="35033" y="16884"/>
                    </a:lnTo>
                    <a:lnTo>
                      <a:pt x="35033" y="26084"/>
                    </a:lnTo>
                    <a:lnTo>
                      <a:pt x="20919" y="26084"/>
                    </a:lnTo>
                    <a:lnTo>
                      <a:pt x="20919" y="55148"/>
                    </a:lnTo>
                    <a:cubicBezTo>
                      <a:pt x="20919" y="56820"/>
                      <a:pt x="21334" y="58127"/>
                      <a:pt x="22174" y="59068"/>
                    </a:cubicBezTo>
                    <a:cubicBezTo>
                      <a:pt x="23011" y="60005"/>
                      <a:pt x="24124" y="60480"/>
                      <a:pt x="25517" y="60480"/>
                    </a:cubicBezTo>
                    <a:cubicBezTo>
                      <a:pt x="26320" y="60480"/>
                      <a:pt x="26992" y="60382"/>
                      <a:pt x="27530" y="60192"/>
                    </a:cubicBezTo>
                    <a:cubicBezTo>
                      <a:pt x="28072" y="60002"/>
                      <a:pt x="28542" y="59800"/>
                      <a:pt x="28942" y="59591"/>
                    </a:cubicBezTo>
                    <a:cubicBezTo>
                      <a:pt x="29345" y="59378"/>
                      <a:pt x="29704" y="59184"/>
                      <a:pt x="30018" y="58990"/>
                    </a:cubicBezTo>
                    <a:cubicBezTo>
                      <a:pt x="30331" y="58799"/>
                      <a:pt x="30641" y="58702"/>
                      <a:pt x="30955" y="58702"/>
                    </a:cubicBezTo>
                    <a:cubicBezTo>
                      <a:pt x="31340" y="58702"/>
                      <a:pt x="31653" y="58799"/>
                      <a:pt x="31896" y="58990"/>
                    </a:cubicBezTo>
                    <a:cubicBezTo>
                      <a:pt x="32143" y="59184"/>
                      <a:pt x="32401" y="59468"/>
                      <a:pt x="32681" y="59849"/>
                    </a:cubicBezTo>
                    <a:lnTo>
                      <a:pt x="36554" y="66125"/>
                    </a:lnTo>
                    <a:cubicBezTo>
                      <a:pt x="34671" y="67693"/>
                      <a:pt x="32509" y="68877"/>
                      <a:pt x="30066" y="69680"/>
                    </a:cubicBezTo>
                    <a:cubicBezTo>
                      <a:pt x="27627" y="70478"/>
                      <a:pt x="25099" y="70882"/>
                      <a:pt x="22488" y="70882"/>
                    </a:cubicBez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45" name="Google Shape;2645;p90"/>
              <p:cNvSpPr/>
              <p:nvPr/>
            </p:nvSpPr>
            <p:spPr>
              <a:xfrm>
                <a:off x="5980582" y="2763438"/>
                <a:ext cx="16523" cy="77520"/>
              </a:xfrm>
              <a:custGeom>
                <a:avLst/>
                <a:gdLst/>
                <a:ahLst/>
                <a:cxnLst/>
                <a:rect l="l" t="t" r="r" b="b"/>
                <a:pathLst>
                  <a:path w="16523" h="77520" extrusionOk="0">
                    <a:moveTo>
                      <a:pt x="16523" y="8259"/>
                    </a:moveTo>
                    <a:cubicBezTo>
                      <a:pt x="16523" y="9376"/>
                      <a:pt x="16299" y="10421"/>
                      <a:pt x="15847" y="11395"/>
                    </a:cubicBezTo>
                    <a:cubicBezTo>
                      <a:pt x="15392" y="12374"/>
                      <a:pt x="14790" y="13225"/>
                      <a:pt x="14040" y="13957"/>
                    </a:cubicBezTo>
                    <a:cubicBezTo>
                      <a:pt x="13292" y="14689"/>
                      <a:pt x="12411" y="15271"/>
                      <a:pt x="11399" y="15708"/>
                    </a:cubicBezTo>
                    <a:cubicBezTo>
                      <a:pt x="10391" y="16141"/>
                      <a:pt x="9311" y="16361"/>
                      <a:pt x="8157" y="16361"/>
                    </a:cubicBezTo>
                    <a:cubicBezTo>
                      <a:pt x="7040" y="16361"/>
                      <a:pt x="5987" y="16141"/>
                      <a:pt x="4994" y="15708"/>
                    </a:cubicBezTo>
                    <a:cubicBezTo>
                      <a:pt x="4004" y="15271"/>
                      <a:pt x="3137" y="14689"/>
                      <a:pt x="2405" y="13957"/>
                    </a:cubicBezTo>
                    <a:cubicBezTo>
                      <a:pt x="1677" y="13225"/>
                      <a:pt x="1091" y="12374"/>
                      <a:pt x="654" y="11395"/>
                    </a:cubicBezTo>
                    <a:cubicBezTo>
                      <a:pt x="220" y="10421"/>
                      <a:pt x="0" y="9376"/>
                      <a:pt x="0" y="8259"/>
                    </a:cubicBezTo>
                    <a:cubicBezTo>
                      <a:pt x="0" y="7109"/>
                      <a:pt x="220" y="6026"/>
                      <a:pt x="654" y="5018"/>
                    </a:cubicBezTo>
                    <a:cubicBezTo>
                      <a:pt x="1091" y="4006"/>
                      <a:pt x="1677" y="3136"/>
                      <a:pt x="2405" y="2405"/>
                    </a:cubicBezTo>
                    <a:cubicBezTo>
                      <a:pt x="3137" y="1669"/>
                      <a:pt x="4004" y="1090"/>
                      <a:pt x="4994" y="653"/>
                    </a:cubicBezTo>
                    <a:cubicBezTo>
                      <a:pt x="5987" y="220"/>
                      <a:pt x="7040" y="0"/>
                      <a:pt x="8157" y="0"/>
                    </a:cubicBezTo>
                    <a:cubicBezTo>
                      <a:pt x="9311" y="0"/>
                      <a:pt x="10391" y="220"/>
                      <a:pt x="11399" y="653"/>
                    </a:cubicBezTo>
                    <a:cubicBezTo>
                      <a:pt x="12411" y="1090"/>
                      <a:pt x="13292" y="1669"/>
                      <a:pt x="14040" y="2405"/>
                    </a:cubicBezTo>
                    <a:cubicBezTo>
                      <a:pt x="14790" y="3136"/>
                      <a:pt x="15392" y="4006"/>
                      <a:pt x="15847" y="5018"/>
                    </a:cubicBezTo>
                    <a:cubicBezTo>
                      <a:pt x="16299" y="6026"/>
                      <a:pt x="16523" y="7109"/>
                      <a:pt x="16523" y="8259"/>
                    </a:cubicBezTo>
                    <a:close/>
                    <a:moveTo>
                      <a:pt x="14592" y="23889"/>
                    </a:moveTo>
                    <a:lnTo>
                      <a:pt x="14592" y="77520"/>
                    </a:lnTo>
                    <a:lnTo>
                      <a:pt x="1677" y="77520"/>
                    </a:lnTo>
                    <a:lnTo>
                      <a:pt x="1677" y="23889"/>
                    </a:lnTo>
                    <a:lnTo>
                      <a:pt x="14592" y="23889"/>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46" name="Google Shape;2646;p90"/>
              <p:cNvSpPr/>
              <p:nvPr/>
            </p:nvSpPr>
            <p:spPr>
              <a:xfrm>
                <a:off x="6006151" y="2786491"/>
                <a:ext cx="45230" cy="55252"/>
              </a:xfrm>
              <a:custGeom>
                <a:avLst/>
                <a:gdLst/>
                <a:ahLst/>
                <a:cxnLst/>
                <a:rect l="l" t="t" r="r" b="b"/>
                <a:pathLst>
                  <a:path w="45230" h="55252" extrusionOk="0">
                    <a:moveTo>
                      <a:pt x="41308" y="12180"/>
                    </a:moveTo>
                    <a:cubicBezTo>
                      <a:pt x="40935" y="12669"/>
                      <a:pt x="40562" y="13049"/>
                      <a:pt x="40188" y="13329"/>
                    </a:cubicBezTo>
                    <a:cubicBezTo>
                      <a:pt x="39815" y="13610"/>
                      <a:pt x="39292" y="13748"/>
                      <a:pt x="38582" y="13748"/>
                    </a:cubicBezTo>
                    <a:cubicBezTo>
                      <a:pt x="37910" y="13748"/>
                      <a:pt x="37275" y="13546"/>
                      <a:pt x="36640" y="13147"/>
                    </a:cubicBezTo>
                    <a:cubicBezTo>
                      <a:pt x="36031" y="12747"/>
                      <a:pt x="35276" y="12292"/>
                      <a:pt x="34406" y="11787"/>
                    </a:cubicBezTo>
                    <a:cubicBezTo>
                      <a:pt x="33536" y="11283"/>
                      <a:pt x="32498" y="10828"/>
                      <a:pt x="31295" y="10428"/>
                    </a:cubicBezTo>
                    <a:cubicBezTo>
                      <a:pt x="30096" y="10029"/>
                      <a:pt x="28602" y="9827"/>
                      <a:pt x="26828" y="9827"/>
                    </a:cubicBezTo>
                    <a:cubicBezTo>
                      <a:pt x="24557" y="9827"/>
                      <a:pt x="22570" y="10238"/>
                      <a:pt x="20863" y="11056"/>
                    </a:cubicBezTo>
                    <a:cubicBezTo>
                      <a:pt x="19157" y="11877"/>
                      <a:pt x="17734" y="13049"/>
                      <a:pt x="16602" y="14584"/>
                    </a:cubicBezTo>
                    <a:cubicBezTo>
                      <a:pt x="15470" y="16115"/>
                      <a:pt x="14622" y="17974"/>
                      <a:pt x="14070" y="20151"/>
                    </a:cubicBezTo>
                    <a:cubicBezTo>
                      <a:pt x="13509" y="22332"/>
                      <a:pt x="13229" y="24796"/>
                      <a:pt x="13229" y="27548"/>
                    </a:cubicBezTo>
                    <a:cubicBezTo>
                      <a:pt x="13229" y="30408"/>
                      <a:pt x="13535" y="32947"/>
                      <a:pt x="14144" y="35180"/>
                    </a:cubicBezTo>
                    <a:cubicBezTo>
                      <a:pt x="14753" y="37412"/>
                      <a:pt x="15638" y="39283"/>
                      <a:pt x="16785" y="40799"/>
                    </a:cubicBezTo>
                    <a:cubicBezTo>
                      <a:pt x="17935" y="42315"/>
                      <a:pt x="19332" y="43465"/>
                      <a:pt x="20968" y="44249"/>
                    </a:cubicBezTo>
                    <a:cubicBezTo>
                      <a:pt x="22608" y="45033"/>
                      <a:pt x="24453" y="45425"/>
                      <a:pt x="26514" y="45425"/>
                    </a:cubicBezTo>
                    <a:cubicBezTo>
                      <a:pt x="28569" y="45425"/>
                      <a:pt x="30234" y="45175"/>
                      <a:pt x="31508" y="44667"/>
                    </a:cubicBezTo>
                    <a:cubicBezTo>
                      <a:pt x="32778" y="44163"/>
                      <a:pt x="33850" y="43607"/>
                      <a:pt x="34720" y="42994"/>
                    </a:cubicBezTo>
                    <a:cubicBezTo>
                      <a:pt x="35590" y="42386"/>
                      <a:pt x="36341" y="41826"/>
                      <a:pt x="37013" y="41318"/>
                    </a:cubicBezTo>
                    <a:cubicBezTo>
                      <a:pt x="37648" y="40817"/>
                      <a:pt x="38358" y="40564"/>
                      <a:pt x="39180" y="40564"/>
                    </a:cubicBezTo>
                    <a:cubicBezTo>
                      <a:pt x="40225" y="40564"/>
                      <a:pt x="41010" y="40967"/>
                      <a:pt x="41532" y="41766"/>
                    </a:cubicBezTo>
                    <a:lnTo>
                      <a:pt x="45230" y="46470"/>
                    </a:lnTo>
                    <a:cubicBezTo>
                      <a:pt x="43811" y="48143"/>
                      <a:pt x="42242" y="49547"/>
                      <a:pt x="40562" y="50678"/>
                    </a:cubicBezTo>
                    <a:cubicBezTo>
                      <a:pt x="38918" y="51810"/>
                      <a:pt x="37163" y="52717"/>
                      <a:pt x="35374" y="53397"/>
                    </a:cubicBezTo>
                    <a:cubicBezTo>
                      <a:pt x="33577" y="54072"/>
                      <a:pt x="31721" y="54554"/>
                      <a:pt x="29809" y="54834"/>
                    </a:cubicBezTo>
                    <a:cubicBezTo>
                      <a:pt x="27889" y="55114"/>
                      <a:pt x="25988" y="55252"/>
                      <a:pt x="24105" y="55252"/>
                    </a:cubicBezTo>
                    <a:cubicBezTo>
                      <a:pt x="20796" y="55252"/>
                      <a:pt x="17678" y="54632"/>
                      <a:pt x="14746" y="53397"/>
                    </a:cubicBezTo>
                    <a:cubicBezTo>
                      <a:pt x="11817" y="52161"/>
                      <a:pt x="9266" y="50354"/>
                      <a:pt x="7089" y="47986"/>
                    </a:cubicBezTo>
                    <a:cubicBezTo>
                      <a:pt x="4908" y="45619"/>
                      <a:pt x="3182" y="42714"/>
                      <a:pt x="1909" y="39283"/>
                    </a:cubicBezTo>
                    <a:cubicBezTo>
                      <a:pt x="635" y="35852"/>
                      <a:pt x="0" y="31939"/>
                      <a:pt x="0" y="27548"/>
                    </a:cubicBezTo>
                    <a:cubicBezTo>
                      <a:pt x="0" y="23609"/>
                      <a:pt x="568" y="19961"/>
                      <a:pt x="1699" y="16597"/>
                    </a:cubicBezTo>
                    <a:cubicBezTo>
                      <a:pt x="2835" y="13232"/>
                      <a:pt x="4497" y="10324"/>
                      <a:pt x="6693" y="7863"/>
                    </a:cubicBezTo>
                    <a:cubicBezTo>
                      <a:pt x="8889" y="5410"/>
                      <a:pt x="11612" y="3487"/>
                      <a:pt x="14854" y="2091"/>
                    </a:cubicBezTo>
                    <a:cubicBezTo>
                      <a:pt x="18092" y="698"/>
                      <a:pt x="21823" y="0"/>
                      <a:pt x="26040" y="0"/>
                    </a:cubicBezTo>
                    <a:cubicBezTo>
                      <a:pt x="30048" y="0"/>
                      <a:pt x="33562" y="646"/>
                      <a:pt x="36565" y="1934"/>
                    </a:cubicBezTo>
                    <a:cubicBezTo>
                      <a:pt x="39590" y="3222"/>
                      <a:pt x="42317" y="5067"/>
                      <a:pt x="44707" y="7475"/>
                    </a:cubicBezTo>
                    <a:lnTo>
                      <a:pt x="41308" y="12180"/>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47" name="Google Shape;2647;p90"/>
              <p:cNvSpPr/>
              <p:nvPr/>
            </p:nvSpPr>
            <p:spPr>
              <a:xfrm>
                <a:off x="6054930" y="2786491"/>
                <a:ext cx="40076" cy="55304"/>
              </a:xfrm>
              <a:custGeom>
                <a:avLst/>
                <a:gdLst/>
                <a:ahLst/>
                <a:cxnLst/>
                <a:rect l="l" t="t" r="r" b="b"/>
                <a:pathLst>
                  <a:path w="40076" h="55304" extrusionOk="0">
                    <a:moveTo>
                      <a:pt x="36565" y="11287"/>
                    </a:moveTo>
                    <a:cubicBezTo>
                      <a:pt x="36192" y="11847"/>
                      <a:pt x="35856" y="12239"/>
                      <a:pt x="35445" y="12467"/>
                    </a:cubicBezTo>
                    <a:cubicBezTo>
                      <a:pt x="35071" y="12691"/>
                      <a:pt x="34586" y="12807"/>
                      <a:pt x="33988" y="12807"/>
                    </a:cubicBezTo>
                    <a:cubicBezTo>
                      <a:pt x="33353" y="12807"/>
                      <a:pt x="32681" y="12631"/>
                      <a:pt x="31971" y="12284"/>
                    </a:cubicBezTo>
                    <a:cubicBezTo>
                      <a:pt x="31262" y="11933"/>
                      <a:pt x="30440" y="11545"/>
                      <a:pt x="29506" y="11108"/>
                    </a:cubicBezTo>
                    <a:cubicBezTo>
                      <a:pt x="28572" y="10671"/>
                      <a:pt x="27489" y="10279"/>
                      <a:pt x="26294" y="9932"/>
                    </a:cubicBezTo>
                    <a:cubicBezTo>
                      <a:pt x="25061" y="9581"/>
                      <a:pt x="23642" y="9409"/>
                      <a:pt x="22036" y="9409"/>
                    </a:cubicBezTo>
                    <a:cubicBezTo>
                      <a:pt x="19459" y="9409"/>
                      <a:pt x="17480" y="9950"/>
                      <a:pt x="16023" y="11029"/>
                    </a:cubicBezTo>
                    <a:cubicBezTo>
                      <a:pt x="14529" y="12109"/>
                      <a:pt x="13819" y="13520"/>
                      <a:pt x="13819" y="15264"/>
                    </a:cubicBezTo>
                    <a:cubicBezTo>
                      <a:pt x="13819" y="16414"/>
                      <a:pt x="14193" y="17381"/>
                      <a:pt x="14940" y="18165"/>
                    </a:cubicBezTo>
                    <a:cubicBezTo>
                      <a:pt x="15687" y="18949"/>
                      <a:pt x="16695" y="19640"/>
                      <a:pt x="17928" y="20230"/>
                    </a:cubicBezTo>
                    <a:cubicBezTo>
                      <a:pt x="19160" y="20823"/>
                      <a:pt x="20542" y="21353"/>
                      <a:pt x="22111" y="21824"/>
                    </a:cubicBezTo>
                    <a:cubicBezTo>
                      <a:pt x="23680" y="22294"/>
                      <a:pt x="25286" y="22806"/>
                      <a:pt x="26929" y="23366"/>
                    </a:cubicBezTo>
                    <a:cubicBezTo>
                      <a:pt x="28572" y="23922"/>
                      <a:pt x="30178" y="24561"/>
                      <a:pt x="31747" y="25274"/>
                    </a:cubicBezTo>
                    <a:cubicBezTo>
                      <a:pt x="33316" y="25987"/>
                      <a:pt x="34735" y="26894"/>
                      <a:pt x="35967" y="27992"/>
                    </a:cubicBezTo>
                    <a:cubicBezTo>
                      <a:pt x="37200" y="29090"/>
                      <a:pt x="38171" y="30408"/>
                      <a:pt x="38918" y="31939"/>
                    </a:cubicBezTo>
                    <a:cubicBezTo>
                      <a:pt x="39702" y="33473"/>
                      <a:pt x="40076" y="35318"/>
                      <a:pt x="40076" y="37480"/>
                    </a:cubicBezTo>
                    <a:cubicBezTo>
                      <a:pt x="40076" y="40060"/>
                      <a:pt x="39590" y="42434"/>
                      <a:pt x="38657" y="44615"/>
                    </a:cubicBezTo>
                    <a:cubicBezTo>
                      <a:pt x="37723" y="46792"/>
                      <a:pt x="36341" y="48673"/>
                      <a:pt x="34511" y="50260"/>
                    </a:cubicBezTo>
                    <a:cubicBezTo>
                      <a:pt x="32718" y="51847"/>
                      <a:pt x="30477" y="53083"/>
                      <a:pt x="27788" y="53972"/>
                    </a:cubicBezTo>
                    <a:cubicBezTo>
                      <a:pt x="25136" y="54860"/>
                      <a:pt x="22074" y="55304"/>
                      <a:pt x="18638" y="55304"/>
                    </a:cubicBezTo>
                    <a:cubicBezTo>
                      <a:pt x="16770" y="55304"/>
                      <a:pt x="14977" y="55140"/>
                      <a:pt x="13222" y="54808"/>
                    </a:cubicBezTo>
                    <a:cubicBezTo>
                      <a:pt x="11466" y="54476"/>
                      <a:pt x="9748" y="54016"/>
                      <a:pt x="8142" y="53423"/>
                    </a:cubicBezTo>
                    <a:cubicBezTo>
                      <a:pt x="6499" y="52829"/>
                      <a:pt x="5005" y="52135"/>
                      <a:pt x="3623" y="51332"/>
                    </a:cubicBezTo>
                    <a:cubicBezTo>
                      <a:pt x="2278" y="50529"/>
                      <a:pt x="1046" y="49659"/>
                      <a:pt x="0" y="48718"/>
                    </a:cubicBezTo>
                    <a:lnTo>
                      <a:pt x="2988" y="43801"/>
                    </a:lnTo>
                    <a:cubicBezTo>
                      <a:pt x="3362" y="43211"/>
                      <a:pt x="3810" y="42759"/>
                      <a:pt x="4333" y="42445"/>
                    </a:cubicBezTo>
                    <a:cubicBezTo>
                      <a:pt x="4856" y="42132"/>
                      <a:pt x="5528" y="41975"/>
                      <a:pt x="6349" y="41975"/>
                    </a:cubicBezTo>
                    <a:cubicBezTo>
                      <a:pt x="7134" y="41975"/>
                      <a:pt x="7881" y="42203"/>
                      <a:pt x="8591" y="42654"/>
                    </a:cubicBezTo>
                    <a:cubicBezTo>
                      <a:pt x="9337" y="43106"/>
                      <a:pt x="10159" y="43595"/>
                      <a:pt x="11093" y="44114"/>
                    </a:cubicBezTo>
                    <a:cubicBezTo>
                      <a:pt x="12027" y="44641"/>
                      <a:pt x="13147" y="45130"/>
                      <a:pt x="14417" y="45582"/>
                    </a:cubicBezTo>
                    <a:cubicBezTo>
                      <a:pt x="15687" y="46034"/>
                      <a:pt x="17293" y="46261"/>
                      <a:pt x="19235" y="46261"/>
                    </a:cubicBezTo>
                    <a:cubicBezTo>
                      <a:pt x="20766" y="46261"/>
                      <a:pt x="22111" y="46078"/>
                      <a:pt x="23194" y="45712"/>
                    </a:cubicBezTo>
                    <a:cubicBezTo>
                      <a:pt x="24277" y="45347"/>
                      <a:pt x="25211" y="44869"/>
                      <a:pt x="25920" y="44271"/>
                    </a:cubicBezTo>
                    <a:cubicBezTo>
                      <a:pt x="26630" y="43681"/>
                      <a:pt x="27153" y="42994"/>
                      <a:pt x="27489" y="42210"/>
                    </a:cubicBezTo>
                    <a:cubicBezTo>
                      <a:pt x="27825" y="41426"/>
                      <a:pt x="27975" y="40616"/>
                      <a:pt x="27975" y="39780"/>
                    </a:cubicBezTo>
                    <a:cubicBezTo>
                      <a:pt x="27975" y="38525"/>
                      <a:pt x="27601" y="37498"/>
                      <a:pt x="26854" y="36695"/>
                    </a:cubicBezTo>
                    <a:cubicBezTo>
                      <a:pt x="26107" y="35893"/>
                      <a:pt x="25099" y="35198"/>
                      <a:pt x="23866" y="34605"/>
                    </a:cubicBezTo>
                    <a:cubicBezTo>
                      <a:pt x="22634" y="34011"/>
                      <a:pt x="21215" y="33481"/>
                      <a:pt x="19646" y="33010"/>
                    </a:cubicBezTo>
                    <a:cubicBezTo>
                      <a:pt x="18040" y="32540"/>
                      <a:pt x="16434" y="32025"/>
                      <a:pt x="14790" y="31468"/>
                    </a:cubicBezTo>
                    <a:cubicBezTo>
                      <a:pt x="13110" y="30908"/>
                      <a:pt x="11504" y="30258"/>
                      <a:pt x="9935" y="29508"/>
                    </a:cubicBezTo>
                    <a:cubicBezTo>
                      <a:pt x="8329" y="28757"/>
                      <a:pt x="6910" y="27809"/>
                      <a:pt x="5677" y="26659"/>
                    </a:cubicBezTo>
                    <a:cubicBezTo>
                      <a:pt x="4445" y="25509"/>
                      <a:pt x="3436" y="24098"/>
                      <a:pt x="2689" y="22425"/>
                    </a:cubicBezTo>
                    <a:cubicBezTo>
                      <a:pt x="1942" y="20752"/>
                      <a:pt x="1569" y="18732"/>
                      <a:pt x="1569" y="16361"/>
                    </a:cubicBezTo>
                    <a:cubicBezTo>
                      <a:pt x="1569" y="14166"/>
                      <a:pt x="2017" y="12075"/>
                      <a:pt x="2876" y="10089"/>
                    </a:cubicBezTo>
                    <a:cubicBezTo>
                      <a:pt x="3735" y="8102"/>
                      <a:pt x="5042" y="6370"/>
                      <a:pt x="6723" y="4887"/>
                    </a:cubicBezTo>
                    <a:cubicBezTo>
                      <a:pt x="8404" y="3405"/>
                      <a:pt x="10533" y="2222"/>
                      <a:pt x="13035" y="1329"/>
                    </a:cubicBezTo>
                    <a:cubicBezTo>
                      <a:pt x="15575" y="444"/>
                      <a:pt x="18488" y="0"/>
                      <a:pt x="21812" y="0"/>
                    </a:cubicBezTo>
                    <a:cubicBezTo>
                      <a:pt x="25510" y="0"/>
                      <a:pt x="28871" y="609"/>
                      <a:pt x="31896" y="1830"/>
                    </a:cubicBezTo>
                    <a:cubicBezTo>
                      <a:pt x="34922" y="3047"/>
                      <a:pt x="37462" y="4652"/>
                      <a:pt x="39478" y="6639"/>
                    </a:cubicBezTo>
                    <a:lnTo>
                      <a:pt x="36565" y="11287"/>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grpSp>
        <p:nvGrpSpPr>
          <p:cNvPr id="2648" name="Google Shape;2648;p90"/>
          <p:cNvGrpSpPr/>
          <p:nvPr/>
        </p:nvGrpSpPr>
        <p:grpSpPr>
          <a:xfrm>
            <a:off x="7136517" y="1634548"/>
            <a:ext cx="263774" cy="400784"/>
            <a:chOff x="7373735" y="2342774"/>
            <a:chExt cx="322147" cy="489477"/>
          </a:xfrm>
        </p:grpSpPr>
        <p:sp>
          <p:nvSpPr>
            <p:cNvPr id="2649" name="Google Shape;2649;p90"/>
            <p:cNvSpPr/>
            <p:nvPr/>
          </p:nvSpPr>
          <p:spPr>
            <a:xfrm>
              <a:off x="7373735" y="2342774"/>
              <a:ext cx="322147" cy="322135"/>
            </a:xfrm>
            <a:custGeom>
              <a:avLst/>
              <a:gdLst/>
              <a:ahLst/>
              <a:cxnLst/>
              <a:rect l="l" t="t" r="r" b="b"/>
              <a:pathLst>
                <a:path w="322147" h="322135" extrusionOk="0">
                  <a:moveTo>
                    <a:pt x="217747" y="1975"/>
                  </a:moveTo>
                  <a:cubicBezTo>
                    <a:pt x="220884" y="16473"/>
                    <a:pt x="232313" y="27891"/>
                    <a:pt x="246804" y="31043"/>
                  </a:cubicBezTo>
                  <a:cubicBezTo>
                    <a:pt x="247775" y="31252"/>
                    <a:pt x="247775" y="32573"/>
                    <a:pt x="246804" y="32782"/>
                  </a:cubicBezTo>
                  <a:cubicBezTo>
                    <a:pt x="232313" y="35934"/>
                    <a:pt x="220884" y="47352"/>
                    <a:pt x="217747" y="61850"/>
                  </a:cubicBezTo>
                  <a:cubicBezTo>
                    <a:pt x="217523" y="62806"/>
                    <a:pt x="216215" y="62806"/>
                    <a:pt x="215991" y="61850"/>
                  </a:cubicBezTo>
                  <a:cubicBezTo>
                    <a:pt x="212854" y="47352"/>
                    <a:pt x="201425" y="35934"/>
                    <a:pt x="186934" y="32782"/>
                  </a:cubicBezTo>
                  <a:cubicBezTo>
                    <a:pt x="186000" y="32573"/>
                    <a:pt x="186000" y="31252"/>
                    <a:pt x="186934" y="31043"/>
                  </a:cubicBezTo>
                  <a:cubicBezTo>
                    <a:pt x="201425" y="27891"/>
                    <a:pt x="212854" y="16473"/>
                    <a:pt x="215991" y="1975"/>
                  </a:cubicBezTo>
                  <a:cubicBezTo>
                    <a:pt x="216215" y="1019"/>
                    <a:pt x="217523" y="1019"/>
                    <a:pt x="217747" y="1975"/>
                  </a:cubicBezTo>
                  <a:close/>
                  <a:moveTo>
                    <a:pt x="140732" y="251350"/>
                  </a:moveTo>
                  <a:cubicBezTo>
                    <a:pt x="152722" y="196150"/>
                    <a:pt x="196121" y="152726"/>
                    <a:pt x="251324" y="140729"/>
                  </a:cubicBezTo>
                  <a:cubicBezTo>
                    <a:pt x="256441" y="139613"/>
                    <a:pt x="260026" y="135211"/>
                    <a:pt x="260026" y="130017"/>
                  </a:cubicBezTo>
                  <a:cubicBezTo>
                    <a:pt x="260026" y="124827"/>
                    <a:pt x="256441" y="120425"/>
                    <a:pt x="251324" y="119309"/>
                  </a:cubicBezTo>
                  <a:cubicBezTo>
                    <a:pt x="196121" y="107309"/>
                    <a:pt x="152722" y="63889"/>
                    <a:pt x="140732" y="8688"/>
                  </a:cubicBezTo>
                  <a:cubicBezTo>
                    <a:pt x="139612" y="3573"/>
                    <a:pt x="135204" y="0"/>
                    <a:pt x="130013" y="0"/>
                  </a:cubicBezTo>
                  <a:cubicBezTo>
                    <a:pt x="124822" y="0"/>
                    <a:pt x="120414" y="3573"/>
                    <a:pt x="119294" y="8688"/>
                  </a:cubicBezTo>
                  <a:lnTo>
                    <a:pt x="119294" y="8692"/>
                  </a:lnTo>
                  <a:cubicBezTo>
                    <a:pt x="107305" y="63889"/>
                    <a:pt x="63905" y="107309"/>
                    <a:pt x="8702" y="119309"/>
                  </a:cubicBezTo>
                  <a:cubicBezTo>
                    <a:pt x="3585" y="120425"/>
                    <a:pt x="0" y="124827"/>
                    <a:pt x="0" y="130017"/>
                  </a:cubicBezTo>
                  <a:cubicBezTo>
                    <a:pt x="0" y="135211"/>
                    <a:pt x="3585" y="139613"/>
                    <a:pt x="8702" y="140729"/>
                  </a:cubicBezTo>
                  <a:cubicBezTo>
                    <a:pt x="63905" y="152726"/>
                    <a:pt x="107305" y="196150"/>
                    <a:pt x="119294" y="251353"/>
                  </a:cubicBezTo>
                  <a:cubicBezTo>
                    <a:pt x="120414" y="256465"/>
                    <a:pt x="124822" y="260035"/>
                    <a:pt x="130013" y="260035"/>
                  </a:cubicBezTo>
                  <a:cubicBezTo>
                    <a:pt x="135204" y="260035"/>
                    <a:pt x="139612" y="256465"/>
                    <a:pt x="140732" y="251350"/>
                  </a:cubicBezTo>
                  <a:close/>
                  <a:moveTo>
                    <a:pt x="130013" y="25950"/>
                  </a:moveTo>
                  <a:cubicBezTo>
                    <a:pt x="145625" y="75385"/>
                    <a:pt x="184655" y="114392"/>
                    <a:pt x="234105" y="130017"/>
                  </a:cubicBezTo>
                  <a:cubicBezTo>
                    <a:pt x="184655" y="145643"/>
                    <a:pt x="145625" y="184654"/>
                    <a:pt x="130013" y="234085"/>
                  </a:cubicBezTo>
                  <a:cubicBezTo>
                    <a:pt x="114401" y="184650"/>
                    <a:pt x="75371" y="145639"/>
                    <a:pt x="25920" y="130017"/>
                  </a:cubicBezTo>
                  <a:cubicBezTo>
                    <a:pt x="75371" y="114395"/>
                    <a:pt x="114401" y="75385"/>
                    <a:pt x="130013" y="25950"/>
                  </a:cubicBezTo>
                  <a:close/>
                  <a:moveTo>
                    <a:pt x="133785" y="11836"/>
                  </a:moveTo>
                  <a:cubicBezTo>
                    <a:pt x="133785" y="11840"/>
                    <a:pt x="133748" y="11843"/>
                    <a:pt x="133748" y="11847"/>
                  </a:cubicBezTo>
                  <a:cubicBezTo>
                    <a:pt x="133748" y="11843"/>
                    <a:pt x="133785" y="11836"/>
                    <a:pt x="133785" y="11832"/>
                  </a:cubicBezTo>
                  <a:lnTo>
                    <a:pt x="133785" y="11836"/>
                  </a:lnTo>
                  <a:close/>
                  <a:moveTo>
                    <a:pt x="259092" y="200948"/>
                  </a:moveTo>
                  <a:cubicBezTo>
                    <a:pt x="252780" y="229948"/>
                    <a:pt x="229960" y="252780"/>
                    <a:pt x="200977" y="259086"/>
                  </a:cubicBezTo>
                  <a:cubicBezTo>
                    <a:pt x="199035" y="259504"/>
                    <a:pt x="199035" y="262148"/>
                    <a:pt x="200977" y="262566"/>
                  </a:cubicBezTo>
                  <a:cubicBezTo>
                    <a:pt x="229960" y="268872"/>
                    <a:pt x="252780" y="291704"/>
                    <a:pt x="259092" y="320704"/>
                  </a:cubicBezTo>
                  <a:cubicBezTo>
                    <a:pt x="259503" y="322612"/>
                    <a:pt x="262155" y="322612"/>
                    <a:pt x="262566" y="320704"/>
                  </a:cubicBezTo>
                  <a:cubicBezTo>
                    <a:pt x="268878" y="291704"/>
                    <a:pt x="291698" y="268872"/>
                    <a:pt x="320719" y="262566"/>
                  </a:cubicBezTo>
                  <a:cubicBezTo>
                    <a:pt x="322624" y="262148"/>
                    <a:pt x="322624" y="259504"/>
                    <a:pt x="320719" y="259086"/>
                  </a:cubicBezTo>
                  <a:cubicBezTo>
                    <a:pt x="291698" y="252780"/>
                    <a:pt x="268878" y="229948"/>
                    <a:pt x="262566" y="200948"/>
                  </a:cubicBezTo>
                  <a:cubicBezTo>
                    <a:pt x="262155" y="199040"/>
                    <a:pt x="259503" y="199040"/>
                    <a:pt x="259092" y="200948"/>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650" name="Google Shape;2650;p90"/>
            <p:cNvGrpSpPr/>
            <p:nvPr/>
          </p:nvGrpSpPr>
          <p:grpSpPr>
            <a:xfrm>
              <a:off x="7497138" y="2756665"/>
              <a:ext cx="97407" cy="75586"/>
              <a:chOff x="7497138" y="2756665"/>
              <a:chExt cx="97407" cy="75586"/>
            </a:xfrm>
          </p:grpSpPr>
          <p:sp>
            <p:nvSpPr>
              <p:cNvPr id="2651" name="Google Shape;2651;p90"/>
              <p:cNvSpPr/>
              <p:nvPr/>
            </p:nvSpPr>
            <p:spPr>
              <a:xfrm>
                <a:off x="7497138" y="2756665"/>
                <a:ext cx="73764" cy="75586"/>
              </a:xfrm>
              <a:custGeom>
                <a:avLst/>
                <a:gdLst/>
                <a:ahLst/>
                <a:cxnLst/>
                <a:rect l="l" t="t" r="r" b="b"/>
                <a:pathLst>
                  <a:path w="73764" h="75586" extrusionOk="0">
                    <a:moveTo>
                      <a:pt x="73765" y="75586"/>
                    </a:moveTo>
                    <a:lnTo>
                      <a:pt x="62896" y="75586"/>
                    </a:lnTo>
                    <a:cubicBezTo>
                      <a:pt x="61664" y="75586"/>
                      <a:pt x="60655" y="75280"/>
                      <a:pt x="59871" y="74672"/>
                    </a:cubicBezTo>
                    <a:cubicBezTo>
                      <a:pt x="59124" y="74063"/>
                      <a:pt x="58526" y="73305"/>
                      <a:pt x="58190" y="72398"/>
                    </a:cubicBezTo>
                    <a:lnTo>
                      <a:pt x="52550" y="56977"/>
                    </a:lnTo>
                    <a:lnTo>
                      <a:pt x="21214" y="56977"/>
                    </a:lnTo>
                    <a:lnTo>
                      <a:pt x="15574" y="72398"/>
                    </a:lnTo>
                    <a:cubicBezTo>
                      <a:pt x="15276" y="73197"/>
                      <a:pt x="14753" y="73932"/>
                      <a:pt x="13931" y="74593"/>
                    </a:cubicBezTo>
                    <a:cubicBezTo>
                      <a:pt x="13110" y="75254"/>
                      <a:pt x="12101" y="75586"/>
                      <a:pt x="10906" y="75586"/>
                    </a:cubicBezTo>
                    <a:lnTo>
                      <a:pt x="0" y="75586"/>
                    </a:lnTo>
                    <a:lnTo>
                      <a:pt x="29693" y="0"/>
                    </a:lnTo>
                    <a:lnTo>
                      <a:pt x="44072" y="0"/>
                    </a:lnTo>
                    <a:lnTo>
                      <a:pt x="73765" y="75586"/>
                    </a:lnTo>
                    <a:close/>
                    <a:moveTo>
                      <a:pt x="24837" y="47045"/>
                    </a:moveTo>
                    <a:lnTo>
                      <a:pt x="48928" y="47045"/>
                    </a:lnTo>
                    <a:lnTo>
                      <a:pt x="39739" y="21902"/>
                    </a:lnTo>
                    <a:cubicBezTo>
                      <a:pt x="39329" y="20786"/>
                      <a:pt x="38843" y="19472"/>
                      <a:pt x="38357" y="17956"/>
                    </a:cubicBezTo>
                    <a:cubicBezTo>
                      <a:pt x="37835" y="16440"/>
                      <a:pt x="37349" y="14793"/>
                      <a:pt x="36864" y="13016"/>
                    </a:cubicBezTo>
                    <a:cubicBezTo>
                      <a:pt x="36378" y="14793"/>
                      <a:pt x="35893" y="16447"/>
                      <a:pt x="35407" y="17982"/>
                    </a:cubicBezTo>
                    <a:cubicBezTo>
                      <a:pt x="34959" y="19513"/>
                      <a:pt x="34473" y="20857"/>
                      <a:pt x="34025" y="22007"/>
                    </a:cubicBezTo>
                    <a:lnTo>
                      <a:pt x="24837" y="47045"/>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52" name="Google Shape;2652;p90"/>
              <p:cNvSpPr/>
              <p:nvPr/>
            </p:nvSpPr>
            <p:spPr>
              <a:xfrm>
                <a:off x="7580427" y="2756665"/>
                <a:ext cx="14118" cy="75586"/>
              </a:xfrm>
              <a:custGeom>
                <a:avLst/>
                <a:gdLst/>
                <a:ahLst/>
                <a:cxnLst/>
                <a:rect l="l" t="t" r="r" b="b"/>
                <a:pathLst>
                  <a:path w="14118" h="75586" extrusionOk="0">
                    <a:moveTo>
                      <a:pt x="14118" y="75586"/>
                    </a:moveTo>
                    <a:lnTo>
                      <a:pt x="0" y="75586"/>
                    </a:lnTo>
                    <a:lnTo>
                      <a:pt x="0" y="0"/>
                    </a:lnTo>
                    <a:lnTo>
                      <a:pt x="14118" y="0"/>
                    </a:lnTo>
                    <a:lnTo>
                      <a:pt x="14118" y="75586"/>
                    </a:lnTo>
                    <a:close/>
                  </a:path>
                </a:pathLst>
              </a:custGeom>
              <a:solidFill>
                <a:srgbClr val="000000"/>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sp>
        <p:nvSpPr>
          <p:cNvPr id="2653" name="Google Shape;2653;p90"/>
          <p:cNvSpPr/>
          <p:nvPr/>
        </p:nvSpPr>
        <p:spPr>
          <a:xfrm>
            <a:off x="8240303" y="1609198"/>
            <a:ext cx="239040" cy="269649"/>
          </a:xfrm>
          <a:custGeom>
            <a:avLst/>
            <a:gdLst/>
            <a:ahLst/>
            <a:cxnLst/>
            <a:rect l="l" t="t" r="r" b="b"/>
            <a:pathLst>
              <a:path w="291512" h="328840" extrusionOk="0">
                <a:moveTo>
                  <a:pt x="145767" y="279148"/>
                </a:moveTo>
                <a:cubicBezTo>
                  <a:pt x="132059" y="279148"/>
                  <a:pt x="120892" y="290300"/>
                  <a:pt x="120892" y="303996"/>
                </a:cubicBezTo>
                <a:cubicBezTo>
                  <a:pt x="120892" y="317695"/>
                  <a:pt x="132059" y="328840"/>
                  <a:pt x="145767" y="328840"/>
                </a:cubicBezTo>
                <a:cubicBezTo>
                  <a:pt x="159437" y="328840"/>
                  <a:pt x="170604" y="317695"/>
                  <a:pt x="170604" y="303996"/>
                </a:cubicBezTo>
                <a:cubicBezTo>
                  <a:pt x="170604" y="290300"/>
                  <a:pt x="159437" y="279148"/>
                  <a:pt x="145767" y="279148"/>
                </a:cubicBezTo>
                <a:close/>
                <a:moveTo>
                  <a:pt x="145767" y="314043"/>
                </a:moveTo>
                <a:cubicBezTo>
                  <a:pt x="140202" y="314043"/>
                  <a:pt x="135683" y="309533"/>
                  <a:pt x="135683" y="303996"/>
                </a:cubicBezTo>
                <a:cubicBezTo>
                  <a:pt x="135683" y="298455"/>
                  <a:pt x="140202" y="293944"/>
                  <a:pt x="145767" y="293944"/>
                </a:cubicBezTo>
                <a:cubicBezTo>
                  <a:pt x="151294" y="293944"/>
                  <a:pt x="155814" y="298455"/>
                  <a:pt x="155814" y="303996"/>
                </a:cubicBezTo>
                <a:cubicBezTo>
                  <a:pt x="155814" y="309533"/>
                  <a:pt x="151294" y="314043"/>
                  <a:pt x="145767" y="314043"/>
                </a:cubicBezTo>
                <a:close/>
                <a:moveTo>
                  <a:pt x="279104" y="212694"/>
                </a:moveTo>
                <a:cubicBezTo>
                  <a:pt x="279104" y="212694"/>
                  <a:pt x="279104" y="212687"/>
                  <a:pt x="279104" y="212687"/>
                </a:cubicBezTo>
                <a:cubicBezTo>
                  <a:pt x="269617" y="207220"/>
                  <a:pt x="258039" y="208818"/>
                  <a:pt x="250233" y="215700"/>
                </a:cubicBezTo>
                <a:lnTo>
                  <a:pt x="236526" y="207187"/>
                </a:lnTo>
                <a:cubicBezTo>
                  <a:pt x="242688" y="194189"/>
                  <a:pt x="246237" y="179729"/>
                  <a:pt x="246237" y="164420"/>
                </a:cubicBezTo>
                <a:cubicBezTo>
                  <a:pt x="246237" y="148570"/>
                  <a:pt x="242427" y="133624"/>
                  <a:pt x="235891" y="120283"/>
                </a:cubicBezTo>
                <a:lnTo>
                  <a:pt x="249038" y="112114"/>
                </a:lnTo>
                <a:cubicBezTo>
                  <a:pt x="253744" y="116867"/>
                  <a:pt x="260168" y="119469"/>
                  <a:pt x="266704" y="119469"/>
                </a:cubicBezTo>
                <a:cubicBezTo>
                  <a:pt x="270924" y="119469"/>
                  <a:pt x="275182" y="118401"/>
                  <a:pt x="279104" y="116146"/>
                </a:cubicBezTo>
                <a:cubicBezTo>
                  <a:pt x="290944" y="109295"/>
                  <a:pt x="295052" y="94069"/>
                  <a:pt x="288180" y="82210"/>
                </a:cubicBezTo>
                <a:cubicBezTo>
                  <a:pt x="281345" y="70344"/>
                  <a:pt x="266106" y="66278"/>
                  <a:pt x="254229" y="73115"/>
                </a:cubicBezTo>
                <a:cubicBezTo>
                  <a:pt x="244966" y="78461"/>
                  <a:pt x="240559" y="88912"/>
                  <a:pt x="242277" y="98893"/>
                </a:cubicBezTo>
                <a:lnTo>
                  <a:pt x="228421" y="107480"/>
                </a:lnTo>
                <a:cubicBezTo>
                  <a:pt x="211651" y="83188"/>
                  <a:pt x="184461" y="66693"/>
                  <a:pt x="153311" y="64355"/>
                </a:cubicBezTo>
                <a:lnTo>
                  <a:pt x="153311" y="48382"/>
                </a:lnTo>
                <a:cubicBezTo>
                  <a:pt x="163321" y="45160"/>
                  <a:pt x="170604" y="35885"/>
                  <a:pt x="170604" y="24844"/>
                </a:cubicBezTo>
                <a:cubicBezTo>
                  <a:pt x="170604" y="11145"/>
                  <a:pt x="159437" y="0"/>
                  <a:pt x="145767" y="0"/>
                </a:cubicBezTo>
                <a:cubicBezTo>
                  <a:pt x="132059" y="0"/>
                  <a:pt x="120892" y="11145"/>
                  <a:pt x="120892" y="24844"/>
                </a:cubicBezTo>
                <a:cubicBezTo>
                  <a:pt x="120892" y="36012"/>
                  <a:pt x="128362" y="45373"/>
                  <a:pt x="138521" y="48490"/>
                </a:cubicBezTo>
                <a:lnTo>
                  <a:pt x="138521" y="64336"/>
                </a:lnTo>
                <a:cubicBezTo>
                  <a:pt x="106849" y="66607"/>
                  <a:pt x="79173" y="83506"/>
                  <a:pt x="62403" y="108402"/>
                </a:cubicBezTo>
                <a:lnTo>
                  <a:pt x="48957" y="100069"/>
                </a:lnTo>
                <a:cubicBezTo>
                  <a:pt x="51273" y="89745"/>
                  <a:pt x="46903" y="78674"/>
                  <a:pt x="37267" y="73115"/>
                </a:cubicBezTo>
                <a:cubicBezTo>
                  <a:pt x="25390" y="66259"/>
                  <a:pt x="10151" y="70340"/>
                  <a:pt x="3316" y="82210"/>
                </a:cubicBezTo>
                <a:cubicBezTo>
                  <a:pt x="-3518" y="94069"/>
                  <a:pt x="552" y="109295"/>
                  <a:pt x="12392" y="116150"/>
                </a:cubicBezTo>
                <a:cubicBezTo>
                  <a:pt x="16314" y="118401"/>
                  <a:pt x="20572" y="119473"/>
                  <a:pt x="24792" y="119473"/>
                </a:cubicBezTo>
                <a:cubicBezTo>
                  <a:pt x="30955" y="119473"/>
                  <a:pt x="36968" y="117147"/>
                  <a:pt x="41599" y="112913"/>
                </a:cubicBezTo>
                <a:lnTo>
                  <a:pt x="55120" y="121314"/>
                </a:lnTo>
                <a:cubicBezTo>
                  <a:pt x="48882" y="134397"/>
                  <a:pt x="45260" y="148977"/>
                  <a:pt x="45260" y="164420"/>
                </a:cubicBezTo>
                <a:cubicBezTo>
                  <a:pt x="45260" y="179322"/>
                  <a:pt x="48621" y="193428"/>
                  <a:pt x="54485" y="206156"/>
                </a:cubicBezTo>
                <a:lnTo>
                  <a:pt x="40367" y="214904"/>
                </a:lnTo>
                <a:cubicBezTo>
                  <a:pt x="32635" y="208680"/>
                  <a:pt x="21543" y="207437"/>
                  <a:pt x="12392" y="212687"/>
                </a:cubicBezTo>
                <a:cubicBezTo>
                  <a:pt x="12392" y="212687"/>
                  <a:pt x="12392" y="212694"/>
                  <a:pt x="12392" y="212694"/>
                </a:cubicBezTo>
                <a:cubicBezTo>
                  <a:pt x="552" y="219542"/>
                  <a:pt x="-3518" y="234764"/>
                  <a:pt x="3316" y="246638"/>
                </a:cubicBezTo>
                <a:cubicBezTo>
                  <a:pt x="7910" y="254591"/>
                  <a:pt x="16276" y="259049"/>
                  <a:pt x="24904" y="259049"/>
                </a:cubicBezTo>
                <a:cubicBezTo>
                  <a:pt x="29087" y="259049"/>
                  <a:pt x="33345" y="257977"/>
                  <a:pt x="37267" y="255722"/>
                </a:cubicBezTo>
                <a:cubicBezTo>
                  <a:pt x="47389" y="249882"/>
                  <a:pt x="51758" y="237953"/>
                  <a:pt x="48621" y="227207"/>
                </a:cubicBezTo>
                <a:lnTo>
                  <a:pt x="61619" y="219138"/>
                </a:lnTo>
                <a:cubicBezTo>
                  <a:pt x="79546" y="246626"/>
                  <a:pt x="110546" y="264866"/>
                  <a:pt x="145767" y="264866"/>
                </a:cubicBezTo>
                <a:cubicBezTo>
                  <a:pt x="180576" y="264866"/>
                  <a:pt x="211278" y="247071"/>
                  <a:pt x="229317" y="220113"/>
                </a:cubicBezTo>
                <a:lnTo>
                  <a:pt x="242614" y="228380"/>
                </a:lnTo>
                <a:cubicBezTo>
                  <a:pt x="240111" y="238812"/>
                  <a:pt x="244481" y="250091"/>
                  <a:pt x="254229" y="255729"/>
                </a:cubicBezTo>
                <a:cubicBezTo>
                  <a:pt x="258151" y="257977"/>
                  <a:pt x="262409" y="259049"/>
                  <a:pt x="266629" y="259049"/>
                </a:cubicBezTo>
                <a:cubicBezTo>
                  <a:pt x="275220" y="259049"/>
                  <a:pt x="283586" y="254591"/>
                  <a:pt x="288180" y="246630"/>
                </a:cubicBezTo>
                <a:cubicBezTo>
                  <a:pt x="295052" y="234764"/>
                  <a:pt x="290944" y="219542"/>
                  <a:pt x="279104" y="212694"/>
                </a:cubicBezTo>
                <a:close/>
                <a:moveTo>
                  <a:pt x="261625" y="85929"/>
                </a:moveTo>
                <a:cubicBezTo>
                  <a:pt x="263230" y="85018"/>
                  <a:pt x="264949" y="84585"/>
                  <a:pt x="266629" y="84585"/>
                </a:cubicBezTo>
                <a:cubicBezTo>
                  <a:pt x="270140" y="84585"/>
                  <a:pt x="273501" y="86388"/>
                  <a:pt x="275369" y="89607"/>
                </a:cubicBezTo>
                <a:cubicBezTo>
                  <a:pt x="278133" y="94405"/>
                  <a:pt x="276490" y="100565"/>
                  <a:pt x="271709" y="103336"/>
                </a:cubicBezTo>
                <a:cubicBezTo>
                  <a:pt x="266891" y="106106"/>
                  <a:pt x="260728" y="104452"/>
                  <a:pt x="257964" y="99658"/>
                </a:cubicBezTo>
                <a:cubicBezTo>
                  <a:pt x="255201" y="94856"/>
                  <a:pt x="256844" y="88699"/>
                  <a:pt x="261625" y="85929"/>
                </a:cubicBezTo>
                <a:close/>
                <a:moveTo>
                  <a:pt x="33532" y="99654"/>
                </a:moveTo>
                <a:cubicBezTo>
                  <a:pt x="30768" y="104452"/>
                  <a:pt x="24605" y="106106"/>
                  <a:pt x="19825" y="103339"/>
                </a:cubicBezTo>
                <a:cubicBezTo>
                  <a:pt x="15007" y="100565"/>
                  <a:pt x="13363" y="94405"/>
                  <a:pt x="16127" y="89607"/>
                </a:cubicBezTo>
                <a:cubicBezTo>
                  <a:pt x="17995" y="86388"/>
                  <a:pt x="21393" y="84585"/>
                  <a:pt x="24867" y="84585"/>
                </a:cubicBezTo>
                <a:cubicBezTo>
                  <a:pt x="26547" y="84585"/>
                  <a:pt x="28303" y="85018"/>
                  <a:pt x="29872" y="85929"/>
                </a:cubicBezTo>
                <a:cubicBezTo>
                  <a:pt x="34652" y="88699"/>
                  <a:pt x="36296" y="94856"/>
                  <a:pt x="33532" y="99654"/>
                </a:cubicBezTo>
                <a:close/>
                <a:moveTo>
                  <a:pt x="29872" y="242911"/>
                </a:moveTo>
                <a:cubicBezTo>
                  <a:pt x="25054" y="245697"/>
                  <a:pt x="18891" y="244032"/>
                  <a:pt x="16127" y="239234"/>
                </a:cubicBezTo>
                <a:cubicBezTo>
                  <a:pt x="13363" y="234436"/>
                  <a:pt x="15007" y="228282"/>
                  <a:pt x="19825" y="225505"/>
                </a:cubicBezTo>
                <a:cubicBezTo>
                  <a:pt x="24605" y="222730"/>
                  <a:pt x="30768" y="224384"/>
                  <a:pt x="33532" y="229182"/>
                </a:cubicBezTo>
                <a:cubicBezTo>
                  <a:pt x="36296" y="233980"/>
                  <a:pt x="34652" y="240141"/>
                  <a:pt x="29872" y="242911"/>
                </a:cubicBezTo>
                <a:close/>
                <a:moveTo>
                  <a:pt x="135683" y="24844"/>
                </a:moveTo>
                <a:cubicBezTo>
                  <a:pt x="135683" y="19304"/>
                  <a:pt x="140202" y="14797"/>
                  <a:pt x="145767" y="14797"/>
                </a:cubicBezTo>
                <a:cubicBezTo>
                  <a:pt x="151294" y="14797"/>
                  <a:pt x="155814" y="19304"/>
                  <a:pt x="155814" y="24844"/>
                </a:cubicBezTo>
                <a:cubicBezTo>
                  <a:pt x="155814" y="30385"/>
                  <a:pt x="151294" y="34892"/>
                  <a:pt x="145767" y="34892"/>
                </a:cubicBezTo>
                <a:cubicBezTo>
                  <a:pt x="140202" y="34892"/>
                  <a:pt x="135683" y="30385"/>
                  <a:pt x="135683" y="24844"/>
                </a:cubicBezTo>
                <a:close/>
                <a:moveTo>
                  <a:pt x="145767" y="250069"/>
                </a:moveTo>
                <a:cubicBezTo>
                  <a:pt x="98520" y="250069"/>
                  <a:pt x="60087" y="211645"/>
                  <a:pt x="60087" y="164420"/>
                </a:cubicBezTo>
                <a:cubicBezTo>
                  <a:pt x="60087" y="117192"/>
                  <a:pt x="98520" y="78767"/>
                  <a:pt x="145767" y="78767"/>
                </a:cubicBezTo>
                <a:cubicBezTo>
                  <a:pt x="192976" y="78767"/>
                  <a:pt x="231446" y="117192"/>
                  <a:pt x="231446" y="164420"/>
                </a:cubicBezTo>
                <a:cubicBezTo>
                  <a:pt x="231446" y="211645"/>
                  <a:pt x="192976" y="250069"/>
                  <a:pt x="145767" y="250069"/>
                </a:cubicBezTo>
                <a:close/>
                <a:moveTo>
                  <a:pt x="275369" y="239226"/>
                </a:moveTo>
                <a:cubicBezTo>
                  <a:pt x="272605" y="244035"/>
                  <a:pt x="266442" y="245678"/>
                  <a:pt x="261625" y="242915"/>
                </a:cubicBezTo>
                <a:cubicBezTo>
                  <a:pt x="256844" y="240141"/>
                  <a:pt x="255201" y="233980"/>
                  <a:pt x="257964" y="229182"/>
                </a:cubicBezTo>
                <a:cubicBezTo>
                  <a:pt x="259832" y="225964"/>
                  <a:pt x="263193" y="224160"/>
                  <a:pt x="266704" y="224160"/>
                </a:cubicBezTo>
                <a:cubicBezTo>
                  <a:pt x="268385" y="224160"/>
                  <a:pt x="270103" y="224593"/>
                  <a:pt x="271709" y="225505"/>
                </a:cubicBezTo>
                <a:cubicBezTo>
                  <a:pt x="276490" y="228282"/>
                  <a:pt x="278133" y="234436"/>
                  <a:pt x="275369" y="239226"/>
                </a:cubicBezTo>
                <a:close/>
                <a:moveTo>
                  <a:pt x="24830" y="200787"/>
                </a:moveTo>
                <a:cubicBezTo>
                  <a:pt x="20759" y="200787"/>
                  <a:pt x="17434" y="197475"/>
                  <a:pt x="17434" y="193387"/>
                </a:cubicBezTo>
                <a:lnTo>
                  <a:pt x="17434" y="135398"/>
                </a:lnTo>
                <a:cubicBezTo>
                  <a:pt x="17434" y="131309"/>
                  <a:pt x="20759" y="127997"/>
                  <a:pt x="24830" y="127997"/>
                </a:cubicBezTo>
                <a:cubicBezTo>
                  <a:pt x="28938" y="127997"/>
                  <a:pt x="32225" y="131309"/>
                  <a:pt x="32225" y="135398"/>
                </a:cubicBezTo>
                <a:lnTo>
                  <a:pt x="32225" y="193387"/>
                </a:lnTo>
                <a:cubicBezTo>
                  <a:pt x="32225" y="197475"/>
                  <a:pt x="28938" y="200787"/>
                  <a:pt x="24830" y="200787"/>
                </a:cubicBezTo>
                <a:close/>
                <a:moveTo>
                  <a:pt x="266667" y="128501"/>
                </a:moveTo>
                <a:cubicBezTo>
                  <a:pt x="270738" y="128501"/>
                  <a:pt x="274062" y="131813"/>
                  <a:pt x="274062" y="135898"/>
                </a:cubicBezTo>
                <a:lnTo>
                  <a:pt x="274062" y="193320"/>
                </a:lnTo>
                <a:cubicBezTo>
                  <a:pt x="274062" y="197404"/>
                  <a:pt x="270738" y="200716"/>
                  <a:pt x="266667" y="200716"/>
                </a:cubicBezTo>
                <a:cubicBezTo>
                  <a:pt x="262558" y="200716"/>
                  <a:pt x="259272" y="197404"/>
                  <a:pt x="259272" y="193320"/>
                </a:cubicBezTo>
                <a:lnTo>
                  <a:pt x="259272" y="135898"/>
                </a:lnTo>
                <a:cubicBezTo>
                  <a:pt x="259272" y="131813"/>
                  <a:pt x="262558" y="128501"/>
                  <a:pt x="266667" y="128501"/>
                </a:cubicBezTo>
                <a:close/>
                <a:moveTo>
                  <a:pt x="116485" y="287115"/>
                </a:moveTo>
                <a:cubicBezTo>
                  <a:pt x="115140" y="289490"/>
                  <a:pt x="112638" y="290812"/>
                  <a:pt x="110098" y="290812"/>
                </a:cubicBezTo>
                <a:cubicBezTo>
                  <a:pt x="108828" y="290812"/>
                  <a:pt x="107558" y="290495"/>
                  <a:pt x="106400" y="289826"/>
                </a:cubicBezTo>
                <a:lnTo>
                  <a:pt x="56539" y="261054"/>
                </a:lnTo>
                <a:cubicBezTo>
                  <a:pt x="53028" y="259011"/>
                  <a:pt x="51796" y="254486"/>
                  <a:pt x="53850" y="250950"/>
                </a:cubicBezTo>
                <a:cubicBezTo>
                  <a:pt x="55904" y="247407"/>
                  <a:pt x="60424" y="246193"/>
                  <a:pt x="63934" y="248243"/>
                </a:cubicBezTo>
                <a:lnTo>
                  <a:pt x="113796" y="277012"/>
                </a:lnTo>
                <a:cubicBezTo>
                  <a:pt x="117344" y="279051"/>
                  <a:pt x="118539" y="283576"/>
                  <a:pt x="116485" y="287115"/>
                </a:cubicBezTo>
                <a:close/>
                <a:moveTo>
                  <a:pt x="175235" y="41855"/>
                </a:moveTo>
                <a:cubicBezTo>
                  <a:pt x="177289" y="38316"/>
                  <a:pt x="181772" y="37102"/>
                  <a:pt x="185320" y="39148"/>
                </a:cubicBezTo>
                <a:lnTo>
                  <a:pt x="235069" y="67850"/>
                </a:lnTo>
                <a:cubicBezTo>
                  <a:pt x="238617" y="69892"/>
                  <a:pt x="239813" y="74414"/>
                  <a:pt x="237796" y="77957"/>
                </a:cubicBezTo>
                <a:cubicBezTo>
                  <a:pt x="236414" y="80328"/>
                  <a:pt x="233911" y="81654"/>
                  <a:pt x="231372" y="81654"/>
                </a:cubicBezTo>
                <a:cubicBezTo>
                  <a:pt x="230101" y="81654"/>
                  <a:pt x="228832" y="81336"/>
                  <a:pt x="227674" y="80664"/>
                </a:cubicBezTo>
                <a:lnTo>
                  <a:pt x="177925" y="51959"/>
                </a:lnTo>
                <a:cubicBezTo>
                  <a:pt x="174377" y="49917"/>
                  <a:pt x="173181" y="45395"/>
                  <a:pt x="175235" y="41855"/>
                </a:cubicBezTo>
                <a:close/>
                <a:moveTo>
                  <a:pt x="237460" y="251066"/>
                </a:moveTo>
                <a:cubicBezTo>
                  <a:pt x="239514" y="254602"/>
                  <a:pt x="238281" y="259127"/>
                  <a:pt x="234733" y="261173"/>
                </a:cubicBezTo>
                <a:lnTo>
                  <a:pt x="185096" y="289837"/>
                </a:lnTo>
                <a:cubicBezTo>
                  <a:pt x="183938" y="290506"/>
                  <a:pt x="182668" y="290823"/>
                  <a:pt x="181398" y="290823"/>
                </a:cubicBezTo>
                <a:cubicBezTo>
                  <a:pt x="178858" y="290823"/>
                  <a:pt x="176356" y="289501"/>
                  <a:pt x="174974" y="287127"/>
                </a:cubicBezTo>
                <a:cubicBezTo>
                  <a:pt x="172920" y="283587"/>
                  <a:pt x="174152" y="279062"/>
                  <a:pt x="177701" y="277016"/>
                </a:cubicBezTo>
                <a:lnTo>
                  <a:pt x="227338" y="248355"/>
                </a:lnTo>
                <a:cubicBezTo>
                  <a:pt x="230886" y="246313"/>
                  <a:pt x="235405" y="247523"/>
                  <a:pt x="237460" y="251066"/>
                </a:cubicBezTo>
                <a:close/>
                <a:moveTo>
                  <a:pt x="53850" y="77894"/>
                </a:moveTo>
                <a:cubicBezTo>
                  <a:pt x="51796" y="74354"/>
                  <a:pt x="52991" y="69829"/>
                  <a:pt x="56539" y="67787"/>
                </a:cubicBezTo>
                <a:lnTo>
                  <a:pt x="106177" y="39137"/>
                </a:lnTo>
                <a:cubicBezTo>
                  <a:pt x="109725" y="37095"/>
                  <a:pt x="114244" y="38308"/>
                  <a:pt x="116298" y="41844"/>
                </a:cubicBezTo>
                <a:cubicBezTo>
                  <a:pt x="118352" y="45384"/>
                  <a:pt x="117120" y="49909"/>
                  <a:pt x="113572" y="51952"/>
                </a:cubicBezTo>
                <a:lnTo>
                  <a:pt x="63934" y="80601"/>
                </a:lnTo>
                <a:cubicBezTo>
                  <a:pt x="62777" y="81273"/>
                  <a:pt x="61506" y="81590"/>
                  <a:pt x="60237" y="81590"/>
                </a:cubicBezTo>
                <a:cubicBezTo>
                  <a:pt x="57697" y="81590"/>
                  <a:pt x="55195" y="80265"/>
                  <a:pt x="53850" y="77894"/>
                </a:cubicBezTo>
                <a:close/>
                <a:moveTo>
                  <a:pt x="176393" y="136663"/>
                </a:moveTo>
                <a:lnTo>
                  <a:pt x="209186" y="157725"/>
                </a:lnTo>
                <a:cubicBezTo>
                  <a:pt x="211315" y="159088"/>
                  <a:pt x="212585" y="161433"/>
                  <a:pt x="212585" y="163950"/>
                </a:cubicBezTo>
                <a:cubicBezTo>
                  <a:pt x="212585" y="166470"/>
                  <a:pt x="211315" y="168811"/>
                  <a:pt x="209186" y="170178"/>
                </a:cubicBezTo>
                <a:lnTo>
                  <a:pt x="176393" y="191244"/>
                </a:lnTo>
                <a:cubicBezTo>
                  <a:pt x="175161" y="192035"/>
                  <a:pt x="173779" y="192416"/>
                  <a:pt x="172397" y="192416"/>
                </a:cubicBezTo>
                <a:cubicBezTo>
                  <a:pt x="169969" y="192416"/>
                  <a:pt x="167579" y="191221"/>
                  <a:pt x="166159" y="189018"/>
                </a:cubicBezTo>
                <a:cubicBezTo>
                  <a:pt x="163956" y="185579"/>
                  <a:pt x="164964" y="181002"/>
                  <a:pt x="168400" y="178795"/>
                </a:cubicBezTo>
                <a:lnTo>
                  <a:pt x="191482" y="163950"/>
                </a:lnTo>
                <a:lnTo>
                  <a:pt x="168400" y="149112"/>
                </a:lnTo>
                <a:cubicBezTo>
                  <a:pt x="164964" y="146901"/>
                  <a:pt x="163956" y="142324"/>
                  <a:pt x="166159" y="138889"/>
                </a:cubicBezTo>
                <a:cubicBezTo>
                  <a:pt x="168363" y="135446"/>
                  <a:pt x="172957" y="134453"/>
                  <a:pt x="176393" y="136663"/>
                </a:cubicBezTo>
                <a:close/>
                <a:moveTo>
                  <a:pt x="123096" y="149112"/>
                </a:moveTo>
                <a:lnTo>
                  <a:pt x="100014" y="163950"/>
                </a:lnTo>
                <a:lnTo>
                  <a:pt x="123096" y="178795"/>
                </a:lnTo>
                <a:cubicBezTo>
                  <a:pt x="126569" y="181002"/>
                  <a:pt x="127540" y="185579"/>
                  <a:pt x="125337" y="189018"/>
                </a:cubicBezTo>
                <a:cubicBezTo>
                  <a:pt x="123917" y="191221"/>
                  <a:pt x="121527" y="192416"/>
                  <a:pt x="119099" y="192416"/>
                </a:cubicBezTo>
                <a:cubicBezTo>
                  <a:pt x="117717" y="192416"/>
                  <a:pt x="116335" y="192035"/>
                  <a:pt x="115103" y="191244"/>
                </a:cubicBezTo>
                <a:lnTo>
                  <a:pt x="82310" y="170178"/>
                </a:lnTo>
                <a:cubicBezTo>
                  <a:pt x="80181" y="168811"/>
                  <a:pt x="78911" y="166470"/>
                  <a:pt x="78911" y="163950"/>
                </a:cubicBezTo>
                <a:cubicBezTo>
                  <a:pt x="78911" y="161433"/>
                  <a:pt x="80218" y="159088"/>
                  <a:pt x="82310" y="157725"/>
                </a:cubicBezTo>
                <a:lnTo>
                  <a:pt x="115103" y="136663"/>
                </a:lnTo>
                <a:cubicBezTo>
                  <a:pt x="118539" y="134453"/>
                  <a:pt x="123133" y="135446"/>
                  <a:pt x="125337" y="138889"/>
                </a:cubicBezTo>
                <a:cubicBezTo>
                  <a:pt x="127540" y="142324"/>
                  <a:pt x="126569" y="146901"/>
                  <a:pt x="123096" y="149112"/>
                </a:cubicBezTo>
                <a:close/>
                <a:moveTo>
                  <a:pt x="159960" y="135222"/>
                </a:moveTo>
                <a:lnTo>
                  <a:pt x="146065" y="196867"/>
                </a:lnTo>
                <a:cubicBezTo>
                  <a:pt x="145281" y="200305"/>
                  <a:pt x="142219" y="202643"/>
                  <a:pt x="138857" y="202643"/>
                </a:cubicBezTo>
                <a:cubicBezTo>
                  <a:pt x="138334" y="202643"/>
                  <a:pt x="137774" y="202583"/>
                  <a:pt x="137214" y="202463"/>
                </a:cubicBezTo>
                <a:cubicBezTo>
                  <a:pt x="133217" y="201560"/>
                  <a:pt x="130715" y="197602"/>
                  <a:pt x="131611" y="193618"/>
                </a:cubicBezTo>
                <a:lnTo>
                  <a:pt x="145506" y="131970"/>
                </a:lnTo>
                <a:cubicBezTo>
                  <a:pt x="146402" y="127986"/>
                  <a:pt x="150398" y="125473"/>
                  <a:pt x="154357" y="126381"/>
                </a:cubicBezTo>
                <a:cubicBezTo>
                  <a:pt x="158353" y="127277"/>
                  <a:pt x="160856" y="131234"/>
                  <a:pt x="159960" y="135222"/>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654" name="Google Shape;2654;p90"/>
          <p:cNvGrpSpPr/>
          <p:nvPr/>
        </p:nvGrpSpPr>
        <p:grpSpPr>
          <a:xfrm>
            <a:off x="8075326" y="1946631"/>
            <a:ext cx="568993" cy="164506"/>
            <a:chOff x="6965402" y="2063684"/>
            <a:chExt cx="591838" cy="171111"/>
          </a:xfrm>
        </p:grpSpPr>
        <p:sp>
          <p:nvSpPr>
            <p:cNvPr id="2655" name="Google Shape;2655;p90"/>
            <p:cNvSpPr/>
            <p:nvPr/>
          </p:nvSpPr>
          <p:spPr>
            <a:xfrm>
              <a:off x="7024035" y="2065460"/>
              <a:ext cx="60616" cy="62068"/>
            </a:xfrm>
            <a:custGeom>
              <a:avLst/>
              <a:gdLst/>
              <a:ahLst/>
              <a:cxnLst/>
              <a:rect l="l" t="t" r="r" b="b"/>
              <a:pathLst>
                <a:path w="60616" h="62068" extrusionOk="0">
                  <a:moveTo>
                    <a:pt x="60617" y="62039"/>
                  </a:moveTo>
                  <a:lnTo>
                    <a:pt x="51678" y="62039"/>
                  </a:lnTo>
                  <a:cubicBezTo>
                    <a:pt x="50672" y="62039"/>
                    <a:pt x="49873" y="61802"/>
                    <a:pt x="49221" y="61299"/>
                  </a:cubicBezTo>
                  <a:cubicBezTo>
                    <a:pt x="48600" y="60796"/>
                    <a:pt x="48126" y="60174"/>
                    <a:pt x="47801" y="59434"/>
                  </a:cubicBezTo>
                  <a:lnTo>
                    <a:pt x="43154" y="46766"/>
                  </a:lnTo>
                  <a:lnTo>
                    <a:pt x="17433" y="46766"/>
                  </a:lnTo>
                  <a:lnTo>
                    <a:pt x="12786" y="59434"/>
                  </a:lnTo>
                  <a:cubicBezTo>
                    <a:pt x="12549" y="60086"/>
                    <a:pt x="12106" y="60707"/>
                    <a:pt x="11454" y="61240"/>
                  </a:cubicBezTo>
                  <a:cubicBezTo>
                    <a:pt x="10803" y="61773"/>
                    <a:pt x="9974" y="62069"/>
                    <a:pt x="8998" y="62069"/>
                  </a:cubicBezTo>
                  <a:lnTo>
                    <a:pt x="0" y="62069"/>
                  </a:lnTo>
                  <a:lnTo>
                    <a:pt x="24418" y="0"/>
                  </a:lnTo>
                  <a:lnTo>
                    <a:pt x="36169" y="0"/>
                  </a:lnTo>
                  <a:lnTo>
                    <a:pt x="60557" y="62069"/>
                  </a:lnTo>
                  <a:close/>
                  <a:moveTo>
                    <a:pt x="40224" y="38626"/>
                  </a:moveTo>
                  <a:lnTo>
                    <a:pt x="32676" y="17996"/>
                  </a:lnTo>
                  <a:cubicBezTo>
                    <a:pt x="32291" y="17079"/>
                    <a:pt x="31907" y="15983"/>
                    <a:pt x="31522" y="14740"/>
                  </a:cubicBezTo>
                  <a:cubicBezTo>
                    <a:pt x="31137" y="13467"/>
                    <a:pt x="30723" y="12135"/>
                    <a:pt x="30308" y="10656"/>
                  </a:cubicBezTo>
                  <a:cubicBezTo>
                    <a:pt x="29923" y="12106"/>
                    <a:pt x="29539" y="13497"/>
                    <a:pt x="29154" y="14740"/>
                  </a:cubicBezTo>
                  <a:cubicBezTo>
                    <a:pt x="28740" y="16013"/>
                    <a:pt x="28355" y="17108"/>
                    <a:pt x="28000" y="18055"/>
                  </a:cubicBezTo>
                  <a:lnTo>
                    <a:pt x="20482" y="38626"/>
                  </a:lnTo>
                  <a:lnTo>
                    <a:pt x="40224" y="38626"/>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56" name="Google Shape;2656;p90"/>
            <p:cNvSpPr/>
            <p:nvPr/>
          </p:nvSpPr>
          <p:spPr>
            <a:xfrm>
              <a:off x="7089328" y="2082657"/>
              <a:ext cx="40519" cy="59227"/>
            </a:xfrm>
            <a:custGeom>
              <a:avLst/>
              <a:gdLst/>
              <a:ahLst/>
              <a:cxnLst/>
              <a:rect l="l" t="t" r="r" b="b"/>
              <a:pathLst>
                <a:path w="40519" h="59227" extrusionOk="0">
                  <a:moveTo>
                    <a:pt x="10034" y="6837"/>
                  </a:moveTo>
                  <a:cubicBezTo>
                    <a:pt x="11839" y="4795"/>
                    <a:pt x="13881" y="3167"/>
                    <a:pt x="16160" y="1894"/>
                  </a:cubicBezTo>
                  <a:cubicBezTo>
                    <a:pt x="18439" y="651"/>
                    <a:pt x="21133" y="0"/>
                    <a:pt x="24240" y="0"/>
                  </a:cubicBezTo>
                  <a:cubicBezTo>
                    <a:pt x="26638" y="0"/>
                    <a:pt x="28828" y="503"/>
                    <a:pt x="30841" y="1509"/>
                  </a:cubicBezTo>
                  <a:cubicBezTo>
                    <a:pt x="32824" y="2516"/>
                    <a:pt x="34541" y="3966"/>
                    <a:pt x="35991" y="5861"/>
                  </a:cubicBezTo>
                  <a:cubicBezTo>
                    <a:pt x="37441" y="7755"/>
                    <a:pt x="38536" y="10123"/>
                    <a:pt x="39336" y="12905"/>
                  </a:cubicBezTo>
                  <a:cubicBezTo>
                    <a:pt x="40135" y="15687"/>
                    <a:pt x="40519" y="18884"/>
                    <a:pt x="40519" y="22495"/>
                  </a:cubicBezTo>
                  <a:cubicBezTo>
                    <a:pt x="40519" y="25781"/>
                    <a:pt x="40076" y="28829"/>
                    <a:pt x="39188" y="31641"/>
                  </a:cubicBezTo>
                  <a:cubicBezTo>
                    <a:pt x="38299" y="34453"/>
                    <a:pt x="37027" y="36880"/>
                    <a:pt x="35399" y="38922"/>
                  </a:cubicBezTo>
                  <a:cubicBezTo>
                    <a:pt x="33742" y="40994"/>
                    <a:pt x="31758" y="42593"/>
                    <a:pt x="29420" y="43747"/>
                  </a:cubicBezTo>
                  <a:cubicBezTo>
                    <a:pt x="27082" y="44901"/>
                    <a:pt x="24477" y="45493"/>
                    <a:pt x="21577" y="45493"/>
                  </a:cubicBezTo>
                  <a:cubicBezTo>
                    <a:pt x="19120" y="45493"/>
                    <a:pt x="17019" y="45109"/>
                    <a:pt x="15273" y="44369"/>
                  </a:cubicBezTo>
                  <a:cubicBezTo>
                    <a:pt x="13526" y="43629"/>
                    <a:pt x="11958" y="42563"/>
                    <a:pt x="10596" y="41202"/>
                  </a:cubicBezTo>
                  <a:lnTo>
                    <a:pt x="10596" y="59227"/>
                  </a:lnTo>
                  <a:lnTo>
                    <a:pt x="0" y="59227"/>
                  </a:lnTo>
                  <a:lnTo>
                    <a:pt x="0" y="829"/>
                  </a:lnTo>
                  <a:lnTo>
                    <a:pt x="6482" y="829"/>
                  </a:lnTo>
                  <a:cubicBezTo>
                    <a:pt x="7844" y="829"/>
                    <a:pt x="8761" y="1480"/>
                    <a:pt x="9175" y="2753"/>
                  </a:cubicBezTo>
                  <a:lnTo>
                    <a:pt x="10034" y="6837"/>
                  </a:lnTo>
                  <a:close/>
                  <a:moveTo>
                    <a:pt x="10596" y="33447"/>
                  </a:moveTo>
                  <a:cubicBezTo>
                    <a:pt x="11810" y="34897"/>
                    <a:pt x="13112" y="35933"/>
                    <a:pt x="14533" y="36525"/>
                  </a:cubicBezTo>
                  <a:cubicBezTo>
                    <a:pt x="15953" y="37117"/>
                    <a:pt x="17492" y="37413"/>
                    <a:pt x="19150" y="37413"/>
                  </a:cubicBezTo>
                  <a:cubicBezTo>
                    <a:pt x="20807" y="37413"/>
                    <a:pt x="22198" y="37117"/>
                    <a:pt x="23471" y="36525"/>
                  </a:cubicBezTo>
                  <a:cubicBezTo>
                    <a:pt x="24773" y="35933"/>
                    <a:pt x="25839" y="35015"/>
                    <a:pt x="26757" y="33772"/>
                  </a:cubicBezTo>
                  <a:cubicBezTo>
                    <a:pt x="27644" y="32529"/>
                    <a:pt x="28355" y="30990"/>
                    <a:pt x="28828" y="29125"/>
                  </a:cubicBezTo>
                  <a:cubicBezTo>
                    <a:pt x="29332" y="27261"/>
                    <a:pt x="29568" y="25041"/>
                    <a:pt x="29568" y="22495"/>
                  </a:cubicBezTo>
                  <a:cubicBezTo>
                    <a:pt x="29568" y="19950"/>
                    <a:pt x="29361" y="17730"/>
                    <a:pt x="28947" y="15954"/>
                  </a:cubicBezTo>
                  <a:cubicBezTo>
                    <a:pt x="28532" y="14178"/>
                    <a:pt x="27940" y="12727"/>
                    <a:pt x="27171" y="11603"/>
                  </a:cubicBezTo>
                  <a:cubicBezTo>
                    <a:pt x="26401" y="10478"/>
                    <a:pt x="25454" y="9679"/>
                    <a:pt x="24359" y="9146"/>
                  </a:cubicBezTo>
                  <a:cubicBezTo>
                    <a:pt x="23264" y="8643"/>
                    <a:pt x="21991" y="8376"/>
                    <a:pt x="20600" y="8376"/>
                  </a:cubicBezTo>
                  <a:cubicBezTo>
                    <a:pt x="18410" y="8376"/>
                    <a:pt x="16515" y="8850"/>
                    <a:pt x="14976" y="9768"/>
                  </a:cubicBezTo>
                  <a:cubicBezTo>
                    <a:pt x="13438" y="10685"/>
                    <a:pt x="11987" y="12017"/>
                    <a:pt x="10596" y="13704"/>
                  </a:cubicBezTo>
                  <a:lnTo>
                    <a:pt x="10596" y="33447"/>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57" name="Google Shape;2657;p90"/>
            <p:cNvSpPr/>
            <p:nvPr/>
          </p:nvSpPr>
          <p:spPr>
            <a:xfrm>
              <a:off x="7138105" y="2082657"/>
              <a:ext cx="40519" cy="59227"/>
            </a:xfrm>
            <a:custGeom>
              <a:avLst/>
              <a:gdLst/>
              <a:ahLst/>
              <a:cxnLst/>
              <a:rect l="l" t="t" r="r" b="b"/>
              <a:pathLst>
                <a:path w="40519" h="59227" extrusionOk="0">
                  <a:moveTo>
                    <a:pt x="10034" y="6837"/>
                  </a:moveTo>
                  <a:cubicBezTo>
                    <a:pt x="11839" y="4795"/>
                    <a:pt x="13882" y="3167"/>
                    <a:pt x="16160" y="1894"/>
                  </a:cubicBezTo>
                  <a:cubicBezTo>
                    <a:pt x="18439" y="651"/>
                    <a:pt x="21133" y="0"/>
                    <a:pt x="24241" y="0"/>
                  </a:cubicBezTo>
                  <a:cubicBezTo>
                    <a:pt x="26638" y="0"/>
                    <a:pt x="28828" y="503"/>
                    <a:pt x="30841" y="1509"/>
                  </a:cubicBezTo>
                  <a:cubicBezTo>
                    <a:pt x="32824" y="2516"/>
                    <a:pt x="34541" y="3966"/>
                    <a:pt x="35991" y="5861"/>
                  </a:cubicBezTo>
                  <a:cubicBezTo>
                    <a:pt x="37441" y="7755"/>
                    <a:pt x="38536" y="10123"/>
                    <a:pt x="39336" y="12905"/>
                  </a:cubicBezTo>
                  <a:cubicBezTo>
                    <a:pt x="40135" y="15687"/>
                    <a:pt x="40520" y="18884"/>
                    <a:pt x="40520" y="22495"/>
                  </a:cubicBezTo>
                  <a:cubicBezTo>
                    <a:pt x="40520" y="25781"/>
                    <a:pt x="40076" y="28829"/>
                    <a:pt x="39188" y="31641"/>
                  </a:cubicBezTo>
                  <a:cubicBezTo>
                    <a:pt x="38300" y="34453"/>
                    <a:pt x="37027" y="36880"/>
                    <a:pt x="35399" y="38922"/>
                  </a:cubicBezTo>
                  <a:cubicBezTo>
                    <a:pt x="33742" y="40994"/>
                    <a:pt x="31758" y="42593"/>
                    <a:pt x="29420" y="43747"/>
                  </a:cubicBezTo>
                  <a:cubicBezTo>
                    <a:pt x="27082" y="44901"/>
                    <a:pt x="24477" y="45493"/>
                    <a:pt x="21577" y="45493"/>
                  </a:cubicBezTo>
                  <a:cubicBezTo>
                    <a:pt x="19120" y="45493"/>
                    <a:pt x="17019" y="45109"/>
                    <a:pt x="15273" y="44369"/>
                  </a:cubicBezTo>
                  <a:cubicBezTo>
                    <a:pt x="13526" y="43629"/>
                    <a:pt x="11958" y="42563"/>
                    <a:pt x="10596" y="41202"/>
                  </a:cubicBezTo>
                  <a:lnTo>
                    <a:pt x="10596" y="59227"/>
                  </a:lnTo>
                  <a:lnTo>
                    <a:pt x="0" y="59227"/>
                  </a:lnTo>
                  <a:lnTo>
                    <a:pt x="0" y="829"/>
                  </a:lnTo>
                  <a:lnTo>
                    <a:pt x="6482" y="829"/>
                  </a:lnTo>
                  <a:cubicBezTo>
                    <a:pt x="7844" y="829"/>
                    <a:pt x="8761" y="1480"/>
                    <a:pt x="9175" y="2753"/>
                  </a:cubicBezTo>
                  <a:lnTo>
                    <a:pt x="10034" y="6837"/>
                  </a:lnTo>
                  <a:close/>
                  <a:moveTo>
                    <a:pt x="10566" y="33447"/>
                  </a:moveTo>
                  <a:cubicBezTo>
                    <a:pt x="11780" y="34897"/>
                    <a:pt x="13082" y="35933"/>
                    <a:pt x="14503" y="36525"/>
                  </a:cubicBezTo>
                  <a:cubicBezTo>
                    <a:pt x="15924" y="37117"/>
                    <a:pt x="17463" y="37413"/>
                    <a:pt x="19120" y="37413"/>
                  </a:cubicBezTo>
                  <a:cubicBezTo>
                    <a:pt x="20778" y="37413"/>
                    <a:pt x="22169" y="37117"/>
                    <a:pt x="23442" y="36525"/>
                  </a:cubicBezTo>
                  <a:cubicBezTo>
                    <a:pt x="24744" y="35933"/>
                    <a:pt x="25809" y="35015"/>
                    <a:pt x="26727" y="33772"/>
                  </a:cubicBezTo>
                  <a:cubicBezTo>
                    <a:pt x="27615" y="32529"/>
                    <a:pt x="28325" y="30990"/>
                    <a:pt x="28799" y="29125"/>
                  </a:cubicBezTo>
                  <a:cubicBezTo>
                    <a:pt x="29302" y="27261"/>
                    <a:pt x="29539" y="25041"/>
                    <a:pt x="29539" y="22495"/>
                  </a:cubicBezTo>
                  <a:cubicBezTo>
                    <a:pt x="29539" y="19950"/>
                    <a:pt x="29332" y="17730"/>
                    <a:pt x="28917" y="15954"/>
                  </a:cubicBezTo>
                  <a:cubicBezTo>
                    <a:pt x="28503" y="14178"/>
                    <a:pt x="27911" y="12727"/>
                    <a:pt x="27141" y="11603"/>
                  </a:cubicBezTo>
                  <a:cubicBezTo>
                    <a:pt x="26372" y="10478"/>
                    <a:pt x="25424" y="9679"/>
                    <a:pt x="24329" y="9146"/>
                  </a:cubicBezTo>
                  <a:cubicBezTo>
                    <a:pt x="23234" y="8643"/>
                    <a:pt x="21962" y="8376"/>
                    <a:pt x="20570" y="8376"/>
                  </a:cubicBezTo>
                  <a:cubicBezTo>
                    <a:pt x="18380" y="8376"/>
                    <a:pt x="16486" y="8850"/>
                    <a:pt x="14947" y="9768"/>
                  </a:cubicBezTo>
                  <a:cubicBezTo>
                    <a:pt x="13408" y="10685"/>
                    <a:pt x="11958" y="12017"/>
                    <a:pt x="10566" y="13704"/>
                  </a:cubicBezTo>
                  <a:lnTo>
                    <a:pt x="10566" y="33447"/>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58" name="Google Shape;2658;p90"/>
            <p:cNvSpPr/>
            <p:nvPr/>
          </p:nvSpPr>
          <p:spPr>
            <a:xfrm>
              <a:off x="7186971" y="2063744"/>
              <a:ext cx="10595" cy="63785"/>
            </a:xfrm>
            <a:custGeom>
              <a:avLst/>
              <a:gdLst/>
              <a:ahLst/>
              <a:cxnLst/>
              <a:rect l="l" t="t" r="r" b="b"/>
              <a:pathLst>
                <a:path w="10595" h="63785" extrusionOk="0">
                  <a:moveTo>
                    <a:pt x="10596" y="0"/>
                  </a:moveTo>
                  <a:lnTo>
                    <a:pt x="10596" y="63785"/>
                  </a:lnTo>
                  <a:lnTo>
                    <a:pt x="0" y="63785"/>
                  </a:lnTo>
                  <a:lnTo>
                    <a:pt x="0" y="0"/>
                  </a:lnTo>
                  <a:lnTo>
                    <a:pt x="10596" y="0"/>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59" name="Google Shape;2659;p90"/>
            <p:cNvSpPr/>
            <p:nvPr/>
          </p:nvSpPr>
          <p:spPr>
            <a:xfrm>
              <a:off x="7207039" y="2063832"/>
              <a:ext cx="13585" cy="63696"/>
            </a:xfrm>
            <a:custGeom>
              <a:avLst/>
              <a:gdLst/>
              <a:ahLst/>
              <a:cxnLst/>
              <a:rect l="l" t="t" r="r" b="b"/>
              <a:pathLst>
                <a:path w="13585" h="63696" extrusionOk="0">
                  <a:moveTo>
                    <a:pt x="13585" y="6808"/>
                  </a:moveTo>
                  <a:cubicBezTo>
                    <a:pt x="13585" y="7725"/>
                    <a:pt x="13408" y="8584"/>
                    <a:pt x="13023" y="9383"/>
                  </a:cubicBezTo>
                  <a:cubicBezTo>
                    <a:pt x="12668" y="10182"/>
                    <a:pt x="12165" y="10892"/>
                    <a:pt x="11543" y="11484"/>
                  </a:cubicBezTo>
                  <a:cubicBezTo>
                    <a:pt x="10921" y="12076"/>
                    <a:pt x="10211" y="12580"/>
                    <a:pt x="9382" y="12935"/>
                  </a:cubicBezTo>
                  <a:cubicBezTo>
                    <a:pt x="8554" y="13290"/>
                    <a:pt x="7666" y="13468"/>
                    <a:pt x="6719" y="13468"/>
                  </a:cubicBezTo>
                  <a:cubicBezTo>
                    <a:pt x="5771" y="13468"/>
                    <a:pt x="4943" y="13290"/>
                    <a:pt x="4114" y="12935"/>
                  </a:cubicBezTo>
                  <a:cubicBezTo>
                    <a:pt x="3285" y="12580"/>
                    <a:pt x="2605" y="12106"/>
                    <a:pt x="1983" y="11484"/>
                  </a:cubicBezTo>
                  <a:cubicBezTo>
                    <a:pt x="1391" y="10892"/>
                    <a:pt x="917" y="10182"/>
                    <a:pt x="533" y="9383"/>
                  </a:cubicBezTo>
                  <a:cubicBezTo>
                    <a:pt x="177" y="8584"/>
                    <a:pt x="0" y="7725"/>
                    <a:pt x="0" y="6808"/>
                  </a:cubicBezTo>
                  <a:cubicBezTo>
                    <a:pt x="0" y="5890"/>
                    <a:pt x="177" y="4973"/>
                    <a:pt x="533" y="4144"/>
                  </a:cubicBezTo>
                  <a:cubicBezTo>
                    <a:pt x="888" y="3315"/>
                    <a:pt x="1361" y="2605"/>
                    <a:pt x="1983" y="1983"/>
                  </a:cubicBezTo>
                  <a:cubicBezTo>
                    <a:pt x="2575" y="1391"/>
                    <a:pt x="3285" y="918"/>
                    <a:pt x="4114" y="533"/>
                  </a:cubicBezTo>
                  <a:cubicBezTo>
                    <a:pt x="4943" y="178"/>
                    <a:pt x="5801" y="0"/>
                    <a:pt x="6719" y="0"/>
                  </a:cubicBezTo>
                  <a:cubicBezTo>
                    <a:pt x="7636" y="0"/>
                    <a:pt x="8554" y="178"/>
                    <a:pt x="9382" y="533"/>
                  </a:cubicBezTo>
                  <a:cubicBezTo>
                    <a:pt x="10211" y="888"/>
                    <a:pt x="10921" y="1362"/>
                    <a:pt x="11543" y="1983"/>
                  </a:cubicBezTo>
                  <a:cubicBezTo>
                    <a:pt x="12165" y="2575"/>
                    <a:pt x="12668" y="3315"/>
                    <a:pt x="13023" y="4144"/>
                  </a:cubicBezTo>
                  <a:cubicBezTo>
                    <a:pt x="13408" y="4973"/>
                    <a:pt x="13585" y="5861"/>
                    <a:pt x="13585" y="6808"/>
                  </a:cubicBezTo>
                  <a:close/>
                  <a:moveTo>
                    <a:pt x="12105" y="19654"/>
                  </a:moveTo>
                  <a:lnTo>
                    <a:pt x="12105" y="63697"/>
                  </a:lnTo>
                  <a:lnTo>
                    <a:pt x="1450" y="63697"/>
                  </a:lnTo>
                  <a:lnTo>
                    <a:pt x="1450" y="19654"/>
                  </a:lnTo>
                  <a:lnTo>
                    <a:pt x="12105" y="19654"/>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60" name="Google Shape;2660;p90"/>
            <p:cNvSpPr/>
            <p:nvPr/>
          </p:nvSpPr>
          <p:spPr>
            <a:xfrm>
              <a:off x="7227609" y="2082805"/>
              <a:ext cx="37115" cy="45345"/>
            </a:xfrm>
            <a:custGeom>
              <a:avLst/>
              <a:gdLst/>
              <a:ahLst/>
              <a:cxnLst/>
              <a:rect l="l" t="t" r="r" b="b"/>
              <a:pathLst>
                <a:path w="37115" h="45345" extrusionOk="0">
                  <a:moveTo>
                    <a:pt x="33890" y="9975"/>
                  </a:moveTo>
                  <a:cubicBezTo>
                    <a:pt x="33564" y="10389"/>
                    <a:pt x="33268" y="10685"/>
                    <a:pt x="32972" y="10922"/>
                  </a:cubicBezTo>
                  <a:cubicBezTo>
                    <a:pt x="32676" y="11159"/>
                    <a:pt x="32232" y="11277"/>
                    <a:pt x="31670" y="11277"/>
                  </a:cubicBezTo>
                  <a:cubicBezTo>
                    <a:pt x="31107" y="11277"/>
                    <a:pt x="30604" y="11129"/>
                    <a:pt x="30072" y="10774"/>
                  </a:cubicBezTo>
                  <a:cubicBezTo>
                    <a:pt x="29539" y="10419"/>
                    <a:pt x="28947" y="10064"/>
                    <a:pt x="28236" y="9649"/>
                  </a:cubicBezTo>
                  <a:cubicBezTo>
                    <a:pt x="27526" y="9235"/>
                    <a:pt x="26668" y="8850"/>
                    <a:pt x="25691" y="8524"/>
                  </a:cubicBezTo>
                  <a:cubicBezTo>
                    <a:pt x="24714" y="8199"/>
                    <a:pt x="23471" y="8021"/>
                    <a:pt x="22021" y="8021"/>
                  </a:cubicBezTo>
                  <a:cubicBezTo>
                    <a:pt x="20156" y="8021"/>
                    <a:pt x="18528" y="8347"/>
                    <a:pt x="17137" y="9028"/>
                  </a:cubicBezTo>
                  <a:cubicBezTo>
                    <a:pt x="15746" y="9708"/>
                    <a:pt x="14562" y="10656"/>
                    <a:pt x="13645" y="11928"/>
                  </a:cubicBezTo>
                  <a:cubicBezTo>
                    <a:pt x="12727" y="13201"/>
                    <a:pt x="12017" y="14711"/>
                    <a:pt x="11573" y="16487"/>
                  </a:cubicBezTo>
                  <a:cubicBezTo>
                    <a:pt x="11099" y="18263"/>
                    <a:pt x="10892" y="20305"/>
                    <a:pt x="10892" y="22554"/>
                  </a:cubicBezTo>
                  <a:cubicBezTo>
                    <a:pt x="10892" y="24804"/>
                    <a:pt x="11129" y="26994"/>
                    <a:pt x="11632" y="28829"/>
                  </a:cubicBezTo>
                  <a:cubicBezTo>
                    <a:pt x="12135" y="30664"/>
                    <a:pt x="12845" y="32204"/>
                    <a:pt x="13793" y="33447"/>
                  </a:cubicBezTo>
                  <a:cubicBezTo>
                    <a:pt x="14740" y="34690"/>
                    <a:pt x="15894" y="35637"/>
                    <a:pt x="17226" y="36288"/>
                  </a:cubicBezTo>
                  <a:cubicBezTo>
                    <a:pt x="18558" y="36939"/>
                    <a:pt x="20097" y="37265"/>
                    <a:pt x="21784" y="37265"/>
                  </a:cubicBezTo>
                  <a:cubicBezTo>
                    <a:pt x="23471" y="37265"/>
                    <a:pt x="24833" y="37058"/>
                    <a:pt x="25869" y="36643"/>
                  </a:cubicBezTo>
                  <a:cubicBezTo>
                    <a:pt x="26904" y="36229"/>
                    <a:pt x="27792" y="35785"/>
                    <a:pt x="28503" y="35282"/>
                  </a:cubicBezTo>
                  <a:cubicBezTo>
                    <a:pt x="29213" y="34779"/>
                    <a:pt x="29835" y="34335"/>
                    <a:pt x="30367" y="33920"/>
                  </a:cubicBezTo>
                  <a:cubicBezTo>
                    <a:pt x="30900" y="33506"/>
                    <a:pt x="31492" y="33299"/>
                    <a:pt x="32143" y="33299"/>
                  </a:cubicBezTo>
                  <a:cubicBezTo>
                    <a:pt x="33002" y="33299"/>
                    <a:pt x="33653" y="33624"/>
                    <a:pt x="34067" y="34275"/>
                  </a:cubicBezTo>
                  <a:lnTo>
                    <a:pt x="37116" y="38123"/>
                  </a:lnTo>
                  <a:cubicBezTo>
                    <a:pt x="35932" y="39485"/>
                    <a:pt x="34659" y="40639"/>
                    <a:pt x="33298" y="41586"/>
                  </a:cubicBezTo>
                  <a:cubicBezTo>
                    <a:pt x="31936" y="42504"/>
                    <a:pt x="30486" y="43274"/>
                    <a:pt x="29036" y="43806"/>
                  </a:cubicBezTo>
                  <a:cubicBezTo>
                    <a:pt x="27556" y="44369"/>
                    <a:pt x="26046" y="44753"/>
                    <a:pt x="24477" y="44990"/>
                  </a:cubicBezTo>
                  <a:cubicBezTo>
                    <a:pt x="22909" y="45227"/>
                    <a:pt x="21370" y="45345"/>
                    <a:pt x="19831" y="45345"/>
                  </a:cubicBezTo>
                  <a:cubicBezTo>
                    <a:pt x="17108" y="45345"/>
                    <a:pt x="14562" y="44842"/>
                    <a:pt x="12135" y="43836"/>
                  </a:cubicBezTo>
                  <a:cubicBezTo>
                    <a:pt x="9738" y="42830"/>
                    <a:pt x="7636" y="41350"/>
                    <a:pt x="5831" y="39396"/>
                  </a:cubicBezTo>
                  <a:cubicBezTo>
                    <a:pt x="4025" y="37443"/>
                    <a:pt x="2605" y="35075"/>
                    <a:pt x="1569" y="32263"/>
                  </a:cubicBezTo>
                  <a:cubicBezTo>
                    <a:pt x="533" y="29451"/>
                    <a:pt x="0" y="26225"/>
                    <a:pt x="0" y="22614"/>
                  </a:cubicBezTo>
                  <a:cubicBezTo>
                    <a:pt x="0" y="19387"/>
                    <a:pt x="474" y="16398"/>
                    <a:pt x="1391" y="13615"/>
                  </a:cubicBezTo>
                  <a:cubicBezTo>
                    <a:pt x="2309" y="10863"/>
                    <a:pt x="3700" y="8465"/>
                    <a:pt x="5476" y="6453"/>
                  </a:cubicBezTo>
                  <a:cubicBezTo>
                    <a:pt x="7281" y="4440"/>
                    <a:pt x="9501" y="2841"/>
                    <a:pt x="12165" y="1717"/>
                  </a:cubicBezTo>
                  <a:cubicBezTo>
                    <a:pt x="14829" y="562"/>
                    <a:pt x="17877" y="0"/>
                    <a:pt x="21340" y="0"/>
                  </a:cubicBezTo>
                  <a:cubicBezTo>
                    <a:pt x="24803" y="0"/>
                    <a:pt x="27526" y="533"/>
                    <a:pt x="29983" y="1598"/>
                  </a:cubicBezTo>
                  <a:cubicBezTo>
                    <a:pt x="32439" y="2664"/>
                    <a:pt x="34689" y="4173"/>
                    <a:pt x="36642" y="6157"/>
                  </a:cubicBezTo>
                  <a:lnTo>
                    <a:pt x="33860" y="10004"/>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61" name="Google Shape;2661;p90"/>
            <p:cNvSpPr/>
            <p:nvPr/>
          </p:nvSpPr>
          <p:spPr>
            <a:xfrm>
              <a:off x="7268188" y="2082657"/>
              <a:ext cx="36760" cy="45582"/>
            </a:xfrm>
            <a:custGeom>
              <a:avLst/>
              <a:gdLst/>
              <a:ahLst/>
              <a:cxnLst/>
              <a:rect l="l" t="t" r="r" b="b"/>
              <a:pathLst>
                <a:path w="36760" h="45582" extrusionOk="0">
                  <a:moveTo>
                    <a:pt x="2131" y="6956"/>
                  </a:moveTo>
                  <a:cubicBezTo>
                    <a:pt x="7192" y="2309"/>
                    <a:pt x="13290" y="0"/>
                    <a:pt x="20423" y="0"/>
                  </a:cubicBezTo>
                  <a:cubicBezTo>
                    <a:pt x="22998" y="0"/>
                    <a:pt x="25306" y="414"/>
                    <a:pt x="27319" y="1273"/>
                  </a:cubicBezTo>
                  <a:cubicBezTo>
                    <a:pt x="29332" y="2131"/>
                    <a:pt x="31078" y="3285"/>
                    <a:pt x="32469" y="4795"/>
                  </a:cubicBezTo>
                  <a:cubicBezTo>
                    <a:pt x="33860" y="6304"/>
                    <a:pt x="34926" y="8080"/>
                    <a:pt x="35666" y="10182"/>
                  </a:cubicBezTo>
                  <a:cubicBezTo>
                    <a:pt x="36406" y="12284"/>
                    <a:pt x="36761" y="14563"/>
                    <a:pt x="36761" y="17049"/>
                  </a:cubicBezTo>
                  <a:lnTo>
                    <a:pt x="36761" y="44872"/>
                  </a:lnTo>
                  <a:lnTo>
                    <a:pt x="31966" y="44872"/>
                  </a:lnTo>
                  <a:cubicBezTo>
                    <a:pt x="30960" y="44872"/>
                    <a:pt x="30190" y="44724"/>
                    <a:pt x="29657" y="44428"/>
                  </a:cubicBezTo>
                  <a:cubicBezTo>
                    <a:pt x="29125" y="44132"/>
                    <a:pt x="28681" y="43510"/>
                    <a:pt x="28355" y="42593"/>
                  </a:cubicBezTo>
                  <a:lnTo>
                    <a:pt x="27408" y="39426"/>
                  </a:lnTo>
                  <a:cubicBezTo>
                    <a:pt x="26283" y="40432"/>
                    <a:pt x="25188" y="41320"/>
                    <a:pt x="24152" y="42060"/>
                  </a:cubicBezTo>
                  <a:cubicBezTo>
                    <a:pt x="23086" y="42830"/>
                    <a:pt x="21991" y="43451"/>
                    <a:pt x="20837" y="43984"/>
                  </a:cubicBezTo>
                  <a:cubicBezTo>
                    <a:pt x="19683" y="44517"/>
                    <a:pt x="18469" y="44901"/>
                    <a:pt x="17167" y="45168"/>
                  </a:cubicBezTo>
                  <a:cubicBezTo>
                    <a:pt x="15865" y="45434"/>
                    <a:pt x="14414" y="45582"/>
                    <a:pt x="12846" y="45582"/>
                  </a:cubicBezTo>
                  <a:cubicBezTo>
                    <a:pt x="10981" y="45582"/>
                    <a:pt x="9264" y="45345"/>
                    <a:pt x="7696" y="44842"/>
                  </a:cubicBezTo>
                  <a:cubicBezTo>
                    <a:pt x="6127" y="44339"/>
                    <a:pt x="4766" y="43599"/>
                    <a:pt x="3611" y="42593"/>
                  </a:cubicBezTo>
                  <a:cubicBezTo>
                    <a:pt x="2457" y="41586"/>
                    <a:pt x="1569" y="40343"/>
                    <a:pt x="947" y="38863"/>
                  </a:cubicBezTo>
                  <a:cubicBezTo>
                    <a:pt x="326" y="37383"/>
                    <a:pt x="0" y="35637"/>
                    <a:pt x="0" y="33683"/>
                  </a:cubicBezTo>
                  <a:cubicBezTo>
                    <a:pt x="0" y="32559"/>
                    <a:pt x="178" y="31464"/>
                    <a:pt x="563" y="30368"/>
                  </a:cubicBezTo>
                  <a:cubicBezTo>
                    <a:pt x="918" y="29273"/>
                    <a:pt x="1539" y="28208"/>
                    <a:pt x="2398" y="27201"/>
                  </a:cubicBezTo>
                  <a:cubicBezTo>
                    <a:pt x="3226" y="26195"/>
                    <a:pt x="4322" y="25248"/>
                    <a:pt x="5683" y="24360"/>
                  </a:cubicBezTo>
                  <a:cubicBezTo>
                    <a:pt x="7044" y="23472"/>
                    <a:pt x="8672" y="22702"/>
                    <a:pt x="10626" y="22051"/>
                  </a:cubicBezTo>
                  <a:cubicBezTo>
                    <a:pt x="12579" y="21400"/>
                    <a:pt x="14858" y="20867"/>
                    <a:pt x="17463" y="20453"/>
                  </a:cubicBezTo>
                  <a:cubicBezTo>
                    <a:pt x="20067" y="20038"/>
                    <a:pt x="23027" y="19802"/>
                    <a:pt x="26401" y="19713"/>
                  </a:cubicBezTo>
                  <a:lnTo>
                    <a:pt x="26401" y="17138"/>
                  </a:lnTo>
                  <a:cubicBezTo>
                    <a:pt x="26401" y="14178"/>
                    <a:pt x="25780" y="12017"/>
                    <a:pt x="24507" y="10596"/>
                  </a:cubicBezTo>
                  <a:cubicBezTo>
                    <a:pt x="23235" y="9176"/>
                    <a:pt x="21429" y="8465"/>
                    <a:pt x="19061" y="8465"/>
                  </a:cubicBezTo>
                  <a:cubicBezTo>
                    <a:pt x="17345" y="8465"/>
                    <a:pt x="15924" y="8672"/>
                    <a:pt x="14799" y="9057"/>
                  </a:cubicBezTo>
                  <a:cubicBezTo>
                    <a:pt x="13674" y="9472"/>
                    <a:pt x="12668" y="9916"/>
                    <a:pt x="11810" y="10419"/>
                  </a:cubicBezTo>
                  <a:cubicBezTo>
                    <a:pt x="10951" y="10922"/>
                    <a:pt x="10182" y="11366"/>
                    <a:pt x="9472" y="11780"/>
                  </a:cubicBezTo>
                  <a:cubicBezTo>
                    <a:pt x="8761" y="12195"/>
                    <a:pt x="7992" y="12372"/>
                    <a:pt x="7133" y="12372"/>
                  </a:cubicBezTo>
                  <a:cubicBezTo>
                    <a:pt x="6393" y="12372"/>
                    <a:pt x="5772" y="12195"/>
                    <a:pt x="5239" y="11780"/>
                  </a:cubicBezTo>
                  <a:cubicBezTo>
                    <a:pt x="4706" y="11366"/>
                    <a:pt x="4322" y="10952"/>
                    <a:pt x="3996" y="10419"/>
                  </a:cubicBezTo>
                  <a:lnTo>
                    <a:pt x="2102" y="7015"/>
                  </a:lnTo>
                  <a:close/>
                  <a:moveTo>
                    <a:pt x="26401" y="26047"/>
                  </a:moveTo>
                  <a:cubicBezTo>
                    <a:pt x="23353" y="26195"/>
                    <a:pt x="20778" y="26461"/>
                    <a:pt x="18676" y="26846"/>
                  </a:cubicBezTo>
                  <a:cubicBezTo>
                    <a:pt x="16575" y="27231"/>
                    <a:pt x="14917" y="27734"/>
                    <a:pt x="13645" y="28326"/>
                  </a:cubicBezTo>
                  <a:cubicBezTo>
                    <a:pt x="12402" y="28918"/>
                    <a:pt x="11484" y="29628"/>
                    <a:pt x="10951" y="30428"/>
                  </a:cubicBezTo>
                  <a:cubicBezTo>
                    <a:pt x="10419" y="31227"/>
                    <a:pt x="10123" y="32115"/>
                    <a:pt x="10123" y="33032"/>
                  </a:cubicBezTo>
                  <a:cubicBezTo>
                    <a:pt x="10123" y="34897"/>
                    <a:pt x="10685" y="36229"/>
                    <a:pt x="11780" y="37028"/>
                  </a:cubicBezTo>
                  <a:cubicBezTo>
                    <a:pt x="12875" y="37827"/>
                    <a:pt x="14326" y="38242"/>
                    <a:pt x="16101" y="38242"/>
                  </a:cubicBezTo>
                  <a:cubicBezTo>
                    <a:pt x="18262" y="38242"/>
                    <a:pt x="20156" y="37857"/>
                    <a:pt x="21755" y="37058"/>
                  </a:cubicBezTo>
                  <a:cubicBezTo>
                    <a:pt x="23353" y="36259"/>
                    <a:pt x="24892" y="35075"/>
                    <a:pt x="26401" y="33476"/>
                  </a:cubicBezTo>
                  <a:lnTo>
                    <a:pt x="26401" y="26047"/>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62" name="Google Shape;2662;p90"/>
            <p:cNvSpPr/>
            <p:nvPr/>
          </p:nvSpPr>
          <p:spPr>
            <a:xfrm>
              <a:off x="7310572" y="2063684"/>
              <a:ext cx="49990" cy="64495"/>
            </a:xfrm>
            <a:custGeom>
              <a:avLst/>
              <a:gdLst/>
              <a:ahLst/>
              <a:cxnLst/>
              <a:rect l="l" t="t" r="r" b="b"/>
              <a:pathLst>
                <a:path w="49990" h="64495" extrusionOk="0">
                  <a:moveTo>
                    <a:pt x="48156" y="63815"/>
                  </a:moveTo>
                  <a:lnTo>
                    <a:pt x="37560" y="63815"/>
                  </a:lnTo>
                  <a:lnTo>
                    <a:pt x="37560" y="27734"/>
                  </a:lnTo>
                  <a:lnTo>
                    <a:pt x="17137" y="27734"/>
                  </a:lnTo>
                  <a:lnTo>
                    <a:pt x="17137" y="51591"/>
                  </a:lnTo>
                  <a:cubicBezTo>
                    <a:pt x="17137" y="52952"/>
                    <a:pt x="17463" y="54047"/>
                    <a:pt x="18144" y="54817"/>
                  </a:cubicBezTo>
                  <a:cubicBezTo>
                    <a:pt x="18824" y="55587"/>
                    <a:pt x="19742" y="55971"/>
                    <a:pt x="20926" y="55971"/>
                  </a:cubicBezTo>
                  <a:cubicBezTo>
                    <a:pt x="21577" y="55971"/>
                    <a:pt x="22139" y="55883"/>
                    <a:pt x="22583" y="55735"/>
                  </a:cubicBezTo>
                  <a:cubicBezTo>
                    <a:pt x="23027" y="55587"/>
                    <a:pt x="23412" y="55409"/>
                    <a:pt x="23738" y="55231"/>
                  </a:cubicBezTo>
                  <a:cubicBezTo>
                    <a:pt x="24063" y="55054"/>
                    <a:pt x="24359" y="54906"/>
                    <a:pt x="24625" y="54728"/>
                  </a:cubicBezTo>
                  <a:cubicBezTo>
                    <a:pt x="24892" y="54580"/>
                    <a:pt x="25129" y="54491"/>
                    <a:pt x="25395" y="54491"/>
                  </a:cubicBezTo>
                  <a:cubicBezTo>
                    <a:pt x="25720" y="54491"/>
                    <a:pt x="25957" y="54580"/>
                    <a:pt x="26164" y="54728"/>
                  </a:cubicBezTo>
                  <a:cubicBezTo>
                    <a:pt x="26372" y="54876"/>
                    <a:pt x="26579" y="55113"/>
                    <a:pt x="26815" y="55439"/>
                  </a:cubicBezTo>
                  <a:lnTo>
                    <a:pt x="29983" y="60589"/>
                  </a:lnTo>
                  <a:cubicBezTo>
                    <a:pt x="28444" y="61891"/>
                    <a:pt x="26668" y="62838"/>
                    <a:pt x="24655" y="63519"/>
                  </a:cubicBezTo>
                  <a:cubicBezTo>
                    <a:pt x="22642" y="64200"/>
                    <a:pt x="20570" y="64496"/>
                    <a:pt x="18439" y="64496"/>
                  </a:cubicBezTo>
                  <a:cubicBezTo>
                    <a:pt x="14621" y="64496"/>
                    <a:pt x="11661" y="63401"/>
                    <a:pt x="9619" y="61270"/>
                  </a:cubicBezTo>
                  <a:cubicBezTo>
                    <a:pt x="7577" y="59109"/>
                    <a:pt x="6541" y="56119"/>
                    <a:pt x="6541" y="52331"/>
                  </a:cubicBezTo>
                  <a:lnTo>
                    <a:pt x="6541" y="27734"/>
                  </a:lnTo>
                  <a:lnTo>
                    <a:pt x="2042" y="27734"/>
                  </a:lnTo>
                  <a:cubicBezTo>
                    <a:pt x="1480" y="27734"/>
                    <a:pt x="977" y="27557"/>
                    <a:pt x="592" y="27172"/>
                  </a:cubicBezTo>
                  <a:cubicBezTo>
                    <a:pt x="177" y="26787"/>
                    <a:pt x="0" y="26254"/>
                    <a:pt x="0" y="25485"/>
                  </a:cubicBezTo>
                  <a:lnTo>
                    <a:pt x="0" y="21282"/>
                  </a:lnTo>
                  <a:lnTo>
                    <a:pt x="7074" y="20068"/>
                  </a:lnTo>
                  <a:lnTo>
                    <a:pt x="9294" y="8080"/>
                  </a:lnTo>
                  <a:cubicBezTo>
                    <a:pt x="9442" y="7518"/>
                    <a:pt x="9708" y="7074"/>
                    <a:pt x="10123" y="6749"/>
                  </a:cubicBezTo>
                  <a:cubicBezTo>
                    <a:pt x="10507" y="6423"/>
                    <a:pt x="11040" y="6275"/>
                    <a:pt x="11661" y="6275"/>
                  </a:cubicBezTo>
                  <a:lnTo>
                    <a:pt x="17167" y="6275"/>
                  </a:lnTo>
                  <a:lnTo>
                    <a:pt x="17167" y="20127"/>
                  </a:lnTo>
                  <a:lnTo>
                    <a:pt x="48185" y="20127"/>
                  </a:lnTo>
                  <a:lnTo>
                    <a:pt x="48185" y="63785"/>
                  </a:lnTo>
                  <a:close/>
                  <a:moveTo>
                    <a:pt x="49991" y="6778"/>
                  </a:moveTo>
                  <a:cubicBezTo>
                    <a:pt x="49991" y="7696"/>
                    <a:pt x="49813" y="8554"/>
                    <a:pt x="49428" y="9383"/>
                  </a:cubicBezTo>
                  <a:cubicBezTo>
                    <a:pt x="49044" y="10212"/>
                    <a:pt x="48570" y="10892"/>
                    <a:pt x="47948" y="11514"/>
                  </a:cubicBezTo>
                  <a:cubicBezTo>
                    <a:pt x="47327" y="12136"/>
                    <a:pt x="46617" y="12609"/>
                    <a:pt x="45758" y="12964"/>
                  </a:cubicBezTo>
                  <a:cubicBezTo>
                    <a:pt x="44900" y="13319"/>
                    <a:pt x="44012" y="13497"/>
                    <a:pt x="43065" y="13497"/>
                  </a:cubicBezTo>
                  <a:cubicBezTo>
                    <a:pt x="42118" y="13497"/>
                    <a:pt x="41289" y="13319"/>
                    <a:pt x="40490" y="12964"/>
                  </a:cubicBezTo>
                  <a:cubicBezTo>
                    <a:pt x="39691" y="12609"/>
                    <a:pt x="38981" y="12136"/>
                    <a:pt x="38388" y="11514"/>
                  </a:cubicBezTo>
                  <a:cubicBezTo>
                    <a:pt x="37797" y="10892"/>
                    <a:pt x="37293" y="10212"/>
                    <a:pt x="36938" y="9383"/>
                  </a:cubicBezTo>
                  <a:cubicBezTo>
                    <a:pt x="36583" y="8554"/>
                    <a:pt x="36405" y="7696"/>
                    <a:pt x="36405" y="6778"/>
                  </a:cubicBezTo>
                  <a:cubicBezTo>
                    <a:pt x="36405" y="5861"/>
                    <a:pt x="36583" y="4943"/>
                    <a:pt x="36938" y="4144"/>
                  </a:cubicBezTo>
                  <a:cubicBezTo>
                    <a:pt x="37293" y="3345"/>
                    <a:pt x="37767" y="2605"/>
                    <a:pt x="38388" y="1983"/>
                  </a:cubicBezTo>
                  <a:cubicBezTo>
                    <a:pt x="38981" y="1362"/>
                    <a:pt x="39691" y="888"/>
                    <a:pt x="40490" y="533"/>
                  </a:cubicBezTo>
                  <a:cubicBezTo>
                    <a:pt x="41289" y="178"/>
                    <a:pt x="42147" y="0"/>
                    <a:pt x="43065" y="0"/>
                  </a:cubicBezTo>
                  <a:cubicBezTo>
                    <a:pt x="43982" y="0"/>
                    <a:pt x="44900" y="178"/>
                    <a:pt x="45758" y="533"/>
                  </a:cubicBezTo>
                  <a:cubicBezTo>
                    <a:pt x="46617" y="888"/>
                    <a:pt x="47327" y="1391"/>
                    <a:pt x="47948" y="1983"/>
                  </a:cubicBezTo>
                  <a:cubicBezTo>
                    <a:pt x="48570" y="2605"/>
                    <a:pt x="49073" y="3315"/>
                    <a:pt x="49428" y="4144"/>
                  </a:cubicBezTo>
                  <a:cubicBezTo>
                    <a:pt x="49783" y="4973"/>
                    <a:pt x="49991" y="5831"/>
                    <a:pt x="49991" y="6778"/>
                  </a:cubicBez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63" name="Google Shape;2663;p90"/>
            <p:cNvSpPr/>
            <p:nvPr/>
          </p:nvSpPr>
          <p:spPr>
            <a:xfrm>
              <a:off x="7367163" y="2082805"/>
              <a:ext cx="43567" cy="45374"/>
            </a:xfrm>
            <a:custGeom>
              <a:avLst/>
              <a:gdLst/>
              <a:ahLst/>
              <a:cxnLst/>
              <a:rect l="l" t="t" r="r" b="b"/>
              <a:pathLst>
                <a:path w="43567" h="45374" extrusionOk="0">
                  <a:moveTo>
                    <a:pt x="21843" y="0"/>
                  </a:moveTo>
                  <a:cubicBezTo>
                    <a:pt x="25099" y="0"/>
                    <a:pt x="28088" y="533"/>
                    <a:pt x="30752" y="1598"/>
                  </a:cubicBezTo>
                  <a:cubicBezTo>
                    <a:pt x="33416" y="2664"/>
                    <a:pt x="35724" y="4173"/>
                    <a:pt x="37619" y="6097"/>
                  </a:cubicBezTo>
                  <a:cubicBezTo>
                    <a:pt x="39513" y="8021"/>
                    <a:pt x="40993" y="10419"/>
                    <a:pt x="42029" y="13231"/>
                  </a:cubicBezTo>
                  <a:cubicBezTo>
                    <a:pt x="43065" y="16043"/>
                    <a:pt x="43568" y="19180"/>
                    <a:pt x="43568" y="22614"/>
                  </a:cubicBezTo>
                  <a:cubicBezTo>
                    <a:pt x="43568" y="26047"/>
                    <a:pt x="43065" y="29244"/>
                    <a:pt x="42029" y="32056"/>
                  </a:cubicBezTo>
                  <a:cubicBezTo>
                    <a:pt x="40993" y="34867"/>
                    <a:pt x="39543" y="37235"/>
                    <a:pt x="37619" y="39218"/>
                  </a:cubicBezTo>
                  <a:cubicBezTo>
                    <a:pt x="35695" y="41202"/>
                    <a:pt x="33416" y="42711"/>
                    <a:pt x="30752" y="43777"/>
                  </a:cubicBezTo>
                  <a:cubicBezTo>
                    <a:pt x="28088" y="44842"/>
                    <a:pt x="25099" y="45375"/>
                    <a:pt x="21843" y="45375"/>
                  </a:cubicBezTo>
                  <a:cubicBezTo>
                    <a:pt x="18588" y="45375"/>
                    <a:pt x="15569" y="44842"/>
                    <a:pt x="12875" y="43777"/>
                  </a:cubicBezTo>
                  <a:cubicBezTo>
                    <a:pt x="10181" y="42711"/>
                    <a:pt x="7903" y="41202"/>
                    <a:pt x="5979" y="39218"/>
                  </a:cubicBezTo>
                  <a:cubicBezTo>
                    <a:pt x="4055" y="37235"/>
                    <a:pt x="2605" y="34867"/>
                    <a:pt x="1569" y="32056"/>
                  </a:cubicBezTo>
                  <a:cubicBezTo>
                    <a:pt x="533" y="29244"/>
                    <a:pt x="0" y="26106"/>
                    <a:pt x="0" y="22614"/>
                  </a:cubicBezTo>
                  <a:cubicBezTo>
                    <a:pt x="0" y="19121"/>
                    <a:pt x="533" y="16013"/>
                    <a:pt x="1569" y="13231"/>
                  </a:cubicBezTo>
                  <a:cubicBezTo>
                    <a:pt x="2605" y="10419"/>
                    <a:pt x="4085" y="8051"/>
                    <a:pt x="5979" y="6097"/>
                  </a:cubicBezTo>
                  <a:cubicBezTo>
                    <a:pt x="7873" y="4144"/>
                    <a:pt x="10181" y="2634"/>
                    <a:pt x="12875" y="1598"/>
                  </a:cubicBezTo>
                  <a:cubicBezTo>
                    <a:pt x="15569" y="533"/>
                    <a:pt x="18558" y="0"/>
                    <a:pt x="21843" y="0"/>
                  </a:cubicBezTo>
                  <a:close/>
                  <a:moveTo>
                    <a:pt x="21843" y="37206"/>
                  </a:moveTo>
                  <a:cubicBezTo>
                    <a:pt x="25513" y="37206"/>
                    <a:pt x="28207" y="35963"/>
                    <a:pt x="29983" y="33506"/>
                  </a:cubicBezTo>
                  <a:cubicBezTo>
                    <a:pt x="31729" y="31049"/>
                    <a:pt x="32617" y="27438"/>
                    <a:pt x="32617" y="22702"/>
                  </a:cubicBezTo>
                  <a:cubicBezTo>
                    <a:pt x="32617" y="17967"/>
                    <a:pt x="31729" y="14326"/>
                    <a:pt x="29983" y="11840"/>
                  </a:cubicBezTo>
                  <a:cubicBezTo>
                    <a:pt x="28236" y="9353"/>
                    <a:pt x="25513" y="8110"/>
                    <a:pt x="21843" y="8110"/>
                  </a:cubicBezTo>
                  <a:cubicBezTo>
                    <a:pt x="18173" y="8110"/>
                    <a:pt x="15361" y="9353"/>
                    <a:pt x="13585" y="11869"/>
                  </a:cubicBezTo>
                  <a:cubicBezTo>
                    <a:pt x="11810" y="14385"/>
                    <a:pt x="10892" y="17996"/>
                    <a:pt x="10892" y="22702"/>
                  </a:cubicBezTo>
                  <a:cubicBezTo>
                    <a:pt x="10892" y="27409"/>
                    <a:pt x="11780" y="31020"/>
                    <a:pt x="13585" y="33506"/>
                  </a:cubicBezTo>
                  <a:cubicBezTo>
                    <a:pt x="15361" y="35992"/>
                    <a:pt x="18144" y="37206"/>
                    <a:pt x="21843" y="37206"/>
                  </a:cubicBez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64" name="Google Shape;2664;p90"/>
            <p:cNvSpPr/>
            <p:nvPr/>
          </p:nvSpPr>
          <p:spPr>
            <a:xfrm>
              <a:off x="7418871" y="2082835"/>
              <a:ext cx="38358" cy="44694"/>
            </a:xfrm>
            <a:custGeom>
              <a:avLst/>
              <a:gdLst/>
              <a:ahLst/>
              <a:cxnLst/>
              <a:rect l="l" t="t" r="r" b="b"/>
              <a:pathLst>
                <a:path w="38358" h="44694" extrusionOk="0">
                  <a:moveTo>
                    <a:pt x="9886" y="6068"/>
                  </a:moveTo>
                  <a:cubicBezTo>
                    <a:pt x="10774" y="5180"/>
                    <a:pt x="11721" y="4351"/>
                    <a:pt x="12698" y="3611"/>
                  </a:cubicBezTo>
                  <a:cubicBezTo>
                    <a:pt x="13674" y="2841"/>
                    <a:pt x="14740" y="2220"/>
                    <a:pt x="15835" y="1687"/>
                  </a:cubicBezTo>
                  <a:cubicBezTo>
                    <a:pt x="16930" y="1154"/>
                    <a:pt x="18114" y="740"/>
                    <a:pt x="19387" y="444"/>
                  </a:cubicBezTo>
                  <a:cubicBezTo>
                    <a:pt x="20630" y="148"/>
                    <a:pt x="22021" y="0"/>
                    <a:pt x="23501" y="0"/>
                  </a:cubicBezTo>
                  <a:cubicBezTo>
                    <a:pt x="25898" y="0"/>
                    <a:pt x="28029" y="414"/>
                    <a:pt x="29894" y="1214"/>
                  </a:cubicBezTo>
                  <a:cubicBezTo>
                    <a:pt x="31758" y="2042"/>
                    <a:pt x="33298" y="3167"/>
                    <a:pt x="34541" y="4647"/>
                  </a:cubicBezTo>
                  <a:cubicBezTo>
                    <a:pt x="35784" y="6127"/>
                    <a:pt x="36731" y="7873"/>
                    <a:pt x="37382" y="9916"/>
                  </a:cubicBezTo>
                  <a:cubicBezTo>
                    <a:pt x="38033" y="11958"/>
                    <a:pt x="38359" y="14207"/>
                    <a:pt x="38359" y="16664"/>
                  </a:cubicBezTo>
                  <a:lnTo>
                    <a:pt x="38359" y="44694"/>
                  </a:lnTo>
                  <a:lnTo>
                    <a:pt x="27763" y="44694"/>
                  </a:lnTo>
                  <a:lnTo>
                    <a:pt x="27763" y="16664"/>
                  </a:lnTo>
                  <a:cubicBezTo>
                    <a:pt x="27763" y="13971"/>
                    <a:pt x="27141" y="11899"/>
                    <a:pt x="25928" y="10419"/>
                  </a:cubicBezTo>
                  <a:cubicBezTo>
                    <a:pt x="24685" y="8939"/>
                    <a:pt x="22820" y="8199"/>
                    <a:pt x="20304" y="8199"/>
                  </a:cubicBezTo>
                  <a:cubicBezTo>
                    <a:pt x="18469" y="8199"/>
                    <a:pt x="16752" y="8613"/>
                    <a:pt x="15154" y="9442"/>
                  </a:cubicBezTo>
                  <a:cubicBezTo>
                    <a:pt x="13556" y="10271"/>
                    <a:pt x="12047" y="11395"/>
                    <a:pt x="10596" y="12846"/>
                  </a:cubicBezTo>
                  <a:lnTo>
                    <a:pt x="10596" y="44694"/>
                  </a:lnTo>
                  <a:lnTo>
                    <a:pt x="0" y="44694"/>
                  </a:lnTo>
                  <a:lnTo>
                    <a:pt x="0" y="651"/>
                  </a:lnTo>
                  <a:lnTo>
                    <a:pt x="6482" y="651"/>
                  </a:lnTo>
                  <a:cubicBezTo>
                    <a:pt x="7844" y="651"/>
                    <a:pt x="8761" y="1302"/>
                    <a:pt x="9175" y="2575"/>
                  </a:cubicBezTo>
                  <a:lnTo>
                    <a:pt x="9915" y="6038"/>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65" name="Google Shape;2665;p90"/>
            <p:cNvSpPr/>
            <p:nvPr/>
          </p:nvSpPr>
          <p:spPr>
            <a:xfrm>
              <a:off x="7464155" y="2082864"/>
              <a:ext cx="32883" cy="45315"/>
            </a:xfrm>
            <a:custGeom>
              <a:avLst/>
              <a:gdLst/>
              <a:ahLst/>
              <a:cxnLst/>
              <a:rect l="l" t="t" r="r" b="b"/>
              <a:pathLst>
                <a:path w="32883" h="45315" extrusionOk="0">
                  <a:moveTo>
                    <a:pt x="29953" y="9205"/>
                  </a:moveTo>
                  <a:cubicBezTo>
                    <a:pt x="29657" y="9649"/>
                    <a:pt x="29361" y="9975"/>
                    <a:pt x="29065" y="10182"/>
                  </a:cubicBezTo>
                  <a:cubicBezTo>
                    <a:pt x="28739" y="10360"/>
                    <a:pt x="28355" y="10448"/>
                    <a:pt x="27851" y="10448"/>
                  </a:cubicBezTo>
                  <a:cubicBezTo>
                    <a:pt x="27348" y="10448"/>
                    <a:pt x="26786" y="10300"/>
                    <a:pt x="26194" y="10034"/>
                  </a:cubicBezTo>
                  <a:cubicBezTo>
                    <a:pt x="25602" y="9768"/>
                    <a:pt x="24921" y="9413"/>
                    <a:pt x="24152" y="9057"/>
                  </a:cubicBezTo>
                  <a:cubicBezTo>
                    <a:pt x="23382" y="8702"/>
                    <a:pt x="22494" y="8377"/>
                    <a:pt x="21518" y="8081"/>
                  </a:cubicBezTo>
                  <a:cubicBezTo>
                    <a:pt x="20541" y="7785"/>
                    <a:pt x="19357" y="7637"/>
                    <a:pt x="18025" y="7637"/>
                  </a:cubicBezTo>
                  <a:cubicBezTo>
                    <a:pt x="15924" y="7637"/>
                    <a:pt x="14296" y="8081"/>
                    <a:pt x="13112" y="8968"/>
                  </a:cubicBezTo>
                  <a:cubicBezTo>
                    <a:pt x="11928" y="9856"/>
                    <a:pt x="11336" y="11011"/>
                    <a:pt x="11336" y="12432"/>
                  </a:cubicBezTo>
                  <a:cubicBezTo>
                    <a:pt x="11336" y="13379"/>
                    <a:pt x="11632" y="14178"/>
                    <a:pt x="12254" y="14799"/>
                  </a:cubicBezTo>
                  <a:cubicBezTo>
                    <a:pt x="12875" y="15451"/>
                    <a:pt x="13674" y="16013"/>
                    <a:pt x="14710" y="16487"/>
                  </a:cubicBezTo>
                  <a:cubicBezTo>
                    <a:pt x="15716" y="16960"/>
                    <a:pt x="16871" y="17404"/>
                    <a:pt x="18173" y="17789"/>
                  </a:cubicBezTo>
                  <a:cubicBezTo>
                    <a:pt x="19475" y="18174"/>
                    <a:pt x="20778" y="18588"/>
                    <a:pt x="22110" y="19062"/>
                  </a:cubicBezTo>
                  <a:cubicBezTo>
                    <a:pt x="23441" y="19535"/>
                    <a:pt x="24744" y="20038"/>
                    <a:pt x="26046" y="20630"/>
                  </a:cubicBezTo>
                  <a:cubicBezTo>
                    <a:pt x="27348" y="21222"/>
                    <a:pt x="28473" y="21962"/>
                    <a:pt x="29509" y="22850"/>
                  </a:cubicBezTo>
                  <a:cubicBezTo>
                    <a:pt x="30515" y="23738"/>
                    <a:pt x="31344" y="24833"/>
                    <a:pt x="31965" y="26106"/>
                  </a:cubicBezTo>
                  <a:cubicBezTo>
                    <a:pt x="32587" y="27349"/>
                    <a:pt x="32883" y="28889"/>
                    <a:pt x="32883" y="30664"/>
                  </a:cubicBezTo>
                  <a:cubicBezTo>
                    <a:pt x="32883" y="32796"/>
                    <a:pt x="32498" y="34749"/>
                    <a:pt x="31758" y="36525"/>
                  </a:cubicBezTo>
                  <a:cubicBezTo>
                    <a:pt x="30989" y="38301"/>
                    <a:pt x="29864" y="39870"/>
                    <a:pt x="28384" y="41172"/>
                  </a:cubicBezTo>
                  <a:cubicBezTo>
                    <a:pt x="26904" y="42474"/>
                    <a:pt x="25069" y="43481"/>
                    <a:pt x="22879" y="44221"/>
                  </a:cubicBezTo>
                  <a:cubicBezTo>
                    <a:pt x="20689" y="44961"/>
                    <a:pt x="18173" y="45316"/>
                    <a:pt x="15302" y="45316"/>
                  </a:cubicBezTo>
                  <a:cubicBezTo>
                    <a:pt x="13792" y="45316"/>
                    <a:pt x="12312" y="45168"/>
                    <a:pt x="10862" y="44901"/>
                  </a:cubicBezTo>
                  <a:cubicBezTo>
                    <a:pt x="9412" y="44635"/>
                    <a:pt x="8021" y="44250"/>
                    <a:pt x="6689" y="43777"/>
                  </a:cubicBezTo>
                  <a:cubicBezTo>
                    <a:pt x="5357" y="43303"/>
                    <a:pt x="4114" y="42711"/>
                    <a:pt x="2989" y="42060"/>
                  </a:cubicBezTo>
                  <a:cubicBezTo>
                    <a:pt x="1865" y="41409"/>
                    <a:pt x="858" y="40698"/>
                    <a:pt x="0" y="39929"/>
                  </a:cubicBezTo>
                  <a:lnTo>
                    <a:pt x="2456" y="35903"/>
                  </a:lnTo>
                  <a:cubicBezTo>
                    <a:pt x="2782" y="35430"/>
                    <a:pt x="3137" y="35045"/>
                    <a:pt x="3581" y="34779"/>
                  </a:cubicBezTo>
                  <a:cubicBezTo>
                    <a:pt x="3996" y="34512"/>
                    <a:pt x="4558" y="34394"/>
                    <a:pt x="5209" y="34394"/>
                  </a:cubicBezTo>
                  <a:cubicBezTo>
                    <a:pt x="5860" y="34394"/>
                    <a:pt x="6482" y="34572"/>
                    <a:pt x="7074" y="34956"/>
                  </a:cubicBezTo>
                  <a:cubicBezTo>
                    <a:pt x="7666" y="35341"/>
                    <a:pt x="8346" y="35726"/>
                    <a:pt x="9116" y="36170"/>
                  </a:cubicBezTo>
                  <a:cubicBezTo>
                    <a:pt x="9886" y="36614"/>
                    <a:pt x="10803" y="36999"/>
                    <a:pt x="11839" y="37383"/>
                  </a:cubicBezTo>
                  <a:cubicBezTo>
                    <a:pt x="12875" y="37768"/>
                    <a:pt x="14207" y="37946"/>
                    <a:pt x="15805" y="37946"/>
                  </a:cubicBezTo>
                  <a:cubicBezTo>
                    <a:pt x="17048" y="37946"/>
                    <a:pt x="18144" y="37798"/>
                    <a:pt x="19031" y="37502"/>
                  </a:cubicBezTo>
                  <a:cubicBezTo>
                    <a:pt x="19919" y="37206"/>
                    <a:pt x="20689" y="36821"/>
                    <a:pt x="21251" y="36318"/>
                  </a:cubicBezTo>
                  <a:cubicBezTo>
                    <a:pt x="21843" y="35815"/>
                    <a:pt x="22258" y="35252"/>
                    <a:pt x="22524" y="34631"/>
                  </a:cubicBezTo>
                  <a:cubicBezTo>
                    <a:pt x="22790" y="34009"/>
                    <a:pt x="22938" y="33328"/>
                    <a:pt x="22938" y="32648"/>
                  </a:cubicBezTo>
                  <a:cubicBezTo>
                    <a:pt x="22938" y="31612"/>
                    <a:pt x="22642" y="30783"/>
                    <a:pt x="22021" y="30102"/>
                  </a:cubicBezTo>
                  <a:cubicBezTo>
                    <a:pt x="21399" y="29421"/>
                    <a:pt x="20600" y="28859"/>
                    <a:pt x="19564" y="28385"/>
                  </a:cubicBezTo>
                  <a:cubicBezTo>
                    <a:pt x="18558" y="27912"/>
                    <a:pt x="17374" y="27468"/>
                    <a:pt x="16101" y="27083"/>
                  </a:cubicBezTo>
                  <a:cubicBezTo>
                    <a:pt x="14799" y="26698"/>
                    <a:pt x="13467" y="26284"/>
                    <a:pt x="12105" y="25810"/>
                  </a:cubicBezTo>
                  <a:cubicBezTo>
                    <a:pt x="10744" y="25337"/>
                    <a:pt x="9412" y="24804"/>
                    <a:pt x="8110" y="24212"/>
                  </a:cubicBezTo>
                  <a:cubicBezTo>
                    <a:pt x="6807" y="23590"/>
                    <a:pt x="5653" y="22821"/>
                    <a:pt x="4647" y="21874"/>
                  </a:cubicBezTo>
                  <a:cubicBezTo>
                    <a:pt x="3640" y="20926"/>
                    <a:pt x="2812" y="19772"/>
                    <a:pt x="2190" y="18410"/>
                  </a:cubicBezTo>
                  <a:cubicBezTo>
                    <a:pt x="1569" y="17049"/>
                    <a:pt x="1273" y="15391"/>
                    <a:pt x="1273" y="13438"/>
                  </a:cubicBezTo>
                  <a:cubicBezTo>
                    <a:pt x="1273" y="11632"/>
                    <a:pt x="1628" y="9916"/>
                    <a:pt x="2338" y="8288"/>
                  </a:cubicBezTo>
                  <a:cubicBezTo>
                    <a:pt x="3049" y="6660"/>
                    <a:pt x="4114" y="5239"/>
                    <a:pt x="5505" y="4025"/>
                  </a:cubicBezTo>
                  <a:cubicBezTo>
                    <a:pt x="6896" y="2812"/>
                    <a:pt x="8613" y="1835"/>
                    <a:pt x="10685" y="1095"/>
                  </a:cubicBezTo>
                  <a:cubicBezTo>
                    <a:pt x="12756" y="355"/>
                    <a:pt x="15154" y="0"/>
                    <a:pt x="17877" y="0"/>
                  </a:cubicBezTo>
                  <a:cubicBezTo>
                    <a:pt x="20896" y="0"/>
                    <a:pt x="23678" y="503"/>
                    <a:pt x="26164" y="1510"/>
                  </a:cubicBezTo>
                  <a:cubicBezTo>
                    <a:pt x="28651" y="2516"/>
                    <a:pt x="30723" y="3818"/>
                    <a:pt x="32380" y="5446"/>
                  </a:cubicBezTo>
                  <a:lnTo>
                    <a:pt x="29983" y="9264"/>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66" name="Google Shape;2666;p90"/>
            <p:cNvSpPr/>
            <p:nvPr/>
          </p:nvSpPr>
          <p:spPr>
            <a:xfrm>
              <a:off x="6965402" y="2171335"/>
              <a:ext cx="58722" cy="63430"/>
            </a:xfrm>
            <a:custGeom>
              <a:avLst/>
              <a:gdLst/>
              <a:ahLst/>
              <a:cxnLst/>
              <a:rect l="l" t="t" r="r" b="b"/>
              <a:pathLst>
                <a:path w="58722" h="63430" extrusionOk="0">
                  <a:moveTo>
                    <a:pt x="58722" y="62720"/>
                  </a:moveTo>
                  <a:lnTo>
                    <a:pt x="48333" y="62720"/>
                  </a:lnTo>
                  <a:cubicBezTo>
                    <a:pt x="47238" y="62720"/>
                    <a:pt x="46350" y="62602"/>
                    <a:pt x="45699" y="62335"/>
                  </a:cubicBezTo>
                  <a:cubicBezTo>
                    <a:pt x="45018" y="62069"/>
                    <a:pt x="44308" y="61536"/>
                    <a:pt x="43568" y="60707"/>
                  </a:cubicBezTo>
                  <a:lnTo>
                    <a:pt x="39276" y="56297"/>
                  </a:lnTo>
                  <a:cubicBezTo>
                    <a:pt x="36553" y="58517"/>
                    <a:pt x="33505" y="60263"/>
                    <a:pt x="30130" y="61536"/>
                  </a:cubicBezTo>
                  <a:cubicBezTo>
                    <a:pt x="26757" y="62809"/>
                    <a:pt x="23116" y="63430"/>
                    <a:pt x="19179" y="63430"/>
                  </a:cubicBezTo>
                  <a:cubicBezTo>
                    <a:pt x="16811" y="63430"/>
                    <a:pt x="14473" y="63016"/>
                    <a:pt x="12165" y="62217"/>
                  </a:cubicBezTo>
                  <a:cubicBezTo>
                    <a:pt x="9856" y="61388"/>
                    <a:pt x="7814" y="60234"/>
                    <a:pt x="6008" y="58665"/>
                  </a:cubicBezTo>
                  <a:cubicBezTo>
                    <a:pt x="4203" y="57126"/>
                    <a:pt x="2752" y="55261"/>
                    <a:pt x="1657" y="53071"/>
                  </a:cubicBezTo>
                  <a:cubicBezTo>
                    <a:pt x="562" y="50880"/>
                    <a:pt x="0" y="48424"/>
                    <a:pt x="0" y="45671"/>
                  </a:cubicBezTo>
                  <a:cubicBezTo>
                    <a:pt x="0" y="43717"/>
                    <a:pt x="326" y="41882"/>
                    <a:pt x="947" y="40166"/>
                  </a:cubicBezTo>
                  <a:cubicBezTo>
                    <a:pt x="1569" y="38449"/>
                    <a:pt x="2456" y="36821"/>
                    <a:pt x="3552" y="35341"/>
                  </a:cubicBezTo>
                  <a:cubicBezTo>
                    <a:pt x="4676" y="33861"/>
                    <a:pt x="6008" y="32529"/>
                    <a:pt x="7547" y="31316"/>
                  </a:cubicBezTo>
                  <a:cubicBezTo>
                    <a:pt x="9086" y="30132"/>
                    <a:pt x="10774" y="29096"/>
                    <a:pt x="12609" y="28237"/>
                  </a:cubicBezTo>
                  <a:cubicBezTo>
                    <a:pt x="11070" y="26106"/>
                    <a:pt x="9945" y="24005"/>
                    <a:pt x="9264" y="21962"/>
                  </a:cubicBezTo>
                  <a:cubicBezTo>
                    <a:pt x="8583" y="19920"/>
                    <a:pt x="8228" y="17878"/>
                    <a:pt x="8228" y="15835"/>
                  </a:cubicBezTo>
                  <a:cubicBezTo>
                    <a:pt x="8228" y="13704"/>
                    <a:pt x="8613" y="11662"/>
                    <a:pt x="9412" y="9708"/>
                  </a:cubicBezTo>
                  <a:cubicBezTo>
                    <a:pt x="10211" y="7755"/>
                    <a:pt x="11336" y="6097"/>
                    <a:pt x="12816" y="4677"/>
                  </a:cubicBezTo>
                  <a:cubicBezTo>
                    <a:pt x="14296" y="3256"/>
                    <a:pt x="16131" y="2101"/>
                    <a:pt x="18321" y="1273"/>
                  </a:cubicBezTo>
                  <a:cubicBezTo>
                    <a:pt x="20511" y="444"/>
                    <a:pt x="22968" y="0"/>
                    <a:pt x="25691" y="0"/>
                  </a:cubicBezTo>
                  <a:cubicBezTo>
                    <a:pt x="28207" y="0"/>
                    <a:pt x="30456" y="385"/>
                    <a:pt x="32439" y="1154"/>
                  </a:cubicBezTo>
                  <a:cubicBezTo>
                    <a:pt x="34422" y="1924"/>
                    <a:pt x="36139" y="2960"/>
                    <a:pt x="37560" y="4233"/>
                  </a:cubicBezTo>
                  <a:cubicBezTo>
                    <a:pt x="38980" y="5535"/>
                    <a:pt x="40105" y="6985"/>
                    <a:pt x="40904" y="8643"/>
                  </a:cubicBezTo>
                  <a:cubicBezTo>
                    <a:pt x="41733" y="10300"/>
                    <a:pt x="42207" y="12017"/>
                    <a:pt x="42354" y="13793"/>
                  </a:cubicBezTo>
                  <a:lnTo>
                    <a:pt x="35606" y="15214"/>
                  </a:lnTo>
                  <a:cubicBezTo>
                    <a:pt x="34333" y="15480"/>
                    <a:pt x="33416" y="14918"/>
                    <a:pt x="32854" y="13586"/>
                  </a:cubicBezTo>
                  <a:cubicBezTo>
                    <a:pt x="32587" y="12846"/>
                    <a:pt x="32262" y="12136"/>
                    <a:pt x="31847" y="11455"/>
                  </a:cubicBezTo>
                  <a:cubicBezTo>
                    <a:pt x="31433" y="10774"/>
                    <a:pt x="30930" y="10212"/>
                    <a:pt x="30367" y="9708"/>
                  </a:cubicBezTo>
                  <a:cubicBezTo>
                    <a:pt x="29805" y="9205"/>
                    <a:pt x="29124" y="8820"/>
                    <a:pt x="28355" y="8495"/>
                  </a:cubicBezTo>
                  <a:cubicBezTo>
                    <a:pt x="27585" y="8199"/>
                    <a:pt x="26697" y="8051"/>
                    <a:pt x="25691" y="8051"/>
                  </a:cubicBezTo>
                  <a:cubicBezTo>
                    <a:pt x="24477" y="8051"/>
                    <a:pt x="23412" y="8258"/>
                    <a:pt x="22465" y="8672"/>
                  </a:cubicBezTo>
                  <a:cubicBezTo>
                    <a:pt x="21518" y="9087"/>
                    <a:pt x="20719" y="9649"/>
                    <a:pt x="20097" y="10360"/>
                  </a:cubicBezTo>
                  <a:cubicBezTo>
                    <a:pt x="19446" y="11070"/>
                    <a:pt x="18972" y="11869"/>
                    <a:pt x="18617" y="12816"/>
                  </a:cubicBezTo>
                  <a:cubicBezTo>
                    <a:pt x="18262" y="13734"/>
                    <a:pt x="18114" y="14740"/>
                    <a:pt x="18114" y="15747"/>
                  </a:cubicBezTo>
                  <a:cubicBezTo>
                    <a:pt x="18114" y="16605"/>
                    <a:pt x="18203" y="17434"/>
                    <a:pt x="18380" y="18233"/>
                  </a:cubicBezTo>
                  <a:cubicBezTo>
                    <a:pt x="18558" y="19032"/>
                    <a:pt x="18824" y="19831"/>
                    <a:pt x="19239" y="20630"/>
                  </a:cubicBezTo>
                  <a:cubicBezTo>
                    <a:pt x="19623" y="21430"/>
                    <a:pt x="20156" y="22258"/>
                    <a:pt x="20807" y="23087"/>
                  </a:cubicBezTo>
                  <a:cubicBezTo>
                    <a:pt x="21458" y="23945"/>
                    <a:pt x="22258" y="24833"/>
                    <a:pt x="23175" y="25810"/>
                  </a:cubicBezTo>
                  <a:lnTo>
                    <a:pt x="39661" y="42948"/>
                  </a:lnTo>
                  <a:cubicBezTo>
                    <a:pt x="40608" y="41142"/>
                    <a:pt x="41378" y="39248"/>
                    <a:pt x="41940" y="37235"/>
                  </a:cubicBezTo>
                  <a:cubicBezTo>
                    <a:pt x="42502" y="35223"/>
                    <a:pt x="42887" y="33210"/>
                    <a:pt x="43065" y="31138"/>
                  </a:cubicBezTo>
                  <a:cubicBezTo>
                    <a:pt x="43154" y="30487"/>
                    <a:pt x="43391" y="29954"/>
                    <a:pt x="43746" y="29540"/>
                  </a:cubicBezTo>
                  <a:cubicBezTo>
                    <a:pt x="44131" y="29155"/>
                    <a:pt x="44633" y="28948"/>
                    <a:pt x="45285" y="28948"/>
                  </a:cubicBezTo>
                  <a:lnTo>
                    <a:pt x="51885" y="28948"/>
                  </a:lnTo>
                  <a:cubicBezTo>
                    <a:pt x="51885" y="32736"/>
                    <a:pt x="51323" y="36318"/>
                    <a:pt x="50257" y="39751"/>
                  </a:cubicBezTo>
                  <a:cubicBezTo>
                    <a:pt x="49192" y="43185"/>
                    <a:pt x="47682" y="46352"/>
                    <a:pt x="45699" y="49252"/>
                  </a:cubicBezTo>
                  <a:lnTo>
                    <a:pt x="58692" y="62720"/>
                  </a:lnTo>
                  <a:close/>
                  <a:moveTo>
                    <a:pt x="17404" y="33713"/>
                  </a:moveTo>
                  <a:cubicBezTo>
                    <a:pt x="15124" y="35193"/>
                    <a:pt x="13438" y="36880"/>
                    <a:pt x="12401" y="38745"/>
                  </a:cubicBezTo>
                  <a:cubicBezTo>
                    <a:pt x="11365" y="40610"/>
                    <a:pt x="10833" y="42622"/>
                    <a:pt x="10833" y="44783"/>
                  </a:cubicBezTo>
                  <a:cubicBezTo>
                    <a:pt x="10833" y="46352"/>
                    <a:pt x="11099" y="47772"/>
                    <a:pt x="11661" y="49016"/>
                  </a:cubicBezTo>
                  <a:cubicBezTo>
                    <a:pt x="12194" y="50288"/>
                    <a:pt x="12934" y="51354"/>
                    <a:pt x="13881" y="52212"/>
                  </a:cubicBezTo>
                  <a:cubicBezTo>
                    <a:pt x="14799" y="53071"/>
                    <a:pt x="15894" y="53752"/>
                    <a:pt x="17137" y="54225"/>
                  </a:cubicBezTo>
                  <a:cubicBezTo>
                    <a:pt x="18380" y="54699"/>
                    <a:pt x="19712" y="54935"/>
                    <a:pt x="21103" y="54935"/>
                  </a:cubicBezTo>
                  <a:cubicBezTo>
                    <a:pt x="23619" y="54935"/>
                    <a:pt x="25928" y="54551"/>
                    <a:pt x="27999" y="53752"/>
                  </a:cubicBezTo>
                  <a:cubicBezTo>
                    <a:pt x="30101" y="52952"/>
                    <a:pt x="31965" y="51857"/>
                    <a:pt x="33653" y="50466"/>
                  </a:cubicBezTo>
                  <a:lnTo>
                    <a:pt x="17374" y="33684"/>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67" name="Google Shape;2667;p90"/>
            <p:cNvSpPr/>
            <p:nvPr/>
          </p:nvSpPr>
          <p:spPr>
            <a:xfrm>
              <a:off x="7048601" y="2171306"/>
              <a:ext cx="52417" cy="63459"/>
            </a:xfrm>
            <a:custGeom>
              <a:avLst/>
              <a:gdLst/>
              <a:ahLst/>
              <a:cxnLst/>
              <a:rect l="l" t="t" r="r" b="b"/>
              <a:pathLst>
                <a:path w="52417" h="63459" extrusionOk="0">
                  <a:moveTo>
                    <a:pt x="46173" y="48128"/>
                  </a:moveTo>
                  <a:cubicBezTo>
                    <a:pt x="46794" y="48128"/>
                    <a:pt x="47357" y="48365"/>
                    <a:pt x="47860" y="48868"/>
                  </a:cubicBezTo>
                  <a:lnTo>
                    <a:pt x="52418" y="53811"/>
                  </a:lnTo>
                  <a:cubicBezTo>
                    <a:pt x="49902" y="56919"/>
                    <a:pt x="46794" y="59316"/>
                    <a:pt x="43124" y="60974"/>
                  </a:cubicBezTo>
                  <a:cubicBezTo>
                    <a:pt x="39454" y="62631"/>
                    <a:pt x="35044" y="63460"/>
                    <a:pt x="29894" y="63460"/>
                  </a:cubicBezTo>
                  <a:cubicBezTo>
                    <a:pt x="25277" y="63460"/>
                    <a:pt x="21133" y="62661"/>
                    <a:pt x="17463" y="61092"/>
                  </a:cubicBezTo>
                  <a:cubicBezTo>
                    <a:pt x="13793" y="59523"/>
                    <a:pt x="10655" y="57333"/>
                    <a:pt x="8051" y="54521"/>
                  </a:cubicBezTo>
                  <a:cubicBezTo>
                    <a:pt x="5446" y="51709"/>
                    <a:pt x="3463" y="48365"/>
                    <a:pt x="2072" y="44487"/>
                  </a:cubicBezTo>
                  <a:cubicBezTo>
                    <a:pt x="681" y="40610"/>
                    <a:pt x="0" y="36347"/>
                    <a:pt x="0" y="31730"/>
                  </a:cubicBezTo>
                  <a:cubicBezTo>
                    <a:pt x="0" y="27113"/>
                    <a:pt x="740" y="22791"/>
                    <a:pt x="2220" y="18914"/>
                  </a:cubicBezTo>
                  <a:cubicBezTo>
                    <a:pt x="3700" y="15036"/>
                    <a:pt x="5801" y="11692"/>
                    <a:pt x="8495" y="8880"/>
                  </a:cubicBezTo>
                  <a:cubicBezTo>
                    <a:pt x="11188" y="6068"/>
                    <a:pt x="14414" y="3907"/>
                    <a:pt x="18173" y="2338"/>
                  </a:cubicBezTo>
                  <a:cubicBezTo>
                    <a:pt x="21932" y="770"/>
                    <a:pt x="26076" y="0"/>
                    <a:pt x="30634" y="0"/>
                  </a:cubicBezTo>
                  <a:cubicBezTo>
                    <a:pt x="35192" y="0"/>
                    <a:pt x="39158" y="740"/>
                    <a:pt x="42680" y="2220"/>
                  </a:cubicBezTo>
                  <a:cubicBezTo>
                    <a:pt x="46173" y="3700"/>
                    <a:pt x="49162" y="5653"/>
                    <a:pt x="51619" y="8051"/>
                  </a:cubicBezTo>
                  <a:lnTo>
                    <a:pt x="47771" y="13408"/>
                  </a:lnTo>
                  <a:cubicBezTo>
                    <a:pt x="47534" y="13763"/>
                    <a:pt x="47238" y="14059"/>
                    <a:pt x="46883" y="14296"/>
                  </a:cubicBezTo>
                  <a:cubicBezTo>
                    <a:pt x="46528" y="14563"/>
                    <a:pt x="46025" y="14681"/>
                    <a:pt x="45403" y="14681"/>
                  </a:cubicBezTo>
                  <a:cubicBezTo>
                    <a:pt x="44989" y="14681"/>
                    <a:pt x="44545" y="14563"/>
                    <a:pt x="44071" y="14326"/>
                  </a:cubicBezTo>
                  <a:cubicBezTo>
                    <a:pt x="43598" y="14089"/>
                    <a:pt x="43124" y="13793"/>
                    <a:pt x="42562" y="13438"/>
                  </a:cubicBezTo>
                  <a:cubicBezTo>
                    <a:pt x="42029" y="13083"/>
                    <a:pt x="41378" y="12698"/>
                    <a:pt x="40667" y="12254"/>
                  </a:cubicBezTo>
                  <a:cubicBezTo>
                    <a:pt x="39957" y="11810"/>
                    <a:pt x="39128" y="11425"/>
                    <a:pt x="38181" y="11070"/>
                  </a:cubicBezTo>
                  <a:cubicBezTo>
                    <a:pt x="37234" y="10715"/>
                    <a:pt x="36139" y="10419"/>
                    <a:pt x="34896" y="10182"/>
                  </a:cubicBezTo>
                  <a:cubicBezTo>
                    <a:pt x="33653" y="9945"/>
                    <a:pt x="32202" y="9827"/>
                    <a:pt x="30574" y="9827"/>
                  </a:cubicBezTo>
                  <a:cubicBezTo>
                    <a:pt x="27792" y="9827"/>
                    <a:pt x="25247" y="10330"/>
                    <a:pt x="22968" y="11307"/>
                  </a:cubicBezTo>
                  <a:cubicBezTo>
                    <a:pt x="20659" y="12284"/>
                    <a:pt x="18676" y="13734"/>
                    <a:pt x="17019" y="15599"/>
                  </a:cubicBezTo>
                  <a:cubicBezTo>
                    <a:pt x="15361" y="17463"/>
                    <a:pt x="14059" y="19772"/>
                    <a:pt x="13171" y="22466"/>
                  </a:cubicBezTo>
                  <a:cubicBezTo>
                    <a:pt x="12254" y="25159"/>
                    <a:pt x="11810" y="28267"/>
                    <a:pt x="11810" y="31700"/>
                  </a:cubicBezTo>
                  <a:cubicBezTo>
                    <a:pt x="11810" y="35134"/>
                    <a:pt x="12313" y="38301"/>
                    <a:pt x="13289" y="41024"/>
                  </a:cubicBezTo>
                  <a:cubicBezTo>
                    <a:pt x="14266" y="43747"/>
                    <a:pt x="15628" y="46026"/>
                    <a:pt x="17315" y="47891"/>
                  </a:cubicBezTo>
                  <a:cubicBezTo>
                    <a:pt x="19002" y="49756"/>
                    <a:pt x="20985" y="51176"/>
                    <a:pt x="23294" y="52153"/>
                  </a:cubicBezTo>
                  <a:cubicBezTo>
                    <a:pt x="25573" y="53130"/>
                    <a:pt x="28029" y="53633"/>
                    <a:pt x="30663" y="53633"/>
                  </a:cubicBezTo>
                  <a:cubicBezTo>
                    <a:pt x="32232" y="53633"/>
                    <a:pt x="33653" y="53544"/>
                    <a:pt x="34926" y="53367"/>
                  </a:cubicBezTo>
                  <a:cubicBezTo>
                    <a:pt x="36198" y="53189"/>
                    <a:pt x="37382" y="52923"/>
                    <a:pt x="38448" y="52538"/>
                  </a:cubicBezTo>
                  <a:cubicBezTo>
                    <a:pt x="39513" y="52153"/>
                    <a:pt x="40549" y="51680"/>
                    <a:pt x="41496" y="51088"/>
                  </a:cubicBezTo>
                  <a:cubicBezTo>
                    <a:pt x="42443" y="50496"/>
                    <a:pt x="43420" y="49785"/>
                    <a:pt x="44338" y="48927"/>
                  </a:cubicBezTo>
                  <a:cubicBezTo>
                    <a:pt x="44633" y="48661"/>
                    <a:pt x="44930" y="48453"/>
                    <a:pt x="45226" y="48305"/>
                  </a:cubicBezTo>
                  <a:cubicBezTo>
                    <a:pt x="45551" y="48157"/>
                    <a:pt x="45877" y="48069"/>
                    <a:pt x="46202" y="48069"/>
                  </a:cubicBez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68" name="Google Shape;2668;p90"/>
            <p:cNvSpPr/>
            <p:nvPr/>
          </p:nvSpPr>
          <p:spPr>
            <a:xfrm>
              <a:off x="7103979" y="2189361"/>
              <a:ext cx="43568" cy="45374"/>
            </a:xfrm>
            <a:custGeom>
              <a:avLst/>
              <a:gdLst/>
              <a:ahLst/>
              <a:cxnLst/>
              <a:rect l="l" t="t" r="r" b="b"/>
              <a:pathLst>
                <a:path w="43568" h="45374" extrusionOk="0">
                  <a:moveTo>
                    <a:pt x="21843" y="0"/>
                  </a:moveTo>
                  <a:cubicBezTo>
                    <a:pt x="25099" y="0"/>
                    <a:pt x="28088" y="533"/>
                    <a:pt x="30752" y="1598"/>
                  </a:cubicBezTo>
                  <a:cubicBezTo>
                    <a:pt x="33416" y="2664"/>
                    <a:pt x="35725" y="4173"/>
                    <a:pt x="37619" y="6097"/>
                  </a:cubicBezTo>
                  <a:cubicBezTo>
                    <a:pt x="39513" y="8021"/>
                    <a:pt x="40993" y="10419"/>
                    <a:pt x="42029" y="13231"/>
                  </a:cubicBezTo>
                  <a:cubicBezTo>
                    <a:pt x="43065" y="16043"/>
                    <a:pt x="43568" y="19180"/>
                    <a:pt x="43568" y="22614"/>
                  </a:cubicBezTo>
                  <a:cubicBezTo>
                    <a:pt x="43568" y="26047"/>
                    <a:pt x="43065" y="29244"/>
                    <a:pt x="42029" y="32056"/>
                  </a:cubicBezTo>
                  <a:cubicBezTo>
                    <a:pt x="40993" y="34867"/>
                    <a:pt x="39543" y="37235"/>
                    <a:pt x="37619" y="39218"/>
                  </a:cubicBezTo>
                  <a:cubicBezTo>
                    <a:pt x="35695" y="41202"/>
                    <a:pt x="33416" y="42711"/>
                    <a:pt x="30752" y="43777"/>
                  </a:cubicBezTo>
                  <a:cubicBezTo>
                    <a:pt x="28088" y="44842"/>
                    <a:pt x="25099" y="45375"/>
                    <a:pt x="21843" y="45375"/>
                  </a:cubicBezTo>
                  <a:cubicBezTo>
                    <a:pt x="18588" y="45375"/>
                    <a:pt x="15569" y="44842"/>
                    <a:pt x="12875" y="43777"/>
                  </a:cubicBezTo>
                  <a:cubicBezTo>
                    <a:pt x="10182" y="42711"/>
                    <a:pt x="7903" y="41202"/>
                    <a:pt x="5979" y="39218"/>
                  </a:cubicBezTo>
                  <a:cubicBezTo>
                    <a:pt x="4055" y="37235"/>
                    <a:pt x="2605" y="34867"/>
                    <a:pt x="1569" y="32056"/>
                  </a:cubicBezTo>
                  <a:cubicBezTo>
                    <a:pt x="533" y="29244"/>
                    <a:pt x="0" y="26106"/>
                    <a:pt x="0" y="22614"/>
                  </a:cubicBezTo>
                  <a:cubicBezTo>
                    <a:pt x="0" y="19121"/>
                    <a:pt x="533" y="16013"/>
                    <a:pt x="1569" y="13231"/>
                  </a:cubicBezTo>
                  <a:cubicBezTo>
                    <a:pt x="2605" y="10419"/>
                    <a:pt x="4085" y="8051"/>
                    <a:pt x="5979" y="6097"/>
                  </a:cubicBezTo>
                  <a:cubicBezTo>
                    <a:pt x="7873" y="4144"/>
                    <a:pt x="10182" y="2634"/>
                    <a:pt x="12875" y="1598"/>
                  </a:cubicBezTo>
                  <a:cubicBezTo>
                    <a:pt x="15569" y="533"/>
                    <a:pt x="18558" y="0"/>
                    <a:pt x="21843" y="0"/>
                  </a:cubicBezTo>
                  <a:close/>
                  <a:moveTo>
                    <a:pt x="21843" y="37206"/>
                  </a:moveTo>
                  <a:cubicBezTo>
                    <a:pt x="25513" y="37206"/>
                    <a:pt x="28207" y="35963"/>
                    <a:pt x="29983" y="33506"/>
                  </a:cubicBezTo>
                  <a:cubicBezTo>
                    <a:pt x="31729" y="31049"/>
                    <a:pt x="32617" y="27438"/>
                    <a:pt x="32617" y="22702"/>
                  </a:cubicBezTo>
                  <a:cubicBezTo>
                    <a:pt x="32617" y="17967"/>
                    <a:pt x="31729" y="14326"/>
                    <a:pt x="29983" y="11840"/>
                  </a:cubicBezTo>
                  <a:cubicBezTo>
                    <a:pt x="28236" y="9353"/>
                    <a:pt x="25513" y="8110"/>
                    <a:pt x="21843" y="8110"/>
                  </a:cubicBezTo>
                  <a:cubicBezTo>
                    <a:pt x="18173" y="8110"/>
                    <a:pt x="15361" y="9353"/>
                    <a:pt x="13586" y="11869"/>
                  </a:cubicBezTo>
                  <a:cubicBezTo>
                    <a:pt x="11810" y="14385"/>
                    <a:pt x="10892" y="17996"/>
                    <a:pt x="10892" y="22702"/>
                  </a:cubicBezTo>
                  <a:cubicBezTo>
                    <a:pt x="10892" y="27409"/>
                    <a:pt x="11780" y="31020"/>
                    <a:pt x="13586" y="33506"/>
                  </a:cubicBezTo>
                  <a:cubicBezTo>
                    <a:pt x="15361" y="35992"/>
                    <a:pt x="18144" y="37206"/>
                    <a:pt x="21843" y="37206"/>
                  </a:cubicBez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69" name="Google Shape;2669;p90"/>
            <p:cNvSpPr/>
            <p:nvPr/>
          </p:nvSpPr>
          <p:spPr>
            <a:xfrm>
              <a:off x="7155805" y="2170299"/>
              <a:ext cx="10596" cy="63785"/>
            </a:xfrm>
            <a:custGeom>
              <a:avLst/>
              <a:gdLst/>
              <a:ahLst/>
              <a:cxnLst/>
              <a:rect l="l" t="t" r="r" b="b"/>
              <a:pathLst>
                <a:path w="10596" h="63785" extrusionOk="0">
                  <a:moveTo>
                    <a:pt x="10596" y="0"/>
                  </a:moveTo>
                  <a:lnTo>
                    <a:pt x="10596" y="63785"/>
                  </a:lnTo>
                  <a:lnTo>
                    <a:pt x="0" y="63785"/>
                  </a:lnTo>
                  <a:lnTo>
                    <a:pt x="0" y="0"/>
                  </a:lnTo>
                  <a:lnTo>
                    <a:pt x="10596" y="0"/>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70" name="Google Shape;2670;p90"/>
            <p:cNvSpPr/>
            <p:nvPr/>
          </p:nvSpPr>
          <p:spPr>
            <a:xfrm>
              <a:off x="7177115" y="2170299"/>
              <a:ext cx="10595" cy="63785"/>
            </a:xfrm>
            <a:custGeom>
              <a:avLst/>
              <a:gdLst/>
              <a:ahLst/>
              <a:cxnLst/>
              <a:rect l="l" t="t" r="r" b="b"/>
              <a:pathLst>
                <a:path w="10595" h="63785" extrusionOk="0">
                  <a:moveTo>
                    <a:pt x="10596" y="0"/>
                  </a:moveTo>
                  <a:lnTo>
                    <a:pt x="10596" y="63785"/>
                  </a:lnTo>
                  <a:lnTo>
                    <a:pt x="0" y="63785"/>
                  </a:lnTo>
                  <a:lnTo>
                    <a:pt x="0" y="0"/>
                  </a:lnTo>
                  <a:lnTo>
                    <a:pt x="10596" y="0"/>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71" name="Google Shape;2671;p90"/>
            <p:cNvSpPr/>
            <p:nvPr/>
          </p:nvSpPr>
          <p:spPr>
            <a:xfrm>
              <a:off x="7195170" y="2189213"/>
              <a:ext cx="36760" cy="45582"/>
            </a:xfrm>
            <a:custGeom>
              <a:avLst/>
              <a:gdLst/>
              <a:ahLst/>
              <a:cxnLst/>
              <a:rect l="l" t="t" r="r" b="b"/>
              <a:pathLst>
                <a:path w="36760" h="45582" extrusionOk="0">
                  <a:moveTo>
                    <a:pt x="2131" y="6956"/>
                  </a:moveTo>
                  <a:cubicBezTo>
                    <a:pt x="7192" y="2309"/>
                    <a:pt x="13289" y="0"/>
                    <a:pt x="20423" y="0"/>
                  </a:cubicBezTo>
                  <a:cubicBezTo>
                    <a:pt x="22998" y="0"/>
                    <a:pt x="25306" y="414"/>
                    <a:pt x="27319" y="1273"/>
                  </a:cubicBezTo>
                  <a:cubicBezTo>
                    <a:pt x="29332" y="2131"/>
                    <a:pt x="31078" y="3285"/>
                    <a:pt x="32469" y="4795"/>
                  </a:cubicBezTo>
                  <a:cubicBezTo>
                    <a:pt x="33860" y="6304"/>
                    <a:pt x="34925" y="8080"/>
                    <a:pt x="35665" y="10182"/>
                  </a:cubicBezTo>
                  <a:cubicBezTo>
                    <a:pt x="36405" y="12284"/>
                    <a:pt x="36760" y="14563"/>
                    <a:pt x="36760" y="17049"/>
                  </a:cubicBezTo>
                  <a:lnTo>
                    <a:pt x="36760" y="44872"/>
                  </a:lnTo>
                  <a:lnTo>
                    <a:pt x="31965" y="44872"/>
                  </a:lnTo>
                  <a:cubicBezTo>
                    <a:pt x="30959" y="44872"/>
                    <a:pt x="30190" y="44724"/>
                    <a:pt x="29657" y="44428"/>
                  </a:cubicBezTo>
                  <a:cubicBezTo>
                    <a:pt x="29124" y="44132"/>
                    <a:pt x="28680" y="43510"/>
                    <a:pt x="28355" y="42593"/>
                  </a:cubicBezTo>
                  <a:lnTo>
                    <a:pt x="27408" y="39426"/>
                  </a:lnTo>
                  <a:cubicBezTo>
                    <a:pt x="26283" y="40432"/>
                    <a:pt x="25188" y="41320"/>
                    <a:pt x="24152" y="42060"/>
                  </a:cubicBezTo>
                  <a:cubicBezTo>
                    <a:pt x="23086" y="42830"/>
                    <a:pt x="21991" y="43451"/>
                    <a:pt x="20837" y="43984"/>
                  </a:cubicBezTo>
                  <a:cubicBezTo>
                    <a:pt x="19683" y="44517"/>
                    <a:pt x="18469" y="44901"/>
                    <a:pt x="17167" y="45168"/>
                  </a:cubicBezTo>
                  <a:cubicBezTo>
                    <a:pt x="15864" y="45434"/>
                    <a:pt x="14414" y="45582"/>
                    <a:pt x="12845" y="45582"/>
                  </a:cubicBezTo>
                  <a:cubicBezTo>
                    <a:pt x="10981" y="45582"/>
                    <a:pt x="9264" y="45345"/>
                    <a:pt x="7695" y="44842"/>
                  </a:cubicBezTo>
                  <a:cubicBezTo>
                    <a:pt x="6127" y="44339"/>
                    <a:pt x="4765" y="43599"/>
                    <a:pt x="3611" y="42593"/>
                  </a:cubicBezTo>
                  <a:cubicBezTo>
                    <a:pt x="2456" y="41586"/>
                    <a:pt x="1569" y="40343"/>
                    <a:pt x="947" y="38863"/>
                  </a:cubicBezTo>
                  <a:cubicBezTo>
                    <a:pt x="326" y="37383"/>
                    <a:pt x="0" y="35637"/>
                    <a:pt x="0" y="33683"/>
                  </a:cubicBezTo>
                  <a:cubicBezTo>
                    <a:pt x="0" y="32559"/>
                    <a:pt x="177" y="31464"/>
                    <a:pt x="562" y="30368"/>
                  </a:cubicBezTo>
                  <a:cubicBezTo>
                    <a:pt x="917" y="29273"/>
                    <a:pt x="1539" y="28208"/>
                    <a:pt x="2397" y="27201"/>
                  </a:cubicBezTo>
                  <a:cubicBezTo>
                    <a:pt x="3226" y="26195"/>
                    <a:pt x="4321" y="25248"/>
                    <a:pt x="5683" y="24360"/>
                  </a:cubicBezTo>
                  <a:cubicBezTo>
                    <a:pt x="7044" y="23472"/>
                    <a:pt x="8672" y="22702"/>
                    <a:pt x="10626" y="22051"/>
                  </a:cubicBezTo>
                  <a:cubicBezTo>
                    <a:pt x="12579" y="21400"/>
                    <a:pt x="14858" y="20867"/>
                    <a:pt x="17463" y="20453"/>
                  </a:cubicBezTo>
                  <a:cubicBezTo>
                    <a:pt x="20067" y="20038"/>
                    <a:pt x="23027" y="19802"/>
                    <a:pt x="26401" y="19713"/>
                  </a:cubicBezTo>
                  <a:lnTo>
                    <a:pt x="26401" y="17138"/>
                  </a:lnTo>
                  <a:cubicBezTo>
                    <a:pt x="26401" y="14178"/>
                    <a:pt x="25780" y="12017"/>
                    <a:pt x="24507" y="10596"/>
                  </a:cubicBezTo>
                  <a:cubicBezTo>
                    <a:pt x="23234" y="9176"/>
                    <a:pt x="21429" y="8465"/>
                    <a:pt x="19061" y="8465"/>
                  </a:cubicBezTo>
                  <a:cubicBezTo>
                    <a:pt x="17344" y="8465"/>
                    <a:pt x="15924" y="8672"/>
                    <a:pt x="14799" y="9057"/>
                  </a:cubicBezTo>
                  <a:cubicBezTo>
                    <a:pt x="13674" y="9472"/>
                    <a:pt x="12668" y="9916"/>
                    <a:pt x="11810" y="10419"/>
                  </a:cubicBezTo>
                  <a:cubicBezTo>
                    <a:pt x="10951" y="10922"/>
                    <a:pt x="10181" y="11366"/>
                    <a:pt x="9471" y="11780"/>
                  </a:cubicBezTo>
                  <a:cubicBezTo>
                    <a:pt x="8761" y="12195"/>
                    <a:pt x="7991" y="12372"/>
                    <a:pt x="7133" y="12372"/>
                  </a:cubicBezTo>
                  <a:cubicBezTo>
                    <a:pt x="6393" y="12372"/>
                    <a:pt x="5771" y="12195"/>
                    <a:pt x="5239" y="11780"/>
                  </a:cubicBezTo>
                  <a:cubicBezTo>
                    <a:pt x="4706" y="11366"/>
                    <a:pt x="4321" y="10952"/>
                    <a:pt x="3996" y="10419"/>
                  </a:cubicBezTo>
                  <a:lnTo>
                    <a:pt x="2101" y="7015"/>
                  </a:lnTo>
                  <a:close/>
                  <a:moveTo>
                    <a:pt x="26401" y="26047"/>
                  </a:moveTo>
                  <a:cubicBezTo>
                    <a:pt x="23353" y="26195"/>
                    <a:pt x="20778" y="26461"/>
                    <a:pt x="18676" y="26846"/>
                  </a:cubicBezTo>
                  <a:cubicBezTo>
                    <a:pt x="16575" y="27231"/>
                    <a:pt x="14917" y="27734"/>
                    <a:pt x="13645" y="28326"/>
                  </a:cubicBezTo>
                  <a:cubicBezTo>
                    <a:pt x="12401" y="28918"/>
                    <a:pt x="11484" y="29628"/>
                    <a:pt x="10951" y="30428"/>
                  </a:cubicBezTo>
                  <a:cubicBezTo>
                    <a:pt x="10419" y="31227"/>
                    <a:pt x="10122" y="32115"/>
                    <a:pt x="10122" y="33032"/>
                  </a:cubicBezTo>
                  <a:cubicBezTo>
                    <a:pt x="10122" y="34897"/>
                    <a:pt x="10685" y="36229"/>
                    <a:pt x="11780" y="37028"/>
                  </a:cubicBezTo>
                  <a:cubicBezTo>
                    <a:pt x="12875" y="37827"/>
                    <a:pt x="14325" y="38242"/>
                    <a:pt x="16101" y="38242"/>
                  </a:cubicBezTo>
                  <a:cubicBezTo>
                    <a:pt x="18262" y="38242"/>
                    <a:pt x="20156" y="37857"/>
                    <a:pt x="21754" y="37058"/>
                  </a:cubicBezTo>
                  <a:cubicBezTo>
                    <a:pt x="23353" y="36259"/>
                    <a:pt x="24892" y="35075"/>
                    <a:pt x="26401" y="33476"/>
                  </a:cubicBezTo>
                  <a:lnTo>
                    <a:pt x="26401" y="26047"/>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72" name="Google Shape;2672;p90"/>
            <p:cNvSpPr/>
            <p:nvPr/>
          </p:nvSpPr>
          <p:spPr>
            <a:xfrm>
              <a:off x="7241875" y="2170329"/>
              <a:ext cx="40489" cy="64407"/>
            </a:xfrm>
            <a:custGeom>
              <a:avLst/>
              <a:gdLst/>
              <a:ahLst/>
              <a:cxnLst/>
              <a:rect l="l" t="t" r="r" b="b"/>
              <a:pathLst>
                <a:path w="40489" h="64407" extrusionOk="0">
                  <a:moveTo>
                    <a:pt x="10596" y="25129"/>
                  </a:moveTo>
                  <a:cubicBezTo>
                    <a:pt x="12372" y="23265"/>
                    <a:pt x="14325" y="21785"/>
                    <a:pt x="16486" y="20690"/>
                  </a:cubicBezTo>
                  <a:cubicBezTo>
                    <a:pt x="18646" y="19594"/>
                    <a:pt x="21103" y="19032"/>
                    <a:pt x="23885" y="19032"/>
                  </a:cubicBezTo>
                  <a:cubicBezTo>
                    <a:pt x="26431" y="19032"/>
                    <a:pt x="28739" y="19535"/>
                    <a:pt x="30781" y="20542"/>
                  </a:cubicBezTo>
                  <a:cubicBezTo>
                    <a:pt x="32824" y="21548"/>
                    <a:pt x="34570" y="22969"/>
                    <a:pt x="36020" y="24863"/>
                  </a:cubicBezTo>
                  <a:cubicBezTo>
                    <a:pt x="37471" y="26728"/>
                    <a:pt x="38566" y="29007"/>
                    <a:pt x="39335" y="31671"/>
                  </a:cubicBezTo>
                  <a:cubicBezTo>
                    <a:pt x="40105" y="34335"/>
                    <a:pt x="40490" y="37324"/>
                    <a:pt x="40490" y="40639"/>
                  </a:cubicBezTo>
                  <a:cubicBezTo>
                    <a:pt x="40490" y="44221"/>
                    <a:pt x="40046" y="47476"/>
                    <a:pt x="39158" y="50377"/>
                  </a:cubicBezTo>
                  <a:cubicBezTo>
                    <a:pt x="38270" y="53307"/>
                    <a:pt x="36997" y="55794"/>
                    <a:pt x="35369" y="57866"/>
                  </a:cubicBezTo>
                  <a:cubicBezTo>
                    <a:pt x="33712" y="59938"/>
                    <a:pt x="31729" y="61566"/>
                    <a:pt x="29420" y="62690"/>
                  </a:cubicBezTo>
                  <a:cubicBezTo>
                    <a:pt x="27111" y="63815"/>
                    <a:pt x="24536" y="64407"/>
                    <a:pt x="21695" y="64407"/>
                  </a:cubicBezTo>
                  <a:cubicBezTo>
                    <a:pt x="20334" y="64407"/>
                    <a:pt x="19090" y="64259"/>
                    <a:pt x="17966" y="63993"/>
                  </a:cubicBezTo>
                  <a:cubicBezTo>
                    <a:pt x="16841" y="63726"/>
                    <a:pt x="15805" y="63342"/>
                    <a:pt x="14887" y="62868"/>
                  </a:cubicBezTo>
                  <a:cubicBezTo>
                    <a:pt x="13940" y="62394"/>
                    <a:pt x="13082" y="61802"/>
                    <a:pt x="12283" y="61092"/>
                  </a:cubicBezTo>
                  <a:cubicBezTo>
                    <a:pt x="11484" y="60382"/>
                    <a:pt x="10744" y="59612"/>
                    <a:pt x="10033" y="58754"/>
                  </a:cubicBezTo>
                  <a:lnTo>
                    <a:pt x="9560" y="61714"/>
                  </a:lnTo>
                  <a:cubicBezTo>
                    <a:pt x="9382" y="62454"/>
                    <a:pt x="9086" y="62986"/>
                    <a:pt x="8672" y="63312"/>
                  </a:cubicBezTo>
                  <a:cubicBezTo>
                    <a:pt x="8258" y="63638"/>
                    <a:pt x="7695" y="63785"/>
                    <a:pt x="6985" y="63785"/>
                  </a:cubicBezTo>
                  <a:lnTo>
                    <a:pt x="0" y="63785"/>
                  </a:lnTo>
                  <a:lnTo>
                    <a:pt x="0" y="0"/>
                  </a:lnTo>
                  <a:lnTo>
                    <a:pt x="10596" y="0"/>
                  </a:lnTo>
                  <a:lnTo>
                    <a:pt x="10596" y="25159"/>
                  </a:lnTo>
                  <a:close/>
                  <a:moveTo>
                    <a:pt x="10596" y="52331"/>
                  </a:moveTo>
                  <a:cubicBezTo>
                    <a:pt x="11810" y="53781"/>
                    <a:pt x="13112" y="54817"/>
                    <a:pt x="14532" y="55409"/>
                  </a:cubicBezTo>
                  <a:cubicBezTo>
                    <a:pt x="15953" y="56001"/>
                    <a:pt x="17433" y="56297"/>
                    <a:pt x="19002" y="56297"/>
                  </a:cubicBezTo>
                  <a:cubicBezTo>
                    <a:pt x="20570" y="56297"/>
                    <a:pt x="22110" y="56001"/>
                    <a:pt x="23412" y="55409"/>
                  </a:cubicBezTo>
                  <a:cubicBezTo>
                    <a:pt x="24714" y="54817"/>
                    <a:pt x="25809" y="53899"/>
                    <a:pt x="26727" y="52656"/>
                  </a:cubicBezTo>
                  <a:cubicBezTo>
                    <a:pt x="27644" y="51413"/>
                    <a:pt x="28355" y="49815"/>
                    <a:pt x="28828" y="47891"/>
                  </a:cubicBezTo>
                  <a:cubicBezTo>
                    <a:pt x="29331" y="45967"/>
                    <a:pt x="29568" y="43658"/>
                    <a:pt x="29568" y="40965"/>
                  </a:cubicBezTo>
                  <a:cubicBezTo>
                    <a:pt x="29568" y="36140"/>
                    <a:pt x="28769" y="32618"/>
                    <a:pt x="27171" y="30457"/>
                  </a:cubicBezTo>
                  <a:cubicBezTo>
                    <a:pt x="25572" y="28296"/>
                    <a:pt x="23264" y="27231"/>
                    <a:pt x="20274" y="27231"/>
                  </a:cubicBezTo>
                  <a:cubicBezTo>
                    <a:pt x="18232" y="27231"/>
                    <a:pt x="16456" y="27704"/>
                    <a:pt x="14947" y="28622"/>
                  </a:cubicBezTo>
                  <a:cubicBezTo>
                    <a:pt x="13437" y="29540"/>
                    <a:pt x="11987" y="30872"/>
                    <a:pt x="10626" y="32559"/>
                  </a:cubicBezTo>
                  <a:lnTo>
                    <a:pt x="10626" y="52301"/>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73" name="Google Shape;2673;p90"/>
            <p:cNvSpPr/>
            <p:nvPr/>
          </p:nvSpPr>
          <p:spPr>
            <a:xfrm>
              <a:off x="7288225" y="2189361"/>
              <a:ext cx="43568" cy="45374"/>
            </a:xfrm>
            <a:custGeom>
              <a:avLst/>
              <a:gdLst/>
              <a:ahLst/>
              <a:cxnLst/>
              <a:rect l="l" t="t" r="r" b="b"/>
              <a:pathLst>
                <a:path w="43568" h="45374" extrusionOk="0">
                  <a:moveTo>
                    <a:pt x="21843" y="0"/>
                  </a:moveTo>
                  <a:cubicBezTo>
                    <a:pt x="25099" y="0"/>
                    <a:pt x="28088" y="533"/>
                    <a:pt x="30752" y="1598"/>
                  </a:cubicBezTo>
                  <a:cubicBezTo>
                    <a:pt x="33416" y="2664"/>
                    <a:pt x="35725" y="4173"/>
                    <a:pt x="37619" y="6097"/>
                  </a:cubicBezTo>
                  <a:cubicBezTo>
                    <a:pt x="39513" y="8021"/>
                    <a:pt x="40993" y="10419"/>
                    <a:pt x="42029" y="13231"/>
                  </a:cubicBezTo>
                  <a:cubicBezTo>
                    <a:pt x="43065" y="16043"/>
                    <a:pt x="43568" y="19180"/>
                    <a:pt x="43568" y="22614"/>
                  </a:cubicBezTo>
                  <a:cubicBezTo>
                    <a:pt x="43568" y="26047"/>
                    <a:pt x="43065" y="29244"/>
                    <a:pt x="42029" y="32056"/>
                  </a:cubicBezTo>
                  <a:cubicBezTo>
                    <a:pt x="40993" y="34867"/>
                    <a:pt x="39543" y="37235"/>
                    <a:pt x="37619" y="39218"/>
                  </a:cubicBezTo>
                  <a:cubicBezTo>
                    <a:pt x="35695" y="41202"/>
                    <a:pt x="33416" y="42711"/>
                    <a:pt x="30752" y="43777"/>
                  </a:cubicBezTo>
                  <a:cubicBezTo>
                    <a:pt x="28088" y="44842"/>
                    <a:pt x="25099" y="45375"/>
                    <a:pt x="21843" y="45375"/>
                  </a:cubicBezTo>
                  <a:cubicBezTo>
                    <a:pt x="18588" y="45375"/>
                    <a:pt x="15569" y="44842"/>
                    <a:pt x="12875" y="43777"/>
                  </a:cubicBezTo>
                  <a:cubicBezTo>
                    <a:pt x="10182" y="42711"/>
                    <a:pt x="7903" y="41202"/>
                    <a:pt x="5979" y="39218"/>
                  </a:cubicBezTo>
                  <a:cubicBezTo>
                    <a:pt x="4055" y="37235"/>
                    <a:pt x="2605" y="34867"/>
                    <a:pt x="1569" y="32056"/>
                  </a:cubicBezTo>
                  <a:cubicBezTo>
                    <a:pt x="533" y="29244"/>
                    <a:pt x="0" y="26106"/>
                    <a:pt x="0" y="22614"/>
                  </a:cubicBezTo>
                  <a:cubicBezTo>
                    <a:pt x="0" y="19121"/>
                    <a:pt x="533" y="16013"/>
                    <a:pt x="1569" y="13231"/>
                  </a:cubicBezTo>
                  <a:cubicBezTo>
                    <a:pt x="2605" y="10419"/>
                    <a:pt x="4085" y="8051"/>
                    <a:pt x="5979" y="6097"/>
                  </a:cubicBezTo>
                  <a:cubicBezTo>
                    <a:pt x="7873" y="4144"/>
                    <a:pt x="10182" y="2634"/>
                    <a:pt x="12875" y="1598"/>
                  </a:cubicBezTo>
                  <a:cubicBezTo>
                    <a:pt x="15569" y="533"/>
                    <a:pt x="18558" y="0"/>
                    <a:pt x="21843" y="0"/>
                  </a:cubicBezTo>
                  <a:close/>
                  <a:moveTo>
                    <a:pt x="21843" y="37206"/>
                  </a:moveTo>
                  <a:cubicBezTo>
                    <a:pt x="25513" y="37206"/>
                    <a:pt x="28207" y="35963"/>
                    <a:pt x="29983" y="33506"/>
                  </a:cubicBezTo>
                  <a:cubicBezTo>
                    <a:pt x="31729" y="31049"/>
                    <a:pt x="32617" y="27438"/>
                    <a:pt x="32617" y="22702"/>
                  </a:cubicBezTo>
                  <a:cubicBezTo>
                    <a:pt x="32617" y="17967"/>
                    <a:pt x="31729" y="14326"/>
                    <a:pt x="29983" y="11840"/>
                  </a:cubicBezTo>
                  <a:cubicBezTo>
                    <a:pt x="28236" y="9353"/>
                    <a:pt x="25513" y="8110"/>
                    <a:pt x="21843" y="8110"/>
                  </a:cubicBezTo>
                  <a:cubicBezTo>
                    <a:pt x="18173" y="8110"/>
                    <a:pt x="15361" y="9353"/>
                    <a:pt x="13586" y="11869"/>
                  </a:cubicBezTo>
                  <a:cubicBezTo>
                    <a:pt x="11810" y="14385"/>
                    <a:pt x="10892" y="17996"/>
                    <a:pt x="10892" y="22702"/>
                  </a:cubicBezTo>
                  <a:cubicBezTo>
                    <a:pt x="10892" y="27409"/>
                    <a:pt x="11780" y="31020"/>
                    <a:pt x="13586" y="33506"/>
                  </a:cubicBezTo>
                  <a:cubicBezTo>
                    <a:pt x="15361" y="35992"/>
                    <a:pt x="18144" y="37206"/>
                    <a:pt x="21843" y="37206"/>
                  </a:cubicBez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74" name="Google Shape;2674;p90"/>
            <p:cNvSpPr/>
            <p:nvPr/>
          </p:nvSpPr>
          <p:spPr>
            <a:xfrm>
              <a:off x="7339904" y="2189213"/>
              <a:ext cx="26460" cy="44842"/>
            </a:xfrm>
            <a:custGeom>
              <a:avLst/>
              <a:gdLst/>
              <a:ahLst/>
              <a:cxnLst/>
              <a:rect l="l" t="t" r="r" b="b"/>
              <a:pathLst>
                <a:path w="26460" h="44842" extrusionOk="0">
                  <a:moveTo>
                    <a:pt x="10004" y="8465"/>
                  </a:moveTo>
                  <a:cubicBezTo>
                    <a:pt x="11365" y="5831"/>
                    <a:pt x="12993" y="3759"/>
                    <a:pt x="14887" y="2249"/>
                  </a:cubicBezTo>
                  <a:cubicBezTo>
                    <a:pt x="16782" y="740"/>
                    <a:pt x="19002" y="0"/>
                    <a:pt x="21577" y="0"/>
                  </a:cubicBezTo>
                  <a:cubicBezTo>
                    <a:pt x="23619" y="0"/>
                    <a:pt x="25247" y="444"/>
                    <a:pt x="26460" y="1332"/>
                  </a:cubicBezTo>
                  <a:lnTo>
                    <a:pt x="25780" y="9264"/>
                  </a:lnTo>
                  <a:cubicBezTo>
                    <a:pt x="25631" y="9768"/>
                    <a:pt x="25424" y="10152"/>
                    <a:pt x="25158" y="10360"/>
                  </a:cubicBezTo>
                  <a:cubicBezTo>
                    <a:pt x="24892" y="10567"/>
                    <a:pt x="24507" y="10685"/>
                    <a:pt x="24063" y="10685"/>
                  </a:cubicBezTo>
                  <a:cubicBezTo>
                    <a:pt x="23649" y="10685"/>
                    <a:pt x="22997" y="10626"/>
                    <a:pt x="22139" y="10478"/>
                  </a:cubicBezTo>
                  <a:cubicBezTo>
                    <a:pt x="21281" y="10330"/>
                    <a:pt x="20481" y="10271"/>
                    <a:pt x="19682" y="10271"/>
                  </a:cubicBezTo>
                  <a:cubicBezTo>
                    <a:pt x="18499" y="10271"/>
                    <a:pt x="17462" y="10448"/>
                    <a:pt x="16545" y="10774"/>
                  </a:cubicBezTo>
                  <a:cubicBezTo>
                    <a:pt x="15627" y="11129"/>
                    <a:pt x="14799" y="11603"/>
                    <a:pt x="14089" y="12254"/>
                  </a:cubicBezTo>
                  <a:cubicBezTo>
                    <a:pt x="13378" y="12905"/>
                    <a:pt x="12727" y="13675"/>
                    <a:pt x="12165" y="14592"/>
                  </a:cubicBezTo>
                  <a:cubicBezTo>
                    <a:pt x="11602" y="15510"/>
                    <a:pt x="11070" y="16546"/>
                    <a:pt x="10596" y="17730"/>
                  </a:cubicBezTo>
                  <a:lnTo>
                    <a:pt x="10596" y="44842"/>
                  </a:lnTo>
                  <a:lnTo>
                    <a:pt x="0" y="44842"/>
                  </a:lnTo>
                  <a:lnTo>
                    <a:pt x="0" y="799"/>
                  </a:lnTo>
                  <a:lnTo>
                    <a:pt x="6215" y="799"/>
                  </a:lnTo>
                  <a:cubicBezTo>
                    <a:pt x="7311" y="799"/>
                    <a:pt x="8051" y="1006"/>
                    <a:pt x="8495" y="1391"/>
                  </a:cubicBezTo>
                  <a:cubicBezTo>
                    <a:pt x="8938" y="1776"/>
                    <a:pt x="9205" y="2486"/>
                    <a:pt x="9353" y="3463"/>
                  </a:cubicBezTo>
                  <a:lnTo>
                    <a:pt x="10004" y="8436"/>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75" name="Google Shape;2675;p90"/>
            <p:cNvSpPr/>
            <p:nvPr/>
          </p:nvSpPr>
          <p:spPr>
            <a:xfrm>
              <a:off x="7368199" y="2189213"/>
              <a:ext cx="36760" cy="45582"/>
            </a:xfrm>
            <a:custGeom>
              <a:avLst/>
              <a:gdLst/>
              <a:ahLst/>
              <a:cxnLst/>
              <a:rect l="l" t="t" r="r" b="b"/>
              <a:pathLst>
                <a:path w="36760" h="45582" extrusionOk="0">
                  <a:moveTo>
                    <a:pt x="2131" y="6956"/>
                  </a:moveTo>
                  <a:cubicBezTo>
                    <a:pt x="7192" y="2309"/>
                    <a:pt x="13289" y="0"/>
                    <a:pt x="20423" y="0"/>
                  </a:cubicBezTo>
                  <a:cubicBezTo>
                    <a:pt x="22998" y="0"/>
                    <a:pt x="25306" y="414"/>
                    <a:pt x="27319" y="1273"/>
                  </a:cubicBezTo>
                  <a:cubicBezTo>
                    <a:pt x="29332" y="2131"/>
                    <a:pt x="31078" y="3285"/>
                    <a:pt x="32469" y="4795"/>
                  </a:cubicBezTo>
                  <a:cubicBezTo>
                    <a:pt x="33860" y="6304"/>
                    <a:pt x="34926" y="8080"/>
                    <a:pt x="35666" y="10182"/>
                  </a:cubicBezTo>
                  <a:cubicBezTo>
                    <a:pt x="36406" y="12284"/>
                    <a:pt x="36761" y="14563"/>
                    <a:pt x="36761" y="17049"/>
                  </a:cubicBezTo>
                  <a:lnTo>
                    <a:pt x="36761" y="44872"/>
                  </a:lnTo>
                  <a:lnTo>
                    <a:pt x="31966" y="44872"/>
                  </a:lnTo>
                  <a:cubicBezTo>
                    <a:pt x="30959" y="44872"/>
                    <a:pt x="30190" y="44724"/>
                    <a:pt x="29657" y="44428"/>
                  </a:cubicBezTo>
                  <a:cubicBezTo>
                    <a:pt x="29124" y="44132"/>
                    <a:pt x="28681" y="43510"/>
                    <a:pt x="28355" y="42593"/>
                  </a:cubicBezTo>
                  <a:lnTo>
                    <a:pt x="27408" y="39426"/>
                  </a:lnTo>
                  <a:cubicBezTo>
                    <a:pt x="26283" y="40432"/>
                    <a:pt x="25188" y="41320"/>
                    <a:pt x="24152" y="42060"/>
                  </a:cubicBezTo>
                  <a:cubicBezTo>
                    <a:pt x="23086" y="42830"/>
                    <a:pt x="21991" y="43451"/>
                    <a:pt x="20837" y="43984"/>
                  </a:cubicBezTo>
                  <a:cubicBezTo>
                    <a:pt x="19683" y="44517"/>
                    <a:pt x="18469" y="44901"/>
                    <a:pt x="17167" y="45168"/>
                  </a:cubicBezTo>
                  <a:cubicBezTo>
                    <a:pt x="15864" y="45434"/>
                    <a:pt x="14414" y="45582"/>
                    <a:pt x="12845" y="45582"/>
                  </a:cubicBezTo>
                  <a:cubicBezTo>
                    <a:pt x="10981" y="45582"/>
                    <a:pt x="9264" y="45345"/>
                    <a:pt x="7695" y="44842"/>
                  </a:cubicBezTo>
                  <a:cubicBezTo>
                    <a:pt x="6127" y="44339"/>
                    <a:pt x="4765" y="43599"/>
                    <a:pt x="3611" y="42593"/>
                  </a:cubicBezTo>
                  <a:cubicBezTo>
                    <a:pt x="2456" y="41586"/>
                    <a:pt x="1569" y="40343"/>
                    <a:pt x="947" y="38863"/>
                  </a:cubicBezTo>
                  <a:cubicBezTo>
                    <a:pt x="326" y="37383"/>
                    <a:pt x="0" y="35637"/>
                    <a:pt x="0" y="33683"/>
                  </a:cubicBezTo>
                  <a:cubicBezTo>
                    <a:pt x="0" y="32559"/>
                    <a:pt x="178" y="31464"/>
                    <a:pt x="563" y="30368"/>
                  </a:cubicBezTo>
                  <a:cubicBezTo>
                    <a:pt x="918" y="29273"/>
                    <a:pt x="1539" y="28208"/>
                    <a:pt x="2398" y="27201"/>
                  </a:cubicBezTo>
                  <a:cubicBezTo>
                    <a:pt x="3226" y="26195"/>
                    <a:pt x="4321" y="25248"/>
                    <a:pt x="5683" y="24360"/>
                  </a:cubicBezTo>
                  <a:cubicBezTo>
                    <a:pt x="7044" y="23472"/>
                    <a:pt x="8672" y="22702"/>
                    <a:pt x="10626" y="22051"/>
                  </a:cubicBezTo>
                  <a:cubicBezTo>
                    <a:pt x="12579" y="21400"/>
                    <a:pt x="14858" y="20867"/>
                    <a:pt x="17463" y="20453"/>
                  </a:cubicBezTo>
                  <a:cubicBezTo>
                    <a:pt x="20067" y="20038"/>
                    <a:pt x="23027" y="19802"/>
                    <a:pt x="26401" y="19713"/>
                  </a:cubicBezTo>
                  <a:lnTo>
                    <a:pt x="26401" y="17138"/>
                  </a:lnTo>
                  <a:cubicBezTo>
                    <a:pt x="26401" y="14178"/>
                    <a:pt x="25780" y="12017"/>
                    <a:pt x="24507" y="10596"/>
                  </a:cubicBezTo>
                  <a:cubicBezTo>
                    <a:pt x="23234" y="9176"/>
                    <a:pt x="21429" y="8465"/>
                    <a:pt x="19061" y="8465"/>
                  </a:cubicBezTo>
                  <a:cubicBezTo>
                    <a:pt x="17344" y="8465"/>
                    <a:pt x="15924" y="8672"/>
                    <a:pt x="14799" y="9057"/>
                  </a:cubicBezTo>
                  <a:cubicBezTo>
                    <a:pt x="13674" y="9472"/>
                    <a:pt x="12668" y="9916"/>
                    <a:pt x="11810" y="10419"/>
                  </a:cubicBezTo>
                  <a:cubicBezTo>
                    <a:pt x="10951" y="10922"/>
                    <a:pt x="10182" y="11366"/>
                    <a:pt x="9472" y="11780"/>
                  </a:cubicBezTo>
                  <a:cubicBezTo>
                    <a:pt x="8761" y="12195"/>
                    <a:pt x="7992" y="12372"/>
                    <a:pt x="7133" y="12372"/>
                  </a:cubicBezTo>
                  <a:cubicBezTo>
                    <a:pt x="6393" y="12372"/>
                    <a:pt x="5772" y="12195"/>
                    <a:pt x="5239" y="11780"/>
                  </a:cubicBezTo>
                  <a:cubicBezTo>
                    <a:pt x="4706" y="11366"/>
                    <a:pt x="4321" y="10952"/>
                    <a:pt x="3996" y="10419"/>
                  </a:cubicBezTo>
                  <a:lnTo>
                    <a:pt x="2101" y="7015"/>
                  </a:lnTo>
                  <a:close/>
                  <a:moveTo>
                    <a:pt x="26431" y="26047"/>
                  </a:moveTo>
                  <a:cubicBezTo>
                    <a:pt x="23382" y="26195"/>
                    <a:pt x="20807" y="26461"/>
                    <a:pt x="18706" y="26846"/>
                  </a:cubicBezTo>
                  <a:cubicBezTo>
                    <a:pt x="16604" y="27231"/>
                    <a:pt x="14947" y="27734"/>
                    <a:pt x="13674" y="28326"/>
                  </a:cubicBezTo>
                  <a:cubicBezTo>
                    <a:pt x="12431" y="28918"/>
                    <a:pt x="11514" y="29628"/>
                    <a:pt x="10981" y="30428"/>
                  </a:cubicBezTo>
                  <a:cubicBezTo>
                    <a:pt x="10448" y="31227"/>
                    <a:pt x="10152" y="32115"/>
                    <a:pt x="10152" y="33032"/>
                  </a:cubicBezTo>
                  <a:cubicBezTo>
                    <a:pt x="10152" y="34897"/>
                    <a:pt x="10714" y="36229"/>
                    <a:pt x="11810" y="37028"/>
                  </a:cubicBezTo>
                  <a:cubicBezTo>
                    <a:pt x="12905" y="37827"/>
                    <a:pt x="14355" y="38242"/>
                    <a:pt x="16131" y="38242"/>
                  </a:cubicBezTo>
                  <a:cubicBezTo>
                    <a:pt x="18292" y="38242"/>
                    <a:pt x="20186" y="37857"/>
                    <a:pt x="21784" y="37058"/>
                  </a:cubicBezTo>
                  <a:cubicBezTo>
                    <a:pt x="23382" y="36259"/>
                    <a:pt x="24922" y="35075"/>
                    <a:pt x="26431" y="33476"/>
                  </a:cubicBezTo>
                  <a:lnTo>
                    <a:pt x="26431" y="26047"/>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76" name="Google Shape;2676;p90"/>
            <p:cNvSpPr/>
            <p:nvPr/>
          </p:nvSpPr>
          <p:spPr>
            <a:xfrm>
              <a:off x="7410583" y="2170240"/>
              <a:ext cx="49990" cy="64495"/>
            </a:xfrm>
            <a:custGeom>
              <a:avLst/>
              <a:gdLst/>
              <a:ahLst/>
              <a:cxnLst/>
              <a:rect l="l" t="t" r="r" b="b"/>
              <a:pathLst>
                <a:path w="49990" h="64495" extrusionOk="0">
                  <a:moveTo>
                    <a:pt x="48155" y="63815"/>
                  </a:moveTo>
                  <a:lnTo>
                    <a:pt x="37560" y="63815"/>
                  </a:lnTo>
                  <a:lnTo>
                    <a:pt x="37560" y="27734"/>
                  </a:lnTo>
                  <a:lnTo>
                    <a:pt x="17137" y="27734"/>
                  </a:lnTo>
                  <a:lnTo>
                    <a:pt x="17137" y="51591"/>
                  </a:lnTo>
                  <a:cubicBezTo>
                    <a:pt x="17137" y="52952"/>
                    <a:pt x="17462" y="54047"/>
                    <a:pt x="18144" y="54817"/>
                  </a:cubicBezTo>
                  <a:cubicBezTo>
                    <a:pt x="18824" y="55587"/>
                    <a:pt x="19742" y="55971"/>
                    <a:pt x="20926" y="55971"/>
                  </a:cubicBezTo>
                  <a:cubicBezTo>
                    <a:pt x="21577" y="55971"/>
                    <a:pt x="22139" y="55883"/>
                    <a:pt x="22583" y="55735"/>
                  </a:cubicBezTo>
                  <a:cubicBezTo>
                    <a:pt x="23027" y="55587"/>
                    <a:pt x="23412" y="55409"/>
                    <a:pt x="23737" y="55231"/>
                  </a:cubicBezTo>
                  <a:cubicBezTo>
                    <a:pt x="24063" y="55054"/>
                    <a:pt x="24359" y="54906"/>
                    <a:pt x="24625" y="54728"/>
                  </a:cubicBezTo>
                  <a:cubicBezTo>
                    <a:pt x="24892" y="54580"/>
                    <a:pt x="25129" y="54491"/>
                    <a:pt x="25395" y="54491"/>
                  </a:cubicBezTo>
                  <a:cubicBezTo>
                    <a:pt x="25720" y="54491"/>
                    <a:pt x="25957" y="54580"/>
                    <a:pt x="26164" y="54728"/>
                  </a:cubicBezTo>
                  <a:cubicBezTo>
                    <a:pt x="26371" y="54876"/>
                    <a:pt x="26579" y="55113"/>
                    <a:pt x="26815" y="55439"/>
                  </a:cubicBezTo>
                  <a:lnTo>
                    <a:pt x="29983" y="60589"/>
                  </a:lnTo>
                  <a:cubicBezTo>
                    <a:pt x="28444" y="61891"/>
                    <a:pt x="26667" y="62838"/>
                    <a:pt x="24655" y="63519"/>
                  </a:cubicBezTo>
                  <a:cubicBezTo>
                    <a:pt x="22642" y="64200"/>
                    <a:pt x="20570" y="64496"/>
                    <a:pt x="18439" y="64496"/>
                  </a:cubicBezTo>
                  <a:cubicBezTo>
                    <a:pt x="14621" y="64496"/>
                    <a:pt x="11661" y="63401"/>
                    <a:pt x="9619" y="61270"/>
                  </a:cubicBezTo>
                  <a:cubicBezTo>
                    <a:pt x="7577" y="59109"/>
                    <a:pt x="6541" y="56119"/>
                    <a:pt x="6541" y="52331"/>
                  </a:cubicBezTo>
                  <a:lnTo>
                    <a:pt x="6541" y="27734"/>
                  </a:lnTo>
                  <a:lnTo>
                    <a:pt x="2042" y="27734"/>
                  </a:lnTo>
                  <a:cubicBezTo>
                    <a:pt x="1480" y="27734"/>
                    <a:pt x="977" y="27557"/>
                    <a:pt x="592" y="27172"/>
                  </a:cubicBezTo>
                  <a:cubicBezTo>
                    <a:pt x="177" y="26787"/>
                    <a:pt x="0" y="26254"/>
                    <a:pt x="0" y="25485"/>
                  </a:cubicBezTo>
                  <a:lnTo>
                    <a:pt x="0" y="21282"/>
                  </a:lnTo>
                  <a:lnTo>
                    <a:pt x="7074" y="20068"/>
                  </a:lnTo>
                  <a:lnTo>
                    <a:pt x="9293" y="8080"/>
                  </a:lnTo>
                  <a:cubicBezTo>
                    <a:pt x="9442" y="7518"/>
                    <a:pt x="9708" y="7074"/>
                    <a:pt x="10122" y="6749"/>
                  </a:cubicBezTo>
                  <a:cubicBezTo>
                    <a:pt x="10507" y="6423"/>
                    <a:pt x="11040" y="6275"/>
                    <a:pt x="11661" y="6275"/>
                  </a:cubicBezTo>
                  <a:lnTo>
                    <a:pt x="17167" y="6275"/>
                  </a:lnTo>
                  <a:lnTo>
                    <a:pt x="17167" y="20127"/>
                  </a:lnTo>
                  <a:lnTo>
                    <a:pt x="48185" y="20127"/>
                  </a:lnTo>
                  <a:lnTo>
                    <a:pt x="48185" y="63785"/>
                  </a:lnTo>
                  <a:close/>
                  <a:moveTo>
                    <a:pt x="49990" y="6778"/>
                  </a:moveTo>
                  <a:cubicBezTo>
                    <a:pt x="49990" y="7696"/>
                    <a:pt x="49813" y="8554"/>
                    <a:pt x="49428" y="9383"/>
                  </a:cubicBezTo>
                  <a:cubicBezTo>
                    <a:pt x="49044" y="10212"/>
                    <a:pt x="48570" y="10892"/>
                    <a:pt x="47948" y="11514"/>
                  </a:cubicBezTo>
                  <a:cubicBezTo>
                    <a:pt x="47327" y="12136"/>
                    <a:pt x="46617" y="12609"/>
                    <a:pt x="45758" y="12964"/>
                  </a:cubicBezTo>
                  <a:cubicBezTo>
                    <a:pt x="44900" y="13319"/>
                    <a:pt x="44012" y="13497"/>
                    <a:pt x="43065" y="13497"/>
                  </a:cubicBezTo>
                  <a:cubicBezTo>
                    <a:pt x="42118" y="13497"/>
                    <a:pt x="41289" y="13319"/>
                    <a:pt x="40490" y="12964"/>
                  </a:cubicBezTo>
                  <a:cubicBezTo>
                    <a:pt x="39690" y="12609"/>
                    <a:pt x="38980" y="12136"/>
                    <a:pt x="38388" y="11514"/>
                  </a:cubicBezTo>
                  <a:cubicBezTo>
                    <a:pt x="37796" y="10892"/>
                    <a:pt x="37293" y="10212"/>
                    <a:pt x="36938" y="9383"/>
                  </a:cubicBezTo>
                  <a:cubicBezTo>
                    <a:pt x="36583" y="8554"/>
                    <a:pt x="36405" y="7696"/>
                    <a:pt x="36405" y="6778"/>
                  </a:cubicBezTo>
                  <a:cubicBezTo>
                    <a:pt x="36405" y="5861"/>
                    <a:pt x="36583" y="4943"/>
                    <a:pt x="36938" y="4144"/>
                  </a:cubicBezTo>
                  <a:cubicBezTo>
                    <a:pt x="37293" y="3345"/>
                    <a:pt x="37767" y="2605"/>
                    <a:pt x="38388" y="1983"/>
                  </a:cubicBezTo>
                  <a:cubicBezTo>
                    <a:pt x="38980" y="1362"/>
                    <a:pt x="39690" y="888"/>
                    <a:pt x="40490" y="533"/>
                  </a:cubicBezTo>
                  <a:cubicBezTo>
                    <a:pt x="41289" y="178"/>
                    <a:pt x="42147" y="0"/>
                    <a:pt x="43065" y="0"/>
                  </a:cubicBezTo>
                  <a:cubicBezTo>
                    <a:pt x="43982" y="0"/>
                    <a:pt x="44900" y="178"/>
                    <a:pt x="45758" y="533"/>
                  </a:cubicBezTo>
                  <a:cubicBezTo>
                    <a:pt x="46617" y="888"/>
                    <a:pt x="47327" y="1391"/>
                    <a:pt x="47948" y="1983"/>
                  </a:cubicBezTo>
                  <a:cubicBezTo>
                    <a:pt x="48570" y="2605"/>
                    <a:pt x="49073" y="3315"/>
                    <a:pt x="49428" y="4144"/>
                  </a:cubicBezTo>
                  <a:cubicBezTo>
                    <a:pt x="49783" y="4973"/>
                    <a:pt x="49990" y="5831"/>
                    <a:pt x="49990" y="6778"/>
                  </a:cubicBez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77" name="Google Shape;2677;p90"/>
            <p:cNvSpPr/>
            <p:nvPr/>
          </p:nvSpPr>
          <p:spPr>
            <a:xfrm>
              <a:off x="7467204" y="2189361"/>
              <a:ext cx="43567" cy="45374"/>
            </a:xfrm>
            <a:custGeom>
              <a:avLst/>
              <a:gdLst/>
              <a:ahLst/>
              <a:cxnLst/>
              <a:rect l="l" t="t" r="r" b="b"/>
              <a:pathLst>
                <a:path w="43567" h="45374" extrusionOk="0">
                  <a:moveTo>
                    <a:pt x="21843" y="0"/>
                  </a:moveTo>
                  <a:cubicBezTo>
                    <a:pt x="25099" y="0"/>
                    <a:pt x="28088" y="533"/>
                    <a:pt x="30752" y="1598"/>
                  </a:cubicBezTo>
                  <a:cubicBezTo>
                    <a:pt x="33416" y="2664"/>
                    <a:pt x="35724" y="4173"/>
                    <a:pt x="37619" y="6097"/>
                  </a:cubicBezTo>
                  <a:cubicBezTo>
                    <a:pt x="39513" y="8021"/>
                    <a:pt x="40993" y="10419"/>
                    <a:pt x="42029" y="13231"/>
                  </a:cubicBezTo>
                  <a:cubicBezTo>
                    <a:pt x="43065" y="16043"/>
                    <a:pt x="43568" y="19180"/>
                    <a:pt x="43568" y="22614"/>
                  </a:cubicBezTo>
                  <a:cubicBezTo>
                    <a:pt x="43568" y="26047"/>
                    <a:pt x="43065" y="29244"/>
                    <a:pt x="42029" y="32056"/>
                  </a:cubicBezTo>
                  <a:cubicBezTo>
                    <a:pt x="40993" y="34867"/>
                    <a:pt x="39543" y="37235"/>
                    <a:pt x="37619" y="39218"/>
                  </a:cubicBezTo>
                  <a:cubicBezTo>
                    <a:pt x="35695" y="41202"/>
                    <a:pt x="33416" y="42711"/>
                    <a:pt x="30752" y="43777"/>
                  </a:cubicBezTo>
                  <a:cubicBezTo>
                    <a:pt x="28088" y="44842"/>
                    <a:pt x="25099" y="45375"/>
                    <a:pt x="21843" y="45375"/>
                  </a:cubicBezTo>
                  <a:cubicBezTo>
                    <a:pt x="18587" y="45375"/>
                    <a:pt x="15568" y="44842"/>
                    <a:pt x="12875" y="43777"/>
                  </a:cubicBezTo>
                  <a:cubicBezTo>
                    <a:pt x="10181" y="42711"/>
                    <a:pt x="7902" y="41202"/>
                    <a:pt x="5978" y="39218"/>
                  </a:cubicBezTo>
                  <a:cubicBezTo>
                    <a:pt x="4055" y="37235"/>
                    <a:pt x="2604" y="34867"/>
                    <a:pt x="1568" y="32056"/>
                  </a:cubicBezTo>
                  <a:cubicBezTo>
                    <a:pt x="533" y="29244"/>
                    <a:pt x="0" y="26106"/>
                    <a:pt x="0" y="22614"/>
                  </a:cubicBezTo>
                  <a:cubicBezTo>
                    <a:pt x="0" y="19121"/>
                    <a:pt x="533" y="16013"/>
                    <a:pt x="1568" y="13231"/>
                  </a:cubicBezTo>
                  <a:cubicBezTo>
                    <a:pt x="2604" y="10419"/>
                    <a:pt x="4084" y="8051"/>
                    <a:pt x="5978" y="6097"/>
                  </a:cubicBezTo>
                  <a:cubicBezTo>
                    <a:pt x="7873" y="4144"/>
                    <a:pt x="10181" y="2634"/>
                    <a:pt x="12875" y="1598"/>
                  </a:cubicBezTo>
                  <a:cubicBezTo>
                    <a:pt x="15568" y="533"/>
                    <a:pt x="18558" y="0"/>
                    <a:pt x="21843" y="0"/>
                  </a:cubicBezTo>
                  <a:close/>
                  <a:moveTo>
                    <a:pt x="21843" y="37206"/>
                  </a:moveTo>
                  <a:cubicBezTo>
                    <a:pt x="25513" y="37206"/>
                    <a:pt x="28206" y="35963"/>
                    <a:pt x="29982" y="33506"/>
                  </a:cubicBezTo>
                  <a:cubicBezTo>
                    <a:pt x="31729" y="31049"/>
                    <a:pt x="32617" y="27438"/>
                    <a:pt x="32617" y="22702"/>
                  </a:cubicBezTo>
                  <a:cubicBezTo>
                    <a:pt x="32617" y="17967"/>
                    <a:pt x="31729" y="14326"/>
                    <a:pt x="29982" y="11840"/>
                  </a:cubicBezTo>
                  <a:cubicBezTo>
                    <a:pt x="28236" y="9353"/>
                    <a:pt x="25513" y="8110"/>
                    <a:pt x="21843" y="8110"/>
                  </a:cubicBezTo>
                  <a:cubicBezTo>
                    <a:pt x="18173" y="8110"/>
                    <a:pt x="15361" y="9353"/>
                    <a:pt x="13585" y="11869"/>
                  </a:cubicBezTo>
                  <a:cubicBezTo>
                    <a:pt x="11810" y="14385"/>
                    <a:pt x="10892" y="17996"/>
                    <a:pt x="10892" y="22702"/>
                  </a:cubicBezTo>
                  <a:cubicBezTo>
                    <a:pt x="10892" y="27409"/>
                    <a:pt x="11780" y="31020"/>
                    <a:pt x="13585" y="33506"/>
                  </a:cubicBezTo>
                  <a:cubicBezTo>
                    <a:pt x="15361" y="35992"/>
                    <a:pt x="18143" y="37206"/>
                    <a:pt x="21843" y="37206"/>
                  </a:cubicBez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sp>
          <p:nvSpPr>
            <p:cNvPr id="2678" name="Google Shape;2678;p90"/>
            <p:cNvSpPr/>
            <p:nvPr/>
          </p:nvSpPr>
          <p:spPr>
            <a:xfrm>
              <a:off x="7518882" y="2189391"/>
              <a:ext cx="38358" cy="44694"/>
            </a:xfrm>
            <a:custGeom>
              <a:avLst/>
              <a:gdLst/>
              <a:ahLst/>
              <a:cxnLst/>
              <a:rect l="l" t="t" r="r" b="b"/>
              <a:pathLst>
                <a:path w="38358" h="44694" extrusionOk="0">
                  <a:moveTo>
                    <a:pt x="9886" y="6068"/>
                  </a:moveTo>
                  <a:cubicBezTo>
                    <a:pt x="10774" y="5180"/>
                    <a:pt x="11721" y="4351"/>
                    <a:pt x="12698" y="3611"/>
                  </a:cubicBezTo>
                  <a:cubicBezTo>
                    <a:pt x="13674" y="2841"/>
                    <a:pt x="14740" y="2220"/>
                    <a:pt x="15835" y="1687"/>
                  </a:cubicBezTo>
                  <a:cubicBezTo>
                    <a:pt x="16930" y="1154"/>
                    <a:pt x="18114" y="740"/>
                    <a:pt x="19386" y="444"/>
                  </a:cubicBezTo>
                  <a:cubicBezTo>
                    <a:pt x="20630" y="148"/>
                    <a:pt x="22021" y="0"/>
                    <a:pt x="23501" y="0"/>
                  </a:cubicBezTo>
                  <a:cubicBezTo>
                    <a:pt x="25898" y="0"/>
                    <a:pt x="28029" y="414"/>
                    <a:pt x="29894" y="1214"/>
                  </a:cubicBezTo>
                  <a:cubicBezTo>
                    <a:pt x="31758" y="2042"/>
                    <a:pt x="33298" y="3167"/>
                    <a:pt x="34540" y="4647"/>
                  </a:cubicBezTo>
                  <a:cubicBezTo>
                    <a:pt x="35784" y="6127"/>
                    <a:pt x="36731" y="7873"/>
                    <a:pt x="37382" y="9916"/>
                  </a:cubicBezTo>
                  <a:cubicBezTo>
                    <a:pt x="38034" y="11958"/>
                    <a:pt x="38359" y="14207"/>
                    <a:pt x="38359" y="16664"/>
                  </a:cubicBezTo>
                  <a:lnTo>
                    <a:pt x="38359" y="44694"/>
                  </a:lnTo>
                  <a:lnTo>
                    <a:pt x="27762" y="44694"/>
                  </a:lnTo>
                  <a:lnTo>
                    <a:pt x="27762" y="16664"/>
                  </a:lnTo>
                  <a:cubicBezTo>
                    <a:pt x="27762" y="13971"/>
                    <a:pt x="27141" y="11899"/>
                    <a:pt x="25928" y="10419"/>
                  </a:cubicBezTo>
                  <a:cubicBezTo>
                    <a:pt x="24685" y="8939"/>
                    <a:pt x="22820" y="8199"/>
                    <a:pt x="20304" y="8199"/>
                  </a:cubicBezTo>
                  <a:cubicBezTo>
                    <a:pt x="18469" y="8199"/>
                    <a:pt x="16752" y="8613"/>
                    <a:pt x="15154" y="9442"/>
                  </a:cubicBezTo>
                  <a:cubicBezTo>
                    <a:pt x="13556" y="10271"/>
                    <a:pt x="12046" y="11395"/>
                    <a:pt x="10596" y="12846"/>
                  </a:cubicBezTo>
                  <a:lnTo>
                    <a:pt x="10596" y="44694"/>
                  </a:lnTo>
                  <a:lnTo>
                    <a:pt x="0" y="44694"/>
                  </a:lnTo>
                  <a:lnTo>
                    <a:pt x="0" y="651"/>
                  </a:lnTo>
                  <a:lnTo>
                    <a:pt x="6482" y="651"/>
                  </a:lnTo>
                  <a:cubicBezTo>
                    <a:pt x="7844" y="651"/>
                    <a:pt x="8761" y="1302"/>
                    <a:pt x="9175" y="2575"/>
                  </a:cubicBezTo>
                  <a:lnTo>
                    <a:pt x="9915" y="6038"/>
                  </a:lnTo>
                  <a:close/>
                </a:path>
              </a:pathLst>
            </a:custGeom>
            <a:solidFill>
              <a:srgbClr val="000000"/>
            </a:solidFill>
            <a:ln>
              <a:noFill/>
            </a:ln>
          </p:spPr>
          <p:txBody>
            <a:bodyPr spcFirstLastPara="1" wrap="square" lIns="87875" tIns="43925" rIns="87875" bIns="43925" anchor="t" anchorCtr="0">
              <a:noAutofit/>
            </a:bodyPr>
            <a:lstStyle/>
            <a:p>
              <a:pPr marL="0" marR="0" lvl="0" indent="0" algn="l" rtl="0">
                <a:spcBef>
                  <a:spcPts val="0"/>
                </a:spcBef>
                <a:spcAft>
                  <a:spcPts val="0"/>
                </a:spcAft>
                <a:buNone/>
              </a:pPr>
              <a:endParaRPr sz="1794">
                <a:solidFill>
                  <a:srgbClr val="000000"/>
                </a:solidFill>
                <a:latin typeface="Arial"/>
                <a:ea typeface="Arial"/>
                <a:cs typeface="Arial"/>
                <a:sym typeface="Arial"/>
              </a:endParaRPr>
            </a:p>
          </p:txBody>
        </p:sp>
      </p:grpSp>
      <p:grpSp>
        <p:nvGrpSpPr>
          <p:cNvPr id="2679" name="Google Shape;2679;p90"/>
          <p:cNvGrpSpPr/>
          <p:nvPr/>
        </p:nvGrpSpPr>
        <p:grpSpPr>
          <a:xfrm>
            <a:off x="5940394" y="1975995"/>
            <a:ext cx="473185" cy="64224"/>
            <a:chOff x="4902608" y="2102666"/>
            <a:chExt cx="459180" cy="62305"/>
          </a:xfrm>
        </p:grpSpPr>
        <p:sp>
          <p:nvSpPr>
            <p:cNvPr id="2680" name="Google Shape;2680;p90"/>
            <p:cNvSpPr/>
            <p:nvPr/>
          </p:nvSpPr>
          <p:spPr>
            <a:xfrm>
              <a:off x="4902608" y="2104412"/>
              <a:ext cx="47268" cy="59908"/>
            </a:xfrm>
            <a:custGeom>
              <a:avLst/>
              <a:gdLst/>
              <a:ahLst/>
              <a:cxnLst/>
              <a:rect l="l" t="t" r="r" b="b"/>
              <a:pathLst>
                <a:path w="47268" h="59908" extrusionOk="0">
                  <a:moveTo>
                    <a:pt x="47268" y="9146"/>
                  </a:moveTo>
                  <a:lnTo>
                    <a:pt x="29213" y="9146"/>
                  </a:lnTo>
                  <a:lnTo>
                    <a:pt x="29213" y="59908"/>
                  </a:lnTo>
                  <a:lnTo>
                    <a:pt x="18055" y="59908"/>
                  </a:lnTo>
                  <a:lnTo>
                    <a:pt x="18055" y="9146"/>
                  </a:lnTo>
                  <a:lnTo>
                    <a:pt x="0" y="9146"/>
                  </a:lnTo>
                  <a:lnTo>
                    <a:pt x="0" y="0"/>
                  </a:lnTo>
                  <a:lnTo>
                    <a:pt x="47268" y="0"/>
                  </a:lnTo>
                  <a:lnTo>
                    <a:pt x="47268" y="9146"/>
                  </a:ln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sp>
          <p:nvSpPr>
            <p:cNvPr id="2681" name="Google Shape;2681;p90"/>
            <p:cNvSpPr/>
            <p:nvPr/>
          </p:nvSpPr>
          <p:spPr>
            <a:xfrm>
              <a:off x="4947774" y="2121017"/>
              <a:ext cx="25572" cy="43303"/>
            </a:xfrm>
            <a:custGeom>
              <a:avLst/>
              <a:gdLst/>
              <a:ahLst/>
              <a:cxnLst/>
              <a:rect l="l" t="t" r="r" b="b"/>
              <a:pathLst>
                <a:path w="25572" h="43303" extrusionOk="0">
                  <a:moveTo>
                    <a:pt x="9649" y="8169"/>
                  </a:moveTo>
                  <a:cubicBezTo>
                    <a:pt x="10981" y="5624"/>
                    <a:pt x="12549" y="3641"/>
                    <a:pt x="14385" y="2190"/>
                  </a:cubicBezTo>
                  <a:cubicBezTo>
                    <a:pt x="16220" y="740"/>
                    <a:pt x="18351" y="0"/>
                    <a:pt x="20837" y="0"/>
                  </a:cubicBezTo>
                  <a:cubicBezTo>
                    <a:pt x="22791" y="0"/>
                    <a:pt x="24359" y="414"/>
                    <a:pt x="25573" y="1273"/>
                  </a:cubicBezTo>
                  <a:lnTo>
                    <a:pt x="24922" y="8939"/>
                  </a:lnTo>
                  <a:cubicBezTo>
                    <a:pt x="24773" y="9442"/>
                    <a:pt x="24596" y="9797"/>
                    <a:pt x="24330" y="10004"/>
                  </a:cubicBezTo>
                  <a:cubicBezTo>
                    <a:pt x="24063" y="10212"/>
                    <a:pt x="23708" y="10330"/>
                    <a:pt x="23264" y="10330"/>
                  </a:cubicBezTo>
                  <a:cubicBezTo>
                    <a:pt x="22850" y="10330"/>
                    <a:pt x="22228" y="10271"/>
                    <a:pt x="21429" y="10123"/>
                  </a:cubicBezTo>
                  <a:cubicBezTo>
                    <a:pt x="20600" y="9975"/>
                    <a:pt x="19831" y="9916"/>
                    <a:pt x="19032" y="9916"/>
                  </a:cubicBezTo>
                  <a:cubicBezTo>
                    <a:pt x="17907" y="9916"/>
                    <a:pt x="16901" y="10093"/>
                    <a:pt x="16013" y="10419"/>
                  </a:cubicBezTo>
                  <a:cubicBezTo>
                    <a:pt x="15124" y="10744"/>
                    <a:pt x="14326" y="11218"/>
                    <a:pt x="13615" y="11840"/>
                  </a:cubicBezTo>
                  <a:cubicBezTo>
                    <a:pt x="12905" y="12461"/>
                    <a:pt x="12283" y="13201"/>
                    <a:pt x="11751" y="14089"/>
                  </a:cubicBezTo>
                  <a:cubicBezTo>
                    <a:pt x="11218" y="14977"/>
                    <a:pt x="10714" y="15983"/>
                    <a:pt x="10241" y="17108"/>
                  </a:cubicBezTo>
                  <a:lnTo>
                    <a:pt x="10241" y="43303"/>
                  </a:lnTo>
                  <a:lnTo>
                    <a:pt x="0" y="43303"/>
                  </a:lnTo>
                  <a:lnTo>
                    <a:pt x="0" y="799"/>
                  </a:lnTo>
                  <a:lnTo>
                    <a:pt x="6008" y="799"/>
                  </a:lnTo>
                  <a:cubicBezTo>
                    <a:pt x="7044" y="799"/>
                    <a:pt x="7784" y="977"/>
                    <a:pt x="8199" y="1362"/>
                  </a:cubicBezTo>
                  <a:cubicBezTo>
                    <a:pt x="8613" y="1746"/>
                    <a:pt x="8879" y="2397"/>
                    <a:pt x="9027" y="3374"/>
                  </a:cubicBezTo>
                  <a:lnTo>
                    <a:pt x="9649" y="8169"/>
                  </a:ln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sp>
          <p:nvSpPr>
            <p:cNvPr id="2682" name="Google Shape;2682;p90"/>
            <p:cNvSpPr/>
            <p:nvPr/>
          </p:nvSpPr>
          <p:spPr>
            <a:xfrm>
              <a:off x="4975034" y="2121017"/>
              <a:ext cx="35517" cy="43924"/>
            </a:xfrm>
            <a:custGeom>
              <a:avLst/>
              <a:gdLst/>
              <a:ahLst/>
              <a:cxnLst/>
              <a:rect l="l" t="t" r="r" b="b"/>
              <a:pathLst>
                <a:path w="35517" h="43924" extrusionOk="0">
                  <a:moveTo>
                    <a:pt x="2101" y="6719"/>
                  </a:moveTo>
                  <a:cubicBezTo>
                    <a:pt x="6985" y="2250"/>
                    <a:pt x="12875" y="0"/>
                    <a:pt x="19742" y="0"/>
                  </a:cubicBezTo>
                  <a:cubicBezTo>
                    <a:pt x="22228" y="0"/>
                    <a:pt x="24448" y="414"/>
                    <a:pt x="26401" y="1214"/>
                  </a:cubicBezTo>
                  <a:cubicBezTo>
                    <a:pt x="28355" y="2013"/>
                    <a:pt x="30012" y="3167"/>
                    <a:pt x="31374" y="4617"/>
                  </a:cubicBezTo>
                  <a:cubicBezTo>
                    <a:pt x="32735" y="6068"/>
                    <a:pt x="33771" y="7814"/>
                    <a:pt x="34452" y="9827"/>
                  </a:cubicBezTo>
                  <a:cubicBezTo>
                    <a:pt x="35162" y="11840"/>
                    <a:pt x="35517" y="14059"/>
                    <a:pt x="35517" y="16457"/>
                  </a:cubicBezTo>
                  <a:lnTo>
                    <a:pt x="35517" y="43303"/>
                  </a:lnTo>
                  <a:lnTo>
                    <a:pt x="30870" y="43303"/>
                  </a:lnTo>
                  <a:cubicBezTo>
                    <a:pt x="29894" y="43303"/>
                    <a:pt x="29154" y="43155"/>
                    <a:pt x="28621" y="42859"/>
                  </a:cubicBezTo>
                  <a:cubicBezTo>
                    <a:pt x="28088" y="42563"/>
                    <a:pt x="27674" y="41971"/>
                    <a:pt x="27378" y="41113"/>
                  </a:cubicBezTo>
                  <a:lnTo>
                    <a:pt x="26460" y="38035"/>
                  </a:lnTo>
                  <a:cubicBezTo>
                    <a:pt x="25395" y="39011"/>
                    <a:pt x="24329" y="39840"/>
                    <a:pt x="23323" y="40580"/>
                  </a:cubicBezTo>
                  <a:cubicBezTo>
                    <a:pt x="22317" y="41320"/>
                    <a:pt x="21251" y="41942"/>
                    <a:pt x="20126" y="42415"/>
                  </a:cubicBezTo>
                  <a:cubicBezTo>
                    <a:pt x="19031" y="42918"/>
                    <a:pt x="17847" y="43303"/>
                    <a:pt x="16575" y="43540"/>
                  </a:cubicBezTo>
                  <a:cubicBezTo>
                    <a:pt x="15331" y="43806"/>
                    <a:pt x="13940" y="43925"/>
                    <a:pt x="12401" y="43925"/>
                  </a:cubicBezTo>
                  <a:cubicBezTo>
                    <a:pt x="10596" y="43925"/>
                    <a:pt x="8938" y="43688"/>
                    <a:pt x="7429" y="43185"/>
                  </a:cubicBezTo>
                  <a:cubicBezTo>
                    <a:pt x="5920" y="42711"/>
                    <a:pt x="4587" y="41971"/>
                    <a:pt x="3492" y="41024"/>
                  </a:cubicBezTo>
                  <a:cubicBezTo>
                    <a:pt x="2397" y="40047"/>
                    <a:pt x="1539" y="38863"/>
                    <a:pt x="917" y="37413"/>
                  </a:cubicBezTo>
                  <a:cubicBezTo>
                    <a:pt x="296" y="35963"/>
                    <a:pt x="0" y="34305"/>
                    <a:pt x="0" y="32411"/>
                  </a:cubicBezTo>
                  <a:cubicBezTo>
                    <a:pt x="0" y="31345"/>
                    <a:pt x="177" y="30250"/>
                    <a:pt x="533" y="29214"/>
                  </a:cubicBezTo>
                  <a:cubicBezTo>
                    <a:pt x="888" y="28178"/>
                    <a:pt x="1480" y="27142"/>
                    <a:pt x="2279" y="26165"/>
                  </a:cubicBezTo>
                  <a:cubicBezTo>
                    <a:pt x="3108" y="25189"/>
                    <a:pt x="4143" y="24301"/>
                    <a:pt x="5446" y="23442"/>
                  </a:cubicBezTo>
                  <a:cubicBezTo>
                    <a:pt x="6748" y="22584"/>
                    <a:pt x="8346" y="21844"/>
                    <a:pt x="10241" y="21193"/>
                  </a:cubicBezTo>
                  <a:cubicBezTo>
                    <a:pt x="12135" y="20571"/>
                    <a:pt x="14325" y="20038"/>
                    <a:pt x="16841" y="19624"/>
                  </a:cubicBezTo>
                  <a:cubicBezTo>
                    <a:pt x="19357" y="19239"/>
                    <a:pt x="22228" y="18973"/>
                    <a:pt x="25454" y="18884"/>
                  </a:cubicBezTo>
                  <a:lnTo>
                    <a:pt x="25454" y="16398"/>
                  </a:lnTo>
                  <a:cubicBezTo>
                    <a:pt x="25454" y="13556"/>
                    <a:pt x="24832" y="11455"/>
                    <a:pt x="23619" y="10093"/>
                  </a:cubicBezTo>
                  <a:cubicBezTo>
                    <a:pt x="22405" y="8732"/>
                    <a:pt x="20659" y="8051"/>
                    <a:pt x="18351" y="8051"/>
                  </a:cubicBezTo>
                  <a:cubicBezTo>
                    <a:pt x="16693" y="8051"/>
                    <a:pt x="15331" y="8258"/>
                    <a:pt x="14236" y="8643"/>
                  </a:cubicBezTo>
                  <a:cubicBezTo>
                    <a:pt x="13141" y="9028"/>
                    <a:pt x="12194" y="9472"/>
                    <a:pt x="11365" y="9945"/>
                  </a:cubicBezTo>
                  <a:cubicBezTo>
                    <a:pt x="10537" y="10419"/>
                    <a:pt x="9797" y="10863"/>
                    <a:pt x="9116" y="11248"/>
                  </a:cubicBezTo>
                  <a:cubicBezTo>
                    <a:pt x="8435" y="11632"/>
                    <a:pt x="7695" y="11840"/>
                    <a:pt x="6867" y="11840"/>
                  </a:cubicBezTo>
                  <a:cubicBezTo>
                    <a:pt x="6156" y="11840"/>
                    <a:pt x="5535" y="11662"/>
                    <a:pt x="5031" y="11277"/>
                  </a:cubicBezTo>
                  <a:cubicBezTo>
                    <a:pt x="4528" y="10892"/>
                    <a:pt x="4143" y="10478"/>
                    <a:pt x="3818" y="9975"/>
                  </a:cubicBezTo>
                  <a:lnTo>
                    <a:pt x="1983" y="6689"/>
                  </a:lnTo>
                  <a:close/>
                  <a:moveTo>
                    <a:pt x="25543" y="25159"/>
                  </a:moveTo>
                  <a:cubicBezTo>
                    <a:pt x="22583" y="25307"/>
                    <a:pt x="20097" y="25544"/>
                    <a:pt x="18084" y="25929"/>
                  </a:cubicBezTo>
                  <a:cubicBezTo>
                    <a:pt x="16071" y="26313"/>
                    <a:pt x="14444" y="26787"/>
                    <a:pt x="13230" y="27349"/>
                  </a:cubicBezTo>
                  <a:cubicBezTo>
                    <a:pt x="12017" y="27941"/>
                    <a:pt x="11158" y="28592"/>
                    <a:pt x="10626" y="29392"/>
                  </a:cubicBezTo>
                  <a:cubicBezTo>
                    <a:pt x="10093" y="30161"/>
                    <a:pt x="9826" y="31020"/>
                    <a:pt x="9826" y="31908"/>
                  </a:cubicBezTo>
                  <a:cubicBezTo>
                    <a:pt x="9826" y="33713"/>
                    <a:pt x="10359" y="34986"/>
                    <a:pt x="11425" y="35755"/>
                  </a:cubicBezTo>
                  <a:cubicBezTo>
                    <a:pt x="12490" y="36525"/>
                    <a:pt x="13881" y="36910"/>
                    <a:pt x="15598" y="36910"/>
                  </a:cubicBezTo>
                  <a:cubicBezTo>
                    <a:pt x="17699" y="36910"/>
                    <a:pt x="19505" y="36525"/>
                    <a:pt x="21044" y="35785"/>
                  </a:cubicBezTo>
                  <a:cubicBezTo>
                    <a:pt x="22583" y="35015"/>
                    <a:pt x="24063" y="33861"/>
                    <a:pt x="25543" y="32322"/>
                  </a:cubicBezTo>
                  <a:lnTo>
                    <a:pt x="25543" y="25159"/>
                  </a:ln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sp>
          <p:nvSpPr>
            <p:cNvPr id="2683" name="Google Shape;2683;p90"/>
            <p:cNvSpPr/>
            <p:nvPr/>
          </p:nvSpPr>
          <p:spPr>
            <a:xfrm>
              <a:off x="5020200" y="2121106"/>
              <a:ext cx="37026" cy="43214"/>
            </a:xfrm>
            <a:custGeom>
              <a:avLst/>
              <a:gdLst/>
              <a:ahLst/>
              <a:cxnLst/>
              <a:rect l="l" t="t" r="r" b="b"/>
              <a:pathLst>
                <a:path w="37026" h="43214" extrusionOk="0">
                  <a:moveTo>
                    <a:pt x="9560" y="5920"/>
                  </a:moveTo>
                  <a:cubicBezTo>
                    <a:pt x="10418" y="5061"/>
                    <a:pt x="11306" y="4262"/>
                    <a:pt x="12283" y="3522"/>
                  </a:cubicBezTo>
                  <a:cubicBezTo>
                    <a:pt x="13230" y="2782"/>
                    <a:pt x="14236" y="2161"/>
                    <a:pt x="15302" y="1658"/>
                  </a:cubicBezTo>
                  <a:cubicBezTo>
                    <a:pt x="16367" y="1154"/>
                    <a:pt x="17492" y="740"/>
                    <a:pt x="18735" y="444"/>
                  </a:cubicBezTo>
                  <a:cubicBezTo>
                    <a:pt x="19949" y="148"/>
                    <a:pt x="21281" y="0"/>
                    <a:pt x="22701" y="0"/>
                  </a:cubicBezTo>
                  <a:cubicBezTo>
                    <a:pt x="25010" y="0"/>
                    <a:pt x="27082" y="385"/>
                    <a:pt x="28887" y="1184"/>
                  </a:cubicBezTo>
                  <a:cubicBezTo>
                    <a:pt x="30693" y="1983"/>
                    <a:pt x="32173" y="3078"/>
                    <a:pt x="33386" y="4499"/>
                  </a:cubicBezTo>
                  <a:cubicBezTo>
                    <a:pt x="34600" y="5920"/>
                    <a:pt x="35488" y="7607"/>
                    <a:pt x="36109" y="9590"/>
                  </a:cubicBezTo>
                  <a:cubicBezTo>
                    <a:pt x="36731" y="11573"/>
                    <a:pt x="37027" y="13734"/>
                    <a:pt x="37027" y="16131"/>
                  </a:cubicBezTo>
                  <a:lnTo>
                    <a:pt x="37027" y="43185"/>
                  </a:lnTo>
                  <a:lnTo>
                    <a:pt x="26786" y="43185"/>
                  </a:lnTo>
                  <a:lnTo>
                    <a:pt x="26786" y="16131"/>
                  </a:lnTo>
                  <a:cubicBezTo>
                    <a:pt x="26786" y="13527"/>
                    <a:pt x="26194" y="11514"/>
                    <a:pt x="25010" y="10093"/>
                  </a:cubicBezTo>
                  <a:cubicBezTo>
                    <a:pt x="23826" y="8672"/>
                    <a:pt x="22021" y="7962"/>
                    <a:pt x="19594" y="7962"/>
                  </a:cubicBezTo>
                  <a:cubicBezTo>
                    <a:pt x="17818" y="7962"/>
                    <a:pt x="16160" y="8376"/>
                    <a:pt x="14621" y="9176"/>
                  </a:cubicBezTo>
                  <a:cubicBezTo>
                    <a:pt x="13082" y="9975"/>
                    <a:pt x="11602" y="11070"/>
                    <a:pt x="10241" y="12461"/>
                  </a:cubicBezTo>
                  <a:lnTo>
                    <a:pt x="10241" y="43214"/>
                  </a:lnTo>
                  <a:lnTo>
                    <a:pt x="0" y="43214"/>
                  </a:lnTo>
                  <a:lnTo>
                    <a:pt x="0" y="710"/>
                  </a:lnTo>
                  <a:lnTo>
                    <a:pt x="6245" y="710"/>
                  </a:lnTo>
                  <a:cubicBezTo>
                    <a:pt x="7577" y="710"/>
                    <a:pt x="8435" y="1332"/>
                    <a:pt x="8850" y="2575"/>
                  </a:cubicBezTo>
                  <a:lnTo>
                    <a:pt x="9560" y="5920"/>
                  </a:ln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sp>
          <p:nvSpPr>
            <p:cNvPr id="2684" name="Google Shape;2684;p90"/>
            <p:cNvSpPr/>
            <p:nvPr/>
          </p:nvSpPr>
          <p:spPr>
            <a:xfrm>
              <a:off x="5063946" y="2121136"/>
              <a:ext cx="31729" cy="43835"/>
            </a:xfrm>
            <a:custGeom>
              <a:avLst/>
              <a:gdLst/>
              <a:ahLst/>
              <a:cxnLst/>
              <a:rect l="l" t="t" r="r" b="b"/>
              <a:pathLst>
                <a:path w="31729" h="43835" extrusionOk="0">
                  <a:moveTo>
                    <a:pt x="28917" y="8968"/>
                  </a:moveTo>
                  <a:cubicBezTo>
                    <a:pt x="28651" y="9412"/>
                    <a:pt x="28355" y="9708"/>
                    <a:pt x="28059" y="9916"/>
                  </a:cubicBezTo>
                  <a:cubicBezTo>
                    <a:pt x="27763" y="10123"/>
                    <a:pt x="27378" y="10182"/>
                    <a:pt x="26905" y="10182"/>
                  </a:cubicBezTo>
                  <a:cubicBezTo>
                    <a:pt x="26401" y="10182"/>
                    <a:pt x="25869" y="10034"/>
                    <a:pt x="25306" y="9768"/>
                  </a:cubicBezTo>
                  <a:cubicBezTo>
                    <a:pt x="24744" y="9501"/>
                    <a:pt x="24093" y="9176"/>
                    <a:pt x="23323" y="8820"/>
                  </a:cubicBezTo>
                  <a:cubicBezTo>
                    <a:pt x="22583" y="8465"/>
                    <a:pt x="21725" y="8169"/>
                    <a:pt x="20778" y="7903"/>
                  </a:cubicBezTo>
                  <a:cubicBezTo>
                    <a:pt x="19831" y="7636"/>
                    <a:pt x="18706" y="7489"/>
                    <a:pt x="17404" y="7489"/>
                  </a:cubicBezTo>
                  <a:cubicBezTo>
                    <a:pt x="15391" y="7489"/>
                    <a:pt x="13793" y="7932"/>
                    <a:pt x="12668" y="8761"/>
                  </a:cubicBezTo>
                  <a:cubicBezTo>
                    <a:pt x="11514" y="9620"/>
                    <a:pt x="10951" y="10744"/>
                    <a:pt x="10951" y="12106"/>
                  </a:cubicBezTo>
                  <a:cubicBezTo>
                    <a:pt x="10951" y="13023"/>
                    <a:pt x="11247" y="13793"/>
                    <a:pt x="11839" y="14415"/>
                  </a:cubicBezTo>
                  <a:cubicBezTo>
                    <a:pt x="12431" y="15036"/>
                    <a:pt x="13231" y="15569"/>
                    <a:pt x="14207" y="16043"/>
                  </a:cubicBezTo>
                  <a:cubicBezTo>
                    <a:pt x="15184" y="16516"/>
                    <a:pt x="16308" y="16931"/>
                    <a:pt x="17552" y="17315"/>
                  </a:cubicBezTo>
                  <a:cubicBezTo>
                    <a:pt x="18795" y="17700"/>
                    <a:pt x="20067" y="18085"/>
                    <a:pt x="21340" y="18529"/>
                  </a:cubicBezTo>
                  <a:cubicBezTo>
                    <a:pt x="22613" y="18973"/>
                    <a:pt x="23886" y="19476"/>
                    <a:pt x="25129" y="20038"/>
                  </a:cubicBezTo>
                  <a:cubicBezTo>
                    <a:pt x="26372" y="20601"/>
                    <a:pt x="27497" y="21311"/>
                    <a:pt x="28473" y="22199"/>
                  </a:cubicBezTo>
                  <a:cubicBezTo>
                    <a:pt x="29450" y="23057"/>
                    <a:pt x="30249" y="24123"/>
                    <a:pt x="30841" y="25337"/>
                  </a:cubicBezTo>
                  <a:cubicBezTo>
                    <a:pt x="31433" y="26550"/>
                    <a:pt x="31729" y="28030"/>
                    <a:pt x="31729" y="29717"/>
                  </a:cubicBezTo>
                  <a:cubicBezTo>
                    <a:pt x="31729" y="31760"/>
                    <a:pt x="31374" y="33654"/>
                    <a:pt x="30634" y="35371"/>
                  </a:cubicBezTo>
                  <a:cubicBezTo>
                    <a:pt x="29894" y="37087"/>
                    <a:pt x="28828" y="38597"/>
                    <a:pt x="27378" y="39840"/>
                  </a:cubicBezTo>
                  <a:cubicBezTo>
                    <a:pt x="25928" y="41083"/>
                    <a:pt x="24182" y="42090"/>
                    <a:pt x="22051" y="42770"/>
                  </a:cubicBezTo>
                  <a:cubicBezTo>
                    <a:pt x="19949" y="43481"/>
                    <a:pt x="17492" y="43836"/>
                    <a:pt x="14740" y="43836"/>
                  </a:cubicBezTo>
                  <a:cubicBezTo>
                    <a:pt x="13260" y="43836"/>
                    <a:pt x="11839" y="43717"/>
                    <a:pt x="10448" y="43451"/>
                  </a:cubicBezTo>
                  <a:cubicBezTo>
                    <a:pt x="9057" y="43185"/>
                    <a:pt x="7725" y="42830"/>
                    <a:pt x="6423" y="42356"/>
                  </a:cubicBezTo>
                  <a:cubicBezTo>
                    <a:pt x="5150" y="41882"/>
                    <a:pt x="3937" y="41350"/>
                    <a:pt x="2871" y="40698"/>
                  </a:cubicBezTo>
                  <a:cubicBezTo>
                    <a:pt x="1776" y="40077"/>
                    <a:pt x="829" y="39366"/>
                    <a:pt x="0" y="38626"/>
                  </a:cubicBezTo>
                  <a:lnTo>
                    <a:pt x="2368" y="34719"/>
                  </a:lnTo>
                  <a:cubicBezTo>
                    <a:pt x="2664" y="34246"/>
                    <a:pt x="3019" y="33891"/>
                    <a:pt x="3433" y="33654"/>
                  </a:cubicBezTo>
                  <a:cubicBezTo>
                    <a:pt x="3848" y="33417"/>
                    <a:pt x="4380" y="33269"/>
                    <a:pt x="5002" y="33269"/>
                  </a:cubicBezTo>
                  <a:cubicBezTo>
                    <a:pt x="5624" y="33269"/>
                    <a:pt x="6245" y="33447"/>
                    <a:pt x="6808" y="33802"/>
                  </a:cubicBezTo>
                  <a:cubicBezTo>
                    <a:pt x="7370" y="34157"/>
                    <a:pt x="8021" y="34542"/>
                    <a:pt x="8791" y="34956"/>
                  </a:cubicBezTo>
                  <a:cubicBezTo>
                    <a:pt x="9531" y="35371"/>
                    <a:pt x="10419" y="35755"/>
                    <a:pt x="11425" y="36111"/>
                  </a:cubicBezTo>
                  <a:cubicBezTo>
                    <a:pt x="12431" y="36466"/>
                    <a:pt x="13704" y="36643"/>
                    <a:pt x="15243" y="36643"/>
                  </a:cubicBezTo>
                  <a:cubicBezTo>
                    <a:pt x="16457" y="36643"/>
                    <a:pt x="17492" y="36495"/>
                    <a:pt x="18381" y="36199"/>
                  </a:cubicBezTo>
                  <a:cubicBezTo>
                    <a:pt x="19239" y="35903"/>
                    <a:pt x="19979" y="35519"/>
                    <a:pt x="20541" y="35045"/>
                  </a:cubicBezTo>
                  <a:cubicBezTo>
                    <a:pt x="21103" y="34571"/>
                    <a:pt x="21518" y="34039"/>
                    <a:pt x="21784" y="33417"/>
                  </a:cubicBezTo>
                  <a:cubicBezTo>
                    <a:pt x="22051" y="32795"/>
                    <a:pt x="22169" y="32144"/>
                    <a:pt x="22169" y="31493"/>
                  </a:cubicBezTo>
                  <a:cubicBezTo>
                    <a:pt x="22169" y="30487"/>
                    <a:pt x="21873" y="29688"/>
                    <a:pt x="21281" y="29036"/>
                  </a:cubicBezTo>
                  <a:cubicBezTo>
                    <a:pt x="20689" y="28415"/>
                    <a:pt x="19890" y="27852"/>
                    <a:pt x="18913" y="27379"/>
                  </a:cubicBezTo>
                  <a:cubicBezTo>
                    <a:pt x="17936" y="26905"/>
                    <a:pt x="16812" y="26491"/>
                    <a:pt x="15569" y="26106"/>
                  </a:cubicBezTo>
                  <a:cubicBezTo>
                    <a:pt x="14326" y="25721"/>
                    <a:pt x="13023" y="25337"/>
                    <a:pt x="11721" y="24893"/>
                  </a:cubicBezTo>
                  <a:cubicBezTo>
                    <a:pt x="10419" y="24449"/>
                    <a:pt x="9116" y="23945"/>
                    <a:pt x="7873" y="23353"/>
                  </a:cubicBezTo>
                  <a:cubicBezTo>
                    <a:pt x="6630" y="22762"/>
                    <a:pt x="5505" y="21992"/>
                    <a:pt x="4529" y="21104"/>
                  </a:cubicBezTo>
                  <a:cubicBezTo>
                    <a:pt x="3552" y="20186"/>
                    <a:pt x="2753" y="19062"/>
                    <a:pt x="2161" y="17759"/>
                  </a:cubicBezTo>
                  <a:cubicBezTo>
                    <a:pt x="1569" y="16427"/>
                    <a:pt x="1273" y="14829"/>
                    <a:pt x="1273" y="12964"/>
                  </a:cubicBezTo>
                  <a:cubicBezTo>
                    <a:pt x="1273" y="11218"/>
                    <a:pt x="1628" y="9560"/>
                    <a:pt x="2309" y="7992"/>
                  </a:cubicBezTo>
                  <a:cubicBezTo>
                    <a:pt x="2989" y="6423"/>
                    <a:pt x="4025" y="5032"/>
                    <a:pt x="5357" y="3877"/>
                  </a:cubicBezTo>
                  <a:cubicBezTo>
                    <a:pt x="6689" y="2693"/>
                    <a:pt x="8376" y="1776"/>
                    <a:pt x="10359" y="1066"/>
                  </a:cubicBezTo>
                  <a:cubicBezTo>
                    <a:pt x="12372" y="355"/>
                    <a:pt x="14681" y="0"/>
                    <a:pt x="17315" y="0"/>
                  </a:cubicBezTo>
                  <a:cubicBezTo>
                    <a:pt x="20245" y="0"/>
                    <a:pt x="22909" y="474"/>
                    <a:pt x="25306" y="1450"/>
                  </a:cubicBezTo>
                  <a:cubicBezTo>
                    <a:pt x="27704" y="2427"/>
                    <a:pt x="29716" y="3700"/>
                    <a:pt x="31315" y="5269"/>
                  </a:cubicBezTo>
                  <a:lnTo>
                    <a:pt x="29006" y="8968"/>
                  </a:ln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sp>
          <p:nvSpPr>
            <p:cNvPr id="2685" name="Google Shape;2685;p90"/>
            <p:cNvSpPr/>
            <p:nvPr/>
          </p:nvSpPr>
          <p:spPr>
            <a:xfrm>
              <a:off x="5100262" y="2121017"/>
              <a:ext cx="35517" cy="43924"/>
            </a:xfrm>
            <a:custGeom>
              <a:avLst/>
              <a:gdLst/>
              <a:ahLst/>
              <a:cxnLst/>
              <a:rect l="l" t="t" r="r" b="b"/>
              <a:pathLst>
                <a:path w="35517" h="43924" extrusionOk="0">
                  <a:moveTo>
                    <a:pt x="2101" y="6719"/>
                  </a:moveTo>
                  <a:cubicBezTo>
                    <a:pt x="6985" y="2250"/>
                    <a:pt x="12875" y="0"/>
                    <a:pt x="19742" y="0"/>
                  </a:cubicBezTo>
                  <a:cubicBezTo>
                    <a:pt x="22228" y="0"/>
                    <a:pt x="24448" y="414"/>
                    <a:pt x="26401" y="1214"/>
                  </a:cubicBezTo>
                  <a:cubicBezTo>
                    <a:pt x="28355" y="2013"/>
                    <a:pt x="30012" y="3167"/>
                    <a:pt x="31374" y="4617"/>
                  </a:cubicBezTo>
                  <a:cubicBezTo>
                    <a:pt x="32735" y="6068"/>
                    <a:pt x="33771" y="7814"/>
                    <a:pt x="34452" y="9827"/>
                  </a:cubicBezTo>
                  <a:cubicBezTo>
                    <a:pt x="35162" y="11840"/>
                    <a:pt x="35517" y="14059"/>
                    <a:pt x="35517" y="16457"/>
                  </a:cubicBezTo>
                  <a:lnTo>
                    <a:pt x="35517" y="43303"/>
                  </a:lnTo>
                  <a:lnTo>
                    <a:pt x="30871" y="43303"/>
                  </a:lnTo>
                  <a:cubicBezTo>
                    <a:pt x="29894" y="43303"/>
                    <a:pt x="29154" y="43155"/>
                    <a:pt x="28621" y="42859"/>
                  </a:cubicBezTo>
                  <a:cubicBezTo>
                    <a:pt x="28088" y="42563"/>
                    <a:pt x="27674" y="41971"/>
                    <a:pt x="27378" y="41113"/>
                  </a:cubicBezTo>
                  <a:lnTo>
                    <a:pt x="26461" y="38035"/>
                  </a:lnTo>
                  <a:cubicBezTo>
                    <a:pt x="25395" y="39011"/>
                    <a:pt x="24329" y="39840"/>
                    <a:pt x="23323" y="40580"/>
                  </a:cubicBezTo>
                  <a:cubicBezTo>
                    <a:pt x="22317" y="41320"/>
                    <a:pt x="21251" y="41942"/>
                    <a:pt x="20127" y="42415"/>
                  </a:cubicBezTo>
                  <a:cubicBezTo>
                    <a:pt x="19032" y="42918"/>
                    <a:pt x="17848" y="43303"/>
                    <a:pt x="16575" y="43540"/>
                  </a:cubicBezTo>
                  <a:cubicBezTo>
                    <a:pt x="15332" y="43806"/>
                    <a:pt x="13940" y="43925"/>
                    <a:pt x="12402" y="43925"/>
                  </a:cubicBezTo>
                  <a:cubicBezTo>
                    <a:pt x="10596" y="43925"/>
                    <a:pt x="8939" y="43688"/>
                    <a:pt x="7429" y="43185"/>
                  </a:cubicBezTo>
                  <a:cubicBezTo>
                    <a:pt x="5920" y="42711"/>
                    <a:pt x="4588" y="41971"/>
                    <a:pt x="3493" y="41024"/>
                  </a:cubicBezTo>
                  <a:cubicBezTo>
                    <a:pt x="2398" y="40047"/>
                    <a:pt x="1539" y="38863"/>
                    <a:pt x="918" y="37413"/>
                  </a:cubicBezTo>
                  <a:cubicBezTo>
                    <a:pt x="296" y="35963"/>
                    <a:pt x="0" y="34305"/>
                    <a:pt x="0" y="32411"/>
                  </a:cubicBezTo>
                  <a:cubicBezTo>
                    <a:pt x="0" y="31345"/>
                    <a:pt x="178" y="30250"/>
                    <a:pt x="533" y="29214"/>
                  </a:cubicBezTo>
                  <a:cubicBezTo>
                    <a:pt x="888" y="28178"/>
                    <a:pt x="1480" y="27142"/>
                    <a:pt x="2279" y="26165"/>
                  </a:cubicBezTo>
                  <a:cubicBezTo>
                    <a:pt x="3108" y="25189"/>
                    <a:pt x="4144" y="24301"/>
                    <a:pt x="5446" y="23442"/>
                  </a:cubicBezTo>
                  <a:cubicBezTo>
                    <a:pt x="6748" y="22584"/>
                    <a:pt x="8347" y="21844"/>
                    <a:pt x="10241" y="21193"/>
                  </a:cubicBezTo>
                  <a:cubicBezTo>
                    <a:pt x="12135" y="20571"/>
                    <a:pt x="14325" y="20038"/>
                    <a:pt x="16841" y="19624"/>
                  </a:cubicBezTo>
                  <a:cubicBezTo>
                    <a:pt x="19357" y="19239"/>
                    <a:pt x="22228" y="18973"/>
                    <a:pt x="25454" y="18884"/>
                  </a:cubicBezTo>
                  <a:lnTo>
                    <a:pt x="25454" y="16398"/>
                  </a:lnTo>
                  <a:cubicBezTo>
                    <a:pt x="25454" y="13556"/>
                    <a:pt x="24833" y="11455"/>
                    <a:pt x="23619" y="10093"/>
                  </a:cubicBezTo>
                  <a:cubicBezTo>
                    <a:pt x="22406" y="8732"/>
                    <a:pt x="20659" y="8051"/>
                    <a:pt x="18351" y="8051"/>
                  </a:cubicBezTo>
                  <a:cubicBezTo>
                    <a:pt x="16693" y="8051"/>
                    <a:pt x="15332" y="8258"/>
                    <a:pt x="14237" y="8643"/>
                  </a:cubicBezTo>
                  <a:cubicBezTo>
                    <a:pt x="13142" y="9028"/>
                    <a:pt x="12194" y="9472"/>
                    <a:pt x="11365" y="9945"/>
                  </a:cubicBezTo>
                  <a:cubicBezTo>
                    <a:pt x="10537" y="10419"/>
                    <a:pt x="9797" y="10863"/>
                    <a:pt x="9116" y="11248"/>
                  </a:cubicBezTo>
                  <a:cubicBezTo>
                    <a:pt x="8435" y="11632"/>
                    <a:pt x="7695" y="11840"/>
                    <a:pt x="6867" y="11840"/>
                  </a:cubicBezTo>
                  <a:cubicBezTo>
                    <a:pt x="6156" y="11840"/>
                    <a:pt x="5535" y="11662"/>
                    <a:pt x="5032" y="11277"/>
                  </a:cubicBezTo>
                  <a:cubicBezTo>
                    <a:pt x="4529" y="10892"/>
                    <a:pt x="4144" y="10478"/>
                    <a:pt x="3818" y="9975"/>
                  </a:cubicBezTo>
                  <a:lnTo>
                    <a:pt x="1983" y="6689"/>
                  </a:lnTo>
                  <a:close/>
                  <a:moveTo>
                    <a:pt x="25543" y="25159"/>
                  </a:moveTo>
                  <a:cubicBezTo>
                    <a:pt x="22583" y="25307"/>
                    <a:pt x="20097" y="25544"/>
                    <a:pt x="18084" y="25929"/>
                  </a:cubicBezTo>
                  <a:cubicBezTo>
                    <a:pt x="16072" y="26313"/>
                    <a:pt x="14444" y="26787"/>
                    <a:pt x="13230" y="27349"/>
                  </a:cubicBezTo>
                  <a:cubicBezTo>
                    <a:pt x="12017" y="27941"/>
                    <a:pt x="11158" y="28592"/>
                    <a:pt x="10626" y="29392"/>
                  </a:cubicBezTo>
                  <a:cubicBezTo>
                    <a:pt x="10093" y="30161"/>
                    <a:pt x="9827" y="31020"/>
                    <a:pt x="9827" y="31908"/>
                  </a:cubicBezTo>
                  <a:cubicBezTo>
                    <a:pt x="9827" y="33713"/>
                    <a:pt x="10359" y="34986"/>
                    <a:pt x="11425" y="35755"/>
                  </a:cubicBezTo>
                  <a:cubicBezTo>
                    <a:pt x="12490" y="36525"/>
                    <a:pt x="13882" y="36910"/>
                    <a:pt x="15598" y="36910"/>
                  </a:cubicBezTo>
                  <a:cubicBezTo>
                    <a:pt x="17699" y="36910"/>
                    <a:pt x="19505" y="36525"/>
                    <a:pt x="21044" y="35785"/>
                  </a:cubicBezTo>
                  <a:cubicBezTo>
                    <a:pt x="22583" y="35015"/>
                    <a:pt x="24063" y="33861"/>
                    <a:pt x="25543" y="32322"/>
                  </a:cubicBezTo>
                  <a:lnTo>
                    <a:pt x="25543" y="25159"/>
                  </a:ln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sp>
          <p:nvSpPr>
            <p:cNvPr id="2686" name="Google Shape;2686;p90"/>
            <p:cNvSpPr/>
            <p:nvPr/>
          </p:nvSpPr>
          <p:spPr>
            <a:xfrm>
              <a:off x="5143090" y="2121136"/>
              <a:ext cx="35842" cy="43806"/>
            </a:xfrm>
            <a:custGeom>
              <a:avLst/>
              <a:gdLst/>
              <a:ahLst/>
              <a:cxnLst/>
              <a:rect l="l" t="t" r="r" b="b"/>
              <a:pathLst>
                <a:path w="35842" h="43806" extrusionOk="0">
                  <a:moveTo>
                    <a:pt x="32765" y="9649"/>
                  </a:moveTo>
                  <a:cubicBezTo>
                    <a:pt x="32469" y="10034"/>
                    <a:pt x="32173" y="10330"/>
                    <a:pt x="31877" y="10567"/>
                  </a:cubicBezTo>
                  <a:cubicBezTo>
                    <a:pt x="31581" y="10774"/>
                    <a:pt x="31167" y="10892"/>
                    <a:pt x="30604" y="10892"/>
                  </a:cubicBezTo>
                  <a:cubicBezTo>
                    <a:pt x="30072" y="10892"/>
                    <a:pt x="29568" y="10744"/>
                    <a:pt x="29065" y="10419"/>
                  </a:cubicBezTo>
                  <a:cubicBezTo>
                    <a:pt x="28562" y="10093"/>
                    <a:pt x="27970" y="9738"/>
                    <a:pt x="27290" y="9353"/>
                  </a:cubicBezTo>
                  <a:cubicBezTo>
                    <a:pt x="26608" y="8939"/>
                    <a:pt x="25780" y="8584"/>
                    <a:pt x="24833" y="8288"/>
                  </a:cubicBezTo>
                  <a:cubicBezTo>
                    <a:pt x="23886" y="7962"/>
                    <a:pt x="22702" y="7814"/>
                    <a:pt x="21281" y="7814"/>
                  </a:cubicBezTo>
                  <a:cubicBezTo>
                    <a:pt x="19476" y="7814"/>
                    <a:pt x="17907" y="8140"/>
                    <a:pt x="16545" y="8791"/>
                  </a:cubicBezTo>
                  <a:cubicBezTo>
                    <a:pt x="15184" y="9442"/>
                    <a:pt x="14059" y="10360"/>
                    <a:pt x="13171" y="11603"/>
                  </a:cubicBezTo>
                  <a:cubicBezTo>
                    <a:pt x="12283" y="12816"/>
                    <a:pt x="11602" y="14296"/>
                    <a:pt x="11158" y="16013"/>
                  </a:cubicBezTo>
                  <a:cubicBezTo>
                    <a:pt x="10714" y="17730"/>
                    <a:pt x="10507" y="19683"/>
                    <a:pt x="10507" y="21874"/>
                  </a:cubicBezTo>
                  <a:cubicBezTo>
                    <a:pt x="10507" y="24064"/>
                    <a:pt x="10744" y="26165"/>
                    <a:pt x="11218" y="27912"/>
                  </a:cubicBezTo>
                  <a:cubicBezTo>
                    <a:pt x="11691" y="29688"/>
                    <a:pt x="12402" y="31168"/>
                    <a:pt x="13319" y="32352"/>
                  </a:cubicBezTo>
                  <a:cubicBezTo>
                    <a:pt x="14237" y="33565"/>
                    <a:pt x="15332" y="34453"/>
                    <a:pt x="16634" y="35075"/>
                  </a:cubicBezTo>
                  <a:cubicBezTo>
                    <a:pt x="17936" y="35696"/>
                    <a:pt x="19387" y="36022"/>
                    <a:pt x="21015" y="36022"/>
                  </a:cubicBezTo>
                  <a:cubicBezTo>
                    <a:pt x="22642" y="36022"/>
                    <a:pt x="23975" y="35815"/>
                    <a:pt x="24981" y="35430"/>
                  </a:cubicBezTo>
                  <a:cubicBezTo>
                    <a:pt x="25987" y="35045"/>
                    <a:pt x="26845" y="34601"/>
                    <a:pt x="27526" y="34098"/>
                  </a:cubicBezTo>
                  <a:cubicBezTo>
                    <a:pt x="28207" y="33624"/>
                    <a:pt x="28828" y="33180"/>
                    <a:pt x="29332" y="32766"/>
                  </a:cubicBezTo>
                  <a:cubicBezTo>
                    <a:pt x="29835" y="32381"/>
                    <a:pt x="30427" y="32174"/>
                    <a:pt x="31048" y="32174"/>
                  </a:cubicBezTo>
                  <a:cubicBezTo>
                    <a:pt x="31877" y="32174"/>
                    <a:pt x="32499" y="32499"/>
                    <a:pt x="32913" y="33121"/>
                  </a:cubicBezTo>
                  <a:lnTo>
                    <a:pt x="35843" y="36851"/>
                  </a:lnTo>
                  <a:cubicBezTo>
                    <a:pt x="34719" y="38182"/>
                    <a:pt x="33475" y="39278"/>
                    <a:pt x="32143" y="40195"/>
                  </a:cubicBezTo>
                  <a:cubicBezTo>
                    <a:pt x="30811" y="41083"/>
                    <a:pt x="29450" y="41823"/>
                    <a:pt x="28029" y="42356"/>
                  </a:cubicBezTo>
                  <a:cubicBezTo>
                    <a:pt x="26608" y="42889"/>
                    <a:pt x="25129" y="43274"/>
                    <a:pt x="23649" y="43481"/>
                  </a:cubicBezTo>
                  <a:cubicBezTo>
                    <a:pt x="22140" y="43717"/>
                    <a:pt x="20660" y="43806"/>
                    <a:pt x="19150" y="43806"/>
                  </a:cubicBezTo>
                  <a:cubicBezTo>
                    <a:pt x="16516" y="43806"/>
                    <a:pt x="14059" y="43303"/>
                    <a:pt x="11721" y="42326"/>
                  </a:cubicBezTo>
                  <a:cubicBezTo>
                    <a:pt x="9412" y="41350"/>
                    <a:pt x="7370" y="39929"/>
                    <a:pt x="5624" y="38034"/>
                  </a:cubicBezTo>
                  <a:cubicBezTo>
                    <a:pt x="3877" y="36170"/>
                    <a:pt x="2516" y="33861"/>
                    <a:pt x="1510" y="31138"/>
                  </a:cubicBezTo>
                  <a:cubicBezTo>
                    <a:pt x="503" y="28415"/>
                    <a:pt x="0" y="25307"/>
                    <a:pt x="0" y="21844"/>
                  </a:cubicBezTo>
                  <a:cubicBezTo>
                    <a:pt x="0" y="18736"/>
                    <a:pt x="444" y="15835"/>
                    <a:pt x="1332" y="13171"/>
                  </a:cubicBezTo>
                  <a:cubicBezTo>
                    <a:pt x="2220" y="10508"/>
                    <a:pt x="3552" y="8199"/>
                    <a:pt x="5298" y="6245"/>
                  </a:cubicBezTo>
                  <a:cubicBezTo>
                    <a:pt x="7044" y="4292"/>
                    <a:pt x="9205" y="2782"/>
                    <a:pt x="11751" y="1658"/>
                  </a:cubicBezTo>
                  <a:cubicBezTo>
                    <a:pt x="14326" y="562"/>
                    <a:pt x="17285" y="0"/>
                    <a:pt x="20630" y="0"/>
                  </a:cubicBezTo>
                  <a:cubicBezTo>
                    <a:pt x="23975" y="0"/>
                    <a:pt x="26579" y="503"/>
                    <a:pt x="28976" y="1539"/>
                  </a:cubicBezTo>
                  <a:cubicBezTo>
                    <a:pt x="31374" y="2575"/>
                    <a:pt x="33505" y="4025"/>
                    <a:pt x="35429" y="5920"/>
                  </a:cubicBezTo>
                  <a:lnTo>
                    <a:pt x="32735" y="9649"/>
                  </a:ln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sp>
          <p:nvSpPr>
            <p:cNvPr id="2687" name="Google Shape;2687;p90"/>
            <p:cNvSpPr/>
            <p:nvPr/>
          </p:nvSpPr>
          <p:spPr>
            <a:xfrm>
              <a:off x="5181686" y="2102666"/>
              <a:ext cx="48333" cy="62305"/>
            </a:xfrm>
            <a:custGeom>
              <a:avLst/>
              <a:gdLst/>
              <a:ahLst/>
              <a:cxnLst/>
              <a:rect l="l" t="t" r="r" b="b"/>
              <a:pathLst>
                <a:path w="48333" h="62305" extrusionOk="0">
                  <a:moveTo>
                    <a:pt x="46557" y="61654"/>
                  </a:moveTo>
                  <a:lnTo>
                    <a:pt x="36317" y="61654"/>
                  </a:lnTo>
                  <a:lnTo>
                    <a:pt x="36317" y="26817"/>
                  </a:lnTo>
                  <a:lnTo>
                    <a:pt x="16604" y="26817"/>
                  </a:lnTo>
                  <a:lnTo>
                    <a:pt x="16604" y="49844"/>
                  </a:lnTo>
                  <a:cubicBezTo>
                    <a:pt x="16604" y="51176"/>
                    <a:pt x="16930" y="52212"/>
                    <a:pt x="17581" y="52952"/>
                  </a:cubicBezTo>
                  <a:cubicBezTo>
                    <a:pt x="18232" y="53692"/>
                    <a:pt x="19120" y="54077"/>
                    <a:pt x="20245" y="54077"/>
                  </a:cubicBezTo>
                  <a:cubicBezTo>
                    <a:pt x="20867" y="54077"/>
                    <a:pt x="21399" y="53988"/>
                    <a:pt x="21843" y="53840"/>
                  </a:cubicBezTo>
                  <a:cubicBezTo>
                    <a:pt x="22258" y="53692"/>
                    <a:pt x="22642" y="53515"/>
                    <a:pt x="22968" y="53367"/>
                  </a:cubicBezTo>
                  <a:cubicBezTo>
                    <a:pt x="23294" y="53189"/>
                    <a:pt x="23560" y="53041"/>
                    <a:pt x="23826" y="52893"/>
                  </a:cubicBezTo>
                  <a:cubicBezTo>
                    <a:pt x="24063" y="52745"/>
                    <a:pt x="24329" y="52656"/>
                    <a:pt x="24566" y="52656"/>
                  </a:cubicBezTo>
                  <a:cubicBezTo>
                    <a:pt x="24862" y="52656"/>
                    <a:pt x="25129" y="52745"/>
                    <a:pt x="25306" y="52893"/>
                  </a:cubicBezTo>
                  <a:cubicBezTo>
                    <a:pt x="25513" y="53041"/>
                    <a:pt x="25721" y="53278"/>
                    <a:pt x="25928" y="53574"/>
                  </a:cubicBezTo>
                  <a:lnTo>
                    <a:pt x="29006" y="58547"/>
                  </a:lnTo>
                  <a:cubicBezTo>
                    <a:pt x="27526" y="59790"/>
                    <a:pt x="25809" y="60737"/>
                    <a:pt x="23856" y="61358"/>
                  </a:cubicBezTo>
                  <a:cubicBezTo>
                    <a:pt x="21932" y="61980"/>
                    <a:pt x="19919" y="62306"/>
                    <a:pt x="17848" y="62306"/>
                  </a:cubicBezTo>
                  <a:cubicBezTo>
                    <a:pt x="14148" y="62306"/>
                    <a:pt x="11306" y="61270"/>
                    <a:pt x="9323" y="59168"/>
                  </a:cubicBezTo>
                  <a:cubicBezTo>
                    <a:pt x="7340" y="57096"/>
                    <a:pt x="6364" y="54195"/>
                    <a:pt x="6364" y="50525"/>
                  </a:cubicBezTo>
                  <a:lnTo>
                    <a:pt x="6364" y="26787"/>
                  </a:lnTo>
                  <a:lnTo>
                    <a:pt x="2013" y="26787"/>
                  </a:lnTo>
                  <a:cubicBezTo>
                    <a:pt x="1450" y="26787"/>
                    <a:pt x="977" y="26609"/>
                    <a:pt x="592" y="26254"/>
                  </a:cubicBezTo>
                  <a:cubicBezTo>
                    <a:pt x="207" y="25899"/>
                    <a:pt x="0" y="25366"/>
                    <a:pt x="0" y="24626"/>
                  </a:cubicBezTo>
                  <a:lnTo>
                    <a:pt x="0" y="20571"/>
                  </a:lnTo>
                  <a:lnTo>
                    <a:pt x="6837" y="19417"/>
                  </a:lnTo>
                  <a:lnTo>
                    <a:pt x="8998" y="7844"/>
                  </a:lnTo>
                  <a:cubicBezTo>
                    <a:pt x="9146" y="7281"/>
                    <a:pt x="9412" y="6867"/>
                    <a:pt x="9797" y="6571"/>
                  </a:cubicBezTo>
                  <a:cubicBezTo>
                    <a:pt x="10182" y="6275"/>
                    <a:pt x="10685" y="6127"/>
                    <a:pt x="11277" y="6127"/>
                  </a:cubicBezTo>
                  <a:lnTo>
                    <a:pt x="16575" y="6127"/>
                  </a:lnTo>
                  <a:lnTo>
                    <a:pt x="16575" y="19506"/>
                  </a:lnTo>
                  <a:lnTo>
                    <a:pt x="46528" y="19506"/>
                  </a:lnTo>
                  <a:lnTo>
                    <a:pt x="46528" y="61654"/>
                  </a:lnTo>
                  <a:close/>
                  <a:moveTo>
                    <a:pt x="48333" y="6571"/>
                  </a:moveTo>
                  <a:cubicBezTo>
                    <a:pt x="48333" y="7459"/>
                    <a:pt x="48156" y="8288"/>
                    <a:pt x="47801" y="9087"/>
                  </a:cubicBezTo>
                  <a:cubicBezTo>
                    <a:pt x="47445" y="9886"/>
                    <a:pt x="46972" y="10567"/>
                    <a:pt x="46380" y="11129"/>
                  </a:cubicBezTo>
                  <a:cubicBezTo>
                    <a:pt x="45788" y="11721"/>
                    <a:pt x="45077" y="12165"/>
                    <a:pt x="44278" y="12520"/>
                  </a:cubicBezTo>
                  <a:cubicBezTo>
                    <a:pt x="43450" y="12876"/>
                    <a:pt x="42591" y="13023"/>
                    <a:pt x="41674" y="13023"/>
                  </a:cubicBezTo>
                  <a:cubicBezTo>
                    <a:pt x="40756" y="13023"/>
                    <a:pt x="39957" y="12846"/>
                    <a:pt x="39188" y="12520"/>
                  </a:cubicBezTo>
                  <a:cubicBezTo>
                    <a:pt x="38418" y="12165"/>
                    <a:pt x="37737" y="11721"/>
                    <a:pt x="37145" y="11129"/>
                  </a:cubicBezTo>
                  <a:cubicBezTo>
                    <a:pt x="36553" y="10537"/>
                    <a:pt x="36109" y="9856"/>
                    <a:pt x="35754" y="9087"/>
                  </a:cubicBezTo>
                  <a:cubicBezTo>
                    <a:pt x="35399" y="8288"/>
                    <a:pt x="35251" y="7459"/>
                    <a:pt x="35251" y="6571"/>
                  </a:cubicBezTo>
                  <a:cubicBezTo>
                    <a:pt x="35251" y="5683"/>
                    <a:pt x="35429" y="4825"/>
                    <a:pt x="35754" y="4025"/>
                  </a:cubicBezTo>
                  <a:cubicBezTo>
                    <a:pt x="36109" y="3226"/>
                    <a:pt x="36553" y="2546"/>
                    <a:pt x="37145" y="1954"/>
                  </a:cubicBezTo>
                  <a:cubicBezTo>
                    <a:pt x="37737" y="1362"/>
                    <a:pt x="38388" y="888"/>
                    <a:pt x="39188" y="533"/>
                  </a:cubicBezTo>
                  <a:cubicBezTo>
                    <a:pt x="39957" y="178"/>
                    <a:pt x="40786" y="0"/>
                    <a:pt x="41674" y="0"/>
                  </a:cubicBezTo>
                  <a:cubicBezTo>
                    <a:pt x="42562" y="0"/>
                    <a:pt x="43450" y="178"/>
                    <a:pt x="44278" y="533"/>
                  </a:cubicBezTo>
                  <a:cubicBezTo>
                    <a:pt x="45107" y="888"/>
                    <a:pt x="45788" y="1362"/>
                    <a:pt x="46380" y="1954"/>
                  </a:cubicBezTo>
                  <a:cubicBezTo>
                    <a:pt x="46972" y="2546"/>
                    <a:pt x="47445" y="3226"/>
                    <a:pt x="47801" y="4025"/>
                  </a:cubicBezTo>
                  <a:cubicBezTo>
                    <a:pt x="48156" y="4825"/>
                    <a:pt x="48333" y="5653"/>
                    <a:pt x="48333" y="6571"/>
                  </a:cubicBez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sp>
          <p:nvSpPr>
            <p:cNvPr id="2688" name="Google Shape;2688;p90"/>
            <p:cNvSpPr/>
            <p:nvPr/>
          </p:nvSpPr>
          <p:spPr>
            <a:xfrm>
              <a:off x="5236383" y="2121136"/>
              <a:ext cx="42029" cy="43806"/>
            </a:xfrm>
            <a:custGeom>
              <a:avLst/>
              <a:gdLst/>
              <a:ahLst/>
              <a:cxnLst/>
              <a:rect l="l" t="t" r="r" b="b"/>
              <a:pathLst>
                <a:path w="42029" h="43806" extrusionOk="0">
                  <a:moveTo>
                    <a:pt x="21103" y="0"/>
                  </a:moveTo>
                  <a:cubicBezTo>
                    <a:pt x="24241" y="0"/>
                    <a:pt x="27112" y="503"/>
                    <a:pt x="29687" y="1539"/>
                  </a:cubicBezTo>
                  <a:cubicBezTo>
                    <a:pt x="32262" y="2575"/>
                    <a:pt x="34482" y="4025"/>
                    <a:pt x="36317" y="5890"/>
                  </a:cubicBezTo>
                  <a:cubicBezTo>
                    <a:pt x="38152" y="7755"/>
                    <a:pt x="39572" y="10064"/>
                    <a:pt x="40549" y="12757"/>
                  </a:cubicBezTo>
                  <a:cubicBezTo>
                    <a:pt x="41556" y="15480"/>
                    <a:pt x="42029" y="18499"/>
                    <a:pt x="42029" y="21844"/>
                  </a:cubicBezTo>
                  <a:cubicBezTo>
                    <a:pt x="42029" y="25189"/>
                    <a:pt x="41526" y="28267"/>
                    <a:pt x="40549" y="30960"/>
                  </a:cubicBezTo>
                  <a:cubicBezTo>
                    <a:pt x="39543" y="33683"/>
                    <a:pt x="38152" y="35963"/>
                    <a:pt x="36317" y="37886"/>
                  </a:cubicBezTo>
                  <a:cubicBezTo>
                    <a:pt x="34482" y="39810"/>
                    <a:pt x="32262" y="41261"/>
                    <a:pt x="29687" y="42267"/>
                  </a:cubicBezTo>
                  <a:cubicBezTo>
                    <a:pt x="27112" y="43274"/>
                    <a:pt x="24241" y="43806"/>
                    <a:pt x="21103" y="43806"/>
                  </a:cubicBezTo>
                  <a:cubicBezTo>
                    <a:pt x="17966" y="43806"/>
                    <a:pt x="15036" y="43303"/>
                    <a:pt x="12431" y="42267"/>
                  </a:cubicBezTo>
                  <a:cubicBezTo>
                    <a:pt x="9827" y="41231"/>
                    <a:pt x="7607" y="39781"/>
                    <a:pt x="5772" y="37886"/>
                  </a:cubicBezTo>
                  <a:cubicBezTo>
                    <a:pt x="3937" y="35992"/>
                    <a:pt x="2516" y="33683"/>
                    <a:pt x="1510" y="30960"/>
                  </a:cubicBezTo>
                  <a:cubicBezTo>
                    <a:pt x="503" y="28237"/>
                    <a:pt x="0" y="25218"/>
                    <a:pt x="0" y="21844"/>
                  </a:cubicBezTo>
                  <a:cubicBezTo>
                    <a:pt x="0" y="18470"/>
                    <a:pt x="503" y="15480"/>
                    <a:pt x="1510" y="12757"/>
                  </a:cubicBezTo>
                  <a:cubicBezTo>
                    <a:pt x="2516" y="10064"/>
                    <a:pt x="3937" y="7755"/>
                    <a:pt x="5772" y="5890"/>
                  </a:cubicBezTo>
                  <a:cubicBezTo>
                    <a:pt x="7607" y="4025"/>
                    <a:pt x="9827" y="2575"/>
                    <a:pt x="12431" y="1539"/>
                  </a:cubicBezTo>
                  <a:cubicBezTo>
                    <a:pt x="15036" y="533"/>
                    <a:pt x="17907" y="0"/>
                    <a:pt x="21103" y="0"/>
                  </a:cubicBezTo>
                  <a:close/>
                  <a:moveTo>
                    <a:pt x="21103" y="35933"/>
                  </a:moveTo>
                  <a:cubicBezTo>
                    <a:pt x="24626" y="35933"/>
                    <a:pt x="27260" y="34749"/>
                    <a:pt x="28947" y="32381"/>
                  </a:cubicBezTo>
                  <a:cubicBezTo>
                    <a:pt x="30634" y="30013"/>
                    <a:pt x="31492" y="26521"/>
                    <a:pt x="31492" y="21933"/>
                  </a:cubicBezTo>
                  <a:cubicBezTo>
                    <a:pt x="31492" y="17345"/>
                    <a:pt x="30634" y="13852"/>
                    <a:pt x="28947" y="11455"/>
                  </a:cubicBezTo>
                  <a:cubicBezTo>
                    <a:pt x="27260" y="9057"/>
                    <a:pt x="24626" y="7844"/>
                    <a:pt x="21103" y="7844"/>
                  </a:cubicBezTo>
                  <a:cubicBezTo>
                    <a:pt x="17581" y="7844"/>
                    <a:pt x="14858" y="9057"/>
                    <a:pt x="13112" y="11484"/>
                  </a:cubicBezTo>
                  <a:cubicBezTo>
                    <a:pt x="11395" y="13911"/>
                    <a:pt x="10507" y="17404"/>
                    <a:pt x="10507" y="21962"/>
                  </a:cubicBezTo>
                  <a:cubicBezTo>
                    <a:pt x="10507" y="26521"/>
                    <a:pt x="11365" y="29984"/>
                    <a:pt x="13112" y="32381"/>
                  </a:cubicBezTo>
                  <a:cubicBezTo>
                    <a:pt x="14829" y="34779"/>
                    <a:pt x="17492" y="35963"/>
                    <a:pt x="21103" y="35963"/>
                  </a:cubicBez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sp>
          <p:nvSpPr>
            <p:cNvPr id="2689" name="Google Shape;2689;p90"/>
            <p:cNvSpPr/>
            <p:nvPr/>
          </p:nvSpPr>
          <p:spPr>
            <a:xfrm>
              <a:off x="5286315" y="2121106"/>
              <a:ext cx="37026" cy="43214"/>
            </a:xfrm>
            <a:custGeom>
              <a:avLst/>
              <a:gdLst/>
              <a:ahLst/>
              <a:cxnLst/>
              <a:rect l="l" t="t" r="r" b="b"/>
              <a:pathLst>
                <a:path w="37026" h="43214" extrusionOk="0">
                  <a:moveTo>
                    <a:pt x="9560" y="5920"/>
                  </a:moveTo>
                  <a:cubicBezTo>
                    <a:pt x="10419" y="5061"/>
                    <a:pt x="11307" y="4262"/>
                    <a:pt x="12283" y="3522"/>
                  </a:cubicBezTo>
                  <a:cubicBezTo>
                    <a:pt x="13230" y="2782"/>
                    <a:pt x="14237" y="2161"/>
                    <a:pt x="15302" y="1658"/>
                  </a:cubicBezTo>
                  <a:cubicBezTo>
                    <a:pt x="16368" y="1154"/>
                    <a:pt x="17492" y="740"/>
                    <a:pt x="18736" y="444"/>
                  </a:cubicBezTo>
                  <a:cubicBezTo>
                    <a:pt x="19949" y="148"/>
                    <a:pt x="21281" y="0"/>
                    <a:pt x="22702" y="0"/>
                  </a:cubicBezTo>
                  <a:cubicBezTo>
                    <a:pt x="25010" y="0"/>
                    <a:pt x="27082" y="385"/>
                    <a:pt x="28888" y="1184"/>
                  </a:cubicBezTo>
                  <a:cubicBezTo>
                    <a:pt x="30693" y="1983"/>
                    <a:pt x="32173" y="3078"/>
                    <a:pt x="33386" y="4499"/>
                  </a:cubicBezTo>
                  <a:cubicBezTo>
                    <a:pt x="34600" y="5920"/>
                    <a:pt x="35488" y="7607"/>
                    <a:pt x="36110" y="9590"/>
                  </a:cubicBezTo>
                  <a:cubicBezTo>
                    <a:pt x="36731" y="11573"/>
                    <a:pt x="37027" y="13734"/>
                    <a:pt x="37027" y="16131"/>
                  </a:cubicBezTo>
                  <a:lnTo>
                    <a:pt x="37027" y="43185"/>
                  </a:lnTo>
                  <a:lnTo>
                    <a:pt x="26786" y="43185"/>
                  </a:lnTo>
                  <a:lnTo>
                    <a:pt x="26786" y="16131"/>
                  </a:lnTo>
                  <a:cubicBezTo>
                    <a:pt x="26786" y="13527"/>
                    <a:pt x="26194" y="11514"/>
                    <a:pt x="25010" y="10093"/>
                  </a:cubicBezTo>
                  <a:cubicBezTo>
                    <a:pt x="23826" y="8672"/>
                    <a:pt x="22021" y="7962"/>
                    <a:pt x="19594" y="7962"/>
                  </a:cubicBezTo>
                  <a:cubicBezTo>
                    <a:pt x="17818" y="7962"/>
                    <a:pt x="16161" y="8376"/>
                    <a:pt x="14622" y="9176"/>
                  </a:cubicBezTo>
                  <a:cubicBezTo>
                    <a:pt x="13082" y="9975"/>
                    <a:pt x="11602" y="11070"/>
                    <a:pt x="10241" y="12461"/>
                  </a:cubicBezTo>
                  <a:lnTo>
                    <a:pt x="10241" y="43214"/>
                  </a:lnTo>
                  <a:lnTo>
                    <a:pt x="0" y="43214"/>
                  </a:lnTo>
                  <a:lnTo>
                    <a:pt x="0" y="710"/>
                  </a:lnTo>
                  <a:lnTo>
                    <a:pt x="6245" y="710"/>
                  </a:lnTo>
                  <a:cubicBezTo>
                    <a:pt x="7577" y="710"/>
                    <a:pt x="8435" y="1332"/>
                    <a:pt x="8850" y="2575"/>
                  </a:cubicBezTo>
                  <a:lnTo>
                    <a:pt x="9560" y="5920"/>
                  </a:ln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sp>
          <p:nvSpPr>
            <p:cNvPr id="2690" name="Google Shape;2690;p90"/>
            <p:cNvSpPr/>
            <p:nvPr/>
          </p:nvSpPr>
          <p:spPr>
            <a:xfrm>
              <a:off x="5330060" y="2121136"/>
              <a:ext cx="31728" cy="43835"/>
            </a:xfrm>
            <a:custGeom>
              <a:avLst/>
              <a:gdLst/>
              <a:ahLst/>
              <a:cxnLst/>
              <a:rect l="l" t="t" r="r" b="b"/>
              <a:pathLst>
                <a:path w="31728" h="43835" extrusionOk="0">
                  <a:moveTo>
                    <a:pt x="28917" y="8968"/>
                  </a:moveTo>
                  <a:cubicBezTo>
                    <a:pt x="28651" y="9412"/>
                    <a:pt x="28355" y="9708"/>
                    <a:pt x="28059" y="9916"/>
                  </a:cubicBezTo>
                  <a:cubicBezTo>
                    <a:pt x="27763" y="10123"/>
                    <a:pt x="27378" y="10182"/>
                    <a:pt x="26904" y="10182"/>
                  </a:cubicBezTo>
                  <a:cubicBezTo>
                    <a:pt x="26401" y="10182"/>
                    <a:pt x="25869" y="10034"/>
                    <a:pt x="25306" y="9768"/>
                  </a:cubicBezTo>
                  <a:cubicBezTo>
                    <a:pt x="24744" y="9501"/>
                    <a:pt x="24093" y="9176"/>
                    <a:pt x="23323" y="8820"/>
                  </a:cubicBezTo>
                  <a:cubicBezTo>
                    <a:pt x="22583" y="8465"/>
                    <a:pt x="21725" y="8169"/>
                    <a:pt x="20778" y="7903"/>
                  </a:cubicBezTo>
                  <a:cubicBezTo>
                    <a:pt x="19830" y="7636"/>
                    <a:pt x="18706" y="7489"/>
                    <a:pt x="17404" y="7489"/>
                  </a:cubicBezTo>
                  <a:cubicBezTo>
                    <a:pt x="15391" y="7489"/>
                    <a:pt x="13793" y="7932"/>
                    <a:pt x="12668" y="8761"/>
                  </a:cubicBezTo>
                  <a:cubicBezTo>
                    <a:pt x="11514" y="9620"/>
                    <a:pt x="10951" y="10744"/>
                    <a:pt x="10951" y="12106"/>
                  </a:cubicBezTo>
                  <a:cubicBezTo>
                    <a:pt x="10951" y="13023"/>
                    <a:pt x="11247" y="13793"/>
                    <a:pt x="11839" y="14415"/>
                  </a:cubicBezTo>
                  <a:cubicBezTo>
                    <a:pt x="12431" y="15036"/>
                    <a:pt x="13230" y="15569"/>
                    <a:pt x="14207" y="16043"/>
                  </a:cubicBezTo>
                  <a:cubicBezTo>
                    <a:pt x="15184" y="16516"/>
                    <a:pt x="16308" y="16931"/>
                    <a:pt x="17552" y="17315"/>
                  </a:cubicBezTo>
                  <a:cubicBezTo>
                    <a:pt x="18795" y="17700"/>
                    <a:pt x="20067" y="18085"/>
                    <a:pt x="21340" y="18529"/>
                  </a:cubicBezTo>
                  <a:cubicBezTo>
                    <a:pt x="22613" y="18973"/>
                    <a:pt x="23885" y="19476"/>
                    <a:pt x="25129" y="20038"/>
                  </a:cubicBezTo>
                  <a:cubicBezTo>
                    <a:pt x="26372" y="20601"/>
                    <a:pt x="27497" y="21311"/>
                    <a:pt x="28473" y="22199"/>
                  </a:cubicBezTo>
                  <a:cubicBezTo>
                    <a:pt x="29450" y="23057"/>
                    <a:pt x="30249" y="24123"/>
                    <a:pt x="30841" y="25337"/>
                  </a:cubicBezTo>
                  <a:cubicBezTo>
                    <a:pt x="31433" y="26550"/>
                    <a:pt x="31729" y="28030"/>
                    <a:pt x="31729" y="29717"/>
                  </a:cubicBezTo>
                  <a:cubicBezTo>
                    <a:pt x="31729" y="31760"/>
                    <a:pt x="31374" y="33654"/>
                    <a:pt x="30634" y="35371"/>
                  </a:cubicBezTo>
                  <a:cubicBezTo>
                    <a:pt x="29894" y="37087"/>
                    <a:pt x="28828" y="38597"/>
                    <a:pt x="27378" y="39840"/>
                  </a:cubicBezTo>
                  <a:cubicBezTo>
                    <a:pt x="25928" y="41083"/>
                    <a:pt x="24182" y="42090"/>
                    <a:pt x="22050" y="42770"/>
                  </a:cubicBezTo>
                  <a:cubicBezTo>
                    <a:pt x="19949" y="43481"/>
                    <a:pt x="17492" y="43836"/>
                    <a:pt x="14740" y="43836"/>
                  </a:cubicBezTo>
                  <a:cubicBezTo>
                    <a:pt x="13260" y="43836"/>
                    <a:pt x="11839" y="43717"/>
                    <a:pt x="10448" y="43451"/>
                  </a:cubicBezTo>
                  <a:cubicBezTo>
                    <a:pt x="9057" y="43185"/>
                    <a:pt x="7725" y="42830"/>
                    <a:pt x="6423" y="42356"/>
                  </a:cubicBezTo>
                  <a:cubicBezTo>
                    <a:pt x="5150" y="41882"/>
                    <a:pt x="3936" y="41350"/>
                    <a:pt x="2871" y="40698"/>
                  </a:cubicBezTo>
                  <a:cubicBezTo>
                    <a:pt x="1776" y="40077"/>
                    <a:pt x="829" y="39366"/>
                    <a:pt x="0" y="38626"/>
                  </a:cubicBezTo>
                  <a:lnTo>
                    <a:pt x="2368" y="34719"/>
                  </a:lnTo>
                  <a:cubicBezTo>
                    <a:pt x="2664" y="34246"/>
                    <a:pt x="3019" y="33891"/>
                    <a:pt x="3433" y="33654"/>
                  </a:cubicBezTo>
                  <a:cubicBezTo>
                    <a:pt x="3848" y="33417"/>
                    <a:pt x="4380" y="33269"/>
                    <a:pt x="5002" y="33269"/>
                  </a:cubicBezTo>
                  <a:cubicBezTo>
                    <a:pt x="5624" y="33269"/>
                    <a:pt x="6245" y="33447"/>
                    <a:pt x="6808" y="33802"/>
                  </a:cubicBezTo>
                  <a:cubicBezTo>
                    <a:pt x="7370" y="34157"/>
                    <a:pt x="8021" y="34542"/>
                    <a:pt x="8790" y="34956"/>
                  </a:cubicBezTo>
                  <a:cubicBezTo>
                    <a:pt x="9530" y="35371"/>
                    <a:pt x="10419" y="35755"/>
                    <a:pt x="11425" y="36111"/>
                  </a:cubicBezTo>
                  <a:cubicBezTo>
                    <a:pt x="12431" y="36466"/>
                    <a:pt x="13704" y="36643"/>
                    <a:pt x="15243" y="36643"/>
                  </a:cubicBezTo>
                  <a:cubicBezTo>
                    <a:pt x="16457" y="36643"/>
                    <a:pt x="17492" y="36495"/>
                    <a:pt x="18380" y="36199"/>
                  </a:cubicBezTo>
                  <a:cubicBezTo>
                    <a:pt x="19239" y="35903"/>
                    <a:pt x="19979" y="35519"/>
                    <a:pt x="20541" y="35045"/>
                  </a:cubicBezTo>
                  <a:cubicBezTo>
                    <a:pt x="21103" y="34571"/>
                    <a:pt x="21518" y="34039"/>
                    <a:pt x="21784" y="33417"/>
                  </a:cubicBezTo>
                  <a:cubicBezTo>
                    <a:pt x="22050" y="32795"/>
                    <a:pt x="22169" y="32144"/>
                    <a:pt x="22169" y="31493"/>
                  </a:cubicBezTo>
                  <a:cubicBezTo>
                    <a:pt x="22169" y="30487"/>
                    <a:pt x="21873" y="29688"/>
                    <a:pt x="21281" y="29036"/>
                  </a:cubicBezTo>
                  <a:cubicBezTo>
                    <a:pt x="20689" y="28415"/>
                    <a:pt x="19890" y="27852"/>
                    <a:pt x="18913" y="27379"/>
                  </a:cubicBezTo>
                  <a:cubicBezTo>
                    <a:pt x="17936" y="26905"/>
                    <a:pt x="16812" y="26491"/>
                    <a:pt x="15569" y="26106"/>
                  </a:cubicBezTo>
                  <a:cubicBezTo>
                    <a:pt x="14325" y="25721"/>
                    <a:pt x="13023" y="25337"/>
                    <a:pt x="11721" y="24893"/>
                  </a:cubicBezTo>
                  <a:cubicBezTo>
                    <a:pt x="10419" y="24449"/>
                    <a:pt x="9116" y="23945"/>
                    <a:pt x="7873" y="23353"/>
                  </a:cubicBezTo>
                  <a:cubicBezTo>
                    <a:pt x="6630" y="22762"/>
                    <a:pt x="5505" y="21992"/>
                    <a:pt x="4529" y="21104"/>
                  </a:cubicBezTo>
                  <a:cubicBezTo>
                    <a:pt x="3552" y="20186"/>
                    <a:pt x="2753" y="19062"/>
                    <a:pt x="2161" y="17759"/>
                  </a:cubicBezTo>
                  <a:cubicBezTo>
                    <a:pt x="1569" y="16427"/>
                    <a:pt x="1273" y="14829"/>
                    <a:pt x="1273" y="12964"/>
                  </a:cubicBezTo>
                  <a:cubicBezTo>
                    <a:pt x="1273" y="11218"/>
                    <a:pt x="1628" y="9560"/>
                    <a:pt x="2309" y="7992"/>
                  </a:cubicBezTo>
                  <a:cubicBezTo>
                    <a:pt x="2989" y="6423"/>
                    <a:pt x="4025" y="5032"/>
                    <a:pt x="5357" y="3877"/>
                  </a:cubicBezTo>
                  <a:cubicBezTo>
                    <a:pt x="6689" y="2693"/>
                    <a:pt x="8376" y="1776"/>
                    <a:pt x="10359" y="1066"/>
                  </a:cubicBezTo>
                  <a:cubicBezTo>
                    <a:pt x="12372" y="355"/>
                    <a:pt x="14680" y="0"/>
                    <a:pt x="17315" y="0"/>
                  </a:cubicBezTo>
                  <a:cubicBezTo>
                    <a:pt x="20245" y="0"/>
                    <a:pt x="22909" y="474"/>
                    <a:pt x="25306" y="1450"/>
                  </a:cubicBezTo>
                  <a:cubicBezTo>
                    <a:pt x="27704" y="2427"/>
                    <a:pt x="29716" y="3700"/>
                    <a:pt x="31314" y="5269"/>
                  </a:cubicBezTo>
                  <a:lnTo>
                    <a:pt x="29006" y="8968"/>
                  </a:lnTo>
                  <a:close/>
                </a:path>
              </a:pathLst>
            </a:custGeom>
            <a:solidFill>
              <a:srgbClr val="000000"/>
            </a:solidFill>
            <a:ln>
              <a:noFill/>
            </a:ln>
          </p:spPr>
          <p:txBody>
            <a:bodyPr spcFirstLastPara="1" wrap="square" lIns="94250" tIns="47100" rIns="94250" bIns="47100" anchor="t" anchorCtr="0">
              <a:noAutofit/>
            </a:bodyPr>
            <a:lstStyle/>
            <a:p>
              <a:pPr marL="0" marR="0" lvl="0" indent="0" algn="l" rtl="0">
                <a:spcBef>
                  <a:spcPts val="0"/>
                </a:spcBef>
                <a:spcAft>
                  <a:spcPts val="0"/>
                </a:spcAft>
                <a:buNone/>
              </a:pPr>
              <a:endParaRPr sz="1923">
                <a:solidFill>
                  <a:srgbClr val="000000"/>
                </a:solidFill>
                <a:latin typeface="Arial"/>
                <a:ea typeface="Arial"/>
                <a:cs typeface="Arial"/>
                <a:sym typeface="Arial"/>
              </a:endParaRPr>
            </a:p>
          </p:txBody>
        </p:sp>
      </p:grpSp>
      <p:grpSp>
        <p:nvGrpSpPr>
          <p:cNvPr id="2691" name="Google Shape;2691;p90"/>
          <p:cNvGrpSpPr/>
          <p:nvPr/>
        </p:nvGrpSpPr>
        <p:grpSpPr>
          <a:xfrm>
            <a:off x="6059737" y="1619952"/>
            <a:ext cx="234499" cy="268601"/>
            <a:chOff x="4993118" y="1673068"/>
            <a:chExt cx="283725" cy="325025"/>
          </a:xfrm>
        </p:grpSpPr>
        <p:sp>
          <p:nvSpPr>
            <p:cNvPr id="2692" name="Google Shape;2692;p90"/>
            <p:cNvSpPr/>
            <p:nvPr/>
          </p:nvSpPr>
          <p:spPr>
            <a:xfrm>
              <a:off x="5155471" y="1902350"/>
              <a:ext cx="121372" cy="95743"/>
            </a:xfrm>
            <a:custGeom>
              <a:avLst/>
              <a:gdLst/>
              <a:ahLst/>
              <a:cxnLst/>
              <a:rect l="l" t="t" r="r" b="b"/>
              <a:pathLst>
                <a:path w="121372" h="95743" extrusionOk="0">
                  <a:moveTo>
                    <a:pt x="119241" y="5496"/>
                  </a:moveTo>
                  <a:cubicBezTo>
                    <a:pt x="118235" y="1530"/>
                    <a:pt x="114180" y="-808"/>
                    <a:pt x="110214" y="257"/>
                  </a:cubicBezTo>
                  <a:cubicBezTo>
                    <a:pt x="106248" y="1264"/>
                    <a:pt x="103910" y="5319"/>
                    <a:pt x="104975" y="9285"/>
                  </a:cubicBezTo>
                  <a:cubicBezTo>
                    <a:pt x="106159" y="13725"/>
                    <a:pt x="106692" y="18254"/>
                    <a:pt x="106692" y="22871"/>
                  </a:cubicBezTo>
                  <a:cubicBezTo>
                    <a:pt x="106692" y="52381"/>
                    <a:pt x="82747" y="76327"/>
                    <a:pt x="53238" y="76327"/>
                  </a:cubicBezTo>
                  <a:cubicBezTo>
                    <a:pt x="43027" y="76327"/>
                    <a:pt x="33289" y="73426"/>
                    <a:pt x="24854" y="68128"/>
                  </a:cubicBezTo>
                  <a:lnTo>
                    <a:pt x="35834" y="64931"/>
                  </a:lnTo>
                  <a:cubicBezTo>
                    <a:pt x="39741" y="63806"/>
                    <a:pt x="42020" y="59751"/>
                    <a:pt x="40837" y="55785"/>
                  </a:cubicBezTo>
                  <a:cubicBezTo>
                    <a:pt x="39712" y="51878"/>
                    <a:pt x="35657" y="49658"/>
                    <a:pt x="31691" y="50783"/>
                  </a:cubicBezTo>
                  <a:lnTo>
                    <a:pt x="8190" y="57561"/>
                  </a:lnTo>
                  <a:cubicBezTo>
                    <a:pt x="5348" y="58390"/>
                    <a:pt x="3306" y="60817"/>
                    <a:pt x="2951" y="63747"/>
                  </a:cubicBezTo>
                  <a:lnTo>
                    <a:pt x="51" y="87544"/>
                  </a:lnTo>
                  <a:cubicBezTo>
                    <a:pt x="-423" y="91629"/>
                    <a:pt x="2478" y="95270"/>
                    <a:pt x="6473" y="95743"/>
                  </a:cubicBezTo>
                  <a:lnTo>
                    <a:pt x="7361" y="95743"/>
                  </a:lnTo>
                  <a:cubicBezTo>
                    <a:pt x="11031" y="95743"/>
                    <a:pt x="14199" y="92961"/>
                    <a:pt x="14672" y="89261"/>
                  </a:cubicBezTo>
                  <a:lnTo>
                    <a:pt x="15797" y="79878"/>
                  </a:lnTo>
                  <a:cubicBezTo>
                    <a:pt x="26837" y="87130"/>
                    <a:pt x="39682" y="91037"/>
                    <a:pt x="53149" y="91037"/>
                  </a:cubicBezTo>
                  <a:cubicBezTo>
                    <a:pt x="90739" y="91037"/>
                    <a:pt x="121372" y="60402"/>
                    <a:pt x="121372" y="22812"/>
                  </a:cubicBezTo>
                  <a:cubicBezTo>
                    <a:pt x="121372" y="16981"/>
                    <a:pt x="120603" y="11120"/>
                    <a:pt x="119123" y="5526"/>
                  </a:cubicBezTo>
                  <a:lnTo>
                    <a:pt x="119241" y="5526"/>
                  </a:lnTo>
                  <a:close/>
                </a:path>
              </a:pathLst>
            </a:custGeom>
            <a:solidFill>
              <a:srgbClr val="29B5E8"/>
            </a:solidFill>
            <a:ln>
              <a:noFill/>
            </a:ln>
          </p:spPr>
          <p:txBody>
            <a:bodyPr spcFirstLastPara="1" wrap="square" lIns="75575" tIns="37775" rIns="75575" bIns="37775" anchor="t" anchorCtr="0">
              <a:noAutofit/>
            </a:bodyPr>
            <a:lstStyle/>
            <a:p>
              <a:pPr marL="0" marR="0" lvl="0" indent="0" algn="l" rtl="0">
                <a:spcBef>
                  <a:spcPts val="0"/>
                </a:spcBef>
                <a:spcAft>
                  <a:spcPts val="0"/>
                </a:spcAft>
                <a:buNone/>
              </a:pPr>
              <a:endParaRPr sz="1542">
                <a:solidFill>
                  <a:srgbClr val="000000"/>
                </a:solidFill>
                <a:latin typeface="Arial"/>
                <a:ea typeface="Arial"/>
                <a:cs typeface="Arial"/>
                <a:sym typeface="Arial"/>
              </a:endParaRPr>
            </a:p>
          </p:txBody>
        </p:sp>
        <p:sp>
          <p:nvSpPr>
            <p:cNvPr id="2693" name="Google Shape;2693;p90"/>
            <p:cNvSpPr/>
            <p:nvPr/>
          </p:nvSpPr>
          <p:spPr>
            <a:xfrm>
              <a:off x="5139716" y="1852446"/>
              <a:ext cx="121372" cy="95033"/>
            </a:xfrm>
            <a:custGeom>
              <a:avLst/>
              <a:gdLst/>
              <a:ahLst/>
              <a:cxnLst/>
              <a:rect l="l" t="t" r="r" b="b"/>
              <a:pathLst>
                <a:path w="121372" h="95033" extrusionOk="0">
                  <a:moveTo>
                    <a:pt x="16279" y="85976"/>
                  </a:moveTo>
                  <a:cubicBezTo>
                    <a:pt x="15213" y="81714"/>
                    <a:pt x="14681" y="77363"/>
                    <a:pt x="14681" y="72982"/>
                  </a:cubicBezTo>
                  <a:cubicBezTo>
                    <a:pt x="14681" y="43472"/>
                    <a:pt x="38625" y="19527"/>
                    <a:pt x="68134" y="19527"/>
                  </a:cubicBezTo>
                  <a:cubicBezTo>
                    <a:pt x="78346" y="19527"/>
                    <a:pt x="88083" y="22427"/>
                    <a:pt x="96519" y="27726"/>
                  </a:cubicBezTo>
                  <a:lnTo>
                    <a:pt x="85538" y="30863"/>
                  </a:lnTo>
                  <a:cubicBezTo>
                    <a:pt x="81631" y="31988"/>
                    <a:pt x="79352" y="36043"/>
                    <a:pt x="80477" y="40009"/>
                  </a:cubicBezTo>
                  <a:cubicBezTo>
                    <a:pt x="81424" y="43265"/>
                    <a:pt x="84384" y="45307"/>
                    <a:pt x="87551" y="45307"/>
                  </a:cubicBezTo>
                  <a:cubicBezTo>
                    <a:pt x="88261" y="45307"/>
                    <a:pt x="88912" y="45189"/>
                    <a:pt x="89622" y="45011"/>
                  </a:cubicBezTo>
                  <a:lnTo>
                    <a:pt x="113123" y="38233"/>
                  </a:lnTo>
                  <a:cubicBezTo>
                    <a:pt x="115965" y="37404"/>
                    <a:pt x="118007" y="34977"/>
                    <a:pt x="118421" y="32047"/>
                  </a:cubicBezTo>
                  <a:lnTo>
                    <a:pt x="121322" y="8250"/>
                  </a:lnTo>
                  <a:cubicBezTo>
                    <a:pt x="121795" y="4165"/>
                    <a:pt x="118895" y="524"/>
                    <a:pt x="114899" y="51"/>
                  </a:cubicBezTo>
                  <a:cubicBezTo>
                    <a:pt x="110933" y="-423"/>
                    <a:pt x="107174" y="2478"/>
                    <a:pt x="106700" y="6474"/>
                  </a:cubicBezTo>
                  <a:lnTo>
                    <a:pt x="105576" y="15856"/>
                  </a:lnTo>
                  <a:cubicBezTo>
                    <a:pt x="94536" y="8605"/>
                    <a:pt x="81690" y="4698"/>
                    <a:pt x="68223" y="4698"/>
                  </a:cubicBezTo>
                  <a:cubicBezTo>
                    <a:pt x="30634" y="4698"/>
                    <a:pt x="0" y="35332"/>
                    <a:pt x="0" y="72923"/>
                  </a:cubicBezTo>
                  <a:cubicBezTo>
                    <a:pt x="0" y="78517"/>
                    <a:pt x="711" y="84082"/>
                    <a:pt x="2013" y="89439"/>
                  </a:cubicBezTo>
                  <a:cubicBezTo>
                    <a:pt x="2842" y="92813"/>
                    <a:pt x="5861" y="95033"/>
                    <a:pt x="9146" y="95033"/>
                  </a:cubicBezTo>
                  <a:cubicBezTo>
                    <a:pt x="9738" y="95033"/>
                    <a:pt x="10330" y="94974"/>
                    <a:pt x="10922" y="94797"/>
                  </a:cubicBezTo>
                  <a:cubicBezTo>
                    <a:pt x="14888" y="93790"/>
                    <a:pt x="17285" y="89854"/>
                    <a:pt x="16279" y="85887"/>
                  </a:cubicBezTo>
                  <a:lnTo>
                    <a:pt x="16279" y="85946"/>
                  </a:lnTo>
                  <a:close/>
                </a:path>
              </a:pathLst>
            </a:custGeom>
            <a:solidFill>
              <a:srgbClr val="29B5E8"/>
            </a:solidFill>
            <a:ln>
              <a:noFill/>
            </a:ln>
          </p:spPr>
          <p:txBody>
            <a:bodyPr spcFirstLastPara="1" wrap="square" lIns="75575" tIns="37775" rIns="75575" bIns="37775" anchor="t" anchorCtr="0">
              <a:noAutofit/>
            </a:bodyPr>
            <a:lstStyle/>
            <a:p>
              <a:pPr marL="0" marR="0" lvl="0" indent="0" algn="l" rtl="0">
                <a:spcBef>
                  <a:spcPts val="0"/>
                </a:spcBef>
                <a:spcAft>
                  <a:spcPts val="0"/>
                </a:spcAft>
                <a:buNone/>
              </a:pPr>
              <a:endParaRPr sz="1542">
                <a:solidFill>
                  <a:srgbClr val="000000"/>
                </a:solidFill>
                <a:latin typeface="Arial"/>
                <a:ea typeface="Arial"/>
                <a:cs typeface="Arial"/>
                <a:sym typeface="Arial"/>
              </a:endParaRPr>
            </a:p>
          </p:txBody>
        </p:sp>
        <p:sp>
          <p:nvSpPr>
            <p:cNvPr id="2694" name="Google Shape;2694;p90"/>
            <p:cNvSpPr/>
            <p:nvPr/>
          </p:nvSpPr>
          <p:spPr>
            <a:xfrm>
              <a:off x="4993118" y="1673068"/>
              <a:ext cx="256791" cy="295189"/>
            </a:xfrm>
            <a:custGeom>
              <a:avLst/>
              <a:gdLst/>
              <a:ahLst/>
              <a:cxnLst/>
              <a:rect l="l" t="t" r="r" b="b"/>
              <a:pathLst>
                <a:path w="256791" h="295189" extrusionOk="0">
                  <a:moveTo>
                    <a:pt x="118125" y="271599"/>
                  </a:moveTo>
                  <a:cubicBezTo>
                    <a:pt x="55170" y="269468"/>
                    <a:pt x="23589" y="249459"/>
                    <a:pt x="23589" y="238833"/>
                  </a:cubicBezTo>
                  <a:lnTo>
                    <a:pt x="23589" y="211869"/>
                  </a:lnTo>
                  <a:cubicBezTo>
                    <a:pt x="45729" y="225277"/>
                    <a:pt x="80240" y="232706"/>
                    <a:pt x="113241" y="234245"/>
                  </a:cubicBezTo>
                  <a:lnTo>
                    <a:pt x="113774" y="234245"/>
                  </a:lnTo>
                  <a:cubicBezTo>
                    <a:pt x="120019" y="234245"/>
                    <a:pt x="125288" y="229361"/>
                    <a:pt x="125584" y="222968"/>
                  </a:cubicBezTo>
                  <a:cubicBezTo>
                    <a:pt x="125879" y="216486"/>
                    <a:pt x="120848" y="210921"/>
                    <a:pt x="114307" y="210625"/>
                  </a:cubicBezTo>
                  <a:cubicBezTo>
                    <a:pt x="58071" y="208021"/>
                    <a:pt x="23560" y="189906"/>
                    <a:pt x="23560" y="178037"/>
                  </a:cubicBezTo>
                  <a:lnTo>
                    <a:pt x="23560" y="151487"/>
                  </a:lnTo>
                  <a:cubicBezTo>
                    <a:pt x="48037" y="166345"/>
                    <a:pt x="88350" y="173982"/>
                    <a:pt x="128366" y="173982"/>
                  </a:cubicBezTo>
                  <a:cubicBezTo>
                    <a:pt x="168382" y="173982"/>
                    <a:pt x="208695" y="166375"/>
                    <a:pt x="233172" y="151487"/>
                  </a:cubicBezTo>
                  <a:lnTo>
                    <a:pt x="233172" y="153736"/>
                  </a:lnTo>
                  <a:cubicBezTo>
                    <a:pt x="233172" y="160219"/>
                    <a:pt x="238470" y="165546"/>
                    <a:pt x="244982" y="165546"/>
                  </a:cubicBezTo>
                  <a:cubicBezTo>
                    <a:pt x="251493" y="165546"/>
                    <a:pt x="256791" y="160248"/>
                    <a:pt x="256791" y="153736"/>
                  </a:cubicBezTo>
                  <a:lnTo>
                    <a:pt x="256791" y="56593"/>
                  </a:lnTo>
                  <a:cubicBezTo>
                    <a:pt x="256791" y="19476"/>
                    <a:pt x="192179" y="0"/>
                    <a:pt x="128366" y="0"/>
                  </a:cubicBezTo>
                  <a:cubicBezTo>
                    <a:pt x="64553" y="0"/>
                    <a:pt x="296" y="19358"/>
                    <a:pt x="0" y="56356"/>
                  </a:cubicBezTo>
                  <a:lnTo>
                    <a:pt x="0" y="238833"/>
                  </a:lnTo>
                  <a:cubicBezTo>
                    <a:pt x="0" y="274825"/>
                    <a:pt x="60853" y="293295"/>
                    <a:pt x="117859" y="295189"/>
                  </a:cubicBezTo>
                  <a:cubicBezTo>
                    <a:pt x="124281" y="295189"/>
                    <a:pt x="129491" y="290009"/>
                    <a:pt x="129609" y="283557"/>
                  </a:cubicBezTo>
                  <a:cubicBezTo>
                    <a:pt x="129727" y="277134"/>
                    <a:pt x="124607" y="271747"/>
                    <a:pt x="118154" y="271569"/>
                  </a:cubicBezTo>
                  <a:close/>
                  <a:moveTo>
                    <a:pt x="128396" y="150392"/>
                  </a:moveTo>
                  <a:cubicBezTo>
                    <a:pt x="65382" y="150392"/>
                    <a:pt x="23589" y="130560"/>
                    <a:pt x="23589" y="117389"/>
                  </a:cubicBezTo>
                  <a:lnTo>
                    <a:pt x="23589" y="90661"/>
                  </a:lnTo>
                  <a:cubicBezTo>
                    <a:pt x="48067" y="105520"/>
                    <a:pt x="88379" y="113156"/>
                    <a:pt x="128396" y="113156"/>
                  </a:cubicBezTo>
                  <a:cubicBezTo>
                    <a:pt x="168412" y="113156"/>
                    <a:pt x="208724" y="105550"/>
                    <a:pt x="233201" y="90661"/>
                  </a:cubicBezTo>
                  <a:lnTo>
                    <a:pt x="233201" y="117389"/>
                  </a:lnTo>
                  <a:cubicBezTo>
                    <a:pt x="233142" y="130501"/>
                    <a:pt x="191350" y="150332"/>
                    <a:pt x="128396" y="150332"/>
                  </a:cubicBezTo>
                  <a:lnTo>
                    <a:pt x="128396" y="150392"/>
                  </a:lnTo>
                  <a:close/>
                  <a:moveTo>
                    <a:pt x="128396" y="23620"/>
                  </a:moveTo>
                  <a:cubicBezTo>
                    <a:pt x="191350" y="23620"/>
                    <a:pt x="233142" y="43451"/>
                    <a:pt x="233201" y="56563"/>
                  </a:cubicBezTo>
                  <a:cubicBezTo>
                    <a:pt x="233142" y="69735"/>
                    <a:pt x="191350" y="89566"/>
                    <a:pt x="128396" y="89566"/>
                  </a:cubicBezTo>
                  <a:cubicBezTo>
                    <a:pt x="65441" y="89566"/>
                    <a:pt x="23589" y="69735"/>
                    <a:pt x="23589" y="56563"/>
                  </a:cubicBezTo>
                  <a:cubicBezTo>
                    <a:pt x="23589" y="43392"/>
                    <a:pt x="65382" y="23561"/>
                    <a:pt x="128396" y="23561"/>
                  </a:cubicBezTo>
                  <a:lnTo>
                    <a:pt x="128396" y="23620"/>
                  </a:lnTo>
                  <a:close/>
                </a:path>
              </a:pathLst>
            </a:custGeom>
            <a:solidFill>
              <a:srgbClr val="29B5E8"/>
            </a:solidFill>
            <a:ln>
              <a:noFill/>
            </a:ln>
          </p:spPr>
          <p:txBody>
            <a:bodyPr spcFirstLastPara="1" wrap="square" lIns="75575" tIns="37775" rIns="75575" bIns="37775" anchor="t" anchorCtr="0">
              <a:noAutofit/>
            </a:bodyPr>
            <a:lstStyle/>
            <a:p>
              <a:pPr marL="0" marR="0" lvl="0" indent="0" algn="l" rtl="0">
                <a:spcBef>
                  <a:spcPts val="0"/>
                </a:spcBef>
                <a:spcAft>
                  <a:spcPts val="0"/>
                </a:spcAft>
                <a:buNone/>
              </a:pPr>
              <a:endParaRPr sz="1542">
                <a:solidFill>
                  <a:srgbClr val="000000"/>
                </a:solidFill>
                <a:latin typeface="Arial"/>
                <a:ea typeface="Arial"/>
                <a:cs typeface="Arial"/>
                <a:sym typeface="Arial"/>
              </a:endParaRPr>
            </a:p>
          </p:txBody>
        </p:sp>
      </p:grpSp>
      <p:sp>
        <p:nvSpPr>
          <p:cNvPr id="2695" name="Google Shape;2695;p90"/>
          <p:cNvSpPr/>
          <p:nvPr/>
        </p:nvSpPr>
        <p:spPr>
          <a:xfrm>
            <a:off x="3408749" y="1465292"/>
            <a:ext cx="5527933" cy="3146632"/>
          </a:xfrm>
          <a:custGeom>
            <a:avLst/>
            <a:gdLst/>
            <a:ahLst/>
            <a:cxnLst/>
            <a:rect l="l" t="t" r="r" b="b"/>
            <a:pathLst>
              <a:path w="6741382" h="3837356" extrusionOk="0">
                <a:moveTo>
                  <a:pt x="6587167" y="68138"/>
                </a:moveTo>
                <a:cubicBezTo>
                  <a:pt x="6634601" y="68138"/>
                  <a:pt x="6673220" y="106733"/>
                  <a:pt x="6673220" y="154178"/>
                </a:cubicBezTo>
                <a:lnTo>
                  <a:pt x="6673220" y="3683189"/>
                </a:lnTo>
                <a:cubicBezTo>
                  <a:pt x="6673220" y="3730646"/>
                  <a:pt x="6634601" y="3769253"/>
                  <a:pt x="6587167" y="3769253"/>
                </a:cubicBezTo>
                <a:lnTo>
                  <a:pt x="154223" y="3769253"/>
                </a:lnTo>
                <a:cubicBezTo>
                  <a:pt x="106763" y="3769253"/>
                  <a:pt x="68151" y="3730646"/>
                  <a:pt x="68151" y="3683189"/>
                </a:cubicBezTo>
                <a:lnTo>
                  <a:pt x="68151" y="154178"/>
                </a:lnTo>
                <a:cubicBezTo>
                  <a:pt x="68151" y="106733"/>
                  <a:pt x="106763" y="68138"/>
                  <a:pt x="154223" y="68138"/>
                </a:cubicBezTo>
                <a:lnTo>
                  <a:pt x="6587167" y="68138"/>
                </a:lnTo>
                <a:moveTo>
                  <a:pt x="6587167" y="0"/>
                </a:moveTo>
                <a:lnTo>
                  <a:pt x="154223" y="0"/>
                </a:lnTo>
                <a:cubicBezTo>
                  <a:pt x="69399" y="0"/>
                  <a:pt x="0" y="69381"/>
                  <a:pt x="0" y="154178"/>
                </a:cubicBezTo>
                <a:lnTo>
                  <a:pt x="0" y="3683189"/>
                </a:lnTo>
                <a:cubicBezTo>
                  <a:pt x="0" y="3767983"/>
                  <a:pt x="69399" y="3837357"/>
                  <a:pt x="154223" y="3837357"/>
                </a:cubicBezTo>
                <a:lnTo>
                  <a:pt x="6587167" y="3837357"/>
                </a:lnTo>
                <a:cubicBezTo>
                  <a:pt x="6671987" y="3837357"/>
                  <a:pt x="6741383" y="3767983"/>
                  <a:pt x="6741383" y="3683189"/>
                </a:cubicBezTo>
                <a:lnTo>
                  <a:pt x="6741383" y="154178"/>
                </a:lnTo>
                <a:cubicBezTo>
                  <a:pt x="6741383" y="69381"/>
                  <a:pt x="6671987" y="0"/>
                  <a:pt x="6587167" y="0"/>
                </a:cubicBezTo>
                <a:lnTo>
                  <a:pt x="6587167" y="0"/>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696" name="Google Shape;2696;p90"/>
          <p:cNvGrpSpPr/>
          <p:nvPr/>
        </p:nvGrpSpPr>
        <p:grpSpPr>
          <a:xfrm>
            <a:off x="3761301" y="2726309"/>
            <a:ext cx="155419" cy="305413"/>
            <a:chOff x="3769822" y="3679408"/>
            <a:chExt cx="189813" cy="373001"/>
          </a:xfrm>
        </p:grpSpPr>
        <p:grpSp>
          <p:nvGrpSpPr>
            <p:cNvPr id="2697" name="Google Shape;2697;p90"/>
            <p:cNvGrpSpPr/>
            <p:nvPr/>
          </p:nvGrpSpPr>
          <p:grpSpPr>
            <a:xfrm>
              <a:off x="3769822" y="3961194"/>
              <a:ext cx="189813" cy="91215"/>
              <a:chOff x="3769822" y="3961194"/>
              <a:chExt cx="189813" cy="91215"/>
            </a:xfrm>
          </p:grpSpPr>
          <p:sp>
            <p:nvSpPr>
              <p:cNvPr id="2698" name="Google Shape;2698;p90"/>
              <p:cNvSpPr/>
              <p:nvPr/>
            </p:nvSpPr>
            <p:spPr>
              <a:xfrm>
                <a:off x="3769822" y="3961194"/>
                <a:ext cx="51086" cy="77262"/>
              </a:xfrm>
              <a:custGeom>
                <a:avLst/>
                <a:gdLst/>
                <a:ahLst/>
                <a:cxnLst/>
                <a:rect l="l" t="t" r="r" b="b"/>
                <a:pathLst>
                  <a:path w="51086" h="77262" extrusionOk="0">
                    <a:moveTo>
                      <a:pt x="46276" y="14588"/>
                    </a:moveTo>
                    <a:cubicBezTo>
                      <a:pt x="45891" y="15353"/>
                      <a:pt x="45447" y="15891"/>
                      <a:pt x="44946" y="16204"/>
                    </a:cubicBezTo>
                    <a:cubicBezTo>
                      <a:pt x="44438" y="16518"/>
                      <a:pt x="43837" y="16679"/>
                      <a:pt x="43139" y="16679"/>
                    </a:cubicBezTo>
                    <a:cubicBezTo>
                      <a:pt x="42444" y="16679"/>
                      <a:pt x="41659" y="16410"/>
                      <a:pt x="40786" y="15865"/>
                    </a:cubicBezTo>
                    <a:cubicBezTo>
                      <a:pt x="39915" y="15327"/>
                      <a:pt x="38884" y="14726"/>
                      <a:pt x="37700" y="14061"/>
                    </a:cubicBezTo>
                    <a:cubicBezTo>
                      <a:pt x="36516" y="13400"/>
                      <a:pt x="35131" y="12799"/>
                      <a:pt x="33547" y="12258"/>
                    </a:cubicBezTo>
                    <a:cubicBezTo>
                      <a:pt x="31960" y="11720"/>
                      <a:pt x="30085" y="11452"/>
                      <a:pt x="27926" y="11452"/>
                    </a:cubicBezTo>
                    <a:cubicBezTo>
                      <a:pt x="25969" y="11452"/>
                      <a:pt x="24270" y="11683"/>
                      <a:pt x="22828" y="12157"/>
                    </a:cubicBezTo>
                    <a:cubicBezTo>
                      <a:pt x="21379" y="12624"/>
                      <a:pt x="20161" y="13281"/>
                      <a:pt x="19164" y="14117"/>
                    </a:cubicBezTo>
                    <a:cubicBezTo>
                      <a:pt x="18174" y="14950"/>
                      <a:pt x="17431" y="15954"/>
                      <a:pt x="16942" y="17123"/>
                    </a:cubicBezTo>
                    <a:cubicBezTo>
                      <a:pt x="16456" y="18292"/>
                      <a:pt x="16210" y="19569"/>
                      <a:pt x="16210" y="20965"/>
                    </a:cubicBezTo>
                    <a:cubicBezTo>
                      <a:pt x="16210" y="22739"/>
                      <a:pt x="16706" y="24225"/>
                      <a:pt x="17704" y="25408"/>
                    </a:cubicBezTo>
                    <a:cubicBezTo>
                      <a:pt x="18693" y="26588"/>
                      <a:pt x="20012" y="27604"/>
                      <a:pt x="21648" y="28436"/>
                    </a:cubicBezTo>
                    <a:cubicBezTo>
                      <a:pt x="23287" y="29273"/>
                      <a:pt x="25155" y="30023"/>
                      <a:pt x="27243" y="30688"/>
                    </a:cubicBezTo>
                    <a:cubicBezTo>
                      <a:pt x="29338" y="31349"/>
                      <a:pt x="31471" y="32051"/>
                      <a:pt x="33648" y="32801"/>
                    </a:cubicBezTo>
                    <a:cubicBezTo>
                      <a:pt x="35826" y="33555"/>
                      <a:pt x="37962" y="34422"/>
                      <a:pt x="40053" y="35419"/>
                    </a:cubicBezTo>
                    <a:cubicBezTo>
                      <a:pt x="42149" y="36412"/>
                      <a:pt x="44012" y="37666"/>
                      <a:pt x="45648" y="39178"/>
                    </a:cubicBezTo>
                    <a:cubicBezTo>
                      <a:pt x="47288" y="40698"/>
                      <a:pt x="48603" y="42554"/>
                      <a:pt x="49600" y="44749"/>
                    </a:cubicBezTo>
                    <a:cubicBezTo>
                      <a:pt x="50590" y="46945"/>
                      <a:pt x="51086" y="49607"/>
                      <a:pt x="51086" y="52747"/>
                    </a:cubicBezTo>
                    <a:cubicBezTo>
                      <a:pt x="51086" y="56160"/>
                      <a:pt x="50504" y="59359"/>
                      <a:pt x="49335" y="62339"/>
                    </a:cubicBezTo>
                    <a:cubicBezTo>
                      <a:pt x="48169" y="65315"/>
                      <a:pt x="46463" y="67913"/>
                      <a:pt x="44210" y="70128"/>
                    </a:cubicBezTo>
                    <a:cubicBezTo>
                      <a:pt x="41966" y="72338"/>
                      <a:pt x="39217" y="74082"/>
                      <a:pt x="35975" y="75355"/>
                    </a:cubicBezTo>
                    <a:cubicBezTo>
                      <a:pt x="32733" y="76624"/>
                      <a:pt x="29024" y="77263"/>
                      <a:pt x="24841" y="77263"/>
                    </a:cubicBezTo>
                    <a:cubicBezTo>
                      <a:pt x="22432" y="77263"/>
                      <a:pt x="20060" y="77024"/>
                      <a:pt x="17726" y="76557"/>
                    </a:cubicBezTo>
                    <a:cubicBezTo>
                      <a:pt x="15392" y="76083"/>
                      <a:pt x="13154" y="75415"/>
                      <a:pt x="11011" y="74545"/>
                    </a:cubicBezTo>
                    <a:cubicBezTo>
                      <a:pt x="8863" y="73671"/>
                      <a:pt x="6857" y="72625"/>
                      <a:pt x="4994" y="71405"/>
                    </a:cubicBezTo>
                    <a:cubicBezTo>
                      <a:pt x="3130" y="70187"/>
                      <a:pt x="1468" y="68828"/>
                      <a:pt x="0" y="67327"/>
                    </a:cubicBezTo>
                    <a:lnTo>
                      <a:pt x="4079" y="60588"/>
                    </a:lnTo>
                    <a:cubicBezTo>
                      <a:pt x="4463" y="60099"/>
                      <a:pt x="4926" y="59692"/>
                      <a:pt x="5464" y="59359"/>
                    </a:cubicBezTo>
                    <a:cubicBezTo>
                      <a:pt x="6006" y="59027"/>
                      <a:pt x="6607" y="58859"/>
                      <a:pt x="7272" y="58859"/>
                    </a:cubicBezTo>
                    <a:cubicBezTo>
                      <a:pt x="8142" y="58859"/>
                      <a:pt x="9083" y="59217"/>
                      <a:pt x="10096" y="59931"/>
                    </a:cubicBezTo>
                    <a:cubicBezTo>
                      <a:pt x="11104" y="60644"/>
                      <a:pt x="12295" y="61439"/>
                      <a:pt x="13674" y="62313"/>
                    </a:cubicBezTo>
                    <a:cubicBezTo>
                      <a:pt x="15052" y="63183"/>
                      <a:pt x="16673" y="63978"/>
                      <a:pt x="18537" y="64688"/>
                    </a:cubicBezTo>
                    <a:cubicBezTo>
                      <a:pt x="20400" y="65404"/>
                      <a:pt x="22645" y="65763"/>
                      <a:pt x="25256" y="65763"/>
                    </a:cubicBezTo>
                    <a:cubicBezTo>
                      <a:pt x="29263" y="65763"/>
                      <a:pt x="32367" y="64811"/>
                      <a:pt x="34563" y="62914"/>
                    </a:cubicBezTo>
                    <a:cubicBezTo>
                      <a:pt x="36759" y="61013"/>
                      <a:pt x="37857" y="58288"/>
                      <a:pt x="37857" y="54730"/>
                    </a:cubicBezTo>
                    <a:cubicBezTo>
                      <a:pt x="37857" y="52747"/>
                      <a:pt x="37361" y="51126"/>
                      <a:pt x="36371" y="49872"/>
                    </a:cubicBezTo>
                    <a:cubicBezTo>
                      <a:pt x="35374" y="48614"/>
                      <a:pt x="34063" y="47565"/>
                      <a:pt x="32419" y="46709"/>
                    </a:cubicBezTo>
                    <a:cubicBezTo>
                      <a:pt x="30783" y="45858"/>
                      <a:pt x="28920" y="45130"/>
                      <a:pt x="26824" y="44536"/>
                    </a:cubicBezTo>
                    <a:cubicBezTo>
                      <a:pt x="24733" y="43947"/>
                      <a:pt x="22608" y="43304"/>
                      <a:pt x="20445" y="42602"/>
                    </a:cubicBezTo>
                    <a:cubicBezTo>
                      <a:pt x="18286" y="41908"/>
                      <a:pt x="16161" y="41071"/>
                      <a:pt x="14066" y="40097"/>
                    </a:cubicBezTo>
                    <a:cubicBezTo>
                      <a:pt x="11974" y="39119"/>
                      <a:pt x="10110" y="37849"/>
                      <a:pt x="8475" y="36281"/>
                    </a:cubicBezTo>
                    <a:cubicBezTo>
                      <a:pt x="6831" y="34713"/>
                      <a:pt x="5520" y="32753"/>
                      <a:pt x="4523" y="30397"/>
                    </a:cubicBezTo>
                    <a:cubicBezTo>
                      <a:pt x="3533" y="28048"/>
                      <a:pt x="3037" y="25147"/>
                      <a:pt x="3037" y="21697"/>
                    </a:cubicBezTo>
                    <a:cubicBezTo>
                      <a:pt x="3037" y="18941"/>
                      <a:pt x="3582" y="16260"/>
                      <a:pt x="4680" y="13647"/>
                    </a:cubicBezTo>
                    <a:cubicBezTo>
                      <a:pt x="5778" y="11029"/>
                      <a:pt x="7384" y="8715"/>
                      <a:pt x="9491" y="6695"/>
                    </a:cubicBezTo>
                    <a:cubicBezTo>
                      <a:pt x="11601" y="4671"/>
                      <a:pt x="14189" y="3051"/>
                      <a:pt x="17255" y="1830"/>
                    </a:cubicBezTo>
                    <a:cubicBezTo>
                      <a:pt x="20326" y="612"/>
                      <a:pt x="23825" y="0"/>
                      <a:pt x="27769" y="0"/>
                    </a:cubicBezTo>
                    <a:cubicBezTo>
                      <a:pt x="32229" y="0"/>
                      <a:pt x="36345" y="702"/>
                      <a:pt x="40110" y="2095"/>
                    </a:cubicBezTo>
                    <a:cubicBezTo>
                      <a:pt x="43871" y="3487"/>
                      <a:pt x="47079" y="5436"/>
                      <a:pt x="49731" y="7949"/>
                    </a:cubicBezTo>
                    <a:lnTo>
                      <a:pt x="46276" y="1458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699" name="Google Shape;2699;p90"/>
              <p:cNvSpPr/>
              <p:nvPr/>
            </p:nvSpPr>
            <p:spPr>
              <a:xfrm>
                <a:off x="3827553" y="3961194"/>
                <a:ext cx="80577" cy="91215"/>
              </a:xfrm>
              <a:custGeom>
                <a:avLst/>
                <a:gdLst/>
                <a:ahLst/>
                <a:cxnLst/>
                <a:rect l="l" t="t" r="r" b="b"/>
                <a:pathLst>
                  <a:path w="80577" h="91215" extrusionOk="0">
                    <a:moveTo>
                      <a:pt x="76656" y="38630"/>
                    </a:moveTo>
                    <a:cubicBezTo>
                      <a:pt x="76656" y="42012"/>
                      <a:pt x="76305" y="45242"/>
                      <a:pt x="75610" y="48330"/>
                    </a:cubicBezTo>
                    <a:cubicBezTo>
                      <a:pt x="74912" y="51414"/>
                      <a:pt x="73907" y="54293"/>
                      <a:pt x="72603" y="56977"/>
                    </a:cubicBezTo>
                    <a:cubicBezTo>
                      <a:pt x="71296" y="59662"/>
                      <a:pt x="69701" y="62126"/>
                      <a:pt x="67819" y="64374"/>
                    </a:cubicBezTo>
                    <a:cubicBezTo>
                      <a:pt x="65937" y="66625"/>
                      <a:pt x="63789" y="68600"/>
                      <a:pt x="61387" y="70307"/>
                    </a:cubicBezTo>
                    <a:lnTo>
                      <a:pt x="80578" y="91216"/>
                    </a:lnTo>
                    <a:lnTo>
                      <a:pt x="68969" y="91216"/>
                    </a:lnTo>
                    <a:cubicBezTo>
                      <a:pt x="67296" y="91216"/>
                      <a:pt x="65787" y="90988"/>
                      <a:pt x="64446" y="90536"/>
                    </a:cubicBezTo>
                    <a:cubicBezTo>
                      <a:pt x="63105" y="90085"/>
                      <a:pt x="61877" y="89248"/>
                      <a:pt x="60760" y="88027"/>
                    </a:cubicBezTo>
                    <a:lnTo>
                      <a:pt x="49675" y="75799"/>
                    </a:lnTo>
                    <a:cubicBezTo>
                      <a:pt x="47897" y="76288"/>
                      <a:pt x="46074" y="76654"/>
                      <a:pt x="44210" y="76893"/>
                    </a:cubicBezTo>
                    <a:cubicBezTo>
                      <a:pt x="42343" y="77140"/>
                      <a:pt x="40401" y="77263"/>
                      <a:pt x="38380" y="77263"/>
                    </a:cubicBezTo>
                    <a:cubicBezTo>
                      <a:pt x="32666" y="77263"/>
                      <a:pt x="27441" y="76296"/>
                      <a:pt x="22720" y="74358"/>
                    </a:cubicBezTo>
                    <a:cubicBezTo>
                      <a:pt x="17995" y="72428"/>
                      <a:pt x="13954" y="69732"/>
                      <a:pt x="10589" y="66282"/>
                    </a:cubicBezTo>
                    <a:cubicBezTo>
                      <a:pt x="7223" y="62832"/>
                      <a:pt x="4620" y="58751"/>
                      <a:pt x="2771" y="54024"/>
                    </a:cubicBezTo>
                    <a:cubicBezTo>
                      <a:pt x="923" y="49304"/>
                      <a:pt x="0" y="44171"/>
                      <a:pt x="0" y="38630"/>
                    </a:cubicBezTo>
                    <a:cubicBezTo>
                      <a:pt x="0" y="33092"/>
                      <a:pt x="923" y="27962"/>
                      <a:pt x="2771" y="23235"/>
                    </a:cubicBezTo>
                    <a:cubicBezTo>
                      <a:pt x="4620" y="18516"/>
                      <a:pt x="7223" y="14431"/>
                      <a:pt x="10589" y="10981"/>
                    </a:cubicBezTo>
                    <a:cubicBezTo>
                      <a:pt x="13954" y="7527"/>
                      <a:pt x="17995" y="4835"/>
                      <a:pt x="22720" y="2905"/>
                    </a:cubicBezTo>
                    <a:cubicBezTo>
                      <a:pt x="27441" y="971"/>
                      <a:pt x="32666" y="0"/>
                      <a:pt x="38380" y="0"/>
                    </a:cubicBezTo>
                    <a:cubicBezTo>
                      <a:pt x="44095" y="0"/>
                      <a:pt x="49309" y="978"/>
                      <a:pt x="54015" y="2927"/>
                    </a:cubicBezTo>
                    <a:cubicBezTo>
                      <a:pt x="58721" y="4880"/>
                      <a:pt x="62747" y="7572"/>
                      <a:pt x="66093" y="11007"/>
                    </a:cubicBezTo>
                    <a:cubicBezTo>
                      <a:pt x="69440" y="14438"/>
                      <a:pt x="72039" y="18516"/>
                      <a:pt x="73885" y="23235"/>
                    </a:cubicBezTo>
                    <a:cubicBezTo>
                      <a:pt x="75733" y="27962"/>
                      <a:pt x="76656" y="33092"/>
                      <a:pt x="76656" y="38630"/>
                    </a:cubicBezTo>
                    <a:close/>
                    <a:moveTo>
                      <a:pt x="62224" y="38630"/>
                    </a:moveTo>
                    <a:cubicBezTo>
                      <a:pt x="62224" y="34489"/>
                      <a:pt x="61675" y="30766"/>
                      <a:pt x="60577" y="27473"/>
                    </a:cubicBezTo>
                    <a:cubicBezTo>
                      <a:pt x="59479" y="24176"/>
                      <a:pt x="57899" y="21383"/>
                      <a:pt x="55845" y="19083"/>
                    </a:cubicBezTo>
                    <a:cubicBezTo>
                      <a:pt x="53787" y="16780"/>
                      <a:pt x="51288" y="15025"/>
                      <a:pt x="48341" y="13804"/>
                    </a:cubicBezTo>
                    <a:cubicBezTo>
                      <a:pt x="45394" y="12579"/>
                      <a:pt x="42074" y="11970"/>
                      <a:pt x="38380" y="11970"/>
                    </a:cubicBezTo>
                    <a:cubicBezTo>
                      <a:pt x="34686" y="11970"/>
                      <a:pt x="31355" y="12579"/>
                      <a:pt x="28393" y="13804"/>
                    </a:cubicBezTo>
                    <a:cubicBezTo>
                      <a:pt x="25431" y="15025"/>
                      <a:pt x="22910" y="16780"/>
                      <a:pt x="20837" y="19083"/>
                    </a:cubicBezTo>
                    <a:cubicBezTo>
                      <a:pt x="18764" y="21383"/>
                      <a:pt x="17166" y="24176"/>
                      <a:pt x="16053" y="27473"/>
                    </a:cubicBezTo>
                    <a:cubicBezTo>
                      <a:pt x="14936" y="30766"/>
                      <a:pt x="14380" y="34489"/>
                      <a:pt x="14380" y="38630"/>
                    </a:cubicBezTo>
                    <a:cubicBezTo>
                      <a:pt x="14380" y="42778"/>
                      <a:pt x="14936" y="46497"/>
                      <a:pt x="16053" y="49794"/>
                    </a:cubicBezTo>
                    <a:cubicBezTo>
                      <a:pt x="17166" y="53083"/>
                      <a:pt x="18764" y="55872"/>
                      <a:pt x="20837" y="58153"/>
                    </a:cubicBezTo>
                    <a:cubicBezTo>
                      <a:pt x="22910" y="60439"/>
                      <a:pt x="25431" y="62193"/>
                      <a:pt x="28393" y="63410"/>
                    </a:cubicBezTo>
                    <a:cubicBezTo>
                      <a:pt x="31355" y="64628"/>
                      <a:pt x="34686" y="65240"/>
                      <a:pt x="38380" y="65240"/>
                    </a:cubicBezTo>
                    <a:cubicBezTo>
                      <a:pt x="42074" y="65240"/>
                      <a:pt x="45394" y="64628"/>
                      <a:pt x="48341" y="63410"/>
                    </a:cubicBezTo>
                    <a:cubicBezTo>
                      <a:pt x="51288" y="62193"/>
                      <a:pt x="53787" y="60439"/>
                      <a:pt x="55845" y="58153"/>
                    </a:cubicBezTo>
                    <a:cubicBezTo>
                      <a:pt x="57899" y="55872"/>
                      <a:pt x="59479" y="53083"/>
                      <a:pt x="60577" y="49794"/>
                    </a:cubicBezTo>
                    <a:cubicBezTo>
                      <a:pt x="61675" y="46497"/>
                      <a:pt x="62224" y="42778"/>
                      <a:pt x="62224" y="3863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00" name="Google Shape;2700;p90"/>
              <p:cNvSpPr/>
              <p:nvPr/>
            </p:nvSpPr>
            <p:spPr>
              <a:xfrm>
                <a:off x="3915294" y="3962034"/>
                <a:ext cx="44341" cy="75586"/>
              </a:xfrm>
              <a:custGeom>
                <a:avLst/>
                <a:gdLst/>
                <a:ahLst/>
                <a:cxnLst/>
                <a:rect l="l" t="t" r="r" b="b"/>
                <a:pathLst>
                  <a:path w="44341" h="75586" extrusionOk="0">
                    <a:moveTo>
                      <a:pt x="14062" y="63982"/>
                    </a:moveTo>
                    <a:lnTo>
                      <a:pt x="44341" y="63982"/>
                    </a:lnTo>
                    <a:lnTo>
                      <a:pt x="44341" y="75586"/>
                    </a:lnTo>
                    <a:lnTo>
                      <a:pt x="0" y="75586"/>
                    </a:lnTo>
                    <a:lnTo>
                      <a:pt x="0" y="0"/>
                    </a:lnTo>
                    <a:lnTo>
                      <a:pt x="14062" y="0"/>
                    </a:lnTo>
                    <a:lnTo>
                      <a:pt x="14062" y="63982"/>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701" name="Google Shape;2701;p90"/>
            <p:cNvGrpSpPr/>
            <p:nvPr/>
          </p:nvGrpSpPr>
          <p:grpSpPr>
            <a:xfrm>
              <a:off x="3771844" y="3679408"/>
              <a:ext cx="185990" cy="212289"/>
              <a:chOff x="3771844" y="3679408"/>
              <a:chExt cx="185990" cy="212289"/>
            </a:xfrm>
          </p:grpSpPr>
          <p:sp>
            <p:nvSpPr>
              <p:cNvPr id="2702" name="Google Shape;2702;p90"/>
              <p:cNvSpPr/>
              <p:nvPr/>
            </p:nvSpPr>
            <p:spPr>
              <a:xfrm>
                <a:off x="3771844" y="3679408"/>
                <a:ext cx="185990" cy="212289"/>
              </a:xfrm>
              <a:custGeom>
                <a:avLst/>
                <a:gdLst/>
                <a:ahLst/>
                <a:cxnLst/>
                <a:rect l="l" t="t" r="r" b="b"/>
                <a:pathLst>
                  <a:path w="185990" h="212289" extrusionOk="0">
                    <a:moveTo>
                      <a:pt x="166625" y="89672"/>
                    </a:moveTo>
                    <a:lnTo>
                      <a:pt x="161254" y="89672"/>
                    </a:lnTo>
                    <a:lnTo>
                      <a:pt x="161254" y="8493"/>
                    </a:lnTo>
                    <a:cubicBezTo>
                      <a:pt x="161254" y="3803"/>
                      <a:pt x="157452" y="2"/>
                      <a:pt x="152761" y="2"/>
                    </a:cubicBezTo>
                    <a:lnTo>
                      <a:pt x="48523" y="2"/>
                    </a:lnTo>
                    <a:cubicBezTo>
                      <a:pt x="45912" y="-57"/>
                      <a:pt x="43413" y="1066"/>
                      <a:pt x="41725" y="3060"/>
                    </a:cubicBezTo>
                    <a:lnTo>
                      <a:pt x="1634" y="50613"/>
                    </a:lnTo>
                    <a:cubicBezTo>
                      <a:pt x="532" y="52156"/>
                      <a:pt x="-39" y="54015"/>
                      <a:pt x="2" y="55912"/>
                    </a:cubicBezTo>
                    <a:lnTo>
                      <a:pt x="2" y="203799"/>
                    </a:lnTo>
                    <a:cubicBezTo>
                      <a:pt x="-35" y="208447"/>
                      <a:pt x="3707" y="212252"/>
                      <a:pt x="8361" y="212289"/>
                    </a:cubicBezTo>
                    <a:cubicBezTo>
                      <a:pt x="8406" y="212289"/>
                      <a:pt x="8454" y="212289"/>
                      <a:pt x="8499" y="212289"/>
                    </a:cubicBezTo>
                    <a:lnTo>
                      <a:pt x="152761" y="212289"/>
                    </a:lnTo>
                    <a:cubicBezTo>
                      <a:pt x="157415" y="212327"/>
                      <a:pt x="161217" y="208585"/>
                      <a:pt x="161254" y="203933"/>
                    </a:cubicBezTo>
                    <a:cubicBezTo>
                      <a:pt x="161254" y="203888"/>
                      <a:pt x="161254" y="203844"/>
                      <a:pt x="161254" y="203799"/>
                    </a:cubicBezTo>
                    <a:lnTo>
                      <a:pt x="161254" y="179342"/>
                    </a:lnTo>
                    <a:lnTo>
                      <a:pt x="166625" y="179342"/>
                    </a:lnTo>
                    <a:cubicBezTo>
                      <a:pt x="177303" y="179305"/>
                      <a:pt x="185953" y="170658"/>
                      <a:pt x="185991" y="159983"/>
                    </a:cubicBezTo>
                    <a:lnTo>
                      <a:pt x="185991" y="109032"/>
                    </a:lnTo>
                    <a:cubicBezTo>
                      <a:pt x="185953" y="98357"/>
                      <a:pt x="177303" y="89710"/>
                      <a:pt x="166625" y="89672"/>
                    </a:cubicBezTo>
                    <a:close/>
                    <a:moveTo>
                      <a:pt x="42338" y="28943"/>
                    </a:moveTo>
                    <a:lnTo>
                      <a:pt x="42338" y="50949"/>
                    </a:lnTo>
                    <a:lnTo>
                      <a:pt x="23719" y="50949"/>
                    </a:lnTo>
                    <a:lnTo>
                      <a:pt x="42338" y="28943"/>
                    </a:lnTo>
                    <a:close/>
                    <a:moveTo>
                      <a:pt x="144268" y="195304"/>
                    </a:moveTo>
                    <a:lnTo>
                      <a:pt x="16858" y="195304"/>
                    </a:lnTo>
                    <a:lnTo>
                      <a:pt x="16858" y="67934"/>
                    </a:lnTo>
                    <a:lnTo>
                      <a:pt x="50831" y="67934"/>
                    </a:lnTo>
                    <a:cubicBezTo>
                      <a:pt x="55485" y="67972"/>
                      <a:pt x="59291" y="64230"/>
                      <a:pt x="59328" y="59578"/>
                    </a:cubicBezTo>
                    <a:cubicBezTo>
                      <a:pt x="59328" y="59533"/>
                      <a:pt x="59328" y="59489"/>
                      <a:pt x="59328" y="59444"/>
                    </a:cubicBezTo>
                    <a:lnTo>
                      <a:pt x="59328" y="16987"/>
                    </a:lnTo>
                    <a:lnTo>
                      <a:pt x="144268" y="16987"/>
                    </a:lnTo>
                    <a:lnTo>
                      <a:pt x="144268" y="89672"/>
                    </a:lnTo>
                    <a:lnTo>
                      <a:pt x="64695" y="89672"/>
                    </a:lnTo>
                    <a:cubicBezTo>
                      <a:pt x="53998" y="89672"/>
                      <a:pt x="45329" y="98338"/>
                      <a:pt x="45329" y="109032"/>
                    </a:cubicBezTo>
                    <a:lnTo>
                      <a:pt x="45329" y="109032"/>
                    </a:lnTo>
                    <a:lnTo>
                      <a:pt x="45329" y="159983"/>
                    </a:lnTo>
                    <a:cubicBezTo>
                      <a:pt x="45329" y="170673"/>
                      <a:pt x="53998" y="179342"/>
                      <a:pt x="64695" y="179342"/>
                    </a:cubicBezTo>
                    <a:lnTo>
                      <a:pt x="144268" y="179342"/>
                    </a:lnTo>
                    <a:lnTo>
                      <a:pt x="144268" y="195304"/>
                    </a:lnTo>
                    <a:close/>
                    <a:moveTo>
                      <a:pt x="175118" y="159983"/>
                    </a:moveTo>
                    <a:cubicBezTo>
                      <a:pt x="175118" y="164672"/>
                      <a:pt x="171316" y="168473"/>
                      <a:pt x="166625" y="168473"/>
                    </a:cubicBezTo>
                    <a:lnTo>
                      <a:pt x="64695" y="168473"/>
                    </a:lnTo>
                    <a:cubicBezTo>
                      <a:pt x="60004" y="168473"/>
                      <a:pt x="56202" y="164672"/>
                      <a:pt x="56202" y="159983"/>
                    </a:cubicBezTo>
                    <a:lnTo>
                      <a:pt x="56202" y="109032"/>
                    </a:lnTo>
                    <a:cubicBezTo>
                      <a:pt x="56202" y="104342"/>
                      <a:pt x="60004" y="100541"/>
                      <a:pt x="64695" y="100541"/>
                    </a:cubicBezTo>
                    <a:lnTo>
                      <a:pt x="166625" y="100541"/>
                    </a:lnTo>
                    <a:cubicBezTo>
                      <a:pt x="171316" y="100541"/>
                      <a:pt x="175118" y="104342"/>
                      <a:pt x="175118" y="109032"/>
                    </a:cubicBezTo>
                    <a:lnTo>
                      <a:pt x="175118" y="159983"/>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03" name="Google Shape;2703;p90"/>
              <p:cNvSpPr/>
              <p:nvPr/>
            </p:nvSpPr>
            <p:spPr>
              <a:xfrm>
                <a:off x="3837286" y="3793331"/>
                <a:ext cx="27731" cy="41418"/>
              </a:xfrm>
              <a:custGeom>
                <a:avLst/>
                <a:gdLst/>
                <a:ahLst/>
                <a:cxnLst/>
                <a:rect l="l" t="t" r="r" b="b"/>
                <a:pathLst>
                  <a:path w="27731" h="41418" extrusionOk="0">
                    <a:moveTo>
                      <a:pt x="3328" y="31509"/>
                    </a:moveTo>
                    <a:cubicBezTo>
                      <a:pt x="3328" y="31509"/>
                      <a:pt x="7642" y="35340"/>
                      <a:pt x="13808" y="35340"/>
                    </a:cubicBezTo>
                    <a:cubicBezTo>
                      <a:pt x="18798" y="35340"/>
                      <a:pt x="20953" y="33096"/>
                      <a:pt x="20953" y="29859"/>
                    </a:cubicBezTo>
                    <a:cubicBezTo>
                      <a:pt x="20953" y="26823"/>
                      <a:pt x="19231" y="25304"/>
                      <a:pt x="12572" y="23123"/>
                    </a:cubicBezTo>
                    <a:cubicBezTo>
                      <a:pt x="4317" y="20480"/>
                      <a:pt x="306" y="17508"/>
                      <a:pt x="306" y="11295"/>
                    </a:cubicBezTo>
                    <a:cubicBezTo>
                      <a:pt x="306" y="4492"/>
                      <a:pt x="5113" y="0"/>
                      <a:pt x="13868" y="0"/>
                    </a:cubicBezTo>
                    <a:cubicBezTo>
                      <a:pt x="23052" y="0"/>
                      <a:pt x="26750" y="4029"/>
                      <a:pt x="26750" y="4029"/>
                    </a:cubicBezTo>
                    <a:lnTo>
                      <a:pt x="23422" y="9383"/>
                    </a:lnTo>
                    <a:cubicBezTo>
                      <a:pt x="23422" y="9383"/>
                      <a:pt x="19907" y="6079"/>
                      <a:pt x="13868" y="6079"/>
                    </a:cubicBezTo>
                    <a:cubicBezTo>
                      <a:pt x="9677" y="6079"/>
                      <a:pt x="7025" y="7863"/>
                      <a:pt x="7025" y="11033"/>
                    </a:cubicBezTo>
                    <a:cubicBezTo>
                      <a:pt x="7025" y="13740"/>
                      <a:pt x="8997" y="15062"/>
                      <a:pt x="15220" y="17045"/>
                    </a:cubicBezTo>
                    <a:cubicBezTo>
                      <a:pt x="24158" y="19752"/>
                      <a:pt x="27732" y="23254"/>
                      <a:pt x="27732" y="29396"/>
                    </a:cubicBezTo>
                    <a:cubicBezTo>
                      <a:pt x="27732" y="36135"/>
                      <a:pt x="23235" y="41419"/>
                      <a:pt x="13991" y="41419"/>
                    </a:cubicBezTo>
                    <a:cubicBezTo>
                      <a:pt x="4497" y="41419"/>
                      <a:pt x="0" y="36468"/>
                      <a:pt x="0" y="36468"/>
                    </a:cubicBezTo>
                    <a:lnTo>
                      <a:pt x="3328" y="31509"/>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04" name="Google Shape;2704;p90"/>
              <p:cNvSpPr/>
              <p:nvPr/>
            </p:nvSpPr>
            <p:spPr>
              <a:xfrm>
                <a:off x="3867808" y="3793331"/>
                <a:ext cx="37043" cy="47960"/>
              </a:xfrm>
              <a:custGeom>
                <a:avLst/>
                <a:gdLst/>
                <a:ahLst/>
                <a:cxnLst/>
                <a:rect l="l" t="t" r="r" b="b"/>
                <a:pathLst>
                  <a:path w="37043" h="47960" extrusionOk="0">
                    <a:moveTo>
                      <a:pt x="0" y="20745"/>
                    </a:moveTo>
                    <a:cubicBezTo>
                      <a:pt x="0" y="9181"/>
                      <a:pt x="7339" y="0"/>
                      <a:pt x="18495" y="0"/>
                    </a:cubicBezTo>
                    <a:cubicBezTo>
                      <a:pt x="29711" y="0"/>
                      <a:pt x="37043" y="9181"/>
                      <a:pt x="37043" y="20745"/>
                    </a:cubicBezTo>
                    <a:cubicBezTo>
                      <a:pt x="37043" y="28735"/>
                      <a:pt x="33469" y="35672"/>
                      <a:pt x="27493" y="39107"/>
                    </a:cubicBezTo>
                    <a:lnTo>
                      <a:pt x="32300" y="47960"/>
                    </a:lnTo>
                    <a:lnTo>
                      <a:pt x="25521" y="47960"/>
                    </a:lnTo>
                    <a:lnTo>
                      <a:pt x="21946" y="41090"/>
                    </a:lnTo>
                    <a:cubicBezTo>
                      <a:pt x="20833" y="41288"/>
                      <a:pt x="19664" y="41419"/>
                      <a:pt x="18495" y="41419"/>
                    </a:cubicBezTo>
                    <a:cubicBezTo>
                      <a:pt x="7339" y="41419"/>
                      <a:pt x="0" y="32170"/>
                      <a:pt x="0" y="20745"/>
                    </a:cubicBezTo>
                    <a:close/>
                    <a:moveTo>
                      <a:pt x="30821" y="20745"/>
                    </a:moveTo>
                    <a:cubicBezTo>
                      <a:pt x="30821" y="12553"/>
                      <a:pt x="25827" y="6277"/>
                      <a:pt x="18495" y="6277"/>
                    </a:cubicBezTo>
                    <a:cubicBezTo>
                      <a:pt x="11223" y="6277"/>
                      <a:pt x="6290" y="12553"/>
                      <a:pt x="6290" y="20745"/>
                    </a:cubicBezTo>
                    <a:cubicBezTo>
                      <a:pt x="6290" y="28869"/>
                      <a:pt x="11223" y="35079"/>
                      <a:pt x="18495" y="35079"/>
                    </a:cubicBezTo>
                    <a:cubicBezTo>
                      <a:pt x="25827" y="35079"/>
                      <a:pt x="30821" y="28869"/>
                      <a:pt x="30821" y="20745"/>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05" name="Google Shape;2705;p90"/>
              <p:cNvSpPr/>
              <p:nvPr/>
            </p:nvSpPr>
            <p:spPr>
              <a:xfrm>
                <a:off x="3910173" y="3794193"/>
                <a:ext cx="24284" cy="39633"/>
              </a:xfrm>
              <a:custGeom>
                <a:avLst/>
                <a:gdLst/>
                <a:ahLst/>
                <a:cxnLst/>
                <a:rect l="l" t="t" r="r" b="b"/>
                <a:pathLst>
                  <a:path w="24284" h="39633" extrusionOk="0">
                    <a:moveTo>
                      <a:pt x="0" y="39634"/>
                    </a:moveTo>
                    <a:lnTo>
                      <a:pt x="0" y="0"/>
                    </a:lnTo>
                    <a:lnTo>
                      <a:pt x="6103" y="0"/>
                    </a:lnTo>
                    <a:lnTo>
                      <a:pt x="6103" y="33820"/>
                    </a:lnTo>
                    <a:lnTo>
                      <a:pt x="24285" y="33820"/>
                    </a:lnTo>
                    <a:lnTo>
                      <a:pt x="24285" y="39634"/>
                    </a:lnTo>
                    <a:lnTo>
                      <a:pt x="0" y="39634"/>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grpSp>
        <p:nvGrpSpPr>
          <p:cNvPr id="2706" name="Google Shape;2706;p90"/>
          <p:cNvGrpSpPr/>
          <p:nvPr/>
        </p:nvGrpSpPr>
        <p:grpSpPr>
          <a:xfrm>
            <a:off x="5261254" y="2716362"/>
            <a:ext cx="266989" cy="317585"/>
            <a:chOff x="5601714" y="3667260"/>
            <a:chExt cx="326074" cy="387867"/>
          </a:xfrm>
        </p:grpSpPr>
        <p:grpSp>
          <p:nvGrpSpPr>
            <p:cNvPr id="2707" name="Google Shape;2707;p90"/>
            <p:cNvGrpSpPr/>
            <p:nvPr/>
          </p:nvGrpSpPr>
          <p:grpSpPr>
            <a:xfrm>
              <a:off x="5601714" y="3959939"/>
              <a:ext cx="326074" cy="95188"/>
              <a:chOff x="5601714" y="3959939"/>
              <a:chExt cx="326074" cy="95188"/>
            </a:xfrm>
          </p:grpSpPr>
          <p:sp>
            <p:nvSpPr>
              <p:cNvPr id="2708" name="Google Shape;2708;p90"/>
              <p:cNvSpPr/>
              <p:nvPr/>
            </p:nvSpPr>
            <p:spPr>
              <a:xfrm>
                <a:off x="5601714" y="3962030"/>
                <a:ext cx="53965" cy="75586"/>
              </a:xfrm>
              <a:custGeom>
                <a:avLst/>
                <a:gdLst/>
                <a:ahLst/>
                <a:cxnLst/>
                <a:rect l="l" t="t" r="r" b="b"/>
                <a:pathLst>
                  <a:path w="53965" h="75586" extrusionOk="0">
                    <a:moveTo>
                      <a:pt x="14066" y="48979"/>
                    </a:moveTo>
                    <a:lnTo>
                      <a:pt x="14066" y="75586"/>
                    </a:lnTo>
                    <a:lnTo>
                      <a:pt x="0" y="75586"/>
                    </a:lnTo>
                    <a:lnTo>
                      <a:pt x="0" y="0"/>
                    </a:lnTo>
                    <a:lnTo>
                      <a:pt x="24628" y="0"/>
                    </a:lnTo>
                    <a:cubicBezTo>
                      <a:pt x="29685" y="0"/>
                      <a:pt x="34063" y="594"/>
                      <a:pt x="37756" y="1773"/>
                    </a:cubicBezTo>
                    <a:cubicBezTo>
                      <a:pt x="41450" y="2965"/>
                      <a:pt x="44502" y="4619"/>
                      <a:pt x="46903" y="6743"/>
                    </a:cubicBezTo>
                    <a:cubicBezTo>
                      <a:pt x="49312" y="8871"/>
                      <a:pt x="51086" y="11418"/>
                      <a:pt x="52241" y="14375"/>
                    </a:cubicBezTo>
                    <a:cubicBezTo>
                      <a:pt x="53387" y="17336"/>
                      <a:pt x="53966" y="20581"/>
                      <a:pt x="53966" y="24098"/>
                    </a:cubicBezTo>
                    <a:cubicBezTo>
                      <a:pt x="53966" y="27757"/>
                      <a:pt x="53357" y="31114"/>
                      <a:pt x="52132" y="34160"/>
                    </a:cubicBezTo>
                    <a:cubicBezTo>
                      <a:pt x="50911" y="37211"/>
                      <a:pt x="49084" y="39832"/>
                      <a:pt x="46646" y="42031"/>
                    </a:cubicBezTo>
                    <a:cubicBezTo>
                      <a:pt x="44203" y="44226"/>
                      <a:pt x="41155" y="45933"/>
                      <a:pt x="37495" y="47150"/>
                    </a:cubicBezTo>
                    <a:cubicBezTo>
                      <a:pt x="33831" y="48371"/>
                      <a:pt x="29547" y="48979"/>
                      <a:pt x="24628" y="48979"/>
                    </a:cubicBezTo>
                    <a:lnTo>
                      <a:pt x="14066" y="48979"/>
                    </a:lnTo>
                    <a:close/>
                    <a:moveTo>
                      <a:pt x="14066" y="38006"/>
                    </a:moveTo>
                    <a:lnTo>
                      <a:pt x="24628" y="38006"/>
                    </a:lnTo>
                    <a:cubicBezTo>
                      <a:pt x="27213" y="38006"/>
                      <a:pt x="29458" y="37681"/>
                      <a:pt x="31377" y="37035"/>
                    </a:cubicBezTo>
                    <a:cubicBezTo>
                      <a:pt x="33293" y="36393"/>
                      <a:pt x="34877" y="35467"/>
                      <a:pt x="36132" y="34265"/>
                    </a:cubicBezTo>
                    <a:cubicBezTo>
                      <a:pt x="37387" y="33059"/>
                      <a:pt x="38328" y="31603"/>
                      <a:pt x="38955" y="29874"/>
                    </a:cubicBezTo>
                    <a:cubicBezTo>
                      <a:pt x="39583" y="28149"/>
                      <a:pt x="39897" y="26222"/>
                      <a:pt x="39897" y="24098"/>
                    </a:cubicBezTo>
                    <a:cubicBezTo>
                      <a:pt x="39897" y="22078"/>
                      <a:pt x="39583" y="20248"/>
                      <a:pt x="38955" y="18609"/>
                    </a:cubicBezTo>
                    <a:cubicBezTo>
                      <a:pt x="38328" y="16974"/>
                      <a:pt x="37387" y="15581"/>
                      <a:pt x="36132" y="14427"/>
                    </a:cubicBezTo>
                    <a:cubicBezTo>
                      <a:pt x="34877" y="13277"/>
                      <a:pt x="33293" y="12396"/>
                      <a:pt x="31377" y="11787"/>
                    </a:cubicBezTo>
                    <a:cubicBezTo>
                      <a:pt x="29458" y="11179"/>
                      <a:pt x="27213" y="10873"/>
                      <a:pt x="24628" y="10873"/>
                    </a:cubicBezTo>
                    <a:lnTo>
                      <a:pt x="14066" y="10873"/>
                    </a:lnTo>
                    <a:lnTo>
                      <a:pt x="14066" y="3800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09" name="Google Shape;2709;p90"/>
              <p:cNvSpPr/>
              <p:nvPr/>
            </p:nvSpPr>
            <p:spPr>
              <a:xfrm>
                <a:off x="5659337" y="3983984"/>
                <a:ext cx="54798" cy="71143"/>
              </a:xfrm>
              <a:custGeom>
                <a:avLst/>
                <a:gdLst/>
                <a:ahLst/>
                <a:cxnLst/>
                <a:rect l="l" t="t" r="r" b="b"/>
                <a:pathLst>
                  <a:path w="54798" h="71143" extrusionOk="0">
                    <a:moveTo>
                      <a:pt x="25573" y="68373"/>
                    </a:moveTo>
                    <a:cubicBezTo>
                      <a:pt x="25185" y="69276"/>
                      <a:pt x="24692" y="69967"/>
                      <a:pt x="24079" y="70437"/>
                    </a:cubicBezTo>
                    <a:cubicBezTo>
                      <a:pt x="23470" y="70908"/>
                      <a:pt x="22537" y="71143"/>
                      <a:pt x="21282" y="71143"/>
                    </a:cubicBezTo>
                    <a:lnTo>
                      <a:pt x="11661" y="71143"/>
                    </a:lnTo>
                    <a:lnTo>
                      <a:pt x="21704" y="49663"/>
                    </a:lnTo>
                    <a:lnTo>
                      <a:pt x="0" y="0"/>
                    </a:lnTo>
                    <a:lnTo>
                      <a:pt x="11298" y="0"/>
                    </a:lnTo>
                    <a:cubicBezTo>
                      <a:pt x="12344" y="0"/>
                      <a:pt x="13143" y="243"/>
                      <a:pt x="13700" y="732"/>
                    </a:cubicBezTo>
                    <a:cubicBezTo>
                      <a:pt x="14260" y="1221"/>
                      <a:pt x="14678" y="1777"/>
                      <a:pt x="14955" y="2404"/>
                    </a:cubicBezTo>
                    <a:lnTo>
                      <a:pt x="26410" y="30214"/>
                    </a:lnTo>
                    <a:cubicBezTo>
                      <a:pt x="26791" y="31121"/>
                      <a:pt x="27123" y="32062"/>
                      <a:pt x="27399" y="33033"/>
                    </a:cubicBezTo>
                    <a:cubicBezTo>
                      <a:pt x="27680" y="34011"/>
                      <a:pt x="27926" y="34989"/>
                      <a:pt x="28132" y="35967"/>
                    </a:cubicBezTo>
                    <a:cubicBezTo>
                      <a:pt x="28416" y="34952"/>
                      <a:pt x="28718" y="33974"/>
                      <a:pt x="29050" y="33033"/>
                    </a:cubicBezTo>
                    <a:cubicBezTo>
                      <a:pt x="29379" y="32092"/>
                      <a:pt x="29738" y="31139"/>
                      <a:pt x="30122" y="30161"/>
                    </a:cubicBezTo>
                    <a:lnTo>
                      <a:pt x="40890" y="2404"/>
                    </a:lnTo>
                    <a:cubicBezTo>
                      <a:pt x="41170" y="1706"/>
                      <a:pt x="41633" y="1131"/>
                      <a:pt x="42279" y="676"/>
                    </a:cubicBezTo>
                    <a:cubicBezTo>
                      <a:pt x="42922" y="224"/>
                      <a:pt x="43647" y="0"/>
                      <a:pt x="44449" y="0"/>
                    </a:cubicBezTo>
                    <a:lnTo>
                      <a:pt x="54799" y="0"/>
                    </a:lnTo>
                    <a:lnTo>
                      <a:pt x="25573" y="68373"/>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10" name="Google Shape;2710;p90"/>
              <p:cNvSpPr/>
              <p:nvPr/>
            </p:nvSpPr>
            <p:spPr>
              <a:xfrm>
                <a:off x="5716802" y="3967571"/>
                <a:ext cx="36549" cy="70881"/>
              </a:xfrm>
              <a:custGeom>
                <a:avLst/>
                <a:gdLst/>
                <a:ahLst/>
                <a:cxnLst/>
                <a:rect l="l" t="t" r="r" b="b"/>
                <a:pathLst>
                  <a:path w="36549" h="70881" extrusionOk="0">
                    <a:moveTo>
                      <a:pt x="22484" y="70882"/>
                    </a:moveTo>
                    <a:cubicBezTo>
                      <a:pt x="17845" y="70882"/>
                      <a:pt x="14275" y="69567"/>
                      <a:pt x="11765" y="66935"/>
                    </a:cubicBezTo>
                    <a:cubicBezTo>
                      <a:pt x="9255" y="64303"/>
                      <a:pt x="8004" y="60670"/>
                      <a:pt x="8004" y="56036"/>
                    </a:cubicBezTo>
                    <a:lnTo>
                      <a:pt x="8004" y="26084"/>
                    </a:lnTo>
                    <a:lnTo>
                      <a:pt x="2562" y="26084"/>
                    </a:lnTo>
                    <a:cubicBezTo>
                      <a:pt x="1864" y="26084"/>
                      <a:pt x="1262" y="25856"/>
                      <a:pt x="758" y="25404"/>
                    </a:cubicBezTo>
                    <a:cubicBezTo>
                      <a:pt x="250" y="24953"/>
                      <a:pt x="0" y="24273"/>
                      <a:pt x="0" y="23366"/>
                    </a:cubicBezTo>
                    <a:lnTo>
                      <a:pt x="0" y="18243"/>
                    </a:lnTo>
                    <a:lnTo>
                      <a:pt x="8631" y="16832"/>
                    </a:lnTo>
                    <a:lnTo>
                      <a:pt x="11347" y="2196"/>
                    </a:lnTo>
                    <a:cubicBezTo>
                      <a:pt x="11485" y="1501"/>
                      <a:pt x="11810" y="959"/>
                      <a:pt x="12314" y="575"/>
                    </a:cubicBezTo>
                    <a:cubicBezTo>
                      <a:pt x="12822" y="194"/>
                      <a:pt x="13457" y="0"/>
                      <a:pt x="14223" y="0"/>
                    </a:cubicBezTo>
                    <a:lnTo>
                      <a:pt x="20919" y="0"/>
                    </a:lnTo>
                    <a:lnTo>
                      <a:pt x="20919" y="16888"/>
                    </a:lnTo>
                    <a:lnTo>
                      <a:pt x="35033" y="16888"/>
                    </a:lnTo>
                    <a:lnTo>
                      <a:pt x="35033" y="26084"/>
                    </a:lnTo>
                    <a:lnTo>
                      <a:pt x="20919" y="26084"/>
                    </a:lnTo>
                    <a:lnTo>
                      <a:pt x="20919" y="55148"/>
                    </a:lnTo>
                    <a:cubicBezTo>
                      <a:pt x="20919" y="56820"/>
                      <a:pt x="21334" y="58127"/>
                      <a:pt x="22170" y="59068"/>
                    </a:cubicBezTo>
                    <a:cubicBezTo>
                      <a:pt x="23007" y="60009"/>
                      <a:pt x="24124" y="60483"/>
                      <a:pt x="25517" y="60483"/>
                    </a:cubicBezTo>
                    <a:cubicBezTo>
                      <a:pt x="26320" y="60483"/>
                      <a:pt x="26992" y="60386"/>
                      <a:pt x="27530" y="60188"/>
                    </a:cubicBezTo>
                    <a:cubicBezTo>
                      <a:pt x="28072" y="60002"/>
                      <a:pt x="28542" y="59800"/>
                      <a:pt x="28942" y="59591"/>
                    </a:cubicBezTo>
                    <a:cubicBezTo>
                      <a:pt x="29341" y="59382"/>
                      <a:pt x="29700" y="59184"/>
                      <a:pt x="30014" y="58990"/>
                    </a:cubicBezTo>
                    <a:cubicBezTo>
                      <a:pt x="30328" y="58796"/>
                      <a:pt x="30641" y="58702"/>
                      <a:pt x="30955" y="58702"/>
                    </a:cubicBezTo>
                    <a:cubicBezTo>
                      <a:pt x="31340" y="58702"/>
                      <a:pt x="31653" y="58796"/>
                      <a:pt x="31896" y="58990"/>
                    </a:cubicBezTo>
                    <a:cubicBezTo>
                      <a:pt x="32139" y="59184"/>
                      <a:pt x="32401" y="59468"/>
                      <a:pt x="32681" y="59856"/>
                    </a:cubicBezTo>
                    <a:lnTo>
                      <a:pt x="36550" y="66125"/>
                    </a:lnTo>
                    <a:cubicBezTo>
                      <a:pt x="34668" y="67693"/>
                      <a:pt x="32505" y="68881"/>
                      <a:pt x="30066" y="69676"/>
                    </a:cubicBezTo>
                    <a:cubicBezTo>
                      <a:pt x="27624" y="70478"/>
                      <a:pt x="25099" y="70882"/>
                      <a:pt x="22484" y="70882"/>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11" name="Google Shape;2711;p90"/>
              <p:cNvSpPr/>
              <p:nvPr/>
            </p:nvSpPr>
            <p:spPr>
              <a:xfrm>
                <a:off x="5762137" y="3959939"/>
                <a:ext cx="46746" cy="77677"/>
              </a:xfrm>
              <a:custGeom>
                <a:avLst/>
                <a:gdLst/>
                <a:ahLst/>
                <a:cxnLst/>
                <a:rect l="l" t="t" r="r" b="b"/>
                <a:pathLst>
                  <a:path w="46746" h="77677" extrusionOk="0">
                    <a:moveTo>
                      <a:pt x="0" y="77677"/>
                    </a:moveTo>
                    <a:lnTo>
                      <a:pt x="0" y="0"/>
                    </a:lnTo>
                    <a:lnTo>
                      <a:pt x="12915" y="0"/>
                    </a:lnTo>
                    <a:lnTo>
                      <a:pt x="12915" y="29848"/>
                    </a:lnTo>
                    <a:cubicBezTo>
                      <a:pt x="15007" y="27861"/>
                      <a:pt x="17308" y="26263"/>
                      <a:pt x="19817" y="25035"/>
                    </a:cubicBezTo>
                    <a:cubicBezTo>
                      <a:pt x="22327" y="23818"/>
                      <a:pt x="25271" y="23209"/>
                      <a:pt x="28654" y="23209"/>
                    </a:cubicBezTo>
                    <a:cubicBezTo>
                      <a:pt x="31583" y="23209"/>
                      <a:pt x="34178" y="23706"/>
                      <a:pt x="36445" y="24702"/>
                    </a:cubicBezTo>
                    <a:cubicBezTo>
                      <a:pt x="38713" y="25692"/>
                      <a:pt x="40602" y="27085"/>
                      <a:pt x="42119" y="28881"/>
                    </a:cubicBezTo>
                    <a:cubicBezTo>
                      <a:pt x="43635" y="30673"/>
                      <a:pt x="44785" y="32816"/>
                      <a:pt x="45570" y="35310"/>
                    </a:cubicBezTo>
                    <a:cubicBezTo>
                      <a:pt x="46354" y="37801"/>
                      <a:pt x="46746" y="40549"/>
                      <a:pt x="46746" y="43543"/>
                    </a:cubicBezTo>
                    <a:lnTo>
                      <a:pt x="46746" y="77677"/>
                    </a:lnTo>
                    <a:lnTo>
                      <a:pt x="33831" y="77677"/>
                    </a:lnTo>
                    <a:lnTo>
                      <a:pt x="33831" y="43543"/>
                    </a:lnTo>
                    <a:cubicBezTo>
                      <a:pt x="33831" y="40269"/>
                      <a:pt x="33073" y="37734"/>
                      <a:pt x="31556" y="35938"/>
                    </a:cubicBezTo>
                    <a:cubicBezTo>
                      <a:pt x="30040" y="34145"/>
                      <a:pt x="27765" y="33249"/>
                      <a:pt x="24733" y="33249"/>
                    </a:cubicBezTo>
                    <a:cubicBezTo>
                      <a:pt x="22503" y="33249"/>
                      <a:pt x="20411" y="33750"/>
                      <a:pt x="18458" y="34761"/>
                    </a:cubicBezTo>
                    <a:cubicBezTo>
                      <a:pt x="16508" y="35770"/>
                      <a:pt x="14656" y="37151"/>
                      <a:pt x="12915" y="38891"/>
                    </a:cubicBezTo>
                    <a:lnTo>
                      <a:pt x="12915" y="77677"/>
                    </a:lnTo>
                    <a:lnTo>
                      <a:pt x="0" y="77677"/>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12" name="Google Shape;2712;p90"/>
              <p:cNvSpPr/>
              <p:nvPr/>
            </p:nvSpPr>
            <p:spPr>
              <a:xfrm>
                <a:off x="5817873" y="3983148"/>
                <a:ext cx="53077" cy="55252"/>
              </a:xfrm>
              <a:custGeom>
                <a:avLst/>
                <a:gdLst/>
                <a:ahLst/>
                <a:cxnLst/>
                <a:rect l="l" t="t" r="r" b="b"/>
                <a:pathLst>
                  <a:path w="53077" h="55252" extrusionOk="0">
                    <a:moveTo>
                      <a:pt x="26619" y="0"/>
                    </a:moveTo>
                    <a:cubicBezTo>
                      <a:pt x="30627" y="0"/>
                      <a:pt x="34260" y="646"/>
                      <a:pt x="37521" y="1938"/>
                    </a:cubicBezTo>
                    <a:cubicBezTo>
                      <a:pt x="40778" y="3222"/>
                      <a:pt x="43561" y="5056"/>
                      <a:pt x="45861" y="7419"/>
                    </a:cubicBezTo>
                    <a:cubicBezTo>
                      <a:pt x="48162" y="9790"/>
                      <a:pt x="49940" y="12687"/>
                      <a:pt x="51195" y="16100"/>
                    </a:cubicBezTo>
                    <a:cubicBezTo>
                      <a:pt x="52450" y="19516"/>
                      <a:pt x="53077" y="23332"/>
                      <a:pt x="53077" y="27548"/>
                    </a:cubicBezTo>
                    <a:cubicBezTo>
                      <a:pt x="53077" y="31800"/>
                      <a:pt x="52450" y="35635"/>
                      <a:pt x="51195" y="39048"/>
                    </a:cubicBezTo>
                    <a:cubicBezTo>
                      <a:pt x="49940" y="42460"/>
                      <a:pt x="48162" y="45373"/>
                      <a:pt x="45861" y="47777"/>
                    </a:cubicBezTo>
                    <a:cubicBezTo>
                      <a:pt x="43561" y="50185"/>
                      <a:pt x="40778" y="52030"/>
                      <a:pt x="37521" y="53318"/>
                    </a:cubicBezTo>
                    <a:cubicBezTo>
                      <a:pt x="34260" y="54606"/>
                      <a:pt x="30627" y="55252"/>
                      <a:pt x="26619" y="55252"/>
                    </a:cubicBezTo>
                    <a:cubicBezTo>
                      <a:pt x="22607" y="55252"/>
                      <a:pt x="18970" y="54606"/>
                      <a:pt x="15690" y="53318"/>
                    </a:cubicBezTo>
                    <a:cubicBezTo>
                      <a:pt x="12415" y="52030"/>
                      <a:pt x="9618" y="50185"/>
                      <a:pt x="7298" y="47777"/>
                    </a:cubicBezTo>
                    <a:cubicBezTo>
                      <a:pt x="4979" y="45373"/>
                      <a:pt x="3186" y="42460"/>
                      <a:pt x="1912" y="39048"/>
                    </a:cubicBezTo>
                    <a:cubicBezTo>
                      <a:pt x="639" y="35635"/>
                      <a:pt x="0" y="31800"/>
                      <a:pt x="0" y="27548"/>
                    </a:cubicBezTo>
                    <a:cubicBezTo>
                      <a:pt x="0" y="23332"/>
                      <a:pt x="639" y="19516"/>
                      <a:pt x="1912" y="16100"/>
                    </a:cubicBezTo>
                    <a:cubicBezTo>
                      <a:pt x="3186" y="12687"/>
                      <a:pt x="4979" y="9790"/>
                      <a:pt x="7298" y="7419"/>
                    </a:cubicBezTo>
                    <a:cubicBezTo>
                      <a:pt x="9618" y="5056"/>
                      <a:pt x="12415" y="3222"/>
                      <a:pt x="15690" y="1938"/>
                    </a:cubicBezTo>
                    <a:cubicBezTo>
                      <a:pt x="18970" y="646"/>
                      <a:pt x="22607" y="0"/>
                      <a:pt x="26619" y="0"/>
                    </a:cubicBezTo>
                    <a:close/>
                    <a:moveTo>
                      <a:pt x="26619" y="45320"/>
                    </a:moveTo>
                    <a:cubicBezTo>
                      <a:pt x="31082" y="45320"/>
                      <a:pt x="34384" y="43823"/>
                      <a:pt x="36528" y="40829"/>
                    </a:cubicBezTo>
                    <a:cubicBezTo>
                      <a:pt x="38672" y="37830"/>
                      <a:pt x="39743" y="33436"/>
                      <a:pt x="39743" y="27648"/>
                    </a:cubicBezTo>
                    <a:cubicBezTo>
                      <a:pt x="39743" y="21869"/>
                      <a:pt x="38672" y="17459"/>
                      <a:pt x="36528" y="14427"/>
                    </a:cubicBezTo>
                    <a:cubicBezTo>
                      <a:pt x="34384" y="11395"/>
                      <a:pt x="31082" y="9880"/>
                      <a:pt x="26619" y="9880"/>
                    </a:cubicBezTo>
                    <a:cubicBezTo>
                      <a:pt x="22088" y="9880"/>
                      <a:pt x="18738" y="11403"/>
                      <a:pt x="16579" y="14453"/>
                    </a:cubicBezTo>
                    <a:cubicBezTo>
                      <a:pt x="14417" y="17504"/>
                      <a:pt x="13337" y="21902"/>
                      <a:pt x="13337" y="27648"/>
                    </a:cubicBezTo>
                    <a:cubicBezTo>
                      <a:pt x="13337" y="33402"/>
                      <a:pt x="14417" y="37786"/>
                      <a:pt x="16579" y="40799"/>
                    </a:cubicBezTo>
                    <a:cubicBezTo>
                      <a:pt x="18738" y="43816"/>
                      <a:pt x="22088" y="45320"/>
                      <a:pt x="26619" y="45320"/>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13" name="Google Shape;2713;p90"/>
              <p:cNvSpPr/>
              <p:nvPr/>
            </p:nvSpPr>
            <p:spPr>
              <a:xfrm>
                <a:off x="5881042" y="3983148"/>
                <a:ext cx="46746" cy="54468"/>
              </a:xfrm>
              <a:custGeom>
                <a:avLst/>
                <a:gdLst/>
                <a:ahLst/>
                <a:cxnLst/>
                <a:rect l="l" t="t" r="r" b="b"/>
                <a:pathLst>
                  <a:path w="46746" h="54468" extrusionOk="0">
                    <a:moveTo>
                      <a:pt x="0" y="54468"/>
                    </a:moveTo>
                    <a:lnTo>
                      <a:pt x="0" y="836"/>
                    </a:lnTo>
                    <a:lnTo>
                      <a:pt x="7895" y="836"/>
                    </a:lnTo>
                    <a:cubicBezTo>
                      <a:pt x="9569" y="836"/>
                      <a:pt x="10667" y="1624"/>
                      <a:pt x="11190" y="3192"/>
                    </a:cubicBezTo>
                    <a:lnTo>
                      <a:pt x="12079" y="7419"/>
                    </a:lnTo>
                    <a:cubicBezTo>
                      <a:pt x="13158" y="6310"/>
                      <a:pt x="14301" y="5298"/>
                      <a:pt x="15504" y="4391"/>
                    </a:cubicBezTo>
                    <a:cubicBezTo>
                      <a:pt x="16706" y="3484"/>
                      <a:pt x="17976" y="2703"/>
                      <a:pt x="19321" y="2038"/>
                    </a:cubicBezTo>
                    <a:cubicBezTo>
                      <a:pt x="20662" y="1374"/>
                      <a:pt x="22103" y="874"/>
                      <a:pt x="23635" y="523"/>
                    </a:cubicBezTo>
                    <a:cubicBezTo>
                      <a:pt x="25170" y="175"/>
                      <a:pt x="26839" y="0"/>
                      <a:pt x="28651" y="0"/>
                    </a:cubicBezTo>
                    <a:cubicBezTo>
                      <a:pt x="31583" y="0"/>
                      <a:pt x="34178" y="497"/>
                      <a:pt x="36445" y="1493"/>
                    </a:cubicBezTo>
                    <a:cubicBezTo>
                      <a:pt x="38713" y="2483"/>
                      <a:pt x="40602" y="3876"/>
                      <a:pt x="42119" y="5672"/>
                    </a:cubicBezTo>
                    <a:cubicBezTo>
                      <a:pt x="43635" y="7464"/>
                      <a:pt x="44785" y="9607"/>
                      <a:pt x="45570" y="12101"/>
                    </a:cubicBezTo>
                    <a:cubicBezTo>
                      <a:pt x="46354" y="14591"/>
                      <a:pt x="46746" y="17340"/>
                      <a:pt x="46746" y="20334"/>
                    </a:cubicBezTo>
                    <a:lnTo>
                      <a:pt x="46746" y="54468"/>
                    </a:lnTo>
                    <a:lnTo>
                      <a:pt x="33831" y="54468"/>
                    </a:lnTo>
                    <a:lnTo>
                      <a:pt x="33831" y="20334"/>
                    </a:lnTo>
                    <a:cubicBezTo>
                      <a:pt x="33831" y="17059"/>
                      <a:pt x="33073" y="14524"/>
                      <a:pt x="31556" y="12728"/>
                    </a:cubicBezTo>
                    <a:cubicBezTo>
                      <a:pt x="30040" y="10936"/>
                      <a:pt x="27765" y="10040"/>
                      <a:pt x="24733" y="10040"/>
                    </a:cubicBezTo>
                    <a:cubicBezTo>
                      <a:pt x="22503" y="10040"/>
                      <a:pt x="20408" y="10540"/>
                      <a:pt x="18458" y="11552"/>
                    </a:cubicBezTo>
                    <a:cubicBezTo>
                      <a:pt x="16508" y="12560"/>
                      <a:pt x="14656" y="13942"/>
                      <a:pt x="12915" y="15682"/>
                    </a:cubicBezTo>
                    <a:lnTo>
                      <a:pt x="12915" y="54468"/>
                    </a:lnTo>
                    <a:lnTo>
                      <a:pt x="0" y="5446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714" name="Google Shape;2714;p90"/>
            <p:cNvSpPr/>
            <p:nvPr/>
          </p:nvSpPr>
          <p:spPr>
            <a:xfrm>
              <a:off x="5645319" y="3667260"/>
              <a:ext cx="236574" cy="236493"/>
            </a:xfrm>
            <a:custGeom>
              <a:avLst/>
              <a:gdLst/>
              <a:ahLst/>
              <a:cxnLst/>
              <a:rect l="l" t="t" r="r" b="b"/>
              <a:pathLst>
                <a:path w="236574" h="236493" extrusionOk="0">
                  <a:moveTo>
                    <a:pt x="149831" y="236493"/>
                  </a:moveTo>
                  <a:lnTo>
                    <a:pt x="86744" y="236493"/>
                  </a:lnTo>
                  <a:cubicBezTo>
                    <a:pt x="73698" y="236493"/>
                    <a:pt x="63087" y="225885"/>
                    <a:pt x="63087" y="212843"/>
                  </a:cubicBezTo>
                  <a:lnTo>
                    <a:pt x="63087" y="189194"/>
                  </a:lnTo>
                  <a:lnTo>
                    <a:pt x="23657" y="189194"/>
                  </a:lnTo>
                  <a:cubicBezTo>
                    <a:pt x="10611" y="189194"/>
                    <a:pt x="0" y="178586"/>
                    <a:pt x="0" y="165548"/>
                  </a:cubicBezTo>
                  <a:lnTo>
                    <a:pt x="0" y="86713"/>
                  </a:lnTo>
                  <a:cubicBezTo>
                    <a:pt x="0" y="73675"/>
                    <a:pt x="10611" y="63063"/>
                    <a:pt x="23657" y="63063"/>
                  </a:cubicBezTo>
                  <a:lnTo>
                    <a:pt x="63087" y="63063"/>
                  </a:lnTo>
                  <a:lnTo>
                    <a:pt x="63087" y="23650"/>
                  </a:lnTo>
                  <a:cubicBezTo>
                    <a:pt x="63087" y="10608"/>
                    <a:pt x="73698" y="0"/>
                    <a:pt x="86744" y="0"/>
                  </a:cubicBezTo>
                  <a:lnTo>
                    <a:pt x="149831" y="0"/>
                  </a:lnTo>
                  <a:cubicBezTo>
                    <a:pt x="162877" y="0"/>
                    <a:pt x="173488" y="10608"/>
                    <a:pt x="173488" y="23650"/>
                  </a:cubicBezTo>
                  <a:lnTo>
                    <a:pt x="173488" y="47299"/>
                  </a:lnTo>
                  <a:lnTo>
                    <a:pt x="212918" y="47299"/>
                  </a:lnTo>
                  <a:cubicBezTo>
                    <a:pt x="225960" y="47299"/>
                    <a:pt x="236575" y="57907"/>
                    <a:pt x="236575" y="70949"/>
                  </a:cubicBezTo>
                  <a:lnTo>
                    <a:pt x="236575" y="149780"/>
                  </a:lnTo>
                  <a:cubicBezTo>
                    <a:pt x="236575" y="162818"/>
                    <a:pt x="225960" y="173430"/>
                    <a:pt x="212918" y="173430"/>
                  </a:cubicBezTo>
                  <a:lnTo>
                    <a:pt x="173488" y="173430"/>
                  </a:lnTo>
                  <a:lnTo>
                    <a:pt x="173488" y="212843"/>
                  </a:lnTo>
                  <a:cubicBezTo>
                    <a:pt x="173488" y="225885"/>
                    <a:pt x="162877" y="236493"/>
                    <a:pt x="149831" y="236493"/>
                  </a:cubicBezTo>
                  <a:close/>
                  <a:moveTo>
                    <a:pt x="86744" y="126130"/>
                  </a:moveTo>
                  <a:cubicBezTo>
                    <a:pt x="82397" y="126130"/>
                    <a:pt x="78856" y="129666"/>
                    <a:pt x="78856" y="134012"/>
                  </a:cubicBezTo>
                  <a:lnTo>
                    <a:pt x="78856" y="212843"/>
                  </a:lnTo>
                  <a:cubicBezTo>
                    <a:pt x="78856" y="217193"/>
                    <a:pt x="82397" y="220729"/>
                    <a:pt x="86744" y="220729"/>
                  </a:cubicBezTo>
                  <a:lnTo>
                    <a:pt x="149831" y="220729"/>
                  </a:lnTo>
                  <a:cubicBezTo>
                    <a:pt x="154178" y="220729"/>
                    <a:pt x="157715" y="217193"/>
                    <a:pt x="157715" y="212843"/>
                  </a:cubicBezTo>
                  <a:lnTo>
                    <a:pt x="157715" y="173430"/>
                  </a:lnTo>
                  <a:lnTo>
                    <a:pt x="110401" y="173430"/>
                  </a:lnTo>
                  <a:cubicBezTo>
                    <a:pt x="106046" y="173430"/>
                    <a:pt x="102513" y="169901"/>
                    <a:pt x="102513" y="165548"/>
                  </a:cubicBezTo>
                  <a:cubicBezTo>
                    <a:pt x="102513" y="161191"/>
                    <a:pt x="106046" y="157662"/>
                    <a:pt x="110401" y="157662"/>
                  </a:cubicBezTo>
                  <a:lnTo>
                    <a:pt x="212918" y="157662"/>
                  </a:lnTo>
                  <a:cubicBezTo>
                    <a:pt x="217265" y="157662"/>
                    <a:pt x="220802" y="154126"/>
                    <a:pt x="220802" y="149780"/>
                  </a:cubicBezTo>
                  <a:lnTo>
                    <a:pt x="220802" y="70949"/>
                  </a:lnTo>
                  <a:cubicBezTo>
                    <a:pt x="220802" y="66603"/>
                    <a:pt x="217265" y="63063"/>
                    <a:pt x="212918" y="63063"/>
                  </a:cubicBezTo>
                  <a:lnTo>
                    <a:pt x="173488" y="63063"/>
                  </a:lnTo>
                  <a:lnTo>
                    <a:pt x="173488" y="102481"/>
                  </a:lnTo>
                  <a:cubicBezTo>
                    <a:pt x="173488" y="115519"/>
                    <a:pt x="162877" y="126130"/>
                    <a:pt x="149831" y="126130"/>
                  </a:cubicBezTo>
                  <a:lnTo>
                    <a:pt x="86744" y="126130"/>
                  </a:lnTo>
                  <a:close/>
                  <a:moveTo>
                    <a:pt x="23657" y="78831"/>
                  </a:moveTo>
                  <a:cubicBezTo>
                    <a:pt x="19310" y="78831"/>
                    <a:pt x="15773" y="82367"/>
                    <a:pt x="15773" y="86713"/>
                  </a:cubicBezTo>
                  <a:lnTo>
                    <a:pt x="15773" y="165548"/>
                  </a:lnTo>
                  <a:cubicBezTo>
                    <a:pt x="15773" y="169894"/>
                    <a:pt x="19310" y="173430"/>
                    <a:pt x="23657" y="173430"/>
                  </a:cubicBezTo>
                  <a:lnTo>
                    <a:pt x="63087" y="173430"/>
                  </a:lnTo>
                  <a:lnTo>
                    <a:pt x="63087" y="134012"/>
                  </a:lnTo>
                  <a:cubicBezTo>
                    <a:pt x="63087" y="120974"/>
                    <a:pt x="73698" y="110363"/>
                    <a:pt x="86744" y="110363"/>
                  </a:cubicBezTo>
                  <a:lnTo>
                    <a:pt x="149831" y="110363"/>
                  </a:lnTo>
                  <a:cubicBezTo>
                    <a:pt x="154178" y="110363"/>
                    <a:pt x="157715" y="106827"/>
                    <a:pt x="157715" y="102481"/>
                  </a:cubicBezTo>
                  <a:lnTo>
                    <a:pt x="157715" y="23650"/>
                  </a:lnTo>
                  <a:cubicBezTo>
                    <a:pt x="157715" y="19304"/>
                    <a:pt x="154178" y="15764"/>
                    <a:pt x="149831" y="15764"/>
                  </a:cubicBezTo>
                  <a:lnTo>
                    <a:pt x="86744" y="15764"/>
                  </a:lnTo>
                  <a:cubicBezTo>
                    <a:pt x="82397" y="15764"/>
                    <a:pt x="78856" y="19304"/>
                    <a:pt x="78856" y="23650"/>
                  </a:cubicBezTo>
                  <a:lnTo>
                    <a:pt x="78856" y="63063"/>
                  </a:lnTo>
                  <a:lnTo>
                    <a:pt x="126174" y="63063"/>
                  </a:lnTo>
                  <a:cubicBezTo>
                    <a:pt x="130529" y="63063"/>
                    <a:pt x="134058" y="66595"/>
                    <a:pt x="134058" y="70949"/>
                  </a:cubicBezTo>
                  <a:cubicBezTo>
                    <a:pt x="134058" y="75303"/>
                    <a:pt x="130529" y="78831"/>
                    <a:pt x="126174" y="78831"/>
                  </a:cubicBezTo>
                  <a:lnTo>
                    <a:pt x="23657" y="78831"/>
                  </a:lnTo>
                  <a:close/>
                  <a:moveTo>
                    <a:pt x="101176" y="47299"/>
                  </a:moveTo>
                  <a:cubicBezTo>
                    <a:pt x="96817" y="47299"/>
                    <a:pt x="93269" y="43767"/>
                    <a:pt x="93269" y="39414"/>
                  </a:cubicBezTo>
                  <a:cubicBezTo>
                    <a:pt x="93269" y="35060"/>
                    <a:pt x="96780" y="31532"/>
                    <a:pt x="101135" y="31532"/>
                  </a:cubicBezTo>
                  <a:lnTo>
                    <a:pt x="101176" y="31532"/>
                  </a:lnTo>
                  <a:cubicBezTo>
                    <a:pt x="105531" y="31532"/>
                    <a:pt x="109060" y="35060"/>
                    <a:pt x="109060" y="39414"/>
                  </a:cubicBezTo>
                  <a:cubicBezTo>
                    <a:pt x="109060" y="43767"/>
                    <a:pt x="105531" y="47299"/>
                    <a:pt x="101176" y="47299"/>
                  </a:cubicBezTo>
                  <a:close/>
                  <a:moveTo>
                    <a:pt x="133737" y="205305"/>
                  </a:moveTo>
                  <a:cubicBezTo>
                    <a:pt x="129378" y="205305"/>
                    <a:pt x="125830" y="201777"/>
                    <a:pt x="125830" y="197423"/>
                  </a:cubicBezTo>
                  <a:cubicBezTo>
                    <a:pt x="125830" y="193070"/>
                    <a:pt x="129341" y="189541"/>
                    <a:pt x="133696" y="189541"/>
                  </a:cubicBezTo>
                  <a:lnTo>
                    <a:pt x="133737" y="189541"/>
                  </a:lnTo>
                  <a:cubicBezTo>
                    <a:pt x="138092" y="189541"/>
                    <a:pt x="141621" y="193070"/>
                    <a:pt x="141621" y="197423"/>
                  </a:cubicBezTo>
                  <a:cubicBezTo>
                    <a:pt x="141621" y="201777"/>
                    <a:pt x="138092" y="205305"/>
                    <a:pt x="133737" y="205305"/>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715" name="Google Shape;2715;p90"/>
          <p:cNvGrpSpPr/>
          <p:nvPr/>
        </p:nvGrpSpPr>
        <p:grpSpPr>
          <a:xfrm>
            <a:off x="4416791" y="2705249"/>
            <a:ext cx="397613" cy="315330"/>
            <a:chOff x="4570372" y="3653688"/>
            <a:chExt cx="485604" cy="385112"/>
          </a:xfrm>
        </p:grpSpPr>
        <p:grpSp>
          <p:nvGrpSpPr>
            <p:cNvPr id="2716" name="Google Shape;2716;p90"/>
            <p:cNvGrpSpPr/>
            <p:nvPr/>
          </p:nvGrpSpPr>
          <p:grpSpPr>
            <a:xfrm>
              <a:off x="4570372" y="3956157"/>
              <a:ext cx="485604" cy="82643"/>
              <a:chOff x="4570372" y="3956157"/>
              <a:chExt cx="485604" cy="82643"/>
            </a:xfrm>
          </p:grpSpPr>
          <p:sp>
            <p:nvSpPr>
              <p:cNvPr id="2717" name="Google Shape;2717;p90"/>
              <p:cNvSpPr/>
              <p:nvPr/>
            </p:nvSpPr>
            <p:spPr>
              <a:xfrm>
                <a:off x="4570372" y="3958248"/>
                <a:ext cx="36079" cy="76426"/>
              </a:xfrm>
              <a:custGeom>
                <a:avLst/>
                <a:gdLst/>
                <a:ahLst/>
                <a:cxnLst/>
                <a:rect l="l" t="t" r="r" b="b"/>
                <a:pathLst>
                  <a:path w="36079" h="76426" extrusionOk="0">
                    <a:moveTo>
                      <a:pt x="36079" y="48722"/>
                    </a:moveTo>
                    <a:cubicBezTo>
                      <a:pt x="36079" y="52975"/>
                      <a:pt x="35553" y="56802"/>
                      <a:pt x="34511" y="60218"/>
                    </a:cubicBezTo>
                    <a:cubicBezTo>
                      <a:pt x="33465" y="63634"/>
                      <a:pt x="31904" y="66543"/>
                      <a:pt x="29827" y="68951"/>
                    </a:cubicBezTo>
                    <a:cubicBezTo>
                      <a:pt x="27754" y="71356"/>
                      <a:pt x="25166" y="73204"/>
                      <a:pt x="22066" y="74489"/>
                    </a:cubicBezTo>
                    <a:cubicBezTo>
                      <a:pt x="18962" y="75777"/>
                      <a:pt x="15354" y="76426"/>
                      <a:pt x="11238" y="76426"/>
                    </a:cubicBezTo>
                    <a:cubicBezTo>
                      <a:pt x="9360" y="76426"/>
                      <a:pt x="7507" y="76311"/>
                      <a:pt x="5696" y="76083"/>
                    </a:cubicBezTo>
                    <a:cubicBezTo>
                      <a:pt x="3884" y="75859"/>
                      <a:pt x="1987" y="75501"/>
                      <a:pt x="0" y="75011"/>
                    </a:cubicBezTo>
                    <a:lnTo>
                      <a:pt x="728" y="66648"/>
                    </a:lnTo>
                    <a:cubicBezTo>
                      <a:pt x="803" y="65882"/>
                      <a:pt x="1087" y="65263"/>
                      <a:pt x="1591" y="64796"/>
                    </a:cubicBezTo>
                    <a:cubicBezTo>
                      <a:pt x="2095" y="64322"/>
                      <a:pt x="2838" y="64086"/>
                      <a:pt x="3813" y="64086"/>
                    </a:cubicBezTo>
                    <a:cubicBezTo>
                      <a:pt x="4407" y="64086"/>
                      <a:pt x="5180" y="64210"/>
                      <a:pt x="6140" y="64452"/>
                    </a:cubicBezTo>
                    <a:cubicBezTo>
                      <a:pt x="7100" y="64699"/>
                      <a:pt x="8310" y="64822"/>
                      <a:pt x="9778" y="64822"/>
                    </a:cubicBezTo>
                    <a:cubicBezTo>
                      <a:pt x="11761" y="64822"/>
                      <a:pt x="13524" y="64531"/>
                      <a:pt x="15059" y="63956"/>
                    </a:cubicBezTo>
                    <a:cubicBezTo>
                      <a:pt x="16590" y="63381"/>
                      <a:pt x="17872" y="62470"/>
                      <a:pt x="18899" y="61215"/>
                    </a:cubicBezTo>
                    <a:cubicBezTo>
                      <a:pt x="19930" y="59961"/>
                      <a:pt x="20706" y="58329"/>
                      <a:pt x="21226" y="56324"/>
                    </a:cubicBezTo>
                    <a:cubicBezTo>
                      <a:pt x="21752" y="54323"/>
                      <a:pt x="22010" y="51892"/>
                      <a:pt x="22010" y="49036"/>
                    </a:cubicBezTo>
                    <a:lnTo>
                      <a:pt x="22010" y="0"/>
                    </a:lnTo>
                    <a:lnTo>
                      <a:pt x="36079" y="0"/>
                    </a:lnTo>
                    <a:lnTo>
                      <a:pt x="36079" y="48722"/>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18" name="Google Shape;2718;p90"/>
              <p:cNvSpPr/>
              <p:nvPr/>
            </p:nvSpPr>
            <p:spPr>
              <a:xfrm>
                <a:off x="4618321" y="3979209"/>
                <a:ext cx="44703" cy="55465"/>
              </a:xfrm>
              <a:custGeom>
                <a:avLst/>
                <a:gdLst/>
                <a:ahLst/>
                <a:cxnLst/>
                <a:rect l="l" t="t" r="r" b="b"/>
                <a:pathLst>
                  <a:path w="44703" h="55465" extrusionOk="0">
                    <a:moveTo>
                      <a:pt x="44703" y="54625"/>
                    </a:moveTo>
                    <a:lnTo>
                      <a:pt x="38903" y="54625"/>
                    </a:lnTo>
                    <a:cubicBezTo>
                      <a:pt x="37682" y="54625"/>
                      <a:pt x="36726" y="54446"/>
                      <a:pt x="36027" y="54080"/>
                    </a:cubicBezTo>
                    <a:cubicBezTo>
                      <a:pt x="35329" y="53710"/>
                      <a:pt x="34806" y="52971"/>
                      <a:pt x="34459" y="51855"/>
                    </a:cubicBezTo>
                    <a:lnTo>
                      <a:pt x="33308" y="48042"/>
                    </a:lnTo>
                    <a:cubicBezTo>
                      <a:pt x="31949" y="49260"/>
                      <a:pt x="30615" y="50331"/>
                      <a:pt x="29308" y="51257"/>
                    </a:cubicBezTo>
                    <a:cubicBezTo>
                      <a:pt x="28001" y="52176"/>
                      <a:pt x="26649" y="52952"/>
                      <a:pt x="25256" y="53583"/>
                    </a:cubicBezTo>
                    <a:cubicBezTo>
                      <a:pt x="23859" y="54210"/>
                      <a:pt x="22380" y="54677"/>
                      <a:pt x="20811" y="54991"/>
                    </a:cubicBezTo>
                    <a:cubicBezTo>
                      <a:pt x="19243" y="55304"/>
                      <a:pt x="17498" y="55465"/>
                      <a:pt x="15578" y="55465"/>
                    </a:cubicBezTo>
                    <a:cubicBezTo>
                      <a:pt x="13315" y="55465"/>
                      <a:pt x="11223" y="55159"/>
                      <a:pt x="9307" y="54547"/>
                    </a:cubicBezTo>
                    <a:cubicBezTo>
                      <a:pt x="7388" y="53934"/>
                      <a:pt x="5744" y="53016"/>
                      <a:pt x="4366" y="51791"/>
                    </a:cubicBezTo>
                    <a:cubicBezTo>
                      <a:pt x="2988" y="50566"/>
                      <a:pt x="1916" y="49047"/>
                      <a:pt x="1151" y="47228"/>
                    </a:cubicBezTo>
                    <a:cubicBezTo>
                      <a:pt x="381" y="45410"/>
                      <a:pt x="0" y="43293"/>
                      <a:pt x="0" y="40885"/>
                    </a:cubicBezTo>
                    <a:cubicBezTo>
                      <a:pt x="0" y="38854"/>
                      <a:pt x="530" y="36856"/>
                      <a:pt x="1591" y="34877"/>
                    </a:cubicBezTo>
                    <a:cubicBezTo>
                      <a:pt x="2659" y="32902"/>
                      <a:pt x="4426" y="31117"/>
                      <a:pt x="6902" y="29526"/>
                    </a:cubicBezTo>
                    <a:cubicBezTo>
                      <a:pt x="9375" y="27936"/>
                      <a:pt x="12669" y="26614"/>
                      <a:pt x="16785" y="25569"/>
                    </a:cubicBezTo>
                    <a:cubicBezTo>
                      <a:pt x="20897" y="24519"/>
                      <a:pt x="26006" y="23993"/>
                      <a:pt x="32106" y="23993"/>
                    </a:cubicBezTo>
                    <a:lnTo>
                      <a:pt x="32106" y="20834"/>
                    </a:lnTo>
                    <a:cubicBezTo>
                      <a:pt x="32106" y="17216"/>
                      <a:pt x="31347" y="14539"/>
                      <a:pt x="29831" y="12803"/>
                    </a:cubicBezTo>
                    <a:cubicBezTo>
                      <a:pt x="28315" y="11059"/>
                      <a:pt x="26111" y="10193"/>
                      <a:pt x="23213" y="10193"/>
                    </a:cubicBezTo>
                    <a:cubicBezTo>
                      <a:pt x="21125" y="10193"/>
                      <a:pt x="19381" y="10439"/>
                      <a:pt x="17988" y="10925"/>
                    </a:cubicBezTo>
                    <a:cubicBezTo>
                      <a:pt x="16591" y="11414"/>
                      <a:pt x="15381" y="11967"/>
                      <a:pt x="14350" y="12572"/>
                    </a:cubicBezTo>
                    <a:cubicBezTo>
                      <a:pt x="13323" y="13184"/>
                      <a:pt x="12374" y="13729"/>
                      <a:pt x="11504" y="14218"/>
                    </a:cubicBezTo>
                    <a:cubicBezTo>
                      <a:pt x="10630" y="14707"/>
                      <a:pt x="9670" y="14950"/>
                      <a:pt x="8628" y="14950"/>
                    </a:cubicBezTo>
                    <a:cubicBezTo>
                      <a:pt x="7758" y="14950"/>
                      <a:pt x="7007" y="14726"/>
                      <a:pt x="6379" y="14270"/>
                    </a:cubicBezTo>
                    <a:cubicBezTo>
                      <a:pt x="5752" y="13819"/>
                      <a:pt x="5248" y="13262"/>
                      <a:pt x="4859" y="12598"/>
                    </a:cubicBezTo>
                    <a:lnTo>
                      <a:pt x="2506" y="8472"/>
                    </a:lnTo>
                    <a:cubicBezTo>
                      <a:pt x="8680" y="2823"/>
                      <a:pt x="16120" y="0"/>
                      <a:pt x="24837" y="0"/>
                    </a:cubicBezTo>
                    <a:cubicBezTo>
                      <a:pt x="27975" y="0"/>
                      <a:pt x="30772" y="515"/>
                      <a:pt x="33230" y="1546"/>
                    </a:cubicBezTo>
                    <a:cubicBezTo>
                      <a:pt x="35687" y="2572"/>
                      <a:pt x="37772" y="4002"/>
                      <a:pt x="39478" y="5832"/>
                    </a:cubicBezTo>
                    <a:cubicBezTo>
                      <a:pt x="41185" y="7658"/>
                      <a:pt x="42485" y="9846"/>
                      <a:pt x="43374" y="12389"/>
                    </a:cubicBezTo>
                    <a:cubicBezTo>
                      <a:pt x="44263" y="14931"/>
                      <a:pt x="44703" y="17724"/>
                      <a:pt x="44703" y="20752"/>
                    </a:cubicBezTo>
                    <a:lnTo>
                      <a:pt x="44703" y="54625"/>
                    </a:lnTo>
                    <a:close/>
                    <a:moveTo>
                      <a:pt x="19608" y="46575"/>
                    </a:moveTo>
                    <a:cubicBezTo>
                      <a:pt x="20931" y="46575"/>
                      <a:pt x="22152" y="46459"/>
                      <a:pt x="23269" y="46217"/>
                    </a:cubicBezTo>
                    <a:cubicBezTo>
                      <a:pt x="24382" y="45977"/>
                      <a:pt x="25439" y="45615"/>
                      <a:pt x="26432" y="45134"/>
                    </a:cubicBezTo>
                    <a:cubicBezTo>
                      <a:pt x="27422" y="44656"/>
                      <a:pt x="28382" y="44062"/>
                      <a:pt x="29308" y="43360"/>
                    </a:cubicBezTo>
                    <a:cubicBezTo>
                      <a:pt x="30231" y="42658"/>
                      <a:pt x="31161" y="41826"/>
                      <a:pt x="32106" y="40866"/>
                    </a:cubicBezTo>
                    <a:lnTo>
                      <a:pt x="32106" y="31886"/>
                    </a:lnTo>
                    <a:cubicBezTo>
                      <a:pt x="28341" y="31886"/>
                      <a:pt x="25196" y="32125"/>
                      <a:pt x="22667" y="32596"/>
                    </a:cubicBezTo>
                    <a:cubicBezTo>
                      <a:pt x="20139" y="33070"/>
                      <a:pt x="18107" y="33678"/>
                      <a:pt x="16576" y="34414"/>
                    </a:cubicBezTo>
                    <a:cubicBezTo>
                      <a:pt x="15041" y="35153"/>
                      <a:pt x="13950" y="36012"/>
                      <a:pt x="13308" y="36994"/>
                    </a:cubicBezTo>
                    <a:cubicBezTo>
                      <a:pt x="12661" y="37976"/>
                      <a:pt x="12340" y="39048"/>
                      <a:pt x="12340" y="40205"/>
                    </a:cubicBezTo>
                    <a:cubicBezTo>
                      <a:pt x="12340" y="42486"/>
                      <a:pt x="13009" y="44118"/>
                      <a:pt x="14350" y="45104"/>
                    </a:cubicBezTo>
                    <a:cubicBezTo>
                      <a:pt x="15694" y="46086"/>
                      <a:pt x="17446" y="46575"/>
                      <a:pt x="19608" y="46575"/>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19" name="Google Shape;2719;p90"/>
              <p:cNvSpPr/>
              <p:nvPr/>
            </p:nvSpPr>
            <p:spPr>
              <a:xfrm>
                <a:off x="4667681" y="3980206"/>
                <a:ext cx="54328" cy="53628"/>
              </a:xfrm>
              <a:custGeom>
                <a:avLst/>
                <a:gdLst/>
                <a:ahLst/>
                <a:cxnLst/>
                <a:rect l="l" t="t" r="r" b="b"/>
                <a:pathLst>
                  <a:path w="54328" h="53628" extrusionOk="0">
                    <a:moveTo>
                      <a:pt x="33047" y="53628"/>
                    </a:moveTo>
                    <a:lnTo>
                      <a:pt x="21334" y="53628"/>
                    </a:lnTo>
                    <a:lnTo>
                      <a:pt x="0" y="0"/>
                    </a:lnTo>
                    <a:lnTo>
                      <a:pt x="10723" y="0"/>
                    </a:lnTo>
                    <a:cubicBezTo>
                      <a:pt x="11661" y="0"/>
                      <a:pt x="12452" y="228"/>
                      <a:pt x="13098" y="680"/>
                    </a:cubicBezTo>
                    <a:cubicBezTo>
                      <a:pt x="13745" y="1131"/>
                      <a:pt x="14185" y="1706"/>
                      <a:pt x="14432" y="2401"/>
                    </a:cubicBezTo>
                    <a:lnTo>
                      <a:pt x="24785" y="31046"/>
                    </a:lnTo>
                    <a:cubicBezTo>
                      <a:pt x="25375" y="32723"/>
                      <a:pt x="25876" y="34358"/>
                      <a:pt x="26279" y="35960"/>
                    </a:cubicBezTo>
                    <a:cubicBezTo>
                      <a:pt x="26675" y="37566"/>
                      <a:pt x="27034" y="39167"/>
                      <a:pt x="27347" y="40773"/>
                    </a:cubicBezTo>
                    <a:cubicBezTo>
                      <a:pt x="27661" y="39167"/>
                      <a:pt x="28016" y="37566"/>
                      <a:pt x="28419" y="35960"/>
                    </a:cubicBezTo>
                    <a:cubicBezTo>
                      <a:pt x="28819" y="34358"/>
                      <a:pt x="29334" y="32723"/>
                      <a:pt x="29962" y="31046"/>
                    </a:cubicBezTo>
                    <a:lnTo>
                      <a:pt x="40576" y="2401"/>
                    </a:lnTo>
                    <a:cubicBezTo>
                      <a:pt x="40819" y="1706"/>
                      <a:pt x="41256" y="1131"/>
                      <a:pt x="41884" y="680"/>
                    </a:cubicBezTo>
                    <a:cubicBezTo>
                      <a:pt x="42511" y="228"/>
                      <a:pt x="43258" y="0"/>
                      <a:pt x="44132" y="0"/>
                    </a:cubicBezTo>
                    <a:lnTo>
                      <a:pt x="54328" y="0"/>
                    </a:lnTo>
                    <a:lnTo>
                      <a:pt x="33047" y="5362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20" name="Google Shape;2720;p90"/>
              <p:cNvSpPr/>
              <p:nvPr/>
            </p:nvSpPr>
            <p:spPr>
              <a:xfrm>
                <a:off x="4726974" y="3979209"/>
                <a:ext cx="44707" cy="55465"/>
              </a:xfrm>
              <a:custGeom>
                <a:avLst/>
                <a:gdLst/>
                <a:ahLst/>
                <a:cxnLst/>
                <a:rect l="l" t="t" r="r" b="b"/>
                <a:pathLst>
                  <a:path w="44707" h="55465" extrusionOk="0">
                    <a:moveTo>
                      <a:pt x="44707" y="54625"/>
                    </a:moveTo>
                    <a:lnTo>
                      <a:pt x="38903" y="54625"/>
                    </a:lnTo>
                    <a:cubicBezTo>
                      <a:pt x="37686" y="54625"/>
                      <a:pt x="36726" y="54446"/>
                      <a:pt x="36031" y="54080"/>
                    </a:cubicBezTo>
                    <a:cubicBezTo>
                      <a:pt x="35329" y="53710"/>
                      <a:pt x="34810" y="52971"/>
                      <a:pt x="34462" y="51855"/>
                    </a:cubicBezTo>
                    <a:lnTo>
                      <a:pt x="33308" y="48042"/>
                    </a:lnTo>
                    <a:cubicBezTo>
                      <a:pt x="31952" y="49260"/>
                      <a:pt x="30619" y="50331"/>
                      <a:pt x="29312" y="51257"/>
                    </a:cubicBezTo>
                    <a:cubicBezTo>
                      <a:pt x="28001" y="52176"/>
                      <a:pt x="26652" y="52952"/>
                      <a:pt x="25259" y="53583"/>
                    </a:cubicBezTo>
                    <a:cubicBezTo>
                      <a:pt x="23863" y="54210"/>
                      <a:pt x="22384" y="54677"/>
                      <a:pt x="20815" y="54991"/>
                    </a:cubicBezTo>
                    <a:cubicBezTo>
                      <a:pt x="19246" y="55304"/>
                      <a:pt x="17502" y="55465"/>
                      <a:pt x="15582" y="55465"/>
                    </a:cubicBezTo>
                    <a:cubicBezTo>
                      <a:pt x="13319" y="55465"/>
                      <a:pt x="11227" y="55159"/>
                      <a:pt x="9311" y="54547"/>
                    </a:cubicBezTo>
                    <a:cubicBezTo>
                      <a:pt x="7391" y="53934"/>
                      <a:pt x="5744" y="53016"/>
                      <a:pt x="4366" y="51791"/>
                    </a:cubicBezTo>
                    <a:cubicBezTo>
                      <a:pt x="2992" y="50566"/>
                      <a:pt x="1920" y="49047"/>
                      <a:pt x="1154" y="47228"/>
                    </a:cubicBezTo>
                    <a:cubicBezTo>
                      <a:pt x="385" y="45410"/>
                      <a:pt x="0" y="43293"/>
                      <a:pt x="0" y="40885"/>
                    </a:cubicBezTo>
                    <a:cubicBezTo>
                      <a:pt x="0" y="38854"/>
                      <a:pt x="534" y="36856"/>
                      <a:pt x="1595" y="34877"/>
                    </a:cubicBezTo>
                    <a:cubicBezTo>
                      <a:pt x="2659" y="32902"/>
                      <a:pt x="4430" y="31117"/>
                      <a:pt x="6906" y="29526"/>
                    </a:cubicBezTo>
                    <a:cubicBezTo>
                      <a:pt x="9378" y="27936"/>
                      <a:pt x="12673" y="26614"/>
                      <a:pt x="16789" y="25569"/>
                    </a:cubicBezTo>
                    <a:cubicBezTo>
                      <a:pt x="20901" y="24519"/>
                      <a:pt x="26006" y="23993"/>
                      <a:pt x="32109" y="23993"/>
                    </a:cubicBezTo>
                    <a:lnTo>
                      <a:pt x="32109" y="20834"/>
                    </a:lnTo>
                    <a:cubicBezTo>
                      <a:pt x="32109" y="17216"/>
                      <a:pt x="31351" y="14539"/>
                      <a:pt x="29835" y="12803"/>
                    </a:cubicBezTo>
                    <a:cubicBezTo>
                      <a:pt x="28315" y="11059"/>
                      <a:pt x="26115" y="10193"/>
                      <a:pt x="23216" y="10193"/>
                    </a:cubicBezTo>
                    <a:cubicBezTo>
                      <a:pt x="21129" y="10193"/>
                      <a:pt x="19384" y="10439"/>
                      <a:pt x="17991" y="10925"/>
                    </a:cubicBezTo>
                    <a:cubicBezTo>
                      <a:pt x="16594" y="11414"/>
                      <a:pt x="15384" y="11967"/>
                      <a:pt x="14353" y="12572"/>
                    </a:cubicBezTo>
                    <a:cubicBezTo>
                      <a:pt x="13326" y="13184"/>
                      <a:pt x="12378" y="13729"/>
                      <a:pt x="11504" y="14218"/>
                    </a:cubicBezTo>
                    <a:cubicBezTo>
                      <a:pt x="10633" y="14707"/>
                      <a:pt x="9674" y="14950"/>
                      <a:pt x="8632" y="14950"/>
                    </a:cubicBezTo>
                    <a:cubicBezTo>
                      <a:pt x="7761" y="14950"/>
                      <a:pt x="7007" y="14726"/>
                      <a:pt x="6379" y="14270"/>
                    </a:cubicBezTo>
                    <a:cubicBezTo>
                      <a:pt x="5752" y="13819"/>
                      <a:pt x="5251" y="13262"/>
                      <a:pt x="4863" y="12598"/>
                    </a:cubicBezTo>
                    <a:lnTo>
                      <a:pt x="2510" y="8472"/>
                    </a:lnTo>
                    <a:cubicBezTo>
                      <a:pt x="8684" y="2823"/>
                      <a:pt x="16124" y="0"/>
                      <a:pt x="24841" y="0"/>
                    </a:cubicBezTo>
                    <a:cubicBezTo>
                      <a:pt x="27979" y="0"/>
                      <a:pt x="30776" y="515"/>
                      <a:pt x="33233" y="1546"/>
                    </a:cubicBezTo>
                    <a:cubicBezTo>
                      <a:pt x="35691" y="2572"/>
                      <a:pt x="37775" y="4002"/>
                      <a:pt x="39482" y="5832"/>
                    </a:cubicBezTo>
                    <a:cubicBezTo>
                      <a:pt x="41189" y="7658"/>
                      <a:pt x="42485" y="9846"/>
                      <a:pt x="43378" y="12389"/>
                    </a:cubicBezTo>
                    <a:cubicBezTo>
                      <a:pt x="44266" y="14931"/>
                      <a:pt x="44707" y="17724"/>
                      <a:pt x="44707" y="20752"/>
                    </a:cubicBezTo>
                    <a:lnTo>
                      <a:pt x="44707" y="54625"/>
                    </a:lnTo>
                    <a:close/>
                    <a:moveTo>
                      <a:pt x="19608" y="46575"/>
                    </a:moveTo>
                    <a:cubicBezTo>
                      <a:pt x="20934" y="46575"/>
                      <a:pt x="22156" y="46459"/>
                      <a:pt x="23272" y="46217"/>
                    </a:cubicBezTo>
                    <a:cubicBezTo>
                      <a:pt x="24385" y="45977"/>
                      <a:pt x="25442" y="45615"/>
                      <a:pt x="26436" y="45134"/>
                    </a:cubicBezTo>
                    <a:cubicBezTo>
                      <a:pt x="27426" y="44656"/>
                      <a:pt x="28386" y="44062"/>
                      <a:pt x="29312" y="43360"/>
                    </a:cubicBezTo>
                    <a:cubicBezTo>
                      <a:pt x="30234" y="42658"/>
                      <a:pt x="31164" y="41826"/>
                      <a:pt x="32109" y="40866"/>
                    </a:cubicBezTo>
                    <a:lnTo>
                      <a:pt x="32109" y="31886"/>
                    </a:lnTo>
                    <a:cubicBezTo>
                      <a:pt x="28341" y="31886"/>
                      <a:pt x="25200" y="32125"/>
                      <a:pt x="22671" y="32596"/>
                    </a:cubicBezTo>
                    <a:cubicBezTo>
                      <a:pt x="20143" y="33070"/>
                      <a:pt x="18111" y="33678"/>
                      <a:pt x="16579" y="34414"/>
                    </a:cubicBezTo>
                    <a:cubicBezTo>
                      <a:pt x="15044" y="35153"/>
                      <a:pt x="13954" y="36012"/>
                      <a:pt x="13311" y="36994"/>
                    </a:cubicBezTo>
                    <a:cubicBezTo>
                      <a:pt x="12665" y="37976"/>
                      <a:pt x="12344" y="39048"/>
                      <a:pt x="12344" y="40205"/>
                    </a:cubicBezTo>
                    <a:cubicBezTo>
                      <a:pt x="12344" y="42486"/>
                      <a:pt x="13013" y="44118"/>
                      <a:pt x="14353" y="45104"/>
                    </a:cubicBezTo>
                    <a:cubicBezTo>
                      <a:pt x="15698" y="46086"/>
                      <a:pt x="17450" y="46575"/>
                      <a:pt x="19608" y="46575"/>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21" name="Google Shape;2721;p90"/>
              <p:cNvSpPr/>
              <p:nvPr/>
            </p:nvSpPr>
            <p:spPr>
              <a:xfrm>
                <a:off x="4776547" y="3956157"/>
                <a:ext cx="42615" cy="82643"/>
              </a:xfrm>
              <a:custGeom>
                <a:avLst/>
                <a:gdLst/>
                <a:ahLst/>
                <a:cxnLst/>
                <a:rect l="l" t="t" r="r" b="b"/>
                <a:pathLst>
                  <a:path w="42615" h="82643" extrusionOk="0">
                    <a:moveTo>
                      <a:pt x="12340" y="77834"/>
                    </a:moveTo>
                    <a:cubicBezTo>
                      <a:pt x="12027" y="78637"/>
                      <a:pt x="11623" y="79335"/>
                      <a:pt x="11138" y="79925"/>
                    </a:cubicBezTo>
                    <a:cubicBezTo>
                      <a:pt x="10648" y="80519"/>
                      <a:pt x="10092" y="81015"/>
                      <a:pt x="9464" y="81415"/>
                    </a:cubicBezTo>
                    <a:cubicBezTo>
                      <a:pt x="8837" y="81818"/>
                      <a:pt x="8172" y="82121"/>
                      <a:pt x="7477" y="82330"/>
                    </a:cubicBezTo>
                    <a:cubicBezTo>
                      <a:pt x="6779" y="82539"/>
                      <a:pt x="6099" y="82643"/>
                      <a:pt x="5438" y="82643"/>
                    </a:cubicBezTo>
                    <a:lnTo>
                      <a:pt x="0" y="82643"/>
                    </a:lnTo>
                    <a:lnTo>
                      <a:pt x="30537" y="4548"/>
                    </a:lnTo>
                    <a:cubicBezTo>
                      <a:pt x="31131" y="3084"/>
                      <a:pt x="31982" y="1960"/>
                      <a:pt x="33099" y="1180"/>
                    </a:cubicBezTo>
                    <a:cubicBezTo>
                      <a:pt x="34212" y="392"/>
                      <a:pt x="35553" y="0"/>
                      <a:pt x="37125" y="0"/>
                    </a:cubicBezTo>
                    <a:lnTo>
                      <a:pt x="42616" y="0"/>
                    </a:lnTo>
                    <a:lnTo>
                      <a:pt x="12340" y="77834"/>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22" name="Google Shape;2722;p90"/>
              <p:cNvSpPr/>
              <p:nvPr/>
            </p:nvSpPr>
            <p:spPr>
              <a:xfrm>
                <a:off x="4819843" y="3957415"/>
                <a:ext cx="51082" cy="77259"/>
              </a:xfrm>
              <a:custGeom>
                <a:avLst/>
                <a:gdLst/>
                <a:ahLst/>
                <a:cxnLst/>
                <a:rect l="l" t="t" r="r" b="b"/>
                <a:pathLst>
                  <a:path w="51082" h="77259" extrusionOk="0">
                    <a:moveTo>
                      <a:pt x="46272" y="14580"/>
                    </a:moveTo>
                    <a:cubicBezTo>
                      <a:pt x="45891" y="15350"/>
                      <a:pt x="45447" y="15887"/>
                      <a:pt x="44943" y="16201"/>
                    </a:cubicBezTo>
                    <a:cubicBezTo>
                      <a:pt x="44435" y="16515"/>
                      <a:pt x="43833" y="16671"/>
                      <a:pt x="43135" y="16671"/>
                    </a:cubicBezTo>
                    <a:cubicBezTo>
                      <a:pt x="42440" y="16671"/>
                      <a:pt x="41656" y="16402"/>
                      <a:pt x="40786" y="15865"/>
                    </a:cubicBezTo>
                    <a:cubicBezTo>
                      <a:pt x="39912" y="15323"/>
                      <a:pt x="38884" y="14722"/>
                      <a:pt x="37697" y="14058"/>
                    </a:cubicBezTo>
                    <a:cubicBezTo>
                      <a:pt x="36513" y="13397"/>
                      <a:pt x="35127" y="12796"/>
                      <a:pt x="33544" y="12254"/>
                    </a:cubicBezTo>
                    <a:cubicBezTo>
                      <a:pt x="31956" y="11713"/>
                      <a:pt x="30081" y="11444"/>
                      <a:pt x="27922" y="11444"/>
                    </a:cubicBezTo>
                    <a:cubicBezTo>
                      <a:pt x="25969" y="11444"/>
                      <a:pt x="24270" y="11679"/>
                      <a:pt x="22824" y="12150"/>
                    </a:cubicBezTo>
                    <a:cubicBezTo>
                      <a:pt x="21375" y="12620"/>
                      <a:pt x="20158" y="13274"/>
                      <a:pt x="19164" y="14114"/>
                    </a:cubicBezTo>
                    <a:cubicBezTo>
                      <a:pt x="18171" y="14946"/>
                      <a:pt x="17431" y="15951"/>
                      <a:pt x="16942" y="17119"/>
                    </a:cubicBezTo>
                    <a:cubicBezTo>
                      <a:pt x="16452" y="18284"/>
                      <a:pt x="16210" y="19569"/>
                      <a:pt x="16210" y="20961"/>
                    </a:cubicBezTo>
                    <a:cubicBezTo>
                      <a:pt x="16210" y="22735"/>
                      <a:pt x="16703" y="24221"/>
                      <a:pt x="17700" y="25401"/>
                    </a:cubicBezTo>
                    <a:cubicBezTo>
                      <a:pt x="18693" y="26588"/>
                      <a:pt x="20008" y="27596"/>
                      <a:pt x="21648" y="28436"/>
                    </a:cubicBezTo>
                    <a:cubicBezTo>
                      <a:pt x="23284" y="29269"/>
                      <a:pt x="25151" y="30020"/>
                      <a:pt x="27243" y="30681"/>
                    </a:cubicBezTo>
                    <a:cubicBezTo>
                      <a:pt x="29334" y="31345"/>
                      <a:pt x="31467" y="32051"/>
                      <a:pt x="33644" y="32797"/>
                    </a:cubicBezTo>
                    <a:cubicBezTo>
                      <a:pt x="35822" y="33548"/>
                      <a:pt x="37962" y="34418"/>
                      <a:pt x="40050" y="35415"/>
                    </a:cubicBezTo>
                    <a:cubicBezTo>
                      <a:pt x="42145" y="36408"/>
                      <a:pt x="44009" y="37659"/>
                      <a:pt x="45645" y="39179"/>
                    </a:cubicBezTo>
                    <a:cubicBezTo>
                      <a:pt x="47288" y="40694"/>
                      <a:pt x="48599" y="42546"/>
                      <a:pt x="49596" y="44742"/>
                    </a:cubicBezTo>
                    <a:cubicBezTo>
                      <a:pt x="50590" y="46937"/>
                      <a:pt x="51083" y="49607"/>
                      <a:pt x="51083" y="52743"/>
                    </a:cubicBezTo>
                    <a:cubicBezTo>
                      <a:pt x="51083" y="56156"/>
                      <a:pt x="50500" y="59356"/>
                      <a:pt x="49335" y="62332"/>
                    </a:cubicBezTo>
                    <a:cubicBezTo>
                      <a:pt x="48166" y="65315"/>
                      <a:pt x="46459" y="67910"/>
                      <a:pt x="44211" y="70120"/>
                    </a:cubicBezTo>
                    <a:cubicBezTo>
                      <a:pt x="41962" y="72338"/>
                      <a:pt x="39217" y="74078"/>
                      <a:pt x="35975" y="75347"/>
                    </a:cubicBezTo>
                    <a:cubicBezTo>
                      <a:pt x="32729" y="76621"/>
                      <a:pt x="29021" y="77259"/>
                      <a:pt x="24837" y="77259"/>
                    </a:cubicBezTo>
                    <a:cubicBezTo>
                      <a:pt x="22432" y="77259"/>
                      <a:pt x="20060" y="77020"/>
                      <a:pt x="17726" y="76550"/>
                    </a:cubicBezTo>
                    <a:cubicBezTo>
                      <a:pt x="15392" y="76083"/>
                      <a:pt x="13151" y="75411"/>
                      <a:pt x="11007" y="74537"/>
                    </a:cubicBezTo>
                    <a:cubicBezTo>
                      <a:pt x="8863" y="73667"/>
                      <a:pt x="6857" y="72622"/>
                      <a:pt x="4994" y="71405"/>
                    </a:cubicBezTo>
                    <a:cubicBezTo>
                      <a:pt x="3130" y="70184"/>
                      <a:pt x="1464" y="68821"/>
                      <a:pt x="0" y="67327"/>
                    </a:cubicBezTo>
                    <a:lnTo>
                      <a:pt x="4075" y="60581"/>
                    </a:lnTo>
                    <a:cubicBezTo>
                      <a:pt x="4460" y="60091"/>
                      <a:pt x="4923" y="59684"/>
                      <a:pt x="5464" y="59356"/>
                    </a:cubicBezTo>
                    <a:cubicBezTo>
                      <a:pt x="6002" y="59020"/>
                      <a:pt x="6603" y="58855"/>
                      <a:pt x="7268" y="58855"/>
                    </a:cubicBezTo>
                    <a:cubicBezTo>
                      <a:pt x="8138" y="58855"/>
                      <a:pt x="9080" y="59214"/>
                      <a:pt x="10092" y="59927"/>
                    </a:cubicBezTo>
                    <a:cubicBezTo>
                      <a:pt x="11100" y="60644"/>
                      <a:pt x="12296" y="61436"/>
                      <a:pt x="13674" y="62309"/>
                    </a:cubicBezTo>
                    <a:cubicBezTo>
                      <a:pt x="15048" y="63176"/>
                      <a:pt x="16673" y="63971"/>
                      <a:pt x="18537" y="64688"/>
                    </a:cubicBezTo>
                    <a:cubicBezTo>
                      <a:pt x="20400" y="65401"/>
                      <a:pt x="22641" y="65759"/>
                      <a:pt x="25252" y="65759"/>
                    </a:cubicBezTo>
                    <a:cubicBezTo>
                      <a:pt x="29263" y="65759"/>
                      <a:pt x="32367" y="64807"/>
                      <a:pt x="34563" y="62907"/>
                    </a:cubicBezTo>
                    <a:cubicBezTo>
                      <a:pt x="36756" y="61010"/>
                      <a:pt x="37854" y="58284"/>
                      <a:pt x="37854" y="54726"/>
                    </a:cubicBezTo>
                    <a:cubicBezTo>
                      <a:pt x="37854" y="52743"/>
                      <a:pt x="37361" y="51123"/>
                      <a:pt x="36367" y="49868"/>
                    </a:cubicBezTo>
                    <a:cubicBezTo>
                      <a:pt x="35370" y="48610"/>
                      <a:pt x="34059" y="47557"/>
                      <a:pt x="32416" y="46702"/>
                    </a:cubicBezTo>
                    <a:cubicBezTo>
                      <a:pt x="30780" y="45851"/>
                      <a:pt x="28916" y="45126"/>
                      <a:pt x="26821" y="44533"/>
                    </a:cubicBezTo>
                    <a:cubicBezTo>
                      <a:pt x="24733" y="43939"/>
                      <a:pt x="22604" y="43297"/>
                      <a:pt x="20441" y="42599"/>
                    </a:cubicBezTo>
                    <a:cubicBezTo>
                      <a:pt x="18283" y="41904"/>
                      <a:pt x="16158" y="41068"/>
                      <a:pt x="14062" y="40089"/>
                    </a:cubicBezTo>
                    <a:cubicBezTo>
                      <a:pt x="11974" y="39115"/>
                      <a:pt x="10111" y="37842"/>
                      <a:pt x="8471" y="36274"/>
                    </a:cubicBezTo>
                    <a:cubicBezTo>
                      <a:pt x="6831" y="34706"/>
                      <a:pt x="5517" y="32745"/>
                      <a:pt x="4523" y="30393"/>
                    </a:cubicBezTo>
                    <a:cubicBezTo>
                      <a:pt x="3530" y="28041"/>
                      <a:pt x="3033" y="25140"/>
                      <a:pt x="3033" y="21690"/>
                    </a:cubicBezTo>
                    <a:cubicBezTo>
                      <a:pt x="3033" y="18941"/>
                      <a:pt x="3582" y="16257"/>
                      <a:pt x="4680" y="13640"/>
                    </a:cubicBezTo>
                    <a:cubicBezTo>
                      <a:pt x="5778" y="11030"/>
                      <a:pt x="7380" y="8711"/>
                      <a:pt x="9491" y="6691"/>
                    </a:cubicBezTo>
                    <a:cubicBezTo>
                      <a:pt x="11597" y="4671"/>
                      <a:pt x="14185" y="3047"/>
                      <a:pt x="17255" y="1826"/>
                    </a:cubicBezTo>
                    <a:cubicBezTo>
                      <a:pt x="20322" y="609"/>
                      <a:pt x="23825" y="0"/>
                      <a:pt x="27766" y="0"/>
                    </a:cubicBezTo>
                    <a:cubicBezTo>
                      <a:pt x="32229" y="0"/>
                      <a:pt x="36341" y="695"/>
                      <a:pt x="40106" y="2087"/>
                    </a:cubicBezTo>
                    <a:cubicBezTo>
                      <a:pt x="43871" y="3480"/>
                      <a:pt x="47075" y="5436"/>
                      <a:pt x="49727" y="7942"/>
                    </a:cubicBezTo>
                    <a:lnTo>
                      <a:pt x="46272" y="1458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23" name="Google Shape;2723;p90"/>
              <p:cNvSpPr/>
              <p:nvPr/>
            </p:nvSpPr>
            <p:spPr>
              <a:xfrm>
                <a:off x="4877361" y="3979366"/>
                <a:ext cx="45230" cy="55252"/>
              </a:xfrm>
              <a:custGeom>
                <a:avLst/>
                <a:gdLst/>
                <a:ahLst/>
                <a:cxnLst/>
                <a:rect l="l" t="t" r="r" b="b"/>
                <a:pathLst>
                  <a:path w="45230" h="55252" extrusionOk="0">
                    <a:moveTo>
                      <a:pt x="41312" y="12179"/>
                    </a:moveTo>
                    <a:cubicBezTo>
                      <a:pt x="40924" y="12669"/>
                      <a:pt x="40550" y="13053"/>
                      <a:pt x="40184" y="13333"/>
                    </a:cubicBezTo>
                    <a:cubicBezTo>
                      <a:pt x="39818" y="13609"/>
                      <a:pt x="39288" y="13748"/>
                      <a:pt x="38589" y="13748"/>
                    </a:cubicBezTo>
                    <a:cubicBezTo>
                      <a:pt x="37925" y="13748"/>
                      <a:pt x="37282" y="13550"/>
                      <a:pt x="36658" y="13150"/>
                    </a:cubicBezTo>
                    <a:cubicBezTo>
                      <a:pt x="36031" y="12751"/>
                      <a:pt x="35276" y="12295"/>
                      <a:pt x="34406" y="11787"/>
                    </a:cubicBezTo>
                    <a:cubicBezTo>
                      <a:pt x="33536" y="11283"/>
                      <a:pt x="32498" y="10832"/>
                      <a:pt x="31295" y="10428"/>
                    </a:cubicBezTo>
                    <a:cubicBezTo>
                      <a:pt x="30096" y="10029"/>
                      <a:pt x="28602" y="9827"/>
                      <a:pt x="26828" y="9827"/>
                    </a:cubicBezTo>
                    <a:cubicBezTo>
                      <a:pt x="24557" y="9827"/>
                      <a:pt x="22570" y="10242"/>
                      <a:pt x="20863" y="11056"/>
                    </a:cubicBezTo>
                    <a:cubicBezTo>
                      <a:pt x="19157" y="11873"/>
                      <a:pt x="17733" y="13053"/>
                      <a:pt x="16602" y="14588"/>
                    </a:cubicBezTo>
                    <a:cubicBezTo>
                      <a:pt x="15470" y="16119"/>
                      <a:pt x="14622" y="17974"/>
                      <a:pt x="14070" y="20151"/>
                    </a:cubicBezTo>
                    <a:cubicBezTo>
                      <a:pt x="13509" y="22332"/>
                      <a:pt x="13229" y="24796"/>
                      <a:pt x="13229" y="27548"/>
                    </a:cubicBezTo>
                    <a:cubicBezTo>
                      <a:pt x="13229" y="30404"/>
                      <a:pt x="13535" y="32951"/>
                      <a:pt x="14144" y="35180"/>
                    </a:cubicBezTo>
                    <a:cubicBezTo>
                      <a:pt x="14753" y="37412"/>
                      <a:pt x="15638" y="39287"/>
                      <a:pt x="16785" y="40799"/>
                    </a:cubicBezTo>
                    <a:cubicBezTo>
                      <a:pt x="17935" y="42315"/>
                      <a:pt x="19332" y="43465"/>
                      <a:pt x="20968" y="44253"/>
                    </a:cubicBezTo>
                    <a:cubicBezTo>
                      <a:pt x="22607" y="45033"/>
                      <a:pt x="24453" y="45425"/>
                      <a:pt x="26514" y="45425"/>
                    </a:cubicBezTo>
                    <a:cubicBezTo>
                      <a:pt x="28565" y="45425"/>
                      <a:pt x="30234" y="45171"/>
                      <a:pt x="31508" y="44667"/>
                    </a:cubicBezTo>
                    <a:cubicBezTo>
                      <a:pt x="32774" y="44167"/>
                      <a:pt x="33850" y="43603"/>
                      <a:pt x="34720" y="42994"/>
                    </a:cubicBezTo>
                    <a:cubicBezTo>
                      <a:pt x="35590" y="42386"/>
                      <a:pt x="36348" y="41829"/>
                      <a:pt x="36995" y="41322"/>
                    </a:cubicBezTo>
                    <a:cubicBezTo>
                      <a:pt x="37641" y="40818"/>
                      <a:pt x="38365" y="40564"/>
                      <a:pt x="39165" y="40564"/>
                    </a:cubicBezTo>
                    <a:cubicBezTo>
                      <a:pt x="40214" y="40564"/>
                      <a:pt x="40998" y="40963"/>
                      <a:pt x="41518" y="41766"/>
                    </a:cubicBezTo>
                    <a:lnTo>
                      <a:pt x="45230" y="46470"/>
                    </a:lnTo>
                    <a:cubicBezTo>
                      <a:pt x="43803" y="48147"/>
                      <a:pt x="42253" y="49547"/>
                      <a:pt x="40576" y="50678"/>
                    </a:cubicBezTo>
                    <a:cubicBezTo>
                      <a:pt x="38903" y="51814"/>
                      <a:pt x="37170" y="52721"/>
                      <a:pt x="35374" y="53396"/>
                    </a:cubicBezTo>
                    <a:cubicBezTo>
                      <a:pt x="33577" y="54076"/>
                      <a:pt x="31721" y="54558"/>
                      <a:pt x="29809" y="54834"/>
                    </a:cubicBezTo>
                    <a:cubicBezTo>
                      <a:pt x="27889" y="55110"/>
                      <a:pt x="25988" y="55252"/>
                      <a:pt x="24105" y="55252"/>
                    </a:cubicBezTo>
                    <a:cubicBezTo>
                      <a:pt x="20792" y="55252"/>
                      <a:pt x="17674" y="54633"/>
                      <a:pt x="14746" y="53396"/>
                    </a:cubicBezTo>
                    <a:cubicBezTo>
                      <a:pt x="11817" y="52161"/>
                      <a:pt x="9266" y="50357"/>
                      <a:pt x="7089" y="47986"/>
                    </a:cubicBezTo>
                    <a:cubicBezTo>
                      <a:pt x="4908" y="45615"/>
                      <a:pt x="3182" y="42718"/>
                      <a:pt x="1909" y="39287"/>
                    </a:cubicBezTo>
                    <a:cubicBezTo>
                      <a:pt x="635" y="35852"/>
                      <a:pt x="0" y="31939"/>
                      <a:pt x="0" y="27548"/>
                    </a:cubicBezTo>
                    <a:cubicBezTo>
                      <a:pt x="0" y="23612"/>
                      <a:pt x="564" y="19961"/>
                      <a:pt x="1699" y="16600"/>
                    </a:cubicBezTo>
                    <a:cubicBezTo>
                      <a:pt x="2835" y="13236"/>
                      <a:pt x="4497" y="10324"/>
                      <a:pt x="6693" y="7871"/>
                    </a:cubicBezTo>
                    <a:cubicBezTo>
                      <a:pt x="8889" y="5414"/>
                      <a:pt x="11608" y="3487"/>
                      <a:pt x="14854" y="2095"/>
                    </a:cubicBezTo>
                    <a:cubicBezTo>
                      <a:pt x="18092" y="698"/>
                      <a:pt x="21823" y="0"/>
                      <a:pt x="26040" y="0"/>
                    </a:cubicBezTo>
                    <a:cubicBezTo>
                      <a:pt x="30047" y="0"/>
                      <a:pt x="33558" y="646"/>
                      <a:pt x="36576" y="1934"/>
                    </a:cubicBezTo>
                    <a:cubicBezTo>
                      <a:pt x="39594" y="3226"/>
                      <a:pt x="42302" y="5070"/>
                      <a:pt x="44707" y="7475"/>
                    </a:cubicBezTo>
                    <a:lnTo>
                      <a:pt x="41312" y="1217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24" name="Google Shape;2724;p90"/>
              <p:cNvSpPr/>
              <p:nvPr/>
            </p:nvSpPr>
            <p:spPr>
              <a:xfrm>
                <a:off x="4928182" y="3979209"/>
                <a:ext cx="44707" cy="55465"/>
              </a:xfrm>
              <a:custGeom>
                <a:avLst/>
                <a:gdLst/>
                <a:ahLst/>
                <a:cxnLst/>
                <a:rect l="l" t="t" r="r" b="b"/>
                <a:pathLst>
                  <a:path w="44707" h="55465" extrusionOk="0">
                    <a:moveTo>
                      <a:pt x="44707" y="54625"/>
                    </a:moveTo>
                    <a:lnTo>
                      <a:pt x="38903" y="54625"/>
                    </a:lnTo>
                    <a:cubicBezTo>
                      <a:pt x="37686" y="54625"/>
                      <a:pt x="36726" y="54446"/>
                      <a:pt x="36031" y="54080"/>
                    </a:cubicBezTo>
                    <a:cubicBezTo>
                      <a:pt x="35329" y="53710"/>
                      <a:pt x="34810" y="52971"/>
                      <a:pt x="34462" y="51855"/>
                    </a:cubicBezTo>
                    <a:lnTo>
                      <a:pt x="33308" y="48042"/>
                    </a:lnTo>
                    <a:cubicBezTo>
                      <a:pt x="31952" y="49260"/>
                      <a:pt x="30619" y="50331"/>
                      <a:pt x="29312" y="51257"/>
                    </a:cubicBezTo>
                    <a:cubicBezTo>
                      <a:pt x="28004" y="52176"/>
                      <a:pt x="26652" y="52952"/>
                      <a:pt x="25259" y="53583"/>
                    </a:cubicBezTo>
                    <a:cubicBezTo>
                      <a:pt x="23862" y="54210"/>
                      <a:pt x="22383" y="54677"/>
                      <a:pt x="20815" y="54991"/>
                    </a:cubicBezTo>
                    <a:cubicBezTo>
                      <a:pt x="19246" y="55304"/>
                      <a:pt x="17502" y="55465"/>
                      <a:pt x="15582" y="55465"/>
                    </a:cubicBezTo>
                    <a:cubicBezTo>
                      <a:pt x="13319" y="55465"/>
                      <a:pt x="11227" y="55159"/>
                      <a:pt x="9311" y="54547"/>
                    </a:cubicBezTo>
                    <a:cubicBezTo>
                      <a:pt x="7391" y="53934"/>
                      <a:pt x="5748" y="53016"/>
                      <a:pt x="4366" y="51791"/>
                    </a:cubicBezTo>
                    <a:cubicBezTo>
                      <a:pt x="2992" y="50566"/>
                      <a:pt x="1920" y="49047"/>
                      <a:pt x="1154" y="47228"/>
                    </a:cubicBezTo>
                    <a:cubicBezTo>
                      <a:pt x="385" y="45410"/>
                      <a:pt x="0" y="43293"/>
                      <a:pt x="0" y="40885"/>
                    </a:cubicBezTo>
                    <a:cubicBezTo>
                      <a:pt x="0" y="38854"/>
                      <a:pt x="534" y="36856"/>
                      <a:pt x="1595" y="34877"/>
                    </a:cubicBezTo>
                    <a:cubicBezTo>
                      <a:pt x="2659" y="32902"/>
                      <a:pt x="4430" y="31117"/>
                      <a:pt x="6906" y="29526"/>
                    </a:cubicBezTo>
                    <a:cubicBezTo>
                      <a:pt x="9378" y="27936"/>
                      <a:pt x="12673" y="26614"/>
                      <a:pt x="16789" y="25569"/>
                    </a:cubicBezTo>
                    <a:cubicBezTo>
                      <a:pt x="20901" y="24519"/>
                      <a:pt x="26006" y="23993"/>
                      <a:pt x="32109" y="23993"/>
                    </a:cubicBezTo>
                    <a:lnTo>
                      <a:pt x="32109" y="20834"/>
                    </a:lnTo>
                    <a:cubicBezTo>
                      <a:pt x="32109" y="17216"/>
                      <a:pt x="31351" y="14539"/>
                      <a:pt x="29835" y="12803"/>
                    </a:cubicBezTo>
                    <a:cubicBezTo>
                      <a:pt x="28318" y="11059"/>
                      <a:pt x="26115" y="10193"/>
                      <a:pt x="23216" y="10193"/>
                    </a:cubicBezTo>
                    <a:cubicBezTo>
                      <a:pt x="21128" y="10193"/>
                      <a:pt x="19384" y="10439"/>
                      <a:pt x="17991" y="10925"/>
                    </a:cubicBezTo>
                    <a:cubicBezTo>
                      <a:pt x="16594" y="11414"/>
                      <a:pt x="15384" y="11967"/>
                      <a:pt x="14353" y="12572"/>
                    </a:cubicBezTo>
                    <a:cubicBezTo>
                      <a:pt x="13326" y="13184"/>
                      <a:pt x="12378" y="13729"/>
                      <a:pt x="11507" y="14218"/>
                    </a:cubicBezTo>
                    <a:cubicBezTo>
                      <a:pt x="10633" y="14707"/>
                      <a:pt x="9674" y="14950"/>
                      <a:pt x="8632" y="14950"/>
                    </a:cubicBezTo>
                    <a:cubicBezTo>
                      <a:pt x="7761" y="14950"/>
                      <a:pt x="7007" y="14726"/>
                      <a:pt x="6379" y="14270"/>
                    </a:cubicBezTo>
                    <a:cubicBezTo>
                      <a:pt x="5756" y="13819"/>
                      <a:pt x="5251" y="13262"/>
                      <a:pt x="4863" y="12598"/>
                    </a:cubicBezTo>
                    <a:lnTo>
                      <a:pt x="2510" y="8472"/>
                    </a:lnTo>
                    <a:cubicBezTo>
                      <a:pt x="8684" y="2823"/>
                      <a:pt x="16124" y="0"/>
                      <a:pt x="24841" y="0"/>
                    </a:cubicBezTo>
                    <a:cubicBezTo>
                      <a:pt x="27979" y="0"/>
                      <a:pt x="30776" y="515"/>
                      <a:pt x="33233" y="1546"/>
                    </a:cubicBezTo>
                    <a:cubicBezTo>
                      <a:pt x="35691" y="2572"/>
                      <a:pt x="37775" y="4002"/>
                      <a:pt x="39482" y="5832"/>
                    </a:cubicBezTo>
                    <a:cubicBezTo>
                      <a:pt x="41189" y="7658"/>
                      <a:pt x="42485" y="9846"/>
                      <a:pt x="43378" y="12389"/>
                    </a:cubicBezTo>
                    <a:cubicBezTo>
                      <a:pt x="44266" y="14931"/>
                      <a:pt x="44707" y="17724"/>
                      <a:pt x="44707" y="20752"/>
                    </a:cubicBezTo>
                    <a:lnTo>
                      <a:pt x="44707" y="54625"/>
                    </a:lnTo>
                    <a:close/>
                    <a:moveTo>
                      <a:pt x="19608" y="46575"/>
                    </a:moveTo>
                    <a:cubicBezTo>
                      <a:pt x="20934" y="46575"/>
                      <a:pt x="22156" y="46459"/>
                      <a:pt x="23272" y="46217"/>
                    </a:cubicBezTo>
                    <a:cubicBezTo>
                      <a:pt x="24385" y="45977"/>
                      <a:pt x="25442" y="45615"/>
                      <a:pt x="26436" y="45134"/>
                    </a:cubicBezTo>
                    <a:cubicBezTo>
                      <a:pt x="27426" y="44656"/>
                      <a:pt x="28385" y="44062"/>
                      <a:pt x="29312" y="43360"/>
                    </a:cubicBezTo>
                    <a:cubicBezTo>
                      <a:pt x="30234" y="42658"/>
                      <a:pt x="31164" y="41826"/>
                      <a:pt x="32109" y="40866"/>
                    </a:cubicBezTo>
                    <a:lnTo>
                      <a:pt x="32109" y="31886"/>
                    </a:lnTo>
                    <a:cubicBezTo>
                      <a:pt x="28341" y="31886"/>
                      <a:pt x="25200" y="32125"/>
                      <a:pt x="22671" y="32596"/>
                    </a:cubicBezTo>
                    <a:cubicBezTo>
                      <a:pt x="20143" y="33070"/>
                      <a:pt x="18111" y="33678"/>
                      <a:pt x="16579" y="34414"/>
                    </a:cubicBezTo>
                    <a:cubicBezTo>
                      <a:pt x="15044" y="35153"/>
                      <a:pt x="13954" y="36012"/>
                      <a:pt x="13311" y="36994"/>
                    </a:cubicBezTo>
                    <a:cubicBezTo>
                      <a:pt x="12665" y="37976"/>
                      <a:pt x="12344" y="39048"/>
                      <a:pt x="12344" y="40205"/>
                    </a:cubicBezTo>
                    <a:cubicBezTo>
                      <a:pt x="12344" y="42486"/>
                      <a:pt x="13013" y="44118"/>
                      <a:pt x="14353" y="45104"/>
                    </a:cubicBezTo>
                    <a:cubicBezTo>
                      <a:pt x="15698" y="46086"/>
                      <a:pt x="17450" y="46575"/>
                      <a:pt x="19608" y="46575"/>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25" name="Google Shape;2725;p90"/>
              <p:cNvSpPr/>
              <p:nvPr/>
            </p:nvSpPr>
            <p:spPr>
              <a:xfrm>
                <a:off x="4986436" y="3956157"/>
                <a:ext cx="12915" cy="77677"/>
              </a:xfrm>
              <a:custGeom>
                <a:avLst/>
                <a:gdLst/>
                <a:ahLst/>
                <a:cxnLst/>
                <a:rect l="l" t="t" r="r" b="b"/>
                <a:pathLst>
                  <a:path w="12915" h="77677" extrusionOk="0">
                    <a:moveTo>
                      <a:pt x="12915" y="0"/>
                    </a:moveTo>
                    <a:lnTo>
                      <a:pt x="12915" y="77677"/>
                    </a:lnTo>
                    <a:lnTo>
                      <a:pt x="0" y="77677"/>
                    </a:lnTo>
                    <a:lnTo>
                      <a:pt x="0" y="0"/>
                    </a:lnTo>
                    <a:lnTo>
                      <a:pt x="1291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26" name="Google Shape;2726;p90"/>
              <p:cNvSpPr/>
              <p:nvPr/>
            </p:nvSpPr>
            <p:spPr>
              <a:xfrm>
                <a:off x="5011273" y="3979209"/>
                <a:ext cx="44703" cy="55465"/>
              </a:xfrm>
              <a:custGeom>
                <a:avLst/>
                <a:gdLst/>
                <a:ahLst/>
                <a:cxnLst/>
                <a:rect l="l" t="t" r="r" b="b"/>
                <a:pathLst>
                  <a:path w="44703" h="55465" extrusionOk="0">
                    <a:moveTo>
                      <a:pt x="44703" y="54625"/>
                    </a:moveTo>
                    <a:lnTo>
                      <a:pt x="38903" y="54625"/>
                    </a:lnTo>
                    <a:cubicBezTo>
                      <a:pt x="37682" y="54625"/>
                      <a:pt x="36726" y="54446"/>
                      <a:pt x="36027" y="54080"/>
                    </a:cubicBezTo>
                    <a:cubicBezTo>
                      <a:pt x="35329" y="53710"/>
                      <a:pt x="34806" y="52971"/>
                      <a:pt x="34459" y="51855"/>
                    </a:cubicBezTo>
                    <a:lnTo>
                      <a:pt x="33308" y="48042"/>
                    </a:lnTo>
                    <a:cubicBezTo>
                      <a:pt x="31949" y="49260"/>
                      <a:pt x="30615" y="50331"/>
                      <a:pt x="29308" y="51257"/>
                    </a:cubicBezTo>
                    <a:cubicBezTo>
                      <a:pt x="28001" y="52176"/>
                      <a:pt x="26649" y="52952"/>
                      <a:pt x="25256" y="53583"/>
                    </a:cubicBezTo>
                    <a:cubicBezTo>
                      <a:pt x="23859" y="54210"/>
                      <a:pt x="22380" y="54677"/>
                      <a:pt x="20811" y="54991"/>
                    </a:cubicBezTo>
                    <a:cubicBezTo>
                      <a:pt x="19242" y="55304"/>
                      <a:pt x="17498" y="55465"/>
                      <a:pt x="15578" y="55465"/>
                    </a:cubicBezTo>
                    <a:cubicBezTo>
                      <a:pt x="13315" y="55465"/>
                      <a:pt x="11223" y="55159"/>
                      <a:pt x="9307" y="54547"/>
                    </a:cubicBezTo>
                    <a:cubicBezTo>
                      <a:pt x="7388" y="53934"/>
                      <a:pt x="5744" y="53016"/>
                      <a:pt x="4366" y="51791"/>
                    </a:cubicBezTo>
                    <a:cubicBezTo>
                      <a:pt x="2988" y="50566"/>
                      <a:pt x="1916" y="49047"/>
                      <a:pt x="1150" y="47228"/>
                    </a:cubicBezTo>
                    <a:cubicBezTo>
                      <a:pt x="381" y="45410"/>
                      <a:pt x="0" y="43293"/>
                      <a:pt x="0" y="40885"/>
                    </a:cubicBezTo>
                    <a:cubicBezTo>
                      <a:pt x="0" y="38854"/>
                      <a:pt x="530" y="36856"/>
                      <a:pt x="1591" y="34877"/>
                    </a:cubicBezTo>
                    <a:cubicBezTo>
                      <a:pt x="2656" y="32902"/>
                      <a:pt x="4426" y="31117"/>
                      <a:pt x="6902" y="29526"/>
                    </a:cubicBezTo>
                    <a:cubicBezTo>
                      <a:pt x="9375" y="27936"/>
                      <a:pt x="12669" y="26614"/>
                      <a:pt x="16785" y="25569"/>
                    </a:cubicBezTo>
                    <a:cubicBezTo>
                      <a:pt x="20897" y="24519"/>
                      <a:pt x="26003" y="23993"/>
                      <a:pt x="32106" y="23993"/>
                    </a:cubicBezTo>
                    <a:lnTo>
                      <a:pt x="32106" y="20834"/>
                    </a:lnTo>
                    <a:cubicBezTo>
                      <a:pt x="32106" y="17216"/>
                      <a:pt x="31347" y="14539"/>
                      <a:pt x="29831" y="12803"/>
                    </a:cubicBezTo>
                    <a:cubicBezTo>
                      <a:pt x="28315" y="11059"/>
                      <a:pt x="26111" y="10193"/>
                      <a:pt x="23212" y="10193"/>
                    </a:cubicBezTo>
                    <a:cubicBezTo>
                      <a:pt x="21125" y="10193"/>
                      <a:pt x="19381" y="10439"/>
                      <a:pt x="17987" y="10925"/>
                    </a:cubicBezTo>
                    <a:cubicBezTo>
                      <a:pt x="16591" y="11414"/>
                      <a:pt x="15380" y="11967"/>
                      <a:pt x="14350" y="12572"/>
                    </a:cubicBezTo>
                    <a:cubicBezTo>
                      <a:pt x="13323" y="13184"/>
                      <a:pt x="12374" y="13729"/>
                      <a:pt x="11504" y="14218"/>
                    </a:cubicBezTo>
                    <a:cubicBezTo>
                      <a:pt x="10630" y="14707"/>
                      <a:pt x="9670" y="14950"/>
                      <a:pt x="8628" y="14950"/>
                    </a:cubicBezTo>
                    <a:cubicBezTo>
                      <a:pt x="7758" y="14950"/>
                      <a:pt x="7007" y="14726"/>
                      <a:pt x="6379" y="14270"/>
                    </a:cubicBezTo>
                    <a:cubicBezTo>
                      <a:pt x="5752" y="13819"/>
                      <a:pt x="5247" y="13262"/>
                      <a:pt x="4859" y="12598"/>
                    </a:cubicBezTo>
                    <a:lnTo>
                      <a:pt x="2506" y="8472"/>
                    </a:lnTo>
                    <a:cubicBezTo>
                      <a:pt x="8680" y="2823"/>
                      <a:pt x="16120" y="0"/>
                      <a:pt x="24837" y="0"/>
                    </a:cubicBezTo>
                    <a:cubicBezTo>
                      <a:pt x="27975" y="0"/>
                      <a:pt x="30772" y="515"/>
                      <a:pt x="33230" y="1546"/>
                    </a:cubicBezTo>
                    <a:cubicBezTo>
                      <a:pt x="35687" y="2572"/>
                      <a:pt x="37771" y="4002"/>
                      <a:pt x="39478" y="5832"/>
                    </a:cubicBezTo>
                    <a:cubicBezTo>
                      <a:pt x="41185" y="7658"/>
                      <a:pt x="42485" y="9846"/>
                      <a:pt x="43374" y="12389"/>
                    </a:cubicBezTo>
                    <a:cubicBezTo>
                      <a:pt x="44263" y="14931"/>
                      <a:pt x="44703" y="17724"/>
                      <a:pt x="44703" y="20752"/>
                    </a:cubicBezTo>
                    <a:lnTo>
                      <a:pt x="44703" y="54625"/>
                    </a:lnTo>
                    <a:close/>
                    <a:moveTo>
                      <a:pt x="19608" y="46575"/>
                    </a:moveTo>
                    <a:cubicBezTo>
                      <a:pt x="20931" y="46575"/>
                      <a:pt x="22152" y="46459"/>
                      <a:pt x="23269" y="46217"/>
                    </a:cubicBezTo>
                    <a:cubicBezTo>
                      <a:pt x="24382" y="45977"/>
                      <a:pt x="25439" y="45615"/>
                      <a:pt x="26432" y="45134"/>
                    </a:cubicBezTo>
                    <a:cubicBezTo>
                      <a:pt x="27422" y="44656"/>
                      <a:pt x="28382" y="44062"/>
                      <a:pt x="29308" y="43360"/>
                    </a:cubicBezTo>
                    <a:cubicBezTo>
                      <a:pt x="30231" y="42658"/>
                      <a:pt x="31161" y="41826"/>
                      <a:pt x="32106" y="40866"/>
                    </a:cubicBezTo>
                    <a:lnTo>
                      <a:pt x="32106" y="31886"/>
                    </a:lnTo>
                    <a:cubicBezTo>
                      <a:pt x="28337" y="31886"/>
                      <a:pt x="25196" y="32125"/>
                      <a:pt x="22667" y="32596"/>
                    </a:cubicBezTo>
                    <a:cubicBezTo>
                      <a:pt x="20139" y="33070"/>
                      <a:pt x="18107" y="33678"/>
                      <a:pt x="16576" y="34414"/>
                    </a:cubicBezTo>
                    <a:cubicBezTo>
                      <a:pt x="15041" y="35153"/>
                      <a:pt x="13950" y="36012"/>
                      <a:pt x="13308" y="36994"/>
                    </a:cubicBezTo>
                    <a:cubicBezTo>
                      <a:pt x="12661" y="37976"/>
                      <a:pt x="12340" y="39048"/>
                      <a:pt x="12340" y="40205"/>
                    </a:cubicBezTo>
                    <a:cubicBezTo>
                      <a:pt x="12340" y="42486"/>
                      <a:pt x="13009" y="44118"/>
                      <a:pt x="14350" y="45104"/>
                    </a:cubicBezTo>
                    <a:cubicBezTo>
                      <a:pt x="15694" y="46086"/>
                      <a:pt x="17446" y="46575"/>
                      <a:pt x="19608" y="46575"/>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727" name="Google Shape;2727;p90"/>
            <p:cNvGrpSpPr/>
            <p:nvPr/>
          </p:nvGrpSpPr>
          <p:grpSpPr>
            <a:xfrm>
              <a:off x="4639143" y="3653688"/>
              <a:ext cx="351875" cy="226807"/>
              <a:chOff x="4639143" y="3653688"/>
              <a:chExt cx="351875" cy="226807"/>
            </a:xfrm>
          </p:grpSpPr>
          <p:sp>
            <p:nvSpPr>
              <p:cNvPr id="2728" name="Google Shape;2728;p90"/>
              <p:cNvSpPr/>
              <p:nvPr/>
            </p:nvSpPr>
            <p:spPr>
              <a:xfrm>
                <a:off x="4639143" y="3653688"/>
                <a:ext cx="174540" cy="226807"/>
              </a:xfrm>
              <a:custGeom>
                <a:avLst/>
                <a:gdLst/>
                <a:ahLst/>
                <a:cxnLst/>
                <a:rect l="l" t="t" r="r" b="b"/>
                <a:pathLst>
                  <a:path w="174540" h="226807" extrusionOk="0">
                    <a:moveTo>
                      <a:pt x="101452" y="0"/>
                    </a:moveTo>
                    <a:cubicBezTo>
                      <a:pt x="113691" y="28866"/>
                      <a:pt x="57578" y="46553"/>
                      <a:pt x="52360" y="70613"/>
                    </a:cubicBezTo>
                    <a:cubicBezTo>
                      <a:pt x="47591" y="92698"/>
                      <a:pt x="85601" y="118600"/>
                      <a:pt x="85635" y="118600"/>
                    </a:cubicBezTo>
                    <a:cubicBezTo>
                      <a:pt x="79838" y="109467"/>
                      <a:pt x="75610" y="101764"/>
                      <a:pt x="69817" y="87520"/>
                    </a:cubicBezTo>
                    <a:cubicBezTo>
                      <a:pt x="59998" y="63459"/>
                      <a:pt x="129643" y="41747"/>
                      <a:pt x="101452" y="0"/>
                    </a:cubicBezTo>
                    <a:close/>
                    <a:moveTo>
                      <a:pt x="138544" y="40078"/>
                    </a:moveTo>
                    <a:cubicBezTo>
                      <a:pt x="138544" y="40078"/>
                      <a:pt x="89485" y="43181"/>
                      <a:pt x="86998" y="75251"/>
                    </a:cubicBezTo>
                    <a:cubicBezTo>
                      <a:pt x="85874" y="89528"/>
                      <a:pt x="99951" y="97026"/>
                      <a:pt x="100362" y="107421"/>
                    </a:cubicBezTo>
                    <a:cubicBezTo>
                      <a:pt x="100701" y="115907"/>
                      <a:pt x="91906" y="122960"/>
                      <a:pt x="91906" y="122960"/>
                    </a:cubicBezTo>
                    <a:cubicBezTo>
                      <a:pt x="91906" y="122960"/>
                      <a:pt x="107689" y="120097"/>
                      <a:pt x="112634" y="107148"/>
                    </a:cubicBezTo>
                    <a:cubicBezTo>
                      <a:pt x="118087" y="92766"/>
                      <a:pt x="101997" y="82953"/>
                      <a:pt x="103633" y="71431"/>
                    </a:cubicBezTo>
                    <a:cubicBezTo>
                      <a:pt x="105202" y="60424"/>
                      <a:pt x="138544" y="40078"/>
                      <a:pt x="138544" y="40078"/>
                    </a:cubicBezTo>
                    <a:close/>
                    <a:moveTo>
                      <a:pt x="150540" y="113962"/>
                    </a:moveTo>
                    <a:cubicBezTo>
                      <a:pt x="145393" y="113727"/>
                      <a:pt x="139601" y="115635"/>
                      <a:pt x="134450" y="119417"/>
                    </a:cubicBezTo>
                    <a:cubicBezTo>
                      <a:pt x="144609" y="117166"/>
                      <a:pt x="153270" y="123539"/>
                      <a:pt x="153270" y="130869"/>
                    </a:cubicBezTo>
                    <a:cubicBezTo>
                      <a:pt x="153270" y="147294"/>
                      <a:pt x="129815" y="162766"/>
                      <a:pt x="129815" y="162766"/>
                    </a:cubicBezTo>
                    <a:cubicBezTo>
                      <a:pt x="129815" y="162766"/>
                      <a:pt x="166089" y="158711"/>
                      <a:pt x="166089" y="131686"/>
                    </a:cubicBezTo>
                    <a:cubicBezTo>
                      <a:pt x="166089" y="120541"/>
                      <a:pt x="159097" y="114373"/>
                      <a:pt x="150540" y="113962"/>
                    </a:cubicBezTo>
                    <a:close/>
                    <a:moveTo>
                      <a:pt x="54272" y="114235"/>
                    </a:moveTo>
                    <a:cubicBezTo>
                      <a:pt x="41622" y="114679"/>
                      <a:pt x="16363" y="116759"/>
                      <a:pt x="16363" y="126504"/>
                    </a:cubicBezTo>
                    <a:cubicBezTo>
                      <a:pt x="16363" y="140069"/>
                      <a:pt x="75203" y="141125"/>
                      <a:pt x="117270" y="132777"/>
                    </a:cubicBezTo>
                    <a:cubicBezTo>
                      <a:pt x="117270" y="132777"/>
                      <a:pt x="128725" y="124801"/>
                      <a:pt x="131724" y="121870"/>
                    </a:cubicBezTo>
                    <a:cubicBezTo>
                      <a:pt x="104145" y="127594"/>
                      <a:pt x="41181" y="128483"/>
                      <a:pt x="41181" y="123506"/>
                    </a:cubicBezTo>
                    <a:cubicBezTo>
                      <a:pt x="41181" y="118939"/>
                      <a:pt x="61361" y="114235"/>
                      <a:pt x="61361" y="114235"/>
                    </a:cubicBezTo>
                    <a:cubicBezTo>
                      <a:pt x="61361" y="114235"/>
                      <a:pt x="58497" y="114100"/>
                      <a:pt x="54272" y="114235"/>
                    </a:cubicBezTo>
                    <a:close/>
                    <a:moveTo>
                      <a:pt x="50451" y="139318"/>
                    </a:moveTo>
                    <a:cubicBezTo>
                      <a:pt x="43531" y="139318"/>
                      <a:pt x="33271" y="144702"/>
                      <a:pt x="33271" y="149952"/>
                    </a:cubicBezTo>
                    <a:cubicBezTo>
                      <a:pt x="33271" y="160518"/>
                      <a:pt x="85362" y="168628"/>
                      <a:pt x="123817" y="153223"/>
                    </a:cubicBezTo>
                    <a:lnTo>
                      <a:pt x="110453" y="145046"/>
                    </a:lnTo>
                    <a:cubicBezTo>
                      <a:pt x="84372" y="153566"/>
                      <a:pt x="36203" y="150736"/>
                      <a:pt x="50451" y="139318"/>
                    </a:cubicBezTo>
                    <a:close/>
                    <a:moveTo>
                      <a:pt x="56999" y="163039"/>
                    </a:moveTo>
                    <a:cubicBezTo>
                      <a:pt x="47553" y="163039"/>
                      <a:pt x="41454" y="169001"/>
                      <a:pt x="41454" y="173400"/>
                    </a:cubicBezTo>
                    <a:cubicBezTo>
                      <a:pt x="41454" y="186927"/>
                      <a:pt x="97874" y="188257"/>
                      <a:pt x="120269" y="174490"/>
                    </a:cubicBezTo>
                    <a:lnTo>
                      <a:pt x="106087" y="165219"/>
                    </a:lnTo>
                    <a:cubicBezTo>
                      <a:pt x="89384" y="172411"/>
                      <a:pt x="47351" y="173467"/>
                      <a:pt x="56999" y="163039"/>
                    </a:cubicBezTo>
                    <a:close/>
                    <a:moveTo>
                      <a:pt x="25364" y="175308"/>
                    </a:moveTo>
                    <a:cubicBezTo>
                      <a:pt x="9954" y="175002"/>
                      <a:pt x="0" y="181988"/>
                      <a:pt x="0" y="187850"/>
                    </a:cubicBezTo>
                    <a:cubicBezTo>
                      <a:pt x="0" y="219030"/>
                      <a:pt x="157906" y="217533"/>
                      <a:pt x="157906" y="185669"/>
                    </a:cubicBezTo>
                    <a:cubicBezTo>
                      <a:pt x="157906" y="180386"/>
                      <a:pt x="151668" y="177862"/>
                      <a:pt x="149450" y="176671"/>
                    </a:cubicBezTo>
                    <a:cubicBezTo>
                      <a:pt x="162339" y="207138"/>
                      <a:pt x="20453" y="204752"/>
                      <a:pt x="20453" y="186759"/>
                    </a:cubicBezTo>
                    <a:cubicBezTo>
                      <a:pt x="20453" y="182667"/>
                      <a:pt x="30951" y="178579"/>
                      <a:pt x="40636" y="180487"/>
                    </a:cubicBezTo>
                    <a:lnTo>
                      <a:pt x="32453" y="175853"/>
                    </a:lnTo>
                    <a:cubicBezTo>
                      <a:pt x="30033" y="175480"/>
                      <a:pt x="27579" y="175341"/>
                      <a:pt x="25364" y="175308"/>
                    </a:cubicBezTo>
                    <a:close/>
                    <a:moveTo>
                      <a:pt x="174541" y="196299"/>
                    </a:moveTo>
                    <a:cubicBezTo>
                      <a:pt x="150540" y="219508"/>
                      <a:pt x="89792" y="227823"/>
                      <a:pt x="28636" y="213478"/>
                    </a:cubicBezTo>
                    <a:cubicBezTo>
                      <a:pt x="89792" y="239036"/>
                      <a:pt x="174235" y="224825"/>
                      <a:pt x="174541" y="196299"/>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29" name="Google Shape;2729;p90"/>
              <p:cNvSpPr/>
              <p:nvPr/>
            </p:nvSpPr>
            <p:spPr>
              <a:xfrm>
                <a:off x="4867646" y="3665912"/>
                <a:ext cx="123372" cy="204408"/>
              </a:xfrm>
              <a:custGeom>
                <a:avLst/>
                <a:gdLst/>
                <a:ahLst/>
                <a:cxnLst/>
                <a:rect l="l" t="t" r="r" b="b"/>
                <a:pathLst>
                  <a:path w="123372" h="204408" extrusionOk="0">
                    <a:moveTo>
                      <a:pt x="123373" y="0"/>
                    </a:moveTo>
                    <a:cubicBezTo>
                      <a:pt x="123373" y="16238"/>
                      <a:pt x="44984" y="28739"/>
                      <a:pt x="0" y="31677"/>
                    </a:cubicBezTo>
                    <a:lnTo>
                      <a:pt x="0" y="77853"/>
                    </a:lnTo>
                    <a:cubicBezTo>
                      <a:pt x="19000" y="79092"/>
                      <a:pt x="43945" y="82135"/>
                      <a:pt x="66441" y="86366"/>
                    </a:cubicBezTo>
                    <a:cubicBezTo>
                      <a:pt x="43949" y="90592"/>
                      <a:pt x="19000" y="93561"/>
                      <a:pt x="0" y="94800"/>
                    </a:cubicBezTo>
                    <a:lnTo>
                      <a:pt x="0" y="140976"/>
                    </a:lnTo>
                    <a:cubicBezTo>
                      <a:pt x="18977" y="142219"/>
                      <a:pt x="43889" y="145191"/>
                      <a:pt x="66366" y="149414"/>
                    </a:cubicBezTo>
                    <a:cubicBezTo>
                      <a:pt x="43889" y="153637"/>
                      <a:pt x="18977" y="156609"/>
                      <a:pt x="0" y="157852"/>
                    </a:cubicBezTo>
                    <a:lnTo>
                      <a:pt x="0" y="204409"/>
                    </a:lnTo>
                    <a:lnTo>
                      <a:pt x="22328" y="201187"/>
                    </a:lnTo>
                    <a:cubicBezTo>
                      <a:pt x="63905" y="194929"/>
                      <a:pt x="109781" y="183096"/>
                      <a:pt x="123373" y="172731"/>
                    </a:cubicBezTo>
                    <a:lnTo>
                      <a:pt x="123373" y="126097"/>
                    </a:lnTo>
                    <a:cubicBezTo>
                      <a:pt x="123373" y="123192"/>
                      <a:pt x="118046" y="120040"/>
                      <a:pt x="109486" y="116818"/>
                    </a:cubicBezTo>
                    <a:cubicBezTo>
                      <a:pt x="115488" y="114388"/>
                      <a:pt x="120287" y="111961"/>
                      <a:pt x="123373" y="109608"/>
                    </a:cubicBezTo>
                    <a:lnTo>
                      <a:pt x="123373" y="63048"/>
                    </a:lnTo>
                    <a:cubicBezTo>
                      <a:pt x="123373" y="60158"/>
                      <a:pt x="118114" y="56973"/>
                      <a:pt x="109639" y="53766"/>
                    </a:cubicBezTo>
                    <a:cubicBezTo>
                      <a:pt x="115581" y="51358"/>
                      <a:pt x="120302" y="48897"/>
                      <a:pt x="123373" y="46556"/>
                    </a:cubicBezTo>
                    <a:lnTo>
                      <a:pt x="123373" y="0"/>
                    </a:lnTo>
                    <a:lnTo>
                      <a:pt x="123373" y="0"/>
                    </a:lnTo>
                    <a:close/>
                    <a:moveTo>
                      <a:pt x="109508" y="121784"/>
                    </a:moveTo>
                    <a:cubicBezTo>
                      <a:pt x="115656" y="124222"/>
                      <a:pt x="117867" y="125876"/>
                      <a:pt x="118599" y="126571"/>
                    </a:cubicBezTo>
                    <a:cubicBezTo>
                      <a:pt x="118106" y="127557"/>
                      <a:pt x="116212" y="129595"/>
                      <a:pt x="110872" y="132183"/>
                    </a:cubicBezTo>
                    <a:cubicBezTo>
                      <a:pt x="110013" y="132593"/>
                      <a:pt x="109071" y="133008"/>
                      <a:pt x="108265" y="133355"/>
                    </a:cubicBezTo>
                    <a:lnTo>
                      <a:pt x="108268" y="133370"/>
                    </a:lnTo>
                    <a:cubicBezTo>
                      <a:pt x="99032" y="137343"/>
                      <a:pt x="84656" y="141237"/>
                      <a:pt x="66362" y="144709"/>
                    </a:cubicBezTo>
                    <a:cubicBezTo>
                      <a:pt x="57391" y="143041"/>
                      <a:pt x="47740" y="141514"/>
                      <a:pt x="38025" y="140210"/>
                    </a:cubicBezTo>
                    <a:cubicBezTo>
                      <a:pt x="65343" y="135319"/>
                      <a:pt x="92331" y="128479"/>
                      <a:pt x="109508" y="121784"/>
                    </a:cubicBezTo>
                    <a:close/>
                    <a:moveTo>
                      <a:pt x="109662" y="58736"/>
                    </a:moveTo>
                    <a:cubicBezTo>
                      <a:pt x="115716" y="61159"/>
                      <a:pt x="117886" y="62813"/>
                      <a:pt x="118603" y="63508"/>
                    </a:cubicBezTo>
                    <a:cubicBezTo>
                      <a:pt x="118233" y="64254"/>
                      <a:pt x="117042" y="65655"/>
                      <a:pt x="114028" y="67465"/>
                    </a:cubicBezTo>
                    <a:lnTo>
                      <a:pt x="114013" y="67439"/>
                    </a:lnTo>
                    <a:cubicBezTo>
                      <a:pt x="113430" y="67790"/>
                      <a:pt x="112728" y="68190"/>
                      <a:pt x="112052" y="68556"/>
                    </a:cubicBezTo>
                    <a:cubicBezTo>
                      <a:pt x="103245" y="73144"/>
                      <a:pt x="87539" y="77673"/>
                      <a:pt x="66594" y="81657"/>
                    </a:cubicBezTo>
                    <a:cubicBezTo>
                      <a:pt x="57563" y="79974"/>
                      <a:pt x="47893" y="78439"/>
                      <a:pt x="38182" y="77125"/>
                    </a:cubicBezTo>
                    <a:cubicBezTo>
                      <a:pt x="65645" y="72267"/>
                      <a:pt x="92365" y="65501"/>
                      <a:pt x="109662" y="58736"/>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sp>
        <p:nvSpPr>
          <p:cNvPr id="2730" name="Google Shape;2730;p90"/>
          <p:cNvSpPr/>
          <p:nvPr/>
        </p:nvSpPr>
        <p:spPr>
          <a:xfrm>
            <a:off x="3480562" y="2236853"/>
            <a:ext cx="806624" cy="337100"/>
          </a:xfrm>
          <a:custGeom>
            <a:avLst/>
            <a:gdLst/>
            <a:ahLst/>
            <a:cxnLst/>
            <a:rect l="l" t="t" r="r" b="b"/>
            <a:pathLst>
              <a:path w="983688" h="411098" extrusionOk="0">
                <a:moveTo>
                  <a:pt x="975356" y="43050"/>
                </a:moveTo>
                <a:cubicBezTo>
                  <a:pt x="979957" y="43050"/>
                  <a:pt x="983689" y="46814"/>
                  <a:pt x="983689" y="51459"/>
                </a:cubicBezTo>
                <a:cubicBezTo>
                  <a:pt x="983689" y="56100"/>
                  <a:pt x="979957" y="59867"/>
                  <a:pt x="975356" y="59867"/>
                </a:cubicBezTo>
                <a:cubicBezTo>
                  <a:pt x="970754" y="59867"/>
                  <a:pt x="967023" y="56100"/>
                  <a:pt x="967023" y="51459"/>
                </a:cubicBezTo>
                <a:cubicBezTo>
                  <a:pt x="967023" y="46814"/>
                  <a:pt x="970754" y="43050"/>
                  <a:pt x="975356" y="43050"/>
                </a:cubicBezTo>
                <a:close/>
                <a:moveTo>
                  <a:pt x="928340" y="51459"/>
                </a:moveTo>
                <a:cubicBezTo>
                  <a:pt x="928340" y="56100"/>
                  <a:pt x="932072" y="59867"/>
                  <a:pt x="936673" y="59867"/>
                </a:cubicBezTo>
                <a:cubicBezTo>
                  <a:pt x="941278" y="59867"/>
                  <a:pt x="945006" y="56100"/>
                  <a:pt x="945006" y="51459"/>
                </a:cubicBezTo>
                <a:cubicBezTo>
                  <a:pt x="945006" y="46814"/>
                  <a:pt x="941278" y="43050"/>
                  <a:pt x="936673" y="43050"/>
                </a:cubicBezTo>
                <a:cubicBezTo>
                  <a:pt x="932072" y="43050"/>
                  <a:pt x="928340" y="46814"/>
                  <a:pt x="928340" y="51459"/>
                </a:cubicBezTo>
                <a:close/>
                <a:moveTo>
                  <a:pt x="889662" y="51459"/>
                </a:moveTo>
                <a:cubicBezTo>
                  <a:pt x="889662" y="56100"/>
                  <a:pt x="893393" y="59867"/>
                  <a:pt x="897994" y="59867"/>
                </a:cubicBezTo>
                <a:cubicBezTo>
                  <a:pt x="902596" y="59867"/>
                  <a:pt x="906327" y="56100"/>
                  <a:pt x="906327" y="51459"/>
                </a:cubicBezTo>
                <a:cubicBezTo>
                  <a:pt x="906327" y="46814"/>
                  <a:pt x="902596" y="43050"/>
                  <a:pt x="897994" y="43050"/>
                </a:cubicBezTo>
                <a:cubicBezTo>
                  <a:pt x="893393" y="43050"/>
                  <a:pt x="889662" y="46814"/>
                  <a:pt x="889662" y="51459"/>
                </a:cubicBezTo>
                <a:close/>
                <a:moveTo>
                  <a:pt x="850979" y="51459"/>
                </a:moveTo>
                <a:cubicBezTo>
                  <a:pt x="850979" y="56100"/>
                  <a:pt x="854710" y="59867"/>
                  <a:pt x="859311" y="59867"/>
                </a:cubicBezTo>
                <a:cubicBezTo>
                  <a:pt x="863917" y="59867"/>
                  <a:pt x="867644" y="56100"/>
                  <a:pt x="867644" y="51459"/>
                </a:cubicBezTo>
                <a:cubicBezTo>
                  <a:pt x="867644" y="46814"/>
                  <a:pt x="863917" y="43050"/>
                  <a:pt x="859311" y="43050"/>
                </a:cubicBezTo>
                <a:cubicBezTo>
                  <a:pt x="854710" y="43050"/>
                  <a:pt x="850979" y="46814"/>
                  <a:pt x="850979" y="51459"/>
                </a:cubicBezTo>
                <a:close/>
                <a:moveTo>
                  <a:pt x="812300" y="51459"/>
                </a:moveTo>
                <a:cubicBezTo>
                  <a:pt x="812300" y="56100"/>
                  <a:pt x="816031" y="59867"/>
                  <a:pt x="820633" y="59867"/>
                </a:cubicBezTo>
                <a:cubicBezTo>
                  <a:pt x="825234" y="59867"/>
                  <a:pt x="828965" y="56100"/>
                  <a:pt x="828965" y="51459"/>
                </a:cubicBezTo>
                <a:cubicBezTo>
                  <a:pt x="828965" y="46814"/>
                  <a:pt x="825234" y="43050"/>
                  <a:pt x="820633" y="43050"/>
                </a:cubicBezTo>
                <a:cubicBezTo>
                  <a:pt x="816031" y="43050"/>
                  <a:pt x="812300" y="46814"/>
                  <a:pt x="812300" y="51459"/>
                </a:cubicBezTo>
                <a:close/>
                <a:moveTo>
                  <a:pt x="773617" y="51459"/>
                </a:moveTo>
                <a:cubicBezTo>
                  <a:pt x="773617" y="56100"/>
                  <a:pt x="777348" y="59867"/>
                  <a:pt x="781950" y="59867"/>
                </a:cubicBezTo>
                <a:cubicBezTo>
                  <a:pt x="786555" y="59867"/>
                  <a:pt x="790282" y="56100"/>
                  <a:pt x="790282" y="51459"/>
                </a:cubicBezTo>
                <a:cubicBezTo>
                  <a:pt x="790282" y="46814"/>
                  <a:pt x="786555" y="43050"/>
                  <a:pt x="781950" y="43050"/>
                </a:cubicBezTo>
                <a:cubicBezTo>
                  <a:pt x="777348" y="43050"/>
                  <a:pt x="773617" y="46814"/>
                  <a:pt x="773617" y="51459"/>
                </a:cubicBezTo>
                <a:close/>
                <a:moveTo>
                  <a:pt x="734938" y="51459"/>
                </a:moveTo>
                <a:cubicBezTo>
                  <a:pt x="734938" y="56100"/>
                  <a:pt x="738669" y="59867"/>
                  <a:pt x="743271" y="59867"/>
                </a:cubicBezTo>
                <a:cubicBezTo>
                  <a:pt x="747872" y="59867"/>
                  <a:pt x="751603" y="56100"/>
                  <a:pt x="751603" y="51459"/>
                </a:cubicBezTo>
                <a:cubicBezTo>
                  <a:pt x="751603" y="46814"/>
                  <a:pt x="747872" y="43050"/>
                  <a:pt x="743271" y="43050"/>
                </a:cubicBezTo>
                <a:cubicBezTo>
                  <a:pt x="738669" y="43050"/>
                  <a:pt x="734938" y="46814"/>
                  <a:pt x="734938" y="51459"/>
                </a:cubicBezTo>
                <a:close/>
                <a:moveTo>
                  <a:pt x="696255" y="51459"/>
                </a:moveTo>
                <a:cubicBezTo>
                  <a:pt x="696255" y="56100"/>
                  <a:pt x="699987" y="59867"/>
                  <a:pt x="704588" y="59867"/>
                </a:cubicBezTo>
                <a:cubicBezTo>
                  <a:pt x="709190" y="59867"/>
                  <a:pt x="712921" y="56100"/>
                  <a:pt x="712921" y="51459"/>
                </a:cubicBezTo>
                <a:cubicBezTo>
                  <a:pt x="712921" y="46814"/>
                  <a:pt x="709190" y="43050"/>
                  <a:pt x="704588" y="43050"/>
                </a:cubicBezTo>
                <a:cubicBezTo>
                  <a:pt x="699987" y="43050"/>
                  <a:pt x="696255" y="46814"/>
                  <a:pt x="696255" y="51459"/>
                </a:cubicBezTo>
                <a:close/>
                <a:moveTo>
                  <a:pt x="657576" y="51459"/>
                </a:moveTo>
                <a:cubicBezTo>
                  <a:pt x="657576" y="56100"/>
                  <a:pt x="661308" y="59867"/>
                  <a:pt x="665909" y="59867"/>
                </a:cubicBezTo>
                <a:cubicBezTo>
                  <a:pt x="670510" y="59867"/>
                  <a:pt x="674242" y="56100"/>
                  <a:pt x="674242" y="51459"/>
                </a:cubicBezTo>
                <a:cubicBezTo>
                  <a:pt x="674242" y="46814"/>
                  <a:pt x="670510" y="43050"/>
                  <a:pt x="665909" y="43050"/>
                </a:cubicBezTo>
                <a:cubicBezTo>
                  <a:pt x="661308" y="43050"/>
                  <a:pt x="657576" y="46814"/>
                  <a:pt x="657576" y="51459"/>
                </a:cubicBezTo>
                <a:close/>
                <a:moveTo>
                  <a:pt x="618894" y="51459"/>
                </a:moveTo>
                <a:cubicBezTo>
                  <a:pt x="618894" y="56100"/>
                  <a:pt x="622625" y="59867"/>
                  <a:pt x="627226" y="59867"/>
                </a:cubicBezTo>
                <a:cubicBezTo>
                  <a:pt x="631828" y="59867"/>
                  <a:pt x="635559" y="56100"/>
                  <a:pt x="635559" y="51459"/>
                </a:cubicBezTo>
                <a:cubicBezTo>
                  <a:pt x="635559" y="46814"/>
                  <a:pt x="631828" y="43050"/>
                  <a:pt x="627226" y="43050"/>
                </a:cubicBezTo>
                <a:cubicBezTo>
                  <a:pt x="622625" y="43050"/>
                  <a:pt x="618894" y="46814"/>
                  <a:pt x="618894" y="51459"/>
                </a:cubicBezTo>
                <a:close/>
                <a:moveTo>
                  <a:pt x="580215" y="51459"/>
                </a:moveTo>
                <a:cubicBezTo>
                  <a:pt x="580215" y="56100"/>
                  <a:pt x="583946" y="59867"/>
                  <a:pt x="588547" y="59867"/>
                </a:cubicBezTo>
                <a:cubicBezTo>
                  <a:pt x="593149" y="59867"/>
                  <a:pt x="596880" y="56100"/>
                  <a:pt x="596880" y="51459"/>
                </a:cubicBezTo>
                <a:cubicBezTo>
                  <a:pt x="596880" y="46814"/>
                  <a:pt x="593149" y="43050"/>
                  <a:pt x="588547" y="43050"/>
                </a:cubicBezTo>
                <a:cubicBezTo>
                  <a:pt x="583946" y="43050"/>
                  <a:pt x="580215" y="46814"/>
                  <a:pt x="580215" y="51459"/>
                </a:cubicBezTo>
                <a:close/>
                <a:moveTo>
                  <a:pt x="541532" y="51459"/>
                </a:moveTo>
                <a:cubicBezTo>
                  <a:pt x="541532" y="56100"/>
                  <a:pt x="545263" y="59867"/>
                  <a:pt x="549865" y="59867"/>
                </a:cubicBezTo>
                <a:cubicBezTo>
                  <a:pt x="554466" y="59867"/>
                  <a:pt x="558197" y="56100"/>
                  <a:pt x="558197" y="51459"/>
                </a:cubicBezTo>
                <a:cubicBezTo>
                  <a:pt x="558197" y="46814"/>
                  <a:pt x="554466" y="43050"/>
                  <a:pt x="549865" y="43050"/>
                </a:cubicBezTo>
                <a:cubicBezTo>
                  <a:pt x="545263" y="43050"/>
                  <a:pt x="541532" y="46814"/>
                  <a:pt x="541532" y="51459"/>
                </a:cubicBezTo>
                <a:close/>
                <a:moveTo>
                  <a:pt x="502853" y="51459"/>
                </a:moveTo>
                <a:cubicBezTo>
                  <a:pt x="502853" y="56100"/>
                  <a:pt x="506580" y="59867"/>
                  <a:pt x="511186" y="59867"/>
                </a:cubicBezTo>
                <a:cubicBezTo>
                  <a:pt x="515787" y="59867"/>
                  <a:pt x="519518" y="56100"/>
                  <a:pt x="519518" y="51459"/>
                </a:cubicBezTo>
                <a:cubicBezTo>
                  <a:pt x="519518" y="46814"/>
                  <a:pt x="515787" y="43050"/>
                  <a:pt x="511186" y="43050"/>
                </a:cubicBezTo>
                <a:cubicBezTo>
                  <a:pt x="506580" y="43050"/>
                  <a:pt x="502853" y="46814"/>
                  <a:pt x="502853" y="51459"/>
                </a:cubicBezTo>
                <a:close/>
                <a:moveTo>
                  <a:pt x="464170" y="51459"/>
                </a:moveTo>
                <a:cubicBezTo>
                  <a:pt x="464170" y="56100"/>
                  <a:pt x="467902" y="59867"/>
                  <a:pt x="472503" y="59867"/>
                </a:cubicBezTo>
                <a:cubicBezTo>
                  <a:pt x="477104" y="59867"/>
                  <a:pt x="480836" y="56100"/>
                  <a:pt x="480836" y="51459"/>
                </a:cubicBezTo>
                <a:cubicBezTo>
                  <a:pt x="480836" y="46814"/>
                  <a:pt x="477104" y="43050"/>
                  <a:pt x="472503" y="43050"/>
                </a:cubicBezTo>
                <a:cubicBezTo>
                  <a:pt x="467902" y="43050"/>
                  <a:pt x="464170" y="46814"/>
                  <a:pt x="464170" y="51459"/>
                </a:cubicBezTo>
                <a:close/>
                <a:moveTo>
                  <a:pt x="425491" y="51459"/>
                </a:moveTo>
                <a:cubicBezTo>
                  <a:pt x="425491" y="56100"/>
                  <a:pt x="429219" y="59867"/>
                  <a:pt x="433824" y="59867"/>
                </a:cubicBezTo>
                <a:cubicBezTo>
                  <a:pt x="438425" y="59867"/>
                  <a:pt x="442157" y="56100"/>
                  <a:pt x="442157" y="51459"/>
                </a:cubicBezTo>
                <a:cubicBezTo>
                  <a:pt x="442157" y="46814"/>
                  <a:pt x="438425" y="43050"/>
                  <a:pt x="433824" y="43050"/>
                </a:cubicBezTo>
                <a:cubicBezTo>
                  <a:pt x="429219" y="43050"/>
                  <a:pt x="425491" y="46814"/>
                  <a:pt x="425491" y="51459"/>
                </a:cubicBezTo>
                <a:close/>
                <a:moveTo>
                  <a:pt x="386809" y="51459"/>
                </a:moveTo>
                <a:cubicBezTo>
                  <a:pt x="386809" y="56100"/>
                  <a:pt x="390540" y="59867"/>
                  <a:pt x="395141" y="59867"/>
                </a:cubicBezTo>
                <a:cubicBezTo>
                  <a:pt x="399743" y="59867"/>
                  <a:pt x="403474" y="56100"/>
                  <a:pt x="403474" y="51459"/>
                </a:cubicBezTo>
                <a:cubicBezTo>
                  <a:pt x="403474" y="46814"/>
                  <a:pt x="399743" y="43050"/>
                  <a:pt x="395141" y="43050"/>
                </a:cubicBezTo>
                <a:cubicBezTo>
                  <a:pt x="390540" y="43050"/>
                  <a:pt x="386809" y="46814"/>
                  <a:pt x="386809" y="51459"/>
                </a:cubicBezTo>
                <a:close/>
                <a:moveTo>
                  <a:pt x="348126" y="51459"/>
                </a:moveTo>
                <a:cubicBezTo>
                  <a:pt x="348126" y="56100"/>
                  <a:pt x="351857" y="59867"/>
                  <a:pt x="356458" y="59867"/>
                </a:cubicBezTo>
                <a:cubicBezTo>
                  <a:pt x="361064" y="59867"/>
                  <a:pt x="364791" y="56100"/>
                  <a:pt x="364791" y="51459"/>
                </a:cubicBezTo>
                <a:cubicBezTo>
                  <a:pt x="364791" y="46814"/>
                  <a:pt x="361064" y="43050"/>
                  <a:pt x="356458" y="43050"/>
                </a:cubicBezTo>
                <a:cubicBezTo>
                  <a:pt x="351857" y="43050"/>
                  <a:pt x="348126" y="46814"/>
                  <a:pt x="348126" y="51459"/>
                </a:cubicBezTo>
                <a:close/>
                <a:moveTo>
                  <a:pt x="309447" y="51459"/>
                </a:moveTo>
                <a:cubicBezTo>
                  <a:pt x="309447" y="56100"/>
                  <a:pt x="313178" y="59867"/>
                  <a:pt x="317780" y="59867"/>
                </a:cubicBezTo>
                <a:cubicBezTo>
                  <a:pt x="322381" y="59867"/>
                  <a:pt x="326112" y="56100"/>
                  <a:pt x="326112" y="51459"/>
                </a:cubicBezTo>
                <a:cubicBezTo>
                  <a:pt x="326112" y="46814"/>
                  <a:pt x="322381" y="43050"/>
                  <a:pt x="317780" y="43050"/>
                </a:cubicBezTo>
                <a:cubicBezTo>
                  <a:pt x="313178" y="43050"/>
                  <a:pt x="309447" y="46814"/>
                  <a:pt x="309447" y="51459"/>
                </a:cubicBezTo>
                <a:close/>
                <a:moveTo>
                  <a:pt x="270764" y="51459"/>
                </a:moveTo>
                <a:cubicBezTo>
                  <a:pt x="270764" y="56100"/>
                  <a:pt x="274495" y="59867"/>
                  <a:pt x="279097" y="59867"/>
                </a:cubicBezTo>
                <a:cubicBezTo>
                  <a:pt x="283702" y="59867"/>
                  <a:pt x="287429" y="56100"/>
                  <a:pt x="287429" y="51459"/>
                </a:cubicBezTo>
                <a:cubicBezTo>
                  <a:pt x="287429" y="46814"/>
                  <a:pt x="283702" y="43050"/>
                  <a:pt x="279097" y="43050"/>
                </a:cubicBezTo>
                <a:cubicBezTo>
                  <a:pt x="274495" y="43050"/>
                  <a:pt x="270764" y="46814"/>
                  <a:pt x="270764" y="51459"/>
                </a:cubicBezTo>
                <a:close/>
                <a:moveTo>
                  <a:pt x="232085" y="51459"/>
                </a:moveTo>
                <a:cubicBezTo>
                  <a:pt x="232085" y="56100"/>
                  <a:pt x="235816" y="59867"/>
                  <a:pt x="240418" y="59867"/>
                </a:cubicBezTo>
                <a:cubicBezTo>
                  <a:pt x="245019" y="59867"/>
                  <a:pt x="248750" y="56100"/>
                  <a:pt x="248750" y="51459"/>
                </a:cubicBezTo>
                <a:cubicBezTo>
                  <a:pt x="248750" y="46814"/>
                  <a:pt x="245019" y="43050"/>
                  <a:pt x="240418" y="43050"/>
                </a:cubicBezTo>
                <a:cubicBezTo>
                  <a:pt x="235816" y="43050"/>
                  <a:pt x="232085" y="46814"/>
                  <a:pt x="232085" y="51459"/>
                </a:cubicBezTo>
                <a:close/>
                <a:moveTo>
                  <a:pt x="193402" y="51459"/>
                </a:moveTo>
                <a:cubicBezTo>
                  <a:pt x="193402" y="56100"/>
                  <a:pt x="197134" y="59867"/>
                  <a:pt x="201735" y="59867"/>
                </a:cubicBezTo>
                <a:cubicBezTo>
                  <a:pt x="206340" y="59867"/>
                  <a:pt x="210068" y="56100"/>
                  <a:pt x="210068" y="51459"/>
                </a:cubicBezTo>
                <a:cubicBezTo>
                  <a:pt x="210068" y="46814"/>
                  <a:pt x="206340" y="43050"/>
                  <a:pt x="201735" y="43050"/>
                </a:cubicBezTo>
                <a:cubicBezTo>
                  <a:pt x="197134" y="43050"/>
                  <a:pt x="193402" y="46814"/>
                  <a:pt x="193402" y="51459"/>
                </a:cubicBezTo>
                <a:close/>
                <a:moveTo>
                  <a:pt x="154723" y="51459"/>
                </a:moveTo>
                <a:cubicBezTo>
                  <a:pt x="154723" y="56100"/>
                  <a:pt x="158455" y="59867"/>
                  <a:pt x="163056" y="59867"/>
                </a:cubicBezTo>
                <a:cubicBezTo>
                  <a:pt x="167658" y="59867"/>
                  <a:pt x="171389" y="56100"/>
                  <a:pt x="171389" y="51459"/>
                </a:cubicBezTo>
                <a:cubicBezTo>
                  <a:pt x="171389" y="46814"/>
                  <a:pt x="167658" y="43050"/>
                  <a:pt x="163056" y="43050"/>
                </a:cubicBezTo>
                <a:cubicBezTo>
                  <a:pt x="158455" y="43050"/>
                  <a:pt x="154723" y="46814"/>
                  <a:pt x="154723" y="51459"/>
                </a:cubicBezTo>
                <a:close/>
                <a:moveTo>
                  <a:pt x="116041" y="51459"/>
                </a:moveTo>
                <a:cubicBezTo>
                  <a:pt x="116041" y="56100"/>
                  <a:pt x="119772" y="59867"/>
                  <a:pt x="124373" y="59867"/>
                </a:cubicBezTo>
                <a:cubicBezTo>
                  <a:pt x="128975" y="59867"/>
                  <a:pt x="132706" y="56100"/>
                  <a:pt x="132706" y="51459"/>
                </a:cubicBezTo>
                <a:cubicBezTo>
                  <a:pt x="132706" y="46814"/>
                  <a:pt x="128975" y="43050"/>
                  <a:pt x="124373" y="43050"/>
                </a:cubicBezTo>
                <a:cubicBezTo>
                  <a:pt x="119772" y="43050"/>
                  <a:pt x="116041" y="46814"/>
                  <a:pt x="116041" y="51459"/>
                </a:cubicBezTo>
                <a:close/>
                <a:moveTo>
                  <a:pt x="77362" y="51459"/>
                </a:moveTo>
                <a:cubicBezTo>
                  <a:pt x="77362" y="56100"/>
                  <a:pt x="81093" y="59867"/>
                  <a:pt x="85694" y="59867"/>
                </a:cubicBezTo>
                <a:cubicBezTo>
                  <a:pt x="90296" y="59867"/>
                  <a:pt x="94027" y="56100"/>
                  <a:pt x="94027" y="51459"/>
                </a:cubicBezTo>
                <a:cubicBezTo>
                  <a:pt x="94027" y="46814"/>
                  <a:pt x="90296" y="43050"/>
                  <a:pt x="85694" y="43050"/>
                </a:cubicBezTo>
                <a:cubicBezTo>
                  <a:pt x="81093" y="43050"/>
                  <a:pt x="77362" y="46814"/>
                  <a:pt x="77362" y="51459"/>
                </a:cubicBezTo>
                <a:close/>
                <a:moveTo>
                  <a:pt x="38679" y="51459"/>
                </a:moveTo>
                <a:cubicBezTo>
                  <a:pt x="38679" y="56100"/>
                  <a:pt x="42410" y="59867"/>
                  <a:pt x="47012" y="59867"/>
                </a:cubicBezTo>
                <a:cubicBezTo>
                  <a:pt x="51613" y="59867"/>
                  <a:pt x="55344" y="56100"/>
                  <a:pt x="55344" y="51459"/>
                </a:cubicBezTo>
                <a:cubicBezTo>
                  <a:pt x="55344" y="46814"/>
                  <a:pt x="51613" y="43050"/>
                  <a:pt x="47012" y="43050"/>
                </a:cubicBezTo>
                <a:cubicBezTo>
                  <a:pt x="42410" y="43050"/>
                  <a:pt x="38679" y="46814"/>
                  <a:pt x="38679" y="51459"/>
                </a:cubicBezTo>
                <a:close/>
                <a:moveTo>
                  <a:pt x="0" y="51459"/>
                </a:moveTo>
                <a:cubicBezTo>
                  <a:pt x="0" y="56100"/>
                  <a:pt x="3731" y="59867"/>
                  <a:pt x="8333" y="59867"/>
                </a:cubicBezTo>
                <a:cubicBezTo>
                  <a:pt x="12934" y="59867"/>
                  <a:pt x="16665" y="56100"/>
                  <a:pt x="16665" y="51459"/>
                </a:cubicBezTo>
                <a:cubicBezTo>
                  <a:pt x="16665" y="46814"/>
                  <a:pt x="12934" y="43050"/>
                  <a:pt x="8333" y="43050"/>
                </a:cubicBezTo>
                <a:cubicBezTo>
                  <a:pt x="3731" y="43050"/>
                  <a:pt x="0" y="46814"/>
                  <a:pt x="0" y="51459"/>
                </a:cubicBezTo>
                <a:close/>
                <a:moveTo>
                  <a:pt x="967023" y="95484"/>
                </a:moveTo>
                <a:cubicBezTo>
                  <a:pt x="967023" y="100128"/>
                  <a:pt x="970754" y="103892"/>
                  <a:pt x="975356" y="103892"/>
                </a:cubicBezTo>
                <a:cubicBezTo>
                  <a:pt x="979957" y="103892"/>
                  <a:pt x="983689" y="100128"/>
                  <a:pt x="983689" y="95484"/>
                </a:cubicBezTo>
                <a:cubicBezTo>
                  <a:pt x="983689" y="90839"/>
                  <a:pt x="979957" y="87075"/>
                  <a:pt x="975356" y="87075"/>
                </a:cubicBezTo>
                <a:cubicBezTo>
                  <a:pt x="970754" y="87075"/>
                  <a:pt x="967023" y="90839"/>
                  <a:pt x="967023" y="95484"/>
                </a:cubicBezTo>
                <a:close/>
                <a:moveTo>
                  <a:pt x="928340" y="95484"/>
                </a:moveTo>
                <a:cubicBezTo>
                  <a:pt x="928340" y="100128"/>
                  <a:pt x="932072" y="103892"/>
                  <a:pt x="936673" y="103892"/>
                </a:cubicBezTo>
                <a:cubicBezTo>
                  <a:pt x="941278" y="103892"/>
                  <a:pt x="945006" y="100128"/>
                  <a:pt x="945006" y="95484"/>
                </a:cubicBezTo>
                <a:cubicBezTo>
                  <a:pt x="945006" y="90839"/>
                  <a:pt x="941278" y="87075"/>
                  <a:pt x="936673" y="87075"/>
                </a:cubicBezTo>
                <a:cubicBezTo>
                  <a:pt x="932072" y="87075"/>
                  <a:pt x="928340" y="90839"/>
                  <a:pt x="928340" y="95484"/>
                </a:cubicBezTo>
                <a:close/>
                <a:moveTo>
                  <a:pt x="889662" y="95484"/>
                </a:moveTo>
                <a:cubicBezTo>
                  <a:pt x="889662" y="100128"/>
                  <a:pt x="893393" y="103892"/>
                  <a:pt x="897994" y="103892"/>
                </a:cubicBezTo>
                <a:cubicBezTo>
                  <a:pt x="902596" y="103892"/>
                  <a:pt x="906327" y="100128"/>
                  <a:pt x="906327" y="95484"/>
                </a:cubicBezTo>
                <a:cubicBezTo>
                  <a:pt x="906327" y="90839"/>
                  <a:pt x="902596" y="87075"/>
                  <a:pt x="897994" y="87075"/>
                </a:cubicBezTo>
                <a:cubicBezTo>
                  <a:pt x="893393" y="87075"/>
                  <a:pt x="889662" y="90839"/>
                  <a:pt x="889662" y="95484"/>
                </a:cubicBezTo>
                <a:close/>
                <a:moveTo>
                  <a:pt x="850979" y="95484"/>
                </a:moveTo>
                <a:cubicBezTo>
                  <a:pt x="850979" y="100128"/>
                  <a:pt x="854710" y="103892"/>
                  <a:pt x="859311" y="103892"/>
                </a:cubicBezTo>
                <a:cubicBezTo>
                  <a:pt x="863917" y="103892"/>
                  <a:pt x="867644" y="100128"/>
                  <a:pt x="867644" y="95484"/>
                </a:cubicBezTo>
                <a:cubicBezTo>
                  <a:pt x="867644" y="90839"/>
                  <a:pt x="863917" y="87075"/>
                  <a:pt x="859311" y="87075"/>
                </a:cubicBezTo>
                <a:cubicBezTo>
                  <a:pt x="854710" y="87075"/>
                  <a:pt x="850979" y="90839"/>
                  <a:pt x="850979" y="95484"/>
                </a:cubicBezTo>
                <a:close/>
                <a:moveTo>
                  <a:pt x="812300" y="95484"/>
                </a:moveTo>
                <a:cubicBezTo>
                  <a:pt x="812300" y="100128"/>
                  <a:pt x="816031" y="103892"/>
                  <a:pt x="820633" y="103892"/>
                </a:cubicBezTo>
                <a:cubicBezTo>
                  <a:pt x="825234" y="103892"/>
                  <a:pt x="828965" y="100128"/>
                  <a:pt x="828965" y="95484"/>
                </a:cubicBezTo>
                <a:cubicBezTo>
                  <a:pt x="828965" y="90839"/>
                  <a:pt x="825234" y="87075"/>
                  <a:pt x="820633" y="87075"/>
                </a:cubicBezTo>
                <a:cubicBezTo>
                  <a:pt x="816031" y="87075"/>
                  <a:pt x="812300" y="90839"/>
                  <a:pt x="812300" y="95484"/>
                </a:cubicBezTo>
                <a:close/>
                <a:moveTo>
                  <a:pt x="773617" y="95484"/>
                </a:moveTo>
                <a:cubicBezTo>
                  <a:pt x="773617" y="100128"/>
                  <a:pt x="777348" y="103892"/>
                  <a:pt x="781950" y="103892"/>
                </a:cubicBezTo>
                <a:cubicBezTo>
                  <a:pt x="786555" y="103892"/>
                  <a:pt x="790282" y="100128"/>
                  <a:pt x="790282" y="95484"/>
                </a:cubicBezTo>
                <a:cubicBezTo>
                  <a:pt x="790282" y="90839"/>
                  <a:pt x="786555" y="87075"/>
                  <a:pt x="781950" y="87075"/>
                </a:cubicBezTo>
                <a:cubicBezTo>
                  <a:pt x="777348" y="87075"/>
                  <a:pt x="773617" y="90839"/>
                  <a:pt x="773617" y="95484"/>
                </a:cubicBezTo>
                <a:close/>
                <a:moveTo>
                  <a:pt x="734938" y="95484"/>
                </a:moveTo>
                <a:cubicBezTo>
                  <a:pt x="734938" y="100128"/>
                  <a:pt x="738669" y="103892"/>
                  <a:pt x="743271" y="103892"/>
                </a:cubicBezTo>
                <a:cubicBezTo>
                  <a:pt x="747872" y="103892"/>
                  <a:pt x="751603" y="100128"/>
                  <a:pt x="751603" y="95484"/>
                </a:cubicBezTo>
                <a:cubicBezTo>
                  <a:pt x="751603" y="90839"/>
                  <a:pt x="747872" y="87075"/>
                  <a:pt x="743271" y="87075"/>
                </a:cubicBezTo>
                <a:cubicBezTo>
                  <a:pt x="738669" y="87075"/>
                  <a:pt x="734938" y="90839"/>
                  <a:pt x="734938" y="95484"/>
                </a:cubicBezTo>
                <a:close/>
                <a:moveTo>
                  <a:pt x="696255" y="95484"/>
                </a:moveTo>
                <a:cubicBezTo>
                  <a:pt x="696255" y="100128"/>
                  <a:pt x="699987" y="103892"/>
                  <a:pt x="704588" y="103892"/>
                </a:cubicBezTo>
                <a:cubicBezTo>
                  <a:pt x="709190" y="103892"/>
                  <a:pt x="712921" y="100128"/>
                  <a:pt x="712921" y="95484"/>
                </a:cubicBezTo>
                <a:cubicBezTo>
                  <a:pt x="712921" y="90839"/>
                  <a:pt x="709190" y="87075"/>
                  <a:pt x="704588" y="87075"/>
                </a:cubicBezTo>
                <a:cubicBezTo>
                  <a:pt x="699987" y="87075"/>
                  <a:pt x="696255" y="90839"/>
                  <a:pt x="696255" y="95484"/>
                </a:cubicBezTo>
                <a:close/>
                <a:moveTo>
                  <a:pt x="657576" y="95484"/>
                </a:moveTo>
                <a:cubicBezTo>
                  <a:pt x="657576" y="100128"/>
                  <a:pt x="661308" y="103892"/>
                  <a:pt x="665909" y="103892"/>
                </a:cubicBezTo>
                <a:cubicBezTo>
                  <a:pt x="670510" y="103892"/>
                  <a:pt x="674242" y="100128"/>
                  <a:pt x="674242" y="95484"/>
                </a:cubicBezTo>
                <a:cubicBezTo>
                  <a:pt x="674242" y="90839"/>
                  <a:pt x="670510" y="87075"/>
                  <a:pt x="665909" y="87075"/>
                </a:cubicBezTo>
                <a:cubicBezTo>
                  <a:pt x="661308" y="87075"/>
                  <a:pt x="657576" y="90839"/>
                  <a:pt x="657576" y="95484"/>
                </a:cubicBezTo>
                <a:close/>
                <a:moveTo>
                  <a:pt x="618894" y="95484"/>
                </a:moveTo>
                <a:cubicBezTo>
                  <a:pt x="618894" y="100128"/>
                  <a:pt x="622625" y="103892"/>
                  <a:pt x="627226" y="103892"/>
                </a:cubicBezTo>
                <a:cubicBezTo>
                  <a:pt x="631828" y="103892"/>
                  <a:pt x="635559" y="100128"/>
                  <a:pt x="635559" y="95484"/>
                </a:cubicBezTo>
                <a:cubicBezTo>
                  <a:pt x="635559" y="90839"/>
                  <a:pt x="631828" y="87075"/>
                  <a:pt x="627226" y="87075"/>
                </a:cubicBezTo>
                <a:cubicBezTo>
                  <a:pt x="622625" y="87075"/>
                  <a:pt x="618894" y="90839"/>
                  <a:pt x="618894" y="95484"/>
                </a:cubicBezTo>
                <a:close/>
                <a:moveTo>
                  <a:pt x="580215" y="95484"/>
                </a:moveTo>
                <a:cubicBezTo>
                  <a:pt x="580215" y="100128"/>
                  <a:pt x="583946" y="103892"/>
                  <a:pt x="588547" y="103892"/>
                </a:cubicBezTo>
                <a:cubicBezTo>
                  <a:pt x="593149" y="103892"/>
                  <a:pt x="596880" y="100128"/>
                  <a:pt x="596880" y="95484"/>
                </a:cubicBezTo>
                <a:cubicBezTo>
                  <a:pt x="596880" y="90839"/>
                  <a:pt x="593149" y="87075"/>
                  <a:pt x="588547" y="87075"/>
                </a:cubicBezTo>
                <a:cubicBezTo>
                  <a:pt x="583946" y="87075"/>
                  <a:pt x="580215" y="90839"/>
                  <a:pt x="580215" y="95484"/>
                </a:cubicBezTo>
                <a:close/>
                <a:moveTo>
                  <a:pt x="541532" y="95484"/>
                </a:moveTo>
                <a:cubicBezTo>
                  <a:pt x="541532" y="100128"/>
                  <a:pt x="545263" y="103892"/>
                  <a:pt x="549865" y="103892"/>
                </a:cubicBezTo>
                <a:cubicBezTo>
                  <a:pt x="554466" y="103892"/>
                  <a:pt x="558197" y="100128"/>
                  <a:pt x="558197" y="95484"/>
                </a:cubicBezTo>
                <a:cubicBezTo>
                  <a:pt x="558197" y="90839"/>
                  <a:pt x="554466" y="87075"/>
                  <a:pt x="549865" y="87075"/>
                </a:cubicBezTo>
                <a:cubicBezTo>
                  <a:pt x="545263" y="87075"/>
                  <a:pt x="541532" y="90839"/>
                  <a:pt x="541532" y="95484"/>
                </a:cubicBezTo>
                <a:close/>
                <a:moveTo>
                  <a:pt x="502853" y="95484"/>
                </a:moveTo>
                <a:cubicBezTo>
                  <a:pt x="502853" y="100128"/>
                  <a:pt x="506580" y="103892"/>
                  <a:pt x="511186" y="103892"/>
                </a:cubicBezTo>
                <a:cubicBezTo>
                  <a:pt x="515787" y="103892"/>
                  <a:pt x="519518" y="100128"/>
                  <a:pt x="519518" y="95484"/>
                </a:cubicBezTo>
                <a:cubicBezTo>
                  <a:pt x="519518" y="90839"/>
                  <a:pt x="515787" y="87075"/>
                  <a:pt x="511186" y="87075"/>
                </a:cubicBezTo>
                <a:cubicBezTo>
                  <a:pt x="506580" y="87075"/>
                  <a:pt x="502853" y="90839"/>
                  <a:pt x="502853" y="95484"/>
                </a:cubicBezTo>
                <a:close/>
                <a:moveTo>
                  <a:pt x="464170" y="95484"/>
                </a:moveTo>
                <a:cubicBezTo>
                  <a:pt x="464170" y="100128"/>
                  <a:pt x="467902" y="103892"/>
                  <a:pt x="472503" y="103892"/>
                </a:cubicBezTo>
                <a:cubicBezTo>
                  <a:pt x="477104" y="103892"/>
                  <a:pt x="480836" y="100128"/>
                  <a:pt x="480836" y="95484"/>
                </a:cubicBezTo>
                <a:cubicBezTo>
                  <a:pt x="480836" y="90839"/>
                  <a:pt x="477104" y="87075"/>
                  <a:pt x="472503" y="87075"/>
                </a:cubicBezTo>
                <a:cubicBezTo>
                  <a:pt x="467902" y="87075"/>
                  <a:pt x="464170" y="90839"/>
                  <a:pt x="464170" y="95484"/>
                </a:cubicBezTo>
                <a:close/>
                <a:moveTo>
                  <a:pt x="425491" y="95484"/>
                </a:moveTo>
                <a:cubicBezTo>
                  <a:pt x="425491" y="100128"/>
                  <a:pt x="429219" y="103892"/>
                  <a:pt x="433824" y="103892"/>
                </a:cubicBezTo>
                <a:cubicBezTo>
                  <a:pt x="438425" y="103892"/>
                  <a:pt x="442157" y="100128"/>
                  <a:pt x="442157" y="95484"/>
                </a:cubicBezTo>
                <a:cubicBezTo>
                  <a:pt x="442157" y="90839"/>
                  <a:pt x="438425" y="87075"/>
                  <a:pt x="433824" y="87075"/>
                </a:cubicBezTo>
                <a:cubicBezTo>
                  <a:pt x="429219" y="87075"/>
                  <a:pt x="425491" y="90839"/>
                  <a:pt x="425491" y="95484"/>
                </a:cubicBezTo>
                <a:close/>
                <a:moveTo>
                  <a:pt x="386809" y="95484"/>
                </a:moveTo>
                <a:cubicBezTo>
                  <a:pt x="386809" y="100128"/>
                  <a:pt x="390540" y="103892"/>
                  <a:pt x="395141" y="103892"/>
                </a:cubicBezTo>
                <a:cubicBezTo>
                  <a:pt x="399743" y="103892"/>
                  <a:pt x="403474" y="100128"/>
                  <a:pt x="403474" y="95484"/>
                </a:cubicBezTo>
                <a:cubicBezTo>
                  <a:pt x="403474" y="90839"/>
                  <a:pt x="399743" y="87075"/>
                  <a:pt x="395141" y="87075"/>
                </a:cubicBezTo>
                <a:cubicBezTo>
                  <a:pt x="390540" y="87075"/>
                  <a:pt x="386809" y="90839"/>
                  <a:pt x="386809" y="95484"/>
                </a:cubicBezTo>
                <a:close/>
                <a:moveTo>
                  <a:pt x="348126" y="95484"/>
                </a:moveTo>
                <a:cubicBezTo>
                  <a:pt x="348126" y="100128"/>
                  <a:pt x="351857" y="103892"/>
                  <a:pt x="356458" y="103892"/>
                </a:cubicBezTo>
                <a:cubicBezTo>
                  <a:pt x="361064" y="103892"/>
                  <a:pt x="364791" y="100128"/>
                  <a:pt x="364791" y="95484"/>
                </a:cubicBezTo>
                <a:cubicBezTo>
                  <a:pt x="364791" y="90839"/>
                  <a:pt x="361064" y="87075"/>
                  <a:pt x="356458" y="87075"/>
                </a:cubicBezTo>
                <a:cubicBezTo>
                  <a:pt x="351857" y="87075"/>
                  <a:pt x="348126" y="90839"/>
                  <a:pt x="348126" y="95484"/>
                </a:cubicBezTo>
                <a:close/>
                <a:moveTo>
                  <a:pt x="309447" y="95484"/>
                </a:moveTo>
                <a:cubicBezTo>
                  <a:pt x="309447" y="100128"/>
                  <a:pt x="313178" y="103892"/>
                  <a:pt x="317780" y="103892"/>
                </a:cubicBezTo>
                <a:cubicBezTo>
                  <a:pt x="322381" y="103892"/>
                  <a:pt x="326112" y="100128"/>
                  <a:pt x="326112" y="95484"/>
                </a:cubicBezTo>
                <a:cubicBezTo>
                  <a:pt x="326112" y="90839"/>
                  <a:pt x="322381" y="87075"/>
                  <a:pt x="317780" y="87075"/>
                </a:cubicBezTo>
                <a:cubicBezTo>
                  <a:pt x="313178" y="87075"/>
                  <a:pt x="309447" y="90839"/>
                  <a:pt x="309447" y="95484"/>
                </a:cubicBezTo>
                <a:close/>
                <a:moveTo>
                  <a:pt x="270764" y="95484"/>
                </a:moveTo>
                <a:cubicBezTo>
                  <a:pt x="270764" y="100128"/>
                  <a:pt x="274495" y="103892"/>
                  <a:pt x="279097" y="103892"/>
                </a:cubicBezTo>
                <a:cubicBezTo>
                  <a:pt x="283702" y="103892"/>
                  <a:pt x="287429" y="100128"/>
                  <a:pt x="287429" y="95484"/>
                </a:cubicBezTo>
                <a:cubicBezTo>
                  <a:pt x="287429" y="90839"/>
                  <a:pt x="283702" y="87075"/>
                  <a:pt x="279097" y="87075"/>
                </a:cubicBezTo>
                <a:cubicBezTo>
                  <a:pt x="274495" y="87075"/>
                  <a:pt x="270764" y="90839"/>
                  <a:pt x="270764" y="95484"/>
                </a:cubicBezTo>
                <a:close/>
                <a:moveTo>
                  <a:pt x="232085" y="95484"/>
                </a:moveTo>
                <a:cubicBezTo>
                  <a:pt x="232085" y="100128"/>
                  <a:pt x="235816" y="103892"/>
                  <a:pt x="240418" y="103892"/>
                </a:cubicBezTo>
                <a:cubicBezTo>
                  <a:pt x="245019" y="103892"/>
                  <a:pt x="248750" y="100128"/>
                  <a:pt x="248750" y="95484"/>
                </a:cubicBezTo>
                <a:cubicBezTo>
                  <a:pt x="248750" y="90839"/>
                  <a:pt x="245019" y="87075"/>
                  <a:pt x="240418" y="87075"/>
                </a:cubicBezTo>
                <a:cubicBezTo>
                  <a:pt x="235816" y="87075"/>
                  <a:pt x="232085" y="90839"/>
                  <a:pt x="232085" y="95484"/>
                </a:cubicBezTo>
                <a:close/>
                <a:moveTo>
                  <a:pt x="193402" y="95484"/>
                </a:moveTo>
                <a:cubicBezTo>
                  <a:pt x="193402" y="100128"/>
                  <a:pt x="197134" y="103892"/>
                  <a:pt x="201735" y="103892"/>
                </a:cubicBezTo>
                <a:cubicBezTo>
                  <a:pt x="206340" y="103892"/>
                  <a:pt x="210068" y="100128"/>
                  <a:pt x="210068" y="95484"/>
                </a:cubicBezTo>
                <a:cubicBezTo>
                  <a:pt x="210068" y="90839"/>
                  <a:pt x="206340" y="87075"/>
                  <a:pt x="201735" y="87075"/>
                </a:cubicBezTo>
                <a:cubicBezTo>
                  <a:pt x="197134" y="87075"/>
                  <a:pt x="193402" y="90839"/>
                  <a:pt x="193402" y="95484"/>
                </a:cubicBezTo>
                <a:close/>
                <a:moveTo>
                  <a:pt x="154723" y="95484"/>
                </a:moveTo>
                <a:cubicBezTo>
                  <a:pt x="154723" y="100128"/>
                  <a:pt x="158455" y="103892"/>
                  <a:pt x="163056" y="103892"/>
                </a:cubicBezTo>
                <a:cubicBezTo>
                  <a:pt x="167658" y="103892"/>
                  <a:pt x="171389" y="100128"/>
                  <a:pt x="171389" y="95484"/>
                </a:cubicBezTo>
                <a:cubicBezTo>
                  <a:pt x="171389" y="90839"/>
                  <a:pt x="167658" y="87075"/>
                  <a:pt x="163056" y="87075"/>
                </a:cubicBezTo>
                <a:cubicBezTo>
                  <a:pt x="158455" y="87075"/>
                  <a:pt x="154723" y="90839"/>
                  <a:pt x="154723" y="95484"/>
                </a:cubicBezTo>
                <a:close/>
                <a:moveTo>
                  <a:pt x="116041" y="95484"/>
                </a:moveTo>
                <a:cubicBezTo>
                  <a:pt x="116041" y="100128"/>
                  <a:pt x="119772" y="103892"/>
                  <a:pt x="124373" y="103892"/>
                </a:cubicBezTo>
                <a:cubicBezTo>
                  <a:pt x="128975" y="103892"/>
                  <a:pt x="132706" y="100128"/>
                  <a:pt x="132706" y="95484"/>
                </a:cubicBezTo>
                <a:cubicBezTo>
                  <a:pt x="132706" y="90839"/>
                  <a:pt x="128975" y="87075"/>
                  <a:pt x="124373" y="87075"/>
                </a:cubicBezTo>
                <a:cubicBezTo>
                  <a:pt x="119772" y="87075"/>
                  <a:pt x="116041" y="90839"/>
                  <a:pt x="116041" y="95484"/>
                </a:cubicBezTo>
                <a:close/>
                <a:moveTo>
                  <a:pt x="77362" y="95484"/>
                </a:moveTo>
                <a:cubicBezTo>
                  <a:pt x="77362" y="100128"/>
                  <a:pt x="81093" y="103892"/>
                  <a:pt x="85694" y="103892"/>
                </a:cubicBezTo>
                <a:cubicBezTo>
                  <a:pt x="90296" y="103892"/>
                  <a:pt x="94027" y="100128"/>
                  <a:pt x="94027" y="95484"/>
                </a:cubicBezTo>
                <a:cubicBezTo>
                  <a:pt x="94027" y="90839"/>
                  <a:pt x="90296" y="87075"/>
                  <a:pt x="85694" y="87075"/>
                </a:cubicBezTo>
                <a:cubicBezTo>
                  <a:pt x="81093" y="87075"/>
                  <a:pt x="77362" y="90839"/>
                  <a:pt x="77362" y="95484"/>
                </a:cubicBezTo>
                <a:close/>
                <a:moveTo>
                  <a:pt x="38679" y="95484"/>
                </a:moveTo>
                <a:cubicBezTo>
                  <a:pt x="38679" y="100128"/>
                  <a:pt x="42410" y="103892"/>
                  <a:pt x="47012" y="103892"/>
                </a:cubicBezTo>
                <a:cubicBezTo>
                  <a:pt x="51613" y="103892"/>
                  <a:pt x="55344" y="100128"/>
                  <a:pt x="55344" y="95484"/>
                </a:cubicBezTo>
                <a:cubicBezTo>
                  <a:pt x="55344" y="90839"/>
                  <a:pt x="51613" y="87075"/>
                  <a:pt x="47012" y="87075"/>
                </a:cubicBezTo>
                <a:cubicBezTo>
                  <a:pt x="42410" y="87075"/>
                  <a:pt x="38679" y="90839"/>
                  <a:pt x="38679" y="95484"/>
                </a:cubicBezTo>
                <a:close/>
                <a:moveTo>
                  <a:pt x="0" y="95484"/>
                </a:moveTo>
                <a:cubicBezTo>
                  <a:pt x="0" y="100128"/>
                  <a:pt x="3731" y="103892"/>
                  <a:pt x="8333" y="103892"/>
                </a:cubicBezTo>
                <a:cubicBezTo>
                  <a:pt x="12934" y="103892"/>
                  <a:pt x="16665" y="100128"/>
                  <a:pt x="16665" y="95484"/>
                </a:cubicBezTo>
                <a:cubicBezTo>
                  <a:pt x="16665" y="90839"/>
                  <a:pt x="12934" y="87075"/>
                  <a:pt x="8333" y="87075"/>
                </a:cubicBezTo>
                <a:cubicBezTo>
                  <a:pt x="3731" y="87075"/>
                  <a:pt x="0" y="90839"/>
                  <a:pt x="0" y="95484"/>
                </a:cubicBezTo>
                <a:close/>
                <a:moveTo>
                  <a:pt x="967023" y="139512"/>
                </a:moveTo>
                <a:cubicBezTo>
                  <a:pt x="967023" y="144153"/>
                  <a:pt x="970754" y="147921"/>
                  <a:pt x="975356" y="147921"/>
                </a:cubicBezTo>
                <a:cubicBezTo>
                  <a:pt x="979957" y="147921"/>
                  <a:pt x="983689" y="144153"/>
                  <a:pt x="983689" y="139512"/>
                </a:cubicBezTo>
                <a:cubicBezTo>
                  <a:pt x="983689" y="134867"/>
                  <a:pt x="979957" y="131100"/>
                  <a:pt x="975356" y="131100"/>
                </a:cubicBezTo>
                <a:cubicBezTo>
                  <a:pt x="970754" y="131100"/>
                  <a:pt x="967023" y="134867"/>
                  <a:pt x="967023" y="139512"/>
                </a:cubicBezTo>
                <a:close/>
                <a:moveTo>
                  <a:pt x="928340" y="139512"/>
                </a:moveTo>
                <a:cubicBezTo>
                  <a:pt x="928340" y="144153"/>
                  <a:pt x="932072" y="147921"/>
                  <a:pt x="936673" y="147921"/>
                </a:cubicBezTo>
                <a:cubicBezTo>
                  <a:pt x="941278" y="147921"/>
                  <a:pt x="945006" y="144153"/>
                  <a:pt x="945006" y="139512"/>
                </a:cubicBezTo>
                <a:cubicBezTo>
                  <a:pt x="945006" y="134867"/>
                  <a:pt x="941278" y="131100"/>
                  <a:pt x="936673" y="131100"/>
                </a:cubicBezTo>
                <a:cubicBezTo>
                  <a:pt x="932072" y="131100"/>
                  <a:pt x="928340" y="134867"/>
                  <a:pt x="928340" y="139512"/>
                </a:cubicBezTo>
                <a:close/>
                <a:moveTo>
                  <a:pt x="889662" y="139512"/>
                </a:moveTo>
                <a:cubicBezTo>
                  <a:pt x="889662" y="144153"/>
                  <a:pt x="893393" y="147921"/>
                  <a:pt x="897994" y="147921"/>
                </a:cubicBezTo>
                <a:cubicBezTo>
                  <a:pt x="902596" y="147921"/>
                  <a:pt x="906327" y="144153"/>
                  <a:pt x="906327" y="139512"/>
                </a:cubicBezTo>
                <a:cubicBezTo>
                  <a:pt x="906327" y="134867"/>
                  <a:pt x="902596" y="131100"/>
                  <a:pt x="897994" y="131100"/>
                </a:cubicBezTo>
                <a:cubicBezTo>
                  <a:pt x="893393" y="131100"/>
                  <a:pt x="889662" y="134867"/>
                  <a:pt x="889662" y="139512"/>
                </a:cubicBezTo>
                <a:close/>
                <a:moveTo>
                  <a:pt x="850979" y="139512"/>
                </a:moveTo>
                <a:cubicBezTo>
                  <a:pt x="850979" y="144153"/>
                  <a:pt x="854710" y="147921"/>
                  <a:pt x="859311" y="147921"/>
                </a:cubicBezTo>
                <a:cubicBezTo>
                  <a:pt x="863917" y="147921"/>
                  <a:pt x="867644" y="144153"/>
                  <a:pt x="867644" y="139512"/>
                </a:cubicBezTo>
                <a:cubicBezTo>
                  <a:pt x="867644" y="134867"/>
                  <a:pt x="863917" y="131100"/>
                  <a:pt x="859311" y="131100"/>
                </a:cubicBezTo>
                <a:cubicBezTo>
                  <a:pt x="854710" y="131100"/>
                  <a:pt x="850979" y="134867"/>
                  <a:pt x="850979" y="139512"/>
                </a:cubicBezTo>
                <a:close/>
                <a:moveTo>
                  <a:pt x="812300" y="139512"/>
                </a:moveTo>
                <a:cubicBezTo>
                  <a:pt x="812300" y="144153"/>
                  <a:pt x="816031" y="147921"/>
                  <a:pt x="820633" y="147921"/>
                </a:cubicBezTo>
                <a:cubicBezTo>
                  <a:pt x="825234" y="147921"/>
                  <a:pt x="828965" y="144153"/>
                  <a:pt x="828965" y="139512"/>
                </a:cubicBezTo>
                <a:cubicBezTo>
                  <a:pt x="828965" y="134867"/>
                  <a:pt x="825234" y="131100"/>
                  <a:pt x="820633" y="131100"/>
                </a:cubicBezTo>
                <a:cubicBezTo>
                  <a:pt x="816031" y="131100"/>
                  <a:pt x="812300" y="134867"/>
                  <a:pt x="812300" y="139512"/>
                </a:cubicBezTo>
                <a:close/>
                <a:moveTo>
                  <a:pt x="773617" y="139512"/>
                </a:moveTo>
                <a:cubicBezTo>
                  <a:pt x="773617" y="144153"/>
                  <a:pt x="777348" y="147921"/>
                  <a:pt x="781950" y="147921"/>
                </a:cubicBezTo>
                <a:cubicBezTo>
                  <a:pt x="786555" y="147921"/>
                  <a:pt x="790282" y="144153"/>
                  <a:pt x="790282" y="139512"/>
                </a:cubicBezTo>
                <a:cubicBezTo>
                  <a:pt x="790282" y="134867"/>
                  <a:pt x="786555" y="131100"/>
                  <a:pt x="781950" y="131100"/>
                </a:cubicBezTo>
                <a:cubicBezTo>
                  <a:pt x="777348" y="131100"/>
                  <a:pt x="773617" y="134867"/>
                  <a:pt x="773617" y="139512"/>
                </a:cubicBezTo>
                <a:close/>
                <a:moveTo>
                  <a:pt x="734938" y="139512"/>
                </a:moveTo>
                <a:cubicBezTo>
                  <a:pt x="734938" y="144153"/>
                  <a:pt x="738669" y="147921"/>
                  <a:pt x="743271" y="147921"/>
                </a:cubicBezTo>
                <a:cubicBezTo>
                  <a:pt x="747872" y="147921"/>
                  <a:pt x="751603" y="144153"/>
                  <a:pt x="751603" y="139512"/>
                </a:cubicBezTo>
                <a:cubicBezTo>
                  <a:pt x="751603" y="134867"/>
                  <a:pt x="747872" y="131100"/>
                  <a:pt x="743271" y="131100"/>
                </a:cubicBezTo>
                <a:cubicBezTo>
                  <a:pt x="738669" y="131100"/>
                  <a:pt x="734938" y="134867"/>
                  <a:pt x="734938" y="139512"/>
                </a:cubicBezTo>
                <a:close/>
                <a:moveTo>
                  <a:pt x="696255" y="139512"/>
                </a:moveTo>
                <a:cubicBezTo>
                  <a:pt x="696255" y="144153"/>
                  <a:pt x="699987" y="147921"/>
                  <a:pt x="704588" y="147921"/>
                </a:cubicBezTo>
                <a:cubicBezTo>
                  <a:pt x="709190" y="147921"/>
                  <a:pt x="712921" y="144153"/>
                  <a:pt x="712921" y="139512"/>
                </a:cubicBezTo>
                <a:cubicBezTo>
                  <a:pt x="712921" y="134867"/>
                  <a:pt x="709190" y="131100"/>
                  <a:pt x="704588" y="131100"/>
                </a:cubicBezTo>
                <a:cubicBezTo>
                  <a:pt x="699987" y="131100"/>
                  <a:pt x="696255" y="134867"/>
                  <a:pt x="696255" y="139512"/>
                </a:cubicBezTo>
                <a:close/>
                <a:moveTo>
                  <a:pt x="657576" y="139512"/>
                </a:moveTo>
                <a:cubicBezTo>
                  <a:pt x="657576" y="144153"/>
                  <a:pt x="661308" y="147921"/>
                  <a:pt x="665909" y="147921"/>
                </a:cubicBezTo>
                <a:cubicBezTo>
                  <a:pt x="670510" y="147921"/>
                  <a:pt x="674242" y="144153"/>
                  <a:pt x="674242" y="139512"/>
                </a:cubicBezTo>
                <a:cubicBezTo>
                  <a:pt x="674242" y="134867"/>
                  <a:pt x="670510" y="131100"/>
                  <a:pt x="665909" y="131100"/>
                </a:cubicBezTo>
                <a:cubicBezTo>
                  <a:pt x="661308" y="131100"/>
                  <a:pt x="657576" y="134867"/>
                  <a:pt x="657576" y="139512"/>
                </a:cubicBezTo>
                <a:close/>
                <a:moveTo>
                  <a:pt x="618894" y="139512"/>
                </a:moveTo>
                <a:cubicBezTo>
                  <a:pt x="618894" y="144153"/>
                  <a:pt x="622625" y="147921"/>
                  <a:pt x="627226" y="147921"/>
                </a:cubicBezTo>
                <a:cubicBezTo>
                  <a:pt x="631828" y="147921"/>
                  <a:pt x="635559" y="144153"/>
                  <a:pt x="635559" y="139512"/>
                </a:cubicBezTo>
                <a:cubicBezTo>
                  <a:pt x="635559" y="134867"/>
                  <a:pt x="631828" y="131100"/>
                  <a:pt x="627226" y="131100"/>
                </a:cubicBezTo>
                <a:cubicBezTo>
                  <a:pt x="622625" y="131100"/>
                  <a:pt x="618894" y="134867"/>
                  <a:pt x="618894" y="139512"/>
                </a:cubicBezTo>
                <a:close/>
                <a:moveTo>
                  <a:pt x="580215" y="139512"/>
                </a:moveTo>
                <a:cubicBezTo>
                  <a:pt x="580215" y="144153"/>
                  <a:pt x="583946" y="147921"/>
                  <a:pt x="588547" y="147921"/>
                </a:cubicBezTo>
                <a:cubicBezTo>
                  <a:pt x="593149" y="147921"/>
                  <a:pt x="596880" y="144153"/>
                  <a:pt x="596880" y="139512"/>
                </a:cubicBezTo>
                <a:cubicBezTo>
                  <a:pt x="596880" y="134867"/>
                  <a:pt x="593149" y="131100"/>
                  <a:pt x="588547" y="131100"/>
                </a:cubicBezTo>
                <a:cubicBezTo>
                  <a:pt x="583946" y="131100"/>
                  <a:pt x="580215" y="134867"/>
                  <a:pt x="580215" y="139512"/>
                </a:cubicBezTo>
                <a:close/>
                <a:moveTo>
                  <a:pt x="541532" y="139512"/>
                </a:moveTo>
                <a:cubicBezTo>
                  <a:pt x="541532" y="144153"/>
                  <a:pt x="545263" y="147921"/>
                  <a:pt x="549865" y="147921"/>
                </a:cubicBezTo>
                <a:cubicBezTo>
                  <a:pt x="554466" y="147921"/>
                  <a:pt x="558197" y="144153"/>
                  <a:pt x="558197" y="139512"/>
                </a:cubicBezTo>
                <a:cubicBezTo>
                  <a:pt x="558197" y="134867"/>
                  <a:pt x="554466" y="131100"/>
                  <a:pt x="549865" y="131100"/>
                </a:cubicBezTo>
                <a:cubicBezTo>
                  <a:pt x="545263" y="131100"/>
                  <a:pt x="541532" y="134867"/>
                  <a:pt x="541532" y="139512"/>
                </a:cubicBezTo>
                <a:close/>
                <a:moveTo>
                  <a:pt x="502853" y="139512"/>
                </a:moveTo>
                <a:cubicBezTo>
                  <a:pt x="502853" y="144153"/>
                  <a:pt x="506580" y="147921"/>
                  <a:pt x="511186" y="147921"/>
                </a:cubicBezTo>
                <a:cubicBezTo>
                  <a:pt x="515787" y="147921"/>
                  <a:pt x="519518" y="144153"/>
                  <a:pt x="519518" y="139512"/>
                </a:cubicBezTo>
                <a:cubicBezTo>
                  <a:pt x="519518" y="134867"/>
                  <a:pt x="515787" y="131100"/>
                  <a:pt x="511186" y="131100"/>
                </a:cubicBezTo>
                <a:cubicBezTo>
                  <a:pt x="506580" y="131100"/>
                  <a:pt x="502853" y="134867"/>
                  <a:pt x="502853" y="139512"/>
                </a:cubicBezTo>
                <a:close/>
                <a:moveTo>
                  <a:pt x="464170" y="139512"/>
                </a:moveTo>
                <a:cubicBezTo>
                  <a:pt x="464170" y="144153"/>
                  <a:pt x="467902" y="147921"/>
                  <a:pt x="472503" y="147921"/>
                </a:cubicBezTo>
                <a:cubicBezTo>
                  <a:pt x="477104" y="147921"/>
                  <a:pt x="480836" y="144153"/>
                  <a:pt x="480836" y="139512"/>
                </a:cubicBezTo>
                <a:cubicBezTo>
                  <a:pt x="480836" y="134867"/>
                  <a:pt x="477104" y="131100"/>
                  <a:pt x="472503" y="131100"/>
                </a:cubicBezTo>
                <a:cubicBezTo>
                  <a:pt x="467902" y="131100"/>
                  <a:pt x="464170" y="134867"/>
                  <a:pt x="464170" y="139512"/>
                </a:cubicBezTo>
                <a:close/>
                <a:moveTo>
                  <a:pt x="425491" y="139512"/>
                </a:moveTo>
                <a:cubicBezTo>
                  <a:pt x="425491" y="144153"/>
                  <a:pt x="429219" y="147921"/>
                  <a:pt x="433824" y="147921"/>
                </a:cubicBezTo>
                <a:cubicBezTo>
                  <a:pt x="438425" y="147921"/>
                  <a:pt x="442157" y="144153"/>
                  <a:pt x="442157" y="139512"/>
                </a:cubicBezTo>
                <a:cubicBezTo>
                  <a:pt x="442157" y="134867"/>
                  <a:pt x="438425" y="131100"/>
                  <a:pt x="433824" y="131100"/>
                </a:cubicBezTo>
                <a:cubicBezTo>
                  <a:pt x="429219" y="131100"/>
                  <a:pt x="425491" y="134867"/>
                  <a:pt x="425491" y="139512"/>
                </a:cubicBezTo>
                <a:close/>
                <a:moveTo>
                  <a:pt x="386809" y="139512"/>
                </a:moveTo>
                <a:cubicBezTo>
                  <a:pt x="386809" y="144153"/>
                  <a:pt x="390540" y="147921"/>
                  <a:pt x="395141" y="147921"/>
                </a:cubicBezTo>
                <a:cubicBezTo>
                  <a:pt x="399743" y="147921"/>
                  <a:pt x="403474" y="144153"/>
                  <a:pt x="403474" y="139512"/>
                </a:cubicBezTo>
                <a:cubicBezTo>
                  <a:pt x="403474" y="134867"/>
                  <a:pt x="399743" y="131100"/>
                  <a:pt x="395141" y="131100"/>
                </a:cubicBezTo>
                <a:cubicBezTo>
                  <a:pt x="390540" y="131100"/>
                  <a:pt x="386809" y="134867"/>
                  <a:pt x="386809" y="139512"/>
                </a:cubicBezTo>
                <a:close/>
                <a:moveTo>
                  <a:pt x="348126" y="139512"/>
                </a:moveTo>
                <a:cubicBezTo>
                  <a:pt x="348126" y="144153"/>
                  <a:pt x="351857" y="147921"/>
                  <a:pt x="356458" y="147921"/>
                </a:cubicBezTo>
                <a:cubicBezTo>
                  <a:pt x="361064" y="147921"/>
                  <a:pt x="364791" y="144153"/>
                  <a:pt x="364791" y="139512"/>
                </a:cubicBezTo>
                <a:cubicBezTo>
                  <a:pt x="364791" y="134867"/>
                  <a:pt x="361064" y="131100"/>
                  <a:pt x="356458" y="131100"/>
                </a:cubicBezTo>
                <a:cubicBezTo>
                  <a:pt x="351857" y="131100"/>
                  <a:pt x="348126" y="134867"/>
                  <a:pt x="348126" y="139512"/>
                </a:cubicBezTo>
                <a:close/>
                <a:moveTo>
                  <a:pt x="309447" y="139512"/>
                </a:moveTo>
                <a:cubicBezTo>
                  <a:pt x="309447" y="144153"/>
                  <a:pt x="313178" y="147921"/>
                  <a:pt x="317780" y="147921"/>
                </a:cubicBezTo>
                <a:cubicBezTo>
                  <a:pt x="322381" y="147921"/>
                  <a:pt x="326112" y="144153"/>
                  <a:pt x="326112" y="139512"/>
                </a:cubicBezTo>
                <a:cubicBezTo>
                  <a:pt x="326112" y="134867"/>
                  <a:pt x="322381" y="131100"/>
                  <a:pt x="317780" y="131100"/>
                </a:cubicBezTo>
                <a:cubicBezTo>
                  <a:pt x="313178" y="131100"/>
                  <a:pt x="309447" y="134867"/>
                  <a:pt x="309447" y="139512"/>
                </a:cubicBezTo>
                <a:close/>
                <a:moveTo>
                  <a:pt x="270764" y="139512"/>
                </a:moveTo>
                <a:cubicBezTo>
                  <a:pt x="270764" y="144153"/>
                  <a:pt x="274495" y="147921"/>
                  <a:pt x="279097" y="147921"/>
                </a:cubicBezTo>
                <a:cubicBezTo>
                  <a:pt x="283702" y="147921"/>
                  <a:pt x="287429" y="144153"/>
                  <a:pt x="287429" y="139512"/>
                </a:cubicBezTo>
                <a:cubicBezTo>
                  <a:pt x="287429" y="134867"/>
                  <a:pt x="283702" y="131100"/>
                  <a:pt x="279097" y="131100"/>
                </a:cubicBezTo>
                <a:cubicBezTo>
                  <a:pt x="274495" y="131100"/>
                  <a:pt x="270764" y="134867"/>
                  <a:pt x="270764" y="139512"/>
                </a:cubicBezTo>
                <a:close/>
                <a:moveTo>
                  <a:pt x="232085" y="139512"/>
                </a:moveTo>
                <a:cubicBezTo>
                  <a:pt x="232085" y="144153"/>
                  <a:pt x="235816" y="147921"/>
                  <a:pt x="240418" y="147921"/>
                </a:cubicBezTo>
                <a:cubicBezTo>
                  <a:pt x="245019" y="147921"/>
                  <a:pt x="248750" y="144153"/>
                  <a:pt x="248750" y="139512"/>
                </a:cubicBezTo>
                <a:cubicBezTo>
                  <a:pt x="248750" y="134867"/>
                  <a:pt x="245019" y="131100"/>
                  <a:pt x="240418" y="131100"/>
                </a:cubicBezTo>
                <a:cubicBezTo>
                  <a:pt x="235816" y="131100"/>
                  <a:pt x="232085" y="134867"/>
                  <a:pt x="232085" y="139512"/>
                </a:cubicBezTo>
                <a:close/>
                <a:moveTo>
                  <a:pt x="193402" y="139512"/>
                </a:moveTo>
                <a:cubicBezTo>
                  <a:pt x="193402" y="144153"/>
                  <a:pt x="197134" y="147921"/>
                  <a:pt x="201735" y="147921"/>
                </a:cubicBezTo>
                <a:cubicBezTo>
                  <a:pt x="206340" y="147921"/>
                  <a:pt x="210068" y="144153"/>
                  <a:pt x="210068" y="139512"/>
                </a:cubicBezTo>
                <a:cubicBezTo>
                  <a:pt x="210068" y="134867"/>
                  <a:pt x="206340" y="131100"/>
                  <a:pt x="201735" y="131100"/>
                </a:cubicBezTo>
                <a:cubicBezTo>
                  <a:pt x="197134" y="131100"/>
                  <a:pt x="193402" y="134867"/>
                  <a:pt x="193402" y="139512"/>
                </a:cubicBezTo>
                <a:close/>
                <a:moveTo>
                  <a:pt x="154723" y="139512"/>
                </a:moveTo>
                <a:cubicBezTo>
                  <a:pt x="154723" y="144153"/>
                  <a:pt x="158455" y="147921"/>
                  <a:pt x="163056" y="147921"/>
                </a:cubicBezTo>
                <a:cubicBezTo>
                  <a:pt x="167658" y="147921"/>
                  <a:pt x="171389" y="144153"/>
                  <a:pt x="171389" y="139512"/>
                </a:cubicBezTo>
                <a:cubicBezTo>
                  <a:pt x="171389" y="134867"/>
                  <a:pt x="167658" y="131100"/>
                  <a:pt x="163056" y="131100"/>
                </a:cubicBezTo>
                <a:cubicBezTo>
                  <a:pt x="158455" y="131100"/>
                  <a:pt x="154723" y="134867"/>
                  <a:pt x="154723" y="139512"/>
                </a:cubicBezTo>
                <a:close/>
                <a:moveTo>
                  <a:pt x="116041" y="139512"/>
                </a:moveTo>
                <a:cubicBezTo>
                  <a:pt x="116041" y="144153"/>
                  <a:pt x="119772" y="147921"/>
                  <a:pt x="124373" y="147921"/>
                </a:cubicBezTo>
                <a:cubicBezTo>
                  <a:pt x="128975" y="147921"/>
                  <a:pt x="132706" y="144153"/>
                  <a:pt x="132706" y="139512"/>
                </a:cubicBezTo>
                <a:cubicBezTo>
                  <a:pt x="132706" y="134867"/>
                  <a:pt x="128975" y="131100"/>
                  <a:pt x="124373" y="131100"/>
                </a:cubicBezTo>
                <a:cubicBezTo>
                  <a:pt x="119772" y="131100"/>
                  <a:pt x="116041" y="134867"/>
                  <a:pt x="116041" y="139512"/>
                </a:cubicBezTo>
                <a:close/>
                <a:moveTo>
                  <a:pt x="77362" y="139512"/>
                </a:moveTo>
                <a:cubicBezTo>
                  <a:pt x="77362" y="144153"/>
                  <a:pt x="81093" y="147921"/>
                  <a:pt x="85694" y="147921"/>
                </a:cubicBezTo>
                <a:cubicBezTo>
                  <a:pt x="90296" y="147921"/>
                  <a:pt x="94027" y="144153"/>
                  <a:pt x="94027" y="139512"/>
                </a:cubicBezTo>
                <a:cubicBezTo>
                  <a:pt x="94027" y="134867"/>
                  <a:pt x="90296" y="131100"/>
                  <a:pt x="85694" y="131100"/>
                </a:cubicBezTo>
                <a:cubicBezTo>
                  <a:pt x="81093" y="131100"/>
                  <a:pt x="77362" y="134867"/>
                  <a:pt x="77362" y="139512"/>
                </a:cubicBezTo>
                <a:close/>
                <a:moveTo>
                  <a:pt x="38679" y="139512"/>
                </a:moveTo>
                <a:cubicBezTo>
                  <a:pt x="38679" y="144153"/>
                  <a:pt x="42410" y="147921"/>
                  <a:pt x="47012" y="147921"/>
                </a:cubicBezTo>
                <a:cubicBezTo>
                  <a:pt x="51613" y="147921"/>
                  <a:pt x="55344" y="144153"/>
                  <a:pt x="55344" y="139512"/>
                </a:cubicBezTo>
                <a:cubicBezTo>
                  <a:pt x="55344" y="134867"/>
                  <a:pt x="51613" y="131100"/>
                  <a:pt x="47012" y="131100"/>
                </a:cubicBezTo>
                <a:cubicBezTo>
                  <a:pt x="42410" y="131100"/>
                  <a:pt x="38679" y="134867"/>
                  <a:pt x="38679" y="139512"/>
                </a:cubicBezTo>
                <a:close/>
                <a:moveTo>
                  <a:pt x="0" y="139512"/>
                </a:moveTo>
                <a:cubicBezTo>
                  <a:pt x="0" y="144153"/>
                  <a:pt x="3731" y="147921"/>
                  <a:pt x="8333" y="147921"/>
                </a:cubicBezTo>
                <a:cubicBezTo>
                  <a:pt x="12934" y="147921"/>
                  <a:pt x="16665" y="144153"/>
                  <a:pt x="16665" y="139512"/>
                </a:cubicBezTo>
                <a:cubicBezTo>
                  <a:pt x="16665" y="134867"/>
                  <a:pt x="12934" y="131100"/>
                  <a:pt x="8333" y="131100"/>
                </a:cubicBezTo>
                <a:cubicBezTo>
                  <a:pt x="3731" y="131100"/>
                  <a:pt x="0" y="134867"/>
                  <a:pt x="0" y="139512"/>
                </a:cubicBezTo>
                <a:close/>
                <a:moveTo>
                  <a:pt x="967023" y="183537"/>
                </a:moveTo>
                <a:cubicBezTo>
                  <a:pt x="967023" y="188182"/>
                  <a:pt x="970754" y="191946"/>
                  <a:pt x="975356" y="191946"/>
                </a:cubicBezTo>
                <a:cubicBezTo>
                  <a:pt x="979957" y="191946"/>
                  <a:pt x="983689" y="188182"/>
                  <a:pt x="983689" y="183537"/>
                </a:cubicBezTo>
                <a:cubicBezTo>
                  <a:pt x="983689" y="178892"/>
                  <a:pt x="979957" y="175129"/>
                  <a:pt x="975356" y="175129"/>
                </a:cubicBezTo>
                <a:cubicBezTo>
                  <a:pt x="970754" y="175129"/>
                  <a:pt x="967023" y="178892"/>
                  <a:pt x="967023" y="183537"/>
                </a:cubicBezTo>
                <a:close/>
                <a:moveTo>
                  <a:pt x="928340" y="183537"/>
                </a:moveTo>
                <a:cubicBezTo>
                  <a:pt x="928340" y="188182"/>
                  <a:pt x="932072" y="191946"/>
                  <a:pt x="936673" y="191946"/>
                </a:cubicBezTo>
                <a:cubicBezTo>
                  <a:pt x="941278" y="191946"/>
                  <a:pt x="945006" y="188182"/>
                  <a:pt x="945006" y="183537"/>
                </a:cubicBezTo>
                <a:cubicBezTo>
                  <a:pt x="945006" y="178892"/>
                  <a:pt x="941278" y="175129"/>
                  <a:pt x="936673" y="175129"/>
                </a:cubicBezTo>
                <a:cubicBezTo>
                  <a:pt x="932072" y="175129"/>
                  <a:pt x="928340" y="178892"/>
                  <a:pt x="928340" y="183537"/>
                </a:cubicBezTo>
                <a:close/>
                <a:moveTo>
                  <a:pt x="889662" y="183537"/>
                </a:moveTo>
                <a:cubicBezTo>
                  <a:pt x="889662" y="188182"/>
                  <a:pt x="893393" y="191946"/>
                  <a:pt x="897994" y="191946"/>
                </a:cubicBezTo>
                <a:cubicBezTo>
                  <a:pt x="902596" y="191946"/>
                  <a:pt x="906327" y="188182"/>
                  <a:pt x="906327" y="183537"/>
                </a:cubicBezTo>
                <a:cubicBezTo>
                  <a:pt x="906327" y="178892"/>
                  <a:pt x="902596" y="175129"/>
                  <a:pt x="897994" y="175129"/>
                </a:cubicBezTo>
                <a:cubicBezTo>
                  <a:pt x="893393" y="175129"/>
                  <a:pt x="889662" y="178892"/>
                  <a:pt x="889662" y="183537"/>
                </a:cubicBezTo>
                <a:close/>
                <a:moveTo>
                  <a:pt x="850979" y="183537"/>
                </a:moveTo>
                <a:cubicBezTo>
                  <a:pt x="850979" y="188182"/>
                  <a:pt x="854710" y="191946"/>
                  <a:pt x="859311" y="191946"/>
                </a:cubicBezTo>
                <a:cubicBezTo>
                  <a:pt x="863917" y="191946"/>
                  <a:pt x="867644" y="188182"/>
                  <a:pt x="867644" y="183537"/>
                </a:cubicBezTo>
                <a:cubicBezTo>
                  <a:pt x="867644" y="178892"/>
                  <a:pt x="863917" y="175129"/>
                  <a:pt x="859311" y="175129"/>
                </a:cubicBezTo>
                <a:cubicBezTo>
                  <a:pt x="854710" y="175129"/>
                  <a:pt x="850979" y="178892"/>
                  <a:pt x="850979" y="183537"/>
                </a:cubicBezTo>
                <a:close/>
                <a:moveTo>
                  <a:pt x="812300" y="183537"/>
                </a:moveTo>
                <a:cubicBezTo>
                  <a:pt x="812300" y="188182"/>
                  <a:pt x="816031" y="191946"/>
                  <a:pt x="820633" y="191946"/>
                </a:cubicBezTo>
                <a:cubicBezTo>
                  <a:pt x="825234" y="191946"/>
                  <a:pt x="828965" y="188182"/>
                  <a:pt x="828965" y="183537"/>
                </a:cubicBezTo>
                <a:cubicBezTo>
                  <a:pt x="828965" y="178892"/>
                  <a:pt x="825234" y="175129"/>
                  <a:pt x="820633" y="175129"/>
                </a:cubicBezTo>
                <a:cubicBezTo>
                  <a:pt x="816031" y="175129"/>
                  <a:pt x="812300" y="178892"/>
                  <a:pt x="812300" y="183537"/>
                </a:cubicBezTo>
                <a:close/>
                <a:moveTo>
                  <a:pt x="773617" y="183537"/>
                </a:moveTo>
                <a:cubicBezTo>
                  <a:pt x="773617" y="188182"/>
                  <a:pt x="777348" y="191946"/>
                  <a:pt x="781950" y="191946"/>
                </a:cubicBezTo>
                <a:cubicBezTo>
                  <a:pt x="786555" y="191946"/>
                  <a:pt x="790282" y="188182"/>
                  <a:pt x="790282" y="183537"/>
                </a:cubicBezTo>
                <a:cubicBezTo>
                  <a:pt x="790282" y="178892"/>
                  <a:pt x="786555" y="175129"/>
                  <a:pt x="781950" y="175129"/>
                </a:cubicBezTo>
                <a:cubicBezTo>
                  <a:pt x="777348" y="175129"/>
                  <a:pt x="773617" y="178892"/>
                  <a:pt x="773617" y="183537"/>
                </a:cubicBezTo>
                <a:close/>
                <a:moveTo>
                  <a:pt x="734938" y="183537"/>
                </a:moveTo>
                <a:cubicBezTo>
                  <a:pt x="734938" y="188182"/>
                  <a:pt x="738669" y="191946"/>
                  <a:pt x="743271" y="191946"/>
                </a:cubicBezTo>
                <a:cubicBezTo>
                  <a:pt x="747872" y="191946"/>
                  <a:pt x="751603" y="188182"/>
                  <a:pt x="751603" y="183537"/>
                </a:cubicBezTo>
                <a:cubicBezTo>
                  <a:pt x="751603" y="178892"/>
                  <a:pt x="747872" y="175129"/>
                  <a:pt x="743271" y="175129"/>
                </a:cubicBezTo>
                <a:cubicBezTo>
                  <a:pt x="738669" y="175129"/>
                  <a:pt x="734938" y="178892"/>
                  <a:pt x="734938" y="183537"/>
                </a:cubicBezTo>
                <a:close/>
                <a:moveTo>
                  <a:pt x="696255" y="183537"/>
                </a:moveTo>
                <a:cubicBezTo>
                  <a:pt x="696255" y="188182"/>
                  <a:pt x="699987" y="191946"/>
                  <a:pt x="704588" y="191946"/>
                </a:cubicBezTo>
                <a:cubicBezTo>
                  <a:pt x="709190" y="191946"/>
                  <a:pt x="712921" y="188182"/>
                  <a:pt x="712921" y="183537"/>
                </a:cubicBezTo>
                <a:cubicBezTo>
                  <a:pt x="712921" y="178892"/>
                  <a:pt x="709190" y="175129"/>
                  <a:pt x="704588" y="175129"/>
                </a:cubicBezTo>
                <a:cubicBezTo>
                  <a:pt x="699987" y="175129"/>
                  <a:pt x="696255" y="178892"/>
                  <a:pt x="696255" y="183537"/>
                </a:cubicBezTo>
                <a:close/>
                <a:moveTo>
                  <a:pt x="657576" y="183537"/>
                </a:moveTo>
                <a:cubicBezTo>
                  <a:pt x="657576" y="188182"/>
                  <a:pt x="661308" y="191946"/>
                  <a:pt x="665909" y="191946"/>
                </a:cubicBezTo>
                <a:cubicBezTo>
                  <a:pt x="670510" y="191946"/>
                  <a:pt x="674242" y="188182"/>
                  <a:pt x="674242" y="183537"/>
                </a:cubicBezTo>
                <a:cubicBezTo>
                  <a:pt x="674242" y="178892"/>
                  <a:pt x="670510" y="175129"/>
                  <a:pt x="665909" y="175129"/>
                </a:cubicBezTo>
                <a:cubicBezTo>
                  <a:pt x="661308" y="175129"/>
                  <a:pt x="657576" y="178892"/>
                  <a:pt x="657576" y="183537"/>
                </a:cubicBezTo>
                <a:close/>
                <a:moveTo>
                  <a:pt x="618894" y="183537"/>
                </a:moveTo>
                <a:cubicBezTo>
                  <a:pt x="618894" y="188182"/>
                  <a:pt x="622625" y="191946"/>
                  <a:pt x="627226" y="191946"/>
                </a:cubicBezTo>
                <a:cubicBezTo>
                  <a:pt x="631828" y="191946"/>
                  <a:pt x="635559" y="188182"/>
                  <a:pt x="635559" y="183537"/>
                </a:cubicBezTo>
                <a:cubicBezTo>
                  <a:pt x="635559" y="178892"/>
                  <a:pt x="631828" y="175129"/>
                  <a:pt x="627226" y="175129"/>
                </a:cubicBezTo>
                <a:cubicBezTo>
                  <a:pt x="622625" y="175129"/>
                  <a:pt x="618894" y="178892"/>
                  <a:pt x="618894" y="183537"/>
                </a:cubicBezTo>
                <a:close/>
                <a:moveTo>
                  <a:pt x="580215" y="183537"/>
                </a:moveTo>
                <a:cubicBezTo>
                  <a:pt x="580215" y="188182"/>
                  <a:pt x="583946" y="191946"/>
                  <a:pt x="588547" y="191946"/>
                </a:cubicBezTo>
                <a:cubicBezTo>
                  <a:pt x="593149" y="191946"/>
                  <a:pt x="596880" y="188182"/>
                  <a:pt x="596880" y="183537"/>
                </a:cubicBezTo>
                <a:cubicBezTo>
                  <a:pt x="596880" y="178892"/>
                  <a:pt x="593149" y="175129"/>
                  <a:pt x="588547" y="175129"/>
                </a:cubicBezTo>
                <a:cubicBezTo>
                  <a:pt x="583946" y="175129"/>
                  <a:pt x="580215" y="178892"/>
                  <a:pt x="580215" y="183537"/>
                </a:cubicBezTo>
                <a:close/>
                <a:moveTo>
                  <a:pt x="541532" y="183537"/>
                </a:moveTo>
                <a:cubicBezTo>
                  <a:pt x="541532" y="188182"/>
                  <a:pt x="545263" y="191946"/>
                  <a:pt x="549865" y="191946"/>
                </a:cubicBezTo>
                <a:cubicBezTo>
                  <a:pt x="554466" y="191946"/>
                  <a:pt x="558197" y="188182"/>
                  <a:pt x="558197" y="183537"/>
                </a:cubicBezTo>
                <a:cubicBezTo>
                  <a:pt x="558197" y="178892"/>
                  <a:pt x="554466" y="175129"/>
                  <a:pt x="549865" y="175129"/>
                </a:cubicBezTo>
                <a:cubicBezTo>
                  <a:pt x="545263" y="175129"/>
                  <a:pt x="541532" y="178892"/>
                  <a:pt x="541532" y="183537"/>
                </a:cubicBezTo>
                <a:close/>
                <a:moveTo>
                  <a:pt x="502853" y="183537"/>
                </a:moveTo>
                <a:cubicBezTo>
                  <a:pt x="502853" y="188182"/>
                  <a:pt x="506580" y="191946"/>
                  <a:pt x="511186" y="191946"/>
                </a:cubicBezTo>
                <a:cubicBezTo>
                  <a:pt x="515787" y="191946"/>
                  <a:pt x="519518" y="188182"/>
                  <a:pt x="519518" y="183537"/>
                </a:cubicBezTo>
                <a:cubicBezTo>
                  <a:pt x="519518" y="178892"/>
                  <a:pt x="515787" y="175129"/>
                  <a:pt x="511186" y="175129"/>
                </a:cubicBezTo>
                <a:cubicBezTo>
                  <a:pt x="506580" y="175129"/>
                  <a:pt x="502853" y="178892"/>
                  <a:pt x="502853" y="183537"/>
                </a:cubicBezTo>
                <a:close/>
                <a:moveTo>
                  <a:pt x="464170" y="183537"/>
                </a:moveTo>
                <a:cubicBezTo>
                  <a:pt x="464170" y="188182"/>
                  <a:pt x="467902" y="191946"/>
                  <a:pt x="472503" y="191946"/>
                </a:cubicBezTo>
                <a:cubicBezTo>
                  <a:pt x="477104" y="191946"/>
                  <a:pt x="480836" y="188182"/>
                  <a:pt x="480836" y="183537"/>
                </a:cubicBezTo>
                <a:cubicBezTo>
                  <a:pt x="480836" y="178892"/>
                  <a:pt x="477104" y="175129"/>
                  <a:pt x="472503" y="175129"/>
                </a:cubicBezTo>
                <a:cubicBezTo>
                  <a:pt x="467902" y="175129"/>
                  <a:pt x="464170" y="178892"/>
                  <a:pt x="464170" y="183537"/>
                </a:cubicBezTo>
                <a:close/>
                <a:moveTo>
                  <a:pt x="425491" y="183537"/>
                </a:moveTo>
                <a:cubicBezTo>
                  <a:pt x="425491" y="188182"/>
                  <a:pt x="429219" y="191946"/>
                  <a:pt x="433824" y="191946"/>
                </a:cubicBezTo>
                <a:cubicBezTo>
                  <a:pt x="438425" y="191946"/>
                  <a:pt x="442157" y="188182"/>
                  <a:pt x="442157" y="183537"/>
                </a:cubicBezTo>
                <a:cubicBezTo>
                  <a:pt x="442157" y="178892"/>
                  <a:pt x="438425" y="175129"/>
                  <a:pt x="433824" y="175129"/>
                </a:cubicBezTo>
                <a:cubicBezTo>
                  <a:pt x="429219" y="175129"/>
                  <a:pt x="425491" y="178892"/>
                  <a:pt x="425491" y="183537"/>
                </a:cubicBezTo>
                <a:close/>
                <a:moveTo>
                  <a:pt x="386809" y="183537"/>
                </a:moveTo>
                <a:cubicBezTo>
                  <a:pt x="386809" y="188182"/>
                  <a:pt x="390540" y="191946"/>
                  <a:pt x="395141" y="191946"/>
                </a:cubicBezTo>
                <a:cubicBezTo>
                  <a:pt x="399743" y="191946"/>
                  <a:pt x="403474" y="188182"/>
                  <a:pt x="403474" y="183537"/>
                </a:cubicBezTo>
                <a:cubicBezTo>
                  <a:pt x="403474" y="178892"/>
                  <a:pt x="399743" y="175129"/>
                  <a:pt x="395141" y="175129"/>
                </a:cubicBezTo>
                <a:cubicBezTo>
                  <a:pt x="390540" y="175129"/>
                  <a:pt x="386809" y="178892"/>
                  <a:pt x="386809" y="183537"/>
                </a:cubicBezTo>
                <a:close/>
                <a:moveTo>
                  <a:pt x="348126" y="183537"/>
                </a:moveTo>
                <a:cubicBezTo>
                  <a:pt x="348126" y="188182"/>
                  <a:pt x="351857" y="191946"/>
                  <a:pt x="356458" y="191946"/>
                </a:cubicBezTo>
                <a:cubicBezTo>
                  <a:pt x="361064" y="191946"/>
                  <a:pt x="364791" y="188182"/>
                  <a:pt x="364791" y="183537"/>
                </a:cubicBezTo>
                <a:cubicBezTo>
                  <a:pt x="364791" y="178892"/>
                  <a:pt x="361064" y="175129"/>
                  <a:pt x="356458" y="175129"/>
                </a:cubicBezTo>
                <a:cubicBezTo>
                  <a:pt x="351857" y="175129"/>
                  <a:pt x="348126" y="178892"/>
                  <a:pt x="348126" y="183537"/>
                </a:cubicBezTo>
                <a:close/>
                <a:moveTo>
                  <a:pt x="309447" y="183537"/>
                </a:moveTo>
                <a:cubicBezTo>
                  <a:pt x="309447" y="188182"/>
                  <a:pt x="313178" y="191946"/>
                  <a:pt x="317780" y="191946"/>
                </a:cubicBezTo>
                <a:cubicBezTo>
                  <a:pt x="322381" y="191946"/>
                  <a:pt x="326112" y="188182"/>
                  <a:pt x="326112" y="183537"/>
                </a:cubicBezTo>
                <a:cubicBezTo>
                  <a:pt x="326112" y="178892"/>
                  <a:pt x="322381" y="175129"/>
                  <a:pt x="317780" y="175129"/>
                </a:cubicBezTo>
                <a:cubicBezTo>
                  <a:pt x="313178" y="175129"/>
                  <a:pt x="309447" y="178892"/>
                  <a:pt x="309447" y="183537"/>
                </a:cubicBezTo>
                <a:close/>
                <a:moveTo>
                  <a:pt x="270764" y="183537"/>
                </a:moveTo>
                <a:cubicBezTo>
                  <a:pt x="270764" y="188182"/>
                  <a:pt x="274495" y="191946"/>
                  <a:pt x="279097" y="191946"/>
                </a:cubicBezTo>
                <a:cubicBezTo>
                  <a:pt x="283702" y="191946"/>
                  <a:pt x="287429" y="188182"/>
                  <a:pt x="287429" y="183537"/>
                </a:cubicBezTo>
                <a:cubicBezTo>
                  <a:pt x="287429" y="178892"/>
                  <a:pt x="283702" y="175129"/>
                  <a:pt x="279097" y="175129"/>
                </a:cubicBezTo>
                <a:cubicBezTo>
                  <a:pt x="274495" y="175129"/>
                  <a:pt x="270764" y="178892"/>
                  <a:pt x="270764" y="183537"/>
                </a:cubicBezTo>
                <a:close/>
                <a:moveTo>
                  <a:pt x="232085" y="183537"/>
                </a:moveTo>
                <a:cubicBezTo>
                  <a:pt x="232085" y="188182"/>
                  <a:pt x="235816" y="191946"/>
                  <a:pt x="240418" y="191946"/>
                </a:cubicBezTo>
                <a:cubicBezTo>
                  <a:pt x="245019" y="191946"/>
                  <a:pt x="248750" y="188182"/>
                  <a:pt x="248750" y="183537"/>
                </a:cubicBezTo>
                <a:cubicBezTo>
                  <a:pt x="248750" y="178892"/>
                  <a:pt x="245019" y="175129"/>
                  <a:pt x="240418" y="175129"/>
                </a:cubicBezTo>
                <a:cubicBezTo>
                  <a:pt x="235816" y="175129"/>
                  <a:pt x="232085" y="178892"/>
                  <a:pt x="232085" y="183537"/>
                </a:cubicBezTo>
                <a:close/>
                <a:moveTo>
                  <a:pt x="193402" y="183537"/>
                </a:moveTo>
                <a:cubicBezTo>
                  <a:pt x="193402" y="188182"/>
                  <a:pt x="197134" y="191946"/>
                  <a:pt x="201735" y="191946"/>
                </a:cubicBezTo>
                <a:cubicBezTo>
                  <a:pt x="206340" y="191946"/>
                  <a:pt x="210068" y="188182"/>
                  <a:pt x="210068" y="183537"/>
                </a:cubicBezTo>
                <a:cubicBezTo>
                  <a:pt x="210068" y="178892"/>
                  <a:pt x="206340" y="175129"/>
                  <a:pt x="201735" y="175129"/>
                </a:cubicBezTo>
                <a:cubicBezTo>
                  <a:pt x="197134" y="175129"/>
                  <a:pt x="193402" y="178892"/>
                  <a:pt x="193402" y="183537"/>
                </a:cubicBezTo>
                <a:close/>
                <a:moveTo>
                  <a:pt x="154723" y="183537"/>
                </a:moveTo>
                <a:cubicBezTo>
                  <a:pt x="154723" y="188182"/>
                  <a:pt x="158455" y="191946"/>
                  <a:pt x="163056" y="191946"/>
                </a:cubicBezTo>
                <a:cubicBezTo>
                  <a:pt x="167658" y="191946"/>
                  <a:pt x="171389" y="188182"/>
                  <a:pt x="171389" y="183537"/>
                </a:cubicBezTo>
                <a:cubicBezTo>
                  <a:pt x="171389" y="178892"/>
                  <a:pt x="167658" y="175129"/>
                  <a:pt x="163056" y="175129"/>
                </a:cubicBezTo>
                <a:cubicBezTo>
                  <a:pt x="158455" y="175129"/>
                  <a:pt x="154723" y="178892"/>
                  <a:pt x="154723" y="183537"/>
                </a:cubicBezTo>
                <a:close/>
                <a:moveTo>
                  <a:pt x="116041" y="183537"/>
                </a:moveTo>
                <a:cubicBezTo>
                  <a:pt x="116041" y="188182"/>
                  <a:pt x="119772" y="191946"/>
                  <a:pt x="124373" y="191946"/>
                </a:cubicBezTo>
                <a:cubicBezTo>
                  <a:pt x="128975" y="191946"/>
                  <a:pt x="132706" y="188182"/>
                  <a:pt x="132706" y="183537"/>
                </a:cubicBezTo>
                <a:cubicBezTo>
                  <a:pt x="132706" y="178892"/>
                  <a:pt x="128975" y="175129"/>
                  <a:pt x="124373" y="175129"/>
                </a:cubicBezTo>
                <a:cubicBezTo>
                  <a:pt x="119772" y="175129"/>
                  <a:pt x="116041" y="178892"/>
                  <a:pt x="116041" y="183537"/>
                </a:cubicBezTo>
                <a:close/>
                <a:moveTo>
                  <a:pt x="77362" y="183537"/>
                </a:moveTo>
                <a:cubicBezTo>
                  <a:pt x="77362" y="188182"/>
                  <a:pt x="81093" y="191946"/>
                  <a:pt x="85694" y="191946"/>
                </a:cubicBezTo>
                <a:cubicBezTo>
                  <a:pt x="90296" y="191946"/>
                  <a:pt x="94027" y="188182"/>
                  <a:pt x="94027" y="183537"/>
                </a:cubicBezTo>
                <a:cubicBezTo>
                  <a:pt x="94027" y="178892"/>
                  <a:pt x="90296" y="175129"/>
                  <a:pt x="85694" y="175129"/>
                </a:cubicBezTo>
                <a:cubicBezTo>
                  <a:pt x="81093" y="175129"/>
                  <a:pt x="77362" y="178892"/>
                  <a:pt x="77362" y="183537"/>
                </a:cubicBezTo>
                <a:close/>
                <a:moveTo>
                  <a:pt x="38679" y="183537"/>
                </a:moveTo>
                <a:cubicBezTo>
                  <a:pt x="38679" y="188182"/>
                  <a:pt x="42410" y="191946"/>
                  <a:pt x="47012" y="191946"/>
                </a:cubicBezTo>
                <a:cubicBezTo>
                  <a:pt x="51613" y="191946"/>
                  <a:pt x="55344" y="188182"/>
                  <a:pt x="55344" y="183537"/>
                </a:cubicBezTo>
                <a:cubicBezTo>
                  <a:pt x="55344" y="178892"/>
                  <a:pt x="51613" y="175129"/>
                  <a:pt x="47012" y="175129"/>
                </a:cubicBezTo>
                <a:cubicBezTo>
                  <a:pt x="42410" y="175129"/>
                  <a:pt x="38679" y="178892"/>
                  <a:pt x="38679" y="183537"/>
                </a:cubicBezTo>
                <a:close/>
                <a:moveTo>
                  <a:pt x="0" y="183537"/>
                </a:moveTo>
                <a:cubicBezTo>
                  <a:pt x="0" y="188182"/>
                  <a:pt x="3731" y="191946"/>
                  <a:pt x="8333" y="191946"/>
                </a:cubicBezTo>
                <a:cubicBezTo>
                  <a:pt x="12934" y="191946"/>
                  <a:pt x="16665" y="188182"/>
                  <a:pt x="16665" y="183537"/>
                </a:cubicBezTo>
                <a:cubicBezTo>
                  <a:pt x="16665" y="178892"/>
                  <a:pt x="12934" y="175129"/>
                  <a:pt x="8333" y="175129"/>
                </a:cubicBezTo>
                <a:cubicBezTo>
                  <a:pt x="3731" y="175129"/>
                  <a:pt x="0" y="178892"/>
                  <a:pt x="0" y="183537"/>
                </a:cubicBezTo>
                <a:close/>
                <a:moveTo>
                  <a:pt x="967023" y="227562"/>
                </a:moveTo>
                <a:cubicBezTo>
                  <a:pt x="967023" y="232207"/>
                  <a:pt x="970754" y="235970"/>
                  <a:pt x="975356" y="235970"/>
                </a:cubicBezTo>
                <a:cubicBezTo>
                  <a:pt x="979957" y="235970"/>
                  <a:pt x="983689" y="232207"/>
                  <a:pt x="983689" y="227562"/>
                </a:cubicBezTo>
                <a:cubicBezTo>
                  <a:pt x="983689" y="222921"/>
                  <a:pt x="979957" y="219153"/>
                  <a:pt x="975356" y="219153"/>
                </a:cubicBezTo>
                <a:cubicBezTo>
                  <a:pt x="970754" y="219153"/>
                  <a:pt x="967023" y="222921"/>
                  <a:pt x="967023" y="227562"/>
                </a:cubicBezTo>
                <a:close/>
                <a:moveTo>
                  <a:pt x="928340" y="227562"/>
                </a:moveTo>
                <a:cubicBezTo>
                  <a:pt x="928340" y="232207"/>
                  <a:pt x="932072" y="235970"/>
                  <a:pt x="936673" y="235970"/>
                </a:cubicBezTo>
                <a:cubicBezTo>
                  <a:pt x="941278" y="235970"/>
                  <a:pt x="945006" y="232207"/>
                  <a:pt x="945006" y="227562"/>
                </a:cubicBezTo>
                <a:cubicBezTo>
                  <a:pt x="945006" y="222921"/>
                  <a:pt x="941278" y="219153"/>
                  <a:pt x="936673" y="219153"/>
                </a:cubicBezTo>
                <a:cubicBezTo>
                  <a:pt x="932072" y="219153"/>
                  <a:pt x="928340" y="222921"/>
                  <a:pt x="928340" y="227562"/>
                </a:cubicBezTo>
                <a:close/>
                <a:moveTo>
                  <a:pt x="889662" y="227562"/>
                </a:moveTo>
                <a:cubicBezTo>
                  <a:pt x="889662" y="232207"/>
                  <a:pt x="893393" y="235970"/>
                  <a:pt x="897994" y="235970"/>
                </a:cubicBezTo>
                <a:cubicBezTo>
                  <a:pt x="902596" y="235970"/>
                  <a:pt x="906327" y="232207"/>
                  <a:pt x="906327" y="227562"/>
                </a:cubicBezTo>
                <a:cubicBezTo>
                  <a:pt x="906327" y="222921"/>
                  <a:pt x="902596" y="219153"/>
                  <a:pt x="897994" y="219153"/>
                </a:cubicBezTo>
                <a:cubicBezTo>
                  <a:pt x="893393" y="219153"/>
                  <a:pt x="889662" y="222921"/>
                  <a:pt x="889662" y="227562"/>
                </a:cubicBezTo>
                <a:close/>
                <a:moveTo>
                  <a:pt x="850979" y="227562"/>
                </a:moveTo>
                <a:cubicBezTo>
                  <a:pt x="850979" y="232207"/>
                  <a:pt x="854710" y="235970"/>
                  <a:pt x="859311" y="235970"/>
                </a:cubicBezTo>
                <a:cubicBezTo>
                  <a:pt x="863917" y="235970"/>
                  <a:pt x="867644" y="232207"/>
                  <a:pt x="867644" y="227562"/>
                </a:cubicBezTo>
                <a:cubicBezTo>
                  <a:pt x="867644" y="222917"/>
                  <a:pt x="863917" y="219153"/>
                  <a:pt x="859311" y="219153"/>
                </a:cubicBezTo>
                <a:cubicBezTo>
                  <a:pt x="854710" y="219153"/>
                  <a:pt x="850979" y="222921"/>
                  <a:pt x="850979" y="227562"/>
                </a:cubicBezTo>
                <a:close/>
                <a:moveTo>
                  <a:pt x="812300" y="227562"/>
                </a:moveTo>
                <a:cubicBezTo>
                  <a:pt x="812300" y="232207"/>
                  <a:pt x="816031" y="235970"/>
                  <a:pt x="820633" y="235970"/>
                </a:cubicBezTo>
                <a:cubicBezTo>
                  <a:pt x="825234" y="235970"/>
                  <a:pt x="828965" y="232207"/>
                  <a:pt x="828965" y="227562"/>
                </a:cubicBezTo>
                <a:cubicBezTo>
                  <a:pt x="828965" y="222917"/>
                  <a:pt x="825234" y="219153"/>
                  <a:pt x="820633" y="219153"/>
                </a:cubicBezTo>
                <a:cubicBezTo>
                  <a:pt x="816031" y="219153"/>
                  <a:pt x="812300" y="222921"/>
                  <a:pt x="812300" y="227562"/>
                </a:cubicBezTo>
                <a:close/>
                <a:moveTo>
                  <a:pt x="773617" y="227562"/>
                </a:moveTo>
                <a:cubicBezTo>
                  <a:pt x="773617" y="232207"/>
                  <a:pt x="777348" y="235970"/>
                  <a:pt x="781950" y="235970"/>
                </a:cubicBezTo>
                <a:cubicBezTo>
                  <a:pt x="786555" y="235970"/>
                  <a:pt x="790282" y="232207"/>
                  <a:pt x="790282" y="227562"/>
                </a:cubicBezTo>
                <a:cubicBezTo>
                  <a:pt x="790282" y="222921"/>
                  <a:pt x="786555" y="219153"/>
                  <a:pt x="781950" y="219153"/>
                </a:cubicBezTo>
                <a:cubicBezTo>
                  <a:pt x="777348" y="219153"/>
                  <a:pt x="773617" y="222921"/>
                  <a:pt x="773617" y="227562"/>
                </a:cubicBezTo>
                <a:close/>
                <a:moveTo>
                  <a:pt x="734938" y="227562"/>
                </a:moveTo>
                <a:cubicBezTo>
                  <a:pt x="734938" y="232207"/>
                  <a:pt x="738669" y="235970"/>
                  <a:pt x="743271" y="235970"/>
                </a:cubicBezTo>
                <a:cubicBezTo>
                  <a:pt x="747872" y="235970"/>
                  <a:pt x="751603" y="232207"/>
                  <a:pt x="751603" y="227562"/>
                </a:cubicBezTo>
                <a:cubicBezTo>
                  <a:pt x="751603" y="222921"/>
                  <a:pt x="747872" y="219153"/>
                  <a:pt x="743271" y="219153"/>
                </a:cubicBezTo>
                <a:cubicBezTo>
                  <a:pt x="738669" y="219153"/>
                  <a:pt x="734938" y="222921"/>
                  <a:pt x="734938" y="227562"/>
                </a:cubicBezTo>
                <a:close/>
                <a:moveTo>
                  <a:pt x="696255" y="227562"/>
                </a:moveTo>
                <a:cubicBezTo>
                  <a:pt x="696255" y="232207"/>
                  <a:pt x="699987" y="235970"/>
                  <a:pt x="704588" y="235970"/>
                </a:cubicBezTo>
                <a:cubicBezTo>
                  <a:pt x="709190" y="235970"/>
                  <a:pt x="712921" y="232207"/>
                  <a:pt x="712921" y="227562"/>
                </a:cubicBezTo>
                <a:cubicBezTo>
                  <a:pt x="712921" y="222921"/>
                  <a:pt x="709190" y="219153"/>
                  <a:pt x="704588" y="219153"/>
                </a:cubicBezTo>
                <a:cubicBezTo>
                  <a:pt x="699987" y="219153"/>
                  <a:pt x="696255" y="222921"/>
                  <a:pt x="696255" y="227562"/>
                </a:cubicBezTo>
                <a:close/>
                <a:moveTo>
                  <a:pt x="657576" y="227562"/>
                </a:moveTo>
                <a:cubicBezTo>
                  <a:pt x="657576" y="232207"/>
                  <a:pt x="661308" y="235970"/>
                  <a:pt x="665909" y="235970"/>
                </a:cubicBezTo>
                <a:cubicBezTo>
                  <a:pt x="670510" y="235970"/>
                  <a:pt x="674242" y="232207"/>
                  <a:pt x="674242" y="227562"/>
                </a:cubicBezTo>
                <a:cubicBezTo>
                  <a:pt x="674242" y="222917"/>
                  <a:pt x="670510" y="219153"/>
                  <a:pt x="665909" y="219153"/>
                </a:cubicBezTo>
                <a:cubicBezTo>
                  <a:pt x="661308" y="219153"/>
                  <a:pt x="657576" y="222921"/>
                  <a:pt x="657576" y="227562"/>
                </a:cubicBezTo>
                <a:close/>
                <a:moveTo>
                  <a:pt x="618894" y="227562"/>
                </a:moveTo>
                <a:cubicBezTo>
                  <a:pt x="618894" y="232207"/>
                  <a:pt x="622625" y="235970"/>
                  <a:pt x="627226" y="235970"/>
                </a:cubicBezTo>
                <a:cubicBezTo>
                  <a:pt x="631828" y="235970"/>
                  <a:pt x="635559" y="232207"/>
                  <a:pt x="635559" y="227562"/>
                </a:cubicBezTo>
                <a:cubicBezTo>
                  <a:pt x="635559" y="222917"/>
                  <a:pt x="631828" y="219153"/>
                  <a:pt x="627226" y="219153"/>
                </a:cubicBezTo>
                <a:cubicBezTo>
                  <a:pt x="622625" y="219153"/>
                  <a:pt x="618894" y="222921"/>
                  <a:pt x="618894" y="227562"/>
                </a:cubicBezTo>
                <a:close/>
                <a:moveTo>
                  <a:pt x="580215" y="227562"/>
                </a:moveTo>
                <a:cubicBezTo>
                  <a:pt x="580215" y="232207"/>
                  <a:pt x="583946" y="235970"/>
                  <a:pt x="588547" y="235970"/>
                </a:cubicBezTo>
                <a:cubicBezTo>
                  <a:pt x="593149" y="235970"/>
                  <a:pt x="596880" y="232207"/>
                  <a:pt x="596880" y="227562"/>
                </a:cubicBezTo>
                <a:cubicBezTo>
                  <a:pt x="596880" y="222921"/>
                  <a:pt x="593149" y="219153"/>
                  <a:pt x="588547" y="219153"/>
                </a:cubicBezTo>
                <a:cubicBezTo>
                  <a:pt x="583946" y="219153"/>
                  <a:pt x="580215" y="222921"/>
                  <a:pt x="580215" y="227562"/>
                </a:cubicBezTo>
                <a:close/>
                <a:moveTo>
                  <a:pt x="541532" y="227562"/>
                </a:moveTo>
                <a:cubicBezTo>
                  <a:pt x="541532" y="232207"/>
                  <a:pt x="545263" y="235970"/>
                  <a:pt x="549865" y="235970"/>
                </a:cubicBezTo>
                <a:cubicBezTo>
                  <a:pt x="554466" y="235970"/>
                  <a:pt x="558197" y="232207"/>
                  <a:pt x="558197" y="227562"/>
                </a:cubicBezTo>
                <a:cubicBezTo>
                  <a:pt x="558197" y="222917"/>
                  <a:pt x="554466" y="219153"/>
                  <a:pt x="549865" y="219153"/>
                </a:cubicBezTo>
                <a:cubicBezTo>
                  <a:pt x="545263" y="219153"/>
                  <a:pt x="541532" y="222921"/>
                  <a:pt x="541532" y="227562"/>
                </a:cubicBezTo>
                <a:close/>
                <a:moveTo>
                  <a:pt x="502853" y="227562"/>
                </a:moveTo>
                <a:cubicBezTo>
                  <a:pt x="502853" y="232207"/>
                  <a:pt x="506580" y="235970"/>
                  <a:pt x="511186" y="235970"/>
                </a:cubicBezTo>
                <a:cubicBezTo>
                  <a:pt x="515787" y="235970"/>
                  <a:pt x="519518" y="232207"/>
                  <a:pt x="519518" y="227562"/>
                </a:cubicBezTo>
                <a:cubicBezTo>
                  <a:pt x="519518" y="222921"/>
                  <a:pt x="515787" y="219153"/>
                  <a:pt x="511186" y="219153"/>
                </a:cubicBezTo>
                <a:cubicBezTo>
                  <a:pt x="506580" y="219153"/>
                  <a:pt x="502853" y="222921"/>
                  <a:pt x="502853" y="227562"/>
                </a:cubicBezTo>
                <a:close/>
                <a:moveTo>
                  <a:pt x="464170" y="227562"/>
                </a:moveTo>
                <a:cubicBezTo>
                  <a:pt x="464170" y="232207"/>
                  <a:pt x="467902" y="235970"/>
                  <a:pt x="472503" y="235970"/>
                </a:cubicBezTo>
                <a:cubicBezTo>
                  <a:pt x="477104" y="235970"/>
                  <a:pt x="480836" y="232207"/>
                  <a:pt x="480836" y="227562"/>
                </a:cubicBezTo>
                <a:cubicBezTo>
                  <a:pt x="480836" y="222921"/>
                  <a:pt x="477104" y="219153"/>
                  <a:pt x="472503" y="219153"/>
                </a:cubicBezTo>
                <a:cubicBezTo>
                  <a:pt x="467902" y="219153"/>
                  <a:pt x="464170" y="222921"/>
                  <a:pt x="464170" y="227562"/>
                </a:cubicBezTo>
                <a:close/>
                <a:moveTo>
                  <a:pt x="425491" y="227562"/>
                </a:moveTo>
                <a:cubicBezTo>
                  <a:pt x="425491" y="232207"/>
                  <a:pt x="429219" y="235970"/>
                  <a:pt x="433824" y="235970"/>
                </a:cubicBezTo>
                <a:cubicBezTo>
                  <a:pt x="438425" y="235970"/>
                  <a:pt x="442157" y="232207"/>
                  <a:pt x="442157" y="227562"/>
                </a:cubicBezTo>
                <a:cubicBezTo>
                  <a:pt x="442157" y="222921"/>
                  <a:pt x="438425" y="219153"/>
                  <a:pt x="433824" y="219153"/>
                </a:cubicBezTo>
                <a:cubicBezTo>
                  <a:pt x="429219" y="219153"/>
                  <a:pt x="425491" y="222921"/>
                  <a:pt x="425491" y="227562"/>
                </a:cubicBezTo>
                <a:close/>
                <a:moveTo>
                  <a:pt x="386809" y="227562"/>
                </a:moveTo>
                <a:cubicBezTo>
                  <a:pt x="386809" y="232207"/>
                  <a:pt x="390540" y="235970"/>
                  <a:pt x="395141" y="235970"/>
                </a:cubicBezTo>
                <a:cubicBezTo>
                  <a:pt x="399743" y="235970"/>
                  <a:pt x="403474" y="232207"/>
                  <a:pt x="403474" y="227562"/>
                </a:cubicBezTo>
                <a:cubicBezTo>
                  <a:pt x="403474" y="222917"/>
                  <a:pt x="399743" y="219153"/>
                  <a:pt x="395141" y="219153"/>
                </a:cubicBezTo>
                <a:cubicBezTo>
                  <a:pt x="390540" y="219153"/>
                  <a:pt x="386809" y="222921"/>
                  <a:pt x="386809" y="227562"/>
                </a:cubicBezTo>
                <a:close/>
                <a:moveTo>
                  <a:pt x="348126" y="227562"/>
                </a:moveTo>
                <a:cubicBezTo>
                  <a:pt x="348126" y="232207"/>
                  <a:pt x="351857" y="235970"/>
                  <a:pt x="356458" y="235970"/>
                </a:cubicBezTo>
                <a:cubicBezTo>
                  <a:pt x="361064" y="235970"/>
                  <a:pt x="364791" y="232207"/>
                  <a:pt x="364791" y="227562"/>
                </a:cubicBezTo>
                <a:cubicBezTo>
                  <a:pt x="364791" y="222921"/>
                  <a:pt x="361064" y="219153"/>
                  <a:pt x="356458" y="219153"/>
                </a:cubicBezTo>
                <a:cubicBezTo>
                  <a:pt x="351857" y="219153"/>
                  <a:pt x="348126" y="222921"/>
                  <a:pt x="348126" y="227562"/>
                </a:cubicBezTo>
                <a:close/>
                <a:moveTo>
                  <a:pt x="309447" y="227562"/>
                </a:moveTo>
                <a:cubicBezTo>
                  <a:pt x="309447" y="232207"/>
                  <a:pt x="313178" y="235970"/>
                  <a:pt x="317780" y="235970"/>
                </a:cubicBezTo>
                <a:cubicBezTo>
                  <a:pt x="322381" y="235970"/>
                  <a:pt x="326112" y="232207"/>
                  <a:pt x="326112" y="227562"/>
                </a:cubicBezTo>
                <a:cubicBezTo>
                  <a:pt x="326112" y="222917"/>
                  <a:pt x="322381" y="219153"/>
                  <a:pt x="317780" y="219153"/>
                </a:cubicBezTo>
                <a:cubicBezTo>
                  <a:pt x="313178" y="219153"/>
                  <a:pt x="309447" y="222921"/>
                  <a:pt x="309447" y="227562"/>
                </a:cubicBezTo>
                <a:close/>
                <a:moveTo>
                  <a:pt x="270764" y="227562"/>
                </a:moveTo>
                <a:cubicBezTo>
                  <a:pt x="270764" y="232207"/>
                  <a:pt x="274495" y="235970"/>
                  <a:pt x="279097" y="235970"/>
                </a:cubicBezTo>
                <a:cubicBezTo>
                  <a:pt x="283702" y="235970"/>
                  <a:pt x="287429" y="232207"/>
                  <a:pt x="287429" y="227562"/>
                </a:cubicBezTo>
                <a:cubicBezTo>
                  <a:pt x="287429" y="222921"/>
                  <a:pt x="283702" y="219153"/>
                  <a:pt x="279097" y="219153"/>
                </a:cubicBezTo>
                <a:cubicBezTo>
                  <a:pt x="274495" y="219153"/>
                  <a:pt x="270764" y="222921"/>
                  <a:pt x="270764" y="227562"/>
                </a:cubicBezTo>
                <a:close/>
                <a:moveTo>
                  <a:pt x="232085" y="227562"/>
                </a:moveTo>
                <a:cubicBezTo>
                  <a:pt x="232085" y="232207"/>
                  <a:pt x="235816" y="235970"/>
                  <a:pt x="240418" y="235970"/>
                </a:cubicBezTo>
                <a:cubicBezTo>
                  <a:pt x="245019" y="235970"/>
                  <a:pt x="248750" y="232207"/>
                  <a:pt x="248750" y="227562"/>
                </a:cubicBezTo>
                <a:cubicBezTo>
                  <a:pt x="248750" y="222917"/>
                  <a:pt x="245019" y="219153"/>
                  <a:pt x="240418" y="219153"/>
                </a:cubicBezTo>
                <a:cubicBezTo>
                  <a:pt x="235816" y="219153"/>
                  <a:pt x="232085" y="222921"/>
                  <a:pt x="232085" y="227562"/>
                </a:cubicBezTo>
                <a:close/>
                <a:moveTo>
                  <a:pt x="193402" y="227562"/>
                </a:moveTo>
                <a:cubicBezTo>
                  <a:pt x="193402" y="232207"/>
                  <a:pt x="197134" y="235970"/>
                  <a:pt x="201735" y="235970"/>
                </a:cubicBezTo>
                <a:cubicBezTo>
                  <a:pt x="206340" y="235970"/>
                  <a:pt x="210068" y="232207"/>
                  <a:pt x="210068" y="227562"/>
                </a:cubicBezTo>
                <a:cubicBezTo>
                  <a:pt x="210068" y="222917"/>
                  <a:pt x="206340" y="219153"/>
                  <a:pt x="201735" y="219153"/>
                </a:cubicBezTo>
                <a:cubicBezTo>
                  <a:pt x="197134" y="219153"/>
                  <a:pt x="193402" y="222921"/>
                  <a:pt x="193402" y="227562"/>
                </a:cubicBezTo>
                <a:close/>
                <a:moveTo>
                  <a:pt x="154723" y="227562"/>
                </a:moveTo>
                <a:cubicBezTo>
                  <a:pt x="154723" y="232207"/>
                  <a:pt x="158455" y="235970"/>
                  <a:pt x="163056" y="235970"/>
                </a:cubicBezTo>
                <a:cubicBezTo>
                  <a:pt x="167658" y="235970"/>
                  <a:pt x="171389" y="232207"/>
                  <a:pt x="171389" y="227562"/>
                </a:cubicBezTo>
                <a:cubicBezTo>
                  <a:pt x="171389" y="222917"/>
                  <a:pt x="167658" y="219153"/>
                  <a:pt x="163056" y="219153"/>
                </a:cubicBezTo>
                <a:cubicBezTo>
                  <a:pt x="158455" y="219153"/>
                  <a:pt x="154723" y="222921"/>
                  <a:pt x="154723" y="227562"/>
                </a:cubicBezTo>
                <a:close/>
                <a:moveTo>
                  <a:pt x="116041" y="227562"/>
                </a:moveTo>
                <a:cubicBezTo>
                  <a:pt x="116041" y="232207"/>
                  <a:pt x="119772" y="235970"/>
                  <a:pt x="124373" y="235970"/>
                </a:cubicBezTo>
                <a:cubicBezTo>
                  <a:pt x="128975" y="235970"/>
                  <a:pt x="132706" y="232207"/>
                  <a:pt x="132706" y="227562"/>
                </a:cubicBezTo>
                <a:cubicBezTo>
                  <a:pt x="132706" y="222917"/>
                  <a:pt x="128975" y="219153"/>
                  <a:pt x="124373" y="219153"/>
                </a:cubicBezTo>
                <a:cubicBezTo>
                  <a:pt x="119772" y="219153"/>
                  <a:pt x="116041" y="222921"/>
                  <a:pt x="116041" y="227562"/>
                </a:cubicBezTo>
                <a:close/>
                <a:moveTo>
                  <a:pt x="77362" y="227562"/>
                </a:moveTo>
                <a:cubicBezTo>
                  <a:pt x="77362" y="232207"/>
                  <a:pt x="81093" y="235970"/>
                  <a:pt x="85694" y="235970"/>
                </a:cubicBezTo>
                <a:cubicBezTo>
                  <a:pt x="90296" y="235970"/>
                  <a:pt x="94027" y="232207"/>
                  <a:pt x="94027" y="227562"/>
                </a:cubicBezTo>
                <a:cubicBezTo>
                  <a:pt x="94027" y="222917"/>
                  <a:pt x="90296" y="219153"/>
                  <a:pt x="85694" y="219153"/>
                </a:cubicBezTo>
                <a:cubicBezTo>
                  <a:pt x="81093" y="219153"/>
                  <a:pt x="77362" y="222921"/>
                  <a:pt x="77362" y="227562"/>
                </a:cubicBezTo>
                <a:close/>
                <a:moveTo>
                  <a:pt x="38679" y="227562"/>
                </a:moveTo>
                <a:cubicBezTo>
                  <a:pt x="38679" y="232207"/>
                  <a:pt x="42410" y="235970"/>
                  <a:pt x="47012" y="235970"/>
                </a:cubicBezTo>
                <a:cubicBezTo>
                  <a:pt x="51613" y="235970"/>
                  <a:pt x="55344" y="232207"/>
                  <a:pt x="55344" y="227562"/>
                </a:cubicBezTo>
                <a:cubicBezTo>
                  <a:pt x="55344" y="222921"/>
                  <a:pt x="51613" y="219153"/>
                  <a:pt x="47012" y="219153"/>
                </a:cubicBezTo>
                <a:cubicBezTo>
                  <a:pt x="42410" y="219153"/>
                  <a:pt x="38679" y="222921"/>
                  <a:pt x="38679" y="227562"/>
                </a:cubicBezTo>
                <a:close/>
                <a:moveTo>
                  <a:pt x="0" y="227562"/>
                </a:moveTo>
                <a:cubicBezTo>
                  <a:pt x="0" y="232207"/>
                  <a:pt x="3731" y="235970"/>
                  <a:pt x="8333" y="235970"/>
                </a:cubicBezTo>
                <a:cubicBezTo>
                  <a:pt x="12934" y="235970"/>
                  <a:pt x="16665" y="232207"/>
                  <a:pt x="16665" y="227562"/>
                </a:cubicBezTo>
                <a:cubicBezTo>
                  <a:pt x="16665" y="222921"/>
                  <a:pt x="12934" y="219153"/>
                  <a:pt x="8333" y="219153"/>
                </a:cubicBezTo>
                <a:cubicBezTo>
                  <a:pt x="3731" y="219153"/>
                  <a:pt x="0" y="222921"/>
                  <a:pt x="0" y="227562"/>
                </a:cubicBezTo>
                <a:close/>
                <a:moveTo>
                  <a:pt x="967023" y="271591"/>
                </a:moveTo>
                <a:cubicBezTo>
                  <a:pt x="967023" y="276235"/>
                  <a:pt x="970754" y="279999"/>
                  <a:pt x="975356" y="279999"/>
                </a:cubicBezTo>
                <a:cubicBezTo>
                  <a:pt x="979957" y="279999"/>
                  <a:pt x="983689" y="276235"/>
                  <a:pt x="983689" y="271591"/>
                </a:cubicBezTo>
                <a:cubicBezTo>
                  <a:pt x="983689" y="266946"/>
                  <a:pt x="979957" y="263182"/>
                  <a:pt x="975356" y="263182"/>
                </a:cubicBezTo>
                <a:cubicBezTo>
                  <a:pt x="970754" y="263182"/>
                  <a:pt x="967023" y="266946"/>
                  <a:pt x="967023" y="271591"/>
                </a:cubicBezTo>
                <a:close/>
                <a:moveTo>
                  <a:pt x="928340" y="271591"/>
                </a:moveTo>
                <a:cubicBezTo>
                  <a:pt x="928340" y="276235"/>
                  <a:pt x="932072" y="279999"/>
                  <a:pt x="936673" y="279999"/>
                </a:cubicBezTo>
                <a:cubicBezTo>
                  <a:pt x="941278" y="279999"/>
                  <a:pt x="945006" y="276235"/>
                  <a:pt x="945006" y="271591"/>
                </a:cubicBezTo>
                <a:cubicBezTo>
                  <a:pt x="945006" y="266946"/>
                  <a:pt x="941278" y="263182"/>
                  <a:pt x="936673" y="263182"/>
                </a:cubicBezTo>
                <a:cubicBezTo>
                  <a:pt x="932072" y="263182"/>
                  <a:pt x="928340" y="266946"/>
                  <a:pt x="928340" y="271591"/>
                </a:cubicBezTo>
                <a:close/>
                <a:moveTo>
                  <a:pt x="889662" y="271591"/>
                </a:moveTo>
                <a:cubicBezTo>
                  <a:pt x="889662" y="276235"/>
                  <a:pt x="893393" y="279999"/>
                  <a:pt x="897994" y="279999"/>
                </a:cubicBezTo>
                <a:cubicBezTo>
                  <a:pt x="902596" y="279999"/>
                  <a:pt x="906327" y="276235"/>
                  <a:pt x="906327" y="271591"/>
                </a:cubicBezTo>
                <a:cubicBezTo>
                  <a:pt x="906327" y="266946"/>
                  <a:pt x="902596" y="263182"/>
                  <a:pt x="897994" y="263182"/>
                </a:cubicBezTo>
                <a:cubicBezTo>
                  <a:pt x="893393" y="263182"/>
                  <a:pt x="889662" y="266946"/>
                  <a:pt x="889662" y="271591"/>
                </a:cubicBezTo>
                <a:close/>
                <a:moveTo>
                  <a:pt x="850979" y="271591"/>
                </a:moveTo>
                <a:cubicBezTo>
                  <a:pt x="850979" y="276235"/>
                  <a:pt x="854710" y="279999"/>
                  <a:pt x="859311" y="279999"/>
                </a:cubicBezTo>
                <a:cubicBezTo>
                  <a:pt x="863917" y="279999"/>
                  <a:pt x="867644" y="276235"/>
                  <a:pt x="867644" y="271591"/>
                </a:cubicBezTo>
                <a:cubicBezTo>
                  <a:pt x="867644" y="266946"/>
                  <a:pt x="863917" y="263182"/>
                  <a:pt x="859311" y="263182"/>
                </a:cubicBezTo>
                <a:cubicBezTo>
                  <a:pt x="854710" y="263182"/>
                  <a:pt x="850979" y="266946"/>
                  <a:pt x="850979" y="271591"/>
                </a:cubicBezTo>
                <a:close/>
                <a:moveTo>
                  <a:pt x="812300" y="271591"/>
                </a:moveTo>
                <a:cubicBezTo>
                  <a:pt x="812300" y="276235"/>
                  <a:pt x="816031" y="279999"/>
                  <a:pt x="820633" y="279999"/>
                </a:cubicBezTo>
                <a:cubicBezTo>
                  <a:pt x="825234" y="279999"/>
                  <a:pt x="828965" y="276235"/>
                  <a:pt x="828965" y="271591"/>
                </a:cubicBezTo>
                <a:cubicBezTo>
                  <a:pt x="828965" y="266946"/>
                  <a:pt x="825234" y="263182"/>
                  <a:pt x="820633" y="263182"/>
                </a:cubicBezTo>
                <a:cubicBezTo>
                  <a:pt x="816031" y="263182"/>
                  <a:pt x="812300" y="266946"/>
                  <a:pt x="812300" y="271591"/>
                </a:cubicBezTo>
                <a:close/>
                <a:moveTo>
                  <a:pt x="773617" y="271591"/>
                </a:moveTo>
                <a:cubicBezTo>
                  <a:pt x="773617" y="276235"/>
                  <a:pt x="777348" y="279999"/>
                  <a:pt x="781950" y="279999"/>
                </a:cubicBezTo>
                <a:cubicBezTo>
                  <a:pt x="786555" y="279999"/>
                  <a:pt x="790282" y="276235"/>
                  <a:pt x="790282" y="271591"/>
                </a:cubicBezTo>
                <a:cubicBezTo>
                  <a:pt x="790282" y="266946"/>
                  <a:pt x="786555" y="263182"/>
                  <a:pt x="781950" y="263182"/>
                </a:cubicBezTo>
                <a:cubicBezTo>
                  <a:pt x="777348" y="263182"/>
                  <a:pt x="773617" y="266946"/>
                  <a:pt x="773617" y="271591"/>
                </a:cubicBezTo>
                <a:close/>
                <a:moveTo>
                  <a:pt x="734938" y="271591"/>
                </a:moveTo>
                <a:cubicBezTo>
                  <a:pt x="734938" y="276235"/>
                  <a:pt x="738669" y="279999"/>
                  <a:pt x="743271" y="279999"/>
                </a:cubicBezTo>
                <a:cubicBezTo>
                  <a:pt x="747872" y="279999"/>
                  <a:pt x="751603" y="276235"/>
                  <a:pt x="751603" y="271591"/>
                </a:cubicBezTo>
                <a:cubicBezTo>
                  <a:pt x="751603" y="266946"/>
                  <a:pt x="747872" y="263182"/>
                  <a:pt x="743271" y="263182"/>
                </a:cubicBezTo>
                <a:cubicBezTo>
                  <a:pt x="738669" y="263182"/>
                  <a:pt x="734938" y="266946"/>
                  <a:pt x="734938" y="271591"/>
                </a:cubicBezTo>
                <a:close/>
                <a:moveTo>
                  <a:pt x="696255" y="271591"/>
                </a:moveTo>
                <a:cubicBezTo>
                  <a:pt x="696255" y="276235"/>
                  <a:pt x="699987" y="279999"/>
                  <a:pt x="704588" y="279999"/>
                </a:cubicBezTo>
                <a:cubicBezTo>
                  <a:pt x="709190" y="279999"/>
                  <a:pt x="712921" y="276235"/>
                  <a:pt x="712921" y="271591"/>
                </a:cubicBezTo>
                <a:cubicBezTo>
                  <a:pt x="712921" y="266946"/>
                  <a:pt x="709190" y="263182"/>
                  <a:pt x="704588" y="263182"/>
                </a:cubicBezTo>
                <a:cubicBezTo>
                  <a:pt x="699987" y="263182"/>
                  <a:pt x="696255" y="266946"/>
                  <a:pt x="696255" y="271591"/>
                </a:cubicBezTo>
                <a:close/>
                <a:moveTo>
                  <a:pt x="657576" y="271591"/>
                </a:moveTo>
                <a:cubicBezTo>
                  <a:pt x="657576" y="276235"/>
                  <a:pt x="661308" y="279999"/>
                  <a:pt x="665909" y="279999"/>
                </a:cubicBezTo>
                <a:cubicBezTo>
                  <a:pt x="670510" y="279999"/>
                  <a:pt x="674242" y="276235"/>
                  <a:pt x="674242" y="271591"/>
                </a:cubicBezTo>
                <a:cubicBezTo>
                  <a:pt x="674242" y="266946"/>
                  <a:pt x="670510" y="263182"/>
                  <a:pt x="665909" y="263182"/>
                </a:cubicBezTo>
                <a:cubicBezTo>
                  <a:pt x="661308" y="263182"/>
                  <a:pt x="657576" y="266946"/>
                  <a:pt x="657576" y="271591"/>
                </a:cubicBezTo>
                <a:close/>
                <a:moveTo>
                  <a:pt x="618894" y="271591"/>
                </a:moveTo>
                <a:cubicBezTo>
                  <a:pt x="618894" y="276235"/>
                  <a:pt x="622625" y="279999"/>
                  <a:pt x="627226" y="279999"/>
                </a:cubicBezTo>
                <a:cubicBezTo>
                  <a:pt x="631828" y="279999"/>
                  <a:pt x="635559" y="276235"/>
                  <a:pt x="635559" y="271591"/>
                </a:cubicBezTo>
                <a:cubicBezTo>
                  <a:pt x="635559" y="266946"/>
                  <a:pt x="631828" y="263182"/>
                  <a:pt x="627226" y="263182"/>
                </a:cubicBezTo>
                <a:cubicBezTo>
                  <a:pt x="622625" y="263182"/>
                  <a:pt x="618894" y="266946"/>
                  <a:pt x="618894" y="271591"/>
                </a:cubicBezTo>
                <a:close/>
                <a:moveTo>
                  <a:pt x="580215" y="271591"/>
                </a:moveTo>
                <a:cubicBezTo>
                  <a:pt x="580215" y="276235"/>
                  <a:pt x="583946" y="279999"/>
                  <a:pt x="588547" y="279999"/>
                </a:cubicBezTo>
                <a:cubicBezTo>
                  <a:pt x="593149" y="279999"/>
                  <a:pt x="596880" y="276235"/>
                  <a:pt x="596880" y="271591"/>
                </a:cubicBezTo>
                <a:cubicBezTo>
                  <a:pt x="596880" y="266946"/>
                  <a:pt x="593149" y="263182"/>
                  <a:pt x="588547" y="263182"/>
                </a:cubicBezTo>
                <a:cubicBezTo>
                  <a:pt x="583946" y="263182"/>
                  <a:pt x="580215" y="266946"/>
                  <a:pt x="580215" y="271591"/>
                </a:cubicBezTo>
                <a:close/>
                <a:moveTo>
                  <a:pt x="541532" y="271591"/>
                </a:moveTo>
                <a:cubicBezTo>
                  <a:pt x="541532" y="276235"/>
                  <a:pt x="545263" y="279999"/>
                  <a:pt x="549865" y="279999"/>
                </a:cubicBezTo>
                <a:cubicBezTo>
                  <a:pt x="554466" y="279999"/>
                  <a:pt x="558197" y="276235"/>
                  <a:pt x="558197" y="271591"/>
                </a:cubicBezTo>
                <a:cubicBezTo>
                  <a:pt x="558197" y="266946"/>
                  <a:pt x="554466" y="263182"/>
                  <a:pt x="549865" y="263182"/>
                </a:cubicBezTo>
                <a:cubicBezTo>
                  <a:pt x="545263" y="263182"/>
                  <a:pt x="541532" y="266946"/>
                  <a:pt x="541532" y="271591"/>
                </a:cubicBezTo>
                <a:close/>
                <a:moveTo>
                  <a:pt x="502853" y="271591"/>
                </a:moveTo>
                <a:cubicBezTo>
                  <a:pt x="502853" y="276235"/>
                  <a:pt x="506580" y="279999"/>
                  <a:pt x="511186" y="279999"/>
                </a:cubicBezTo>
                <a:cubicBezTo>
                  <a:pt x="515787" y="279999"/>
                  <a:pt x="519518" y="276235"/>
                  <a:pt x="519518" y="271591"/>
                </a:cubicBezTo>
                <a:cubicBezTo>
                  <a:pt x="519518" y="266946"/>
                  <a:pt x="515787" y="263182"/>
                  <a:pt x="511186" y="263182"/>
                </a:cubicBezTo>
                <a:cubicBezTo>
                  <a:pt x="506580" y="263182"/>
                  <a:pt x="502853" y="266946"/>
                  <a:pt x="502853" y="271591"/>
                </a:cubicBezTo>
                <a:close/>
                <a:moveTo>
                  <a:pt x="464170" y="271591"/>
                </a:moveTo>
                <a:cubicBezTo>
                  <a:pt x="464170" y="276235"/>
                  <a:pt x="467902" y="279999"/>
                  <a:pt x="472503" y="279999"/>
                </a:cubicBezTo>
                <a:cubicBezTo>
                  <a:pt x="477104" y="279999"/>
                  <a:pt x="480836" y="276235"/>
                  <a:pt x="480836" y="271591"/>
                </a:cubicBezTo>
                <a:cubicBezTo>
                  <a:pt x="480836" y="266946"/>
                  <a:pt x="477104" y="263182"/>
                  <a:pt x="472503" y="263182"/>
                </a:cubicBezTo>
                <a:cubicBezTo>
                  <a:pt x="467902" y="263182"/>
                  <a:pt x="464170" y="266946"/>
                  <a:pt x="464170" y="271591"/>
                </a:cubicBezTo>
                <a:close/>
                <a:moveTo>
                  <a:pt x="425491" y="271591"/>
                </a:moveTo>
                <a:cubicBezTo>
                  <a:pt x="425491" y="276235"/>
                  <a:pt x="429219" y="279999"/>
                  <a:pt x="433824" y="279999"/>
                </a:cubicBezTo>
                <a:cubicBezTo>
                  <a:pt x="438425" y="279999"/>
                  <a:pt x="442157" y="276235"/>
                  <a:pt x="442157" y="271591"/>
                </a:cubicBezTo>
                <a:cubicBezTo>
                  <a:pt x="442157" y="266946"/>
                  <a:pt x="438425" y="263182"/>
                  <a:pt x="433824" y="263182"/>
                </a:cubicBezTo>
                <a:cubicBezTo>
                  <a:pt x="429219" y="263182"/>
                  <a:pt x="425491" y="266946"/>
                  <a:pt x="425491" y="271591"/>
                </a:cubicBezTo>
                <a:close/>
                <a:moveTo>
                  <a:pt x="386809" y="271591"/>
                </a:moveTo>
                <a:cubicBezTo>
                  <a:pt x="386809" y="276235"/>
                  <a:pt x="390540" y="279999"/>
                  <a:pt x="395141" y="279999"/>
                </a:cubicBezTo>
                <a:cubicBezTo>
                  <a:pt x="399743" y="279999"/>
                  <a:pt x="403474" y="276235"/>
                  <a:pt x="403474" y="271591"/>
                </a:cubicBezTo>
                <a:cubicBezTo>
                  <a:pt x="403474" y="266946"/>
                  <a:pt x="399743" y="263182"/>
                  <a:pt x="395141" y="263182"/>
                </a:cubicBezTo>
                <a:cubicBezTo>
                  <a:pt x="390540" y="263182"/>
                  <a:pt x="386809" y="266946"/>
                  <a:pt x="386809" y="271591"/>
                </a:cubicBezTo>
                <a:close/>
                <a:moveTo>
                  <a:pt x="348126" y="271591"/>
                </a:moveTo>
                <a:cubicBezTo>
                  <a:pt x="348126" y="276235"/>
                  <a:pt x="351857" y="279999"/>
                  <a:pt x="356458" y="279999"/>
                </a:cubicBezTo>
                <a:cubicBezTo>
                  <a:pt x="361064" y="279999"/>
                  <a:pt x="364791" y="276235"/>
                  <a:pt x="364791" y="271591"/>
                </a:cubicBezTo>
                <a:cubicBezTo>
                  <a:pt x="364791" y="266946"/>
                  <a:pt x="361064" y="263182"/>
                  <a:pt x="356458" y="263182"/>
                </a:cubicBezTo>
                <a:cubicBezTo>
                  <a:pt x="351857" y="263182"/>
                  <a:pt x="348126" y="266946"/>
                  <a:pt x="348126" y="271591"/>
                </a:cubicBezTo>
                <a:close/>
                <a:moveTo>
                  <a:pt x="309447" y="271591"/>
                </a:moveTo>
                <a:cubicBezTo>
                  <a:pt x="309447" y="276235"/>
                  <a:pt x="313178" y="279999"/>
                  <a:pt x="317780" y="279999"/>
                </a:cubicBezTo>
                <a:cubicBezTo>
                  <a:pt x="322381" y="279999"/>
                  <a:pt x="326112" y="276235"/>
                  <a:pt x="326112" y="271591"/>
                </a:cubicBezTo>
                <a:cubicBezTo>
                  <a:pt x="326112" y="266946"/>
                  <a:pt x="322381" y="263182"/>
                  <a:pt x="317780" y="263182"/>
                </a:cubicBezTo>
                <a:cubicBezTo>
                  <a:pt x="313178" y="263182"/>
                  <a:pt x="309447" y="266946"/>
                  <a:pt x="309447" y="271591"/>
                </a:cubicBezTo>
                <a:close/>
                <a:moveTo>
                  <a:pt x="270764" y="271591"/>
                </a:moveTo>
                <a:cubicBezTo>
                  <a:pt x="270764" y="276235"/>
                  <a:pt x="274495" y="279999"/>
                  <a:pt x="279097" y="279999"/>
                </a:cubicBezTo>
                <a:cubicBezTo>
                  <a:pt x="283702" y="279999"/>
                  <a:pt x="287429" y="276235"/>
                  <a:pt x="287429" y="271591"/>
                </a:cubicBezTo>
                <a:cubicBezTo>
                  <a:pt x="287429" y="266946"/>
                  <a:pt x="283702" y="263182"/>
                  <a:pt x="279097" y="263182"/>
                </a:cubicBezTo>
                <a:cubicBezTo>
                  <a:pt x="274495" y="263182"/>
                  <a:pt x="270764" y="266946"/>
                  <a:pt x="270764" y="271591"/>
                </a:cubicBezTo>
                <a:close/>
                <a:moveTo>
                  <a:pt x="232085" y="271591"/>
                </a:moveTo>
                <a:cubicBezTo>
                  <a:pt x="232085" y="276235"/>
                  <a:pt x="235816" y="279999"/>
                  <a:pt x="240418" y="279999"/>
                </a:cubicBezTo>
                <a:cubicBezTo>
                  <a:pt x="245019" y="279999"/>
                  <a:pt x="248750" y="276235"/>
                  <a:pt x="248750" y="271591"/>
                </a:cubicBezTo>
                <a:cubicBezTo>
                  <a:pt x="248750" y="266946"/>
                  <a:pt x="245019" y="263182"/>
                  <a:pt x="240418" y="263182"/>
                </a:cubicBezTo>
                <a:cubicBezTo>
                  <a:pt x="235816" y="263182"/>
                  <a:pt x="232085" y="266946"/>
                  <a:pt x="232085" y="271591"/>
                </a:cubicBezTo>
                <a:close/>
                <a:moveTo>
                  <a:pt x="193402" y="271591"/>
                </a:moveTo>
                <a:cubicBezTo>
                  <a:pt x="193402" y="276235"/>
                  <a:pt x="197134" y="279999"/>
                  <a:pt x="201735" y="279999"/>
                </a:cubicBezTo>
                <a:cubicBezTo>
                  <a:pt x="206340" y="279999"/>
                  <a:pt x="210068" y="276235"/>
                  <a:pt x="210068" y="271591"/>
                </a:cubicBezTo>
                <a:cubicBezTo>
                  <a:pt x="210068" y="266946"/>
                  <a:pt x="206340" y="263182"/>
                  <a:pt x="201735" y="263182"/>
                </a:cubicBezTo>
                <a:cubicBezTo>
                  <a:pt x="197134" y="263182"/>
                  <a:pt x="193402" y="266946"/>
                  <a:pt x="193402" y="271591"/>
                </a:cubicBezTo>
                <a:close/>
                <a:moveTo>
                  <a:pt x="154723" y="271591"/>
                </a:moveTo>
                <a:cubicBezTo>
                  <a:pt x="154723" y="276235"/>
                  <a:pt x="158455" y="279999"/>
                  <a:pt x="163056" y="279999"/>
                </a:cubicBezTo>
                <a:cubicBezTo>
                  <a:pt x="167658" y="279999"/>
                  <a:pt x="171389" y="276235"/>
                  <a:pt x="171389" y="271591"/>
                </a:cubicBezTo>
                <a:cubicBezTo>
                  <a:pt x="171389" y="266946"/>
                  <a:pt x="167658" y="263182"/>
                  <a:pt x="163056" y="263182"/>
                </a:cubicBezTo>
                <a:cubicBezTo>
                  <a:pt x="158455" y="263182"/>
                  <a:pt x="154723" y="266946"/>
                  <a:pt x="154723" y="271591"/>
                </a:cubicBezTo>
                <a:close/>
                <a:moveTo>
                  <a:pt x="116041" y="271591"/>
                </a:moveTo>
                <a:cubicBezTo>
                  <a:pt x="116041" y="276235"/>
                  <a:pt x="119772" y="279999"/>
                  <a:pt x="124373" y="279999"/>
                </a:cubicBezTo>
                <a:cubicBezTo>
                  <a:pt x="128975" y="279999"/>
                  <a:pt x="132706" y="276235"/>
                  <a:pt x="132706" y="271591"/>
                </a:cubicBezTo>
                <a:cubicBezTo>
                  <a:pt x="132706" y="266946"/>
                  <a:pt x="128975" y="263182"/>
                  <a:pt x="124373" y="263182"/>
                </a:cubicBezTo>
                <a:cubicBezTo>
                  <a:pt x="119772" y="263182"/>
                  <a:pt x="116041" y="266946"/>
                  <a:pt x="116041" y="271591"/>
                </a:cubicBezTo>
                <a:close/>
                <a:moveTo>
                  <a:pt x="77362" y="271591"/>
                </a:moveTo>
                <a:cubicBezTo>
                  <a:pt x="77362" y="276235"/>
                  <a:pt x="81093" y="279999"/>
                  <a:pt x="85694" y="279999"/>
                </a:cubicBezTo>
                <a:cubicBezTo>
                  <a:pt x="90296" y="279999"/>
                  <a:pt x="94027" y="276235"/>
                  <a:pt x="94027" y="271591"/>
                </a:cubicBezTo>
                <a:cubicBezTo>
                  <a:pt x="94027" y="266946"/>
                  <a:pt x="90296" y="263182"/>
                  <a:pt x="85694" y="263182"/>
                </a:cubicBezTo>
                <a:cubicBezTo>
                  <a:pt x="81093" y="263182"/>
                  <a:pt x="77362" y="266946"/>
                  <a:pt x="77362" y="271591"/>
                </a:cubicBezTo>
                <a:close/>
                <a:moveTo>
                  <a:pt x="38679" y="271591"/>
                </a:moveTo>
                <a:cubicBezTo>
                  <a:pt x="38679" y="276235"/>
                  <a:pt x="42410" y="279999"/>
                  <a:pt x="47012" y="279999"/>
                </a:cubicBezTo>
                <a:cubicBezTo>
                  <a:pt x="51613" y="279999"/>
                  <a:pt x="55344" y="276235"/>
                  <a:pt x="55344" y="271591"/>
                </a:cubicBezTo>
                <a:cubicBezTo>
                  <a:pt x="55344" y="266946"/>
                  <a:pt x="51613" y="263182"/>
                  <a:pt x="47012" y="263182"/>
                </a:cubicBezTo>
                <a:cubicBezTo>
                  <a:pt x="42410" y="263182"/>
                  <a:pt x="38679" y="266946"/>
                  <a:pt x="38679" y="271591"/>
                </a:cubicBezTo>
                <a:close/>
                <a:moveTo>
                  <a:pt x="0" y="271591"/>
                </a:moveTo>
                <a:cubicBezTo>
                  <a:pt x="0" y="276235"/>
                  <a:pt x="3731" y="279999"/>
                  <a:pt x="8333" y="279999"/>
                </a:cubicBezTo>
                <a:cubicBezTo>
                  <a:pt x="12934" y="279999"/>
                  <a:pt x="16665" y="276235"/>
                  <a:pt x="16665" y="271591"/>
                </a:cubicBezTo>
                <a:cubicBezTo>
                  <a:pt x="16665" y="266946"/>
                  <a:pt x="12934" y="263182"/>
                  <a:pt x="8333" y="263182"/>
                </a:cubicBezTo>
                <a:cubicBezTo>
                  <a:pt x="3731" y="263182"/>
                  <a:pt x="0" y="266946"/>
                  <a:pt x="0" y="271591"/>
                </a:cubicBezTo>
                <a:close/>
                <a:moveTo>
                  <a:pt x="967023" y="315619"/>
                </a:moveTo>
                <a:cubicBezTo>
                  <a:pt x="967023" y="320260"/>
                  <a:pt x="970754" y="324028"/>
                  <a:pt x="975356" y="324028"/>
                </a:cubicBezTo>
                <a:cubicBezTo>
                  <a:pt x="979957" y="324028"/>
                  <a:pt x="983689" y="320260"/>
                  <a:pt x="983689" y="315619"/>
                </a:cubicBezTo>
                <a:cubicBezTo>
                  <a:pt x="983689" y="310974"/>
                  <a:pt x="979957" y="307207"/>
                  <a:pt x="975356" y="307207"/>
                </a:cubicBezTo>
                <a:cubicBezTo>
                  <a:pt x="970754" y="307207"/>
                  <a:pt x="967023" y="310974"/>
                  <a:pt x="967023" y="315619"/>
                </a:cubicBezTo>
                <a:close/>
                <a:moveTo>
                  <a:pt x="928340" y="315619"/>
                </a:moveTo>
                <a:cubicBezTo>
                  <a:pt x="928340" y="320260"/>
                  <a:pt x="932072" y="324028"/>
                  <a:pt x="936673" y="324028"/>
                </a:cubicBezTo>
                <a:cubicBezTo>
                  <a:pt x="941278" y="324028"/>
                  <a:pt x="945006" y="320260"/>
                  <a:pt x="945006" y="315619"/>
                </a:cubicBezTo>
                <a:cubicBezTo>
                  <a:pt x="945006" y="310974"/>
                  <a:pt x="941278" y="307207"/>
                  <a:pt x="936673" y="307207"/>
                </a:cubicBezTo>
                <a:cubicBezTo>
                  <a:pt x="932072" y="307207"/>
                  <a:pt x="928340" y="310974"/>
                  <a:pt x="928340" y="315619"/>
                </a:cubicBezTo>
                <a:close/>
                <a:moveTo>
                  <a:pt x="889662" y="315619"/>
                </a:moveTo>
                <a:cubicBezTo>
                  <a:pt x="889662" y="320260"/>
                  <a:pt x="893393" y="324028"/>
                  <a:pt x="897994" y="324028"/>
                </a:cubicBezTo>
                <a:cubicBezTo>
                  <a:pt x="902596" y="324028"/>
                  <a:pt x="906327" y="320260"/>
                  <a:pt x="906327" y="315619"/>
                </a:cubicBezTo>
                <a:cubicBezTo>
                  <a:pt x="906327" y="310974"/>
                  <a:pt x="902596" y="307207"/>
                  <a:pt x="897994" y="307207"/>
                </a:cubicBezTo>
                <a:cubicBezTo>
                  <a:pt x="893393" y="307207"/>
                  <a:pt x="889662" y="310974"/>
                  <a:pt x="889662" y="315619"/>
                </a:cubicBezTo>
                <a:close/>
                <a:moveTo>
                  <a:pt x="850979" y="315619"/>
                </a:moveTo>
                <a:cubicBezTo>
                  <a:pt x="850979" y="320260"/>
                  <a:pt x="854710" y="324028"/>
                  <a:pt x="859311" y="324028"/>
                </a:cubicBezTo>
                <a:cubicBezTo>
                  <a:pt x="863917" y="324028"/>
                  <a:pt x="867644" y="320260"/>
                  <a:pt x="867644" y="315619"/>
                </a:cubicBezTo>
                <a:cubicBezTo>
                  <a:pt x="867644" y="310974"/>
                  <a:pt x="863917" y="307207"/>
                  <a:pt x="859311" y="307207"/>
                </a:cubicBezTo>
                <a:cubicBezTo>
                  <a:pt x="854710" y="307207"/>
                  <a:pt x="850979" y="310974"/>
                  <a:pt x="850979" y="315619"/>
                </a:cubicBezTo>
                <a:close/>
                <a:moveTo>
                  <a:pt x="812300" y="315619"/>
                </a:moveTo>
                <a:cubicBezTo>
                  <a:pt x="812300" y="320260"/>
                  <a:pt x="816031" y="324028"/>
                  <a:pt x="820633" y="324028"/>
                </a:cubicBezTo>
                <a:cubicBezTo>
                  <a:pt x="825234" y="324028"/>
                  <a:pt x="828965" y="320260"/>
                  <a:pt x="828965" y="315619"/>
                </a:cubicBezTo>
                <a:cubicBezTo>
                  <a:pt x="828965" y="310974"/>
                  <a:pt x="825234" y="307207"/>
                  <a:pt x="820633" y="307207"/>
                </a:cubicBezTo>
                <a:cubicBezTo>
                  <a:pt x="816031" y="307207"/>
                  <a:pt x="812300" y="310974"/>
                  <a:pt x="812300" y="315619"/>
                </a:cubicBezTo>
                <a:close/>
                <a:moveTo>
                  <a:pt x="773617" y="315619"/>
                </a:moveTo>
                <a:cubicBezTo>
                  <a:pt x="773617" y="320260"/>
                  <a:pt x="777348" y="324028"/>
                  <a:pt x="781950" y="324028"/>
                </a:cubicBezTo>
                <a:cubicBezTo>
                  <a:pt x="786555" y="324028"/>
                  <a:pt x="790282" y="320260"/>
                  <a:pt x="790282" y="315619"/>
                </a:cubicBezTo>
                <a:cubicBezTo>
                  <a:pt x="790282" y="310974"/>
                  <a:pt x="786555" y="307207"/>
                  <a:pt x="781950" y="307207"/>
                </a:cubicBezTo>
                <a:cubicBezTo>
                  <a:pt x="777348" y="307207"/>
                  <a:pt x="773617" y="310974"/>
                  <a:pt x="773617" y="315619"/>
                </a:cubicBezTo>
                <a:close/>
                <a:moveTo>
                  <a:pt x="734938" y="315619"/>
                </a:moveTo>
                <a:cubicBezTo>
                  <a:pt x="734938" y="320260"/>
                  <a:pt x="738669" y="324028"/>
                  <a:pt x="743271" y="324028"/>
                </a:cubicBezTo>
                <a:cubicBezTo>
                  <a:pt x="747872" y="324028"/>
                  <a:pt x="751603" y="320260"/>
                  <a:pt x="751603" y="315619"/>
                </a:cubicBezTo>
                <a:cubicBezTo>
                  <a:pt x="751603" y="310974"/>
                  <a:pt x="747872" y="307207"/>
                  <a:pt x="743271" y="307207"/>
                </a:cubicBezTo>
                <a:cubicBezTo>
                  <a:pt x="738669" y="307207"/>
                  <a:pt x="734938" y="310974"/>
                  <a:pt x="734938" y="315619"/>
                </a:cubicBezTo>
                <a:close/>
                <a:moveTo>
                  <a:pt x="696255" y="315619"/>
                </a:moveTo>
                <a:cubicBezTo>
                  <a:pt x="696255" y="320260"/>
                  <a:pt x="699987" y="324028"/>
                  <a:pt x="704588" y="324028"/>
                </a:cubicBezTo>
                <a:cubicBezTo>
                  <a:pt x="709190" y="324028"/>
                  <a:pt x="712921" y="320260"/>
                  <a:pt x="712921" y="315619"/>
                </a:cubicBezTo>
                <a:cubicBezTo>
                  <a:pt x="712921" y="310974"/>
                  <a:pt x="709190" y="307207"/>
                  <a:pt x="704588" y="307207"/>
                </a:cubicBezTo>
                <a:cubicBezTo>
                  <a:pt x="699987" y="307207"/>
                  <a:pt x="696255" y="310974"/>
                  <a:pt x="696255" y="315619"/>
                </a:cubicBezTo>
                <a:close/>
                <a:moveTo>
                  <a:pt x="657576" y="315619"/>
                </a:moveTo>
                <a:cubicBezTo>
                  <a:pt x="657576" y="320260"/>
                  <a:pt x="661308" y="324028"/>
                  <a:pt x="665909" y="324028"/>
                </a:cubicBezTo>
                <a:cubicBezTo>
                  <a:pt x="670510" y="324028"/>
                  <a:pt x="674242" y="320260"/>
                  <a:pt x="674242" y="315619"/>
                </a:cubicBezTo>
                <a:cubicBezTo>
                  <a:pt x="674242" y="310974"/>
                  <a:pt x="670510" y="307207"/>
                  <a:pt x="665909" y="307207"/>
                </a:cubicBezTo>
                <a:cubicBezTo>
                  <a:pt x="661308" y="307207"/>
                  <a:pt x="657576" y="310974"/>
                  <a:pt x="657576" y="315619"/>
                </a:cubicBezTo>
                <a:close/>
                <a:moveTo>
                  <a:pt x="618894" y="315619"/>
                </a:moveTo>
                <a:cubicBezTo>
                  <a:pt x="618894" y="320260"/>
                  <a:pt x="622625" y="324028"/>
                  <a:pt x="627226" y="324028"/>
                </a:cubicBezTo>
                <a:cubicBezTo>
                  <a:pt x="631828" y="324028"/>
                  <a:pt x="635559" y="320260"/>
                  <a:pt x="635559" y="315619"/>
                </a:cubicBezTo>
                <a:cubicBezTo>
                  <a:pt x="635559" y="310974"/>
                  <a:pt x="631828" y="307207"/>
                  <a:pt x="627226" y="307207"/>
                </a:cubicBezTo>
                <a:cubicBezTo>
                  <a:pt x="622625" y="307207"/>
                  <a:pt x="618894" y="310974"/>
                  <a:pt x="618894" y="315619"/>
                </a:cubicBezTo>
                <a:close/>
                <a:moveTo>
                  <a:pt x="580215" y="315619"/>
                </a:moveTo>
                <a:cubicBezTo>
                  <a:pt x="580215" y="320260"/>
                  <a:pt x="583946" y="324028"/>
                  <a:pt x="588547" y="324028"/>
                </a:cubicBezTo>
                <a:cubicBezTo>
                  <a:pt x="593149" y="324028"/>
                  <a:pt x="596880" y="320260"/>
                  <a:pt x="596880" y="315619"/>
                </a:cubicBezTo>
                <a:cubicBezTo>
                  <a:pt x="596880" y="310974"/>
                  <a:pt x="593149" y="307207"/>
                  <a:pt x="588547" y="307207"/>
                </a:cubicBezTo>
                <a:cubicBezTo>
                  <a:pt x="583946" y="307207"/>
                  <a:pt x="580215" y="310974"/>
                  <a:pt x="580215" y="315619"/>
                </a:cubicBezTo>
                <a:close/>
                <a:moveTo>
                  <a:pt x="541532" y="315619"/>
                </a:moveTo>
                <a:cubicBezTo>
                  <a:pt x="541532" y="320260"/>
                  <a:pt x="545263" y="324028"/>
                  <a:pt x="549865" y="324028"/>
                </a:cubicBezTo>
                <a:cubicBezTo>
                  <a:pt x="554466" y="324028"/>
                  <a:pt x="558197" y="320260"/>
                  <a:pt x="558197" y="315619"/>
                </a:cubicBezTo>
                <a:cubicBezTo>
                  <a:pt x="558197" y="310974"/>
                  <a:pt x="554466" y="307207"/>
                  <a:pt x="549865" y="307207"/>
                </a:cubicBezTo>
                <a:cubicBezTo>
                  <a:pt x="545263" y="307207"/>
                  <a:pt x="541532" y="310974"/>
                  <a:pt x="541532" y="315619"/>
                </a:cubicBezTo>
                <a:close/>
                <a:moveTo>
                  <a:pt x="502853" y="315619"/>
                </a:moveTo>
                <a:cubicBezTo>
                  <a:pt x="502853" y="320260"/>
                  <a:pt x="506580" y="324028"/>
                  <a:pt x="511186" y="324028"/>
                </a:cubicBezTo>
                <a:cubicBezTo>
                  <a:pt x="515787" y="324028"/>
                  <a:pt x="519518" y="320260"/>
                  <a:pt x="519518" y="315619"/>
                </a:cubicBezTo>
                <a:cubicBezTo>
                  <a:pt x="519518" y="310974"/>
                  <a:pt x="515787" y="307207"/>
                  <a:pt x="511186" y="307207"/>
                </a:cubicBezTo>
                <a:cubicBezTo>
                  <a:pt x="506580" y="307207"/>
                  <a:pt x="502853" y="310974"/>
                  <a:pt x="502853" y="315619"/>
                </a:cubicBezTo>
                <a:close/>
                <a:moveTo>
                  <a:pt x="464170" y="315619"/>
                </a:moveTo>
                <a:cubicBezTo>
                  <a:pt x="464170" y="320260"/>
                  <a:pt x="467902" y="324028"/>
                  <a:pt x="472503" y="324028"/>
                </a:cubicBezTo>
                <a:cubicBezTo>
                  <a:pt x="477104" y="324028"/>
                  <a:pt x="480836" y="320260"/>
                  <a:pt x="480836" y="315619"/>
                </a:cubicBezTo>
                <a:cubicBezTo>
                  <a:pt x="480836" y="310974"/>
                  <a:pt x="477104" y="307207"/>
                  <a:pt x="472503" y="307207"/>
                </a:cubicBezTo>
                <a:cubicBezTo>
                  <a:pt x="467902" y="307207"/>
                  <a:pt x="464170" y="310974"/>
                  <a:pt x="464170" y="315619"/>
                </a:cubicBezTo>
                <a:close/>
                <a:moveTo>
                  <a:pt x="425491" y="315619"/>
                </a:moveTo>
                <a:cubicBezTo>
                  <a:pt x="425491" y="320260"/>
                  <a:pt x="429219" y="324028"/>
                  <a:pt x="433824" y="324028"/>
                </a:cubicBezTo>
                <a:cubicBezTo>
                  <a:pt x="438425" y="324028"/>
                  <a:pt x="442157" y="320260"/>
                  <a:pt x="442157" y="315619"/>
                </a:cubicBezTo>
                <a:cubicBezTo>
                  <a:pt x="442157" y="310974"/>
                  <a:pt x="438425" y="307207"/>
                  <a:pt x="433824" y="307207"/>
                </a:cubicBezTo>
                <a:cubicBezTo>
                  <a:pt x="429219" y="307207"/>
                  <a:pt x="425491" y="310974"/>
                  <a:pt x="425491" y="315619"/>
                </a:cubicBezTo>
                <a:close/>
                <a:moveTo>
                  <a:pt x="386809" y="315619"/>
                </a:moveTo>
                <a:cubicBezTo>
                  <a:pt x="386809" y="320260"/>
                  <a:pt x="390540" y="324028"/>
                  <a:pt x="395141" y="324028"/>
                </a:cubicBezTo>
                <a:cubicBezTo>
                  <a:pt x="399743" y="324028"/>
                  <a:pt x="403474" y="320260"/>
                  <a:pt x="403474" y="315619"/>
                </a:cubicBezTo>
                <a:cubicBezTo>
                  <a:pt x="403474" y="310974"/>
                  <a:pt x="399743" y="307207"/>
                  <a:pt x="395141" y="307207"/>
                </a:cubicBezTo>
                <a:cubicBezTo>
                  <a:pt x="390540" y="307207"/>
                  <a:pt x="386809" y="310974"/>
                  <a:pt x="386809" y="315619"/>
                </a:cubicBezTo>
                <a:close/>
                <a:moveTo>
                  <a:pt x="348126" y="315619"/>
                </a:moveTo>
                <a:cubicBezTo>
                  <a:pt x="348126" y="320260"/>
                  <a:pt x="351857" y="324028"/>
                  <a:pt x="356458" y="324028"/>
                </a:cubicBezTo>
                <a:cubicBezTo>
                  <a:pt x="361064" y="324028"/>
                  <a:pt x="364791" y="320260"/>
                  <a:pt x="364791" y="315619"/>
                </a:cubicBezTo>
                <a:cubicBezTo>
                  <a:pt x="364791" y="310974"/>
                  <a:pt x="361064" y="307207"/>
                  <a:pt x="356458" y="307207"/>
                </a:cubicBezTo>
                <a:cubicBezTo>
                  <a:pt x="351857" y="307207"/>
                  <a:pt x="348126" y="310974"/>
                  <a:pt x="348126" y="315619"/>
                </a:cubicBezTo>
                <a:close/>
                <a:moveTo>
                  <a:pt x="309447" y="315619"/>
                </a:moveTo>
                <a:cubicBezTo>
                  <a:pt x="309447" y="320260"/>
                  <a:pt x="313178" y="324028"/>
                  <a:pt x="317780" y="324028"/>
                </a:cubicBezTo>
                <a:cubicBezTo>
                  <a:pt x="322381" y="324028"/>
                  <a:pt x="326112" y="320260"/>
                  <a:pt x="326112" y="315619"/>
                </a:cubicBezTo>
                <a:cubicBezTo>
                  <a:pt x="326112" y="310974"/>
                  <a:pt x="322381" y="307207"/>
                  <a:pt x="317780" y="307207"/>
                </a:cubicBezTo>
                <a:cubicBezTo>
                  <a:pt x="313178" y="307207"/>
                  <a:pt x="309447" y="310974"/>
                  <a:pt x="309447" y="315619"/>
                </a:cubicBezTo>
                <a:close/>
                <a:moveTo>
                  <a:pt x="270764" y="315619"/>
                </a:moveTo>
                <a:cubicBezTo>
                  <a:pt x="270764" y="320260"/>
                  <a:pt x="274495" y="324028"/>
                  <a:pt x="279097" y="324028"/>
                </a:cubicBezTo>
                <a:cubicBezTo>
                  <a:pt x="283702" y="324028"/>
                  <a:pt x="287429" y="320260"/>
                  <a:pt x="287429" y="315619"/>
                </a:cubicBezTo>
                <a:cubicBezTo>
                  <a:pt x="287429" y="310974"/>
                  <a:pt x="283702" y="307207"/>
                  <a:pt x="279097" y="307207"/>
                </a:cubicBezTo>
                <a:cubicBezTo>
                  <a:pt x="274495" y="307207"/>
                  <a:pt x="270764" y="310974"/>
                  <a:pt x="270764" y="315619"/>
                </a:cubicBezTo>
                <a:close/>
                <a:moveTo>
                  <a:pt x="232085" y="315619"/>
                </a:moveTo>
                <a:cubicBezTo>
                  <a:pt x="232085" y="320260"/>
                  <a:pt x="235816" y="324028"/>
                  <a:pt x="240418" y="324028"/>
                </a:cubicBezTo>
                <a:cubicBezTo>
                  <a:pt x="245019" y="324028"/>
                  <a:pt x="248750" y="320260"/>
                  <a:pt x="248750" y="315619"/>
                </a:cubicBezTo>
                <a:cubicBezTo>
                  <a:pt x="248750" y="310974"/>
                  <a:pt x="245019" y="307207"/>
                  <a:pt x="240418" y="307207"/>
                </a:cubicBezTo>
                <a:cubicBezTo>
                  <a:pt x="235816" y="307207"/>
                  <a:pt x="232085" y="310974"/>
                  <a:pt x="232085" y="315619"/>
                </a:cubicBezTo>
                <a:close/>
                <a:moveTo>
                  <a:pt x="193402" y="315619"/>
                </a:moveTo>
                <a:cubicBezTo>
                  <a:pt x="193402" y="320260"/>
                  <a:pt x="197134" y="324028"/>
                  <a:pt x="201735" y="324028"/>
                </a:cubicBezTo>
                <a:cubicBezTo>
                  <a:pt x="206340" y="324028"/>
                  <a:pt x="210068" y="320260"/>
                  <a:pt x="210068" y="315619"/>
                </a:cubicBezTo>
                <a:cubicBezTo>
                  <a:pt x="210068" y="310974"/>
                  <a:pt x="206340" y="307207"/>
                  <a:pt x="201735" y="307207"/>
                </a:cubicBezTo>
                <a:cubicBezTo>
                  <a:pt x="197134" y="307207"/>
                  <a:pt x="193402" y="310974"/>
                  <a:pt x="193402" y="315619"/>
                </a:cubicBezTo>
                <a:close/>
                <a:moveTo>
                  <a:pt x="154723" y="315619"/>
                </a:moveTo>
                <a:cubicBezTo>
                  <a:pt x="154723" y="320260"/>
                  <a:pt x="158455" y="324028"/>
                  <a:pt x="163056" y="324028"/>
                </a:cubicBezTo>
                <a:cubicBezTo>
                  <a:pt x="167658" y="324028"/>
                  <a:pt x="171389" y="320260"/>
                  <a:pt x="171389" y="315619"/>
                </a:cubicBezTo>
                <a:cubicBezTo>
                  <a:pt x="171389" y="310974"/>
                  <a:pt x="167658" y="307207"/>
                  <a:pt x="163056" y="307207"/>
                </a:cubicBezTo>
                <a:cubicBezTo>
                  <a:pt x="158455" y="307207"/>
                  <a:pt x="154723" y="310974"/>
                  <a:pt x="154723" y="315619"/>
                </a:cubicBezTo>
                <a:close/>
                <a:moveTo>
                  <a:pt x="116041" y="315619"/>
                </a:moveTo>
                <a:cubicBezTo>
                  <a:pt x="116041" y="320260"/>
                  <a:pt x="119772" y="324028"/>
                  <a:pt x="124373" y="324028"/>
                </a:cubicBezTo>
                <a:cubicBezTo>
                  <a:pt x="128975" y="324028"/>
                  <a:pt x="132706" y="320260"/>
                  <a:pt x="132706" y="315619"/>
                </a:cubicBezTo>
                <a:cubicBezTo>
                  <a:pt x="132706" y="310974"/>
                  <a:pt x="128975" y="307207"/>
                  <a:pt x="124373" y="307207"/>
                </a:cubicBezTo>
                <a:cubicBezTo>
                  <a:pt x="119772" y="307207"/>
                  <a:pt x="116041" y="310974"/>
                  <a:pt x="116041" y="315619"/>
                </a:cubicBezTo>
                <a:close/>
                <a:moveTo>
                  <a:pt x="77362" y="315619"/>
                </a:moveTo>
                <a:cubicBezTo>
                  <a:pt x="77362" y="320260"/>
                  <a:pt x="81093" y="324028"/>
                  <a:pt x="85694" y="324028"/>
                </a:cubicBezTo>
                <a:cubicBezTo>
                  <a:pt x="90296" y="324028"/>
                  <a:pt x="94027" y="320260"/>
                  <a:pt x="94027" y="315619"/>
                </a:cubicBezTo>
                <a:cubicBezTo>
                  <a:pt x="94027" y="310974"/>
                  <a:pt x="90296" y="307207"/>
                  <a:pt x="85694" y="307207"/>
                </a:cubicBezTo>
                <a:cubicBezTo>
                  <a:pt x="81093" y="307207"/>
                  <a:pt x="77362" y="310974"/>
                  <a:pt x="77362" y="315619"/>
                </a:cubicBezTo>
                <a:close/>
                <a:moveTo>
                  <a:pt x="38679" y="315619"/>
                </a:moveTo>
                <a:cubicBezTo>
                  <a:pt x="38679" y="320260"/>
                  <a:pt x="42410" y="324028"/>
                  <a:pt x="47012" y="324028"/>
                </a:cubicBezTo>
                <a:cubicBezTo>
                  <a:pt x="51613" y="324028"/>
                  <a:pt x="55344" y="320260"/>
                  <a:pt x="55344" y="315619"/>
                </a:cubicBezTo>
                <a:cubicBezTo>
                  <a:pt x="55344" y="310974"/>
                  <a:pt x="51613" y="307207"/>
                  <a:pt x="47012" y="307207"/>
                </a:cubicBezTo>
                <a:cubicBezTo>
                  <a:pt x="42410" y="307207"/>
                  <a:pt x="38679" y="310974"/>
                  <a:pt x="38679" y="315619"/>
                </a:cubicBezTo>
                <a:close/>
                <a:moveTo>
                  <a:pt x="0" y="315619"/>
                </a:moveTo>
                <a:cubicBezTo>
                  <a:pt x="0" y="320260"/>
                  <a:pt x="3731" y="324028"/>
                  <a:pt x="8333" y="324028"/>
                </a:cubicBezTo>
                <a:cubicBezTo>
                  <a:pt x="12934" y="324028"/>
                  <a:pt x="16665" y="320260"/>
                  <a:pt x="16665" y="315619"/>
                </a:cubicBezTo>
                <a:cubicBezTo>
                  <a:pt x="16665" y="310974"/>
                  <a:pt x="12934" y="307207"/>
                  <a:pt x="8333" y="307207"/>
                </a:cubicBezTo>
                <a:cubicBezTo>
                  <a:pt x="3731" y="307207"/>
                  <a:pt x="0" y="310974"/>
                  <a:pt x="0" y="315619"/>
                </a:cubicBezTo>
                <a:close/>
                <a:moveTo>
                  <a:pt x="967023" y="359644"/>
                </a:moveTo>
                <a:cubicBezTo>
                  <a:pt x="967023" y="364289"/>
                  <a:pt x="970754" y="368052"/>
                  <a:pt x="975356" y="368052"/>
                </a:cubicBezTo>
                <a:cubicBezTo>
                  <a:pt x="979957" y="368052"/>
                  <a:pt x="983689" y="364289"/>
                  <a:pt x="983689" y="359644"/>
                </a:cubicBezTo>
                <a:cubicBezTo>
                  <a:pt x="983689" y="354999"/>
                  <a:pt x="979957" y="351235"/>
                  <a:pt x="975356" y="351235"/>
                </a:cubicBezTo>
                <a:cubicBezTo>
                  <a:pt x="970754" y="351235"/>
                  <a:pt x="967023" y="354999"/>
                  <a:pt x="967023" y="359644"/>
                </a:cubicBezTo>
                <a:close/>
                <a:moveTo>
                  <a:pt x="928340" y="359644"/>
                </a:moveTo>
                <a:cubicBezTo>
                  <a:pt x="928340" y="364289"/>
                  <a:pt x="932072" y="368052"/>
                  <a:pt x="936673" y="368052"/>
                </a:cubicBezTo>
                <a:cubicBezTo>
                  <a:pt x="941278" y="368052"/>
                  <a:pt x="945006" y="364289"/>
                  <a:pt x="945006" y="359644"/>
                </a:cubicBezTo>
                <a:cubicBezTo>
                  <a:pt x="945006" y="354999"/>
                  <a:pt x="941278" y="351235"/>
                  <a:pt x="936673" y="351235"/>
                </a:cubicBezTo>
                <a:cubicBezTo>
                  <a:pt x="932072" y="351235"/>
                  <a:pt x="928340" y="354999"/>
                  <a:pt x="928340" y="359644"/>
                </a:cubicBezTo>
                <a:close/>
                <a:moveTo>
                  <a:pt x="889662" y="359644"/>
                </a:moveTo>
                <a:cubicBezTo>
                  <a:pt x="889662" y="364289"/>
                  <a:pt x="893393" y="368052"/>
                  <a:pt x="897994" y="368052"/>
                </a:cubicBezTo>
                <a:cubicBezTo>
                  <a:pt x="902596" y="368052"/>
                  <a:pt x="906327" y="364289"/>
                  <a:pt x="906327" y="359644"/>
                </a:cubicBezTo>
                <a:cubicBezTo>
                  <a:pt x="906327" y="354999"/>
                  <a:pt x="902596" y="351235"/>
                  <a:pt x="897994" y="351235"/>
                </a:cubicBezTo>
                <a:cubicBezTo>
                  <a:pt x="893393" y="351235"/>
                  <a:pt x="889662" y="354999"/>
                  <a:pt x="889662" y="359644"/>
                </a:cubicBezTo>
                <a:close/>
                <a:moveTo>
                  <a:pt x="850979" y="359644"/>
                </a:moveTo>
                <a:cubicBezTo>
                  <a:pt x="850979" y="364289"/>
                  <a:pt x="854710" y="368052"/>
                  <a:pt x="859311" y="368052"/>
                </a:cubicBezTo>
                <a:cubicBezTo>
                  <a:pt x="863917" y="368052"/>
                  <a:pt x="867644" y="364289"/>
                  <a:pt x="867644" y="359644"/>
                </a:cubicBezTo>
                <a:cubicBezTo>
                  <a:pt x="867644" y="354999"/>
                  <a:pt x="863917" y="351235"/>
                  <a:pt x="859311" y="351235"/>
                </a:cubicBezTo>
                <a:cubicBezTo>
                  <a:pt x="854710" y="351235"/>
                  <a:pt x="850979" y="354999"/>
                  <a:pt x="850979" y="359644"/>
                </a:cubicBezTo>
                <a:close/>
                <a:moveTo>
                  <a:pt x="812300" y="359644"/>
                </a:moveTo>
                <a:cubicBezTo>
                  <a:pt x="812300" y="364289"/>
                  <a:pt x="816031" y="368052"/>
                  <a:pt x="820633" y="368052"/>
                </a:cubicBezTo>
                <a:cubicBezTo>
                  <a:pt x="825234" y="368052"/>
                  <a:pt x="828965" y="364289"/>
                  <a:pt x="828965" y="359644"/>
                </a:cubicBezTo>
                <a:cubicBezTo>
                  <a:pt x="828965" y="354999"/>
                  <a:pt x="825234" y="351235"/>
                  <a:pt x="820633" y="351235"/>
                </a:cubicBezTo>
                <a:cubicBezTo>
                  <a:pt x="816031" y="351235"/>
                  <a:pt x="812300" y="354999"/>
                  <a:pt x="812300" y="359644"/>
                </a:cubicBezTo>
                <a:close/>
                <a:moveTo>
                  <a:pt x="773617" y="359644"/>
                </a:moveTo>
                <a:cubicBezTo>
                  <a:pt x="773617" y="364289"/>
                  <a:pt x="777348" y="368052"/>
                  <a:pt x="781950" y="368052"/>
                </a:cubicBezTo>
                <a:cubicBezTo>
                  <a:pt x="786555" y="368052"/>
                  <a:pt x="790282" y="364289"/>
                  <a:pt x="790282" y="359644"/>
                </a:cubicBezTo>
                <a:cubicBezTo>
                  <a:pt x="790282" y="354999"/>
                  <a:pt x="786555" y="351235"/>
                  <a:pt x="781950" y="351235"/>
                </a:cubicBezTo>
                <a:cubicBezTo>
                  <a:pt x="777348" y="351235"/>
                  <a:pt x="773617" y="354999"/>
                  <a:pt x="773617" y="359644"/>
                </a:cubicBezTo>
                <a:close/>
                <a:moveTo>
                  <a:pt x="734938" y="359644"/>
                </a:moveTo>
                <a:cubicBezTo>
                  <a:pt x="734938" y="364289"/>
                  <a:pt x="738669" y="368052"/>
                  <a:pt x="743271" y="368052"/>
                </a:cubicBezTo>
                <a:cubicBezTo>
                  <a:pt x="747872" y="368052"/>
                  <a:pt x="751603" y="364289"/>
                  <a:pt x="751603" y="359644"/>
                </a:cubicBezTo>
                <a:cubicBezTo>
                  <a:pt x="751603" y="354999"/>
                  <a:pt x="747872" y="351235"/>
                  <a:pt x="743271" y="351235"/>
                </a:cubicBezTo>
                <a:cubicBezTo>
                  <a:pt x="738669" y="351235"/>
                  <a:pt x="734938" y="354999"/>
                  <a:pt x="734938" y="359644"/>
                </a:cubicBezTo>
                <a:close/>
                <a:moveTo>
                  <a:pt x="696255" y="359644"/>
                </a:moveTo>
                <a:cubicBezTo>
                  <a:pt x="696255" y="364289"/>
                  <a:pt x="699987" y="368052"/>
                  <a:pt x="704588" y="368052"/>
                </a:cubicBezTo>
                <a:cubicBezTo>
                  <a:pt x="709190" y="368052"/>
                  <a:pt x="712921" y="364289"/>
                  <a:pt x="712921" y="359644"/>
                </a:cubicBezTo>
                <a:cubicBezTo>
                  <a:pt x="712921" y="354999"/>
                  <a:pt x="709190" y="351235"/>
                  <a:pt x="704588" y="351235"/>
                </a:cubicBezTo>
                <a:cubicBezTo>
                  <a:pt x="699987" y="351235"/>
                  <a:pt x="696255" y="354999"/>
                  <a:pt x="696255" y="359644"/>
                </a:cubicBezTo>
                <a:close/>
                <a:moveTo>
                  <a:pt x="657576" y="359644"/>
                </a:moveTo>
                <a:cubicBezTo>
                  <a:pt x="657576" y="364289"/>
                  <a:pt x="661308" y="368052"/>
                  <a:pt x="665909" y="368052"/>
                </a:cubicBezTo>
                <a:cubicBezTo>
                  <a:pt x="670510" y="368052"/>
                  <a:pt x="674242" y="364289"/>
                  <a:pt x="674242" y="359644"/>
                </a:cubicBezTo>
                <a:cubicBezTo>
                  <a:pt x="674242" y="354999"/>
                  <a:pt x="670510" y="351235"/>
                  <a:pt x="665909" y="351235"/>
                </a:cubicBezTo>
                <a:cubicBezTo>
                  <a:pt x="661308" y="351235"/>
                  <a:pt x="657576" y="354999"/>
                  <a:pt x="657576" y="359644"/>
                </a:cubicBezTo>
                <a:close/>
                <a:moveTo>
                  <a:pt x="618894" y="359644"/>
                </a:moveTo>
                <a:cubicBezTo>
                  <a:pt x="618894" y="364289"/>
                  <a:pt x="622625" y="368052"/>
                  <a:pt x="627226" y="368052"/>
                </a:cubicBezTo>
                <a:cubicBezTo>
                  <a:pt x="631828" y="368052"/>
                  <a:pt x="635559" y="364289"/>
                  <a:pt x="635559" y="359644"/>
                </a:cubicBezTo>
                <a:cubicBezTo>
                  <a:pt x="635559" y="354999"/>
                  <a:pt x="631828" y="351235"/>
                  <a:pt x="627226" y="351235"/>
                </a:cubicBezTo>
                <a:cubicBezTo>
                  <a:pt x="622625" y="351235"/>
                  <a:pt x="618894" y="354999"/>
                  <a:pt x="618894" y="359644"/>
                </a:cubicBezTo>
                <a:close/>
                <a:moveTo>
                  <a:pt x="580215" y="359644"/>
                </a:moveTo>
                <a:cubicBezTo>
                  <a:pt x="580215" y="364289"/>
                  <a:pt x="583946" y="368052"/>
                  <a:pt x="588547" y="368052"/>
                </a:cubicBezTo>
                <a:cubicBezTo>
                  <a:pt x="593149" y="368052"/>
                  <a:pt x="596880" y="364289"/>
                  <a:pt x="596880" y="359644"/>
                </a:cubicBezTo>
                <a:cubicBezTo>
                  <a:pt x="596880" y="354999"/>
                  <a:pt x="593149" y="351235"/>
                  <a:pt x="588547" y="351235"/>
                </a:cubicBezTo>
                <a:cubicBezTo>
                  <a:pt x="583946" y="351235"/>
                  <a:pt x="580215" y="354999"/>
                  <a:pt x="580215" y="359644"/>
                </a:cubicBezTo>
                <a:close/>
                <a:moveTo>
                  <a:pt x="541532" y="359644"/>
                </a:moveTo>
                <a:cubicBezTo>
                  <a:pt x="541532" y="364289"/>
                  <a:pt x="545263" y="368052"/>
                  <a:pt x="549865" y="368052"/>
                </a:cubicBezTo>
                <a:cubicBezTo>
                  <a:pt x="554466" y="368052"/>
                  <a:pt x="558197" y="364289"/>
                  <a:pt x="558197" y="359644"/>
                </a:cubicBezTo>
                <a:cubicBezTo>
                  <a:pt x="558197" y="354999"/>
                  <a:pt x="554466" y="351235"/>
                  <a:pt x="549865" y="351235"/>
                </a:cubicBezTo>
                <a:cubicBezTo>
                  <a:pt x="545263" y="351235"/>
                  <a:pt x="541532" y="354999"/>
                  <a:pt x="541532" y="359644"/>
                </a:cubicBezTo>
                <a:close/>
                <a:moveTo>
                  <a:pt x="502853" y="359644"/>
                </a:moveTo>
                <a:cubicBezTo>
                  <a:pt x="502853" y="364289"/>
                  <a:pt x="506580" y="368052"/>
                  <a:pt x="511186" y="368052"/>
                </a:cubicBezTo>
                <a:cubicBezTo>
                  <a:pt x="515787" y="368052"/>
                  <a:pt x="519518" y="364289"/>
                  <a:pt x="519518" y="359644"/>
                </a:cubicBezTo>
                <a:cubicBezTo>
                  <a:pt x="519518" y="354999"/>
                  <a:pt x="515787" y="351235"/>
                  <a:pt x="511186" y="351235"/>
                </a:cubicBezTo>
                <a:cubicBezTo>
                  <a:pt x="506580" y="351235"/>
                  <a:pt x="502853" y="354999"/>
                  <a:pt x="502853" y="359644"/>
                </a:cubicBezTo>
                <a:close/>
                <a:moveTo>
                  <a:pt x="464170" y="359644"/>
                </a:moveTo>
                <a:cubicBezTo>
                  <a:pt x="464170" y="364289"/>
                  <a:pt x="467902" y="368052"/>
                  <a:pt x="472503" y="368052"/>
                </a:cubicBezTo>
                <a:cubicBezTo>
                  <a:pt x="477104" y="368052"/>
                  <a:pt x="480836" y="364289"/>
                  <a:pt x="480836" y="359644"/>
                </a:cubicBezTo>
                <a:cubicBezTo>
                  <a:pt x="480836" y="354999"/>
                  <a:pt x="477104" y="351235"/>
                  <a:pt x="472503" y="351235"/>
                </a:cubicBezTo>
                <a:cubicBezTo>
                  <a:pt x="467902" y="351235"/>
                  <a:pt x="464170" y="354999"/>
                  <a:pt x="464170" y="359644"/>
                </a:cubicBezTo>
                <a:close/>
                <a:moveTo>
                  <a:pt x="425491" y="359644"/>
                </a:moveTo>
                <a:cubicBezTo>
                  <a:pt x="425491" y="364289"/>
                  <a:pt x="429219" y="368052"/>
                  <a:pt x="433824" y="368052"/>
                </a:cubicBezTo>
                <a:cubicBezTo>
                  <a:pt x="438425" y="368052"/>
                  <a:pt x="442157" y="364289"/>
                  <a:pt x="442157" y="359644"/>
                </a:cubicBezTo>
                <a:cubicBezTo>
                  <a:pt x="442157" y="354999"/>
                  <a:pt x="438425" y="351235"/>
                  <a:pt x="433824" y="351235"/>
                </a:cubicBezTo>
                <a:cubicBezTo>
                  <a:pt x="429219" y="351235"/>
                  <a:pt x="425491" y="354999"/>
                  <a:pt x="425491" y="359644"/>
                </a:cubicBezTo>
                <a:close/>
                <a:moveTo>
                  <a:pt x="386809" y="359644"/>
                </a:moveTo>
                <a:cubicBezTo>
                  <a:pt x="386809" y="364289"/>
                  <a:pt x="390540" y="368052"/>
                  <a:pt x="395141" y="368052"/>
                </a:cubicBezTo>
                <a:cubicBezTo>
                  <a:pt x="399743" y="368052"/>
                  <a:pt x="403474" y="364289"/>
                  <a:pt x="403474" y="359644"/>
                </a:cubicBezTo>
                <a:cubicBezTo>
                  <a:pt x="403474" y="354999"/>
                  <a:pt x="399743" y="351235"/>
                  <a:pt x="395141" y="351235"/>
                </a:cubicBezTo>
                <a:cubicBezTo>
                  <a:pt x="390540" y="351235"/>
                  <a:pt x="386809" y="354999"/>
                  <a:pt x="386809" y="359644"/>
                </a:cubicBezTo>
                <a:close/>
                <a:moveTo>
                  <a:pt x="348126" y="359644"/>
                </a:moveTo>
                <a:cubicBezTo>
                  <a:pt x="348126" y="364289"/>
                  <a:pt x="351857" y="368052"/>
                  <a:pt x="356458" y="368052"/>
                </a:cubicBezTo>
                <a:cubicBezTo>
                  <a:pt x="361064" y="368052"/>
                  <a:pt x="364791" y="364289"/>
                  <a:pt x="364791" y="359644"/>
                </a:cubicBezTo>
                <a:cubicBezTo>
                  <a:pt x="364791" y="354999"/>
                  <a:pt x="361064" y="351235"/>
                  <a:pt x="356458" y="351235"/>
                </a:cubicBezTo>
                <a:cubicBezTo>
                  <a:pt x="351857" y="351235"/>
                  <a:pt x="348126" y="354999"/>
                  <a:pt x="348126" y="359644"/>
                </a:cubicBezTo>
                <a:close/>
                <a:moveTo>
                  <a:pt x="309447" y="359644"/>
                </a:moveTo>
                <a:cubicBezTo>
                  <a:pt x="309447" y="364289"/>
                  <a:pt x="313178" y="368052"/>
                  <a:pt x="317780" y="368052"/>
                </a:cubicBezTo>
                <a:cubicBezTo>
                  <a:pt x="322381" y="368052"/>
                  <a:pt x="326112" y="364289"/>
                  <a:pt x="326112" y="359644"/>
                </a:cubicBezTo>
                <a:cubicBezTo>
                  <a:pt x="326112" y="354999"/>
                  <a:pt x="322381" y="351235"/>
                  <a:pt x="317780" y="351235"/>
                </a:cubicBezTo>
                <a:cubicBezTo>
                  <a:pt x="313178" y="351235"/>
                  <a:pt x="309447" y="354999"/>
                  <a:pt x="309447" y="359644"/>
                </a:cubicBezTo>
                <a:close/>
                <a:moveTo>
                  <a:pt x="270764" y="359644"/>
                </a:moveTo>
                <a:cubicBezTo>
                  <a:pt x="270764" y="364289"/>
                  <a:pt x="274495" y="368052"/>
                  <a:pt x="279097" y="368052"/>
                </a:cubicBezTo>
                <a:cubicBezTo>
                  <a:pt x="283702" y="368052"/>
                  <a:pt x="287429" y="364289"/>
                  <a:pt x="287429" y="359644"/>
                </a:cubicBezTo>
                <a:cubicBezTo>
                  <a:pt x="287429" y="354999"/>
                  <a:pt x="283702" y="351235"/>
                  <a:pt x="279097" y="351235"/>
                </a:cubicBezTo>
                <a:cubicBezTo>
                  <a:pt x="274495" y="351235"/>
                  <a:pt x="270764" y="354999"/>
                  <a:pt x="270764" y="359644"/>
                </a:cubicBezTo>
                <a:close/>
                <a:moveTo>
                  <a:pt x="232085" y="359644"/>
                </a:moveTo>
                <a:cubicBezTo>
                  <a:pt x="232085" y="364289"/>
                  <a:pt x="235816" y="368052"/>
                  <a:pt x="240418" y="368052"/>
                </a:cubicBezTo>
                <a:cubicBezTo>
                  <a:pt x="245019" y="368052"/>
                  <a:pt x="248750" y="364289"/>
                  <a:pt x="248750" y="359644"/>
                </a:cubicBezTo>
                <a:cubicBezTo>
                  <a:pt x="248750" y="354999"/>
                  <a:pt x="245019" y="351235"/>
                  <a:pt x="240418" y="351235"/>
                </a:cubicBezTo>
                <a:cubicBezTo>
                  <a:pt x="235816" y="351235"/>
                  <a:pt x="232085" y="354999"/>
                  <a:pt x="232085" y="359644"/>
                </a:cubicBezTo>
                <a:close/>
                <a:moveTo>
                  <a:pt x="193402" y="359644"/>
                </a:moveTo>
                <a:cubicBezTo>
                  <a:pt x="193402" y="364289"/>
                  <a:pt x="197134" y="368052"/>
                  <a:pt x="201735" y="368052"/>
                </a:cubicBezTo>
                <a:cubicBezTo>
                  <a:pt x="206340" y="368052"/>
                  <a:pt x="210068" y="364289"/>
                  <a:pt x="210068" y="359644"/>
                </a:cubicBezTo>
                <a:cubicBezTo>
                  <a:pt x="210068" y="354999"/>
                  <a:pt x="206340" y="351235"/>
                  <a:pt x="201735" y="351235"/>
                </a:cubicBezTo>
                <a:cubicBezTo>
                  <a:pt x="197134" y="351235"/>
                  <a:pt x="193402" y="354999"/>
                  <a:pt x="193402" y="359644"/>
                </a:cubicBezTo>
                <a:close/>
                <a:moveTo>
                  <a:pt x="154723" y="359644"/>
                </a:moveTo>
                <a:cubicBezTo>
                  <a:pt x="154723" y="364289"/>
                  <a:pt x="158455" y="368052"/>
                  <a:pt x="163056" y="368052"/>
                </a:cubicBezTo>
                <a:cubicBezTo>
                  <a:pt x="167658" y="368052"/>
                  <a:pt x="171389" y="364289"/>
                  <a:pt x="171389" y="359644"/>
                </a:cubicBezTo>
                <a:cubicBezTo>
                  <a:pt x="171389" y="354999"/>
                  <a:pt x="167658" y="351235"/>
                  <a:pt x="163056" y="351235"/>
                </a:cubicBezTo>
                <a:cubicBezTo>
                  <a:pt x="158455" y="351235"/>
                  <a:pt x="154723" y="354999"/>
                  <a:pt x="154723" y="359644"/>
                </a:cubicBezTo>
                <a:close/>
                <a:moveTo>
                  <a:pt x="116041" y="359644"/>
                </a:moveTo>
                <a:cubicBezTo>
                  <a:pt x="116041" y="364289"/>
                  <a:pt x="119772" y="368052"/>
                  <a:pt x="124373" y="368052"/>
                </a:cubicBezTo>
                <a:cubicBezTo>
                  <a:pt x="128975" y="368052"/>
                  <a:pt x="132706" y="364289"/>
                  <a:pt x="132706" y="359644"/>
                </a:cubicBezTo>
                <a:cubicBezTo>
                  <a:pt x="132706" y="354999"/>
                  <a:pt x="128975" y="351235"/>
                  <a:pt x="124373" y="351235"/>
                </a:cubicBezTo>
                <a:cubicBezTo>
                  <a:pt x="119772" y="351235"/>
                  <a:pt x="116041" y="354999"/>
                  <a:pt x="116041" y="359644"/>
                </a:cubicBezTo>
                <a:close/>
                <a:moveTo>
                  <a:pt x="77362" y="359644"/>
                </a:moveTo>
                <a:cubicBezTo>
                  <a:pt x="77362" y="364289"/>
                  <a:pt x="81093" y="368052"/>
                  <a:pt x="85694" y="368052"/>
                </a:cubicBezTo>
                <a:cubicBezTo>
                  <a:pt x="90296" y="368052"/>
                  <a:pt x="94027" y="364289"/>
                  <a:pt x="94027" y="359644"/>
                </a:cubicBezTo>
                <a:cubicBezTo>
                  <a:pt x="94027" y="354999"/>
                  <a:pt x="90296" y="351235"/>
                  <a:pt x="85694" y="351235"/>
                </a:cubicBezTo>
                <a:cubicBezTo>
                  <a:pt x="81093" y="351235"/>
                  <a:pt x="77362" y="354999"/>
                  <a:pt x="77362" y="359644"/>
                </a:cubicBezTo>
                <a:close/>
                <a:moveTo>
                  <a:pt x="38679" y="359644"/>
                </a:moveTo>
                <a:cubicBezTo>
                  <a:pt x="38679" y="364289"/>
                  <a:pt x="42410" y="368052"/>
                  <a:pt x="47012" y="368052"/>
                </a:cubicBezTo>
                <a:cubicBezTo>
                  <a:pt x="51613" y="368052"/>
                  <a:pt x="55344" y="364289"/>
                  <a:pt x="55344" y="359644"/>
                </a:cubicBezTo>
                <a:cubicBezTo>
                  <a:pt x="55344" y="354999"/>
                  <a:pt x="51613" y="351235"/>
                  <a:pt x="47012" y="351235"/>
                </a:cubicBezTo>
                <a:cubicBezTo>
                  <a:pt x="42410" y="351235"/>
                  <a:pt x="38679" y="354999"/>
                  <a:pt x="38679" y="359644"/>
                </a:cubicBezTo>
                <a:close/>
                <a:moveTo>
                  <a:pt x="0" y="359644"/>
                </a:moveTo>
                <a:cubicBezTo>
                  <a:pt x="0" y="364289"/>
                  <a:pt x="3731" y="368052"/>
                  <a:pt x="8333" y="368052"/>
                </a:cubicBezTo>
                <a:cubicBezTo>
                  <a:pt x="12934" y="368052"/>
                  <a:pt x="16665" y="364289"/>
                  <a:pt x="16665" y="359644"/>
                </a:cubicBezTo>
                <a:cubicBezTo>
                  <a:pt x="16665" y="354999"/>
                  <a:pt x="12934" y="351235"/>
                  <a:pt x="8333" y="351235"/>
                </a:cubicBezTo>
                <a:cubicBezTo>
                  <a:pt x="3731" y="351235"/>
                  <a:pt x="0" y="354999"/>
                  <a:pt x="0" y="359644"/>
                </a:cubicBezTo>
                <a:close/>
                <a:moveTo>
                  <a:pt x="967023" y="402691"/>
                </a:moveTo>
                <a:cubicBezTo>
                  <a:pt x="967023" y="407335"/>
                  <a:pt x="970754" y="411099"/>
                  <a:pt x="975356" y="411099"/>
                </a:cubicBezTo>
                <a:cubicBezTo>
                  <a:pt x="979957" y="411099"/>
                  <a:pt x="983689" y="407335"/>
                  <a:pt x="983689" y="402691"/>
                </a:cubicBezTo>
                <a:cubicBezTo>
                  <a:pt x="983689" y="398046"/>
                  <a:pt x="979957" y="394282"/>
                  <a:pt x="975356" y="394282"/>
                </a:cubicBezTo>
                <a:cubicBezTo>
                  <a:pt x="970754" y="394282"/>
                  <a:pt x="967023" y="398046"/>
                  <a:pt x="967023" y="402691"/>
                </a:cubicBezTo>
                <a:close/>
                <a:moveTo>
                  <a:pt x="928340" y="402691"/>
                </a:moveTo>
                <a:cubicBezTo>
                  <a:pt x="928340" y="407335"/>
                  <a:pt x="932072" y="411099"/>
                  <a:pt x="936673" y="411099"/>
                </a:cubicBezTo>
                <a:cubicBezTo>
                  <a:pt x="941278" y="411099"/>
                  <a:pt x="945006" y="407335"/>
                  <a:pt x="945006" y="402691"/>
                </a:cubicBezTo>
                <a:cubicBezTo>
                  <a:pt x="945006" y="398046"/>
                  <a:pt x="941278" y="394282"/>
                  <a:pt x="936673" y="394282"/>
                </a:cubicBezTo>
                <a:cubicBezTo>
                  <a:pt x="932072" y="394282"/>
                  <a:pt x="928340" y="398046"/>
                  <a:pt x="928340" y="402691"/>
                </a:cubicBezTo>
                <a:close/>
                <a:moveTo>
                  <a:pt x="889662" y="402691"/>
                </a:moveTo>
                <a:cubicBezTo>
                  <a:pt x="889662" y="407335"/>
                  <a:pt x="893393" y="411099"/>
                  <a:pt x="897994" y="411099"/>
                </a:cubicBezTo>
                <a:cubicBezTo>
                  <a:pt x="902596" y="411099"/>
                  <a:pt x="906327" y="407335"/>
                  <a:pt x="906327" y="402691"/>
                </a:cubicBezTo>
                <a:cubicBezTo>
                  <a:pt x="906327" y="398046"/>
                  <a:pt x="902596" y="394282"/>
                  <a:pt x="897994" y="394282"/>
                </a:cubicBezTo>
                <a:cubicBezTo>
                  <a:pt x="893393" y="394282"/>
                  <a:pt x="889662" y="398046"/>
                  <a:pt x="889662" y="402691"/>
                </a:cubicBezTo>
                <a:close/>
                <a:moveTo>
                  <a:pt x="850979" y="402691"/>
                </a:moveTo>
                <a:cubicBezTo>
                  <a:pt x="850979" y="407335"/>
                  <a:pt x="854710" y="411099"/>
                  <a:pt x="859311" y="411099"/>
                </a:cubicBezTo>
                <a:cubicBezTo>
                  <a:pt x="863917" y="411099"/>
                  <a:pt x="867644" y="407335"/>
                  <a:pt x="867644" y="402691"/>
                </a:cubicBezTo>
                <a:cubicBezTo>
                  <a:pt x="867644" y="398046"/>
                  <a:pt x="863917" y="394282"/>
                  <a:pt x="859311" y="394282"/>
                </a:cubicBezTo>
                <a:cubicBezTo>
                  <a:pt x="854710" y="394282"/>
                  <a:pt x="850979" y="398046"/>
                  <a:pt x="850979" y="402691"/>
                </a:cubicBezTo>
                <a:close/>
                <a:moveTo>
                  <a:pt x="812300" y="402691"/>
                </a:moveTo>
                <a:cubicBezTo>
                  <a:pt x="812300" y="407335"/>
                  <a:pt x="816031" y="411099"/>
                  <a:pt x="820633" y="411099"/>
                </a:cubicBezTo>
                <a:cubicBezTo>
                  <a:pt x="825234" y="411099"/>
                  <a:pt x="828965" y="407335"/>
                  <a:pt x="828965" y="402691"/>
                </a:cubicBezTo>
                <a:cubicBezTo>
                  <a:pt x="828965" y="398046"/>
                  <a:pt x="825234" y="394282"/>
                  <a:pt x="820633" y="394282"/>
                </a:cubicBezTo>
                <a:cubicBezTo>
                  <a:pt x="816031" y="394282"/>
                  <a:pt x="812300" y="398046"/>
                  <a:pt x="812300" y="402691"/>
                </a:cubicBezTo>
                <a:close/>
                <a:moveTo>
                  <a:pt x="773617" y="402691"/>
                </a:moveTo>
                <a:cubicBezTo>
                  <a:pt x="773617" y="407335"/>
                  <a:pt x="777348" y="411099"/>
                  <a:pt x="781950" y="411099"/>
                </a:cubicBezTo>
                <a:cubicBezTo>
                  <a:pt x="786555" y="411099"/>
                  <a:pt x="790282" y="407335"/>
                  <a:pt x="790282" y="402691"/>
                </a:cubicBezTo>
                <a:cubicBezTo>
                  <a:pt x="790282" y="398046"/>
                  <a:pt x="786555" y="394282"/>
                  <a:pt x="781950" y="394282"/>
                </a:cubicBezTo>
                <a:cubicBezTo>
                  <a:pt x="777348" y="394282"/>
                  <a:pt x="773617" y="398046"/>
                  <a:pt x="773617" y="402691"/>
                </a:cubicBezTo>
                <a:close/>
                <a:moveTo>
                  <a:pt x="734938" y="402691"/>
                </a:moveTo>
                <a:cubicBezTo>
                  <a:pt x="734938" y="407335"/>
                  <a:pt x="738669" y="411099"/>
                  <a:pt x="743271" y="411099"/>
                </a:cubicBezTo>
                <a:cubicBezTo>
                  <a:pt x="747872" y="411099"/>
                  <a:pt x="751603" y="407335"/>
                  <a:pt x="751603" y="402691"/>
                </a:cubicBezTo>
                <a:cubicBezTo>
                  <a:pt x="751603" y="398046"/>
                  <a:pt x="747872" y="394282"/>
                  <a:pt x="743271" y="394282"/>
                </a:cubicBezTo>
                <a:cubicBezTo>
                  <a:pt x="738669" y="394282"/>
                  <a:pt x="734938" y="398046"/>
                  <a:pt x="734938" y="402691"/>
                </a:cubicBezTo>
                <a:close/>
                <a:moveTo>
                  <a:pt x="696255" y="402691"/>
                </a:moveTo>
                <a:cubicBezTo>
                  <a:pt x="696255" y="407335"/>
                  <a:pt x="699987" y="411099"/>
                  <a:pt x="704588" y="411099"/>
                </a:cubicBezTo>
                <a:cubicBezTo>
                  <a:pt x="709190" y="411099"/>
                  <a:pt x="712921" y="407335"/>
                  <a:pt x="712921" y="402691"/>
                </a:cubicBezTo>
                <a:cubicBezTo>
                  <a:pt x="712921" y="398046"/>
                  <a:pt x="709190" y="394282"/>
                  <a:pt x="704588" y="394282"/>
                </a:cubicBezTo>
                <a:cubicBezTo>
                  <a:pt x="699987" y="394282"/>
                  <a:pt x="696255" y="398046"/>
                  <a:pt x="696255" y="402691"/>
                </a:cubicBezTo>
                <a:close/>
                <a:moveTo>
                  <a:pt x="657576" y="402691"/>
                </a:moveTo>
                <a:cubicBezTo>
                  <a:pt x="657576" y="407335"/>
                  <a:pt x="661308" y="411099"/>
                  <a:pt x="665909" y="411099"/>
                </a:cubicBezTo>
                <a:cubicBezTo>
                  <a:pt x="670510" y="411099"/>
                  <a:pt x="674242" y="407335"/>
                  <a:pt x="674242" y="402691"/>
                </a:cubicBezTo>
                <a:cubicBezTo>
                  <a:pt x="674242" y="398046"/>
                  <a:pt x="670510" y="394282"/>
                  <a:pt x="665909" y="394282"/>
                </a:cubicBezTo>
                <a:cubicBezTo>
                  <a:pt x="661308" y="394282"/>
                  <a:pt x="657576" y="398046"/>
                  <a:pt x="657576" y="402691"/>
                </a:cubicBezTo>
                <a:close/>
                <a:moveTo>
                  <a:pt x="618894" y="402691"/>
                </a:moveTo>
                <a:cubicBezTo>
                  <a:pt x="618894" y="407335"/>
                  <a:pt x="622625" y="411099"/>
                  <a:pt x="627226" y="411099"/>
                </a:cubicBezTo>
                <a:cubicBezTo>
                  <a:pt x="631828" y="411099"/>
                  <a:pt x="635559" y="407335"/>
                  <a:pt x="635559" y="402691"/>
                </a:cubicBezTo>
                <a:cubicBezTo>
                  <a:pt x="635559" y="398046"/>
                  <a:pt x="631828" y="394282"/>
                  <a:pt x="627226" y="394282"/>
                </a:cubicBezTo>
                <a:cubicBezTo>
                  <a:pt x="622625" y="394282"/>
                  <a:pt x="618894" y="398046"/>
                  <a:pt x="618894" y="402691"/>
                </a:cubicBezTo>
                <a:close/>
                <a:moveTo>
                  <a:pt x="580215" y="402691"/>
                </a:moveTo>
                <a:cubicBezTo>
                  <a:pt x="580215" y="407335"/>
                  <a:pt x="583946" y="411099"/>
                  <a:pt x="588547" y="411099"/>
                </a:cubicBezTo>
                <a:cubicBezTo>
                  <a:pt x="593149" y="411099"/>
                  <a:pt x="596880" y="407335"/>
                  <a:pt x="596880" y="402691"/>
                </a:cubicBezTo>
                <a:cubicBezTo>
                  <a:pt x="596880" y="398046"/>
                  <a:pt x="593149" y="394282"/>
                  <a:pt x="588547" y="394282"/>
                </a:cubicBezTo>
                <a:cubicBezTo>
                  <a:pt x="583946" y="394282"/>
                  <a:pt x="580215" y="398046"/>
                  <a:pt x="580215" y="402691"/>
                </a:cubicBezTo>
                <a:close/>
                <a:moveTo>
                  <a:pt x="541532" y="402691"/>
                </a:moveTo>
                <a:cubicBezTo>
                  <a:pt x="541532" y="407335"/>
                  <a:pt x="545263" y="411099"/>
                  <a:pt x="549865" y="411099"/>
                </a:cubicBezTo>
                <a:cubicBezTo>
                  <a:pt x="554466" y="411099"/>
                  <a:pt x="558197" y="407335"/>
                  <a:pt x="558197" y="402691"/>
                </a:cubicBezTo>
                <a:cubicBezTo>
                  <a:pt x="558197" y="398046"/>
                  <a:pt x="554466" y="394282"/>
                  <a:pt x="549865" y="394282"/>
                </a:cubicBezTo>
                <a:cubicBezTo>
                  <a:pt x="545263" y="394282"/>
                  <a:pt x="541532" y="398046"/>
                  <a:pt x="541532" y="402691"/>
                </a:cubicBezTo>
                <a:close/>
                <a:moveTo>
                  <a:pt x="502853" y="402691"/>
                </a:moveTo>
                <a:cubicBezTo>
                  <a:pt x="502853" y="407335"/>
                  <a:pt x="506580" y="411099"/>
                  <a:pt x="511186" y="411099"/>
                </a:cubicBezTo>
                <a:cubicBezTo>
                  <a:pt x="515787" y="411099"/>
                  <a:pt x="519518" y="407335"/>
                  <a:pt x="519518" y="402691"/>
                </a:cubicBezTo>
                <a:cubicBezTo>
                  <a:pt x="519518" y="398046"/>
                  <a:pt x="515787" y="394282"/>
                  <a:pt x="511186" y="394282"/>
                </a:cubicBezTo>
                <a:cubicBezTo>
                  <a:pt x="506580" y="394282"/>
                  <a:pt x="502853" y="398046"/>
                  <a:pt x="502853" y="402691"/>
                </a:cubicBezTo>
                <a:close/>
                <a:moveTo>
                  <a:pt x="464170" y="402691"/>
                </a:moveTo>
                <a:cubicBezTo>
                  <a:pt x="464170" y="407335"/>
                  <a:pt x="467902" y="411099"/>
                  <a:pt x="472503" y="411099"/>
                </a:cubicBezTo>
                <a:cubicBezTo>
                  <a:pt x="477104" y="411099"/>
                  <a:pt x="480836" y="407335"/>
                  <a:pt x="480836" y="402691"/>
                </a:cubicBezTo>
                <a:cubicBezTo>
                  <a:pt x="480836" y="398046"/>
                  <a:pt x="477104" y="394282"/>
                  <a:pt x="472503" y="394282"/>
                </a:cubicBezTo>
                <a:cubicBezTo>
                  <a:pt x="467902" y="394282"/>
                  <a:pt x="464170" y="398046"/>
                  <a:pt x="464170" y="402691"/>
                </a:cubicBezTo>
                <a:close/>
                <a:moveTo>
                  <a:pt x="425491" y="402691"/>
                </a:moveTo>
                <a:cubicBezTo>
                  <a:pt x="425491" y="407335"/>
                  <a:pt x="429219" y="411099"/>
                  <a:pt x="433824" y="411099"/>
                </a:cubicBezTo>
                <a:cubicBezTo>
                  <a:pt x="438425" y="411099"/>
                  <a:pt x="442157" y="407335"/>
                  <a:pt x="442157" y="402691"/>
                </a:cubicBezTo>
                <a:cubicBezTo>
                  <a:pt x="442157" y="398046"/>
                  <a:pt x="438425" y="394282"/>
                  <a:pt x="433824" y="394282"/>
                </a:cubicBezTo>
                <a:cubicBezTo>
                  <a:pt x="429219" y="394282"/>
                  <a:pt x="425491" y="398046"/>
                  <a:pt x="425491" y="402691"/>
                </a:cubicBezTo>
                <a:close/>
                <a:moveTo>
                  <a:pt x="386809" y="402691"/>
                </a:moveTo>
                <a:cubicBezTo>
                  <a:pt x="386809" y="407335"/>
                  <a:pt x="390540" y="411099"/>
                  <a:pt x="395141" y="411099"/>
                </a:cubicBezTo>
                <a:cubicBezTo>
                  <a:pt x="399743" y="411099"/>
                  <a:pt x="403474" y="407335"/>
                  <a:pt x="403474" y="402691"/>
                </a:cubicBezTo>
                <a:cubicBezTo>
                  <a:pt x="403474" y="398046"/>
                  <a:pt x="399743" y="394282"/>
                  <a:pt x="395141" y="394282"/>
                </a:cubicBezTo>
                <a:cubicBezTo>
                  <a:pt x="390540" y="394282"/>
                  <a:pt x="386809" y="398046"/>
                  <a:pt x="386809" y="402691"/>
                </a:cubicBezTo>
                <a:close/>
                <a:moveTo>
                  <a:pt x="348126" y="402691"/>
                </a:moveTo>
                <a:cubicBezTo>
                  <a:pt x="348126" y="407335"/>
                  <a:pt x="351857" y="411099"/>
                  <a:pt x="356458" y="411099"/>
                </a:cubicBezTo>
                <a:cubicBezTo>
                  <a:pt x="361064" y="411099"/>
                  <a:pt x="364791" y="407335"/>
                  <a:pt x="364791" y="402691"/>
                </a:cubicBezTo>
                <a:cubicBezTo>
                  <a:pt x="364791" y="398046"/>
                  <a:pt x="361064" y="394282"/>
                  <a:pt x="356458" y="394282"/>
                </a:cubicBezTo>
                <a:cubicBezTo>
                  <a:pt x="351857" y="394282"/>
                  <a:pt x="348126" y="398046"/>
                  <a:pt x="348126" y="402691"/>
                </a:cubicBezTo>
                <a:close/>
                <a:moveTo>
                  <a:pt x="309447" y="402691"/>
                </a:moveTo>
                <a:cubicBezTo>
                  <a:pt x="309447" y="407335"/>
                  <a:pt x="313178" y="411099"/>
                  <a:pt x="317780" y="411099"/>
                </a:cubicBezTo>
                <a:cubicBezTo>
                  <a:pt x="322381" y="411099"/>
                  <a:pt x="326112" y="407335"/>
                  <a:pt x="326112" y="402691"/>
                </a:cubicBezTo>
                <a:cubicBezTo>
                  <a:pt x="326112" y="398046"/>
                  <a:pt x="322381" y="394282"/>
                  <a:pt x="317780" y="394282"/>
                </a:cubicBezTo>
                <a:cubicBezTo>
                  <a:pt x="313178" y="394282"/>
                  <a:pt x="309447" y="398046"/>
                  <a:pt x="309447" y="402691"/>
                </a:cubicBezTo>
                <a:close/>
                <a:moveTo>
                  <a:pt x="270764" y="402691"/>
                </a:moveTo>
                <a:cubicBezTo>
                  <a:pt x="270764" y="407335"/>
                  <a:pt x="274495" y="411099"/>
                  <a:pt x="279097" y="411099"/>
                </a:cubicBezTo>
                <a:cubicBezTo>
                  <a:pt x="283702" y="411099"/>
                  <a:pt x="287429" y="407335"/>
                  <a:pt x="287429" y="402691"/>
                </a:cubicBezTo>
                <a:cubicBezTo>
                  <a:pt x="287429" y="398046"/>
                  <a:pt x="283702" y="394282"/>
                  <a:pt x="279097" y="394282"/>
                </a:cubicBezTo>
                <a:cubicBezTo>
                  <a:pt x="274495" y="394282"/>
                  <a:pt x="270764" y="398046"/>
                  <a:pt x="270764" y="402691"/>
                </a:cubicBezTo>
                <a:close/>
                <a:moveTo>
                  <a:pt x="232085" y="402691"/>
                </a:moveTo>
                <a:cubicBezTo>
                  <a:pt x="232085" y="407335"/>
                  <a:pt x="235816" y="411099"/>
                  <a:pt x="240418" y="411099"/>
                </a:cubicBezTo>
                <a:cubicBezTo>
                  <a:pt x="245019" y="411099"/>
                  <a:pt x="248750" y="407335"/>
                  <a:pt x="248750" y="402691"/>
                </a:cubicBezTo>
                <a:cubicBezTo>
                  <a:pt x="248750" y="398046"/>
                  <a:pt x="245019" y="394282"/>
                  <a:pt x="240418" y="394282"/>
                </a:cubicBezTo>
                <a:cubicBezTo>
                  <a:pt x="235816" y="394282"/>
                  <a:pt x="232085" y="398046"/>
                  <a:pt x="232085" y="402691"/>
                </a:cubicBezTo>
                <a:close/>
                <a:moveTo>
                  <a:pt x="193402" y="402691"/>
                </a:moveTo>
                <a:cubicBezTo>
                  <a:pt x="193402" y="407335"/>
                  <a:pt x="197134" y="411099"/>
                  <a:pt x="201735" y="411099"/>
                </a:cubicBezTo>
                <a:cubicBezTo>
                  <a:pt x="206340" y="411099"/>
                  <a:pt x="210068" y="407335"/>
                  <a:pt x="210068" y="402691"/>
                </a:cubicBezTo>
                <a:cubicBezTo>
                  <a:pt x="210068" y="398046"/>
                  <a:pt x="206340" y="394282"/>
                  <a:pt x="201735" y="394282"/>
                </a:cubicBezTo>
                <a:cubicBezTo>
                  <a:pt x="197134" y="394282"/>
                  <a:pt x="193402" y="398046"/>
                  <a:pt x="193402" y="402691"/>
                </a:cubicBezTo>
                <a:close/>
                <a:moveTo>
                  <a:pt x="154723" y="402691"/>
                </a:moveTo>
                <a:cubicBezTo>
                  <a:pt x="154723" y="407335"/>
                  <a:pt x="158455" y="411099"/>
                  <a:pt x="163056" y="411099"/>
                </a:cubicBezTo>
                <a:cubicBezTo>
                  <a:pt x="167658" y="411099"/>
                  <a:pt x="171389" y="407335"/>
                  <a:pt x="171389" y="402691"/>
                </a:cubicBezTo>
                <a:cubicBezTo>
                  <a:pt x="171389" y="398046"/>
                  <a:pt x="167658" y="394282"/>
                  <a:pt x="163056" y="394282"/>
                </a:cubicBezTo>
                <a:cubicBezTo>
                  <a:pt x="158455" y="394282"/>
                  <a:pt x="154723" y="398046"/>
                  <a:pt x="154723" y="402691"/>
                </a:cubicBezTo>
                <a:close/>
                <a:moveTo>
                  <a:pt x="116041" y="402691"/>
                </a:moveTo>
                <a:cubicBezTo>
                  <a:pt x="116041" y="407335"/>
                  <a:pt x="119772" y="411099"/>
                  <a:pt x="124373" y="411099"/>
                </a:cubicBezTo>
                <a:cubicBezTo>
                  <a:pt x="128975" y="411099"/>
                  <a:pt x="132706" y="407335"/>
                  <a:pt x="132706" y="402691"/>
                </a:cubicBezTo>
                <a:cubicBezTo>
                  <a:pt x="132706" y="398046"/>
                  <a:pt x="128975" y="394282"/>
                  <a:pt x="124373" y="394282"/>
                </a:cubicBezTo>
                <a:cubicBezTo>
                  <a:pt x="119772" y="394282"/>
                  <a:pt x="116041" y="398046"/>
                  <a:pt x="116041" y="402691"/>
                </a:cubicBezTo>
                <a:close/>
                <a:moveTo>
                  <a:pt x="77362" y="402691"/>
                </a:moveTo>
                <a:cubicBezTo>
                  <a:pt x="77362" y="407335"/>
                  <a:pt x="81093" y="411099"/>
                  <a:pt x="85694" y="411099"/>
                </a:cubicBezTo>
                <a:cubicBezTo>
                  <a:pt x="90296" y="411099"/>
                  <a:pt x="94027" y="407335"/>
                  <a:pt x="94027" y="402691"/>
                </a:cubicBezTo>
                <a:cubicBezTo>
                  <a:pt x="94027" y="398046"/>
                  <a:pt x="90296" y="394282"/>
                  <a:pt x="85694" y="394282"/>
                </a:cubicBezTo>
                <a:cubicBezTo>
                  <a:pt x="81093" y="394282"/>
                  <a:pt x="77362" y="398046"/>
                  <a:pt x="77362" y="402691"/>
                </a:cubicBezTo>
                <a:close/>
                <a:moveTo>
                  <a:pt x="38679" y="402691"/>
                </a:moveTo>
                <a:cubicBezTo>
                  <a:pt x="38679" y="407335"/>
                  <a:pt x="42410" y="411099"/>
                  <a:pt x="47012" y="411099"/>
                </a:cubicBezTo>
                <a:cubicBezTo>
                  <a:pt x="51613" y="411099"/>
                  <a:pt x="55344" y="407335"/>
                  <a:pt x="55344" y="402691"/>
                </a:cubicBezTo>
                <a:cubicBezTo>
                  <a:pt x="55344" y="398046"/>
                  <a:pt x="51613" y="394282"/>
                  <a:pt x="47012" y="394282"/>
                </a:cubicBezTo>
                <a:cubicBezTo>
                  <a:pt x="42410" y="394282"/>
                  <a:pt x="38679" y="398046"/>
                  <a:pt x="38679" y="402691"/>
                </a:cubicBezTo>
                <a:close/>
                <a:moveTo>
                  <a:pt x="0" y="402691"/>
                </a:moveTo>
                <a:cubicBezTo>
                  <a:pt x="0" y="407335"/>
                  <a:pt x="3731" y="411099"/>
                  <a:pt x="8333" y="411099"/>
                </a:cubicBezTo>
                <a:cubicBezTo>
                  <a:pt x="12934" y="411099"/>
                  <a:pt x="16665" y="407335"/>
                  <a:pt x="16665" y="402691"/>
                </a:cubicBezTo>
                <a:cubicBezTo>
                  <a:pt x="16665" y="398046"/>
                  <a:pt x="12934" y="394282"/>
                  <a:pt x="8333" y="394282"/>
                </a:cubicBezTo>
                <a:cubicBezTo>
                  <a:pt x="3731" y="394282"/>
                  <a:pt x="0" y="398046"/>
                  <a:pt x="0" y="402691"/>
                </a:cubicBezTo>
                <a:close/>
                <a:moveTo>
                  <a:pt x="967023" y="8408"/>
                </a:moveTo>
                <a:cubicBezTo>
                  <a:pt x="967023" y="13053"/>
                  <a:pt x="970754" y="16817"/>
                  <a:pt x="975356" y="16817"/>
                </a:cubicBezTo>
                <a:cubicBezTo>
                  <a:pt x="979957" y="16817"/>
                  <a:pt x="983689" y="13053"/>
                  <a:pt x="983689" y="8408"/>
                </a:cubicBezTo>
                <a:cubicBezTo>
                  <a:pt x="983689" y="3767"/>
                  <a:pt x="979957" y="0"/>
                  <a:pt x="975356" y="0"/>
                </a:cubicBezTo>
                <a:cubicBezTo>
                  <a:pt x="970754" y="0"/>
                  <a:pt x="967023" y="3764"/>
                  <a:pt x="967023" y="8408"/>
                </a:cubicBezTo>
                <a:close/>
                <a:moveTo>
                  <a:pt x="928340" y="8408"/>
                </a:moveTo>
                <a:cubicBezTo>
                  <a:pt x="928340" y="13053"/>
                  <a:pt x="932072" y="16817"/>
                  <a:pt x="936673" y="16817"/>
                </a:cubicBezTo>
                <a:cubicBezTo>
                  <a:pt x="941278" y="16817"/>
                  <a:pt x="945006" y="13053"/>
                  <a:pt x="945006" y="8408"/>
                </a:cubicBezTo>
                <a:cubicBezTo>
                  <a:pt x="945006" y="3767"/>
                  <a:pt x="941278" y="0"/>
                  <a:pt x="936673" y="0"/>
                </a:cubicBezTo>
                <a:cubicBezTo>
                  <a:pt x="932072" y="0"/>
                  <a:pt x="928340" y="3764"/>
                  <a:pt x="928340" y="8408"/>
                </a:cubicBezTo>
                <a:close/>
                <a:moveTo>
                  <a:pt x="889662" y="8408"/>
                </a:moveTo>
                <a:cubicBezTo>
                  <a:pt x="889662" y="13053"/>
                  <a:pt x="893393" y="16817"/>
                  <a:pt x="897994" y="16817"/>
                </a:cubicBezTo>
                <a:cubicBezTo>
                  <a:pt x="902596" y="16817"/>
                  <a:pt x="906327" y="13053"/>
                  <a:pt x="906327" y="8408"/>
                </a:cubicBezTo>
                <a:cubicBezTo>
                  <a:pt x="906327" y="3767"/>
                  <a:pt x="902596" y="0"/>
                  <a:pt x="897994" y="0"/>
                </a:cubicBezTo>
                <a:cubicBezTo>
                  <a:pt x="893393" y="0"/>
                  <a:pt x="889662" y="3764"/>
                  <a:pt x="889662" y="8408"/>
                </a:cubicBezTo>
                <a:close/>
                <a:moveTo>
                  <a:pt x="850979" y="8408"/>
                </a:moveTo>
                <a:cubicBezTo>
                  <a:pt x="850979" y="13053"/>
                  <a:pt x="854710" y="16817"/>
                  <a:pt x="859311" y="16817"/>
                </a:cubicBezTo>
                <a:cubicBezTo>
                  <a:pt x="863917" y="16817"/>
                  <a:pt x="867644" y="13053"/>
                  <a:pt x="867644" y="8408"/>
                </a:cubicBezTo>
                <a:cubicBezTo>
                  <a:pt x="867644" y="3764"/>
                  <a:pt x="863917" y="0"/>
                  <a:pt x="859311" y="0"/>
                </a:cubicBezTo>
                <a:cubicBezTo>
                  <a:pt x="854710" y="0"/>
                  <a:pt x="850979" y="3764"/>
                  <a:pt x="850979" y="8408"/>
                </a:cubicBezTo>
                <a:close/>
                <a:moveTo>
                  <a:pt x="812300" y="8408"/>
                </a:moveTo>
                <a:cubicBezTo>
                  <a:pt x="812300" y="13053"/>
                  <a:pt x="816031" y="16817"/>
                  <a:pt x="820633" y="16817"/>
                </a:cubicBezTo>
                <a:cubicBezTo>
                  <a:pt x="825234" y="16817"/>
                  <a:pt x="828965" y="13053"/>
                  <a:pt x="828965" y="8408"/>
                </a:cubicBezTo>
                <a:cubicBezTo>
                  <a:pt x="828965" y="3764"/>
                  <a:pt x="825234" y="0"/>
                  <a:pt x="820633" y="0"/>
                </a:cubicBezTo>
                <a:cubicBezTo>
                  <a:pt x="816031" y="0"/>
                  <a:pt x="812300" y="3764"/>
                  <a:pt x="812300" y="8408"/>
                </a:cubicBezTo>
                <a:close/>
                <a:moveTo>
                  <a:pt x="773617" y="8408"/>
                </a:moveTo>
                <a:cubicBezTo>
                  <a:pt x="773617" y="13053"/>
                  <a:pt x="777348" y="16817"/>
                  <a:pt x="781950" y="16817"/>
                </a:cubicBezTo>
                <a:cubicBezTo>
                  <a:pt x="786555" y="16817"/>
                  <a:pt x="790282" y="13053"/>
                  <a:pt x="790282" y="8408"/>
                </a:cubicBezTo>
                <a:cubicBezTo>
                  <a:pt x="790282" y="3767"/>
                  <a:pt x="786555" y="0"/>
                  <a:pt x="781950" y="0"/>
                </a:cubicBezTo>
                <a:cubicBezTo>
                  <a:pt x="777348" y="0"/>
                  <a:pt x="773617" y="3764"/>
                  <a:pt x="773617" y="8408"/>
                </a:cubicBezTo>
                <a:close/>
                <a:moveTo>
                  <a:pt x="734938" y="8408"/>
                </a:moveTo>
                <a:cubicBezTo>
                  <a:pt x="734938" y="13053"/>
                  <a:pt x="738669" y="16817"/>
                  <a:pt x="743271" y="16817"/>
                </a:cubicBezTo>
                <a:cubicBezTo>
                  <a:pt x="747872" y="16817"/>
                  <a:pt x="751603" y="13053"/>
                  <a:pt x="751603" y="8408"/>
                </a:cubicBezTo>
                <a:cubicBezTo>
                  <a:pt x="751603" y="3764"/>
                  <a:pt x="747872" y="0"/>
                  <a:pt x="743271" y="0"/>
                </a:cubicBezTo>
                <a:cubicBezTo>
                  <a:pt x="738669" y="0"/>
                  <a:pt x="734938" y="3764"/>
                  <a:pt x="734938" y="8408"/>
                </a:cubicBezTo>
                <a:close/>
                <a:moveTo>
                  <a:pt x="696255" y="8408"/>
                </a:moveTo>
                <a:cubicBezTo>
                  <a:pt x="696255" y="13053"/>
                  <a:pt x="699987" y="16817"/>
                  <a:pt x="704588" y="16817"/>
                </a:cubicBezTo>
                <a:cubicBezTo>
                  <a:pt x="709190" y="16817"/>
                  <a:pt x="712921" y="13053"/>
                  <a:pt x="712921" y="8408"/>
                </a:cubicBezTo>
                <a:cubicBezTo>
                  <a:pt x="712921" y="3764"/>
                  <a:pt x="709190" y="0"/>
                  <a:pt x="704588" y="0"/>
                </a:cubicBezTo>
                <a:cubicBezTo>
                  <a:pt x="699987" y="0"/>
                  <a:pt x="696255" y="3764"/>
                  <a:pt x="696255" y="8408"/>
                </a:cubicBezTo>
                <a:close/>
                <a:moveTo>
                  <a:pt x="657576" y="8408"/>
                </a:moveTo>
                <a:cubicBezTo>
                  <a:pt x="657576" y="13053"/>
                  <a:pt x="661308" y="16817"/>
                  <a:pt x="665909" y="16817"/>
                </a:cubicBezTo>
                <a:cubicBezTo>
                  <a:pt x="670510" y="16817"/>
                  <a:pt x="674242" y="13053"/>
                  <a:pt x="674242" y="8408"/>
                </a:cubicBezTo>
                <a:cubicBezTo>
                  <a:pt x="674242" y="3764"/>
                  <a:pt x="670510" y="0"/>
                  <a:pt x="665909" y="0"/>
                </a:cubicBezTo>
                <a:cubicBezTo>
                  <a:pt x="661308" y="0"/>
                  <a:pt x="657576" y="3764"/>
                  <a:pt x="657576" y="8408"/>
                </a:cubicBezTo>
                <a:close/>
                <a:moveTo>
                  <a:pt x="618894" y="8408"/>
                </a:moveTo>
                <a:cubicBezTo>
                  <a:pt x="618894" y="13053"/>
                  <a:pt x="622625" y="16817"/>
                  <a:pt x="627226" y="16817"/>
                </a:cubicBezTo>
                <a:cubicBezTo>
                  <a:pt x="631828" y="16817"/>
                  <a:pt x="635559" y="13053"/>
                  <a:pt x="635559" y="8408"/>
                </a:cubicBezTo>
                <a:cubicBezTo>
                  <a:pt x="635559" y="3764"/>
                  <a:pt x="631828" y="0"/>
                  <a:pt x="627226" y="0"/>
                </a:cubicBezTo>
                <a:cubicBezTo>
                  <a:pt x="622625" y="0"/>
                  <a:pt x="618894" y="3764"/>
                  <a:pt x="618894" y="8408"/>
                </a:cubicBezTo>
                <a:close/>
                <a:moveTo>
                  <a:pt x="580215" y="8408"/>
                </a:moveTo>
                <a:cubicBezTo>
                  <a:pt x="580215" y="13053"/>
                  <a:pt x="583946" y="16817"/>
                  <a:pt x="588547" y="16817"/>
                </a:cubicBezTo>
                <a:cubicBezTo>
                  <a:pt x="593149" y="16817"/>
                  <a:pt x="596880" y="13053"/>
                  <a:pt x="596880" y="8408"/>
                </a:cubicBezTo>
                <a:cubicBezTo>
                  <a:pt x="596880" y="3764"/>
                  <a:pt x="593149" y="0"/>
                  <a:pt x="588547" y="0"/>
                </a:cubicBezTo>
                <a:cubicBezTo>
                  <a:pt x="583946" y="0"/>
                  <a:pt x="580215" y="3764"/>
                  <a:pt x="580215" y="8408"/>
                </a:cubicBezTo>
                <a:close/>
                <a:moveTo>
                  <a:pt x="541532" y="8408"/>
                </a:moveTo>
                <a:cubicBezTo>
                  <a:pt x="541532" y="13053"/>
                  <a:pt x="545263" y="16817"/>
                  <a:pt x="549865" y="16817"/>
                </a:cubicBezTo>
                <a:cubicBezTo>
                  <a:pt x="554466" y="16817"/>
                  <a:pt x="558197" y="13053"/>
                  <a:pt x="558197" y="8408"/>
                </a:cubicBezTo>
                <a:cubicBezTo>
                  <a:pt x="558197" y="3764"/>
                  <a:pt x="554466" y="0"/>
                  <a:pt x="549865" y="0"/>
                </a:cubicBezTo>
                <a:cubicBezTo>
                  <a:pt x="545263" y="0"/>
                  <a:pt x="541532" y="3764"/>
                  <a:pt x="541532" y="8408"/>
                </a:cubicBezTo>
                <a:close/>
                <a:moveTo>
                  <a:pt x="502853" y="8408"/>
                </a:moveTo>
                <a:cubicBezTo>
                  <a:pt x="502853" y="13053"/>
                  <a:pt x="506580" y="16817"/>
                  <a:pt x="511186" y="16817"/>
                </a:cubicBezTo>
                <a:cubicBezTo>
                  <a:pt x="515787" y="16817"/>
                  <a:pt x="519518" y="13053"/>
                  <a:pt x="519518" y="8408"/>
                </a:cubicBezTo>
                <a:cubicBezTo>
                  <a:pt x="519518" y="3764"/>
                  <a:pt x="515787" y="0"/>
                  <a:pt x="511186" y="0"/>
                </a:cubicBezTo>
                <a:cubicBezTo>
                  <a:pt x="506580" y="0"/>
                  <a:pt x="502853" y="3764"/>
                  <a:pt x="502853" y="8408"/>
                </a:cubicBezTo>
                <a:close/>
                <a:moveTo>
                  <a:pt x="464170" y="8408"/>
                </a:moveTo>
                <a:cubicBezTo>
                  <a:pt x="464170" y="13053"/>
                  <a:pt x="467902" y="16817"/>
                  <a:pt x="472503" y="16817"/>
                </a:cubicBezTo>
                <a:cubicBezTo>
                  <a:pt x="477104" y="16817"/>
                  <a:pt x="480836" y="13053"/>
                  <a:pt x="480836" y="8408"/>
                </a:cubicBezTo>
                <a:cubicBezTo>
                  <a:pt x="480836" y="3764"/>
                  <a:pt x="477104" y="0"/>
                  <a:pt x="472503" y="0"/>
                </a:cubicBezTo>
                <a:cubicBezTo>
                  <a:pt x="467902" y="0"/>
                  <a:pt x="464170" y="3764"/>
                  <a:pt x="464170" y="8408"/>
                </a:cubicBezTo>
                <a:close/>
                <a:moveTo>
                  <a:pt x="425491" y="8408"/>
                </a:moveTo>
                <a:cubicBezTo>
                  <a:pt x="425491" y="13053"/>
                  <a:pt x="429219" y="16817"/>
                  <a:pt x="433824" y="16817"/>
                </a:cubicBezTo>
                <a:cubicBezTo>
                  <a:pt x="438425" y="16817"/>
                  <a:pt x="442157" y="13053"/>
                  <a:pt x="442157" y="8408"/>
                </a:cubicBezTo>
                <a:cubicBezTo>
                  <a:pt x="442157" y="3764"/>
                  <a:pt x="438425" y="0"/>
                  <a:pt x="433824" y="0"/>
                </a:cubicBezTo>
                <a:cubicBezTo>
                  <a:pt x="429219" y="0"/>
                  <a:pt x="425491" y="3764"/>
                  <a:pt x="425491" y="8408"/>
                </a:cubicBezTo>
                <a:close/>
                <a:moveTo>
                  <a:pt x="386809" y="8408"/>
                </a:moveTo>
                <a:cubicBezTo>
                  <a:pt x="386809" y="13053"/>
                  <a:pt x="390540" y="16817"/>
                  <a:pt x="395141" y="16817"/>
                </a:cubicBezTo>
                <a:cubicBezTo>
                  <a:pt x="399743" y="16817"/>
                  <a:pt x="403474" y="13053"/>
                  <a:pt x="403474" y="8408"/>
                </a:cubicBezTo>
                <a:cubicBezTo>
                  <a:pt x="403474" y="3764"/>
                  <a:pt x="399743" y="0"/>
                  <a:pt x="395141" y="0"/>
                </a:cubicBezTo>
                <a:cubicBezTo>
                  <a:pt x="390540" y="0"/>
                  <a:pt x="386809" y="3764"/>
                  <a:pt x="386809" y="8408"/>
                </a:cubicBezTo>
                <a:close/>
                <a:moveTo>
                  <a:pt x="348126" y="8408"/>
                </a:moveTo>
                <a:cubicBezTo>
                  <a:pt x="348126" y="13053"/>
                  <a:pt x="351857" y="16817"/>
                  <a:pt x="356458" y="16817"/>
                </a:cubicBezTo>
                <a:cubicBezTo>
                  <a:pt x="361064" y="16817"/>
                  <a:pt x="364791" y="13053"/>
                  <a:pt x="364791" y="8408"/>
                </a:cubicBezTo>
                <a:cubicBezTo>
                  <a:pt x="364791" y="3767"/>
                  <a:pt x="361064" y="0"/>
                  <a:pt x="356458" y="0"/>
                </a:cubicBezTo>
                <a:cubicBezTo>
                  <a:pt x="351857" y="0"/>
                  <a:pt x="348126" y="3764"/>
                  <a:pt x="348126" y="8408"/>
                </a:cubicBezTo>
                <a:close/>
                <a:moveTo>
                  <a:pt x="309447" y="8408"/>
                </a:moveTo>
                <a:cubicBezTo>
                  <a:pt x="309447" y="13053"/>
                  <a:pt x="313178" y="16817"/>
                  <a:pt x="317780" y="16817"/>
                </a:cubicBezTo>
                <a:cubicBezTo>
                  <a:pt x="322381" y="16817"/>
                  <a:pt x="326112" y="13053"/>
                  <a:pt x="326112" y="8408"/>
                </a:cubicBezTo>
                <a:cubicBezTo>
                  <a:pt x="326112" y="3767"/>
                  <a:pt x="322381" y="0"/>
                  <a:pt x="317780" y="0"/>
                </a:cubicBezTo>
                <a:cubicBezTo>
                  <a:pt x="313178" y="0"/>
                  <a:pt x="309447" y="3764"/>
                  <a:pt x="309447" y="8408"/>
                </a:cubicBezTo>
                <a:close/>
                <a:moveTo>
                  <a:pt x="270764" y="8408"/>
                </a:moveTo>
                <a:cubicBezTo>
                  <a:pt x="270764" y="13053"/>
                  <a:pt x="274495" y="16817"/>
                  <a:pt x="279097" y="16817"/>
                </a:cubicBezTo>
                <a:cubicBezTo>
                  <a:pt x="283702" y="16817"/>
                  <a:pt x="287429" y="13053"/>
                  <a:pt x="287429" y="8408"/>
                </a:cubicBezTo>
                <a:cubicBezTo>
                  <a:pt x="287429" y="3767"/>
                  <a:pt x="283702" y="0"/>
                  <a:pt x="279097" y="0"/>
                </a:cubicBezTo>
                <a:cubicBezTo>
                  <a:pt x="274495" y="0"/>
                  <a:pt x="270764" y="3764"/>
                  <a:pt x="270764" y="8408"/>
                </a:cubicBezTo>
                <a:close/>
                <a:moveTo>
                  <a:pt x="232085" y="8408"/>
                </a:moveTo>
                <a:cubicBezTo>
                  <a:pt x="232085" y="13053"/>
                  <a:pt x="235816" y="16817"/>
                  <a:pt x="240418" y="16817"/>
                </a:cubicBezTo>
                <a:cubicBezTo>
                  <a:pt x="245019" y="16817"/>
                  <a:pt x="248750" y="13053"/>
                  <a:pt x="248750" y="8408"/>
                </a:cubicBezTo>
                <a:cubicBezTo>
                  <a:pt x="248750" y="3764"/>
                  <a:pt x="245019" y="0"/>
                  <a:pt x="240418" y="0"/>
                </a:cubicBezTo>
                <a:cubicBezTo>
                  <a:pt x="235816" y="0"/>
                  <a:pt x="232085" y="3764"/>
                  <a:pt x="232085" y="8408"/>
                </a:cubicBezTo>
                <a:close/>
                <a:moveTo>
                  <a:pt x="193402" y="8408"/>
                </a:moveTo>
                <a:cubicBezTo>
                  <a:pt x="193402" y="13053"/>
                  <a:pt x="197134" y="16817"/>
                  <a:pt x="201735" y="16817"/>
                </a:cubicBezTo>
                <a:cubicBezTo>
                  <a:pt x="206340" y="16817"/>
                  <a:pt x="210068" y="13053"/>
                  <a:pt x="210068" y="8408"/>
                </a:cubicBezTo>
                <a:cubicBezTo>
                  <a:pt x="210068" y="3764"/>
                  <a:pt x="206340" y="0"/>
                  <a:pt x="201735" y="0"/>
                </a:cubicBezTo>
                <a:cubicBezTo>
                  <a:pt x="197134" y="0"/>
                  <a:pt x="193402" y="3764"/>
                  <a:pt x="193402" y="8408"/>
                </a:cubicBezTo>
                <a:close/>
                <a:moveTo>
                  <a:pt x="154723" y="8408"/>
                </a:moveTo>
                <a:cubicBezTo>
                  <a:pt x="154723" y="13053"/>
                  <a:pt x="158455" y="16817"/>
                  <a:pt x="163056" y="16817"/>
                </a:cubicBezTo>
                <a:cubicBezTo>
                  <a:pt x="167658" y="16817"/>
                  <a:pt x="171389" y="13053"/>
                  <a:pt x="171389" y="8408"/>
                </a:cubicBezTo>
                <a:cubicBezTo>
                  <a:pt x="171389" y="3767"/>
                  <a:pt x="167658" y="0"/>
                  <a:pt x="163056" y="0"/>
                </a:cubicBezTo>
                <a:cubicBezTo>
                  <a:pt x="158455" y="0"/>
                  <a:pt x="154723" y="3764"/>
                  <a:pt x="154723" y="8408"/>
                </a:cubicBezTo>
                <a:close/>
                <a:moveTo>
                  <a:pt x="116041" y="8408"/>
                </a:moveTo>
                <a:cubicBezTo>
                  <a:pt x="116041" y="13053"/>
                  <a:pt x="119772" y="16817"/>
                  <a:pt x="124373" y="16817"/>
                </a:cubicBezTo>
                <a:cubicBezTo>
                  <a:pt x="128975" y="16817"/>
                  <a:pt x="132706" y="13053"/>
                  <a:pt x="132706" y="8408"/>
                </a:cubicBezTo>
                <a:cubicBezTo>
                  <a:pt x="132706" y="3767"/>
                  <a:pt x="128975" y="0"/>
                  <a:pt x="124373" y="0"/>
                </a:cubicBezTo>
                <a:cubicBezTo>
                  <a:pt x="119772" y="0"/>
                  <a:pt x="116041" y="3764"/>
                  <a:pt x="116041" y="8408"/>
                </a:cubicBezTo>
                <a:close/>
                <a:moveTo>
                  <a:pt x="77362" y="8408"/>
                </a:moveTo>
                <a:cubicBezTo>
                  <a:pt x="77362" y="13053"/>
                  <a:pt x="81093" y="16817"/>
                  <a:pt x="85694" y="16817"/>
                </a:cubicBezTo>
                <a:cubicBezTo>
                  <a:pt x="90296" y="16817"/>
                  <a:pt x="94027" y="13053"/>
                  <a:pt x="94027" y="8408"/>
                </a:cubicBezTo>
                <a:cubicBezTo>
                  <a:pt x="94027" y="3767"/>
                  <a:pt x="90296" y="0"/>
                  <a:pt x="85694" y="0"/>
                </a:cubicBezTo>
                <a:cubicBezTo>
                  <a:pt x="81093" y="0"/>
                  <a:pt x="77362" y="3764"/>
                  <a:pt x="77362" y="8408"/>
                </a:cubicBezTo>
                <a:close/>
                <a:moveTo>
                  <a:pt x="38679" y="8408"/>
                </a:moveTo>
                <a:cubicBezTo>
                  <a:pt x="38679" y="13053"/>
                  <a:pt x="42410" y="16817"/>
                  <a:pt x="47012" y="16817"/>
                </a:cubicBezTo>
                <a:cubicBezTo>
                  <a:pt x="51613" y="16817"/>
                  <a:pt x="55344" y="13053"/>
                  <a:pt x="55344" y="8408"/>
                </a:cubicBezTo>
                <a:cubicBezTo>
                  <a:pt x="55344" y="3767"/>
                  <a:pt x="51613" y="0"/>
                  <a:pt x="47012" y="0"/>
                </a:cubicBezTo>
                <a:cubicBezTo>
                  <a:pt x="42410" y="0"/>
                  <a:pt x="38679" y="3764"/>
                  <a:pt x="38679" y="8408"/>
                </a:cubicBezTo>
                <a:close/>
                <a:moveTo>
                  <a:pt x="0" y="8408"/>
                </a:moveTo>
                <a:cubicBezTo>
                  <a:pt x="0" y="13053"/>
                  <a:pt x="3731" y="16817"/>
                  <a:pt x="8333" y="16817"/>
                </a:cubicBezTo>
                <a:cubicBezTo>
                  <a:pt x="12934" y="16817"/>
                  <a:pt x="16665" y="13053"/>
                  <a:pt x="16665" y="8408"/>
                </a:cubicBezTo>
                <a:cubicBezTo>
                  <a:pt x="16665" y="3764"/>
                  <a:pt x="12934" y="0"/>
                  <a:pt x="8333" y="0"/>
                </a:cubicBezTo>
                <a:cubicBezTo>
                  <a:pt x="3731" y="0"/>
                  <a:pt x="0" y="3764"/>
                  <a:pt x="0" y="8408"/>
                </a:cubicBezTo>
                <a:close/>
              </a:path>
            </a:pathLst>
          </a:custGeom>
          <a:gradFill>
            <a:gsLst>
              <a:gs pos="0">
                <a:srgbClr val="FFFFFF">
                  <a:alpha val="0"/>
                </a:srgbClr>
              </a:gs>
              <a:gs pos="4600">
                <a:srgbClr val="ECF8FD">
                  <a:alpha val="7843"/>
                </a:srgbClr>
              </a:gs>
              <a:gs pos="18900">
                <a:srgbClr val="B9E7F7">
                  <a:alpha val="32156"/>
                </a:srgbClr>
              </a:gs>
              <a:gs pos="33280">
                <a:srgbClr val="8DD7F2">
                  <a:alpha val="52549"/>
                </a:srgbClr>
              </a:gs>
              <a:gs pos="47440">
                <a:srgbClr val="69CBEE">
                  <a:alpha val="69803"/>
                </a:srgbClr>
              </a:gs>
              <a:gs pos="61340">
                <a:srgbClr val="4DC1EB">
                  <a:alpha val="82352"/>
                </a:srgbClr>
              </a:gs>
              <a:gs pos="74900">
                <a:srgbClr val="39BAE9">
                  <a:alpha val="92156"/>
                </a:srgbClr>
              </a:gs>
              <a:gs pos="87970">
                <a:srgbClr val="2DB6E8">
                  <a:alpha val="97647"/>
                </a:srgbClr>
              </a:gs>
              <a:gs pos="100000">
                <a:srgbClr val="29B5E8"/>
              </a:gs>
            </a:gsLst>
            <a:lin ang="10800025" scaled="0"/>
          </a:gra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nvGrpSpPr>
          <p:cNvPr id="2731" name="Google Shape;2731;p90"/>
          <p:cNvGrpSpPr/>
          <p:nvPr/>
        </p:nvGrpSpPr>
        <p:grpSpPr>
          <a:xfrm>
            <a:off x="5869233" y="2710834"/>
            <a:ext cx="584782" cy="326375"/>
            <a:chOff x="6344238" y="3660509"/>
            <a:chExt cx="714194" cy="398602"/>
          </a:xfrm>
        </p:grpSpPr>
        <p:grpSp>
          <p:nvGrpSpPr>
            <p:cNvPr id="2732" name="Google Shape;2732;p90"/>
            <p:cNvGrpSpPr/>
            <p:nvPr/>
          </p:nvGrpSpPr>
          <p:grpSpPr>
            <a:xfrm>
              <a:off x="6344238" y="3963923"/>
              <a:ext cx="714194" cy="95188"/>
              <a:chOff x="6344238" y="3963923"/>
              <a:chExt cx="714194" cy="95188"/>
            </a:xfrm>
          </p:grpSpPr>
          <p:sp>
            <p:nvSpPr>
              <p:cNvPr id="2733" name="Google Shape;2733;p90"/>
              <p:cNvSpPr/>
              <p:nvPr/>
            </p:nvSpPr>
            <p:spPr>
              <a:xfrm>
                <a:off x="6344238" y="3966010"/>
                <a:ext cx="73764" cy="75586"/>
              </a:xfrm>
              <a:custGeom>
                <a:avLst/>
                <a:gdLst/>
                <a:ahLst/>
                <a:cxnLst/>
                <a:rect l="l" t="t" r="r" b="b"/>
                <a:pathLst>
                  <a:path w="73764" h="75586" extrusionOk="0">
                    <a:moveTo>
                      <a:pt x="73765" y="75586"/>
                    </a:moveTo>
                    <a:lnTo>
                      <a:pt x="62896" y="75586"/>
                    </a:lnTo>
                    <a:cubicBezTo>
                      <a:pt x="61664" y="75586"/>
                      <a:pt x="60655" y="75284"/>
                      <a:pt x="59871" y="74672"/>
                    </a:cubicBezTo>
                    <a:cubicBezTo>
                      <a:pt x="59086" y="74063"/>
                      <a:pt x="58527" y="73305"/>
                      <a:pt x="58190" y="72398"/>
                    </a:cubicBezTo>
                    <a:lnTo>
                      <a:pt x="52550" y="56981"/>
                    </a:lnTo>
                    <a:lnTo>
                      <a:pt x="21215" y="56981"/>
                    </a:lnTo>
                    <a:lnTo>
                      <a:pt x="15575" y="72398"/>
                    </a:lnTo>
                    <a:cubicBezTo>
                      <a:pt x="15276" y="73201"/>
                      <a:pt x="14753" y="73932"/>
                      <a:pt x="13931" y="74593"/>
                    </a:cubicBezTo>
                    <a:cubicBezTo>
                      <a:pt x="13110" y="75258"/>
                      <a:pt x="12101" y="75586"/>
                      <a:pt x="10906" y="75586"/>
                    </a:cubicBezTo>
                    <a:lnTo>
                      <a:pt x="0" y="75586"/>
                    </a:lnTo>
                    <a:lnTo>
                      <a:pt x="29693" y="0"/>
                    </a:lnTo>
                    <a:lnTo>
                      <a:pt x="44072" y="0"/>
                    </a:lnTo>
                    <a:lnTo>
                      <a:pt x="73765" y="75586"/>
                    </a:lnTo>
                    <a:close/>
                    <a:moveTo>
                      <a:pt x="24837" y="47049"/>
                    </a:moveTo>
                    <a:lnTo>
                      <a:pt x="48928" y="47049"/>
                    </a:lnTo>
                    <a:lnTo>
                      <a:pt x="39702" y="21906"/>
                    </a:lnTo>
                    <a:cubicBezTo>
                      <a:pt x="39292" y="20790"/>
                      <a:pt x="38843" y="19475"/>
                      <a:pt x="38320" y="17959"/>
                    </a:cubicBezTo>
                    <a:cubicBezTo>
                      <a:pt x="37835" y="16443"/>
                      <a:pt x="37349" y="14793"/>
                      <a:pt x="36864" y="13020"/>
                    </a:cubicBezTo>
                    <a:cubicBezTo>
                      <a:pt x="36341" y="14793"/>
                      <a:pt x="35893" y="16451"/>
                      <a:pt x="35407" y="17982"/>
                    </a:cubicBezTo>
                    <a:cubicBezTo>
                      <a:pt x="34922" y="19520"/>
                      <a:pt x="34473" y="20857"/>
                      <a:pt x="34025" y="22007"/>
                    </a:cubicBezTo>
                    <a:lnTo>
                      <a:pt x="24837" y="4704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34" name="Google Shape;2734;p90"/>
              <p:cNvSpPr/>
              <p:nvPr/>
            </p:nvSpPr>
            <p:spPr>
              <a:xfrm>
                <a:off x="6425062" y="3986975"/>
                <a:ext cx="49375" cy="72136"/>
              </a:xfrm>
              <a:custGeom>
                <a:avLst/>
                <a:gdLst/>
                <a:ahLst/>
                <a:cxnLst/>
                <a:rect l="l" t="t" r="r" b="b"/>
                <a:pathLst>
                  <a:path w="49375" h="72136" extrusionOk="0">
                    <a:moveTo>
                      <a:pt x="0" y="72136"/>
                    </a:moveTo>
                    <a:lnTo>
                      <a:pt x="0" y="990"/>
                    </a:lnTo>
                    <a:lnTo>
                      <a:pt x="7881" y="990"/>
                    </a:lnTo>
                    <a:cubicBezTo>
                      <a:pt x="8740" y="990"/>
                      <a:pt x="9449" y="1184"/>
                      <a:pt x="10047" y="1564"/>
                    </a:cubicBezTo>
                    <a:cubicBezTo>
                      <a:pt x="10644" y="1949"/>
                      <a:pt x="11018" y="2543"/>
                      <a:pt x="11167" y="3345"/>
                    </a:cubicBezTo>
                    <a:lnTo>
                      <a:pt x="12251" y="8311"/>
                    </a:lnTo>
                    <a:cubicBezTo>
                      <a:pt x="14379" y="5836"/>
                      <a:pt x="16882" y="3835"/>
                      <a:pt x="19683" y="2296"/>
                    </a:cubicBezTo>
                    <a:cubicBezTo>
                      <a:pt x="22484" y="765"/>
                      <a:pt x="25771" y="0"/>
                      <a:pt x="29543" y="0"/>
                    </a:cubicBezTo>
                    <a:cubicBezTo>
                      <a:pt x="32456" y="0"/>
                      <a:pt x="35146" y="609"/>
                      <a:pt x="37573" y="1830"/>
                    </a:cubicBezTo>
                    <a:cubicBezTo>
                      <a:pt x="40001" y="3047"/>
                      <a:pt x="42093" y="4820"/>
                      <a:pt x="43848" y="7132"/>
                    </a:cubicBezTo>
                    <a:cubicBezTo>
                      <a:pt x="45603" y="9450"/>
                      <a:pt x="46948" y="12307"/>
                      <a:pt x="47919" y="15708"/>
                    </a:cubicBezTo>
                    <a:cubicBezTo>
                      <a:pt x="48890" y="19106"/>
                      <a:pt x="49376" y="23000"/>
                      <a:pt x="49376" y="27387"/>
                    </a:cubicBezTo>
                    <a:cubicBezTo>
                      <a:pt x="49376" y="31397"/>
                      <a:pt x="48815" y="35109"/>
                      <a:pt x="47733" y="38525"/>
                    </a:cubicBezTo>
                    <a:cubicBezTo>
                      <a:pt x="46649" y="41938"/>
                      <a:pt x="45118" y="44899"/>
                      <a:pt x="43101" y="47408"/>
                    </a:cubicBezTo>
                    <a:cubicBezTo>
                      <a:pt x="41122" y="49920"/>
                      <a:pt x="38694" y="51877"/>
                      <a:pt x="35855" y="53292"/>
                    </a:cubicBezTo>
                    <a:cubicBezTo>
                      <a:pt x="33017" y="54700"/>
                      <a:pt x="29805" y="55406"/>
                      <a:pt x="26294" y="55406"/>
                    </a:cubicBezTo>
                    <a:cubicBezTo>
                      <a:pt x="23269" y="55406"/>
                      <a:pt x="20692" y="54946"/>
                      <a:pt x="18600" y="54020"/>
                    </a:cubicBezTo>
                    <a:cubicBezTo>
                      <a:pt x="16471" y="53098"/>
                      <a:pt x="14604" y="51817"/>
                      <a:pt x="12923" y="50178"/>
                    </a:cubicBezTo>
                    <a:lnTo>
                      <a:pt x="12923" y="72136"/>
                    </a:lnTo>
                    <a:lnTo>
                      <a:pt x="0" y="72136"/>
                    </a:lnTo>
                    <a:close/>
                    <a:moveTo>
                      <a:pt x="25099" y="10193"/>
                    </a:moveTo>
                    <a:cubicBezTo>
                      <a:pt x="22410" y="10193"/>
                      <a:pt x="20131" y="10757"/>
                      <a:pt x="18227" y="11892"/>
                    </a:cubicBezTo>
                    <a:cubicBezTo>
                      <a:pt x="16322" y="13024"/>
                      <a:pt x="14566" y="14621"/>
                      <a:pt x="12923" y="16671"/>
                    </a:cubicBezTo>
                    <a:lnTo>
                      <a:pt x="12923" y="40720"/>
                    </a:lnTo>
                    <a:cubicBezTo>
                      <a:pt x="14379" y="42528"/>
                      <a:pt x="15986" y="43793"/>
                      <a:pt x="17704" y="44507"/>
                    </a:cubicBezTo>
                    <a:cubicBezTo>
                      <a:pt x="19421" y="45223"/>
                      <a:pt x="21289" y="45582"/>
                      <a:pt x="23269" y="45582"/>
                    </a:cubicBezTo>
                    <a:cubicBezTo>
                      <a:pt x="25211" y="45582"/>
                      <a:pt x="27004" y="45212"/>
                      <a:pt x="28572" y="44484"/>
                    </a:cubicBezTo>
                    <a:cubicBezTo>
                      <a:pt x="30141" y="43749"/>
                      <a:pt x="31485" y="42636"/>
                      <a:pt x="32606" y="41135"/>
                    </a:cubicBezTo>
                    <a:cubicBezTo>
                      <a:pt x="33689" y="39641"/>
                      <a:pt x="34548" y="37749"/>
                      <a:pt x="35146" y="35467"/>
                    </a:cubicBezTo>
                    <a:cubicBezTo>
                      <a:pt x="35743" y="33182"/>
                      <a:pt x="36042" y="30490"/>
                      <a:pt x="36042" y="27387"/>
                    </a:cubicBezTo>
                    <a:cubicBezTo>
                      <a:pt x="36042" y="24255"/>
                      <a:pt x="35781" y="21596"/>
                      <a:pt x="35258" y="19420"/>
                    </a:cubicBezTo>
                    <a:cubicBezTo>
                      <a:pt x="34772" y="17239"/>
                      <a:pt x="34025" y="15473"/>
                      <a:pt x="33091" y="14110"/>
                    </a:cubicBezTo>
                    <a:cubicBezTo>
                      <a:pt x="32158" y="12755"/>
                      <a:pt x="31000" y="11761"/>
                      <a:pt x="29655" y="11134"/>
                    </a:cubicBezTo>
                    <a:cubicBezTo>
                      <a:pt x="28311" y="10507"/>
                      <a:pt x="26817" y="10193"/>
                      <a:pt x="25099" y="10193"/>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35" name="Google Shape;2735;p90"/>
              <p:cNvSpPr/>
              <p:nvPr/>
            </p:nvSpPr>
            <p:spPr>
              <a:xfrm>
                <a:off x="6481534" y="3986975"/>
                <a:ext cx="44707" cy="55457"/>
              </a:xfrm>
              <a:custGeom>
                <a:avLst/>
                <a:gdLst/>
                <a:ahLst/>
                <a:cxnLst/>
                <a:rect l="l" t="t" r="r" b="b"/>
                <a:pathLst>
                  <a:path w="44707" h="55457" extrusionOk="0">
                    <a:moveTo>
                      <a:pt x="44707" y="54621"/>
                    </a:moveTo>
                    <a:lnTo>
                      <a:pt x="38881" y="54621"/>
                    </a:lnTo>
                    <a:cubicBezTo>
                      <a:pt x="37685" y="54621"/>
                      <a:pt x="36714" y="54442"/>
                      <a:pt x="36042" y="54072"/>
                    </a:cubicBezTo>
                    <a:cubicBezTo>
                      <a:pt x="35332" y="53707"/>
                      <a:pt x="34809" y="52967"/>
                      <a:pt x="34473" y="51851"/>
                    </a:cubicBezTo>
                    <a:lnTo>
                      <a:pt x="33316" y="48035"/>
                    </a:lnTo>
                    <a:cubicBezTo>
                      <a:pt x="31934" y="49260"/>
                      <a:pt x="30626" y="50327"/>
                      <a:pt x="29319" y="51250"/>
                    </a:cubicBezTo>
                    <a:cubicBezTo>
                      <a:pt x="28012" y="52176"/>
                      <a:pt x="26630" y="52949"/>
                      <a:pt x="25248" y="53576"/>
                    </a:cubicBezTo>
                    <a:cubicBezTo>
                      <a:pt x="23866" y="54203"/>
                      <a:pt x="22372" y="54677"/>
                      <a:pt x="20803" y="54991"/>
                    </a:cubicBezTo>
                    <a:cubicBezTo>
                      <a:pt x="19235" y="55305"/>
                      <a:pt x="17480" y="55458"/>
                      <a:pt x="15575" y="55458"/>
                    </a:cubicBezTo>
                    <a:cubicBezTo>
                      <a:pt x="13296" y="55458"/>
                      <a:pt x="11205" y="55151"/>
                      <a:pt x="9300" y="54543"/>
                    </a:cubicBezTo>
                    <a:cubicBezTo>
                      <a:pt x="7395" y="53931"/>
                      <a:pt x="5752" y="53016"/>
                      <a:pt x="4370" y="51791"/>
                    </a:cubicBezTo>
                    <a:cubicBezTo>
                      <a:pt x="2988" y="50567"/>
                      <a:pt x="1905" y="49043"/>
                      <a:pt x="1158" y="47225"/>
                    </a:cubicBezTo>
                    <a:cubicBezTo>
                      <a:pt x="373" y="45410"/>
                      <a:pt x="0" y="43293"/>
                      <a:pt x="0" y="40881"/>
                    </a:cubicBezTo>
                    <a:cubicBezTo>
                      <a:pt x="0" y="38854"/>
                      <a:pt x="523" y="36849"/>
                      <a:pt x="1606" y="34870"/>
                    </a:cubicBezTo>
                    <a:cubicBezTo>
                      <a:pt x="2652" y="32898"/>
                      <a:pt x="4407" y="31117"/>
                      <a:pt x="6910" y="29527"/>
                    </a:cubicBezTo>
                    <a:cubicBezTo>
                      <a:pt x="9375" y="27936"/>
                      <a:pt x="12661" y="26614"/>
                      <a:pt x="16770" y="25565"/>
                    </a:cubicBezTo>
                    <a:cubicBezTo>
                      <a:pt x="20878" y="24516"/>
                      <a:pt x="25995" y="23990"/>
                      <a:pt x="32120" y="23990"/>
                    </a:cubicBezTo>
                    <a:lnTo>
                      <a:pt x="32120" y="20834"/>
                    </a:lnTo>
                    <a:cubicBezTo>
                      <a:pt x="32120" y="17216"/>
                      <a:pt x="31336" y="14536"/>
                      <a:pt x="29842" y="12796"/>
                    </a:cubicBezTo>
                    <a:cubicBezTo>
                      <a:pt x="28311" y="11060"/>
                      <a:pt x="26107" y="10193"/>
                      <a:pt x="23194" y="10193"/>
                    </a:cubicBezTo>
                    <a:cubicBezTo>
                      <a:pt x="21140" y="10193"/>
                      <a:pt x="19384" y="10432"/>
                      <a:pt x="18002" y="10921"/>
                    </a:cubicBezTo>
                    <a:cubicBezTo>
                      <a:pt x="16583" y="11411"/>
                      <a:pt x="15388" y="11959"/>
                      <a:pt x="14342" y="12572"/>
                    </a:cubicBezTo>
                    <a:cubicBezTo>
                      <a:pt x="13334" y="13180"/>
                      <a:pt x="12362" y="13729"/>
                      <a:pt x="11503" y="14218"/>
                    </a:cubicBezTo>
                    <a:cubicBezTo>
                      <a:pt x="10644" y="14704"/>
                      <a:pt x="9673" y="14946"/>
                      <a:pt x="8627" y="14946"/>
                    </a:cubicBezTo>
                    <a:cubicBezTo>
                      <a:pt x="7769" y="14946"/>
                      <a:pt x="6984" y="14722"/>
                      <a:pt x="6387" y="14271"/>
                    </a:cubicBezTo>
                    <a:cubicBezTo>
                      <a:pt x="5752" y="13819"/>
                      <a:pt x="5229" y="13255"/>
                      <a:pt x="4856" y="12598"/>
                    </a:cubicBezTo>
                    <a:lnTo>
                      <a:pt x="2503" y="8465"/>
                    </a:lnTo>
                    <a:cubicBezTo>
                      <a:pt x="8665" y="2819"/>
                      <a:pt x="16135" y="0"/>
                      <a:pt x="24837" y="0"/>
                    </a:cubicBezTo>
                    <a:cubicBezTo>
                      <a:pt x="27975" y="0"/>
                      <a:pt x="30776" y="512"/>
                      <a:pt x="33241" y="1542"/>
                    </a:cubicBezTo>
                    <a:cubicBezTo>
                      <a:pt x="35669" y="2569"/>
                      <a:pt x="37760" y="3995"/>
                      <a:pt x="39478" y="5825"/>
                    </a:cubicBezTo>
                    <a:cubicBezTo>
                      <a:pt x="41196" y="7654"/>
                      <a:pt x="42466" y="9842"/>
                      <a:pt x="43363" y="12389"/>
                    </a:cubicBezTo>
                    <a:cubicBezTo>
                      <a:pt x="44259" y="14935"/>
                      <a:pt x="44707" y="17721"/>
                      <a:pt x="44707" y="20752"/>
                    </a:cubicBezTo>
                    <a:lnTo>
                      <a:pt x="44707" y="54621"/>
                    </a:lnTo>
                    <a:close/>
                    <a:moveTo>
                      <a:pt x="19608" y="46575"/>
                    </a:moveTo>
                    <a:cubicBezTo>
                      <a:pt x="20916" y="46575"/>
                      <a:pt x="22148" y="46452"/>
                      <a:pt x="23269" y="46213"/>
                    </a:cubicBezTo>
                    <a:cubicBezTo>
                      <a:pt x="24389" y="45970"/>
                      <a:pt x="25435" y="45612"/>
                      <a:pt x="26443" y="45130"/>
                    </a:cubicBezTo>
                    <a:cubicBezTo>
                      <a:pt x="27414" y="44652"/>
                      <a:pt x="28385" y="44059"/>
                      <a:pt x="29319" y="43360"/>
                    </a:cubicBezTo>
                    <a:cubicBezTo>
                      <a:pt x="30215" y="42651"/>
                      <a:pt x="31149" y="41822"/>
                      <a:pt x="32120" y="40862"/>
                    </a:cubicBezTo>
                    <a:lnTo>
                      <a:pt x="32120" y="31887"/>
                    </a:lnTo>
                    <a:cubicBezTo>
                      <a:pt x="28348" y="31887"/>
                      <a:pt x="25211" y="32122"/>
                      <a:pt x="22671" y="32596"/>
                    </a:cubicBezTo>
                    <a:cubicBezTo>
                      <a:pt x="20131" y="33070"/>
                      <a:pt x="18114" y="33675"/>
                      <a:pt x="16583" y="34410"/>
                    </a:cubicBezTo>
                    <a:cubicBezTo>
                      <a:pt x="15052" y="35150"/>
                      <a:pt x="13931" y="36009"/>
                      <a:pt x="13296" y="36994"/>
                    </a:cubicBezTo>
                    <a:cubicBezTo>
                      <a:pt x="12661" y="37973"/>
                      <a:pt x="12325" y="39044"/>
                      <a:pt x="12325" y="40202"/>
                    </a:cubicBezTo>
                    <a:cubicBezTo>
                      <a:pt x="12325" y="42483"/>
                      <a:pt x="12998" y="44118"/>
                      <a:pt x="14342" y="45100"/>
                    </a:cubicBezTo>
                    <a:cubicBezTo>
                      <a:pt x="15687" y="46078"/>
                      <a:pt x="17442" y="46575"/>
                      <a:pt x="19608" y="46575"/>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36" name="Google Shape;2736;p90"/>
              <p:cNvSpPr/>
              <p:nvPr/>
            </p:nvSpPr>
            <p:spPr>
              <a:xfrm>
                <a:off x="6535355" y="3987132"/>
                <a:ext cx="45230" cy="55248"/>
              </a:xfrm>
              <a:custGeom>
                <a:avLst/>
                <a:gdLst/>
                <a:ahLst/>
                <a:cxnLst/>
                <a:rect l="l" t="t" r="r" b="b"/>
                <a:pathLst>
                  <a:path w="45230" h="55248" extrusionOk="0">
                    <a:moveTo>
                      <a:pt x="41308" y="12176"/>
                    </a:moveTo>
                    <a:cubicBezTo>
                      <a:pt x="40897" y="12665"/>
                      <a:pt x="40524" y="13049"/>
                      <a:pt x="40151" y="13326"/>
                    </a:cubicBezTo>
                    <a:cubicBezTo>
                      <a:pt x="39814" y="13606"/>
                      <a:pt x="39254" y="13748"/>
                      <a:pt x="38582" y="13748"/>
                    </a:cubicBezTo>
                    <a:cubicBezTo>
                      <a:pt x="37909" y="13748"/>
                      <a:pt x="37275" y="13542"/>
                      <a:pt x="36639" y="13143"/>
                    </a:cubicBezTo>
                    <a:cubicBezTo>
                      <a:pt x="36005" y="12743"/>
                      <a:pt x="35258" y="12292"/>
                      <a:pt x="34399" y="11787"/>
                    </a:cubicBezTo>
                    <a:cubicBezTo>
                      <a:pt x="33502" y="11280"/>
                      <a:pt x="32494" y="10828"/>
                      <a:pt x="31261" y="10428"/>
                    </a:cubicBezTo>
                    <a:cubicBezTo>
                      <a:pt x="30066" y="10025"/>
                      <a:pt x="28572" y="9823"/>
                      <a:pt x="26817" y="9823"/>
                    </a:cubicBezTo>
                    <a:cubicBezTo>
                      <a:pt x="24538" y="9823"/>
                      <a:pt x="22559" y="10234"/>
                      <a:pt x="20841" y="11052"/>
                    </a:cubicBezTo>
                    <a:cubicBezTo>
                      <a:pt x="19123" y="11873"/>
                      <a:pt x="17704" y="13049"/>
                      <a:pt x="16583" y="14580"/>
                    </a:cubicBezTo>
                    <a:cubicBezTo>
                      <a:pt x="15463" y="16119"/>
                      <a:pt x="14603" y="17971"/>
                      <a:pt x="14043" y="20151"/>
                    </a:cubicBezTo>
                    <a:cubicBezTo>
                      <a:pt x="13483" y="22328"/>
                      <a:pt x="13221" y="24792"/>
                      <a:pt x="13221" y="27544"/>
                    </a:cubicBezTo>
                    <a:cubicBezTo>
                      <a:pt x="13221" y="30404"/>
                      <a:pt x="13520" y="32950"/>
                      <a:pt x="14118" y="35176"/>
                    </a:cubicBezTo>
                    <a:cubicBezTo>
                      <a:pt x="14753" y="37409"/>
                      <a:pt x="15612" y="39279"/>
                      <a:pt x="16770" y="40795"/>
                    </a:cubicBezTo>
                    <a:cubicBezTo>
                      <a:pt x="17927" y="42315"/>
                      <a:pt x="19309" y="43465"/>
                      <a:pt x="20953" y="44245"/>
                    </a:cubicBezTo>
                    <a:cubicBezTo>
                      <a:pt x="22596" y="45033"/>
                      <a:pt x="24426" y="45425"/>
                      <a:pt x="26481" y="45425"/>
                    </a:cubicBezTo>
                    <a:cubicBezTo>
                      <a:pt x="28535" y="45425"/>
                      <a:pt x="30215" y="45171"/>
                      <a:pt x="31485" y="44663"/>
                    </a:cubicBezTo>
                    <a:cubicBezTo>
                      <a:pt x="32755" y="44159"/>
                      <a:pt x="33838" y="43603"/>
                      <a:pt x="34697" y="42991"/>
                    </a:cubicBezTo>
                    <a:cubicBezTo>
                      <a:pt x="35557" y="42382"/>
                      <a:pt x="36341" y="41826"/>
                      <a:pt x="36975" y="41321"/>
                    </a:cubicBezTo>
                    <a:cubicBezTo>
                      <a:pt x="37611" y="40814"/>
                      <a:pt x="38358" y="40563"/>
                      <a:pt x="39142" y="40563"/>
                    </a:cubicBezTo>
                    <a:cubicBezTo>
                      <a:pt x="40188" y="40563"/>
                      <a:pt x="40972" y="40963"/>
                      <a:pt x="41495" y="41766"/>
                    </a:cubicBezTo>
                    <a:lnTo>
                      <a:pt x="45230" y="46470"/>
                    </a:lnTo>
                    <a:cubicBezTo>
                      <a:pt x="43773" y="48139"/>
                      <a:pt x="42242" y="49543"/>
                      <a:pt x="40561" y="50678"/>
                    </a:cubicBezTo>
                    <a:cubicBezTo>
                      <a:pt x="38880" y="51810"/>
                      <a:pt x="37162" y="52713"/>
                      <a:pt x="35370" y="53393"/>
                    </a:cubicBezTo>
                    <a:cubicBezTo>
                      <a:pt x="33577" y="54076"/>
                      <a:pt x="31710" y="54550"/>
                      <a:pt x="29805" y="54834"/>
                    </a:cubicBezTo>
                    <a:cubicBezTo>
                      <a:pt x="27862" y="55110"/>
                      <a:pt x="25958" y="55249"/>
                      <a:pt x="24090" y="55249"/>
                    </a:cubicBezTo>
                    <a:cubicBezTo>
                      <a:pt x="20766" y="55249"/>
                      <a:pt x="17666" y="54629"/>
                      <a:pt x="14715" y="53393"/>
                    </a:cubicBezTo>
                    <a:cubicBezTo>
                      <a:pt x="11802" y="52157"/>
                      <a:pt x="9263" y="50357"/>
                      <a:pt x="7059" y="47986"/>
                    </a:cubicBezTo>
                    <a:cubicBezTo>
                      <a:pt x="4893" y="45615"/>
                      <a:pt x="3175" y="42714"/>
                      <a:pt x="1905" y="39279"/>
                    </a:cubicBezTo>
                    <a:cubicBezTo>
                      <a:pt x="635" y="35848"/>
                      <a:pt x="0" y="31935"/>
                      <a:pt x="0" y="27544"/>
                    </a:cubicBezTo>
                    <a:cubicBezTo>
                      <a:pt x="0" y="23609"/>
                      <a:pt x="560" y="19957"/>
                      <a:pt x="1681" y="16593"/>
                    </a:cubicBezTo>
                    <a:cubicBezTo>
                      <a:pt x="2801" y="13229"/>
                      <a:pt x="4482" y="10320"/>
                      <a:pt x="6685" y="7863"/>
                    </a:cubicBezTo>
                    <a:cubicBezTo>
                      <a:pt x="8889" y="5406"/>
                      <a:pt x="11578" y="3480"/>
                      <a:pt x="14828" y="2087"/>
                    </a:cubicBezTo>
                    <a:cubicBezTo>
                      <a:pt x="18077" y="694"/>
                      <a:pt x="21812" y="0"/>
                      <a:pt x="26032" y="0"/>
                    </a:cubicBezTo>
                    <a:cubicBezTo>
                      <a:pt x="30029" y="0"/>
                      <a:pt x="33540" y="642"/>
                      <a:pt x="36565" y="1934"/>
                    </a:cubicBezTo>
                    <a:cubicBezTo>
                      <a:pt x="39590" y="3222"/>
                      <a:pt x="42279" y="5070"/>
                      <a:pt x="44670" y="7471"/>
                    </a:cubicBezTo>
                    <a:lnTo>
                      <a:pt x="41308" y="12176"/>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37" name="Google Shape;2737;p90"/>
              <p:cNvSpPr/>
              <p:nvPr/>
            </p:nvSpPr>
            <p:spPr>
              <a:xfrm>
                <a:off x="6588839" y="3963923"/>
                <a:ext cx="46724" cy="77673"/>
              </a:xfrm>
              <a:custGeom>
                <a:avLst/>
                <a:gdLst/>
                <a:ahLst/>
                <a:cxnLst/>
                <a:rect l="l" t="t" r="r" b="b"/>
                <a:pathLst>
                  <a:path w="46724" h="77673" extrusionOk="0">
                    <a:moveTo>
                      <a:pt x="0" y="77673"/>
                    </a:moveTo>
                    <a:lnTo>
                      <a:pt x="0" y="0"/>
                    </a:lnTo>
                    <a:lnTo>
                      <a:pt x="12886" y="0"/>
                    </a:lnTo>
                    <a:lnTo>
                      <a:pt x="12886" y="29848"/>
                    </a:lnTo>
                    <a:cubicBezTo>
                      <a:pt x="15015" y="27861"/>
                      <a:pt x="17293" y="26259"/>
                      <a:pt x="19795" y="25035"/>
                    </a:cubicBezTo>
                    <a:cubicBezTo>
                      <a:pt x="22297" y="23818"/>
                      <a:pt x="25248" y="23209"/>
                      <a:pt x="28647" y="23209"/>
                    </a:cubicBezTo>
                    <a:cubicBezTo>
                      <a:pt x="31560" y="23209"/>
                      <a:pt x="34175" y="23702"/>
                      <a:pt x="36453" y="24699"/>
                    </a:cubicBezTo>
                    <a:cubicBezTo>
                      <a:pt x="38694" y="25692"/>
                      <a:pt x="40599" y="27085"/>
                      <a:pt x="42093" y="28877"/>
                    </a:cubicBezTo>
                    <a:cubicBezTo>
                      <a:pt x="43624" y="30673"/>
                      <a:pt x="44782" y="32816"/>
                      <a:pt x="45566" y="35310"/>
                    </a:cubicBezTo>
                    <a:cubicBezTo>
                      <a:pt x="46351" y="37801"/>
                      <a:pt x="46724" y="40545"/>
                      <a:pt x="46724" y="43543"/>
                    </a:cubicBezTo>
                    <a:lnTo>
                      <a:pt x="46724" y="77673"/>
                    </a:lnTo>
                    <a:lnTo>
                      <a:pt x="33839" y="77673"/>
                    </a:lnTo>
                    <a:lnTo>
                      <a:pt x="33839" y="43543"/>
                    </a:lnTo>
                    <a:cubicBezTo>
                      <a:pt x="33839" y="40269"/>
                      <a:pt x="33054" y="37730"/>
                      <a:pt x="31560" y="35938"/>
                    </a:cubicBezTo>
                    <a:cubicBezTo>
                      <a:pt x="30029" y="34141"/>
                      <a:pt x="27751" y="33245"/>
                      <a:pt x="24725" y="33245"/>
                    </a:cubicBezTo>
                    <a:cubicBezTo>
                      <a:pt x="22484" y="33245"/>
                      <a:pt x="20393" y="33750"/>
                      <a:pt x="18451" y="34757"/>
                    </a:cubicBezTo>
                    <a:cubicBezTo>
                      <a:pt x="16509" y="35769"/>
                      <a:pt x="14641" y="37147"/>
                      <a:pt x="12886" y="38891"/>
                    </a:cubicBezTo>
                    <a:lnTo>
                      <a:pt x="12886" y="77673"/>
                    </a:lnTo>
                    <a:lnTo>
                      <a:pt x="0" y="77673"/>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38" name="Google Shape;2738;p90"/>
              <p:cNvSpPr/>
              <p:nvPr/>
            </p:nvSpPr>
            <p:spPr>
              <a:xfrm>
                <a:off x="6644676" y="3987132"/>
                <a:ext cx="49002" cy="55248"/>
              </a:xfrm>
              <a:custGeom>
                <a:avLst/>
                <a:gdLst/>
                <a:ahLst/>
                <a:cxnLst/>
                <a:rect l="l" t="t" r="r" b="b"/>
                <a:pathLst>
                  <a:path w="49002" h="55248" extrusionOk="0">
                    <a:moveTo>
                      <a:pt x="25771" y="0"/>
                    </a:moveTo>
                    <a:cubicBezTo>
                      <a:pt x="29170" y="0"/>
                      <a:pt x="32269" y="538"/>
                      <a:pt x="35108" y="1620"/>
                    </a:cubicBezTo>
                    <a:cubicBezTo>
                      <a:pt x="37947" y="2699"/>
                      <a:pt x="40412" y="4275"/>
                      <a:pt x="42466" y="6347"/>
                    </a:cubicBezTo>
                    <a:cubicBezTo>
                      <a:pt x="44520" y="8423"/>
                      <a:pt x="46126" y="10966"/>
                      <a:pt x="47247" y="13983"/>
                    </a:cubicBezTo>
                    <a:cubicBezTo>
                      <a:pt x="48405" y="16992"/>
                      <a:pt x="49002" y="20435"/>
                      <a:pt x="49002" y="24303"/>
                    </a:cubicBezTo>
                    <a:cubicBezTo>
                      <a:pt x="49002" y="25281"/>
                      <a:pt x="48965" y="26091"/>
                      <a:pt x="48853" y="26737"/>
                    </a:cubicBezTo>
                    <a:cubicBezTo>
                      <a:pt x="48778" y="27380"/>
                      <a:pt x="48628" y="27884"/>
                      <a:pt x="48405" y="28253"/>
                    </a:cubicBezTo>
                    <a:cubicBezTo>
                      <a:pt x="48180" y="28619"/>
                      <a:pt x="47844" y="28881"/>
                      <a:pt x="47471" y="29034"/>
                    </a:cubicBezTo>
                    <a:cubicBezTo>
                      <a:pt x="47097" y="29194"/>
                      <a:pt x="46612" y="29269"/>
                      <a:pt x="46014" y="29269"/>
                    </a:cubicBezTo>
                    <a:lnTo>
                      <a:pt x="12848" y="29269"/>
                    </a:lnTo>
                    <a:cubicBezTo>
                      <a:pt x="13259" y="34780"/>
                      <a:pt x="14715" y="38820"/>
                      <a:pt x="17292" y="41396"/>
                    </a:cubicBezTo>
                    <a:cubicBezTo>
                      <a:pt x="19870" y="43976"/>
                      <a:pt x="23306" y="45268"/>
                      <a:pt x="27563" y="45268"/>
                    </a:cubicBezTo>
                    <a:cubicBezTo>
                      <a:pt x="29655" y="45268"/>
                      <a:pt x="31448" y="45022"/>
                      <a:pt x="32979" y="44533"/>
                    </a:cubicBezTo>
                    <a:cubicBezTo>
                      <a:pt x="34473" y="44047"/>
                      <a:pt x="35818" y="43509"/>
                      <a:pt x="36938" y="42912"/>
                    </a:cubicBezTo>
                    <a:cubicBezTo>
                      <a:pt x="38059" y="42322"/>
                      <a:pt x="39067" y="41781"/>
                      <a:pt x="39926" y="41292"/>
                    </a:cubicBezTo>
                    <a:cubicBezTo>
                      <a:pt x="40785" y="40803"/>
                      <a:pt x="41607" y="40563"/>
                      <a:pt x="42391" y="40563"/>
                    </a:cubicBezTo>
                    <a:cubicBezTo>
                      <a:pt x="42914" y="40563"/>
                      <a:pt x="43363" y="40664"/>
                      <a:pt x="43773" y="40877"/>
                    </a:cubicBezTo>
                    <a:cubicBezTo>
                      <a:pt x="44147" y="41083"/>
                      <a:pt x="44483" y="41381"/>
                      <a:pt x="44744" y="41766"/>
                    </a:cubicBezTo>
                    <a:lnTo>
                      <a:pt x="48517" y="46470"/>
                    </a:lnTo>
                    <a:cubicBezTo>
                      <a:pt x="47097" y="48139"/>
                      <a:pt x="45491" y="49543"/>
                      <a:pt x="43699" y="50678"/>
                    </a:cubicBezTo>
                    <a:cubicBezTo>
                      <a:pt x="41943" y="51810"/>
                      <a:pt x="40076" y="52713"/>
                      <a:pt x="38134" y="53393"/>
                    </a:cubicBezTo>
                    <a:cubicBezTo>
                      <a:pt x="36191" y="54076"/>
                      <a:pt x="34249" y="54550"/>
                      <a:pt x="32232" y="54834"/>
                    </a:cubicBezTo>
                    <a:cubicBezTo>
                      <a:pt x="30215" y="55110"/>
                      <a:pt x="28273" y="55249"/>
                      <a:pt x="26406" y="55249"/>
                    </a:cubicBezTo>
                    <a:cubicBezTo>
                      <a:pt x="22671" y="55249"/>
                      <a:pt x="19197" y="54629"/>
                      <a:pt x="15985" y="53393"/>
                    </a:cubicBezTo>
                    <a:cubicBezTo>
                      <a:pt x="12773" y="52157"/>
                      <a:pt x="10009" y="50327"/>
                      <a:pt x="7619" y="47908"/>
                    </a:cubicBezTo>
                    <a:cubicBezTo>
                      <a:pt x="5266" y="45485"/>
                      <a:pt x="3398" y="42486"/>
                      <a:pt x="2017" y="38913"/>
                    </a:cubicBezTo>
                    <a:cubicBezTo>
                      <a:pt x="672" y="35340"/>
                      <a:pt x="0" y="31207"/>
                      <a:pt x="0" y="26498"/>
                    </a:cubicBezTo>
                    <a:cubicBezTo>
                      <a:pt x="0" y="22843"/>
                      <a:pt x="597" y="19401"/>
                      <a:pt x="1793" y="16178"/>
                    </a:cubicBezTo>
                    <a:cubicBezTo>
                      <a:pt x="2950" y="12952"/>
                      <a:pt x="4669" y="10145"/>
                      <a:pt x="6872" y="7762"/>
                    </a:cubicBezTo>
                    <a:cubicBezTo>
                      <a:pt x="9076" y="5376"/>
                      <a:pt x="11802" y="3480"/>
                      <a:pt x="14977" y="2087"/>
                    </a:cubicBezTo>
                    <a:cubicBezTo>
                      <a:pt x="18152" y="694"/>
                      <a:pt x="21775" y="0"/>
                      <a:pt x="25771" y="0"/>
                    </a:cubicBezTo>
                    <a:close/>
                    <a:moveTo>
                      <a:pt x="26032" y="9249"/>
                    </a:moveTo>
                    <a:cubicBezTo>
                      <a:pt x="22260" y="9249"/>
                      <a:pt x="19309" y="10313"/>
                      <a:pt x="17218" y="12441"/>
                    </a:cubicBezTo>
                    <a:cubicBezTo>
                      <a:pt x="15089" y="14565"/>
                      <a:pt x="13707" y="17578"/>
                      <a:pt x="13109" y="21480"/>
                    </a:cubicBezTo>
                    <a:lnTo>
                      <a:pt x="37386" y="21480"/>
                    </a:lnTo>
                    <a:cubicBezTo>
                      <a:pt x="37386" y="19808"/>
                      <a:pt x="37162" y="18232"/>
                      <a:pt x="36714" y="16753"/>
                    </a:cubicBezTo>
                    <a:cubicBezTo>
                      <a:pt x="36266" y="15271"/>
                      <a:pt x="35556" y="13975"/>
                      <a:pt x="34622" y="12859"/>
                    </a:cubicBezTo>
                    <a:cubicBezTo>
                      <a:pt x="33689" y="11743"/>
                      <a:pt x="32494" y="10862"/>
                      <a:pt x="31037" y="10219"/>
                    </a:cubicBezTo>
                    <a:cubicBezTo>
                      <a:pt x="29618" y="9573"/>
                      <a:pt x="27937" y="9249"/>
                      <a:pt x="26032" y="9249"/>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39" name="Google Shape;2739;p90"/>
              <p:cNvSpPr/>
              <p:nvPr/>
            </p:nvSpPr>
            <p:spPr>
              <a:xfrm>
                <a:off x="6719338" y="3965178"/>
                <a:ext cx="51093" cy="77255"/>
              </a:xfrm>
              <a:custGeom>
                <a:avLst/>
                <a:gdLst/>
                <a:ahLst/>
                <a:cxnLst/>
                <a:rect l="l" t="t" r="r" b="b"/>
                <a:pathLst>
                  <a:path w="51093" h="77255" extrusionOk="0">
                    <a:moveTo>
                      <a:pt x="46275" y="14584"/>
                    </a:moveTo>
                    <a:cubicBezTo>
                      <a:pt x="45902" y="15349"/>
                      <a:pt x="45454" y="15891"/>
                      <a:pt x="44931" y="16204"/>
                    </a:cubicBezTo>
                    <a:cubicBezTo>
                      <a:pt x="44445" y="16514"/>
                      <a:pt x="43848" y="16671"/>
                      <a:pt x="43138" y="16671"/>
                    </a:cubicBezTo>
                    <a:cubicBezTo>
                      <a:pt x="42429" y="16671"/>
                      <a:pt x="41644" y="16402"/>
                      <a:pt x="40785" y="15861"/>
                    </a:cubicBezTo>
                    <a:cubicBezTo>
                      <a:pt x="39926" y="15320"/>
                      <a:pt x="38880" y="14722"/>
                      <a:pt x="37685" y="14057"/>
                    </a:cubicBezTo>
                    <a:cubicBezTo>
                      <a:pt x="36527" y="13397"/>
                      <a:pt x="35145" y="12796"/>
                      <a:pt x="33540" y="12258"/>
                    </a:cubicBezTo>
                    <a:cubicBezTo>
                      <a:pt x="31971" y="11717"/>
                      <a:pt x="30066" y="11448"/>
                      <a:pt x="27937" y="11448"/>
                    </a:cubicBezTo>
                    <a:cubicBezTo>
                      <a:pt x="25958" y="11448"/>
                      <a:pt x="24277" y="11683"/>
                      <a:pt x="22820" y="12153"/>
                    </a:cubicBezTo>
                    <a:cubicBezTo>
                      <a:pt x="21364" y="12624"/>
                      <a:pt x="20168" y="13274"/>
                      <a:pt x="19160" y="14110"/>
                    </a:cubicBezTo>
                    <a:cubicBezTo>
                      <a:pt x="18189" y="14950"/>
                      <a:pt x="17442" y="15947"/>
                      <a:pt x="16956" y="17119"/>
                    </a:cubicBezTo>
                    <a:cubicBezTo>
                      <a:pt x="16471" y="18284"/>
                      <a:pt x="16209" y="19565"/>
                      <a:pt x="16209" y="20958"/>
                    </a:cubicBezTo>
                    <a:cubicBezTo>
                      <a:pt x="16209" y="22739"/>
                      <a:pt x="16695" y="24217"/>
                      <a:pt x="17704" y="25401"/>
                    </a:cubicBezTo>
                    <a:cubicBezTo>
                      <a:pt x="18675" y="26588"/>
                      <a:pt x="20019" y="27596"/>
                      <a:pt x="21662" y="28433"/>
                    </a:cubicBezTo>
                    <a:cubicBezTo>
                      <a:pt x="23269" y="29273"/>
                      <a:pt x="25136" y="30023"/>
                      <a:pt x="27227" y="30680"/>
                    </a:cubicBezTo>
                    <a:cubicBezTo>
                      <a:pt x="29319" y="31341"/>
                      <a:pt x="31485" y="32051"/>
                      <a:pt x="33652" y="32801"/>
                    </a:cubicBezTo>
                    <a:cubicBezTo>
                      <a:pt x="35818" y="33548"/>
                      <a:pt x="37947" y="34418"/>
                      <a:pt x="40038" y="35411"/>
                    </a:cubicBezTo>
                    <a:cubicBezTo>
                      <a:pt x="42130" y="36408"/>
                      <a:pt x="43997" y="37662"/>
                      <a:pt x="45641" y="39175"/>
                    </a:cubicBezTo>
                    <a:cubicBezTo>
                      <a:pt x="47284" y="40690"/>
                      <a:pt x="48592" y="42550"/>
                      <a:pt x="49600" y="44745"/>
                    </a:cubicBezTo>
                    <a:cubicBezTo>
                      <a:pt x="50571" y="46941"/>
                      <a:pt x="51094" y="49603"/>
                      <a:pt x="51094" y="52743"/>
                    </a:cubicBezTo>
                    <a:cubicBezTo>
                      <a:pt x="51094" y="56159"/>
                      <a:pt x="50496" y="59352"/>
                      <a:pt x="49338" y="62335"/>
                    </a:cubicBezTo>
                    <a:cubicBezTo>
                      <a:pt x="48180" y="65311"/>
                      <a:pt x="46462" y="67906"/>
                      <a:pt x="44222" y="70124"/>
                    </a:cubicBezTo>
                    <a:cubicBezTo>
                      <a:pt x="41981" y="72334"/>
                      <a:pt x="39217" y="74078"/>
                      <a:pt x="35967" y="75347"/>
                    </a:cubicBezTo>
                    <a:cubicBezTo>
                      <a:pt x="32718" y="76621"/>
                      <a:pt x="29020" y="77255"/>
                      <a:pt x="24837" y="77255"/>
                    </a:cubicBezTo>
                    <a:cubicBezTo>
                      <a:pt x="22447" y="77255"/>
                      <a:pt x="20057" y="77024"/>
                      <a:pt x="17741" y="76553"/>
                    </a:cubicBezTo>
                    <a:cubicBezTo>
                      <a:pt x="15388" y="76083"/>
                      <a:pt x="13147" y="75411"/>
                      <a:pt x="11018" y="74541"/>
                    </a:cubicBezTo>
                    <a:cubicBezTo>
                      <a:pt x="8852" y="73667"/>
                      <a:pt x="6872" y="72625"/>
                      <a:pt x="5005" y="71401"/>
                    </a:cubicBezTo>
                    <a:cubicBezTo>
                      <a:pt x="3137" y="70184"/>
                      <a:pt x="1456" y="68824"/>
                      <a:pt x="0" y="67324"/>
                    </a:cubicBezTo>
                    <a:lnTo>
                      <a:pt x="4071" y="60580"/>
                    </a:lnTo>
                    <a:cubicBezTo>
                      <a:pt x="4444" y="60095"/>
                      <a:pt x="4930" y="59684"/>
                      <a:pt x="5453" y="59352"/>
                    </a:cubicBezTo>
                    <a:cubicBezTo>
                      <a:pt x="6013" y="59023"/>
                      <a:pt x="6610" y="58855"/>
                      <a:pt x="7283" y="58855"/>
                    </a:cubicBezTo>
                    <a:cubicBezTo>
                      <a:pt x="8142" y="58855"/>
                      <a:pt x="9076" y="59214"/>
                      <a:pt x="10084" y="59927"/>
                    </a:cubicBezTo>
                    <a:cubicBezTo>
                      <a:pt x="11093" y="60644"/>
                      <a:pt x="12288" y="61439"/>
                      <a:pt x="13670" y="62305"/>
                    </a:cubicBezTo>
                    <a:cubicBezTo>
                      <a:pt x="15051" y="63183"/>
                      <a:pt x="16658" y="63971"/>
                      <a:pt x="18525" y="64684"/>
                    </a:cubicBezTo>
                    <a:cubicBezTo>
                      <a:pt x="20393" y="65397"/>
                      <a:pt x="22633" y="65755"/>
                      <a:pt x="25248" y="65755"/>
                    </a:cubicBezTo>
                    <a:cubicBezTo>
                      <a:pt x="29244" y="65755"/>
                      <a:pt x="32382" y="64807"/>
                      <a:pt x="34548" y="62906"/>
                    </a:cubicBezTo>
                    <a:cubicBezTo>
                      <a:pt x="36752" y="61010"/>
                      <a:pt x="37872" y="58280"/>
                      <a:pt x="37872" y="54729"/>
                    </a:cubicBezTo>
                    <a:cubicBezTo>
                      <a:pt x="37872" y="52743"/>
                      <a:pt x="37349" y="51119"/>
                      <a:pt x="36378" y="49864"/>
                    </a:cubicBezTo>
                    <a:cubicBezTo>
                      <a:pt x="35370" y="48610"/>
                      <a:pt x="34063" y="47561"/>
                      <a:pt x="32419" y="46702"/>
                    </a:cubicBezTo>
                    <a:cubicBezTo>
                      <a:pt x="30776" y="45851"/>
                      <a:pt x="28908" y="45126"/>
                      <a:pt x="26817" y="44533"/>
                    </a:cubicBezTo>
                    <a:cubicBezTo>
                      <a:pt x="24725" y="43943"/>
                      <a:pt x="22596" y="43297"/>
                      <a:pt x="20430" y="42602"/>
                    </a:cubicBezTo>
                    <a:cubicBezTo>
                      <a:pt x="18301" y="41900"/>
                      <a:pt x="16172" y="41068"/>
                      <a:pt x="14080" y="40093"/>
                    </a:cubicBezTo>
                    <a:cubicBezTo>
                      <a:pt x="11989" y="39115"/>
                      <a:pt x="10122" y="37842"/>
                      <a:pt x="8478" y="36273"/>
                    </a:cubicBezTo>
                    <a:cubicBezTo>
                      <a:pt x="6835" y="34709"/>
                      <a:pt x="5528" y="32749"/>
                      <a:pt x="4519" y="30393"/>
                    </a:cubicBezTo>
                    <a:cubicBezTo>
                      <a:pt x="3548" y="28040"/>
                      <a:pt x="3025" y="25143"/>
                      <a:pt x="3025" y="21689"/>
                    </a:cubicBezTo>
                    <a:cubicBezTo>
                      <a:pt x="3025" y="18938"/>
                      <a:pt x="3585" y="16253"/>
                      <a:pt x="4669" y="13643"/>
                    </a:cubicBezTo>
                    <a:cubicBezTo>
                      <a:pt x="5789" y="11026"/>
                      <a:pt x="7395" y="8711"/>
                      <a:pt x="9486" y="6691"/>
                    </a:cubicBezTo>
                    <a:cubicBezTo>
                      <a:pt x="11616" y="4667"/>
                      <a:pt x="14192" y="3047"/>
                      <a:pt x="17255" y="1830"/>
                    </a:cubicBezTo>
                    <a:cubicBezTo>
                      <a:pt x="20318" y="608"/>
                      <a:pt x="23829" y="0"/>
                      <a:pt x="27750" y="0"/>
                    </a:cubicBezTo>
                    <a:cubicBezTo>
                      <a:pt x="32233" y="0"/>
                      <a:pt x="36341" y="694"/>
                      <a:pt x="40113" y="2087"/>
                    </a:cubicBezTo>
                    <a:cubicBezTo>
                      <a:pt x="43885" y="3484"/>
                      <a:pt x="47060" y="5432"/>
                      <a:pt x="49712" y="7945"/>
                    </a:cubicBezTo>
                    <a:lnTo>
                      <a:pt x="46275" y="14584"/>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40" name="Google Shape;2740;p90"/>
              <p:cNvSpPr/>
              <p:nvPr/>
            </p:nvSpPr>
            <p:spPr>
              <a:xfrm>
                <a:off x="6780478" y="3986975"/>
                <a:ext cx="49338" cy="72136"/>
              </a:xfrm>
              <a:custGeom>
                <a:avLst/>
                <a:gdLst/>
                <a:ahLst/>
                <a:cxnLst/>
                <a:rect l="l" t="t" r="r" b="b"/>
                <a:pathLst>
                  <a:path w="49338" h="72136" extrusionOk="0">
                    <a:moveTo>
                      <a:pt x="0" y="72136"/>
                    </a:moveTo>
                    <a:lnTo>
                      <a:pt x="0" y="990"/>
                    </a:lnTo>
                    <a:lnTo>
                      <a:pt x="7881" y="990"/>
                    </a:lnTo>
                    <a:cubicBezTo>
                      <a:pt x="8702" y="990"/>
                      <a:pt x="9412" y="1184"/>
                      <a:pt x="10009" y="1564"/>
                    </a:cubicBezTo>
                    <a:cubicBezTo>
                      <a:pt x="10607" y="1949"/>
                      <a:pt x="10980" y="2543"/>
                      <a:pt x="11167" y="3345"/>
                    </a:cubicBezTo>
                    <a:lnTo>
                      <a:pt x="12213" y="8311"/>
                    </a:lnTo>
                    <a:cubicBezTo>
                      <a:pt x="14379" y="5836"/>
                      <a:pt x="16845" y="3835"/>
                      <a:pt x="19683" y="2296"/>
                    </a:cubicBezTo>
                    <a:cubicBezTo>
                      <a:pt x="22484" y="765"/>
                      <a:pt x="25771" y="0"/>
                      <a:pt x="29543" y="0"/>
                    </a:cubicBezTo>
                    <a:cubicBezTo>
                      <a:pt x="32456" y="0"/>
                      <a:pt x="35145" y="609"/>
                      <a:pt x="37536" y="1830"/>
                    </a:cubicBezTo>
                    <a:cubicBezTo>
                      <a:pt x="39964" y="3047"/>
                      <a:pt x="42055" y="4820"/>
                      <a:pt x="43811" y="7132"/>
                    </a:cubicBezTo>
                    <a:cubicBezTo>
                      <a:pt x="45603" y="9450"/>
                      <a:pt x="46948" y="12307"/>
                      <a:pt x="47919" y="15708"/>
                    </a:cubicBezTo>
                    <a:cubicBezTo>
                      <a:pt x="48853" y="19106"/>
                      <a:pt x="49338" y="23000"/>
                      <a:pt x="49338" y="27387"/>
                    </a:cubicBezTo>
                    <a:cubicBezTo>
                      <a:pt x="49338" y="31397"/>
                      <a:pt x="48815" y="35109"/>
                      <a:pt x="47732" y="38525"/>
                    </a:cubicBezTo>
                    <a:cubicBezTo>
                      <a:pt x="46649" y="41938"/>
                      <a:pt x="45118" y="44899"/>
                      <a:pt x="43101" y="47408"/>
                    </a:cubicBezTo>
                    <a:cubicBezTo>
                      <a:pt x="41084" y="49920"/>
                      <a:pt x="38656" y="51877"/>
                      <a:pt x="35818" y="53292"/>
                    </a:cubicBezTo>
                    <a:cubicBezTo>
                      <a:pt x="32979" y="54700"/>
                      <a:pt x="29805" y="55406"/>
                      <a:pt x="26294" y="55406"/>
                    </a:cubicBezTo>
                    <a:cubicBezTo>
                      <a:pt x="23269" y="55406"/>
                      <a:pt x="20691" y="54946"/>
                      <a:pt x="18563" y="54020"/>
                    </a:cubicBezTo>
                    <a:cubicBezTo>
                      <a:pt x="16471" y="53098"/>
                      <a:pt x="14566" y="51817"/>
                      <a:pt x="12885" y="50178"/>
                    </a:cubicBezTo>
                    <a:lnTo>
                      <a:pt x="12885" y="72136"/>
                    </a:lnTo>
                    <a:lnTo>
                      <a:pt x="0" y="72136"/>
                    </a:lnTo>
                    <a:close/>
                    <a:moveTo>
                      <a:pt x="25099" y="10193"/>
                    </a:moveTo>
                    <a:cubicBezTo>
                      <a:pt x="22410" y="10193"/>
                      <a:pt x="20094" y="10757"/>
                      <a:pt x="18189" y="11892"/>
                    </a:cubicBezTo>
                    <a:cubicBezTo>
                      <a:pt x="16322" y="13024"/>
                      <a:pt x="14529" y="14621"/>
                      <a:pt x="12885" y="16671"/>
                    </a:cubicBezTo>
                    <a:lnTo>
                      <a:pt x="12885" y="40720"/>
                    </a:lnTo>
                    <a:cubicBezTo>
                      <a:pt x="14379" y="42528"/>
                      <a:pt x="15948" y="43793"/>
                      <a:pt x="17666" y="44507"/>
                    </a:cubicBezTo>
                    <a:cubicBezTo>
                      <a:pt x="19421" y="45223"/>
                      <a:pt x="21252" y="45582"/>
                      <a:pt x="23269" y="45582"/>
                    </a:cubicBezTo>
                    <a:cubicBezTo>
                      <a:pt x="25211" y="45582"/>
                      <a:pt x="26966" y="45212"/>
                      <a:pt x="28572" y="44484"/>
                    </a:cubicBezTo>
                    <a:cubicBezTo>
                      <a:pt x="30141" y="43749"/>
                      <a:pt x="31485" y="42636"/>
                      <a:pt x="32569" y="41135"/>
                    </a:cubicBezTo>
                    <a:cubicBezTo>
                      <a:pt x="33689" y="39641"/>
                      <a:pt x="34548" y="37749"/>
                      <a:pt x="35108" y="35467"/>
                    </a:cubicBezTo>
                    <a:cubicBezTo>
                      <a:pt x="35706" y="33182"/>
                      <a:pt x="36005" y="30490"/>
                      <a:pt x="36005" y="27387"/>
                    </a:cubicBezTo>
                    <a:cubicBezTo>
                      <a:pt x="36005" y="24255"/>
                      <a:pt x="35743" y="21596"/>
                      <a:pt x="35258" y="19420"/>
                    </a:cubicBezTo>
                    <a:cubicBezTo>
                      <a:pt x="34735" y="17239"/>
                      <a:pt x="34025" y="15473"/>
                      <a:pt x="33091" y="14110"/>
                    </a:cubicBezTo>
                    <a:cubicBezTo>
                      <a:pt x="32158" y="12755"/>
                      <a:pt x="31000" y="11761"/>
                      <a:pt x="29655" y="11134"/>
                    </a:cubicBezTo>
                    <a:cubicBezTo>
                      <a:pt x="28311" y="10507"/>
                      <a:pt x="26779" y="10193"/>
                      <a:pt x="25099" y="10193"/>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41" name="Google Shape;2741;p90"/>
              <p:cNvSpPr/>
              <p:nvPr/>
            </p:nvSpPr>
            <p:spPr>
              <a:xfrm>
                <a:off x="6836951" y="3986975"/>
                <a:ext cx="44669" cy="55457"/>
              </a:xfrm>
              <a:custGeom>
                <a:avLst/>
                <a:gdLst/>
                <a:ahLst/>
                <a:cxnLst/>
                <a:rect l="l" t="t" r="r" b="b"/>
                <a:pathLst>
                  <a:path w="44669" h="55457" extrusionOk="0">
                    <a:moveTo>
                      <a:pt x="44670" y="54621"/>
                    </a:moveTo>
                    <a:lnTo>
                      <a:pt x="38880" y="54621"/>
                    </a:lnTo>
                    <a:cubicBezTo>
                      <a:pt x="37685" y="54621"/>
                      <a:pt x="36714" y="54442"/>
                      <a:pt x="36005" y="54072"/>
                    </a:cubicBezTo>
                    <a:cubicBezTo>
                      <a:pt x="35295" y="53707"/>
                      <a:pt x="34772" y="52967"/>
                      <a:pt x="34436" y="51851"/>
                    </a:cubicBezTo>
                    <a:lnTo>
                      <a:pt x="33278" y="48035"/>
                    </a:lnTo>
                    <a:cubicBezTo>
                      <a:pt x="31933" y="49260"/>
                      <a:pt x="30589" y="50327"/>
                      <a:pt x="29282" y="51250"/>
                    </a:cubicBezTo>
                    <a:cubicBezTo>
                      <a:pt x="27975" y="52176"/>
                      <a:pt x="26630" y="52949"/>
                      <a:pt x="25248" y="53576"/>
                    </a:cubicBezTo>
                    <a:cubicBezTo>
                      <a:pt x="23829" y="54203"/>
                      <a:pt x="22372" y="54677"/>
                      <a:pt x="20803" y="54991"/>
                    </a:cubicBezTo>
                    <a:cubicBezTo>
                      <a:pt x="19235" y="55305"/>
                      <a:pt x="17479" y="55458"/>
                      <a:pt x="15574" y="55458"/>
                    </a:cubicBezTo>
                    <a:cubicBezTo>
                      <a:pt x="13296" y="55458"/>
                      <a:pt x="11205" y="55151"/>
                      <a:pt x="9300" y="54543"/>
                    </a:cubicBezTo>
                    <a:cubicBezTo>
                      <a:pt x="7358" y="53931"/>
                      <a:pt x="5714" y="53016"/>
                      <a:pt x="4332" y="51791"/>
                    </a:cubicBezTo>
                    <a:cubicBezTo>
                      <a:pt x="2988" y="50567"/>
                      <a:pt x="1905" y="49043"/>
                      <a:pt x="1120" y="47225"/>
                    </a:cubicBezTo>
                    <a:cubicBezTo>
                      <a:pt x="373" y="45410"/>
                      <a:pt x="0" y="43293"/>
                      <a:pt x="0" y="40881"/>
                    </a:cubicBezTo>
                    <a:cubicBezTo>
                      <a:pt x="0" y="38854"/>
                      <a:pt x="523" y="36849"/>
                      <a:pt x="1568" y="34870"/>
                    </a:cubicBezTo>
                    <a:cubicBezTo>
                      <a:pt x="2652" y="32898"/>
                      <a:pt x="4407" y="31117"/>
                      <a:pt x="6872" y="29527"/>
                    </a:cubicBezTo>
                    <a:cubicBezTo>
                      <a:pt x="9375" y="27936"/>
                      <a:pt x="12661" y="26614"/>
                      <a:pt x="16770" y="25565"/>
                    </a:cubicBezTo>
                    <a:cubicBezTo>
                      <a:pt x="20878" y="24516"/>
                      <a:pt x="25995" y="23990"/>
                      <a:pt x="32083" y="23990"/>
                    </a:cubicBezTo>
                    <a:lnTo>
                      <a:pt x="32083" y="20834"/>
                    </a:lnTo>
                    <a:cubicBezTo>
                      <a:pt x="32083" y="17216"/>
                      <a:pt x="31336" y="14536"/>
                      <a:pt x="29805" y="12796"/>
                    </a:cubicBezTo>
                    <a:cubicBezTo>
                      <a:pt x="28311" y="11060"/>
                      <a:pt x="26107" y="10193"/>
                      <a:pt x="23194" y="10193"/>
                    </a:cubicBezTo>
                    <a:cubicBezTo>
                      <a:pt x="21102" y="10193"/>
                      <a:pt x="19347" y="10432"/>
                      <a:pt x="17965" y="10921"/>
                    </a:cubicBezTo>
                    <a:cubicBezTo>
                      <a:pt x="16583" y="11411"/>
                      <a:pt x="15351" y="11959"/>
                      <a:pt x="14342" y="12572"/>
                    </a:cubicBezTo>
                    <a:cubicBezTo>
                      <a:pt x="13296" y="13180"/>
                      <a:pt x="12362" y="13729"/>
                      <a:pt x="11503" y="14218"/>
                    </a:cubicBezTo>
                    <a:cubicBezTo>
                      <a:pt x="10607" y="14704"/>
                      <a:pt x="9673" y="14946"/>
                      <a:pt x="8627" y="14946"/>
                    </a:cubicBezTo>
                    <a:cubicBezTo>
                      <a:pt x="7731" y="14946"/>
                      <a:pt x="6984" y="14722"/>
                      <a:pt x="6349" y="14271"/>
                    </a:cubicBezTo>
                    <a:cubicBezTo>
                      <a:pt x="5751" y="13819"/>
                      <a:pt x="5229" y="13255"/>
                      <a:pt x="4855" y="12598"/>
                    </a:cubicBezTo>
                    <a:lnTo>
                      <a:pt x="2502" y="8465"/>
                    </a:lnTo>
                    <a:cubicBezTo>
                      <a:pt x="8665" y="2819"/>
                      <a:pt x="16097" y="0"/>
                      <a:pt x="24837" y="0"/>
                    </a:cubicBezTo>
                    <a:cubicBezTo>
                      <a:pt x="27975" y="0"/>
                      <a:pt x="30738" y="512"/>
                      <a:pt x="33204" y="1542"/>
                    </a:cubicBezTo>
                    <a:cubicBezTo>
                      <a:pt x="35668" y="2569"/>
                      <a:pt x="37760" y="3995"/>
                      <a:pt x="39478" y="5825"/>
                    </a:cubicBezTo>
                    <a:cubicBezTo>
                      <a:pt x="41159" y="7654"/>
                      <a:pt x="42466" y="9842"/>
                      <a:pt x="43363" y="12389"/>
                    </a:cubicBezTo>
                    <a:cubicBezTo>
                      <a:pt x="44259" y="14935"/>
                      <a:pt x="44670" y="17721"/>
                      <a:pt x="44670" y="20752"/>
                    </a:cubicBezTo>
                    <a:lnTo>
                      <a:pt x="44670" y="54621"/>
                    </a:lnTo>
                    <a:close/>
                    <a:moveTo>
                      <a:pt x="19608" y="46575"/>
                    </a:moveTo>
                    <a:cubicBezTo>
                      <a:pt x="20916" y="46575"/>
                      <a:pt x="22148" y="46452"/>
                      <a:pt x="23269" y="46213"/>
                    </a:cubicBezTo>
                    <a:cubicBezTo>
                      <a:pt x="24352" y="45970"/>
                      <a:pt x="25435" y="45612"/>
                      <a:pt x="26406" y="45130"/>
                    </a:cubicBezTo>
                    <a:cubicBezTo>
                      <a:pt x="27414" y="44652"/>
                      <a:pt x="28348" y="44059"/>
                      <a:pt x="29282" y="43360"/>
                    </a:cubicBezTo>
                    <a:cubicBezTo>
                      <a:pt x="30215" y="42651"/>
                      <a:pt x="31149" y="41822"/>
                      <a:pt x="32083" y="40862"/>
                    </a:cubicBezTo>
                    <a:lnTo>
                      <a:pt x="32083" y="31887"/>
                    </a:lnTo>
                    <a:cubicBezTo>
                      <a:pt x="28311" y="31887"/>
                      <a:pt x="25173" y="32122"/>
                      <a:pt x="22633" y="32596"/>
                    </a:cubicBezTo>
                    <a:cubicBezTo>
                      <a:pt x="20131" y="33070"/>
                      <a:pt x="18077" y="33675"/>
                      <a:pt x="16546" y="34410"/>
                    </a:cubicBezTo>
                    <a:cubicBezTo>
                      <a:pt x="15015" y="35150"/>
                      <a:pt x="13931" y="36009"/>
                      <a:pt x="13296" y="36994"/>
                    </a:cubicBezTo>
                    <a:cubicBezTo>
                      <a:pt x="12661" y="37973"/>
                      <a:pt x="12325" y="39044"/>
                      <a:pt x="12325" y="40202"/>
                    </a:cubicBezTo>
                    <a:cubicBezTo>
                      <a:pt x="12325" y="42483"/>
                      <a:pt x="12998" y="44118"/>
                      <a:pt x="14342" y="45100"/>
                    </a:cubicBezTo>
                    <a:cubicBezTo>
                      <a:pt x="15687" y="46078"/>
                      <a:pt x="17442" y="46575"/>
                      <a:pt x="19608" y="46575"/>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42" name="Google Shape;2742;p90"/>
              <p:cNvSpPr/>
              <p:nvPr/>
            </p:nvSpPr>
            <p:spPr>
              <a:xfrm>
                <a:off x="6894357" y="3986975"/>
                <a:ext cx="34174" cy="54621"/>
              </a:xfrm>
              <a:custGeom>
                <a:avLst/>
                <a:gdLst/>
                <a:ahLst/>
                <a:cxnLst/>
                <a:rect l="l" t="t" r="r" b="b"/>
                <a:pathLst>
                  <a:path w="34174" h="54621" extrusionOk="0">
                    <a:moveTo>
                      <a:pt x="0" y="54621"/>
                    </a:moveTo>
                    <a:lnTo>
                      <a:pt x="0" y="990"/>
                    </a:lnTo>
                    <a:lnTo>
                      <a:pt x="7582" y="990"/>
                    </a:lnTo>
                    <a:cubicBezTo>
                      <a:pt x="8889" y="990"/>
                      <a:pt x="9823" y="1236"/>
                      <a:pt x="10346" y="1721"/>
                    </a:cubicBezTo>
                    <a:cubicBezTo>
                      <a:pt x="10868" y="2211"/>
                      <a:pt x="11205" y="3047"/>
                      <a:pt x="11391" y="4230"/>
                    </a:cubicBezTo>
                    <a:lnTo>
                      <a:pt x="12176" y="10716"/>
                    </a:lnTo>
                    <a:cubicBezTo>
                      <a:pt x="14081" y="7404"/>
                      <a:pt x="16359" y="4790"/>
                      <a:pt x="18936" y="2871"/>
                    </a:cubicBezTo>
                    <a:cubicBezTo>
                      <a:pt x="21513" y="956"/>
                      <a:pt x="24389" y="0"/>
                      <a:pt x="27601" y="0"/>
                    </a:cubicBezTo>
                    <a:cubicBezTo>
                      <a:pt x="30253" y="0"/>
                      <a:pt x="32456" y="609"/>
                      <a:pt x="34175" y="1830"/>
                    </a:cubicBezTo>
                    <a:lnTo>
                      <a:pt x="32531" y="11500"/>
                    </a:lnTo>
                    <a:cubicBezTo>
                      <a:pt x="32419" y="12127"/>
                      <a:pt x="32195" y="12572"/>
                      <a:pt x="31822" y="12833"/>
                    </a:cubicBezTo>
                    <a:cubicBezTo>
                      <a:pt x="31485" y="13091"/>
                      <a:pt x="31000" y="13225"/>
                      <a:pt x="30440" y="13225"/>
                    </a:cubicBezTo>
                    <a:cubicBezTo>
                      <a:pt x="29917" y="13225"/>
                      <a:pt x="29170" y="13102"/>
                      <a:pt x="28273" y="12856"/>
                    </a:cubicBezTo>
                    <a:cubicBezTo>
                      <a:pt x="27377" y="12613"/>
                      <a:pt x="26182" y="12490"/>
                      <a:pt x="24688" y="12490"/>
                    </a:cubicBezTo>
                    <a:cubicBezTo>
                      <a:pt x="21999" y="12490"/>
                      <a:pt x="19683" y="13232"/>
                      <a:pt x="17778" y="14715"/>
                    </a:cubicBezTo>
                    <a:cubicBezTo>
                      <a:pt x="15836" y="16193"/>
                      <a:pt x="14230" y="18363"/>
                      <a:pt x="12923" y="21219"/>
                    </a:cubicBezTo>
                    <a:lnTo>
                      <a:pt x="12923" y="54621"/>
                    </a:lnTo>
                    <a:lnTo>
                      <a:pt x="0" y="54621"/>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43" name="Google Shape;2743;p90"/>
              <p:cNvSpPr/>
              <p:nvPr/>
            </p:nvSpPr>
            <p:spPr>
              <a:xfrm>
                <a:off x="6937234" y="3963923"/>
                <a:ext cx="49525" cy="77673"/>
              </a:xfrm>
              <a:custGeom>
                <a:avLst/>
                <a:gdLst/>
                <a:ahLst/>
                <a:cxnLst/>
                <a:rect l="l" t="t" r="r" b="b"/>
                <a:pathLst>
                  <a:path w="49525" h="77673" extrusionOk="0">
                    <a:moveTo>
                      <a:pt x="12885" y="0"/>
                    </a:moveTo>
                    <a:lnTo>
                      <a:pt x="12885" y="44484"/>
                    </a:lnTo>
                    <a:lnTo>
                      <a:pt x="15313" y="44484"/>
                    </a:lnTo>
                    <a:cubicBezTo>
                      <a:pt x="16172" y="44484"/>
                      <a:pt x="16845" y="44361"/>
                      <a:pt x="17368" y="44118"/>
                    </a:cubicBezTo>
                    <a:cubicBezTo>
                      <a:pt x="17853" y="43872"/>
                      <a:pt x="18376" y="43420"/>
                      <a:pt x="18936" y="42755"/>
                    </a:cubicBezTo>
                    <a:lnTo>
                      <a:pt x="32270" y="26289"/>
                    </a:lnTo>
                    <a:cubicBezTo>
                      <a:pt x="32830" y="25595"/>
                      <a:pt x="33465" y="25046"/>
                      <a:pt x="34137" y="24643"/>
                    </a:cubicBezTo>
                    <a:cubicBezTo>
                      <a:pt x="34809" y="24247"/>
                      <a:pt x="35668" y="24042"/>
                      <a:pt x="36752" y="24042"/>
                    </a:cubicBezTo>
                    <a:lnTo>
                      <a:pt x="48554" y="24042"/>
                    </a:lnTo>
                    <a:lnTo>
                      <a:pt x="31896" y="43957"/>
                    </a:lnTo>
                    <a:cubicBezTo>
                      <a:pt x="31299" y="44689"/>
                      <a:pt x="30701" y="45361"/>
                      <a:pt x="30066" y="45970"/>
                    </a:cubicBezTo>
                    <a:cubicBezTo>
                      <a:pt x="29431" y="46582"/>
                      <a:pt x="28759" y="47116"/>
                      <a:pt x="28012" y="47568"/>
                    </a:cubicBezTo>
                    <a:cubicBezTo>
                      <a:pt x="28759" y="48091"/>
                      <a:pt x="29394" y="48699"/>
                      <a:pt x="29954" y="49394"/>
                    </a:cubicBezTo>
                    <a:cubicBezTo>
                      <a:pt x="30515" y="50092"/>
                      <a:pt x="31074" y="50843"/>
                      <a:pt x="31635" y="51645"/>
                    </a:cubicBezTo>
                    <a:lnTo>
                      <a:pt x="49525" y="77673"/>
                    </a:lnTo>
                    <a:lnTo>
                      <a:pt x="37835" y="77673"/>
                    </a:lnTo>
                    <a:cubicBezTo>
                      <a:pt x="36826" y="77673"/>
                      <a:pt x="35967" y="77506"/>
                      <a:pt x="35295" y="77155"/>
                    </a:cubicBezTo>
                    <a:cubicBezTo>
                      <a:pt x="34586" y="76803"/>
                      <a:pt x="33950" y="76214"/>
                      <a:pt x="33390" y="75373"/>
                    </a:cubicBezTo>
                    <a:lnTo>
                      <a:pt x="19758" y="55043"/>
                    </a:lnTo>
                    <a:cubicBezTo>
                      <a:pt x="19235" y="54240"/>
                      <a:pt x="18712" y="53714"/>
                      <a:pt x="18189" y="53475"/>
                    </a:cubicBezTo>
                    <a:cubicBezTo>
                      <a:pt x="17666" y="53229"/>
                      <a:pt x="16882" y="53105"/>
                      <a:pt x="15836" y="53105"/>
                    </a:cubicBezTo>
                    <a:lnTo>
                      <a:pt x="12885" y="53105"/>
                    </a:lnTo>
                    <a:lnTo>
                      <a:pt x="12885" y="77673"/>
                    </a:lnTo>
                    <a:lnTo>
                      <a:pt x="0" y="77673"/>
                    </a:lnTo>
                    <a:lnTo>
                      <a:pt x="0" y="0"/>
                    </a:lnTo>
                    <a:lnTo>
                      <a:pt x="12885" y="0"/>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44" name="Google Shape;2744;p90"/>
              <p:cNvSpPr/>
              <p:nvPr/>
            </p:nvSpPr>
            <p:spPr>
              <a:xfrm>
                <a:off x="6990830" y="3966010"/>
                <a:ext cx="67602" cy="31524"/>
              </a:xfrm>
              <a:custGeom>
                <a:avLst/>
                <a:gdLst/>
                <a:ahLst/>
                <a:cxnLst/>
                <a:rect l="l" t="t" r="r" b="b"/>
                <a:pathLst>
                  <a:path w="67602" h="31524" extrusionOk="0">
                    <a:moveTo>
                      <a:pt x="26032" y="0"/>
                    </a:moveTo>
                    <a:lnTo>
                      <a:pt x="26032" y="7318"/>
                    </a:lnTo>
                    <a:lnTo>
                      <a:pt x="17442" y="7318"/>
                    </a:lnTo>
                    <a:lnTo>
                      <a:pt x="17442" y="31524"/>
                    </a:lnTo>
                    <a:lnTo>
                      <a:pt x="8516" y="31524"/>
                    </a:lnTo>
                    <a:lnTo>
                      <a:pt x="8516" y="7318"/>
                    </a:lnTo>
                    <a:lnTo>
                      <a:pt x="0" y="7318"/>
                    </a:lnTo>
                    <a:lnTo>
                      <a:pt x="0" y="0"/>
                    </a:lnTo>
                    <a:lnTo>
                      <a:pt x="26032" y="0"/>
                    </a:lnTo>
                    <a:close/>
                    <a:moveTo>
                      <a:pt x="47210" y="14692"/>
                    </a:moveTo>
                    <a:cubicBezTo>
                      <a:pt x="47471" y="15320"/>
                      <a:pt x="47733" y="15940"/>
                      <a:pt x="47956" y="16544"/>
                    </a:cubicBezTo>
                    <a:cubicBezTo>
                      <a:pt x="48181" y="17157"/>
                      <a:pt x="48405" y="17776"/>
                      <a:pt x="48554" y="18404"/>
                    </a:cubicBezTo>
                    <a:cubicBezTo>
                      <a:pt x="48778" y="17776"/>
                      <a:pt x="49002" y="17149"/>
                      <a:pt x="49264" y="16522"/>
                    </a:cubicBezTo>
                    <a:cubicBezTo>
                      <a:pt x="49488" y="15895"/>
                      <a:pt x="49787" y="15282"/>
                      <a:pt x="50086" y="14692"/>
                    </a:cubicBezTo>
                    <a:lnTo>
                      <a:pt x="57033" y="1363"/>
                    </a:lnTo>
                    <a:cubicBezTo>
                      <a:pt x="57369" y="698"/>
                      <a:pt x="57779" y="306"/>
                      <a:pt x="58190" y="187"/>
                    </a:cubicBezTo>
                    <a:cubicBezTo>
                      <a:pt x="58601" y="64"/>
                      <a:pt x="59199" y="0"/>
                      <a:pt x="59909" y="0"/>
                    </a:cubicBezTo>
                    <a:lnTo>
                      <a:pt x="67602" y="0"/>
                    </a:lnTo>
                    <a:lnTo>
                      <a:pt x="67602" y="31524"/>
                    </a:lnTo>
                    <a:lnTo>
                      <a:pt x="59759" y="31524"/>
                    </a:lnTo>
                    <a:lnTo>
                      <a:pt x="59759" y="15734"/>
                    </a:lnTo>
                    <a:lnTo>
                      <a:pt x="60319" y="10559"/>
                    </a:lnTo>
                    <a:lnTo>
                      <a:pt x="52326" y="26346"/>
                    </a:lnTo>
                    <a:cubicBezTo>
                      <a:pt x="51654" y="27637"/>
                      <a:pt x="50646" y="28283"/>
                      <a:pt x="49301" y="28283"/>
                    </a:cubicBezTo>
                    <a:lnTo>
                      <a:pt x="48031" y="28283"/>
                    </a:lnTo>
                    <a:cubicBezTo>
                      <a:pt x="46612" y="28283"/>
                      <a:pt x="45603" y="27637"/>
                      <a:pt x="44969" y="26346"/>
                    </a:cubicBezTo>
                    <a:lnTo>
                      <a:pt x="37051" y="10820"/>
                    </a:lnTo>
                    <a:lnTo>
                      <a:pt x="37648" y="15734"/>
                    </a:lnTo>
                    <a:lnTo>
                      <a:pt x="37648" y="31524"/>
                    </a:lnTo>
                    <a:lnTo>
                      <a:pt x="29805" y="31524"/>
                    </a:lnTo>
                    <a:lnTo>
                      <a:pt x="29805" y="0"/>
                    </a:lnTo>
                    <a:lnTo>
                      <a:pt x="37499" y="0"/>
                    </a:lnTo>
                    <a:cubicBezTo>
                      <a:pt x="38246" y="0"/>
                      <a:pt x="38843" y="56"/>
                      <a:pt x="39217" y="157"/>
                    </a:cubicBezTo>
                    <a:cubicBezTo>
                      <a:pt x="39628" y="265"/>
                      <a:pt x="40001" y="665"/>
                      <a:pt x="40375" y="1363"/>
                    </a:cubicBezTo>
                    <a:lnTo>
                      <a:pt x="47210" y="14692"/>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sp>
          <p:nvSpPr>
            <p:cNvPr id="2745" name="Google Shape;2745;p90"/>
            <p:cNvSpPr/>
            <p:nvPr/>
          </p:nvSpPr>
          <p:spPr>
            <a:xfrm>
              <a:off x="6570537" y="3660509"/>
              <a:ext cx="266575" cy="231187"/>
            </a:xfrm>
            <a:custGeom>
              <a:avLst/>
              <a:gdLst/>
              <a:ahLst/>
              <a:cxnLst/>
              <a:rect l="l" t="t" r="r" b="b"/>
              <a:pathLst>
                <a:path w="266575" h="231187" extrusionOk="0">
                  <a:moveTo>
                    <a:pt x="263126" y="190251"/>
                  </a:moveTo>
                  <a:lnTo>
                    <a:pt x="166952" y="14402"/>
                  </a:lnTo>
                  <a:cubicBezTo>
                    <a:pt x="156606" y="-4559"/>
                    <a:pt x="129528" y="-4846"/>
                    <a:pt x="118696" y="13827"/>
                  </a:cubicBezTo>
                  <a:lnTo>
                    <a:pt x="104130" y="39011"/>
                  </a:lnTo>
                  <a:lnTo>
                    <a:pt x="75222" y="50309"/>
                  </a:lnTo>
                  <a:cubicBezTo>
                    <a:pt x="73429" y="50978"/>
                    <a:pt x="72533" y="52990"/>
                    <a:pt x="73242" y="54808"/>
                  </a:cubicBezTo>
                  <a:lnTo>
                    <a:pt x="75147" y="59692"/>
                  </a:lnTo>
                  <a:cubicBezTo>
                    <a:pt x="75819" y="61466"/>
                    <a:pt x="77836" y="62373"/>
                    <a:pt x="79666" y="61656"/>
                  </a:cubicBezTo>
                  <a:lnTo>
                    <a:pt x="94457" y="55910"/>
                  </a:lnTo>
                  <a:lnTo>
                    <a:pt x="69619" y="98953"/>
                  </a:lnTo>
                  <a:lnTo>
                    <a:pt x="59386" y="98953"/>
                  </a:lnTo>
                  <a:lnTo>
                    <a:pt x="59386" y="91915"/>
                  </a:lnTo>
                  <a:cubicBezTo>
                    <a:pt x="67341" y="89327"/>
                    <a:pt x="73093" y="81860"/>
                    <a:pt x="73093" y="73100"/>
                  </a:cubicBezTo>
                  <a:cubicBezTo>
                    <a:pt x="73093" y="62183"/>
                    <a:pt x="64241" y="53326"/>
                    <a:pt x="53335" y="53326"/>
                  </a:cubicBezTo>
                  <a:cubicBezTo>
                    <a:pt x="45118" y="53326"/>
                    <a:pt x="38134" y="58258"/>
                    <a:pt x="35108" y="65341"/>
                  </a:cubicBezTo>
                  <a:lnTo>
                    <a:pt x="16396" y="72286"/>
                  </a:lnTo>
                  <a:cubicBezTo>
                    <a:pt x="14641" y="72955"/>
                    <a:pt x="13670" y="74918"/>
                    <a:pt x="14342" y="76737"/>
                  </a:cubicBezTo>
                  <a:lnTo>
                    <a:pt x="16173" y="81669"/>
                  </a:lnTo>
                  <a:cubicBezTo>
                    <a:pt x="16807" y="83439"/>
                    <a:pt x="18787" y="84399"/>
                    <a:pt x="20617" y="83726"/>
                  </a:cubicBezTo>
                  <a:lnTo>
                    <a:pt x="34324" y="78652"/>
                  </a:lnTo>
                  <a:cubicBezTo>
                    <a:pt x="36117" y="84973"/>
                    <a:pt x="41010" y="89951"/>
                    <a:pt x="47247" y="91963"/>
                  </a:cubicBezTo>
                  <a:lnTo>
                    <a:pt x="47247" y="99001"/>
                  </a:lnTo>
                  <a:lnTo>
                    <a:pt x="15239" y="99001"/>
                  </a:lnTo>
                  <a:cubicBezTo>
                    <a:pt x="6835" y="99001"/>
                    <a:pt x="0" y="105797"/>
                    <a:pt x="0" y="114224"/>
                  </a:cubicBezTo>
                  <a:lnTo>
                    <a:pt x="0" y="175125"/>
                  </a:lnTo>
                  <a:cubicBezTo>
                    <a:pt x="0" y="183549"/>
                    <a:pt x="6835" y="190348"/>
                    <a:pt x="15239" y="190348"/>
                  </a:cubicBezTo>
                  <a:lnTo>
                    <a:pt x="16882" y="190348"/>
                  </a:lnTo>
                  <a:cubicBezTo>
                    <a:pt x="6947" y="208684"/>
                    <a:pt x="20169" y="231188"/>
                    <a:pt x="41234" y="231188"/>
                  </a:cubicBezTo>
                  <a:lnTo>
                    <a:pt x="238849" y="231188"/>
                  </a:lnTo>
                  <a:cubicBezTo>
                    <a:pt x="259877" y="231188"/>
                    <a:pt x="273248" y="208684"/>
                    <a:pt x="263126" y="190251"/>
                  </a:cubicBezTo>
                  <a:close/>
                  <a:moveTo>
                    <a:pt x="136662" y="24169"/>
                  </a:moveTo>
                  <a:lnTo>
                    <a:pt x="136662" y="24218"/>
                  </a:lnTo>
                  <a:cubicBezTo>
                    <a:pt x="139351" y="19524"/>
                    <a:pt x="146148" y="19621"/>
                    <a:pt x="148725" y="24359"/>
                  </a:cubicBezTo>
                  <a:lnTo>
                    <a:pt x="174907" y="72238"/>
                  </a:lnTo>
                  <a:lnTo>
                    <a:pt x="170799" y="75635"/>
                  </a:lnTo>
                  <a:cubicBezTo>
                    <a:pt x="169268" y="76879"/>
                    <a:pt x="167027" y="76595"/>
                    <a:pt x="165831" y="75012"/>
                  </a:cubicBezTo>
                  <a:lnTo>
                    <a:pt x="159258" y="66252"/>
                  </a:lnTo>
                  <a:cubicBezTo>
                    <a:pt x="152684" y="57441"/>
                    <a:pt x="140994" y="54140"/>
                    <a:pt x="130798" y="58210"/>
                  </a:cubicBezTo>
                  <a:lnTo>
                    <a:pt x="112833" y="65390"/>
                  </a:lnTo>
                  <a:lnTo>
                    <a:pt x="136662" y="24169"/>
                  </a:lnTo>
                  <a:close/>
                  <a:moveTo>
                    <a:pt x="45604" y="73052"/>
                  </a:moveTo>
                  <a:cubicBezTo>
                    <a:pt x="45604" y="68836"/>
                    <a:pt x="49002" y="65438"/>
                    <a:pt x="53223" y="65438"/>
                  </a:cubicBezTo>
                  <a:cubicBezTo>
                    <a:pt x="57443" y="65438"/>
                    <a:pt x="60842" y="68836"/>
                    <a:pt x="60842" y="73052"/>
                  </a:cubicBezTo>
                  <a:cubicBezTo>
                    <a:pt x="60842" y="77263"/>
                    <a:pt x="57443" y="80665"/>
                    <a:pt x="53223" y="80665"/>
                  </a:cubicBezTo>
                  <a:cubicBezTo>
                    <a:pt x="49002" y="80665"/>
                    <a:pt x="45604" y="77263"/>
                    <a:pt x="45604" y="73052"/>
                  </a:cubicBezTo>
                  <a:close/>
                  <a:moveTo>
                    <a:pt x="51169" y="136212"/>
                  </a:moveTo>
                  <a:lnTo>
                    <a:pt x="59162" y="111379"/>
                  </a:lnTo>
                  <a:lnTo>
                    <a:pt x="67191" y="136212"/>
                  </a:lnTo>
                  <a:lnTo>
                    <a:pt x="93299" y="136156"/>
                  </a:lnTo>
                  <a:lnTo>
                    <a:pt x="72122" y="151446"/>
                  </a:lnTo>
                  <a:lnTo>
                    <a:pt x="80264" y="176245"/>
                  </a:lnTo>
                  <a:lnTo>
                    <a:pt x="59162" y="160862"/>
                  </a:lnTo>
                  <a:lnTo>
                    <a:pt x="38097" y="176245"/>
                  </a:lnTo>
                  <a:lnTo>
                    <a:pt x="46201" y="151446"/>
                  </a:lnTo>
                  <a:lnTo>
                    <a:pt x="25062" y="136156"/>
                  </a:lnTo>
                  <a:lnTo>
                    <a:pt x="51169" y="136212"/>
                  </a:lnTo>
                  <a:close/>
                  <a:moveTo>
                    <a:pt x="238775" y="210361"/>
                  </a:moveTo>
                  <a:lnTo>
                    <a:pt x="41159" y="210361"/>
                  </a:lnTo>
                  <a:cubicBezTo>
                    <a:pt x="35856" y="210361"/>
                    <a:pt x="32494" y="204570"/>
                    <a:pt x="35183" y="199970"/>
                  </a:cubicBezTo>
                  <a:lnTo>
                    <a:pt x="40786" y="190299"/>
                  </a:lnTo>
                  <a:lnTo>
                    <a:pt x="106483" y="190299"/>
                  </a:lnTo>
                  <a:cubicBezTo>
                    <a:pt x="114924" y="190299"/>
                    <a:pt x="121722" y="183500"/>
                    <a:pt x="121722" y="175077"/>
                  </a:cubicBezTo>
                  <a:lnTo>
                    <a:pt x="121722" y="114175"/>
                  </a:lnTo>
                  <a:cubicBezTo>
                    <a:pt x="121722" y="105752"/>
                    <a:pt x="114924" y="98953"/>
                    <a:pt x="106483" y="98953"/>
                  </a:cubicBezTo>
                  <a:lnTo>
                    <a:pt x="93448" y="98953"/>
                  </a:lnTo>
                  <a:lnTo>
                    <a:pt x="96025" y="94498"/>
                  </a:lnTo>
                  <a:lnTo>
                    <a:pt x="138529" y="77502"/>
                  </a:lnTo>
                  <a:cubicBezTo>
                    <a:pt x="139985" y="76927"/>
                    <a:pt x="141629" y="77409"/>
                    <a:pt x="142600" y="78652"/>
                  </a:cubicBezTo>
                  <a:lnTo>
                    <a:pt x="149136" y="87412"/>
                  </a:lnTo>
                  <a:cubicBezTo>
                    <a:pt x="157390" y="98520"/>
                    <a:pt x="173226" y="100435"/>
                    <a:pt x="183908" y="91724"/>
                  </a:cubicBezTo>
                  <a:lnTo>
                    <a:pt x="185066" y="90813"/>
                  </a:lnTo>
                  <a:lnTo>
                    <a:pt x="244825" y="200115"/>
                  </a:lnTo>
                  <a:cubicBezTo>
                    <a:pt x="247328" y="204712"/>
                    <a:pt x="244041" y="210361"/>
                    <a:pt x="238775" y="210361"/>
                  </a:cubicBezTo>
                  <a:close/>
                </a:path>
              </a:pathLst>
            </a:custGeom>
            <a:solidFill>
              <a:srgbClr val="34B5E5"/>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746" name="Google Shape;2746;p90"/>
          <p:cNvGrpSpPr/>
          <p:nvPr/>
        </p:nvGrpSpPr>
        <p:grpSpPr>
          <a:xfrm>
            <a:off x="6726345" y="2694491"/>
            <a:ext cx="417316" cy="329135"/>
            <a:chOff x="7391028" y="3640549"/>
            <a:chExt cx="509668" cy="401973"/>
          </a:xfrm>
        </p:grpSpPr>
        <p:grpSp>
          <p:nvGrpSpPr>
            <p:cNvPr id="2747" name="Google Shape;2747;p90"/>
            <p:cNvGrpSpPr/>
            <p:nvPr/>
          </p:nvGrpSpPr>
          <p:grpSpPr>
            <a:xfrm>
              <a:off x="7391028" y="3964166"/>
              <a:ext cx="509668" cy="78356"/>
              <a:chOff x="7391028" y="3964166"/>
              <a:chExt cx="509668" cy="78356"/>
            </a:xfrm>
          </p:grpSpPr>
          <p:sp>
            <p:nvSpPr>
              <p:cNvPr id="2748" name="Google Shape;2748;p90"/>
              <p:cNvSpPr/>
              <p:nvPr/>
            </p:nvSpPr>
            <p:spPr>
              <a:xfrm>
                <a:off x="7391028" y="3965263"/>
                <a:ext cx="64315" cy="77259"/>
              </a:xfrm>
              <a:custGeom>
                <a:avLst/>
                <a:gdLst/>
                <a:ahLst/>
                <a:cxnLst/>
                <a:rect l="l" t="t" r="r" b="b"/>
                <a:pathLst>
                  <a:path w="64315" h="77259" extrusionOk="0">
                    <a:moveTo>
                      <a:pt x="56360" y="58598"/>
                    </a:moveTo>
                    <a:cubicBezTo>
                      <a:pt x="57144" y="58598"/>
                      <a:pt x="57779" y="58897"/>
                      <a:pt x="58340" y="59486"/>
                    </a:cubicBezTo>
                    <a:lnTo>
                      <a:pt x="63905" y="65502"/>
                    </a:lnTo>
                    <a:cubicBezTo>
                      <a:pt x="60842" y="69299"/>
                      <a:pt x="57070" y="72208"/>
                      <a:pt x="52588" y="74231"/>
                    </a:cubicBezTo>
                    <a:cubicBezTo>
                      <a:pt x="48106" y="76251"/>
                      <a:pt x="42727" y="77259"/>
                      <a:pt x="36453" y="77259"/>
                    </a:cubicBezTo>
                    <a:cubicBezTo>
                      <a:pt x="30813" y="77259"/>
                      <a:pt x="25771" y="76303"/>
                      <a:pt x="21289" y="74384"/>
                    </a:cubicBezTo>
                    <a:cubicBezTo>
                      <a:pt x="16845" y="72469"/>
                      <a:pt x="12998" y="69803"/>
                      <a:pt x="9823" y="66386"/>
                    </a:cubicBezTo>
                    <a:cubicBezTo>
                      <a:pt x="6648" y="62970"/>
                      <a:pt x="4220" y="58897"/>
                      <a:pt x="2540" y="54155"/>
                    </a:cubicBezTo>
                    <a:cubicBezTo>
                      <a:pt x="859" y="49413"/>
                      <a:pt x="0" y="44245"/>
                      <a:pt x="0" y="38630"/>
                    </a:cubicBezTo>
                    <a:cubicBezTo>
                      <a:pt x="0" y="32951"/>
                      <a:pt x="934" y="27749"/>
                      <a:pt x="2839" y="23030"/>
                    </a:cubicBezTo>
                    <a:cubicBezTo>
                      <a:pt x="4706" y="18303"/>
                      <a:pt x="7358" y="14237"/>
                      <a:pt x="10757" y="10824"/>
                    </a:cubicBezTo>
                    <a:cubicBezTo>
                      <a:pt x="14192" y="7408"/>
                      <a:pt x="18264" y="4749"/>
                      <a:pt x="23045" y="2853"/>
                    </a:cubicBezTo>
                    <a:cubicBezTo>
                      <a:pt x="27788" y="952"/>
                      <a:pt x="33054" y="0"/>
                      <a:pt x="38806" y="0"/>
                    </a:cubicBezTo>
                    <a:cubicBezTo>
                      <a:pt x="44408" y="0"/>
                      <a:pt x="49301" y="896"/>
                      <a:pt x="53521" y="2692"/>
                    </a:cubicBezTo>
                    <a:cubicBezTo>
                      <a:pt x="57705" y="4488"/>
                      <a:pt x="61328" y="6867"/>
                      <a:pt x="64315" y="9831"/>
                    </a:cubicBezTo>
                    <a:lnTo>
                      <a:pt x="59609" y="16365"/>
                    </a:lnTo>
                    <a:cubicBezTo>
                      <a:pt x="59311" y="16780"/>
                      <a:pt x="58975" y="17146"/>
                      <a:pt x="58527" y="17459"/>
                    </a:cubicBezTo>
                    <a:cubicBezTo>
                      <a:pt x="58115" y="17773"/>
                      <a:pt x="57518" y="17933"/>
                      <a:pt x="56733" y="17933"/>
                    </a:cubicBezTo>
                    <a:cubicBezTo>
                      <a:pt x="55912" y="17933"/>
                      <a:pt x="55128" y="17620"/>
                      <a:pt x="54269" y="16992"/>
                    </a:cubicBezTo>
                    <a:cubicBezTo>
                      <a:pt x="53447" y="16365"/>
                      <a:pt x="52364" y="15682"/>
                      <a:pt x="51094" y="14950"/>
                    </a:cubicBezTo>
                    <a:cubicBezTo>
                      <a:pt x="49787" y="14222"/>
                      <a:pt x="48181" y="13542"/>
                      <a:pt x="46201" y="12915"/>
                    </a:cubicBezTo>
                    <a:cubicBezTo>
                      <a:pt x="44222" y="12284"/>
                      <a:pt x="41719" y="11971"/>
                      <a:pt x="38694" y="11971"/>
                    </a:cubicBezTo>
                    <a:cubicBezTo>
                      <a:pt x="35146" y="11971"/>
                      <a:pt x="31859" y="12590"/>
                      <a:pt x="28871" y="13826"/>
                    </a:cubicBezTo>
                    <a:cubicBezTo>
                      <a:pt x="25920" y="15066"/>
                      <a:pt x="23343" y="16832"/>
                      <a:pt x="21214" y="19132"/>
                    </a:cubicBezTo>
                    <a:cubicBezTo>
                      <a:pt x="19048" y="21432"/>
                      <a:pt x="17368" y="24228"/>
                      <a:pt x="16172" y="27522"/>
                    </a:cubicBezTo>
                    <a:cubicBezTo>
                      <a:pt x="14977" y="30819"/>
                      <a:pt x="14379" y="34519"/>
                      <a:pt x="14379" y="38630"/>
                    </a:cubicBezTo>
                    <a:cubicBezTo>
                      <a:pt x="14379" y="42879"/>
                      <a:pt x="14977" y="46665"/>
                      <a:pt x="16172" y="49977"/>
                    </a:cubicBezTo>
                    <a:cubicBezTo>
                      <a:pt x="17368" y="53288"/>
                      <a:pt x="19011" y="56074"/>
                      <a:pt x="21065" y="58336"/>
                    </a:cubicBezTo>
                    <a:cubicBezTo>
                      <a:pt x="23119" y="60603"/>
                      <a:pt x="25547" y="62335"/>
                      <a:pt x="28348" y="63541"/>
                    </a:cubicBezTo>
                    <a:cubicBezTo>
                      <a:pt x="31112" y="64744"/>
                      <a:pt x="34137" y="65341"/>
                      <a:pt x="37349" y="65341"/>
                    </a:cubicBezTo>
                    <a:cubicBezTo>
                      <a:pt x="39254" y="65341"/>
                      <a:pt x="40972" y="65240"/>
                      <a:pt x="42541" y="65027"/>
                    </a:cubicBezTo>
                    <a:cubicBezTo>
                      <a:pt x="44072" y="64818"/>
                      <a:pt x="45529" y="64490"/>
                      <a:pt x="46836" y="64034"/>
                    </a:cubicBezTo>
                    <a:cubicBezTo>
                      <a:pt x="48143" y="63583"/>
                      <a:pt x="49376" y="63000"/>
                      <a:pt x="50534" y="62287"/>
                    </a:cubicBezTo>
                    <a:cubicBezTo>
                      <a:pt x="51691" y="61570"/>
                      <a:pt x="52849" y="60689"/>
                      <a:pt x="54007" y="59647"/>
                    </a:cubicBezTo>
                    <a:cubicBezTo>
                      <a:pt x="54343" y="59333"/>
                      <a:pt x="54717" y="59076"/>
                      <a:pt x="55128" y="58889"/>
                    </a:cubicBezTo>
                    <a:cubicBezTo>
                      <a:pt x="55501" y="58699"/>
                      <a:pt x="55912" y="58598"/>
                      <a:pt x="56360" y="5859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49" name="Google Shape;2749;p90"/>
              <p:cNvSpPr/>
              <p:nvPr/>
            </p:nvSpPr>
            <p:spPr>
              <a:xfrm>
                <a:off x="7461096" y="3987222"/>
                <a:ext cx="53073" cy="55248"/>
              </a:xfrm>
              <a:custGeom>
                <a:avLst/>
                <a:gdLst/>
                <a:ahLst/>
                <a:cxnLst/>
                <a:rect l="l" t="t" r="r" b="b"/>
                <a:pathLst>
                  <a:path w="53073" h="55248" extrusionOk="0">
                    <a:moveTo>
                      <a:pt x="26630" y="0"/>
                    </a:moveTo>
                    <a:cubicBezTo>
                      <a:pt x="30626" y="0"/>
                      <a:pt x="34249" y="642"/>
                      <a:pt x="37498" y="1934"/>
                    </a:cubicBezTo>
                    <a:cubicBezTo>
                      <a:pt x="40785" y="3222"/>
                      <a:pt x="43549" y="5052"/>
                      <a:pt x="45865" y="7419"/>
                    </a:cubicBezTo>
                    <a:cubicBezTo>
                      <a:pt x="48143" y="9790"/>
                      <a:pt x="49936" y="12680"/>
                      <a:pt x="51168" y="16096"/>
                    </a:cubicBezTo>
                    <a:cubicBezTo>
                      <a:pt x="52438" y="19516"/>
                      <a:pt x="53073" y="23329"/>
                      <a:pt x="53073" y="27544"/>
                    </a:cubicBezTo>
                    <a:cubicBezTo>
                      <a:pt x="53073" y="31797"/>
                      <a:pt x="52438" y="35631"/>
                      <a:pt x="51168" y="39044"/>
                    </a:cubicBezTo>
                    <a:cubicBezTo>
                      <a:pt x="49936" y="42460"/>
                      <a:pt x="48143" y="45369"/>
                      <a:pt x="45865" y="47773"/>
                    </a:cubicBezTo>
                    <a:cubicBezTo>
                      <a:pt x="43549" y="50178"/>
                      <a:pt x="40785" y="52026"/>
                      <a:pt x="37498" y="53314"/>
                    </a:cubicBezTo>
                    <a:cubicBezTo>
                      <a:pt x="34249" y="54606"/>
                      <a:pt x="30626" y="55249"/>
                      <a:pt x="26630" y="55249"/>
                    </a:cubicBezTo>
                    <a:cubicBezTo>
                      <a:pt x="22596" y="55249"/>
                      <a:pt x="18973" y="54606"/>
                      <a:pt x="15687" y="53314"/>
                    </a:cubicBezTo>
                    <a:cubicBezTo>
                      <a:pt x="12400" y="52026"/>
                      <a:pt x="9599" y="50178"/>
                      <a:pt x="7283" y="47773"/>
                    </a:cubicBezTo>
                    <a:cubicBezTo>
                      <a:pt x="4967" y="45369"/>
                      <a:pt x="3175" y="42460"/>
                      <a:pt x="1905" y="39044"/>
                    </a:cubicBezTo>
                    <a:cubicBezTo>
                      <a:pt x="635" y="35631"/>
                      <a:pt x="0" y="31797"/>
                      <a:pt x="0" y="27544"/>
                    </a:cubicBezTo>
                    <a:cubicBezTo>
                      <a:pt x="0" y="23329"/>
                      <a:pt x="635" y="19516"/>
                      <a:pt x="1905" y="16096"/>
                    </a:cubicBezTo>
                    <a:cubicBezTo>
                      <a:pt x="3175" y="12680"/>
                      <a:pt x="4967" y="9790"/>
                      <a:pt x="7283" y="7419"/>
                    </a:cubicBezTo>
                    <a:cubicBezTo>
                      <a:pt x="9599" y="5052"/>
                      <a:pt x="12400" y="3222"/>
                      <a:pt x="15687" y="1934"/>
                    </a:cubicBezTo>
                    <a:cubicBezTo>
                      <a:pt x="18973" y="642"/>
                      <a:pt x="22596" y="0"/>
                      <a:pt x="26630" y="0"/>
                    </a:cubicBezTo>
                    <a:close/>
                    <a:moveTo>
                      <a:pt x="26630" y="45317"/>
                    </a:moveTo>
                    <a:cubicBezTo>
                      <a:pt x="31074" y="45317"/>
                      <a:pt x="34361" y="43819"/>
                      <a:pt x="36528" y="40825"/>
                    </a:cubicBezTo>
                    <a:cubicBezTo>
                      <a:pt x="38656" y="37827"/>
                      <a:pt x="39740" y="33436"/>
                      <a:pt x="39740" y="27648"/>
                    </a:cubicBezTo>
                    <a:cubicBezTo>
                      <a:pt x="39740" y="21865"/>
                      <a:pt x="38656" y="17459"/>
                      <a:pt x="36528" y="14423"/>
                    </a:cubicBezTo>
                    <a:cubicBezTo>
                      <a:pt x="34361" y="11392"/>
                      <a:pt x="31074" y="9876"/>
                      <a:pt x="26630" y="9876"/>
                    </a:cubicBezTo>
                    <a:cubicBezTo>
                      <a:pt x="22074" y="9876"/>
                      <a:pt x="18749" y="11403"/>
                      <a:pt x="16583" y="14453"/>
                    </a:cubicBezTo>
                    <a:cubicBezTo>
                      <a:pt x="14417" y="17500"/>
                      <a:pt x="13334" y="21899"/>
                      <a:pt x="13334" y="27648"/>
                    </a:cubicBezTo>
                    <a:cubicBezTo>
                      <a:pt x="13334" y="33399"/>
                      <a:pt x="14417" y="37782"/>
                      <a:pt x="16583" y="40795"/>
                    </a:cubicBezTo>
                    <a:cubicBezTo>
                      <a:pt x="18749" y="43812"/>
                      <a:pt x="22074" y="45317"/>
                      <a:pt x="26630" y="45317"/>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50" name="Google Shape;2750;p90"/>
              <p:cNvSpPr/>
              <p:nvPr/>
            </p:nvSpPr>
            <p:spPr>
              <a:xfrm>
                <a:off x="7524253" y="3987222"/>
                <a:ext cx="46761" cy="54468"/>
              </a:xfrm>
              <a:custGeom>
                <a:avLst/>
                <a:gdLst/>
                <a:ahLst/>
                <a:cxnLst/>
                <a:rect l="l" t="t" r="r" b="b"/>
                <a:pathLst>
                  <a:path w="46761" h="54468" extrusionOk="0">
                    <a:moveTo>
                      <a:pt x="0" y="54468"/>
                    </a:moveTo>
                    <a:lnTo>
                      <a:pt x="0" y="836"/>
                    </a:lnTo>
                    <a:lnTo>
                      <a:pt x="7881" y="836"/>
                    </a:lnTo>
                    <a:cubicBezTo>
                      <a:pt x="9561" y="836"/>
                      <a:pt x="10682" y="1620"/>
                      <a:pt x="11205" y="3185"/>
                    </a:cubicBezTo>
                    <a:lnTo>
                      <a:pt x="12064" y="7419"/>
                    </a:lnTo>
                    <a:cubicBezTo>
                      <a:pt x="13147" y="6306"/>
                      <a:pt x="14305" y="5294"/>
                      <a:pt x="15500" y="4391"/>
                    </a:cubicBezTo>
                    <a:cubicBezTo>
                      <a:pt x="16695" y="3484"/>
                      <a:pt x="17965" y="2699"/>
                      <a:pt x="19309" y="2035"/>
                    </a:cubicBezTo>
                    <a:cubicBezTo>
                      <a:pt x="20654" y="1374"/>
                      <a:pt x="22111" y="866"/>
                      <a:pt x="23642" y="519"/>
                    </a:cubicBezTo>
                    <a:cubicBezTo>
                      <a:pt x="25173" y="175"/>
                      <a:pt x="26854" y="0"/>
                      <a:pt x="28647" y="0"/>
                    </a:cubicBezTo>
                    <a:cubicBezTo>
                      <a:pt x="31597" y="0"/>
                      <a:pt x="34174" y="497"/>
                      <a:pt x="36453" y="1486"/>
                    </a:cubicBezTo>
                    <a:cubicBezTo>
                      <a:pt x="38731" y="2479"/>
                      <a:pt x="40599" y="3872"/>
                      <a:pt x="42130" y="5672"/>
                    </a:cubicBezTo>
                    <a:cubicBezTo>
                      <a:pt x="43624" y="7464"/>
                      <a:pt x="44782" y="9607"/>
                      <a:pt x="45566" y="12097"/>
                    </a:cubicBezTo>
                    <a:cubicBezTo>
                      <a:pt x="46350" y="14591"/>
                      <a:pt x="46761" y="17336"/>
                      <a:pt x="46761" y="20330"/>
                    </a:cubicBezTo>
                    <a:lnTo>
                      <a:pt x="46761" y="54468"/>
                    </a:lnTo>
                    <a:lnTo>
                      <a:pt x="33838" y="54468"/>
                    </a:lnTo>
                    <a:lnTo>
                      <a:pt x="33838" y="20330"/>
                    </a:lnTo>
                    <a:cubicBezTo>
                      <a:pt x="33838" y="17056"/>
                      <a:pt x="33091" y="14521"/>
                      <a:pt x="31560" y="12725"/>
                    </a:cubicBezTo>
                    <a:cubicBezTo>
                      <a:pt x="30029" y="10932"/>
                      <a:pt x="27788" y="10033"/>
                      <a:pt x="24725" y="10033"/>
                    </a:cubicBezTo>
                    <a:cubicBezTo>
                      <a:pt x="22521" y="10033"/>
                      <a:pt x="20430" y="10537"/>
                      <a:pt x="18450" y="11552"/>
                    </a:cubicBezTo>
                    <a:cubicBezTo>
                      <a:pt x="16508" y="12560"/>
                      <a:pt x="14678" y="13934"/>
                      <a:pt x="12923" y="15678"/>
                    </a:cubicBezTo>
                    <a:lnTo>
                      <a:pt x="12923" y="54468"/>
                    </a:lnTo>
                    <a:lnTo>
                      <a:pt x="0" y="5446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51" name="Google Shape;2751;p90"/>
              <p:cNvSpPr/>
              <p:nvPr/>
            </p:nvSpPr>
            <p:spPr>
              <a:xfrm>
                <a:off x="7578858" y="3971644"/>
                <a:ext cx="36527" cy="70877"/>
              </a:xfrm>
              <a:custGeom>
                <a:avLst/>
                <a:gdLst/>
                <a:ahLst/>
                <a:cxnLst/>
                <a:rect l="l" t="t" r="r" b="b"/>
                <a:pathLst>
                  <a:path w="36527" h="70877" extrusionOk="0">
                    <a:moveTo>
                      <a:pt x="22484" y="70878"/>
                    </a:moveTo>
                    <a:cubicBezTo>
                      <a:pt x="17853" y="70878"/>
                      <a:pt x="14267" y="69564"/>
                      <a:pt x="11765" y="66931"/>
                    </a:cubicBezTo>
                    <a:cubicBezTo>
                      <a:pt x="9263" y="64303"/>
                      <a:pt x="7992" y="60666"/>
                      <a:pt x="7992" y="56036"/>
                    </a:cubicBezTo>
                    <a:lnTo>
                      <a:pt x="7992" y="26080"/>
                    </a:lnTo>
                    <a:lnTo>
                      <a:pt x="2540" y="26080"/>
                    </a:lnTo>
                    <a:cubicBezTo>
                      <a:pt x="1867" y="26080"/>
                      <a:pt x="1232" y="25856"/>
                      <a:pt x="747" y="25401"/>
                    </a:cubicBezTo>
                    <a:cubicBezTo>
                      <a:pt x="224" y="24949"/>
                      <a:pt x="0" y="24269"/>
                      <a:pt x="0" y="23366"/>
                    </a:cubicBezTo>
                    <a:lnTo>
                      <a:pt x="0" y="18239"/>
                    </a:lnTo>
                    <a:lnTo>
                      <a:pt x="8627" y="16832"/>
                    </a:lnTo>
                    <a:lnTo>
                      <a:pt x="11317" y="2195"/>
                    </a:lnTo>
                    <a:cubicBezTo>
                      <a:pt x="11466" y="1493"/>
                      <a:pt x="11802" y="956"/>
                      <a:pt x="12288" y="571"/>
                    </a:cubicBezTo>
                    <a:cubicBezTo>
                      <a:pt x="12811" y="190"/>
                      <a:pt x="13446" y="0"/>
                      <a:pt x="14192" y="0"/>
                    </a:cubicBezTo>
                    <a:lnTo>
                      <a:pt x="20916" y="0"/>
                    </a:lnTo>
                    <a:lnTo>
                      <a:pt x="20916" y="16884"/>
                    </a:lnTo>
                    <a:lnTo>
                      <a:pt x="35034" y="16884"/>
                    </a:lnTo>
                    <a:lnTo>
                      <a:pt x="35034" y="26080"/>
                    </a:lnTo>
                    <a:lnTo>
                      <a:pt x="20916" y="26080"/>
                    </a:lnTo>
                    <a:lnTo>
                      <a:pt x="20916" y="55148"/>
                    </a:lnTo>
                    <a:cubicBezTo>
                      <a:pt x="20916" y="56817"/>
                      <a:pt x="21326" y="58123"/>
                      <a:pt x="22148" y="59064"/>
                    </a:cubicBezTo>
                    <a:cubicBezTo>
                      <a:pt x="23007" y="60005"/>
                      <a:pt x="24128" y="60476"/>
                      <a:pt x="25509" y="60476"/>
                    </a:cubicBezTo>
                    <a:cubicBezTo>
                      <a:pt x="26294" y="60476"/>
                      <a:pt x="26966" y="60382"/>
                      <a:pt x="27526" y="60188"/>
                    </a:cubicBezTo>
                    <a:cubicBezTo>
                      <a:pt x="28049" y="59994"/>
                      <a:pt x="28535" y="59800"/>
                      <a:pt x="28946" y="59587"/>
                    </a:cubicBezTo>
                    <a:cubicBezTo>
                      <a:pt x="29319" y="59378"/>
                      <a:pt x="29693" y="59180"/>
                      <a:pt x="29991" y="58990"/>
                    </a:cubicBezTo>
                    <a:cubicBezTo>
                      <a:pt x="30328" y="58796"/>
                      <a:pt x="30626" y="58699"/>
                      <a:pt x="30925" y="58699"/>
                    </a:cubicBezTo>
                    <a:cubicBezTo>
                      <a:pt x="31336" y="58699"/>
                      <a:pt x="31635" y="58796"/>
                      <a:pt x="31896" y="58990"/>
                    </a:cubicBezTo>
                    <a:cubicBezTo>
                      <a:pt x="32120" y="59180"/>
                      <a:pt x="32382" y="59468"/>
                      <a:pt x="32681" y="59849"/>
                    </a:cubicBezTo>
                    <a:lnTo>
                      <a:pt x="36527" y="66121"/>
                    </a:lnTo>
                    <a:cubicBezTo>
                      <a:pt x="34660" y="67689"/>
                      <a:pt x="32494" y="68877"/>
                      <a:pt x="30066" y="69676"/>
                    </a:cubicBezTo>
                    <a:cubicBezTo>
                      <a:pt x="27601" y="70478"/>
                      <a:pt x="25099" y="70878"/>
                      <a:pt x="22484" y="70878"/>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52" name="Google Shape;2752;p90"/>
              <p:cNvSpPr/>
              <p:nvPr/>
            </p:nvSpPr>
            <p:spPr>
              <a:xfrm>
                <a:off x="7621511" y="3987061"/>
                <a:ext cx="44707" cy="55461"/>
              </a:xfrm>
              <a:custGeom>
                <a:avLst/>
                <a:gdLst/>
                <a:ahLst/>
                <a:cxnLst/>
                <a:rect l="l" t="t" r="r" b="b"/>
                <a:pathLst>
                  <a:path w="44707" h="55461" extrusionOk="0">
                    <a:moveTo>
                      <a:pt x="44707" y="54629"/>
                    </a:moveTo>
                    <a:lnTo>
                      <a:pt x="38918" y="54629"/>
                    </a:lnTo>
                    <a:cubicBezTo>
                      <a:pt x="37685" y="54629"/>
                      <a:pt x="36715" y="54446"/>
                      <a:pt x="36042" y="54076"/>
                    </a:cubicBezTo>
                    <a:cubicBezTo>
                      <a:pt x="35333" y="53710"/>
                      <a:pt x="34810" y="52971"/>
                      <a:pt x="34473" y="51858"/>
                    </a:cubicBezTo>
                    <a:lnTo>
                      <a:pt x="33316" y="48039"/>
                    </a:lnTo>
                    <a:cubicBezTo>
                      <a:pt x="31971" y="49260"/>
                      <a:pt x="30627" y="50331"/>
                      <a:pt x="29319" y="51257"/>
                    </a:cubicBezTo>
                    <a:cubicBezTo>
                      <a:pt x="28012" y="52180"/>
                      <a:pt x="26667" y="52952"/>
                      <a:pt x="25248" y="53583"/>
                    </a:cubicBezTo>
                    <a:cubicBezTo>
                      <a:pt x="23866" y="54211"/>
                      <a:pt x="22372" y="54681"/>
                      <a:pt x="20804" y="54995"/>
                    </a:cubicBezTo>
                    <a:cubicBezTo>
                      <a:pt x="19235" y="55305"/>
                      <a:pt x="17517" y="55461"/>
                      <a:pt x="15575" y="55461"/>
                    </a:cubicBezTo>
                    <a:cubicBezTo>
                      <a:pt x="13334" y="55461"/>
                      <a:pt x="11242" y="55155"/>
                      <a:pt x="9300" y="54547"/>
                    </a:cubicBezTo>
                    <a:cubicBezTo>
                      <a:pt x="7395" y="53934"/>
                      <a:pt x="5752" y="53016"/>
                      <a:pt x="4370" y="51791"/>
                    </a:cubicBezTo>
                    <a:cubicBezTo>
                      <a:pt x="2988" y="50567"/>
                      <a:pt x="1905" y="49051"/>
                      <a:pt x="1158" y="47225"/>
                    </a:cubicBezTo>
                    <a:cubicBezTo>
                      <a:pt x="373" y="45410"/>
                      <a:pt x="0" y="43297"/>
                      <a:pt x="0" y="40881"/>
                    </a:cubicBezTo>
                    <a:cubicBezTo>
                      <a:pt x="0" y="38854"/>
                      <a:pt x="523" y="36852"/>
                      <a:pt x="1606" y="34877"/>
                    </a:cubicBezTo>
                    <a:cubicBezTo>
                      <a:pt x="2652" y="32902"/>
                      <a:pt x="4445" y="31117"/>
                      <a:pt x="6910" y="29527"/>
                    </a:cubicBezTo>
                    <a:cubicBezTo>
                      <a:pt x="9375" y="27936"/>
                      <a:pt x="12661" y="26618"/>
                      <a:pt x="16770" y="25569"/>
                    </a:cubicBezTo>
                    <a:cubicBezTo>
                      <a:pt x="20916" y="24516"/>
                      <a:pt x="25995" y="23993"/>
                      <a:pt x="32120" y="23993"/>
                    </a:cubicBezTo>
                    <a:lnTo>
                      <a:pt x="32120" y="20834"/>
                    </a:lnTo>
                    <a:cubicBezTo>
                      <a:pt x="32120" y="17216"/>
                      <a:pt x="31336" y="14543"/>
                      <a:pt x="29842" y="12803"/>
                    </a:cubicBezTo>
                    <a:cubicBezTo>
                      <a:pt x="28311" y="11063"/>
                      <a:pt x="26107" y="10193"/>
                      <a:pt x="23231" y="10193"/>
                    </a:cubicBezTo>
                    <a:cubicBezTo>
                      <a:pt x="21140" y="10193"/>
                      <a:pt x="19385" y="10440"/>
                      <a:pt x="18003" y="10925"/>
                    </a:cubicBezTo>
                    <a:cubicBezTo>
                      <a:pt x="16583" y="11414"/>
                      <a:pt x="15388" y="11963"/>
                      <a:pt x="14342" y="12572"/>
                    </a:cubicBezTo>
                    <a:cubicBezTo>
                      <a:pt x="13334" y="13184"/>
                      <a:pt x="12363" y="13733"/>
                      <a:pt x="11504" y="14222"/>
                    </a:cubicBezTo>
                    <a:cubicBezTo>
                      <a:pt x="10644" y="14707"/>
                      <a:pt x="9673" y="14950"/>
                      <a:pt x="8628" y="14950"/>
                    </a:cubicBezTo>
                    <a:cubicBezTo>
                      <a:pt x="7769" y="14950"/>
                      <a:pt x="7022" y="14722"/>
                      <a:pt x="6387" y="14271"/>
                    </a:cubicBezTo>
                    <a:cubicBezTo>
                      <a:pt x="5752" y="13819"/>
                      <a:pt x="5266" y="13262"/>
                      <a:pt x="4856" y="12601"/>
                    </a:cubicBezTo>
                    <a:lnTo>
                      <a:pt x="2503" y="8472"/>
                    </a:lnTo>
                    <a:cubicBezTo>
                      <a:pt x="8665" y="2823"/>
                      <a:pt x="16135" y="0"/>
                      <a:pt x="24837" y="0"/>
                    </a:cubicBezTo>
                    <a:cubicBezTo>
                      <a:pt x="27975" y="0"/>
                      <a:pt x="30776" y="519"/>
                      <a:pt x="33241" y="1546"/>
                    </a:cubicBezTo>
                    <a:cubicBezTo>
                      <a:pt x="35706" y="2573"/>
                      <a:pt x="37760" y="3999"/>
                      <a:pt x="39479" y="5832"/>
                    </a:cubicBezTo>
                    <a:cubicBezTo>
                      <a:pt x="41196" y="7658"/>
                      <a:pt x="42504" y="9846"/>
                      <a:pt x="43363" y="12389"/>
                    </a:cubicBezTo>
                    <a:cubicBezTo>
                      <a:pt x="44259" y="14935"/>
                      <a:pt x="44707" y="17721"/>
                      <a:pt x="44707" y="20756"/>
                    </a:cubicBezTo>
                    <a:lnTo>
                      <a:pt x="44707" y="54629"/>
                    </a:lnTo>
                    <a:close/>
                    <a:moveTo>
                      <a:pt x="19608" y="46579"/>
                    </a:moveTo>
                    <a:cubicBezTo>
                      <a:pt x="20953" y="46579"/>
                      <a:pt x="22148" y="46456"/>
                      <a:pt x="23269" y="46217"/>
                    </a:cubicBezTo>
                    <a:cubicBezTo>
                      <a:pt x="24389" y="45974"/>
                      <a:pt x="25435" y="45616"/>
                      <a:pt x="26444" y="45134"/>
                    </a:cubicBezTo>
                    <a:cubicBezTo>
                      <a:pt x="27414" y="44656"/>
                      <a:pt x="28385" y="44062"/>
                      <a:pt x="29319" y="43360"/>
                    </a:cubicBezTo>
                    <a:cubicBezTo>
                      <a:pt x="30253" y="42658"/>
                      <a:pt x="31149" y="41822"/>
                      <a:pt x="32120" y="40866"/>
                    </a:cubicBezTo>
                    <a:lnTo>
                      <a:pt x="32120" y="31890"/>
                    </a:lnTo>
                    <a:cubicBezTo>
                      <a:pt x="28348" y="31890"/>
                      <a:pt x="25211" y="32125"/>
                      <a:pt x="22671" y="32596"/>
                    </a:cubicBezTo>
                    <a:cubicBezTo>
                      <a:pt x="20131" y="33070"/>
                      <a:pt x="18114" y="33679"/>
                      <a:pt x="16583" y="34414"/>
                    </a:cubicBezTo>
                    <a:cubicBezTo>
                      <a:pt x="15052" y="35150"/>
                      <a:pt x="13969" y="36012"/>
                      <a:pt x="13297" y="36994"/>
                    </a:cubicBezTo>
                    <a:cubicBezTo>
                      <a:pt x="12661" y="37980"/>
                      <a:pt x="12363" y="39048"/>
                      <a:pt x="12363" y="40205"/>
                    </a:cubicBezTo>
                    <a:cubicBezTo>
                      <a:pt x="12363" y="42487"/>
                      <a:pt x="12998" y="44118"/>
                      <a:pt x="14342" y="45104"/>
                    </a:cubicBezTo>
                    <a:cubicBezTo>
                      <a:pt x="15687" y="46086"/>
                      <a:pt x="17442" y="46579"/>
                      <a:pt x="19608" y="46579"/>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53" name="Google Shape;2753;p90"/>
              <p:cNvSpPr/>
              <p:nvPr/>
            </p:nvSpPr>
            <p:spPr>
              <a:xfrm>
                <a:off x="7678095" y="3964166"/>
                <a:ext cx="16508" cy="77524"/>
              </a:xfrm>
              <a:custGeom>
                <a:avLst/>
                <a:gdLst/>
                <a:ahLst/>
                <a:cxnLst/>
                <a:rect l="l" t="t" r="r" b="b"/>
                <a:pathLst>
                  <a:path w="16508" h="77524" extrusionOk="0">
                    <a:moveTo>
                      <a:pt x="16509" y="8259"/>
                    </a:moveTo>
                    <a:cubicBezTo>
                      <a:pt x="16509" y="9375"/>
                      <a:pt x="16284" y="10421"/>
                      <a:pt x="15836" y="11395"/>
                    </a:cubicBezTo>
                    <a:cubicBezTo>
                      <a:pt x="15388" y="12374"/>
                      <a:pt x="14790" y="13225"/>
                      <a:pt x="14043" y="13957"/>
                    </a:cubicBezTo>
                    <a:cubicBezTo>
                      <a:pt x="13297" y="14692"/>
                      <a:pt x="12400" y="15275"/>
                      <a:pt x="11392" y="15708"/>
                    </a:cubicBezTo>
                    <a:cubicBezTo>
                      <a:pt x="10383" y="16145"/>
                      <a:pt x="9300" y="16361"/>
                      <a:pt x="8142" y="16361"/>
                    </a:cubicBezTo>
                    <a:cubicBezTo>
                      <a:pt x="7022" y="16361"/>
                      <a:pt x="5976" y="16145"/>
                      <a:pt x="5005" y="15708"/>
                    </a:cubicBezTo>
                    <a:cubicBezTo>
                      <a:pt x="3996" y="15275"/>
                      <a:pt x="3137" y="14692"/>
                      <a:pt x="2390" y="13957"/>
                    </a:cubicBezTo>
                    <a:cubicBezTo>
                      <a:pt x="1681" y="13225"/>
                      <a:pt x="1083" y="12374"/>
                      <a:pt x="635" y="11395"/>
                    </a:cubicBezTo>
                    <a:cubicBezTo>
                      <a:pt x="224" y="10421"/>
                      <a:pt x="0" y="9375"/>
                      <a:pt x="0" y="8259"/>
                    </a:cubicBezTo>
                    <a:cubicBezTo>
                      <a:pt x="0" y="7109"/>
                      <a:pt x="224" y="6030"/>
                      <a:pt x="635" y="5022"/>
                    </a:cubicBezTo>
                    <a:cubicBezTo>
                      <a:pt x="1083" y="4006"/>
                      <a:pt x="1681" y="3140"/>
                      <a:pt x="2390" y="2404"/>
                    </a:cubicBezTo>
                    <a:cubicBezTo>
                      <a:pt x="3137" y="1673"/>
                      <a:pt x="3996" y="1090"/>
                      <a:pt x="5005" y="653"/>
                    </a:cubicBezTo>
                    <a:cubicBezTo>
                      <a:pt x="5976" y="220"/>
                      <a:pt x="7022" y="0"/>
                      <a:pt x="8142" y="0"/>
                    </a:cubicBezTo>
                    <a:cubicBezTo>
                      <a:pt x="9300" y="0"/>
                      <a:pt x="10383" y="220"/>
                      <a:pt x="11392" y="653"/>
                    </a:cubicBezTo>
                    <a:cubicBezTo>
                      <a:pt x="12400" y="1090"/>
                      <a:pt x="13297" y="1673"/>
                      <a:pt x="14043" y="2404"/>
                    </a:cubicBezTo>
                    <a:cubicBezTo>
                      <a:pt x="14790" y="3140"/>
                      <a:pt x="15388" y="4006"/>
                      <a:pt x="15836" y="5022"/>
                    </a:cubicBezTo>
                    <a:cubicBezTo>
                      <a:pt x="16284" y="6030"/>
                      <a:pt x="16509" y="7109"/>
                      <a:pt x="16509" y="8259"/>
                    </a:cubicBezTo>
                    <a:close/>
                    <a:moveTo>
                      <a:pt x="14604" y="23892"/>
                    </a:moveTo>
                    <a:lnTo>
                      <a:pt x="14604" y="77524"/>
                    </a:lnTo>
                    <a:lnTo>
                      <a:pt x="1681" y="77524"/>
                    </a:lnTo>
                    <a:lnTo>
                      <a:pt x="1681" y="23892"/>
                    </a:lnTo>
                    <a:lnTo>
                      <a:pt x="14604" y="23892"/>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54" name="Google Shape;2754;p90"/>
              <p:cNvSpPr/>
              <p:nvPr/>
            </p:nvSpPr>
            <p:spPr>
              <a:xfrm>
                <a:off x="7707265" y="3987222"/>
                <a:ext cx="46761" cy="54468"/>
              </a:xfrm>
              <a:custGeom>
                <a:avLst/>
                <a:gdLst/>
                <a:ahLst/>
                <a:cxnLst/>
                <a:rect l="l" t="t" r="r" b="b"/>
                <a:pathLst>
                  <a:path w="46761" h="54468" extrusionOk="0">
                    <a:moveTo>
                      <a:pt x="0" y="54468"/>
                    </a:moveTo>
                    <a:lnTo>
                      <a:pt x="0" y="836"/>
                    </a:lnTo>
                    <a:lnTo>
                      <a:pt x="7881" y="836"/>
                    </a:lnTo>
                    <a:cubicBezTo>
                      <a:pt x="9561" y="836"/>
                      <a:pt x="10682" y="1620"/>
                      <a:pt x="11205" y="3185"/>
                    </a:cubicBezTo>
                    <a:lnTo>
                      <a:pt x="12064" y="7419"/>
                    </a:lnTo>
                    <a:cubicBezTo>
                      <a:pt x="13147" y="6306"/>
                      <a:pt x="14305" y="5294"/>
                      <a:pt x="15500" y="4391"/>
                    </a:cubicBezTo>
                    <a:cubicBezTo>
                      <a:pt x="16695" y="3484"/>
                      <a:pt x="17965" y="2699"/>
                      <a:pt x="19309" y="2035"/>
                    </a:cubicBezTo>
                    <a:cubicBezTo>
                      <a:pt x="20654" y="1374"/>
                      <a:pt x="22111" y="866"/>
                      <a:pt x="23642" y="519"/>
                    </a:cubicBezTo>
                    <a:cubicBezTo>
                      <a:pt x="25173" y="175"/>
                      <a:pt x="26854" y="0"/>
                      <a:pt x="28647" y="0"/>
                    </a:cubicBezTo>
                    <a:cubicBezTo>
                      <a:pt x="31597" y="0"/>
                      <a:pt x="34174" y="497"/>
                      <a:pt x="36453" y="1486"/>
                    </a:cubicBezTo>
                    <a:cubicBezTo>
                      <a:pt x="38731" y="2479"/>
                      <a:pt x="40599" y="3872"/>
                      <a:pt x="42130" y="5672"/>
                    </a:cubicBezTo>
                    <a:cubicBezTo>
                      <a:pt x="43624" y="7464"/>
                      <a:pt x="44782" y="9607"/>
                      <a:pt x="45566" y="12097"/>
                    </a:cubicBezTo>
                    <a:cubicBezTo>
                      <a:pt x="46350" y="14591"/>
                      <a:pt x="46761" y="17336"/>
                      <a:pt x="46761" y="20330"/>
                    </a:cubicBezTo>
                    <a:lnTo>
                      <a:pt x="46761" y="54468"/>
                    </a:lnTo>
                    <a:lnTo>
                      <a:pt x="33838" y="54468"/>
                    </a:lnTo>
                    <a:lnTo>
                      <a:pt x="33838" y="20330"/>
                    </a:lnTo>
                    <a:cubicBezTo>
                      <a:pt x="33838" y="17056"/>
                      <a:pt x="33091" y="14521"/>
                      <a:pt x="31560" y="12725"/>
                    </a:cubicBezTo>
                    <a:cubicBezTo>
                      <a:pt x="30029" y="10932"/>
                      <a:pt x="27788" y="10033"/>
                      <a:pt x="24725" y="10033"/>
                    </a:cubicBezTo>
                    <a:cubicBezTo>
                      <a:pt x="22521" y="10033"/>
                      <a:pt x="20430" y="10537"/>
                      <a:pt x="18450" y="11552"/>
                    </a:cubicBezTo>
                    <a:cubicBezTo>
                      <a:pt x="16508" y="12560"/>
                      <a:pt x="14678" y="13934"/>
                      <a:pt x="12923" y="15678"/>
                    </a:cubicBezTo>
                    <a:lnTo>
                      <a:pt x="12923" y="54468"/>
                    </a:lnTo>
                    <a:lnTo>
                      <a:pt x="0" y="54468"/>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55" name="Google Shape;2755;p90"/>
              <p:cNvSpPr/>
              <p:nvPr/>
            </p:nvSpPr>
            <p:spPr>
              <a:xfrm>
                <a:off x="7763102" y="3987222"/>
                <a:ext cx="49002" cy="55248"/>
              </a:xfrm>
              <a:custGeom>
                <a:avLst/>
                <a:gdLst/>
                <a:ahLst/>
                <a:cxnLst/>
                <a:rect l="l" t="t" r="r" b="b"/>
                <a:pathLst>
                  <a:path w="49002" h="55248" extrusionOk="0">
                    <a:moveTo>
                      <a:pt x="25809" y="0"/>
                    </a:moveTo>
                    <a:cubicBezTo>
                      <a:pt x="29170" y="0"/>
                      <a:pt x="32270" y="538"/>
                      <a:pt x="35108" y="1620"/>
                    </a:cubicBezTo>
                    <a:cubicBezTo>
                      <a:pt x="37947" y="2699"/>
                      <a:pt x="40412" y="4271"/>
                      <a:pt x="42466" y="6347"/>
                    </a:cubicBezTo>
                    <a:cubicBezTo>
                      <a:pt x="44521" y="8423"/>
                      <a:pt x="46126" y="10966"/>
                      <a:pt x="47284" y="13979"/>
                    </a:cubicBezTo>
                    <a:cubicBezTo>
                      <a:pt x="48442" y="16996"/>
                      <a:pt x="49002" y="20439"/>
                      <a:pt x="49002" y="24307"/>
                    </a:cubicBezTo>
                    <a:cubicBezTo>
                      <a:pt x="49002" y="25281"/>
                      <a:pt x="48965" y="26091"/>
                      <a:pt x="48890" y="26734"/>
                    </a:cubicBezTo>
                    <a:cubicBezTo>
                      <a:pt x="48778" y="27380"/>
                      <a:pt x="48629" y="27887"/>
                      <a:pt x="48405" y="28250"/>
                    </a:cubicBezTo>
                    <a:cubicBezTo>
                      <a:pt x="48181" y="28616"/>
                      <a:pt x="47882" y="28877"/>
                      <a:pt x="47471" y="29034"/>
                    </a:cubicBezTo>
                    <a:cubicBezTo>
                      <a:pt x="47097" y="29191"/>
                      <a:pt x="46612" y="29273"/>
                      <a:pt x="46014" y="29273"/>
                    </a:cubicBezTo>
                    <a:lnTo>
                      <a:pt x="12885" y="29273"/>
                    </a:lnTo>
                    <a:cubicBezTo>
                      <a:pt x="13259" y="34776"/>
                      <a:pt x="14753" y="38816"/>
                      <a:pt x="17330" y="41400"/>
                    </a:cubicBezTo>
                    <a:cubicBezTo>
                      <a:pt x="19907" y="43976"/>
                      <a:pt x="23306" y="45264"/>
                      <a:pt x="27564" y="45264"/>
                    </a:cubicBezTo>
                    <a:cubicBezTo>
                      <a:pt x="29655" y="45264"/>
                      <a:pt x="31448" y="45025"/>
                      <a:pt x="32979" y="44536"/>
                    </a:cubicBezTo>
                    <a:cubicBezTo>
                      <a:pt x="34511" y="44047"/>
                      <a:pt x="35818" y="43506"/>
                      <a:pt x="36939" y="42912"/>
                    </a:cubicBezTo>
                    <a:cubicBezTo>
                      <a:pt x="38096" y="42322"/>
                      <a:pt x="39067" y="41781"/>
                      <a:pt x="39926" y="41295"/>
                    </a:cubicBezTo>
                    <a:cubicBezTo>
                      <a:pt x="40786" y="40806"/>
                      <a:pt x="41607" y="40560"/>
                      <a:pt x="42429" y="40560"/>
                    </a:cubicBezTo>
                    <a:cubicBezTo>
                      <a:pt x="42952" y="40560"/>
                      <a:pt x="43400" y="40668"/>
                      <a:pt x="43773" y="40873"/>
                    </a:cubicBezTo>
                    <a:cubicBezTo>
                      <a:pt x="44147" y="41086"/>
                      <a:pt x="44483" y="41381"/>
                      <a:pt x="44782" y="41766"/>
                    </a:cubicBezTo>
                    <a:lnTo>
                      <a:pt x="48517" y="46467"/>
                    </a:lnTo>
                    <a:cubicBezTo>
                      <a:pt x="47097" y="48143"/>
                      <a:pt x="45491" y="49543"/>
                      <a:pt x="43736" y="50675"/>
                    </a:cubicBezTo>
                    <a:cubicBezTo>
                      <a:pt x="41943" y="51810"/>
                      <a:pt x="40076" y="52713"/>
                      <a:pt x="38171" y="53396"/>
                    </a:cubicBezTo>
                    <a:cubicBezTo>
                      <a:pt x="36229" y="54072"/>
                      <a:pt x="34250" y="54550"/>
                      <a:pt x="32233" y="54834"/>
                    </a:cubicBezTo>
                    <a:cubicBezTo>
                      <a:pt x="30253" y="55110"/>
                      <a:pt x="28311" y="55249"/>
                      <a:pt x="26406" y="55249"/>
                    </a:cubicBezTo>
                    <a:cubicBezTo>
                      <a:pt x="22671" y="55249"/>
                      <a:pt x="19235" y="54629"/>
                      <a:pt x="16023" y="53396"/>
                    </a:cubicBezTo>
                    <a:cubicBezTo>
                      <a:pt x="12811" y="52157"/>
                      <a:pt x="10009" y="50324"/>
                      <a:pt x="7657" y="47904"/>
                    </a:cubicBezTo>
                    <a:cubicBezTo>
                      <a:pt x="5266" y="45485"/>
                      <a:pt x="3399" y="42486"/>
                      <a:pt x="2054" y="38913"/>
                    </a:cubicBezTo>
                    <a:cubicBezTo>
                      <a:pt x="709" y="35344"/>
                      <a:pt x="0" y="31203"/>
                      <a:pt x="0" y="26502"/>
                    </a:cubicBezTo>
                    <a:cubicBezTo>
                      <a:pt x="0" y="22839"/>
                      <a:pt x="598" y="19397"/>
                      <a:pt x="1793" y="16175"/>
                    </a:cubicBezTo>
                    <a:cubicBezTo>
                      <a:pt x="2988" y="12952"/>
                      <a:pt x="4669" y="10148"/>
                      <a:pt x="6872" y="7759"/>
                    </a:cubicBezTo>
                    <a:cubicBezTo>
                      <a:pt x="9113" y="5373"/>
                      <a:pt x="11803" y="3484"/>
                      <a:pt x="14977" y="2091"/>
                    </a:cubicBezTo>
                    <a:cubicBezTo>
                      <a:pt x="18189" y="694"/>
                      <a:pt x="21775" y="0"/>
                      <a:pt x="25809" y="0"/>
                    </a:cubicBezTo>
                    <a:close/>
                    <a:moveTo>
                      <a:pt x="26032" y="9249"/>
                    </a:moveTo>
                    <a:cubicBezTo>
                      <a:pt x="22297" y="9249"/>
                      <a:pt x="19347" y="10313"/>
                      <a:pt x="17218" y="12441"/>
                    </a:cubicBezTo>
                    <a:cubicBezTo>
                      <a:pt x="15089" y="14562"/>
                      <a:pt x="13744" y="17579"/>
                      <a:pt x="13147" y="21484"/>
                    </a:cubicBezTo>
                    <a:lnTo>
                      <a:pt x="37387" y="21484"/>
                    </a:lnTo>
                    <a:cubicBezTo>
                      <a:pt x="37387" y="19808"/>
                      <a:pt x="37162" y="18232"/>
                      <a:pt x="36714" y="16750"/>
                    </a:cubicBezTo>
                    <a:cubicBezTo>
                      <a:pt x="36266" y="15271"/>
                      <a:pt x="35557" y="13972"/>
                      <a:pt x="34623" y="12855"/>
                    </a:cubicBezTo>
                    <a:cubicBezTo>
                      <a:pt x="33689" y="11739"/>
                      <a:pt x="32494" y="10862"/>
                      <a:pt x="31074" y="10215"/>
                    </a:cubicBezTo>
                    <a:cubicBezTo>
                      <a:pt x="29655" y="9573"/>
                      <a:pt x="27975" y="9249"/>
                      <a:pt x="26032" y="9249"/>
                    </a:cubicBez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56" name="Google Shape;2756;p90"/>
              <p:cNvSpPr/>
              <p:nvPr/>
            </p:nvSpPr>
            <p:spPr>
              <a:xfrm>
                <a:off x="7822600" y="3987061"/>
                <a:ext cx="34212" cy="54628"/>
              </a:xfrm>
              <a:custGeom>
                <a:avLst/>
                <a:gdLst/>
                <a:ahLst/>
                <a:cxnLst/>
                <a:rect l="l" t="t" r="r" b="b"/>
                <a:pathLst>
                  <a:path w="34212" h="54628" extrusionOk="0">
                    <a:moveTo>
                      <a:pt x="0" y="54629"/>
                    </a:moveTo>
                    <a:lnTo>
                      <a:pt x="0" y="997"/>
                    </a:lnTo>
                    <a:lnTo>
                      <a:pt x="7582" y="997"/>
                    </a:lnTo>
                    <a:cubicBezTo>
                      <a:pt x="8927" y="997"/>
                      <a:pt x="9860" y="1240"/>
                      <a:pt x="10383" y="1729"/>
                    </a:cubicBezTo>
                    <a:cubicBezTo>
                      <a:pt x="10906" y="2218"/>
                      <a:pt x="11242" y="3051"/>
                      <a:pt x="11429" y="4238"/>
                    </a:cubicBezTo>
                    <a:lnTo>
                      <a:pt x="12213" y="10720"/>
                    </a:lnTo>
                    <a:cubicBezTo>
                      <a:pt x="14118" y="7408"/>
                      <a:pt x="16359" y="4790"/>
                      <a:pt x="18936" y="2875"/>
                    </a:cubicBezTo>
                    <a:cubicBezTo>
                      <a:pt x="21513" y="963"/>
                      <a:pt x="24427" y="0"/>
                      <a:pt x="27639" y="0"/>
                    </a:cubicBezTo>
                    <a:cubicBezTo>
                      <a:pt x="30291" y="0"/>
                      <a:pt x="32457" y="612"/>
                      <a:pt x="34212" y="1830"/>
                    </a:cubicBezTo>
                    <a:lnTo>
                      <a:pt x="32532" y="11500"/>
                    </a:lnTo>
                    <a:cubicBezTo>
                      <a:pt x="32457" y="12127"/>
                      <a:pt x="32196" y="12572"/>
                      <a:pt x="31859" y="12833"/>
                    </a:cubicBezTo>
                    <a:cubicBezTo>
                      <a:pt x="31523" y="13098"/>
                      <a:pt x="31038" y="13229"/>
                      <a:pt x="30440" y="13229"/>
                    </a:cubicBezTo>
                    <a:cubicBezTo>
                      <a:pt x="29917" y="13229"/>
                      <a:pt x="29207" y="13106"/>
                      <a:pt x="28311" y="12859"/>
                    </a:cubicBezTo>
                    <a:cubicBezTo>
                      <a:pt x="27415" y="12617"/>
                      <a:pt x="26182" y="12493"/>
                      <a:pt x="24688" y="12493"/>
                    </a:cubicBezTo>
                    <a:cubicBezTo>
                      <a:pt x="21999" y="12493"/>
                      <a:pt x="19721" y="13236"/>
                      <a:pt x="17816" y="14715"/>
                    </a:cubicBezTo>
                    <a:cubicBezTo>
                      <a:pt x="15873" y="16197"/>
                      <a:pt x="14268" y="18366"/>
                      <a:pt x="12923" y="21226"/>
                    </a:cubicBezTo>
                    <a:lnTo>
                      <a:pt x="12923" y="54629"/>
                    </a:lnTo>
                    <a:lnTo>
                      <a:pt x="0" y="54629"/>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57" name="Google Shape;2757;p90"/>
              <p:cNvSpPr/>
              <p:nvPr/>
            </p:nvSpPr>
            <p:spPr>
              <a:xfrm>
                <a:off x="7860621" y="3987222"/>
                <a:ext cx="40075" cy="55300"/>
              </a:xfrm>
              <a:custGeom>
                <a:avLst/>
                <a:gdLst/>
                <a:ahLst/>
                <a:cxnLst/>
                <a:rect l="l" t="t" r="r" b="b"/>
                <a:pathLst>
                  <a:path w="40075" h="55300" extrusionOk="0">
                    <a:moveTo>
                      <a:pt x="36565" y="11287"/>
                    </a:moveTo>
                    <a:cubicBezTo>
                      <a:pt x="36192" y="11847"/>
                      <a:pt x="35855" y="12235"/>
                      <a:pt x="35444" y="12463"/>
                    </a:cubicBezTo>
                    <a:cubicBezTo>
                      <a:pt x="35071" y="12691"/>
                      <a:pt x="34586" y="12807"/>
                      <a:pt x="33988" y="12807"/>
                    </a:cubicBezTo>
                    <a:cubicBezTo>
                      <a:pt x="33353" y="12807"/>
                      <a:pt x="32681" y="12631"/>
                      <a:pt x="31971" y="12280"/>
                    </a:cubicBezTo>
                    <a:cubicBezTo>
                      <a:pt x="31261" y="11933"/>
                      <a:pt x="30440" y="11545"/>
                      <a:pt x="29506" y="11108"/>
                    </a:cubicBezTo>
                    <a:cubicBezTo>
                      <a:pt x="28572" y="10667"/>
                      <a:pt x="27489" y="10279"/>
                      <a:pt x="26294" y="9928"/>
                    </a:cubicBezTo>
                    <a:cubicBezTo>
                      <a:pt x="25061" y="9581"/>
                      <a:pt x="23679" y="9405"/>
                      <a:pt x="22036" y="9405"/>
                    </a:cubicBezTo>
                    <a:cubicBezTo>
                      <a:pt x="19459" y="9405"/>
                      <a:pt x="17480" y="9947"/>
                      <a:pt x="16023" y="11026"/>
                    </a:cubicBezTo>
                    <a:cubicBezTo>
                      <a:pt x="14529" y="12105"/>
                      <a:pt x="13819" y="13520"/>
                      <a:pt x="13819" y="15264"/>
                    </a:cubicBezTo>
                    <a:cubicBezTo>
                      <a:pt x="13819" y="16410"/>
                      <a:pt x="14193" y="17377"/>
                      <a:pt x="14940" y="18161"/>
                    </a:cubicBezTo>
                    <a:cubicBezTo>
                      <a:pt x="15687" y="18945"/>
                      <a:pt x="16695" y="19636"/>
                      <a:pt x="17928" y="20229"/>
                    </a:cubicBezTo>
                    <a:cubicBezTo>
                      <a:pt x="19160" y="20819"/>
                      <a:pt x="20542" y="21353"/>
                      <a:pt x="22111" y="21820"/>
                    </a:cubicBezTo>
                    <a:cubicBezTo>
                      <a:pt x="23679" y="22294"/>
                      <a:pt x="25286" y="22806"/>
                      <a:pt x="26929" y="23366"/>
                    </a:cubicBezTo>
                    <a:cubicBezTo>
                      <a:pt x="28572" y="23919"/>
                      <a:pt x="30178" y="24557"/>
                      <a:pt x="31747" y="25274"/>
                    </a:cubicBezTo>
                    <a:cubicBezTo>
                      <a:pt x="33316" y="25987"/>
                      <a:pt x="34735" y="26894"/>
                      <a:pt x="35967" y="27988"/>
                    </a:cubicBezTo>
                    <a:cubicBezTo>
                      <a:pt x="37200" y="29090"/>
                      <a:pt x="38171" y="30404"/>
                      <a:pt x="38918" y="31935"/>
                    </a:cubicBezTo>
                    <a:cubicBezTo>
                      <a:pt x="39702" y="33473"/>
                      <a:pt x="40076" y="35318"/>
                      <a:pt x="40076" y="37476"/>
                    </a:cubicBezTo>
                    <a:cubicBezTo>
                      <a:pt x="40076" y="40056"/>
                      <a:pt x="39590" y="42434"/>
                      <a:pt x="38656" y="44611"/>
                    </a:cubicBezTo>
                    <a:cubicBezTo>
                      <a:pt x="37723" y="46788"/>
                      <a:pt x="36341" y="48670"/>
                      <a:pt x="34511" y="50260"/>
                    </a:cubicBezTo>
                    <a:cubicBezTo>
                      <a:pt x="32718" y="51843"/>
                      <a:pt x="30477" y="53083"/>
                      <a:pt x="27788" y="53971"/>
                    </a:cubicBezTo>
                    <a:cubicBezTo>
                      <a:pt x="25136" y="54856"/>
                      <a:pt x="22074" y="55301"/>
                      <a:pt x="18637" y="55301"/>
                    </a:cubicBezTo>
                    <a:cubicBezTo>
                      <a:pt x="16770" y="55301"/>
                      <a:pt x="14977" y="55140"/>
                      <a:pt x="13222" y="54804"/>
                    </a:cubicBezTo>
                    <a:cubicBezTo>
                      <a:pt x="11466" y="54476"/>
                      <a:pt x="9748" y="54016"/>
                      <a:pt x="8142" y="53423"/>
                    </a:cubicBezTo>
                    <a:cubicBezTo>
                      <a:pt x="6536" y="52825"/>
                      <a:pt x="5005" y="52135"/>
                      <a:pt x="3623" y="51332"/>
                    </a:cubicBezTo>
                    <a:cubicBezTo>
                      <a:pt x="2278" y="50529"/>
                      <a:pt x="1046" y="49655"/>
                      <a:pt x="0" y="48714"/>
                    </a:cubicBezTo>
                    <a:lnTo>
                      <a:pt x="2988" y="43801"/>
                    </a:lnTo>
                    <a:cubicBezTo>
                      <a:pt x="3362" y="43207"/>
                      <a:pt x="3810" y="42755"/>
                      <a:pt x="4333" y="42442"/>
                    </a:cubicBezTo>
                    <a:cubicBezTo>
                      <a:pt x="4856" y="42128"/>
                      <a:pt x="5528" y="41971"/>
                      <a:pt x="6349" y="41971"/>
                    </a:cubicBezTo>
                    <a:cubicBezTo>
                      <a:pt x="7134" y="41971"/>
                      <a:pt x="7881" y="42203"/>
                      <a:pt x="8591" y="42655"/>
                    </a:cubicBezTo>
                    <a:cubicBezTo>
                      <a:pt x="9337" y="43106"/>
                      <a:pt x="10159" y="43595"/>
                      <a:pt x="11093" y="44114"/>
                    </a:cubicBezTo>
                    <a:cubicBezTo>
                      <a:pt x="12026" y="44637"/>
                      <a:pt x="13147" y="45126"/>
                      <a:pt x="14417" y="45578"/>
                    </a:cubicBezTo>
                    <a:cubicBezTo>
                      <a:pt x="15687" y="46030"/>
                      <a:pt x="17293" y="46258"/>
                      <a:pt x="19235" y="46258"/>
                    </a:cubicBezTo>
                    <a:cubicBezTo>
                      <a:pt x="20766" y="46258"/>
                      <a:pt x="22111" y="46075"/>
                      <a:pt x="23194" y="45709"/>
                    </a:cubicBezTo>
                    <a:cubicBezTo>
                      <a:pt x="24314" y="45343"/>
                      <a:pt x="25211" y="44865"/>
                      <a:pt x="25921" y="44271"/>
                    </a:cubicBezTo>
                    <a:cubicBezTo>
                      <a:pt x="26630" y="43681"/>
                      <a:pt x="27153" y="42991"/>
                      <a:pt x="27489" y="42210"/>
                    </a:cubicBezTo>
                    <a:cubicBezTo>
                      <a:pt x="27825" y="41422"/>
                      <a:pt x="27975" y="40612"/>
                      <a:pt x="27975" y="39776"/>
                    </a:cubicBezTo>
                    <a:cubicBezTo>
                      <a:pt x="27975" y="38521"/>
                      <a:pt x="27601" y="37494"/>
                      <a:pt x="26854" y="36695"/>
                    </a:cubicBezTo>
                    <a:cubicBezTo>
                      <a:pt x="26107" y="35893"/>
                      <a:pt x="25099" y="35194"/>
                      <a:pt x="23866" y="34605"/>
                    </a:cubicBezTo>
                    <a:cubicBezTo>
                      <a:pt x="22634" y="34011"/>
                      <a:pt x="21215" y="33481"/>
                      <a:pt x="19646" y="33006"/>
                    </a:cubicBezTo>
                    <a:cubicBezTo>
                      <a:pt x="18040" y="32540"/>
                      <a:pt x="16434" y="32021"/>
                      <a:pt x="14790" y="31468"/>
                    </a:cubicBezTo>
                    <a:cubicBezTo>
                      <a:pt x="13110" y="30908"/>
                      <a:pt x="11503" y="30255"/>
                      <a:pt x="9935" y="29504"/>
                    </a:cubicBezTo>
                    <a:cubicBezTo>
                      <a:pt x="8329" y="28754"/>
                      <a:pt x="6910" y="27805"/>
                      <a:pt x="5677" y="26655"/>
                    </a:cubicBezTo>
                    <a:cubicBezTo>
                      <a:pt x="4445" y="25509"/>
                      <a:pt x="3436" y="24094"/>
                      <a:pt x="2689" y="22425"/>
                    </a:cubicBezTo>
                    <a:cubicBezTo>
                      <a:pt x="1942" y="20752"/>
                      <a:pt x="1569" y="18729"/>
                      <a:pt x="1569" y="16358"/>
                    </a:cubicBezTo>
                    <a:cubicBezTo>
                      <a:pt x="1569" y="14162"/>
                      <a:pt x="2017" y="12071"/>
                      <a:pt x="2876" y="10085"/>
                    </a:cubicBezTo>
                    <a:cubicBezTo>
                      <a:pt x="3772" y="8102"/>
                      <a:pt x="5042" y="6366"/>
                      <a:pt x="6723" y="4887"/>
                    </a:cubicBezTo>
                    <a:cubicBezTo>
                      <a:pt x="8404" y="3405"/>
                      <a:pt x="10532" y="2218"/>
                      <a:pt x="13072" y="1329"/>
                    </a:cubicBezTo>
                    <a:cubicBezTo>
                      <a:pt x="15575" y="441"/>
                      <a:pt x="18488" y="0"/>
                      <a:pt x="21812" y="0"/>
                    </a:cubicBezTo>
                    <a:cubicBezTo>
                      <a:pt x="25509" y="0"/>
                      <a:pt x="28871" y="605"/>
                      <a:pt x="31896" y="1826"/>
                    </a:cubicBezTo>
                    <a:cubicBezTo>
                      <a:pt x="34922" y="3047"/>
                      <a:pt x="37462" y="4652"/>
                      <a:pt x="39478" y="6635"/>
                    </a:cubicBezTo>
                    <a:lnTo>
                      <a:pt x="36565" y="11287"/>
                    </a:lnTo>
                    <a:close/>
                  </a:path>
                </a:pathLst>
              </a:custGeom>
              <a:solidFill>
                <a:srgbClr val="00153F"/>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nvGrpSpPr>
            <p:cNvPr id="2758" name="Google Shape;2758;p90"/>
            <p:cNvGrpSpPr/>
            <p:nvPr/>
          </p:nvGrpSpPr>
          <p:grpSpPr>
            <a:xfrm>
              <a:off x="7507969" y="3640549"/>
              <a:ext cx="251174" cy="265228"/>
              <a:chOff x="7507969" y="3640549"/>
              <a:chExt cx="251174" cy="265228"/>
            </a:xfrm>
          </p:grpSpPr>
          <p:sp>
            <p:nvSpPr>
              <p:cNvPr id="2759" name="Google Shape;2759;p90"/>
              <p:cNvSpPr/>
              <p:nvPr/>
            </p:nvSpPr>
            <p:spPr>
              <a:xfrm>
                <a:off x="7518427" y="3640549"/>
                <a:ext cx="105250" cy="105225"/>
              </a:xfrm>
              <a:custGeom>
                <a:avLst/>
                <a:gdLst/>
                <a:ahLst/>
                <a:cxnLst/>
                <a:rect l="l" t="t" r="r" b="b"/>
                <a:pathLst>
                  <a:path w="105250" h="105225" extrusionOk="0">
                    <a:moveTo>
                      <a:pt x="96399" y="105225"/>
                    </a:moveTo>
                    <a:lnTo>
                      <a:pt x="8852" y="105225"/>
                    </a:lnTo>
                    <a:cubicBezTo>
                      <a:pt x="3996" y="105225"/>
                      <a:pt x="0" y="101252"/>
                      <a:pt x="0" y="96376"/>
                    </a:cubicBezTo>
                    <a:lnTo>
                      <a:pt x="0" y="8849"/>
                    </a:lnTo>
                    <a:cubicBezTo>
                      <a:pt x="0" y="3973"/>
                      <a:pt x="3996" y="0"/>
                      <a:pt x="8852" y="0"/>
                    </a:cubicBezTo>
                    <a:lnTo>
                      <a:pt x="96399" y="0"/>
                    </a:lnTo>
                    <a:cubicBezTo>
                      <a:pt x="101291" y="0"/>
                      <a:pt x="105251" y="3973"/>
                      <a:pt x="105251" y="8849"/>
                    </a:cubicBezTo>
                    <a:lnTo>
                      <a:pt x="105251" y="96376"/>
                    </a:lnTo>
                    <a:cubicBezTo>
                      <a:pt x="105251" y="101252"/>
                      <a:pt x="101291" y="105225"/>
                      <a:pt x="96399" y="105225"/>
                    </a:cubicBezTo>
                    <a:close/>
                    <a:moveTo>
                      <a:pt x="13371" y="91881"/>
                    </a:moveTo>
                    <a:lnTo>
                      <a:pt x="91917" y="91881"/>
                    </a:lnTo>
                    <a:lnTo>
                      <a:pt x="91917" y="13348"/>
                    </a:lnTo>
                    <a:lnTo>
                      <a:pt x="13371" y="13348"/>
                    </a:lnTo>
                    <a:lnTo>
                      <a:pt x="13371" y="91881"/>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60" name="Google Shape;2760;p90"/>
              <p:cNvSpPr/>
              <p:nvPr/>
            </p:nvSpPr>
            <p:spPr>
              <a:xfrm>
                <a:off x="7518651" y="3756732"/>
                <a:ext cx="105250" cy="105225"/>
              </a:xfrm>
              <a:custGeom>
                <a:avLst/>
                <a:gdLst/>
                <a:ahLst/>
                <a:cxnLst/>
                <a:rect l="l" t="t" r="r" b="b"/>
                <a:pathLst>
                  <a:path w="105250" h="105225" extrusionOk="0">
                    <a:moveTo>
                      <a:pt x="96398" y="105225"/>
                    </a:moveTo>
                    <a:lnTo>
                      <a:pt x="8814" y="105225"/>
                    </a:lnTo>
                    <a:cubicBezTo>
                      <a:pt x="3959" y="105225"/>
                      <a:pt x="0" y="101260"/>
                      <a:pt x="0" y="96380"/>
                    </a:cubicBezTo>
                    <a:lnTo>
                      <a:pt x="0" y="8853"/>
                    </a:lnTo>
                    <a:cubicBezTo>
                      <a:pt x="0" y="3973"/>
                      <a:pt x="3959" y="0"/>
                      <a:pt x="8814" y="0"/>
                    </a:cubicBezTo>
                    <a:lnTo>
                      <a:pt x="96398" y="0"/>
                    </a:lnTo>
                    <a:cubicBezTo>
                      <a:pt x="101254" y="0"/>
                      <a:pt x="105250" y="3973"/>
                      <a:pt x="105250" y="8853"/>
                    </a:cubicBezTo>
                    <a:lnTo>
                      <a:pt x="105250" y="96380"/>
                    </a:lnTo>
                    <a:cubicBezTo>
                      <a:pt x="105250" y="101260"/>
                      <a:pt x="101254" y="105225"/>
                      <a:pt x="96398" y="105225"/>
                    </a:cubicBezTo>
                    <a:close/>
                    <a:moveTo>
                      <a:pt x="13334" y="91881"/>
                    </a:moveTo>
                    <a:lnTo>
                      <a:pt x="91879" y="91881"/>
                    </a:lnTo>
                    <a:lnTo>
                      <a:pt x="91879" y="13348"/>
                    </a:lnTo>
                    <a:lnTo>
                      <a:pt x="13334" y="13348"/>
                    </a:lnTo>
                    <a:lnTo>
                      <a:pt x="13334" y="91881"/>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61" name="Google Shape;2761;p90"/>
              <p:cNvSpPr/>
              <p:nvPr/>
            </p:nvSpPr>
            <p:spPr>
              <a:xfrm>
                <a:off x="7636189" y="3756732"/>
                <a:ext cx="105250" cy="105225"/>
              </a:xfrm>
              <a:custGeom>
                <a:avLst/>
                <a:gdLst/>
                <a:ahLst/>
                <a:cxnLst/>
                <a:rect l="l" t="t" r="r" b="b"/>
                <a:pathLst>
                  <a:path w="105250" h="105225" extrusionOk="0">
                    <a:moveTo>
                      <a:pt x="96398" y="105225"/>
                    </a:moveTo>
                    <a:lnTo>
                      <a:pt x="8852" y="105225"/>
                    </a:lnTo>
                    <a:cubicBezTo>
                      <a:pt x="3959" y="105225"/>
                      <a:pt x="0" y="101260"/>
                      <a:pt x="0" y="96380"/>
                    </a:cubicBezTo>
                    <a:lnTo>
                      <a:pt x="0" y="8853"/>
                    </a:lnTo>
                    <a:cubicBezTo>
                      <a:pt x="0" y="3973"/>
                      <a:pt x="3959" y="0"/>
                      <a:pt x="8852" y="0"/>
                    </a:cubicBezTo>
                    <a:lnTo>
                      <a:pt x="96398" y="0"/>
                    </a:lnTo>
                    <a:cubicBezTo>
                      <a:pt x="101291" y="0"/>
                      <a:pt x="105250" y="3973"/>
                      <a:pt x="105250" y="8853"/>
                    </a:cubicBezTo>
                    <a:lnTo>
                      <a:pt x="105250" y="96380"/>
                    </a:lnTo>
                    <a:cubicBezTo>
                      <a:pt x="105250" y="101260"/>
                      <a:pt x="101291" y="105225"/>
                      <a:pt x="96398" y="105225"/>
                    </a:cubicBezTo>
                    <a:close/>
                    <a:moveTo>
                      <a:pt x="13334" y="91881"/>
                    </a:moveTo>
                    <a:lnTo>
                      <a:pt x="91917" y="91881"/>
                    </a:lnTo>
                    <a:lnTo>
                      <a:pt x="91917" y="13348"/>
                    </a:lnTo>
                    <a:lnTo>
                      <a:pt x="13334" y="13348"/>
                    </a:lnTo>
                    <a:lnTo>
                      <a:pt x="13334" y="91881"/>
                    </a:ln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62" name="Google Shape;2762;p90"/>
              <p:cNvSpPr/>
              <p:nvPr/>
            </p:nvSpPr>
            <p:spPr>
              <a:xfrm>
                <a:off x="7507969" y="3885753"/>
                <a:ext cx="251174" cy="20024"/>
              </a:xfrm>
              <a:custGeom>
                <a:avLst/>
                <a:gdLst/>
                <a:ahLst/>
                <a:cxnLst/>
                <a:rect l="l" t="t" r="r" b="b"/>
                <a:pathLst>
                  <a:path w="251174" h="20024" extrusionOk="0">
                    <a:moveTo>
                      <a:pt x="241165" y="20024"/>
                    </a:moveTo>
                    <a:lnTo>
                      <a:pt x="10010" y="20024"/>
                    </a:lnTo>
                    <a:cubicBezTo>
                      <a:pt x="4482" y="20024"/>
                      <a:pt x="0" y="15540"/>
                      <a:pt x="0" y="10014"/>
                    </a:cubicBezTo>
                    <a:cubicBezTo>
                      <a:pt x="0" y="4484"/>
                      <a:pt x="4482" y="0"/>
                      <a:pt x="10010" y="0"/>
                    </a:cubicBezTo>
                    <a:lnTo>
                      <a:pt x="241165" y="0"/>
                    </a:lnTo>
                    <a:cubicBezTo>
                      <a:pt x="246693" y="0"/>
                      <a:pt x="251174" y="4484"/>
                      <a:pt x="251174" y="10014"/>
                    </a:cubicBezTo>
                    <a:cubicBezTo>
                      <a:pt x="251174" y="15540"/>
                      <a:pt x="246693" y="20024"/>
                      <a:pt x="241165" y="20024"/>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63" name="Google Shape;2763;p90"/>
              <p:cNvSpPr/>
              <p:nvPr/>
            </p:nvSpPr>
            <p:spPr>
              <a:xfrm>
                <a:off x="7543936" y="3785299"/>
                <a:ext cx="9449" cy="48482"/>
              </a:xfrm>
              <a:custGeom>
                <a:avLst/>
                <a:gdLst/>
                <a:ahLst/>
                <a:cxnLst/>
                <a:rect l="l" t="t" r="r" b="b"/>
                <a:pathLst>
                  <a:path w="9449" h="48482" extrusionOk="0">
                    <a:moveTo>
                      <a:pt x="4743" y="48483"/>
                    </a:moveTo>
                    <a:cubicBezTo>
                      <a:pt x="2129" y="48483"/>
                      <a:pt x="0" y="46373"/>
                      <a:pt x="0" y="43771"/>
                    </a:cubicBezTo>
                    <a:lnTo>
                      <a:pt x="0" y="4716"/>
                    </a:lnTo>
                    <a:cubicBezTo>
                      <a:pt x="0" y="2110"/>
                      <a:pt x="2129" y="0"/>
                      <a:pt x="4743" y="0"/>
                    </a:cubicBezTo>
                    <a:cubicBezTo>
                      <a:pt x="7321" y="0"/>
                      <a:pt x="9449" y="2110"/>
                      <a:pt x="9449" y="4716"/>
                    </a:cubicBezTo>
                    <a:lnTo>
                      <a:pt x="9449" y="43771"/>
                    </a:lnTo>
                    <a:cubicBezTo>
                      <a:pt x="9449" y="46373"/>
                      <a:pt x="7321" y="48483"/>
                      <a:pt x="4743" y="4848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64" name="Google Shape;2764;p90"/>
              <p:cNvSpPr/>
              <p:nvPr/>
            </p:nvSpPr>
            <p:spPr>
              <a:xfrm>
                <a:off x="7566533" y="3785299"/>
                <a:ext cx="9449" cy="48482"/>
              </a:xfrm>
              <a:custGeom>
                <a:avLst/>
                <a:gdLst/>
                <a:ahLst/>
                <a:cxnLst/>
                <a:rect l="l" t="t" r="r" b="b"/>
                <a:pathLst>
                  <a:path w="9449" h="48482" extrusionOk="0">
                    <a:moveTo>
                      <a:pt x="4743" y="48483"/>
                    </a:moveTo>
                    <a:cubicBezTo>
                      <a:pt x="2129" y="48483"/>
                      <a:pt x="0" y="46373"/>
                      <a:pt x="0" y="43771"/>
                    </a:cubicBezTo>
                    <a:lnTo>
                      <a:pt x="0" y="4716"/>
                    </a:lnTo>
                    <a:cubicBezTo>
                      <a:pt x="0" y="2110"/>
                      <a:pt x="2129" y="0"/>
                      <a:pt x="4743" y="0"/>
                    </a:cubicBezTo>
                    <a:cubicBezTo>
                      <a:pt x="7320" y="0"/>
                      <a:pt x="9449" y="2110"/>
                      <a:pt x="9449" y="4716"/>
                    </a:cubicBezTo>
                    <a:lnTo>
                      <a:pt x="9449" y="43771"/>
                    </a:lnTo>
                    <a:cubicBezTo>
                      <a:pt x="9449" y="46373"/>
                      <a:pt x="7320" y="48483"/>
                      <a:pt x="4743" y="4848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65" name="Google Shape;2765;p90"/>
              <p:cNvSpPr/>
              <p:nvPr/>
            </p:nvSpPr>
            <p:spPr>
              <a:xfrm>
                <a:off x="7589129" y="3785299"/>
                <a:ext cx="9449" cy="48482"/>
              </a:xfrm>
              <a:custGeom>
                <a:avLst/>
                <a:gdLst/>
                <a:ahLst/>
                <a:cxnLst/>
                <a:rect l="l" t="t" r="r" b="b"/>
                <a:pathLst>
                  <a:path w="9449" h="48482" extrusionOk="0">
                    <a:moveTo>
                      <a:pt x="4743" y="48483"/>
                    </a:moveTo>
                    <a:cubicBezTo>
                      <a:pt x="2129" y="48483"/>
                      <a:pt x="0" y="46373"/>
                      <a:pt x="0" y="43771"/>
                    </a:cubicBezTo>
                    <a:lnTo>
                      <a:pt x="0" y="4716"/>
                    </a:lnTo>
                    <a:cubicBezTo>
                      <a:pt x="0" y="2110"/>
                      <a:pt x="2129" y="0"/>
                      <a:pt x="4743" y="0"/>
                    </a:cubicBezTo>
                    <a:cubicBezTo>
                      <a:pt x="7320" y="0"/>
                      <a:pt x="9449" y="2110"/>
                      <a:pt x="9449" y="4716"/>
                    </a:cubicBezTo>
                    <a:lnTo>
                      <a:pt x="9449" y="43771"/>
                    </a:lnTo>
                    <a:cubicBezTo>
                      <a:pt x="9449" y="46373"/>
                      <a:pt x="7320" y="48483"/>
                      <a:pt x="4743" y="4848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66" name="Google Shape;2766;p90"/>
              <p:cNvSpPr/>
              <p:nvPr/>
            </p:nvSpPr>
            <p:spPr>
              <a:xfrm>
                <a:off x="7661512" y="3785299"/>
                <a:ext cx="9411" cy="48482"/>
              </a:xfrm>
              <a:custGeom>
                <a:avLst/>
                <a:gdLst/>
                <a:ahLst/>
                <a:cxnLst/>
                <a:rect l="l" t="t" r="r" b="b"/>
                <a:pathLst>
                  <a:path w="9411" h="48482" extrusionOk="0">
                    <a:moveTo>
                      <a:pt x="4706" y="48483"/>
                    </a:moveTo>
                    <a:cubicBezTo>
                      <a:pt x="2091" y="48483"/>
                      <a:pt x="0" y="46373"/>
                      <a:pt x="0" y="43771"/>
                    </a:cubicBezTo>
                    <a:lnTo>
                      <a:pt x="0" y="4716"/>
                    </a:lnTo>
                    <a:cubicBezTo>
                      <a:pt x="0" y="2110"/>
                      <a:pt x="2091" y="0"/>
                      <a:pt x="4706" y="0"/>
                    </a:cubicBezTo>
                    <a:cubicBezTo>
                      <a:pt x="7320" y="0"/>
                      <a:pt x="9412" y="2110"/>
                      <a:pt x="9412" y="4716"/>
                    </a:cubicBezTo>
                    <a:lnTo>
                      <a:pt x="9412" y="43771"/>
                    </a:lnTo>
                    <a:cubicBezTo>
                      <a:pt x="9412" y="46373"/>
                      <a:pt x="7320" y="48483"/>
                      <a:pt x="4706" y="4848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67" name="Google Shape;2767;p90"/>
              <p:cNvSpPr/>
              <p:nvPr/>
            </p:nvSpPr>
            <p:spPr>
              <a:xfrm>
                <a:off x="7684071" y="3785299"/>
                <a:ext cx="9449" cy="48482"/>
              </a:xfrm>
              <a:custGeom>
                <a:avLst/>
                <a:gdLst/>
                <a:ahLst/>
                <a:cxnLst/>
                <a:rect l="l" t="t" r="r" b="b"/>
                <a:pathLst>
                  <a:path w="9449" h="48482" extrusionOk="0">
                    <a:moveTo>
                      <a:pt x="4743" y="48483"/>
                    </a:moveTo>
                    <a:cubicBezTo>
                      <a:pt x="2129" y="48483"/>
                      <a:pt x="0" y="46373"/>
                      <a:pt x="0" y="43771"/>
                    </a:cubicBezTo>
                    <a:lnTo>
                      <a:pt x="0" y="4716"/>
                    </a:lnTo>
                    <a:cubicBezTo>
                      <a:pt x="0" y="2110"/>
                      <a:pt x="2129" y="0"/>
                      <a:pt x="4743" y="0"/>
                    </a:cubicBezTo>
                    <a:cubicBezTo>
                      <a:pt x="7321" y="0"/>
                      <a:pt x="9449" y="2110"/>
                      <a:pt x="9449" y="4716"/>
                    </a:cubicBezTo>
                    <a:lnTo>
                      <a:pt x="9449" y="43771"/>
                    </a:lnTo>
                    <a:cubicBezTo>
                      <a:pt x="9449" y="46373"/>
                      <a:pt x="7321" y="48483"/>
                      <a:pt x="4743" y="4848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68" name="Google Shape;2768;p90"/>
              <p:cNvSpPr/>
              <p:nvPr/>
            </p:nvSpPr>
            <p:spPr>
              <a:xfrm>
                <a:off x="7706705" y="3785299"/>
                <a:ext cx="9412" cy="48482"/>
              </a:xfrm>
              <a:custGeom>
                <a:avLst/>
                <a:gdLst/>
                <a:ahLst/>
                <a:cxnLst/>
                <a:rect l="l" t="t" r="r" b="b"/>
                <a:pathLst>
                  <a:path w="9412" h="48482" extrusionOk="0">
                    <a:moveTo>
                      <a:pt x="4706" y="48483"/>
                    </a:moveTo>
                    <a:cubicBezTo>
                      <a:pt x="2091" y="48483"/>
                      <a:pt x="0" y="46373"/>
                      <a:pt x="0" y="43771"/>
                    </a:cubicBezTo>
                    <a:lnTo>
                      <a:pt x="0" y="4716"/>
                    </a:lnTo>
                    <a:cubicBezTo>
                      <a:pt x="0" y="2110"/>
                      <a:pt x="2091" y="0"/>
                      <a:pt x="4706" y="0"/>
                    </a:cubicBezTo>
                    <a:cubicBezTo>
                      <a:pt x="7320" y="0"/>
                      <a:pt x="9412" y="2110"/>
                      <a:pt x="9412" y="4716"/>
                    </a:cubicBezTo>
                    <a:lnTo>
                      <a:pt x="9412" y="43771"/>
                    </a:lnTo>
                    <a:cubicBezTo>
                      <a:pt x="9412" y="46373"/>
                      <a:pt x="7320" y="48483"/>
                      <a:pt x="4706" y="48483"/>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69" name="Google Shape;2769;p90"/>
              <p:cNvSpPr/>
              <p:nvPr/>
            </p:nvSpPr>
            <p:spPr>
              <a:xfrm>
                <a:off x="7543936" y="3668918"/>
                <a:ext cx="9449" cy="48486"/>
              </a:xfrm>
              <a:custGeom>
                <a:avLst/>
                <a:gdLst/>
                <a:ahLst/>
                <a:cxnLst/>
                <a:rect l="l" t="t" r="r" b="b"/>
                <a:pathLst>
                  <a:path w="9449" h="48486" extrusionOk="0">
                    <a:moveTo>
                      <a:pt x="4743" y="48487"/>
                    </a:moveTo>
                    <a:cubicBezTo>
                      <a:pt x="2129" y="48487"/>
                      <a:pt x="0" y="46377"/>
                      <a:pt x="0" y="43775"/>
                    </a:cubicBezTo>
                    <a:lnTo>
                      <a:pt x="0" y="4716"/>
                    </a:lnTo>
                    <a:cubicBezTo>
                      <a:pt x="0" y="2110"/>
                      <a:pt x="2129" y="0"/>
                      <a:pt x="4743" y="0"/>
                    </a:cubicBezTo>
                    <a:cubicBezTo>
                      <a:pt x="7321" y="0"/>
                      <a:pt x="9449" y="2110"/>
                      <a:pt x="9449" y="4716"/>
                    </a:cubicBezTo>
                    <a:lnTo>
                      <a:pt x="9449" y="43775"/>
                    </a:lnTo>
                    <a:cubicBezTo>
                      <a:pt x="9449" y="46377"/>
                      <a:pt x="7321" y="48487"/>
                      <a:pt x="4743" y="48487"/>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70" name="Google Shape;2770;p90"/>
              <p:cNvSpPr/>
              <p:nvPr/>
            </p:nvSpPr>
            <p:spPr>
              <a:xfrm>
                <a:off x="7566533" y="3668918"/>
                <a:ext cx="9449" cy="48486"/>
              </a:xfrm>
              <a:custGeom>
                <a:avLst/>
                <a:gdLst/>
                <a:ahLst/>
                <a:cxnLst/>
                <a:rect l="l" t="t" r="r" b="b"/>
                <a:pathLst>
                  <a:path w="9449" h="48486" extrusionOk="0">
                    <a:moveTo>
                      <a:pt x="4743" y="48487"/>
                    </a:moveTo>
                    <a:cubicBezTo>
                      <a:pt x="2129" y="48487"/>
                      <a:pt x="0" y="46377"/>
                      <a:pt x="0" y="43775"/>
                    </a:cubicBezTo>
                    <a:lnTo>
                      <a:pt x="0" y="4716"/>
                    </a:lnTo>
                    <a:cubicBezTo>
                      <a:pt x="0" y="2110"/>
                      <a:pt x="2129" y="0"/>
                      <a:pt x="4743" y="0"/>
                    </a:cubicBezTo>
                    <a:cubicBezTo>
                      <a:pt x="7320" y="0"/>
                      <a:pt x="9449" y="2110"/>
                      <a:pt x="9449" y="4716"/>
                    </a:cubicBezTo>
                    <a:lnTo>
                      <a:pt x="9449" y="43775"/>
                    </a:lnTo>
                    <a:cubicBezTo>
                      <a:pt x="9449" y="46377"/>
                      <a:pt x="7320" y="48487"/>
                      <a:pt x="4743" y="48487"/>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sp>
            <p:nvSpPr>
              <p:cNvPr id="2771" name="Google Shape;2771;p90"/>
              <p:cNvSpPr/>
              <p:nvPr/>
            </p:nvSpPr>
            <p:spPr>
              <a:xfrm>
                <a:off x="7589129" y="3668918"/>
                <a:ext cx="9449" cy="48486"/>
              </a:xfrm>
              <a:custGeom>
                <a:avLst/>
                <a:gdLst/>
                <a:ahLst/>
                <a:cxnLst/>
                <a:rect l="l" t="t" r="r" b="b"/>
                <a:pathLst>
                  <a:path w="9449" h="48486" extrusionOk="0">
                    <a:moveTo>
                      <a:pt x="4743" y="48487"/>
                    </a:moveTo>
                    <a:cubicBezTo>
                      <a:pt x="2129" y="48487"/>
                      <a:pt x="0" y="46377"/>
                      <a:pt x="0" y="43775"/>
                    </a:cubicBezTo>
                    <a:lnTo>
                      <a:pt x="0" y="4716"/>
                    </a:lnTo>
                    <a:cubicBezTo>
                      <a:pt x="0" y="2110"/>
                      <a:pt x="2129" y="0"/>
                      <a:pt x="4743" y="0"/>
                    </a:cubicBezTo>
                    <a:cubicBezTo>
                      <a:pt x="7320" y="0"/>
                      <a:pt x="9449" y="2110"/>
                      <a:pt x="9449" y="4716"/>
                    </a:cubicBezTo>
                    <a:lnTo>
                      <a:pt x="9449" y="43775"/>
                    </a:lnTo>
                    <a:cubicBezTo>
                      <a:pt x="9449" y="46377"/>
                      <a:pt x="7320" y="48487"/>
                      <a:pt x="4743" y="48487"/>
                    </a:cubicBezTo>
                    <a:close/>
                  </a:path>
                </a:pathLst>
              </a:custGeom>
              <a:solidFill>
                <a:srgbClr val="29B5E8"/>
              </a:solidFill>
              <a:ln>
                <a:noFill/>
              </a:ln>
            </p:spPr>
            <p:txBody>
              <a:bodyPr spcFirstLastPara="1" wrap="square" lIns="74850" tIns="37425" rIns="74850" bIns="37425" anchor="ctr" anchorCtr="0">
                <a:noAutofit/>
              </a:bodyPr>
              <a:lstStyle/>
              <a:p>
                <a:pPr marL="0" marR="0" lvl="0" indent="0" algn="l" rtl="0">
                  <a:spcBef>
                    <a:spcPts val="0"/>
                  </a:spcBef>
                  <a:spcAft>
                    <a:spcPts val="0"/>
                  </a:spcAft>
                  <a:buNone/>
                </a:pPr>
                <a:endParaRPr sz="1528">
                  <a:solidFill>
                    <a:srgbClr val="262626"/>
                  </a:solidFill>
                  <a:latin typeface="Arial"/>
                  <a:ea typeface="Arial"/>
                  <a:cs typeface="Arial"/>
                  <a:sym typeface="Arial"/>
                </a:endParaRPr>
              </a:p>
            </p:txBody>
          </p:sp>
        </p:grpSp>
      </p:grpSp>
      <p:grpSp>
        <p:nvGrpSpPr>
          <p:cNvPr id="2772" name="Google Shape;2772;p90"/>
          <p:cNvGrpSpPr/>
          <p:nvPr/>
        </p:nvGrpSpPr>
        <p:grpSpPr>
          <a:xfrm>
            <a:off x="4720530" y="2274294"/>
            <a:ext cx="1669244" cy="270321"/>
            <a:chOff x="3505200" y="3009900"/>
            <a:chExt cx="5183989" cy="839506"/>
          </a:xfrm>
        </p:grpSpPr>
        <p:sp>
          <p:nvSpPr>
            <p:cNvPr id="2773" name="Google Shape;2773;p90"/>
            <p:cNvSpPr/>
            <p:nvPr/>
          </p:nvSpPr>
          <p:spPr>
            <a:xfrm>
              <a:off x="4543748" y="3013965"/>
              <a:ext cx="167506" cy="250569"/>
            </a:xfrm>
            <a:custGeom>
              <a:avLst/>
              <a:gdLst/>
              <a:ahLst/>
              <a:cxnLst/>
              <a:rect l="l" t="t" r="r" b="b"/>
              <a:pathLst>
                <a:path w="167506" h="250569" extrusionOk="0">
                  <a:moveTo>
                    <a:pt x="151733" y="47311"/>
                  </a:moveTo>
                  <a:cubicBezTo>
                    <a:pt x="150476" y="49794"/>
                    <a:pt x="149019" y="51541"/>
                    <a:pt x="147371" y="52553"/>
                  </a:cubicBezTo>
                  <a:cubicBezTo>
                    <a:pt x="145704" y="53583"/>
                    <a:pt x="143732" y="54080"/>
                    <a:pt x="141446" y="54080"/>
                  </a:cubicBezTo>
                  <a:cubicBezTo>
                    <a:pt x="139160" y="54080"/>
                    <a:pt x="136589" y="53215"/>
                    <a:pt x="133731" y="51468"/>
                  </a:cubicBezTo>
                  <a:cubicBezTo>
                    <a:pt x="130874" y="49702"/>
                    <a:pt x="127502" y="47752"/>
                    <a:pt x="123615" y="45618"/>
                  </a:cubicBezTo>
                  <a:cubicBezTo>
                    <a:pt x="119729" y="43466"/>
                    <a:pt x="115186" y="41516"/>
                    <a:pt x="109985" y="39769"/>
                  </a:cubicBezTo>
                  <a:cubicBezTo>
                    <a:pt x="104785" y="38003"/>
                    <a:pt x="98641" y="37138"/>
                    <a:pt x="91554" y="37138"/>
                  </a:cubicBezTo>
                  <a:cubicBezTo>
                    <a:pt x="85154" y="37138"/>
                    <a:pt x="79581" y="37893"/>
                    <a:pt x="74838" y="39419"/>
                  </a:cubicBezTo>
                  <a:cubicBezTo>
                    <a:pt x="70094" y="40946"/>
                    <a:pt x="66094" y="43062"/>
                    <a:pt x="62836" y="45784"/>
                  </a:cubicBezTo>
                  <a:cubicBezTo>
                    <a:pt x="59579" y="48488"/>
                    <a:pt x="57150" y="51744"/>
                    <a:pt x="55550" y="55533"/>
                  </a:cubicBezTo>
                  <a:cubicBezTo>
                    <a:pt x="53950" y="59322"/>
                    <a:pt x="53150" y="63461"/>
                    <a:pt x="53150" y="67986"/>
                  </a:cubicBezTo>
                  <a:cubicBezTo>
                    <a:pt x="53150" y="73743"/>
                    <a:pt x="54778" y="78563"/>
                    <a:pt x="58045" y="82389"/>
                  </a:cubicBezTo>
                  <a:cubicBezTo>
                    <a:pt x="61293" y="86233"/>
                    <a:pt x="65608" y="89526"/>
                    <a:pt x="70980" y="92230"/>
                  </a:cubicBezTo>
                  <a:cubicBezTo>
                    <a:pt x="76352" y="94934"/>
                    <a:pt x="82477" y="97381"/>
                    <a:pt x="89326" y="99514"/>
                  </a:cubicBezTo>
                  <a:cubicBezTo>
                    <a:pt x="96184" y="101667"/>
                    <a:pt x="103184" y="103948"/>
                    <a:pt x="110328" y="106376"/>
                  </a:cubicBezTo>
                  <a:cubicBezTo>
                    <a:pt x="117472" y="108822"/>
                    <a:pt x="124473" y="111637"/>
                    <a:pt x="131331" y="114856"/>
                  </a:cubicBezTo>
                  <a:cubicBezTo>
                    <a:pt x="138189" y="118075"/>
                    <a:pt x="144304" y="122157"/>
                    <a:pt x="149676" y="127069"/>
                  </a:cubicBezTo>
                  <a:cubicBezTo>
                    <a:pt x="155048" y="131980"/>
                    <a:pt x="159363" y="137996"/>
                    <a:pt x="162630" y="145114"/>
                  </a:cubicBezTo>
                  <a:cubicBezTo>
                    <a:pt x="165878" y="152233"/>
                    <a:pt x="167507" y="160878"/>
                    <a:pt x="167507" y="171051"/>
                  </a:cubicBezTo>
                  <a:cubicBezTo>
                    <a:pt x="167507" y="182142"/>
                    <a:pt x="165592" y="192498"/>
                    <a:pt x="161763" y="202173"/>
                  </a:cubicBezTo>
                  <a:cubicBezTo>
                    <a:pt x="157934" y="211831"/>
                    <a:pt x="152333" y="220256"/>
                    <a:pt x="144971" y="227430"/>
                  </a:cubicBezTo>
                  <a:cubicBezTo>
                    <a:pt x="137589" y="234603"/>
                    <a:pt x="128588" y="240250"/>
                    <a:pt x="117967" y="244371"/>
                  </a:cubicBezTo>
                  <a:cubicBezTo>
                    <a:pt x="107328" y="248510"/>
                    <a:pt x="95164" y="250570"/>
                    <a:pt x="81448" y="250570"/>
                  </a:cubicBezTo>
                  <a:cubicBezTo>
                    <a:pt x="73552" y="250570"/>
                    <a:pt x="65780" y="249797"/>
                    <a:pt x="58122" y="248271"/>
                  </a:cubicBezTo>
                  <a:cubicBezTo>
                    <a:pt x="50463" y="246744"/>
                    <a:pt x="43120" y="244573"/>
                    <a:pt x="36090" y="241740"/>
                  </a:cubicBezTo>
                  <a:cubicBezTo>
                    <a:pt x="29070" y="238926"/>
                    <a:pt x="22489" y="235541"/>
                    <a:pt x="16383" y="231587"/>
                  </a:cubicBezTo>
                  <a:cubicBezTo>
                    <a:pt x="10258" y="227632"/>
                    <a:pt x="4801" y="223217"/>
                    <a:pt x="0" y="218361"/>
                  </a:cubicBezTo>
                  <a:lnTo>
                    <a:pt x="13373" y="196490"/>
                  </a:lnTo>
                  <a:cubicBezTo>
                    <a:pt x="14630" y="194908"/>
                    <a:pt x="16145" y="193583"/>
                    <a:pt x="17917" y="192498"/>
                  </a:cubicBezTo>
                  <a:cubicBezTo>
                    <a:pt x="19688" y="191431"/>
                    <a:pt x="21660" y="190898"/>
                    <a:pt x="23832" y="190898"/>
                  </a:cubicBezTo>
                  <a:cubicBezTo>
                    <a:pt x="26689" y="190898"/>
                    <a:pt x="29775" y="192057"/>
                    <a:pt x="33090" y="194374"/>
                  </a:cubicBezTo>
                  <a:cubicBezTo>
                    <a:pt x="36405" y="196692"/>
                    <a:pt x="40319" y="199249"/>
                    <a:pt x="44834" y="202082"/>
                  </a:cubicBezTo>
                  <a:cubicBezTo>
                    <a:pt x="49349" y="204915"/>
                    <a:pt x="54664" y="207471"/>
                    <a:pt x="60779" y="209789"/>
                  </a:cubicBezTo>
                  <a:cubicBezTo>
                    <a:pt x="66894" y="212107"/>
                    <a:pt x="74238" y="213266"/>
                    <a:pt x="82810" y="213266"/>
                  </a:cubicBezTo>
                  <a:cubicBezTo>
                    <a:pt x="95955" y="213266"/>
                    <a:pt x="106128" y="210194"/>
                    <a:pt x="113328" y="204032"/>
                  </a:cubicBezTo>
                  <a:cubicBezTo>
                    <a:pt x="120529" y="197869"/>
                    <a:pt x="124139" y="189022"/>
                    <a:pt x="124139" y="177507"/>
                  </a:cubicBezTo>
                  <a:cubicBezTo>
                    <a:pt x="124139" y="171051"/>
                    <a:pt x="122501" y="165808"/>
                    <a:pt x="119244" y="161743"/>
                  </a:cubicBezTo>
                  <a:cubicBezTo>
                    <a:pt x="115995" y="157659"/>
                    <a:pt x="111671" y="154256"/>
                    <a:pt x="106299" y="151478"/>
                  </a:cubicBezTo>
                  <a:cubicBezTo>
                    <a:pt x="100927" y="148701"/>
                    <a:pt x="94812" y="146365"/>
                    <a:pt x="87954" y="144434"/>
                  </a:cubicBezTo>
                  <a:cubicBezTo>
                    <a:pt x="81096" y="142521"/>
                    <a:pt x="74124" y="140424"/>
                    <a:pt x="67037" y="138161"/>
                  </a:cubicBezTo>
                  <a:cubicBezTo>
                    <a:pt x="59950" y="135917"/>
                    <a:pt x="52978" y="133194"/>
                    <a:pt x="46130" y="130031"/>
                  </a:cubicBezTo>
                  <a:cubicBezTo>
                    <a:pt x="39262" y="126866"/>
                    <a:pt x="33147" y="122746"/>
                    <a:pt x="27775" y="117651"/>
                  </a:cubicBezTo>
                  <a:cubicBezTo>
                    <a:pt x="22403" y="112575"/>
                    <a:pt x="18088" y="106210"/>
                    <a:pt x="14830" y="98595"/>
                  </a:cubicBezTo>
                  <a:cubicBezTo>
                    <a:pt x="11573" y="90960"/>
                    <a:pt x="9944" y="81543"/>
                    <a:pt x="9944" y="70359"/>
                  </a:cubicBezTo>
                  <a:cubicBezTo>
                    <a:pt x="9944" y="61438"/>
                    <a:pt x="11744" y="52737"/>
                    <a:pt x="15345" y="44257"/>
                  </a:cubicBezTo>
                  <a:cubicBezTo>
                    <a:pt x="18955" y="35777"/>
                    <a:pt x="24203" y="28272"/>
                    <a:pt x="31118" y="21706"/>
                  </a:cubicBezTo>
                  <a:cubicBezTo>
                    <a:pt x="38033" y="15157"/>
                    <a:pt x="46520" y="9896"/>
                    <a:pt x="56579" y="5941"/>
                  </a:cubicBezTo>
                  <a:cubicBezTo>
                    <a:pt x="66637" y="1987"/>
                    <a:pt x="78124" y="0"/>
                    <a:pt x="91040" y="0"/>
                  </a:cubicBezTo>
                  <a:cubicBezTo>
                    <a:pt x="105670" y="0"/>
                    <a:pt x="119167" y="2263"/>
                    <a:pt x="131502" y="6788"/>
                  </a:cubicBezTo>
                  <a:cubicBezTo>
                    <a:pt x="143847" y="11313"/>
                    <a:pt x="154362" y="17640"/>
                    <a:pt x="163049" y="25771"/>
                  </a:cubicBezTo>
                  <a:lnTo>
                    <a:pt x="151733" y="47311"/>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74" name="Google Shape;2774;p90"/>
            <p:cNvSpPr/>
            <p:nvPr/>
          </p:nvSpPr>
          <p:spPr>
            <a:xfrm>
              <a:off x="4744173" y="3085170"/>
              <a:ext cx="153276" cy="176641"/>
            </a:xfrm>
            <a:custGeom>
              <a:avLst/>
              <a:gdLst/>
              <a:ahLst/>
              <a:cxnLst/>
              <a:rect l="l" t="t" r="r" b="b"/>
              <a:pathLst>
                <a:path w="153276" h="176641" extrusionOk="0">
                  <a:moveTo>
                    <a:pt x="0" y="176642"/>
                  </a:moveTo>
                  <a:lnTo>
                    <a:pt x="0" y="2722"/>
                  </a:lnTo>
                  <a:lnTo>
                    <a:pt x="25898" y="2722"/>
                  </a:lnTo>
                  <a:cubicBezTo>
                    <a:pt x="31375" y="2722"/>
                    <a:pt x="34976" y="5261"/>
                    <a:pt x="36690" y="10338"/>
                  </a:cubicBezTo>
                  <a:lnTo>
                    <a:pt x="39614" y="24078"/>
                  </a:lnTo>
                  <a:cubicBezTo>
                    <a:pt x="43148" y="20455"/>
                    <a:pt x="46891" y="17180"/>
                    <a:pt x="50835" y="14237"/>
                  </a:cubicBezTo>
                  <a:cubicBezTo>
                    <a:pt x="54778" y="11313"/>
                    <a:pt x="58950" y="8756"/>
                    <a:pt x="63351" y="6622"/>
                  </a:cubicBezTo>
                  <a:cubicBezTo>
                    <a:pt x="67751" y="4470"/>
                    <a:pt x="72466" y="2833"/>
                    <a:pt x="77505" y="1692"/>
                  </a:cubicBezTo>
                  <a:cubicBezTo>
                    <a:pt x="82525" y="570"/>
                    <a:pt x="88011" y="0"/>
                    <a:pt x="93964" y="0"/>
                  </a:cubicBezTo>
                  <a:cubicBezTo>
                    <a:pt x="103556" y="0"/>
                    <a:pt x="112071" y="1619"/>
                    <a:pt x="119501" y="4838"/>
                  </a:cubicBezTo>
                  <a:cubicBezTo>
                    <a:pt x="126930" y="8057"/>
                    <a:pt x="133131" y="12582"/>
                    <a:pt x="138103" y="18394"/>
                  </a:cubicBezTo>
                  <a:cubicBezTo>
                    <a:pt x="143075" y="24226"/>
                    <a:pt x="146847" y="31160"/>
                    <a:pt x="149419" y="39254"/>
                  </a:cubicBezTo>
                  <a:cubicBezTo>
                    <a:pt x="151990" y="47329"/>
                    <a:pt x="153276" y="56232"/>
                    <a:pt x="153276" y="65944"/>
                  </a:cubicBezTo>
                  <a:lnTo>
                    <a:pt x="153276" y="176642"/>
                  </a:lnTo>
                  <a:lnTo>
                    <a:pt x="110928" y="176642"/>
                  </a:lnTo>
                  <a:lnTo>
                    <a:pt x="110928" y="65944"/>
                  </a:lnTo>
                  <a:cubicBezTo>
                    <a:pt x="110928" y="55331"/>
                    <a:pt x="108452" y="47108"/>
                    <a:pt x="103470" y="41277"/>
                  </a:cubicBezTo>
                  <a:cubicBezTo>
                    <a:pt x="98498" y="35464"/>
                    <a:pt x="91040" y="32558"/>
                    <a:pt x="81096" y="32558"/>
                  </a:cubicBezTo>
                  <a:cubicBezTo>
                    <a:pt x="73781" y="32558"/>
                    <a:pt x="66923" y="34195"/>
                    <a:pt x="60522" y="37470"/>
                  </a:cubicBezTo>
                  <a:cubicBezTo>
                    <a:pt x="54121" y="40744"/>
                    <a:pt x="48063" y="45214"/>
                    <a:pt x="42348" y="50861"/>
                  </a:cubicBezTo>
                  <a:lnTo>
                    <a:pt x="42348" y="176642"/>
                  </a:lnTo>
                  <a:lnTo>
                    <a:pt x="0" y="176642"/>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75" name="Google Shape;2775;p90"/>
            <p:cNvSpPr/>
            <p:nvPr/>
          </p:nvSpPr>
          <p:spPr>
            <a:xfrm>
              <a:off x="4926939" y="3085170"/>
              <a:ext cx="174021" cy="179180"/>
            </a:xfrm>
            <a:custGeom>
              <a:avLst/>
              <a:gdLst/>
              <a:ahLst/>
              <a:cxnLst/>
              <a:rect l="l" t="t" r="r" b="b"/>
              <a:pathLst>
                <a:path w="174021" h="179180" extrusionOk="0">
                  <a:moveTo>
                    <a:pt x="87268" y="0"/>
                  </a:moveTo>
                  <a:cubicBezTo>
                    <a:pt x="100412" y="0"/>
                    <a:pt x="112328" y="2097"/>
                    <a:pt x="123015" y="6272"/>
                  </a:cubicBezTo>
                  <a:cubicBezTo>
                    <a:pt x="133702" y="10466"/>
                    <a:pt x="142818" y="16389"/>
                    <a:pt x="150362" y="24078"/>
                  </a:cubicBezTo>
                  <a:cubicBezTo>
                    <a:pt x="157905" y="31767"/>
                    <a:pt x="163735" y="41148"/>
                    <a:pt x="167859" y="52222"/>
                  </a:cubicBezTo>
                  <a:cubicBezTo>
                    <a:pt x="171964" y="63296"/>
                    <a:pt x="174022" y="75674"/>
                    <a:pt x="174022" y="89342"/>
                  </a:cubicBezTo>
                  <a:cubicBezTo>
                    <a:pt x="174022" y="103138"/>
                    <a:pt x="171964" y="115554"/>
                    <a:pt x="167859" y="126646"/>
                  </a:cubicBezTo>
                  <a:cubicBezTo>
                    <a:pt x="163735" y="137719"/>
                    <a:pt x="157905" y="147156"/>
                    <a:pt x="150362" y="154955"/>
                  </a:cubicBezTo>
                  <a:cubicBezTo>
                    <a:pt x="142818" y="162754"/>
                    <a:pt x="133702" y="168733"/>
                    <a:pt x="123015" y="172909"/>
                  </a:cubicBezTo>
                  <a:cubicBezTo>
                    <a:pt x="112328" y="177102"/>
                    <a:pt x="100412" y="179181"/>
                    <a:pt x="87268" y="179181"/>
                  </a:cubicBezTo>
                  <a:cubicBezTo>
                    <a:pt x="74124" y="179181"/>
                    <a:pt x="62179" y="177102"/>
                    <a:pt x="51435" y="172909"/>
                  </a:cubicBezTo>
                  <a:cubicBezTo>
                    <a:pt x="40691" y="168733"/>
                    <a:pt x="31518" y="162754"/>
                    <a:pt x="23917" y="154955"/>
                  </a:cubicBezTo>
                  <a:cubicBezTo>
                    <a:pt x="16316" y="147156"/>
                    <a:pt x="10430" y="137719"/>
                    <a:pt x="6258" y="126646"/>
                  </a:cubicBezTo>
                  <a:cubicBezTo>
                    <a:pt x="2086" y="115554"/>
                    <a:pt x="0" y="103138"/>
                    <a:pt x="0" y="89342"/>
                  </a:cubicBezTo>
                  <a:cubicBezTo>
                    <a:pt x="0" y="75674"/>
                    <a:pt x="2086" y="63296"/>
                    <a:pt x="6258" y="52222"/>
                  </a:cubicBezTo>
                  <a:cubicBezTo>
                    <a:pt x="10430" y="41148"/>
                    <a:pt x="16316" y="31767"/>
                    <a:pt x="23917" y="24078"/>
                  </a:cubicBezTo>
                  <a:cubicBezTo>
                    <a:pt x="31518" y="16389"/>
                    <a:pt x="40691" y="10466"/>
                    <a:pt x="51435" y="6272"/>
                  </a:cubicBezTo>
                  <a:cubicBezTo>
                    <a:pt x="62179" y="2097"/>
                    <a:pt x="74124" y="0"/>
                    <a:pt x="87268" y="0"/>
                  </a:cubicBezTo>
                  <a:close/>
                  <a:moveTo>
                    <a:pt x="87268" y="146972"/>
                  </a:moveTo>
                  <a:cubicBezTo>
                    <a:pt x="101898" y="146972"/>
                    <a:pt x="112728" y="142116"/>
                    <a:pt x="119758" y="132404"/>
                  </a:cubicBezTo>
                  <a:cubicBezTo>
                    <a:pt x="126787" y="122691"/>
                    <a:pt x="130302" y="108436"/>
                    <a:pt x="130302" y="89673"/>
                  </a:cubicBezTo>
                  <a:cubicBezTo>
                    <a:pt x="130302" y="70929"/>
                    <a:pt x="126787" y="56618"/>
                    <a:pt x="119758" y="46795"/>
                  </a:cubicBezTo>
                  <a:cubicBezTo>
                    <a:pt x="112728" y="36954"/>
                    <a:pt x="101898" y="32043"/>
                    <a:pt x="87268" y="32043"/>
                  </a:cubicBezTo>
                  <a:cubicBezTo>
                    <a:pt x="72409" y="32043"/>
                    <a:pt x="61436" y="36991"/>
                    <a:pt x="54350" y="46870"/>
                  </a:cubicBezTo>
                  <a:cubicBezTo>
                    <a:pt x="47263" y="56765"/>
                    <a:pt x="43720" y="71040"/>
                    <a:pt x="43720" y="89673"/>
                  </a:cubicBezTo>
                  <a:cubicBezTo>
                    <a:pt x="43720" y="108325"/>
                    <a:pt x="47263" y="122544"/>
                    <a:pt x="54350" y="132311"/>
                  </a:cubicBezTo>
                  <a:cubicBezTo>
                    <a:pt x="61436" y="142098"/>
                    <a:pt x="72409" y="146972"/>
                    <a:pt x="87268" y="146972"/>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76" name="Google Shape;2776;p90"/>
            <p:cNvSpPr/>
            <p:nvPr/>
          </p:nvSpPr>
          <p:spPr>
            <a:xfrm>
              <a:off x="5112619" y="3087543"/>
              <a:ext cx="268833" cy="174268"/>
            </a:xfrm>
            <a:custGeom>
              <a:avLst/>
              <a:gdLst/>
              <a:ahLst/>
              <a:cxnLst/>
              <a:rect l="l" t="t" r="r" b="b"/>
              <a:pathLst>
                <a:path w="268833" h="174268" extrusionOk="0">
                  <a:moveTo>
                    <a:pt x="0" y="350"/>
                  </a:moveTo>
                  <a:lnTo>
                    <a:pt x="33604" y="350"/>
                  </a:lnTo>
                  <a:cubicBezTo>
                    <a:pt x="36805" y="350"/>
                    <a:pt x="39481" y="1085"/>
                    <a:pt x="41662" y="2538"/>
                  </a:cubicBezTo>
                  <a:cubicBezTo>
                    <a:pt x="43834" y="4010"/>
                    <a:pt x="45206" y="5886"/>
                    <a:pt x="45777" y="8149"/>
                  </a:cubicBezTo>
                  <a:lnTo>
                    <a:pt x="70980" y="101041"/>
                  </a:lnTo>
                  <a:cubicBezTo>
                    <a:pt x="72352" y="106118"/>
                    <a:pt x="73466" y="111103"/>
                    <a:pt x="74324" y="115958"/>
                  </a:cubicBezTo>
                  <a:cubicBezTo>
                    <a:pt x="75181" y="120815"/>
                    <a:pt x="76000" y="125671"/>
                    <a:pt x="76810" y="130546"/>
                  </a:cubicBezTo>
                  <a:cubicBezTo>
                    <a:pt x="78067" y="125671"/>
                    <a:pt x="79410" y="120815"/>
                    <a:pt x="80839" y="115958"/>
                  </a:cubicBezTo>
                  <a:cubicBezTo>
                    <a:pt x="82268" y="111103"/>
                    <a:pt x="83782" y="106118"/>
                    <a:pt x="85382" y="101041"/>
                  </a:cubicBezTo>
                  <a:lnTo>
                    <a:pt x="114529" y="7799"/>
                  </a:lnTo>
                  <a:cubicBezTo>
                    <a:pt x="115214" y="5537"/>
                    <a:pt x="116586" y="3679"/>
                    <a:pt x="118643" y="2207"/>
                  </a:cubicBezTo>
                  <a:cubicBezTo>
                    <a:pt x="120701" y="736"/>
                    <a:pt x="123101" y="0"/>
                    <a:pt x="125844" y="0"/>
                  </a:cubicBezTo>
                  <a:lnTo>
                    <a:pt x="144532" y="0"/>
                  </a:lnTo>
                  <a:cubicBezTo>
                    <a:pt x="147618" y="0"/>
                    <a:pt x="150190" y="736"/>
                    <a:pt x="152248" y="2207"/>
                  </a:cubicBezTo>
                  <a:cubicBezTo>
                    <a:pt x="154305" y="3679"/>
                    <a:pt x="155677" y="5537"/>
                    <a:pt x="156362" y="7799"/>
                  </a:cubicBezTo>
                  <a:lnTo>
                    <a:pt x="185166" y="102733"/>
                  </a:lnTo>
                  <a:cubicBezTo>
                    <a:pt x="186652" y="107590"/>
                    <a:pt x="187995" y="112317"/>
                    <a:pt x="189195" y="116897"/>
                  </a:cubicBezTo>
                  <a:cubicBezTo>
                    <a:pt x="190395" y="121459"/>
                    <a:pt x="191567" y="126076"/>
                    <a:pt x="192710" y="130711"/>
                  </a:cubicBezTo>
                  <a:cubicBezTo>
                    <a:pt x="193500" y="125855"/>
                    <a:pt x="194396" y="120980"/>
                    <a:pt x="195367" y="116124"/>
                  </a:cubicBezTo>
                  <a:cubicBezTo>
                    <a:pt x="196339" y="111268"/>
                    <a:pt x="197568" y="106247"/>
                    <a:pt x="199054" y="101041"/>
                  </a:cubicBezTo>
                  <a:lnTo>
                    <a:pt x="225114" y="8149"/>
                  </a:lnTo>
                  <a:cubicBezTo>
                    <a:pt x="225685" y="5886"/>
                    <a:pt x="227057" y="4010"/>
                    <a:pt x="229229" y="2538"/>
                  </a:cubicBezTo>
                  <a:cubicBezTo>
                    <a:pt x="231400" y="1085"/>
                    <a:pt x="233915" y="350"/>
                    <a:pt x="236772" y="350"/>
                  </a:cubicBezTo>
                  <a:lnTo>
                    <a:pt x="268834" y="350"/>
                  </a:lnTo>
                  <a:lnTo>
                    <a:pt x="213112" y="174269"/>
                  </a:lnTo>
                  <a:lnTo>
                    <a:pt x="178994" y="174269"/>
                  </a:lnTo>
                  <a:cubicBezTo>
                    <a:pt x="175336" y="174269"/>
                    <a:pt x="172707" y="171786"/>
                    <a:pt x="171107" y="166819"/>
                  </a:cubicBezTo>
                  <a:lnTo>
                    <a:pt x="139389" y="66294"/>
                  </a:lnTo>
                  <a:cubicBezTo>
                    <a:pt x="138360" y="63019"/>
                    <a:pt x="137417" y="59709"/>
                    <a:pt x="136560" y="56379"/>
                  </a:cubicBezTo>
                  <a:cubicBezTo>
                    <a:pt x="135703" y="53031"/>
                    <a:pt x="134988" y="49739"/>
                    <a:pt x="134417" y="46446"/>
                  </a:cubicBezTo>
                  <a:cubicBezTo>
                    <a:pt x="133731" y="49849"/>
                    <a:pt x="132988" y="53215"/>
                    <a:pt x="132188" y="56544"/>
                  </a:cubicBezTo>
                  <a:cubicBezTo>
                    <a:pt x="131388" y="59874"/>
                    <a:pt x="130473" y="63240"/>
                    <a:pt x="129445" y="66625"/>
                  </a:cubicBezTo>
                  <a:lnTo>
                    <a:pt x="97384" y="166819"/>
                  </a:lnTo>
                  <a:cubicBezTo>
                    <a:pt x="95783" y="171786"/>
                    <a:pt x="92688" y="174269"/>
                    <a:pt x="88125" y="174269"/>
                  </a:cubicBezTo>
                  <a:lnTo>
                    <a:pt x="55721" y="174269"/>
                  </a:lnTo>
                  <a:lnTo>
                    <a:pt x="0" y="350"/>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77" name="Google Shape;2777;p90"/>
            <p:cNvSpPr/>
            <p:nvPr/>
          </p:nvSpPr>
          <p:spPr>
            <a:xfrm>
              <a:off x="5386597" y="3011592"/>
              <a:ext cx="181222" cy="250219"/>
            </a:xfrm>
            <a:custGeom>
              <a:avLst/>
              <a:gdLst/>
              <a:ahLst/>
              <a:cxnLst/>
              <a:rect l="l" t="t" r="r" b="b"/>
              <a:pathLst>
                <a:path w="181222" h="250219" extrusionOk="0">
                  <a:moveTo>
                    <a:pt x="26232" y="250220"/>
                  </a:moveTo>
                  <a:lnTo>
                    <a:pt x="26232" y="107828"/>
                  </a:lnTo>
                  <a:lnTo>
                    <a:pt x="10973" y="105456"/>
                  </a:lnTo>
                  <a:cubicBezTo>
                    <a:pt x="7649" y="104885"/>
                    <a:pt x="4991" y="103764"/>
                    <a:pt x="2991" y="102052"/>
                  </a:cubicBezTo>
                  <a:cubicBezTo>
                    <a:pt x="991" y="100360"/>
                    <a:pt x="0" y="97988"/>
                    <a:pt x="0" y="94934"/>
                  </a:cubicBezTo>
                  <a:lnTo>
                    <a:pt x="0" y="77827"/>
                  </a:lnTo>
                  <a:lnTo>
                    <a:pt x="26232" y="77827"/>
                  </a:lnTo>
                  <a:lnTo>
                    <a:pt x="26232" y="70524"/>
                  </a:lnTo>
                  <a:cubicBezTo>
                    <a:pt x="26232" y="61272"/>
                    <a:pt x="27689" y="52388"/>
                    <a:pt x="30604" y="43908"/>
                  </a:cubicBezTo>
                  <a:cubicBezTo>
                    <a:pt x="33509" y="35446"/>
                    <a:pt x="38005" y="27960"/>
                    <a:pt x="44063" y="21448"/>
                  </a:cubicBezTo>
                  <a:cubicBezTo>
                    <a:pt x="50111" y="14955"/>
                    <a:pt x="57779" y="9749"/>
                    <a:pt x="67037" y="5849"/>
                  </a:cubicBezTo>
                  <a:cubicBezTo>
                    <a:pt x="76286" y="1950"/>
                    <a:pt x="87268" y="0"/>
                    <a:pt x="99955" y="0"/>
                  </a:cubicBezTo>
                  <a:cubicBezTo>
                    <a:pt x="110357" y="0"/>
                    <a:pt x="120215" y="349"/>
                    <a:pt x="129521" y="1030"/>
                  </a:cubicBezTo>
                  <a:cubicBezTo>
                    <a:pt x="138846" y="1711"/>
                    <a:pt x="148123" y="2042"/>
                    <a:pt x="157391" y="2042"/>
                  </a:cubicBezTo>
                  <a:lnTo>
                    <a:pt x="181223" y="2042"/>
                  </a:lnTo>
                  <a:lnTo>
                    <a:pt x="181223" y="250220"/>
                  </a:lnTo>
                  <a:lnTo>
                    <a:pt x="139036" y="250220"/>
                  </a:lnTo>
                  <a:lnTo>
                    <a:pt x="139036" y="30516"/>
                  </a:lnTo>
                  <a:lnTo>
                    <a:pt x="106642" y="30516"/>
                  </a:lnTo>
                  <a:cubicBezTo>
                    <a:pt x="93831" y="30516"/>
                    <a:pt x="84068" y="34011"/>
                    <a:pt x="77324" y="40965"/>
                  </a:cubicBezTo>
                  <a:cubicBezTo>
                    <a:pt x="70580" y="47936"/>
                    <a:pt x="67199" y="57814"/>
                    <a:pt x="67199" y="70635"/>
                  </a:cubicBezTo>
                  <a:lnTo>
                    <a:pt x="67199" y="77827"/>
                  </a:lnTo>
                  <a:lnTo>
                    <a:pt x="108861" y="77827"/>
                  </a:lnTo>
                  <a:lnTo>
                    <a:pt x="108861" y="107663"/>
                  </a:lnTo>
                  <a:lnTo>
                    <a:pt x="68580" y="107663"/>
                  </a:lnTo>
                  <a:lnTo>
                    <a:pt x="68580" y="250220"/>
                  </a:lnTo>
                  <a:lnTo>
                    <a:pt x="26232" y="250220"/>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78" name="Google Shape;2778;p90"/>
            <p:cNvSpPr/>
            <p:nvPr/>
          </p:nvSpPr>
          <p:spPr>
            <a:xfrm>
              <a:off x="5608100" y="3084673"/>
              <a:ext cx="146589" cy="179861"/>
            </a:xfrm>
            <a:custGeom>
              <a:avLst/>
              <a:gdLst/>
              <a:ahLst/>
              <a:cxnLst/>
              <a:rect l="l" t="t" r="r" b="b"/>
              <a:pathLst>
                <a:path w="146589" h="179861" extrusionOk="0">
                  <a:moveTo>
                    <a:pt x="146590" y="177139"/>
                  </a:moveTo>
                  <a:lnTo>
                    <a:pt x="127559" y="177139"/>
                  </a:lnTo>
                  <a:cubicBezTo>
                    <a:pt x="123558" y="177139"/>
                    <a:pt x="120415" y="176550"/>
                    <a:pt x="118139" y="175355"/>
                  </a:cubicBezTo>
                  <a:cubicBezTo>
                    <a:pt x="115853" y="174177"/>
                    <a:pt x="114129" y="171786"/>
                    <a:pt x="112995" y="168162"/>
                  </a:cubicBezTo>
                  <a:lnTo>
                    <a:pt x="109214" y="155783"/>
                  </a:lnTo>
                  <a:cubicBezTo>
                    <a:pt x="104766" y="159738"/>
                    <a:pt x="100394" y="163214"/>
                    <a:pt x="96098" y="166213"/>
                  </a:cubicBezTo>
                  <a:cubicBezTo>
                    <a:pt x="91812" y="169211"/>
                    <a:pt x="87382" y="171713"/>
                    <a:pt x="82820" y="173755"/>
                  </a:cubicBezTo>
                  <a:cubicBezTo>
                    <a:pt x="78238" y="175796"/>
                    <a:pt x="73390" y="177304"/>
                    <a:pt x="68247" y="178335"/>
                  </a:cubicBezTo>
                  <a:cubicBezTo>
                    <a:pt x="63103" y="179346"/>
                    <a:pt x="57379" y="179861"/>
                    <a:pt x="51102" y="179861"/>
                  </a:cubicBezTo>
                  <a:cubicBezTo>
                    <a:pt x="43663" y="179861"/>
                    <a:pt x="36814" y="178868"/>
                    <a:pt x="30528" y="176881"/>
                  </a:cubicBezTo>
                  <a:cubicBezTo>
                    <a:pt x="24232" y="174895"/>
                    <a:pt x="18831" y="171915"/>
                    <a:pt x="14316" y="167960"/>
                  </a:cubicBezTo>
                  <a:cubicBezTo>
                    <a:pt x="9801" y="163987"/>
                    <a:pt x="6296" y="159057"/>
                    <a:pt x="3772" y="153153"/>
                  </a:cubicBezTo>
                  <a:cubicBezTo>
                    <a:pt x="1257" y="147248"/>
                    <a:pt x="0" y="140406"/>
                    <a:pt x="0" y="132569"/>
                  </a:cubicBezTo>
                  <a:cubicBezTo>
                    <a:pt x="0" y="126003"/>
                    <a:pt x="1743" y="119509"/>
                    <a:pt x="5229" y="113090"/>
                  </a:cubicBezTo>
                  <a:cubicBezTo>
                    <a:pt x="8725" y="106688"/>
                    <a:pt x="14516" y="100912"/>
                    <a:pt x="22631" y="95744"/>
                  </a:cubicBezTo>
                  <a:cubicBezTo>
                    <a:pt x="30747" y="90593"/>
                    <a:pt x="41558" y="86307"/>
                    <a:pt x="55045" y="82904"/>
                  </a:cubicBezTo>
                  <a:cubicBezTo>
                    <a:pt x="68523" y="79501"/>
                    <a:pt x="85277" y="77809"/>
                    <a:pt x="105270" y="77809"/>
                  </a:cubicBezTo>
                  <a:lnTo>
                    <a:pt x="105270" y="67563"/>
                  </a:lnTo>
                  <a:cubicBezTo>
                    <a:pt x="105270" y="55827"/>
                    <a:pt x="102784" y="47145"/>
                    <a:pt x="97812" y="41498"/>
                  </a:cubicBezTo>
                  <a:cubicBezTo>
                    <a:pt x="92850" y="35869"/>
                    <a:pt x="85620" y="33055"/>
                    <a:pt x="76133" y="33055"/>
                  </a:cubicBezTo>
                  <a:cubicBezTo>
                    <a:pt x="69275" y="33055"/>
                    <a:pt x="63551" y="33846"/>
                    <a:pt x="58988" y="35428"/>
                  </a:cubicBezTo>
                  <a:cubicBezTo>
                    <a:pt x="54407" y="37009"/>
                    <a:pt x="50435" y="38794"/>
                    <a:pt x="47073" y="40762"/>
                  </a:cubicBezTo>
                  <a:cubicBezTo>
                    <a:pt x="43691" y="42749"/>
                    <a:pt x="40577" y="44515"/>
                    <a:pt x="37719" y="46097"/>
                  </a:cubicBezTo>
                  <a:cubicBezTo>
                    <a:pt x="34871" y="47679"/>
                    <a:pt x="31728" y="48469"/>
                    <a:pt x="28289" y="48469"/>
                  </a:cubicBezTo>
                  <a:cubicBezTo>
                    <a:pt x="25432" y="48469"/>
                    <a:pt x="22984" y="47734"/>
                    <a:pt x="20926" y="46263"/>
                  </a:cubicBezTo>
                  <a:cubicBezTo>
                    <a:pt x="18869" y="44809"/>
                    <a:pt x="17202" y="42988"/>
                    <a:pt x="15945" y="40854"/>
                  </a:cubicBezTo>
                  <a:lnTo>
                    <a:pt x="8239" y="27463"/>
                  </a:lnTo>
                  <a:cubicBezTo>
                    <a:pt x="28470" y="9142"/>
                    <a:pt x="52864" y="0"/>
                    <a:pt x="81439" y="0"/>
                  </a:cubicBezTo>
                  <a:cubicBezTo>
                    <a:pt x="91726" y="0"/>
                    <a:pt x="100898" y="1655"/>
                    <a:pt x="108966" y="4985"/>
                  </a:cubicBezTo>
                  <a:cubicBezTo>
                    <a:pt x="117024" y="8333"/>
                    <a:pt x="123844" y="12968"/>
                    <a:pt x="129445" y="18891"/>
                  </a:cubicBezTo>
                  <a:cubicBezTo>
                    <a:pt x="135046" y="24833"/>
                    <a:pt x="139303" y="31914"/>
                    <a:pt x="142218" y="40174"/>
                  </a:cubicBezTo>
                  <a:cubicBezTo>
                    <a:pt x="145142" y="48415"/>
                    <a:pt x="146590" y="57464"/>
                    <a:pt x="146590" y="67287"/>
                  </a:cubicBezTo>
                  <a:lnTo>
                    <a:pt x="146590" y="177139"/>
                  </a:lnTo>
                  <a:close/>
                  <a:moveTo>
                    <a:pt x="64294" y="151038"/>
                  </a:moveTo>
                  <a:cubicBezTo>
                    <a:pt x="68647" y="151038"/>
                    <a:pt x="72638" y="150650"/>
                    <a:pt x="76295" y="149860"/>
                  </a:cubicBezTo>
                  <a:cubicBezTo>
                    <a:pt x="79953" y="149087"/>
                    <a:pt x="83410" y="147929"/>
                    <a:pt x="86668" y="146365"/>
                  </a:cubicBezTo>
                  <a:cubicBezTo>
                    <a:pt x="89935" y="144802"/>
                    <a:pt x="93069" y="142888"/>
                    <a:pt x="96098" y="140607"/>
                  </a:cubicBezTo>
                  <a:cubicBezTo>
                    <a:pt x="99136" y="138327"/>
                    <a:pt x="102184" y="135622"/>
                    <a:pt x="105270" y="132514"/>
                  </a:cubicBezTo>
                  <a:lnTo>
                    <a:pt x="105270" y="103396"/>
                  </a:lnTo>
                  <a:cubicBezTo>
                    <a:pt x="92926" y="103396"/>
                    <a:pt x="82610" y="104168"/>
                    <a:pt x="74324" y="105714"/>
                  </a:cubicBezTo>
                  <a:cubicBezTo>
                    <a:pt x="66037" y="107240"/>
                    <a:pt x="59388" y="109209"/>
                    <a:pt x="54359" y="111600"/>
                  </a:cubicBezTo>
                  <a:cubicBezTo>
                    <a:pt x="49321" y="113991"/>
                    <a:pt x="45749" y="116768"/>
                    <a:pt x="43644" y="119969"/>
                  </a:cubicBezTo>
                  <a:cubicBezTo>
                    <a:pt x="41520" y="123151"/>
                    <a:pt x="40472" y="126628"/>
                    <a:pt x="40472" y="130380"/>
                  </a:cubicBezTo>
                  <a:cubicBezTo>
                    <a:pt x="40472" y="137775"/>
                    <a:pt x="42663" y="143073"/>
                    <a:pt x="47073" y="146255"/>
                  </a:cubicBezTo>
                  <a:cubicBezTo>
                    <a:pt x="51464" y="149436"/>
                    <a:pt x="57207" y="151038"/>
                    <a:pt x="64294" y="15103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79" name="Google Shape;2779;p90"/>
            <p:cNvSpPr/>
            <p:nvPr/>
          </p:nvSpPr>
          <p:spPr>
            <a:xfrm>
              <a:off x="5796867" y="3009900"/>
              <a:ext cx="162363" cy="251912"/>
            </a:xfrm>
            <a:custGeom>
              <a:avLst/>
              <a:gdLst/>
              <a:ahLst/>
              <a:cxnLst/>
              <a:rect l="l" t="t" r="r" b="b"/>
              <a:pathLst>
                <a:path w="162363" h="251912" extrusionOk="0">
                  <a:moveTo>
                    <a:pt x="42348" y="0"/>
                  </a:moveTo>
                  <a:lnTo>
                    <a:pt x="42348" y="144268"/>
                  </a:lnTo>
                  <a:lnTo>
                    <a:pt x="50235" y="144268"/>
                  </a:lnTo>
                  <a:cubicBezTo>
                    <a:pt x="53092" y="144268"/>
                    <a:pt x="55321" y="143881"/>
                    <a:pt x="56921" y="143091"/>
                  </a:cubicBezTo>
                  <a:cubicBezTo>
                    <a:pt x="58522" y="142300"/>
                    <a:pt x="60236" y="140828"/>
                    <a:pt x="62065" y="138676"/>
                  </a:cubicBezTo>
                  <a:lnTo>
                    <a:pt x="105785" y="85277"/>
                  </a:lnTo>
                  <a:cubicBezTo>
                    <a:pt x="107728" y="83014"/>
                    <a:pt x="109785" y="81230"/>
                    <a:pt x="111957" y="79942"/>
                  </a:cubicBezTo>
                  <a:cubicBezTo>
                    <a:pt x="114129" y="78636"/>
                    <a:pt x="116986" y="77993"/>
                    <a:pt x="120529" y="77993"/>
                  </a:cubicBezTo>
                  <a:lnTo>
                    <a:pt x="159287" y="77993"/>
                  </a:lnTo>
                  <a:lnTo>
                    <a:pt x="104584" y="142576"/>
                  </a:lnTo>
                  <a:cubicBezTo>
                    <a:pt x="102641" y="144948"/>
                    <a:pt x="100641" y="147119"/>
                    <a:pt x="98584" y="149105"/>
                  </a:cubicBezTo>
                  <a:cubicBezTo>
                    <a:pt x="96536" y="151074"/>
                    <a:pt x="94297" y="152803"/>
                    <a:pt x="91897" y="154275"/>
                  </a:cubicBezTo>
                  <a:cubicBezTo>
                    <a:pt x="94297" y="155966"/>
                    <a:pt x="96412" y="157954"/>
                    <a:pt x="98241" y="160198"/>
                  </a:cubicBezTo>
                  <a:cubicBezTo>
                    <a:pt x="100070" y="162460"/>
                    <a:pt x="101898" y="164888"/>
                    <a:pt x="103727" y="167501"/>
                  </a:cubicBezTo>
                  <a:lnTo>
                    <a:pt x="162363" y="251912"/>
                  </a:lnTo>
                  <a:lnTo>
                    <a:pt x="124130" y="251912"/>
                  </a:lnTo>
                  <a:cubicBezTo>
                    <a:pt x="120815" y="251912"/>
                    <a:pt x="118015" y="251361"/>
                    <a:pt x="115729" y="250221"/>
                  </a:cubicBezTo>
                  <a:cubicBezTo>
                    <a:pt x="113443" y="249098"/>
                    <a:pt x="111385" y="247166"/>
                    <a:pt x="109557" y="244462"/>
                  </a:cubicBezTo>
                  <a:lnTo>
                    <a:pt x="64818" y="178519"/>
                  </a:lnTo>
                  <a:cubicBezTo>
                    <a:pt x="63094" y="175906"/>
                    <a:pt x="61379" y="174214"/>
                    <a:pt x="59674" y="173424"/>
                  </a:cubicBezTo>
                  <a:cubicBezTo>
                    <a:pt x="57950" y="172632"/>
                    <a:pt x="55378" y="172246"/>
                    <a:pt x="51949" y="172246"/>
                  </a:cubicBezTo>
                  <a:lnTo>
                    <a:pt x="42348" y="172246"/>
                  </a:lnTo>
                  <a:lnTo>
                    <a:pt x="42348" y="251912"/>
                  </a:lnTo>
                  <a:lnTo>
                    <a:pt x="0" y="251912"/>
                  </a:lnTo>
                  <a:lnTo>
                    <a:pt x="0" y="0"/>
                  </a:lnTo>
                  <a:lnTo>
                    <a:pt x="42348" y="0"/>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80" name="Google Shape;2780;p90"/>
            <p:cNvSpPr/>
            <p:nvPr/>
          </p:nvSpPr>
          <p:spPr>
            <a:xfrm>
              <a:off x="5963335" y="3085170"/>
              <a:ext cx="160658" cy="179180"/>
            </a:xfrm>
            <a:custGeom>
              <a:avLst/>
              <a:gdLst/>
              <a:ahLst/>
              <a:cxnLst/>
              <a:rect l="l" t="t" r="r" b="b"/>
              <a:pathLst>
                <a:path w="160658" h="179180" extrusionOk="0">
                  <a:moveTo>
                    <a:pt x="84525" y="0"/>
                  </a:moveTo>
                  <a:cubicBezTo>
                    <a:pt x="95621" y="0"/>
                    <a:pt x="105823" y="1766"/>
                    <a:pt x="115129" y="5261"/>
                  </a:cubicBezTo>
                  <a:cubicBezTo>
                    <a:pt x="124454" y="8756"/>
                    <a:pt x="132483" y="13869"/>
                    <a:pt x="139227" y="20602"/>
                  </a:cubicBezTo>
                  <a:cubicBezTo>
                    <a:pt x="145971" y="27334"/>
                    <a:pt x="151219" y="35575"/>
                    <a:pt x="155000" y="45342"/>
                  </a:cubicBezTo>
                  <a:cubicBezTo>
                    <a:pt x="158763" y="55128"/>
                    <a:pt x="160658" y="66293"/>
                    <a:pt x="160658" y="78839"/>
                  </a:cubicBezTo>
                  <a:cubicBezTo>
                    <a:pt x="160658" y="82002"/>
                    <a:pt x="160506" y="84633"/>
                    <a:pt x="160230" y="86711"/>
                  </a:cubicBezTo>
                  <a:cubicBezTo>
                    <a:pt x="159934" y="88809"/>
                    <a:pt x="159430" y="90446"/>
                    <a:pt x="158687" y="91623"/>
                  </a:cubicBezTo>
                  <a:cubicBezTo>
                    <a:pt x="157934" y="92819"/>
                    <a:pt x="156944" y="93665"/>
                    <a:pt x="155677" y="94180"/>
                  </a:cubicBezTo>
                  <a:cubicBezTo>
                    <a:pt x="154419" y="94676"/>
                    <a:pt x="152819" y="94934"/>
                    <a:pt x="150876" y="94934"/>
                  </a:cubicBezTo>
                  <a:lnTo>
                    <a:pt x="42177" y="94934"/>
                  </a:lnTo>
                  <a:cubicBezTo>
                    <a:pt x="43444" y="112795"/>
                    <a:pt x="48301" y="125910"/>
                    <a:pt x="56750" y="134261"/>
                  </a:cubicBezTo>
                  <a:cubicBezTo>
                    <a:pt x="65208" y="142631"/>
                    <a:pt x="76419" y="146807"/>
                    <a:pt x="90364" y="146807"/>
                  </a:cubicBezTo>
                  <a:cubicBezTo>
                    <a:pt x="97212" y="146807"/>
                    <a:pt x="103137" y="146015"/>
                    <a:pt x="108109" y="144433"/>
                  </a:cubicBezTo>
                  <a:cubicBezTo>
                    <a:pt x="113081" y="142852"/>
                    <a:pt x="117424" y="141104"/>
                    <a:pt x="121130" y="139191"/>
                  </a:cubicBezTo>
                  <a:cubicBezTo>
                    <a:pt x="124854" y="137260"/>
                    <a:pt x="128111" y="135513"/>
                    <a:pt x="130912" y="133930"/>
                  </a:cubicBezTo>
                  <a:cubicBezTo>
                    <a:pt x="133712" y="132348"/>
                    <a:pt x="136427" y="131557"/>
                    <a:pt x="139055" y="131557"/>
                  </a:cubicBezTo>
                  <a:cubicBezTo>
                    <a:pt x="140770" y="131557"/>
                    <a:pt x="142247" y="131889"/>
                    <a:pt x="143513" y="132569"/>
                  </a:cubicBezTo>
                  <a:cubicBezTo>
                    <a:pt x="144771" y="133249"/>
                    <a:pt x="145857" y="134206"/>
                    <a:pt x="146771" y="135457"/>
                  </a:cubicBezTo>
                  <a:lnTo>
                    <a:pt x="159115" y="150706"/>
                  </a:lnTo>
                  <a:cubicBezTo>
                    <a:pt x="154419" y="156132"/>
                    <a:pt x="149171" y="160694"/>
                    <a:pt x="143332" y="164355"/>
                  </a:cubicBezTo>
                  <a:cubicBezTo>
                    <a:pt x="137513" y="168034"/>
                    <a:pt x="131416" y="170977"/>
                    <a:pt x="125073" y="173166"/>
                  </a:cubicBezTo>
                  <a:cubicBezTo>
                    <a:pt x="118729" y="175373"/>
                    <a:pt x="112281" y="176937"/>
                    <a:pt x="105709" y="177838"/>
                  </a:cubicBezTo>
                  <a:cubicBezTo>
                    <a:pt x="99136" y="178739"/>
                    <a:pt x="92764" y="179181"/>
                    <a:pt x="86582" y="179181"/>
                  </a:cubicBezTo>
                  <a:cubicBezTo>
                    <a:pt x="74352" y="179181"/>
                    <a:pt x="62989" y="177176"/>
                    <a:pt x="52464" y="173166"/>
                  </a:cubicBezTo>
                  <a:cubicBezTo>
                    <a:pt x="41958" y="169155"/>
                    <a:pt x="32814" y="163232"/>
                    <a:pt x="25032" y="155378"/>
                  </a:cubicBezTo>
                  <a:cubicBezTo>
                    <a:pt x="17269" y="147524"/>
                    <a:pt x="11144" y="137793"/>
                    <a:pt x="6696" y="126205"/>
                  </a:cubicBezTo>
                  <a:cubicBezTo>
                    <a:pt x="2239" y="114635"/>
                    <a:pt x="0" y="101207"/>
                    <a:pt x="0" y="85957"/>
                  </a:cubicBezTo>
                  <a:cubicBezTo>
                    <a:pt x="0" y="74093"/>
                    <a:pt x="1953" y="62927"/>
                    <a:pt x="5839" y="52480"/>
                  </a:cubicBezTo>
                  <a:cubicBezTo>
                    <a:pt x="9725" y="42013"/>
                    <a:pt x="15297" y="32926"/>
                    <a:pt x="22555" y="25182"/>
                  </a:cubicBezTo>
                  <a:cubicBezTo>
                    <a:pt x="29804" y="17438"/>
                    <a:pt x="38671" y="11313"/>
                    <a:pt x="49130" y="6788"/>
                  </a:cubicBezTo>
                  <a:cubicBezTo>
                    <a:pt x="59579" y="2262"/>
                    <a:pt x="71390" y="0"/>
                    <a:pt x="84525" y="0"/>
                  </a:cubicBezTo>
                  <a:close/>
                  <a:moveTo>
                    <a:pt x="85382" y="30001"/>
                  </a:moveTo>
                  <a:cubicBezTo>
                    <a:pt x="73038" y="30001"/>
                    <a:pt x="63389" y="33459"/>
                    <a:pt x="56407" y="40357"/>
                  </a:cubicBezTo>
                  <a:cubicBezTo>
                    <a:pt x="49444" y="47237"/>
                    <a:pt x="44977" y="57023"/>
                    <a:pt x="43044" y="69678"/>
                  </a:cubicBezTo>
                  <a:lnTo>
                    <a:pt x="122596" y="69678"/>
                  </a:lnTo>
                  <a:cubicBezTo>
                    <a:pt x="122596" y="64252"/>
                    <a:pt x="121844" y="59138"/>
                    <a:pt x="120358" y="54337"/>
                  </a:cubicBezTo>
                  <a:cubicBezTo>
                    <a:pt x="118882" y="49537"/>
                    <a:pt x="116596" y="45324"/>
                    <a:pt x="113500" y="41700"/>
                  </a:cubicBezTo>
                  <a:cubicBezTo>
                    <a:pt x="110414" y="38095"/>
                    <a:pt x="106537" y="35244"/>
                    <a:pt x="101851" y="33147"/>
                  </a:cubicBezTo>
                  <a:cubicBezTo>
                    <a:pt x="97165" y="31050"/>
                    <a:pt x="91669" y="30001"/>
                    <a:pt x="85382" y="30001"/>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81" name="Google Shape;2781;p90"/>
            <p:cNvSpPr/>
            <p:nvPr/>
          </p:nvSpPr>
          <p:spPr>
            <a:xfrm>
              <a:off x="6227016" y="3016687"/>
              <a:ext cx="209168" cy="245124"/>
            </a:xfrm>
            <a:custGeom>
              <a:avLst/>
              <a:gdLst/>
              <a:ahLst/>
              <a:cxnLst/>
              <a:rect l="l" t="t" r="r" b="b"/>
              <a:pathLst>
                <a:path w="209168" h="245124" extrusionOk="0">
                  <a:moveTo>
                    <a:pt x="209169" y="245124"/>
                  </a:moveTo>
                  <a:lnTo>
                    <a:pt x="162706" y="245124"/>
                  </a:lnTo>
                  <a:lnTo>
                    <a:pt x="162706" y="137995"/>
                  </a:lnTo>
                  <a:lnTo>
                    <a:pt x="46463" y="137995"/>
                  </a:lnTo>
                  <a:lnTo>
                    <a:pt x="46463" y="245124"/>
                  </a:lnTo>
                  <a:lnTo>
                    <a:pt x="0" y="245124"/>
                  </a:lnTo>
                  <a:lnTo>
                    <a:pt x="0" y="0"/>
                  </a:lnTo>
                  <a:lnTo>
                    <a:pt x="46463" y="0"/>
                  </a:lnTo>
                  <a:lnTo>
                    <a:pt x="46463" y="105437"/>
                  </a:lnTo>
                  <a:lnTo>
                    <a:pt x="162706" y="105437"/>
                  </a:lnTo>
                  <a:lnTo>
                    <a:pt x="162706" y="0"/>
                  </a:lnTo>
                  <a:lnTo>
                    <a:pt x="209169" y="0"/>
                  </a:lnTo>
                  <a:lnTo>
                    <a:pt x="209169" y="245124"/>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82" name="Google Shape;2782;p90"/>
            <p:cNvSpPr/>
            <p:nvPr/>
          </p:nvSpPr>
          <p:spPr>
            <a:xfrm>
              <a:off x="6471675" y="3085170"/>
              <a:ext cx="174021" cy="179180"/>
            </a:xfrm>
            <a:custGeom>
              <a:avLst/>
              <a:gdLst/>
              <a:ahLst/>
              <a:cxnLst/>
              <a:rect l="l" t="t" r="r" b="b"/>
              <a:pathLst>
                <a:path w="174021" h="179180" extrusionOk="0">
                  <a:moveTo>
                    <a:pt x="87268" y="0"/>
                  </a:moveTo>
                  <a:cubicBezTo>
                    <a:pt x="100412" y="0"/>
                    <a:pt x="112328" y="2097"/>
                    <a:pt x="123015" y="6272"/>
                  </a:cubicBezTo>
                  <a:cubicBezTo>
                    <a:pt x="133702" y="10466"/>
                    <a:pt x="142818" y="16389"/>
                    <a:pt x="150361" y="24078"/>
                  </a:cubicBezTo>
                  <a:cubicBezTo>
                    <a:pt x="157905" y="31767"/>
                    <a:pt x="163735" y="41148"/>
                    <a:pt x="167849" y="52222"/>
                  </a:cubicBezTo>
                  <a:cubicBezTo>
                    <a:pt x="171964" y="63296"/>
                    <a:pt x="174022" y="75674"/>
                    <a:pt x="174022" y="89342"/>
                  </a:cubicBezTo>
                  <a:cubicBezTo>
                    <a:pt x="174022" y="103138"/>
                    <a:pt x="171964" y="115554"/>
                    <a:pt x="167849" y="126646"/>
                  </a:cubicBezTo>
                  <a:cubicBezTo>
                    <a:pt x="163735" y="137719"/>
                    <a:pt x="157905" y="147156"/>
                    <a:pt x="150361" y="154955"/>
                  </a:cubicBezTo>
                  <a:cubicBezTo>
                    <a:pt x="142818" y="162754"/>
                    <a:pt x="133702" y="168733"/>
                    <a:pt x="123015" y="172909"/>
                  </a:cubicBezTo>
                  <a:cubicBezTo>
                    <a:pt x="112328" y="177102"/>
                    <a:pt x="100412" y="179181"/>
                    <a:pt x="87268" y="179181"/>
                  </a:cubicBezTo>
                  <a:cubicBezTo>
                    <a:pt x="74123" y="179181"/>
                    <a:pt x="62179" y="177102"/>
                    <a:pt x="51435" y="172909"/>
                  </a:cubicBezTo>
                  <a:cubicBezTo>
                    <a:pt x="40691" y="168733"/>
                    <a:pt x="31518" y="162754"/>
                    <a:pt x="23917" y="154955"/>
                  </a:cubicBezTo>
                  <a:cubicBezTo>
                    <a:pt x="16307" y="147156"/>
                    <a:pt x="10430" y="137719"/>
                    <a:pt x="6258" y="126646"/>
                  </a:cubicBezTo>
                  <a:cubicBezTo>
                    <a:pt x="2076" y="115554"/>
                    <a:pt x="0" y="103138"/>
                    <a:pt x="0" y="89342"/>
                  </a:cubicBezTo>
                  <a:cubicBezTo>
                    <a:pt x="0" y="75674"/>
                    <a:pt x="2076" y="63296"/>
                    <a:pt x="6258" y="52222"/>
                  </a:cubicBezTo>
                  <a:cubicBezTo>
                    <a:pt x="10430" y="41148"/>
                    <a:pt x="16307" y="31767"/>
                    <a:pt x="23917" y="24078"/>
                  </a:cubicBezTo>
                  <a:cubicBezTo>
                    <a:pt x="31518" y="16389"/>
                    <a:pt x="40691" y="10466"/>
                    <a:pt x="51435" y="6272"/>
                  </a:cubicBezTo>
                  <a:cubicBezTo>
                    <a:pt x="62179" y="2097"/>
                    <a:pt x="74123" y="0"/>
                    <a:pt x="87268" y="0"/>
                  </a:cubicBezTo>
                  <a:close/>
                  <a:moveTo>
                    <a:pt x="87268" y="146972"/>
                  </a:moveTo>
                  <a:cubicBezTo>
                    <a:pt x="101898" y="146972"/>
                    <a:pt x="112728" y="142116"/>
                    <a:pt x="119758" y="132404"/>
                  </a:cubicBezTo>
                  <a:cubicBezTo>
                    <a:pt x="126787" y="122691"/>
                    <a:pt x="130302" y="108436"/>
                    <a:pt x="130302" y="89673"/>
                  </a:cubicBezTo>
                  <a:cubicBezTo>
                    <a:pt x="130302" y="70929"/>
                    <a:pt x="126787" y="56618"/>
                    <a:pt x="119758" y="46795"/>
                  </a:cubicBezTo>
                  <a:cubicBezTo>
                    <a:pt x="112728" y="36954"/>
                    <a:pt x="101898" y="32043"/>
                    <a:pt x="87268" y="32043"/>
                  </a:cubicBezTo>
                  <a:cubicBezTo>
                    <a:pt x="72409" y="32043"/>
                    <a:pt x="61436" y="36991"/>
                    <a:pt x="54350" y="46870"/>
                  </a:cubicBezTo>
                  <a:cubicBezTo>
                    <a:pt x="47254" y="56765"/>
                    <a:pt x="43720" y="71040"/>
                    <a:pt x="43720" y="89673"/>
                  </a:cubicBezTo>
                  <a:cubicBezTo>
                    <a:pt x="43720" y="108325"/>
                    <a:pt x="47254" y="122544"/>
                    <a:pt x="54350" y="132311"/>
                  </a:cubicBezTo>
                  <a:cubicBezTo>
                    <a:pt x="61436" y="142098"/>
                    <a:pt x="72409" y="146972"/>
                    <a:pt x="87268" y="146972"/>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83" name="Google Shape;2783;p90"/>
            <p:cNvSpPr/>
            <p:nvPr/>
          </p:nvSpPr>
          <p:spPr>
            <a:xfrm>
              <a:off x="6678787" y="3084673"/>
              <a:ext cx="112128" cy="177138"/>
            </a:xfrm>
            <a:custGeom>
              <a:avLst/>
              <a:gdLst/>
              <a:ahLst/>
              <a:cxnLst/>
              <a:rect l="l" t="t" r="r" b="b"/>
              <a:pathLst>
                <a:path w="112128" h="177138" extrusionOk="0">
                  <a:moveTo>
                    <a:pt x="0" y="177139"/>
                  </a:moveTo>
                  <a:lnTo>
                    <a:pt x="0" y="3219"/>
                  </a:lnTo>
                  <a:lnTo>
                    <a:pt x="24860" y="3219"/>
                  </a:lnTo>
                  <a:cubicBezTo>
                    <a:pt x="29204" y="3219"/>
                    <a:pt x="32233" y="4010"/>
                    <a:pt x="33947" y="5592"/>
                  </a:cubicBezTo>
                  <a:cubicBezTo>
                    <a:pt x="35661" y="7174"/>
                    <a:pt x="36805" y="9878"/>
                    <a:pt x="37376" y="13722"/>
                  </a:cubicBezTo>
                  <a:lnTo>
                    <a:pt x="39948" y="34747"/>
                  </a:lnTo>
                  <a:cubicBezTo>
                    <a:pt x="46225" y="24005"/>
                    <a:pt x="53607" y="15525"/>
                    <a:pt x="62056" y="9308"/>
                  </a:cubicBezTo>
                  <a:cubicBezTo>
                    <a:pt x="70523" y="3109"/>
                    <a:pt x="80001" y="0"/>
                    <a:pt x="90526" y="0"/>
                  </a:cubicBezTo>
                  <a:cubicBezTo>
                    <a:pt x="99213" y="0"/>
                    <a:pt x="106413" y="1968"/>
                    <a:pt x="112128" y="5923"/>
                  </a:cubicBezTo>
                  <a:lnTo>
                    <a:pt x="106642" y="37285"/>
                  </a:lnTo>
                  <a:cubicBezTo>
                    <a:pt x="106299" y="39327"/>
                    <a:pt x="105556" y="40762"/>
                    <a:pt x="104413" y="41608"/>
                  </a:cubicBezTo>
                  <a:cubicBezTo>
                    <a:pt x="103270" y="42455"/>
                    <a:pt x="101718" y="42878"/>
                    <a:pt x="99774" y="42878"/>
                  </a:cubicBezTo>
                  <a:cubicBezTo>
                    <a:pt x="98069" y="42878"/>
                    <a:pt x="95726" y="42492"/>
                    <a:pt x="92755" y="41700"/>
                  </a:cubicBezTo>
                  <a:cubicBezTo>
                    <a:pt x="89783" y="40909"/>
                    <a:pt x="85830" y="40504"/>
                    <a:pt x="80924" y="40504"/>
                  </a:cubicBezTo>
                  <a:cubicBezTo>
                    <a:pt x="72123" y="40504"/>
                    <a:pt x="64579" y="42914"/>
                    <a:pt x="58293" y="47716"/>
                  </a:cubicBezTo>
                  <a:cubicBezTo>
                    <a:pt x="52006" y="52516"/>
                    <a:pt x="46692" y="59562"/>
                    <a:pt x="42348" y="68814"/>
                  </a:cubicBezTo>
                  <a:lnTo>
                    <a:pt x="42348" y="177139"/>
                  </a:lnTo>
                  <a:lnTo>
                    <a:pt x="0" y="177139"/>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84" name="Google Shape;2784;p90"/>
            <p:cNvSpPr/>
            <p:nvPr/>
          </p:nvSpPr>
          <p:spPr>
            <a:xfrm>
              <a:off x="6816118" y="3010415"/>
              <a:ext cx="54178" cy="251397"/>
            </a:xfrm>
            <a:custGeom>
              <a:avLst/>
              <a:gdLst/>
              <a:ahLst/>
              <a:cxnLst/>
              <a:rect l="l" t="t" r="r" b="b"/>
              <a:pathLst>
                <a:path w="54178" h="251397" extrusionOk="0">
                  <a:moveTo>
                    <a:pt x="54178" y="26782"/>
                  </a:moveTo>
                  <a:cubicBezTo>
                    <a:pt x="54178" y="30406"/>
                    <a:pt x="53435" y="33791"/>
                    <a:pt x="51949" y="36955"/>
                  </a:cubicBezTo>
                  <a:cubicBezTo>
                    <a:pt x="50463" y="40118"/>
                    <a:pt x="48492" y="42896"/>
                    <a:pt x="46034" y="45269"/>
                  </a:cubicBezTo>
                  <a:cubicBezTo>
                    <a:pt x="43577" y="47642"/>
                    <a:pt x="40691" y="49536"/>
                    <a:pt x="37376" y="50934"/>
                  </a:cubicBezTo>
                  <a:cubicBezTo>
                    <a:pt x="34061" y="52351"/>
                    <a:pt x="30518" y="53068"/>
                    <a:pt x="26746" y="53068"/>
                  </a:cubicBezTo>
                  <a:cubicBezTo>
                    <a:pt x="23089" y="53068"/>
                    <a:pt x="19631" y="52351"/>
                    <a:pt x="16364" y="50934"/>
                  </a:cubicBezTo>
                  <a:cubicBezTo>
                    <a:pt x="13116" y="49536"/>
                    <a:pt x="10287" y="47642"/>
                    <a:pt x="7887" y="45269"/>
                  </a:cubicBezTo>
                  <a:cubicBezTo>
                    <a:pt x="5486" y="42896"/>
                    <a:pt x="3572" y="40118"/>
                    <a:pt x="2143" y="36955"/>
                  </a:cubicBezTo>
                  <a:cubicBezTo>
                    <a:pt x="714" y="33791"/>
                    <a:pt x="0" y="30406"/>
                    <a:pt x="0" y="26782"/>
                  </a:cubicBezTo>
                  <a:cubicBezTo>
                    <a:pt x="0" y="23048"/>
                    <a:pt x="714" y="19553"/>
                    <a:pt x="2143" y="16279"/>
                  </a:cubicBezTo>
                  <a:cubicBezTo>
                    <a:pt x="3572" y="13005"/>
                    <a:pt x="5486" y="10172"/>
                    <a:pt x="7887" y="7799"/>
                  </a:cubicBezTo>
                  <a:cubicBezTo>
                    <a:pt x="10287" y="5426"/>
                    <a:pt x="13116" y="3532"/>
                    <a:pt x="16364" y="2115"/>
                  </a:cubicBezTo>
                  <a:cubicBezTo>
                    <a:pt x="19631" y="699"/>
                    <a:pt x="23089" y="0"/>
                    <a:pt x="26746" y="0"/>
                  </a:cubicBezTo>
                  <a:cubicBezTo>
                    <a:pt x="30518" y="0"/>
                    <a:pt x="34061" y="699"/>
                    <a:pt x="37376" y="2115"/>
                  </a:cubicBezTo>
                  <a:cubicBezTo>
                    <a:pt x="40691" y="3532"/>
                    <a:pt x="43577" y="5426"/>
                    <a:pt x="46034" y="7799"/>
                  </a:cubicBezTo>
                  <a:cubicBezTo>
                    <a:pt x="48492" y="10172"/>
                    <a:pt x="50463" y="13005"/>
                    <a:pt x="51949" y="16279"/>
                  </a:cubicBezTo>
                  <a:cubicBezTo>
                    <a:pt x="53435" y="19553"/>
                    <a:pt x="54178" y="23048"/>
                    <a:pt x="54178" y="26782"/>
                  </a:cubicBezTo>
                  <a:close/>
                  <a:moveTo>
                    <a:pt x="47835" y="77478"/>
                  </a:moveTo>
                  <a:lnTo>
                    <a:pt x="47835" y="251397"/>
                  </a:lnTo>
                  <a:lnTo>
                    <a:pt x="5486" y="251397"/>
                  </a:lnTo>
                  <a:lnTo>
                    <a:pt x="5486" y="77478"/>
                  </a:lnTo>
                  <a:lnTo>
                    <a:pt x="47835" y="77478"/>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85" name="Google Shape;2785;p90"/>
            <p:cNvSpPr/>
            <p:nvPr/>
          </p:nvSpPr>
          <p:spPr>
            <a:xfrm>
              <a:off x="6900643" y="3087892"/>
              <a:ext cx="138360" cy="173919"/>
            </a:xfrm>
            <a:custGeom>
              <a:avLst/>
              <a:gdLst/>
              <a:ahLst/>
              <a:cxnLst/>
              <a:rect l="l" t="t" r="r" b="b"/>
              <a:pathLst>
                <a:path w="138360" h="173919" extrusionOk="0">
                  <a:moveTo>
                    <a:pt x="138360" y="17291"/>
                  </a:moveTo>
                  <a:cubicBezTo>
                    <a:pt x="138360" y="20234"/>
                    <a:pt x="137808" y="23085"/>
                    <a:pt x="136722" y="25844"/>
                  </a:cubicBezTo>
                  <a:cubicBezTo>
                    <a:pt x="135646" y="28622"/>
                    <a:pt x="134350" y="30958"/>
                    <a:pt x="132874" y="32889"/>
                  </a:cubicBezTo>
                  <a:lnTo>
                    <a:pt x="49206" y="141711"/>
                  </a:lnTo>
                  <a:lnTo>
                    <a:pt x="135960" y="141711"/>
                  </a:lnTo>
                  <a:lnTo>
                    <a:pt x="135960" y="173919"/>
                  </a:lnTo>
                  <a:lnTo>
                    <a:pt x="0" y="173919"/>
                  </a:lnTo>
                  <a:lnTo>
                    <a:pt x="0" y="156463"/>
                  </a:lnTo>
                  <a:cubicBezTo>
                    <a:pt x="0" y="154550"/>
                    <a:pt x="457" y="152252"/>
                    <a:pt x="1362" y="149602"/>
                  </a:cubicBezTo>
                  <a:cubicBezTo>
                    <a:pt x="2286" y="146935"/>
                    <a:pt x="3705" y="144434"/>
                    <a:pt x="5648" y="142060"/>
                  </a:cubicBezTo>
                  <a:lnTo>
                    <a:pt x="90011" y="32024"/>
                  </a:lnTo>
                  <a:lnTo>
                    <a:pt x="4962" y="32024"/>
                  </a:lnTo>
                  <a:lnTo>
                    <a:pt x="4962" y="0"/>
                  </a:lnTo>
                  <a:lnTo>
                    <a:pt x="138360" y="0"/>
                  </a:lnTo>
                  <a:lnTo>
                    <a:pt x="138360" y="17291"/>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86" name="Google Shape;2786;p90"/>
            <p:cNvSpPr/>
            <p:nvPr/>
          </p:nvSpPr>
          <p:spPr>
            <a:xfrm>
              <a:off x="7060606" y="3085170"/>
              <a:ext cx="174021" cy="179180"/>
            </a:xfrm>
            <a:custGeom>
              <a:avLst/>
              <a:gdLst/>
              <a:ahLst/>
              <a:cxnLst/>
              <a:rect l="l" t="t" r="r" b="b"/>
              <a:pathLst>
                <a:path w="174021" h="179180" extrusionOk="0">
                  <a:moveTo>
                    <a:pt x="87268" y="0"/>
                  </a:moveTo>
                  <a:cubicBezTo>
                    <a:pt x="100412" y="0"/>
                    <a:pt x="112328" y="2097"/>
                    <a:pt x="123015" y="6272"/>
                  </a:cubicBezTo>
                  <a:cubicBezTo>
                    <a:pt x="133703" y="10466"/>
                    <a:pt x="142818" y="16389"/>
                    <a:pt x="150362" y="24078"/>
                  </a:cubicBezTo>
                  <a:cubicBezTo>
                    <a:pt x="157905" y="31767"/>
                    <a:pt x="163735" y="41148"/>
                    <a:pt x="167850" y="52222"/>
                  </a:cubicBezTo>
                  <a:cubicBezTo>
                    <a:pt x="171965" y="63296"/>
                    <a:pt x="174022" y="75674"/>
                    <a:pt x="174022" y="89342"/>
                  </a:cubicBezTo>
                  <a:cubicBezTo>
                    <a:pt x="174022" y="103138"/>
                    <a:pt x="171965" y="115554"/>
                    <a:pt x="167850" y="126646"/>
                  </a:cubicBezTo>
                  <a:cubicBezTo>
                    <a:pt x="163735" y="137719"/>
                    <a:pt x="157905" y="147156"/>
                    <a:pt x="150362" y="154955"/>
                  </a:cubicBezTo>
                  <a:cubicBezTo>
                    <a:pt x="142818" y="162754"/>
                    <a:pt x="133703" y="168733"/>
                    <a:pt x="123015" y="172909"/>
                  </a:cubicBezTo>
                  <a:cubicBezTo>
                    <a:pt x="112328" y="177102"/>
                    <a:pt x="100412" y="179181"/>
                    <a:pt x="87268" y="179181"/>
                  </a:cubicBezTo>
                  <a:cubicBezTo>
                    <a:pt x="74124" y="179181"/>
                    <a:pt x="62179" y="177102"/>
                    <a:pt x="51435" y="172909"/>
                  </a:cubicBezTo>
                  <a:cubicBezTo>
                    <a:pt x="40691" y="168733"/>
                    <a:pt x="31518" y="162754"/>
                    <a:pt x="23917" y="154955"/>
                  </a:cubicBezTo>
                  <a:cubicBezTo>
                    <a:pt x="16316" y="147156"/>
                    <a:pt x="10430" y="137719"/>
                    <a:pt x="6258" y="126646"/>
                  </a:cubicBezTo>
                  <a:cubicBezTo>
                    <a:pt x="2077" y="115554"/>
                    <a:pt x="0" y="103138"/>
                    <a:pt x="0" y="89342"/>
                  </a:cubicBezTo>
                  <a:cubicBezTo>
                    <a:pt x="0" y="75674"/>
                    <a:pt x="2077" y="63296"/>
                    <a:pt x="6258" y="52222"/>
                  </a:cubicBezTo>
                  <a:cubicBezTo>
                    <a:pt x="10430" y="41148"/>
                    <a:pt x="16316" y="31767"/>
                    <a:pt x="23917" y="24078"/>
                  </a:cubicBezTo>
                  <a:cubicBezTo>
                    <a:pt x="31518" y="16389"/>
                    <a:pt x="40691" y="10466"/>
                    <a:pt x="51435" y="6272"/>
                  </a:cubicBezTo>
                  <a:cubicBezTo>
                    <a:pt x="62179" y="2097"/>
                    <a:pt x="74124" y="0"/>
                    <a:pt x="87268" y="0"/>
                  </a:cubicBezTo>
                  <a:close/>
                  <a:moveTo>
                    <a:pt x="87268" y="146972"/>
                  </a:moveTo>
                  <a:cubicBezTo>
                    <a:pt x="101898" y="146972"/>
                    <a:pt x="112728" y="142116"/>
                    <a:pt x="119758" y="132404"/>
                  </a:cubicBezTo>
                  <a:cubicBezTo>
                    <a:pt x="126787" y="122691"/>
                    <a:pt x="130302" y="108436"/>
                    <a:pt x="130302" y="89673"/>
                  </a:cubicBezTo>
                  <a:cubicBezTo>
                    <a:pt x="130302" y="70929"/>
                    <a:pt x="126787" y="56618"/>
                    <a:pt x="119758" y="46795"/>
                  </a:cubicBezTo>
                  <a:cubicBezTo>
                    <a:pt x="112728" y="36954"/>
                    <a:pt x="101898" y="32043"/>
                    <a:pt x="87268" y="32043"/>
                  </a:cubicBezTo>
                  <a:cubicBezTo>
                    <a:pt x="72409" y="32043"/>
                    <a:pt x="61436" y="36991"/>
                    <a:pt x="54350" y="46870"/>
                  </a:cubicBezTo>
                  <a:cubicBezTo>
                    <a:pt x="47263" y="56765"/>
                    <a:pt x="43720" y="71040"/>
                    <a:pt x="43720" y="89673"/>
                  </a:cubicBezTo>
                  <a:cubicBezTo>
                    <a:pt x="43720" y="108325"/>
                    <a:pt x="47263" y="122544"/>
                    <a:pt x="54350" y="132311"/>
                  </a:cubicBezTo>
                  <a:cubicBezTo>
                    <a:pt x="61436" y="142098"/>
                    <a:pt x="72409" y="146972"/>
                    <a:pt x="87268" y="146972"/>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87" name="Google Shape;2787;p90"/>
            <p:cNvSpPr/>
            <p:nvPr/>
          </p:nvSpPr>
          <p:spPr>
            <a:xfrm>
              <a:off x="7267718" y="3085170"/>
              <a:ext cx="153276" cy="176641"/>
            </a:xfrm>
            <a:custGeom>
              <a:avLst/>
              <a:gdLst/>
              <a:ahLst/>
              <a:cxnLst/>
              <a:rect l="l" t="t" r="r" b="b"/>
              <a:pathLst>
                <a:path w="153276" h="176641" extrusionOk="0">
                  <a:moveTo>
                    <a:pt x="0" y="176642"/>
                  </a:moveTo>
                  <a:lnTo>
                    <a:pt x="0" y="2722"/>
                  </a:lnTo>
                  <a:lnTo>
                    <a:pt x="25889" y="2722"/>
                  </a:lnTo>
                  <a:cubicBezTo>
                    <a:pt x="31375" y="2722"/>
                    <a:pt x="34976" y="5261"/>
                    <a:pt x="36681" y="10338"/>
                  </a:cubicBezTo>
                  <a:lnTo>
                    <a:pt x="39605" y="24078"/>
                  </a:lnTo>
                  <a:cubicBezTo>
                    <a:pt x="43148" y="20455"/>
                    <a:pt x="46891" y="17180"/>
                    <a:pt x="50835" y="14237"/>
                  </a:cubicBezTo>
                  <a:cubicBezTo>
                    <a:pt x="54778" y="11313"/>
                    <a:pt x="58941" y="8756"/>
                    <a:pt x="63350" y="6622"/>
                  </a:cubicBezTo>
                  <a:cubicBezTo>
                    <a:pt x="67751" y="4470"/>
                    <a:pt x="72457" y="2833"/>
                    <a:pt x="77495" y="1692"/>
                  </a:cubicBezTo>
                  <a:cubicBezTo>
                    <a:pt x="82524" y="570"/>
                    <a:pt x="88011" y="0"/>
                    <a:pt x="93954" y="0"/>
                  </a:cubicBezTo>
                  <a:cubicBezTo>
                    <a:pt x="103556" y="0"/>
                    <a:pt x="112061" y="1619"/>
                    <a:pt x="119501" y="4838"/>
                  </a:cubicBezTo>
                  <a:cubicBezTo>
                    <a:pt x="126930" y="8057"/>
                    <a:pt x="133121" y="12582"/>
                    <a:pt x="138103" y="18394"/>
                  </a:cubicBezTo>
                  <a:cubicBezTo>
                    <a:pt x="143075" y="24226"/>
                    <a:pt x="146847" y="31160"/>
                    <a:pt x="149419" y="39254"/>
                  </a:cubicBezTo>
                  <a:cubicBezTo>
                    <a:pt x="151990" y="47329"/>
                    <a:pt x="153276" y="56232"/>
                    <a:pt x="153276" y="65944"/>
                  </a:cubicBezTo>
                  <a:lnTo>
                    <a:pt x="153276" y="176642"/>
                  </a:lnTo>
                  <a:lnTo>
                    <a:pt x="110928" y="176642"/>
                  </a:lnTo>
                  <a:lnTo>
                    <a:pt x="110928" y="65944"/>
                  </a:lnTo>
                  <a:cubicBezTo>
                    <a:pt x="110928" y="55331"/>
                    <a:pt x="108442" y="47108"/>
                    <a:pt x="103470" y="41277"/>
                  </a:cubicBezTo>
                  <a:cubicBezTo>
                    <a:pt x="98498" y="35464"/>
                    <a:pt x="91030" y="32558"/>
                    <a:pt x="81086" y="32558"/>
                  </a:cubicBezTo>
                  <a:cubicBezTo>
                    <a:pt x="73780" y="32558"/>
                    <a:pt x="66922" y="34195"/>
                    <a:pt x="60522" y="37470"/>
                  </a:cubicBezTo>
                  <a:cubicBezTo>
                    <a:pt x="54112" y="40744"/>
                    <a:pt x="48063" y="45214"/>
                    <a:pt x="42348" y="50861"/>
                  </a:cubicBezTo>
                  <a:lnTo>
                    <a:pt x="42348" y="176642"/>
                  </a:lnTo>
                  <a:lnTo>
                    <a:pt x="0" y="176642"/>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88" name="Google Shape;2788;p90"/>
            <p:cNvSpPr/>
            <p:nvPr/>
          </p:nvSpPr>
          <p:spPr>
            <a:xfrm>
              <a:off x="7516834" y="3013965"/>
              <a:ext cx="210883" cy="250569"/>
            </a:xfrm>
            <a:custGeom>
              <a:avLst/>
              <a:gdLst/>
              <a:ahLst/>
              <a:cxnLst/>
              <a:rect l="l" t="t" r="r" b="b"/>
              <a:pathLst>
                <a:path w="210883" h="250569" extrusionOk="0">
                  <a:moveTo>
                    <a:pt x="184813" y="190052"/>
                  </a:moveTo>
                  <a:cubicBezTo>
                    <a:pt x="187338" y="190052"/>
                    <a:pt x="189509" y="191008"/>
                    <a:pt x="191338" y="192921"/>
                  </a:cubicBezTo>
                  <a:lnTo>
                    <a:pt x="209512" y="212419"/>
                  </a:lnTo>
                  <a:cubicBezTo>
                    <a:pt x="199454" y="224744"/>
                    <a:pt x="187080" y="234180"/>
                    <a:pt x="172393" y="240729"/>
                  </a:cubicBezTo>
                  <a:cubicBezTo>
                    <a:pt x="157705" y="247296"/>
                    <a:pt x="140075" y="250570"/>
                    <a:pt x="119501" y="250570"/>
                  </a:cubicBezTo>
                  <a:cubicBezTo>
                    <a:pt x="101089" y="250570"/>
                    <a:pt x="84553" y="247461"/>
                    <a:pt x="69866" y="241244"/>
                  </a:cubicBezTo>
                  <a:cubicBezTo>
                    <a:pt x="55178" y="235026"/>
                    <a:pt x="42634" y="226381"/>
                    <a:pt x="32233" y="215308"/>
                  </a:cubicBezTo>
                  <a:cubicBezTo>
                    <a:pt x="21831" y="204234"/>
                    <a:pt x="13859" y="191008"/>
                    <a:pt x="8315" y="175631"/>
                  </a:cubicBezTo>
                  <a:cubicBezTo>
                    <a:pt x="2772" y="160271"/>
                    <a:pt x="0" y="143477"/>
                    <a:pt x="0" y="125285"/>
                  </a:cubicBezTo>
                  <a:cubicBezTo>
                    <a:pt x="0" y="106872"/>
                    <a:pt x="3086" y="90004"/>
                    <a:pt x="9258" y="74682"/>
                  </a:cubicBezTo>
                  <a:cubicBezTo>
                    <a:pt x="15430" y="59377"/>
                    <a:pt x="24108" y="46170"/>
                    <a:pt x="35319" y="35097"/>
                  </a:cubicBezTo>
                  <a:cubicBezTo>
                    <a:pt x="46520" y="24023"/>
                    <a:pt x="59922" y="15415"/>
                    <a:pt x="75524" y="9252"/>
                  </a:cubicBezTo>
                  <a:cubicBezTo>
                    <a:pt x="91126" y="3090"/>
                    <a:pt x="108356" y="0"/>
                    <a:pt x="127216" y="0"/>
                  </a:cubicBezTo>
                  <a:cubicBezTo>
                    <a:pt x="145618" y="0"/>
                    <a:pt x="161706" y="2925"/>
                    <a:pt x="175479" y="8737"/>
                  </a:cubicBezTo>
                  <a:cubicBezTo>
                    <a:pt x="189252" y="14568"/>
                    <a:pt x="201054" y="22276"/>
                    <a:pt x="210883" y="31878"/>
                  </a:cubicBezTo>
                  <a:lnTo>
                    <a:pt x="195453" y="53068"/>
                  </a:lnTo>
                  <a:cubicBezTo>
                    <a:pt x="194538" y="54429"/>
                    <a:pt x="193367" y="55607"/>
                    <a:pt x="191929" y="56637"/>
                  </a:cubicBezTo>
                  <a:cubicBezTo>
                    <a:pt x="190510" y="57648"/>
                    <a:pt x="188538" y="58163"/>
                    <a:pt x="186023" y="58163"/>
                  </a:cubicBezTo>
                  <a:cubicBezTo>
                    <a:pt x="183394" y="58163"/>
                    <a:pt x="180708" y="57133"/>
                    <a:pt x="177965" y="55110"/>
                  </a:cubicBezTo>
                  <a:cubicBezTo>
                    <a:pt x="175222" y="53068"/>
                    <a:pt x="171726" y="50861"/>
                    <a:pt x="167507" y="48488"/>
                  </a:cubicBezTo>
                  <a:cubicBezTo>
                    <a:pt x="163278" y="46115"/>
                    <a:pt x="157934" y="43908"/>
                    <a:pt x="151467" y="41884"/>
                  </a:cubicBezTo>
                  <a:cubicBezTo>
                    <a:pt x="145018" y="39842"/>
                    <a:pt x="136817" y="38831"/>
                    <a:pt x="126863" y="38831"/>
                  </a:cubicBezTo>
                  <a:cubicBezTo>
                    <a:pt x="115214" y="38831"/>
                    <a:pt x="104499" y="40836"/>
                    <a:pt x="94717" y="44846"/>
                  </a:cubicBezTo>
                  <a:cubicBezTo>
                    <a:pt x="84954" y="48856"/>
                    <a:pt x="76552" y="54595"/>
                    <a:pt x="69523" y="62063"/>
                  </a:cubicBezTo>
                  <a:cubicBezTo>
                    <a:pt x="62494" y="69513"/>
                    <a:pt x="56998" y="78581"/>
                    <a:pt x="53054" y="89268"/>
                  </a:cubicBezTo>
                  <a:cubicBezTo>
                    <a:pt x="49120" y="99938"/>
                    <a:pt x="47149" y="111949"/>
                    <a:pt x="47149" y="125285"/>
                  </a:cubicBezTo>
                  <a:cubicBezTo>
                    <a:pt x="47149" y="139081"/>
                    <a:pt x="49120" y="151331"/>
                    <a:pt x="53054" y="162074"/>
                  </a:cubicBezTo>
                  <a:cubicBezTo>
                    <a:pt x="56998" y="172816"/>
                    <a:pt x="62351" y="181848"/>
                    <a:pt x="69094" y="189206"/>
                  </a:cubicBezTo>
                  <a:cubicBezTo>
                    <a:pt x="75838" y="196545"/>
                    <a:pt x="83782" y="202173"/>
                    <a:pt x="92926" y="206073"/>
                  </a:cubicBezTo>
                  <a:cubicBezTo>
                    <a:pt x="102070" y="209955"/>
                    <a:pt x="111900" y="211904"/>
                    <a:pt x="122415" y="211904"/>
                  </a:cubicBezTo>
                  <a:cubicBezTo>
                    <a:pt x="128702" y="211904"/>
                    <a:pt x="134379" y="211574"/>
                    <a:pt x="139475" y="210893"/>
                  </a:cubicBezTo>
                  <a:cubicBezTo>
                    <a:pt x="144561" y="210213"/>
                    <a:pt x="149247" y="209146"/>
                    <a:pt x="153533" y="207674"/>
                  </a:cubicBezTo>
                  <a:cubicBezTo>
                    <a:pt x="157810" y="206202"/>
                    <a:pt x="161868" y="204308"/>
                    <a:pt x="165706" y="201990"/>
                  </a:cubicBezTo>
                  <a:cubicBezTo>
                    <a:pt x="169535" y="199672"/>
                    <a:pt x="173336" y="196821"/>
                    <a:pt x="177108" y="193436"/>
                  </a:cubicBezTo>
                  <a:cubicBezTo>
                    <a:pt x="178251" y="192425"/>
                    <a:pt x="179451" y="191597"/>
                    <a:pt x="180708" y="190972"/>
                  </a:cubicBezTo>
                  <a:cubicBezTo>
                    <a:pt x="181966" y="190364"/>
                    <a:pt x="183337" y="190052"/>
                    <a:pt x="184813" y="190052"/>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89" name="Google Shape;2789;p90"/>
            <p:cNvSpPr/>
            <p:nvPr/>
          </p:nvSpPr>
          <p:spPr>
            <a:xfrm>
              <a:off x="7750006" y="3084673"/>
              <a:ext cx="146580" cy="179861"/>
            </a:xfrm>
            <a:custGeom>
              <a:avLst/>
              <a:gdLst/>
              <a:ahLst/>
              <a:cxnLst/>
              <a:rect l="l" t="t" r="r" b="b"/>
              <a:pathLst>
                <a:path w="146580" h="179861" extrusionOk="0">
                  <a:moveTo>
                    <a:pt x="146580" y="177139"/>
                  </a:moveTo>
                  <a:lnTo>
                    <a:pt x="127549" y="177139"/>
                  </a:lnTo>
                  <a:cubicBezTo>
                    <a:pt x="123549" y="177139"/>
                    <a:pt x="120406" y="176550"/>
                    <a:pt x="118129" y="175355"/>
                  </a:cubicBezTo>
                  <a:cubicBezTo>
                    <a:pt x="115843" y="174177"/>
                    <a:pt x="114119" y="171786"/>
                    <a:pt x="112986" y="168162"/>
                  </a:cubicBezTo>
                  <a:lnTo>
                    <a:pt x="109204" y="155783"/>
                  </a:lnTo>
                  <a:cubicBezTo>
                    <a:pt x="104756" y="159738"/>
                    <a:pt x="100384" y="163214"/>
                    <a:pt x="96088" y="166213"/>
                  </a:cubicBezTo>
                  <a:cubicBezTo>
                    <a:pt x="91802" y="169211"/>
                    <a:pt x="87373" y="171713"/>
                    <a:pt x="82810" y="173755"/>
                  </a:cubicBezTo>
                  <a:cubicBezTo>
                    <a:pt x="78229" y="175796"/>
                    <a:pt x="73381" y="177304"/>
                    <a:pt x="68237" y="178335"/>
                  </a:cubicBezTo>
                  <a:cubicBezTo>
                    <a:pt x="63094" y="179346"/>
                    <a:pt x="57369" y="179861"/>
                    <a:pt x="51092" y="179861"/>
                  </a:cubicBezTo>
                  <a:cubicBezTo>
                    <a:pt x="43663" y="179861"/>
                    <a:pt x="36805" y="178868"/>
                    <a:pt x="30518" y="176881"/>
                  </a:cubicBezTo>
                  <a:cubicBezTo>
                    <a:pt x="24232" y="174895"/>
                    <a:pt x="18822" y="171915"/>
                    <a:pt x="14316" y="167960"/>
                  </a:cubicBezTo>
                  <a:cubicBezTo>
                    <a:pt x="9792" y="163987"/>
                    <a:pt x="6287" y="159057"/>
                    <a:pt x="3763" y="153153"/>
                  </a:cubicBezTo>
                  <a:cubicBezTo>
                    <a:pt x="1248" y="147248"/>
                    <a:pt x="0" y="140406"/>
                    <a:pt x="0" y="132569"/>
                  </a:cubicBezTo>
                  <a:cubicBezTo>
                    <a:pt x="0" y="126003"/>
                    <a:pt x="1734" y="119509"/>
                    <a:pt x="5220" y="113090"/>
                  </a:cubicBezTo>
                  <a:cubicBezTo>
                    <a:pt x="8715" y="106688"/>
                    <a:pt x="14507" y="100912"/>
                    <a:pt x="22631" y="95744"/>
                  </a:cubicBezTo>
                  <a:cubicBezTo>
                    <a:pt x="30737" y="90593"/>
                    <a:pt x="41548" y="86307"/>
                    <a:pt x="55036" y="82904"/>
                  </a:cubicBezTo>
                  <a:cubicBezTo>
                    <a:pt x="68514" y="79501"/>
                    <a:pt x="85268" y="77809"/>
                    <a:pt x="105261" y="77809"/>
                  </a:cubicBezTo>
                  <a:lnTo>
                    <a:pt x="105261" y="67563"/>
                  </a:lnTo>
                  <a:cubicBezTo>
                    <a:pt x="105261" y="55827"/>
                    <a:pt x="102784" y="47145"/>
                    <a:pt x="97803" y="41498"/>
                  </a:cubicBezTo>
                  <a:cubicBezTo>
                    <a:pt x="92840" y="35869"/>
                    <a:pt x="85611" y="33055"/>
                    <a:pt x="76124" y="33055"/>
                  </a:cubicBezTo>
                  <a:cubicBezTo>
                    <a:pt x="69266" y="33055"/>
                    <a:pt x="63541" y="33846"/>
                    <a:pt x="58979" y="35428"/>
                  </a:cubicBezTo>
                  <a:cubicBezTo>
                    <a:pt x="54407" y="37009"/>
                    <a:pt x="50435" y="38794"/>
                    <a:pt x="47063" y="40762"/>
                  </a:cubicBezTo>
                  <a:cubicBezTo>
                    <a:pt x="43691" y="42749"/>
                    <a:pt x="40567" y="44515"/>
                    <a:pt x="37719" y="46097"/>
                  </a:cubicBezTo>
                  <a:cubicBezTo>
                    <a:pt x="34862" y="47679"/>
                    <a:pt x="31718" y="48469"/>
                    <a:pt x="28280" y="48469"/>
                  </a:cubicBezTo>
                  <a:cubicBezTo>
                    <a:pt x="25432" y="48469"/>
                    <a:pt x="22974" y="47734"/>
                    <a:pt x="20917" y="46263"/>
                  </a:cubicBezTo>
                  <a:cubicBezTo>
                    <a:pt x="18860" y="44809"/>
                    <a:pt x="17193" y="42988"/>
                    <a:pt x="15935" y="40854"/>
                  </a:cubicBezTo>
                  <a:lnTo>
                    <a:pt x="8230" y="27463"/>
                  </a:lnTo>
                  <a:cubicBezTo>
                    <a:pt x="28461" y="9142"/>
                    <a:pt x="52854" y="0"/>
                    <a:pt x="81429" y="0"/>
                  </a:cubicBezTo>
                  <a:cubicBezTo>
                    <a:pt x="91716" y="0"/>
                    <a:pt x="100889" y="1655"/>
                    <a:pt x="108957" y="4985"/>
                  </a:cubicBezTo>
                  <a:cubicBezTo>
                    <a:pt x="117015" y="8333"/>
                    <a:pt x="123844" y="12968"/>
                    <a:pt x="129435" y="18891"/>
                  </a:cubicBezTo>
                  <a:cubicBezTo>
                    <a:pt x="135036" y="24833"/>
                    <a:pt x="139303" y="31914"/>
                    <a:pt x="142208" y="40174"/>
                  </a:cubicBezTo>
                  <a:cubicBezTo>
                    <a:pt x="145132" y="48415"/>
                    <a:pt x="146580" y="57464"/>
                    <a:pt x="146580" y="67287"/>
                  </a:cubicBezTo>
                  <a:lnTo>
                    <a:pt x="146580" y="177139"/>
                  </a:lnTo>
                  <a:close/>
                  <a:moveTo>
                    <a:pt x="64294" y="151038"/>
                  </a:moveTo>
                  <a:cubicBezTo>
                    <a:pt x="68637" y="151038"/>
                    <a:pt x="72638" y="150650"/>
                    <a:pt x="76286" y="149860"/>
                  </a:cubicBezTo>
                  <a:cubicBezTo>
                    <a:pt x="79943" y="149087"/>
                    <a:pt x="83401" y="147929"/>
                    <a:pt x="86659" y="146365"/>
                  </a:cubicBezTo>
                  <a:cubicBezTo>
                    <a:pt x="89926" y="144802"/>
                    <a:pt x="93059" y="142888"/>
                    <a:pt x="96088" y="140607"/>
                  </a:cubicBezTo>
                  <a:cubicBezTo>
                    <a:pt x="99127" y="138327"/>
                    <a:pt x="102175" y="135622"/>
                    <a:pt x="105261" y="132514"/>
                  </a:cubicBezTo>
                  <a:lnTo>
                    <a:pt x="105261" y="103396"/>
                  </a:lnTo>
                  <a:cubicBezTo>
                    <a:pt x="92916" y="103396"/>
                    <a:pt x="82601" y="104168"/>
                    <a:pt x="74314" y="105714"/>
                  </a:cubicBezTo>
                  <a:cubicBezTo>
                    <a:pt x="66027" y="107240"/>
                    <a:pt x="59379" y="109209"/>
                    <a:pt x="54350" y="111600"/>
                  </a:cubicBezTo>
                  <a:cubicBezTo>
                    <a:pt x="49311" y="113991"/>
                    <a:pt x="45739" y="116768"/>
                    <a:pt x="43634" y="119969"/>
                  </a:cubicBezTo>
                  <a:cubicBezTo>
                    <a:pt x="41510" y="123151"/>
                    <a:pt x="40462" y="126628"/>
                    <a:pt x="40462" y="130380"/>
                  </a:cubicBezTo>
                  <a:cubicBezTo>
                    <a:pt x="40462" y="137775"/>
                    <a:pt x="42653" y="143073"/>
                    <a:pt x="47063" y="146255"/>
                  </a:cubicBezTo>
                  <a:cubicBezTo>
                    <a:pt x="51454" y="149436"/>
                    <a:pt x="57198" y="151038"/>
                    <a:pt x="64294" y="15103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90" name="Google Shape;2790;p90"/>
            <p:cNvSpPr/>
            <p:nvPr/>
          </p:nvSpPr>
          <p:spPr>
            <a:xfrm>
              <a:off x="7922304" y="3034659"/>
              <a:ext cx="119843" cy="229875"/>
            </a:xfrm>
            <a:custGeom>
              <a:avLst/>
              <a:gdLst/>
              <a:ahLst/>
              <a:cxnLst/>
              <a:rect l="l" t="t" r="r" b="b"/>
              <a:pathLst>
                <a:path w="119843" h="229875" extrusionOk="0">
                  <a:moveTo>
                    <a:pt x="73733" y="229876"/>
                  </a:moveTo>
                  <a:cubicBezTo>
                    <a:pt x="58521" y="229876"/>
                    <a:pt x="46806" y="225609"/>
                    <a:pt x="38576" y="217073"/>
                  </a:cubicBezTo>
                  <a:cubicBezTo>
                    <a:pt x="30347" y="208538"/>
                    <a:pt x="26232" y="196766"/>
                    <a:pt x="26232" y="181719"/>
                  </a:cubicBezTo>
                  <a:lnTo>
                    <a:pt x="26232" y="84596"/>
                  </a:lnTo>
                  <a:lnTo>
                    <a:pt x="8401" y="84596"/>
                  </a:lnTo>
                  <a:cubicBezTo>
                    <a:pt x="6115" y="84596"/>
                    <a:pt x="4143" y="83860"/>
                    <a:pt x="2486" y="82389"/>
                  </a:cubicBezTo>
                  <a:cubicBezTo>
                    <a:pt x="829" y="80917"/>
                    <a:pt x="0" y="78710"/>
                    <a:pt x="0" y="75767"/>
                  </a:cubicBezTo>
                  <a:lnTo>
                    <a:pt x="0" y="59157"/>
                  </a:lnTo>
                  <a:lnTo>
                    <a:pt x="28289" y="54576"/>
                  </a:lnTo>
                  <a:lnTo>
                    <a:pt x="37214" y="7119"/>
                  </a:lnTo>
                  <a:cubicBezTo>
                    <a:pt x="37671" y="4856"/>
                    <a:pt x="38719" y="3109"/>
                    <a:pt x="40386" y="1858"/>
                  </a:cubicBezTo>
                  <a:cubicBezTo>
                    <a:pt x="42043" y="625"/>
                    <a:pt x="44120" y="0"/>
                    <a:pt x="46634" y="0"/>
                  </a:cubicBezTo>
                  <a:lnTo>
                    <a:pt x="68589" y="0"/>
                  </a:lnTo>
                  <a:lnTo>
                    <a:pt x="68589" y="54760"/>
                  </a:lnTo>
                  <a:lnTo>
                    <a:pt x="114871" y="54760"/>
                  </a:lnTo>
                  <a:lnTo>
                    <a:pt x="114871" y="84596"/>
                  </a:lnTo>
                  <a:lnTo>
                    <a:pt x="68589" y="84596"/>
                  </a:lnTo>
                  <a:lnTo>
                    <a:pt x="68589" y="178849"/>
                  </a:lnTo>
                  <a:cubicBezTo>
                    <a:pt x="68589" y="184276"/>
                    <a:pt x="69952" y="188506"/>
                    <a:pt x="72695" y="191560"/>
                  </a:cubicBezTo>
                  <a:cubicBezTo>
                    <a:pt x="75438" y="194614"/>
                    <a:pt x="79095" y="196141"/>
                    <a:pt x="83677" y="196141"/>
                  </a:cubicBezTo>
                  <a:cubicBezTo>
                    <a:pt x="86296" y="196141"/>
                    <a:pt x="88497" y="195828"/>
                    <a:pt x="90268" y="195203"/>
                  </a:cubicBezTo>
                  <a:cubicBezTo>
                    <a:pt x="92050" y="194577"/>
                    <a:pt x="93593" y="193933"/>
                    <a:pt x="94897" y="193252"/>
                  </a:cubicBezTo>
                  <a:cubicBezTo>
                    <a:pt x="96212" y="192572"/>
                    <a:pt x="97384" y="191928"/>
                    <a:pt x="98412" y="191303"/>
                  </a:cubicBezTo>
                  <a:cubicBezTo>
                    <a:pt x="99441" y="190677"/>
                    <a:pt x="100470" y="190365"/>
                    <a:pt x="101508" y="190365"/>
                  </a:cubicBezTo>
                  <a:cubicBezTo>
                    <a:pt x="102765" y="190365"/>
                    <a:pt x="103784" y="190677"/>
                    <a:pt x="104584" y="191303"/>
                  </a:cubicBezTo>
                  <a:cubicBezTo>
                    <a:pt x="105385" y="191928"/>
                    <a:pt x="106242" y="192866"/>
                    <a:pt x="107156" y="194099"/>
                  </a:cubicBezTo>
                  <a:lnTo>
                    <a:pt x="119844" y="214443"/>
                  </a:lnTo>
                  <a:cubicBezTo>
                    <a:pt x="113671" y="219539"/>
                    <a:pt x="106585" y="223364"/>
                    <a:pt x="98584" y="225976"/>
                  </a:cubicBezTo>
                  <a:cubicBezTo>
                    <a:pt x="90583" y="228570"/>
                    <a:pt x="82296" y="229876"/>
                    <a:pt x="73733" y="229876"/>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91" name="Google Shape;2791;p90"/>
            <p:cNvSpPr/>
            <p:nvPr/>
          </p:nvSpPr>
          <p:spPr>
            <a:xfrm>
              <a:off x="8062207" y="3084673"/>
              <a:ext cx="146589" cy="179861"/>
            </a:xfrm>
            <a:custGeom>
              <a:avLst/>
              <a:gdLst/>
              <a:ahLst/>
              <a:cxnLst/>
              <a:rect l="l" t="t" r="r" b="b"/>
              <a:pathLst>
                <a:path w="146589" h="179861" extrusionOk="0">
                  <a:moveTo>
                    <a:pt x="146590" y="177139"/>
                  </a:moveTo>
                  <a:lnTo>
                    <a:pt x="127559" y="177139"/>
                  </a:lnTo>
                  <a:cubicBezTo>
                    <a:pt x="123558" y="177139"/>
                    <a:pt x="120415" y="176550"/>
                    <a:pt x="118129" y="175355"/>
                  </a:cubicBezTo>
                  <a:cubicBezTo>
                    <a:pt x="115843" y="174177"/>
                    <a:pt x="114119" y="171786"/>
                    <a:pt x="112986" y="168162"/>
                  </a:cubicBezTo>
                  <a:lnTo>
                    <a:pt x="109214" y="155783"/>
                  </a:lnTo>
                  <a:cubicBezTo>
                    <a:pt x="104756" y="159738"/>
                    <a:pt x="100384" y="163214"/>
                    <a:pt x="96098" y="166213"/>
                  </a:cubicBezTo>
                  <a:cubicBezTo>
                    <a:pt x="91812" y="169211"/>
                    <a:pt x="87382" y="171713"/>
                    <a:pt x="82810" y="173755"/>
                  </a:cubicBezTo>
                  <a:cubicBezTo>
                    <a:pt x="78239" y="175796"/>
                    <a:pt x="73381" y="177304"/>
                    <a:pt x="68237" y="178335"/>
                  </a:cubicBezTo>
                  <a:cubicBezTo>
                    <a:pt x="63094" y="179346"/>
                    <a:pt x="57369" y="179861"/>
                    <a:pt x="51092" y="179861"/>
                  </a:cubicBezTo>
                  <a:cubicBezTo>
                    <a:pt x="43663" y="179861"/>
                    <a:pt x="36805" y="178868"/>
                    <a:pt x="30518" y="176881"/>
                  </a:cubicBezTo>
                  <a:cubicBezTo>
                    <a:pt x="24232" y="174895"/>
                    <a:pt x="18822" y="171915"/>
                    <a:pt x="14316" y="167960"/>
                  </a:cubicBezTo>
                  <a:cubicBezTo>
                    <a:pt x="9792" y="163987"/>
                    <a:pt x="6287" y="159057"/>
                    <a:pt x="3763" y="153153"/>
                  </a:cubicBezTo>
                  <a:cubicBezTo>
                    <a:pt x="1257" y="147248"/>
                    <a:pt x="0" y="140406"/>
                    <a:pt x="0" y="132569"/>
                  </a:cubicBezTo>
                  <a:cubicBezTo>
                    <a:pt x="0" y="126003"/>
                    <a:pt x="1743" y="119509"/>
                    <a:pt x="5229" y="113090"/>
                  </a:cubicBezTo>
                  <a:cubicBezTo>
                    <a:pt x="8715" y="106688"/>
                    <a:pt x="14507" y="100912"/>
                    <a:pt x="22631" y="95744"/>
                  </a:cubicBezTo>
                  <a:cubicBezTo>
                    <a:pt x="30737" y="90593"/>
                    <a:pt x="41548" y="86307"/>
                    <a:pt x="55036" y="82904"/>
                  </a:cubicBezTo>
                  <a:cubicBezTo>
                    <a:pt x="68513" y="79501"/>
                    <a:pt x="85268" y="77809"/>
                    <a:pt x="105270" y="77809"/>
                  </a:cubicBezTo>
                  <a:lnTo>
                    <a:pt x="105270" y="67563"/>
                  </a:lnTo>
                  <a:cubicBezTo>
                    <a:pt x="105270" y="55827"/>
                    <a:pt x="102784" y="47145"/>
                    <a:pt x="97803" y="41498"/>
                  </a:cubicBezTo>
                  <a:cubicBezTo>
                    <a:pt x="92840" y="35869"/>
                    <a:pt x="85611" y="33055"/>
                    <a:pt x="76124" y="33055"/>
                  </a:cubicBezTo>
                  <a:cubicBezTo>
                    <a:pt x="69266" y="33055"/>
                    <a:pt x="63551" y="33846"/>
                    <a:pt x="58979" y="35428"/>
                  </a:cubicBezTo>
                  <a:cubicBezTo>
                    <a:pt x="54407" y="37009"/>
                    <a:pt x="50435" y="38794"/>
                    <a:pt x="47063" y="40762"/>
                  </a:cubicBezTo>
                  <a:cubicBezTo>
                    <a:pt x="43691" y="42749"/>
                    <a:pt x="40577" y="44515"/>
                    <a:pt x="37719" y="46097"/>
                  </a:cubicBezTo>
                  <a:cubicBezTo>
                    <a:pt x="34862" y="47679"/>
                    <a:pt x="31718" y="48469"/>
                    <a:pt x="28289" y="48469"/>
                  </a:cubicBezTo>
                  <a:cubicBezTo>
                    <a:pt x="25432" y="48469"/>
                    <a:pt x="22974" y="47734"/>
                    <a:pt x="20917" y="46263"/>
                  </a:cubicBezTo>
                  <a:cubicBezTo>
                    <a:pt x="18860" y="44809"/>
                    <a:pt x="17202" y="42988"/>
                    <a:pt x="15945" y="40854"/>
                  </a:cubicBezTo>
                  <a:lnTo>
                    <a:pt x="8230" y="27463"/>
                  </a:lnTo>
                  <a:cubicBezTo>
                    <a:pt x="28461" y="9142"/>
                    <a:pt x="52864" y="0"/>
                    <a:pt x="81439" y="0"/>
                  </a:cubicBezTo>
                  <a:cubicBezTo>
                    <a:pt x="91726" y="0"/>
                    <a:pt x="100898" y="1655"/>
                    <a:pt x="108956" y="4985"/>
                  </a:cubicBezTo>
                  <a:cubicBezTo>
                    <a:pt x="117015" y="8333"/>
                    <a:pt x="123844" y="12968"/>
                    <a:pt x="129445" y="18891"/>
                  </a:cubicBezTo>
                  <a:cubicBezTo>
                    <a:pt x="135046" y="24833"/>
                    <a:pt x="139303" y="31914"/>
                    <a:pt x="142218" y="40174"/>
                  </a:cubicBezTo>
                  <a:cubicBezTo>
                    <a:pt x="145132" y="48415"/>
                    <a:pt x="146590" y="57464"/>
                    <a:pt x="146590" y="67287"/>
                  </a:cubicBezTo>
                  <a:lnTo>
                    <a:pt x="146590" y="177139"/>
                  </a:lnTo>
                  <a:close/>
                  <a:moveTo>
                    <a:pt x="64294" y="151038"/>
                  </a:moveTo>
                  <a:cubicBezTo>
                    <a:pt x="68637" y="151038"/>
                    <a:pt x="72638" y="150650"/>
                    <a:pt x="76295" y="149860"/>
                  </a:cubicBezTo>
                  <a:cubicBezTo>
                    <a:pt x="79943" y="149087"/>
                    <a:pt x="83411" y="147929"/>
                    <a:pt x="86668" y="146365"/>
                  </a:cubicBezTo>
                  <a:cubicBezTo>
                    <a:pt x="89926" y="144802"/>
                    <a:pt x="93059" y="142888"/>
                    <a:pt x="96098" y="140607"/>
                  </a:cubicBezTo>
                  <a:cubicBezTo>
                    <a:pt x="99127" y="138327"/>
                    <a:pt x="102175" y="135622"/>
                    <a:pt x="105270" y="132514"/>
                  </a:cubicBezTo>
                  <a:lnTo>
                    <a:pt x="105270" y="103396"/>
                  </a:lnTo>
                  <a:cubicBezTo>
                    <a:pt x="92926" y="103396"/>
                    <a:pt x="82610" y="104168"/>
                    <a:pt x="74324" y="105714"/>
                  </a:cubicBezTo>
                  <a:cubicBezTo>
                    <a:pt x="66037" y="107240"/>
                    <a:pt x="59379" y="109209"/>
                    <a:pt x="54350" y="111600"/>
                  </a:cubicBezTo>
                  <a:cubicBezTo>
                    <a:pt x="49321" y="113991"/>
                    <a:pt x="45749" y="116768"/>
                    <a:pt x="43634" y="119969"/>
                  </a:cubicBezTo>
                  <a:cubicBezTo>
                    <a:pt x="41510" y="123151"/>
                    <a:pt x="40462" y="126628"/>
                    <a:pt x="40462" y="130380"/>
                  </a:cubicBezTo>
                  <a:cubicBezTo>
                    <a:pt x="40462" y="137775"/>
                    <a:pt x="42653" y="143073"/>
                    <a:pt x="47063" y="146255"/>
                  </a:cubicBezTo>
                  <a:cubicBezTo>
                    <a:pt x="51454" y="149436"/>
                    <a:pt x="57207" y="151038"/>
                    <a:pt x="64294" y="15103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92" name="Google Shape;2792;p90"/>
            <p:cNvSpPr/>
            <p:nvPr/>
          </p:nvSpPr>
          <p:spPr>
            <a:xfrm>
              <a:off x="8253202" y="3009900"/>
              <a:ext cx="42348" cy="251912"/>
            </a:xfrm>
            <a:custGeom>
              <a:avLst/>
              <a:gdLst/>
              <a:ahLst/>
              <a:cxnLst/>
              <a:rect l="l" t="t" r="r" b="b"/>
              <a:pathLst>
                <a:path w="42348" h="251912" extrusionOk="0">
                  <a:moveTo>
                    <a:pt x="42348" y="0"/>
                  </a:moveTo>
                  <a:lnTo>
                    <a:pt x="42348" y="251912"/>
                  </a:lnTo>
                  <a:lnTo>
                    <a:pt x="0" y="251912"/>
                  </a:lnTo>
                  <a:lnTo>
                    <a:pt x="0" y="0"/>
                  </a:lnTo>
                  <a:lnTo>
                    <a:pt x="42348" y="0"/>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93" name="Google Shape;2793;p90"/>
            <p:cNvSpPr/>
            <p:nvPr/>
          </p:nvSpPr>
          <p:spPr>
            <a:xfrm>
              <a:off x="8331203" y="3085170"/>
              <a:ext cx="174021" cy="179180"/>
            </a:xfrm>
            <a:custGeom>
              <a:avLst/>
              <a:gdLst/>
              <a:ahLst/>
              <a:cxnLst/>
              <a:rect l="l" t="t" r="r" b="b"/>
              <a:pathLst>
                <a:path w="174021" h="179180" extrusionOk="0">
                  <a:moveTo>
                    <a:pt x="87268" y="0"/>
                  </a:moveTo>
                  <a:cubicBezTo>
                    <a:pt x="100412" y="0"/>
                    <a:pt x="112329" y="2097"/>
                    <a:pt x="123015" y="6272"/>
                  </a:cubicBezTo>
                  <a:cubicBezTo>
                    <a:pt x="133702" y="10466"/>
                    <a:pt x="142818" y="16389"/>
                    <a:pt x="150362" y="24078"/>
                  </a:cubicBezTo>
                  <a:cubicBezTo>
                    <a:pt x="157905" y="31767"/>
                    <a:pt x="163744" y="41148"/>
                    <a:pt x="167850" y="52222"/>
                  </a:cubicBezTo>
                  <a:cubicBezTo>
                    <a:pt x="171965" y="63296"/>
                    <a:pt x="174022" y="75674"/>
                    <a:pt x="174022" y="89342"/>
                  </a:cubicBezTo>
                  <a:cubicBezTo>
                    <a:pt x="174022" y="103138"/>
                    <a:pt x="171965" y="115554"/>
                    <a:pt x="167850" y="126646"/>
                  </a:cubicBezTo>
                  <a:cubicBezTo>
                    <a:pt x="163744" y="137719"/>
                    <a:pt x="157905" y="147156"/>
                    <a:pt x="150362" y="154955"/>
                  </a:cubicBezTo>
                  <a:cubicBezTo>
                    <a:pt x="142818" y="162754"/>
                    <a:pt x="133702" y="168733"/>
                    <a:pt x="123015" y="172909"/>
                  </a:cubicBezTo>
                  <a:cubicBezTo>
                    <a:pt x="112329" y="177102"/>
                    <a:pt x="100412" y="179181"/>
                    <a:pt x="87268" y="179181"/>
                  </a:cubicBezTo>
                  <a:cubicBezTo>
                    <a:pt x="74123" y="179181"/>
                    <a:pt x="62179" y="177102"/>
                    <a:pt x="51445" y="172909"/>
                  </a:cubicBezTo>
                  <a:cubicBezTo>
                    <a:pt x="40700" y="168733"/>
                    <a:pt x="31528" y="162754"/>
                    <a:pt x="23927" y="154955"/>
                  </a:cubicBezTo>
                  <a:cubicBezTo>
                    <a:pt x="16316" y="147156"/>
                    <a:pt x="10439" y="137719"/>
                    <a:pt x="6258" y="126646"/>
                  </a:cubicBezTo>
                  <a:cubicBezTo>
                    <a:pt x="2086" y="115554"/>
                    <a:pt x="0" y="103138"/>
                    <a:pt x="0" y="89342"/>
                  </a:cubicBezTo>
                  <a:cubicBezTo>
                    <a:pt x="0" y="75674"/>
                    <a:pt x="2086" y="63296"/>
                    <a:pt x="6258" y="52222"/>
                  </a:cubicBezTo>
                  <a:cubicBezTo>
                    <a:pt x="10439" y="41148"/>
                    <a:pt x="16316" y="31767"/>
                    <a:pt x="23927" y="24078"/>
                  </a:cubicBezTo>
                  <a:cubicBezTo>
                    <a:pt x="31528" y="16389"/>
                    <a:pt x="40700" y="10466"/>
                    <a:pt x="51445" y="6272"/>
                  </a:cubicBezTo>
                  <a:cubicBezTo>
                    <a:pt x="62179" y="2097"/>
                    <a:pt x="74123" y="0"/>
                    <a:pt x="87268" y="0"/>
                  </a:cubicBezTo>
                  <a:close/>
                  <a:moveTo>
                    <a:pt x="87268" y="146972"/>
                  </a:moveTo>
                  <a:cubicBezTo>
                    <a:pt x="101898" y="146972"/>
                    <a:pt x="112729" y="142116"/>
                    <a:pt x="119758" y="132404"/>
                  </a:cubicBezTo>
                  <a:cubicBezTo>
                    <a:pt x="126797" y="122691"/>
                    <a:pt x="130312" y="108436"/>
                    <a:pt x="130312" y="89673"/>
                  </a:cubicBezTo>
                  <a:cubicBezTo>
                    <a:pt x="130312" y="70929"/>
                    <a:pt x="126797" y="56618"/>
                    <a:pt x="119758" y="46795"/>
                  </a:cubicBezTo>
                  <a:cubicBezTo>
                    <a:pt x="112729" y="36954"/>
                    <a:pt x="101898" y="32043"/>
                    <a:pt x="87268" y="32043"/>
                  </a:cubicBezTo>
                  <a:cubicBezTo>
                    <a:pt x="72419" y="32043"/>
                    <a:pt x="61436" y="36991"/>
                    <a:pt x="54350" y="46870"/>
                  </a:cubicBezTo>
                  <a:cubicBezTo>
                    <a:pt x="47263" y="56765"/>
                    <a:pt x="43729" y="71040"/>
                    <a:pt x="43729" y="89673"/>
                  </a:cubicBezTo>
                  <a:cubicBezTo>
                    <a:pt x="43729" y="108325"/>
                    <a:pt x="47263" y="122544"/>
                    <a:pt x="54350" y="132311"/>
                  </a:cubicBezTo>
                  <a:cubicBezTo>
                    <a:pt x="61436" y="142098"/>
                    <a:pt x="72419" y="146972"/>
                    <a:pt x="87268" y="146972"/>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94" name="Google Shape;2794;p90"/>
            <p:cNvSpPr/>
            <p:nvPr/>
          </p:nvSpPr>
          <p:spPr>
            <a:xfrm>
              <a:off x="8521169" y="3084839"/>
              <a:ext cx="168020" cy="238171"/>
            </a:xfrm>
            <a:custGeom>
              <a:avLst/>
              <a:gdLst/>
              <a:ahLst/>
              <a:cxnLst/>
              <a:rect l="l" t="t" r="r" b="b"/>
              <a:pathLst>
                <a:path w="168020" h="238171" extrusionOk="0">
                  <a:moveTo>
                    <a:pt x="78000" y="0"/>
                  </a:moveTo>
                  <a:cubicBezTo>
                    <a:pt x="85544" y="0"/>
                    <a:pt x="92640" y="754"/>
                    <a:pt x="99270" y="2281"/>
                  </a:cubicBezTo>
                  <a:cubicBezTo>
                    <a:pt x="105889" y="3808"/>
                    <a:pt x="111957" y="6033"/>
                    <a:pt x="117443" y="8977"/>
                  </a:cubicBezTo>
                  <a:lnTo>
                    <a:pt x="168021" y="8977"/>
                  </a:lnTo>
                  <a:lnTo>
                    <a:pt x="168021" y="24575"/>
                  </a:lnTo>
                  <a:cubicBezTo>
                    <a:pt x="168021" y="27169"/>
                    <a:pt x="167325" y="29211"/>
                    <a:pt x="165963" y="30682"/>
                  </a:cubicBezTo>
                  <a:cubicBezTo>
                    <a:pt x="164592" y="32154"/>
                    <a:pt x="162249" y="33165"/>
                    <a:pt x="158934" y="33736"/>
                  </a:cubicBezTo>
                  <a:lnTo>
                    <a:pt x="143160" y="36606"/>
                  </a:lnTo>
                  <a:cubicBezTo>
                    <a:pt x="144294" y="39549"/>
                    <a:pt x="145189" y="42657"/>
                    <a:pt x="145818" y="45931"/>
                  </a:cubicBezTo>
                  <a:cubicBezTo>
                    <a:pt x="146447" y="49224"/>
                    <a:pt x="146761" y="52663"/>
                    <a:pt x="146761" y="56268"/>
                  </a:cubicBezTo>
                  <a:cubicBezTo>
                    <a:pt x="146761" y="64859"/>
                    <a:pt x="145018" y="72640"/>
                    <a:pt x="141522" y="79593"/>
                  </a:cubicBezTo>
                  <a:cubicBezTo>
                    <a:pt x="138036" y="86546"/>
                    <a:pt x="133235" y="92450"/>
                    <a:pt x="127130" y="97307"/>
                  </a:cubicBezTo>
                  <a:cubicBezTo>
                    <a:pt x="121015" y="102163"/>
                    <a:pt x="113747" y="105915"/>
                    <a:pt x="105356" y="108582"/>
                  </a:cubicBezTo>
                  <a:cubicBezTo>
                    <a:pt x="96955" y="111232"/>
                    <a:pt x="87839" y="112556"/>
                    <a:pt x="78000" y="112556"/>
                  </a:cubicBezTo>
                  <a:cubicBezTo>
                    <a:pt x="71380" y="112556"/>
                    <a:pt x="64913" y="111931"/>
                    <a:pt x="58636" y="110698"/>
                  </a:cubicBezTo>
                  <a:cubicBezTo>
                    <a:pt x="53149" y="113990"/>
                    <a:pt x="50406" y="117707"/>
                    <a:pt x="50406" y="121790"/>
                  </a:cubicBezTo>
                  <a:cubicBezTo>
                    <a:pt x="50406" y="125322"/>
                    <a:pt x="52035" y="127916"/>
                    <a:pt x="55293" y="129570"/>
                  </a:cubicBezTo>
                  <a:cubicBezTo>
                    <a:pt x="58541" y="131208"/>
                    <a:pt x="62836" y="132385"/>
                    <a:pt x="68151" y="133065"/>
                  </a:cubicBezTo>
                  <a:cubicBezTo>
                    <a:pt x="73466" y="133746"/>
                    <a:pt x="79495" y="134096"/>
                    <a:pt x="86239" y="134096"/>
                  </a:cubicBezTo>
                  <a:cubicBezTo>
                    <a:pt x="92983" y="134096"/>
                    <a:pt x="99889" y="134372"/>
                    <a:pt x="106975" y="134942"/>
                  </a:cubicBezTo>
                  <a:cubicBezTo>
                    <a:pt x="114071" y="135512"/>
                    <a:pt x="120977" y="136506"/>
                    <a:pt x="127730" y="137922"/>
                  </a:cubicBezTo>
                  <a:cubicBezTo>
                    <a:pt x="134474" y="139339"/>
                    <a:pt x="140503" y="141564"/>
                    <a:pt x="145818" y="144636"/>
                  </a:cubicBezTo>
                  <a:cubicBezTo>
                    <a:pt x="151133" y="147690"/>
                    <a:pt x="155410" y="151865"/>
                    <a:pt x="158677" y="157144"/>
                  </a:cubicBezTo>
                  <a:cubicBezTo>
                    <a:pt x="161934" y="162405"/>
                    <a:pt x="163563" y="169174"/>
                    <a:pt x="163563" y="177451"/>
                  </a:cubicBezTo>
                  <a:cubicBezTo>
                    <a:pt x="163563" y="185159"/>
                    <a:pt x="161648" y="192645"/>
                    <a:pt x="157810" y="199911"/>
                  </a:cubicBezTo>
                  <a:cubicBezTo>
                    <a:pt x="153991" y="207159"/>
                    <a:pt x="148447" y="213633"/>
                    <a:pt x="141189" y="219299"/>
                  </a:cubicBezTo>
                  <a:cubicBezTo>
                    <a:pt x="133931" y="224965"/>
                    <a:pt x="125044" y="229526"/>
                    <a:pt x="114519" y="232984"/>
                  </a:cubicBezTo>
                  <a:cubicBezTo>
                    <a:pt x="104013" y="236443"/>
                    <a:pt x="92002" y="238172"/>
                    <a:pt x="78524" y="238172"/>
                  </a:cubicBezTo>
                  <a:cubicBezTo>
                    <a:pt x="65151" y="238172"/>
                    <a:pt x="53549" y="236902"/>
                    <a:pt x="43719" y="234364"/>
                  </a:cubicBezTo>
                  <a:cubicBezTo>
                    <a:pt x="33890" y="231826"/>
                    <a:pt x="25746" y="228422"/>
                    <a:pt x="19278" y="224192"/>
                  </a:cubicBezTo>
                  <a:cubicBezTo>
                    <a:pt x="12830" y="219961"/>
                    <a:pt x="8001" y="215069"/>
                    <a:pt x="4800" y="209532"/>
                  </a:cubicBezTo>
                  <a:cubicBezTo>
                    <a:pt x="1600" y="203995"/>
                    <a:pt x="0" y="198219"/>
                    <a:pt x="0" y="192240"/>
                  </a:cubicBezTo>
                  <a:cubicBezTo>
                    <a:pt x="0" y="184092"/>
                    <a:pt x="2514" y="177268"/>
                    <a:pt x="7544" y="171731"/>
                  </a:cubicBezTo>
                  <a:cubicBezTo>
                    <a:pt x="12563" y="166194"/>
                    <a:pt x="19545" y="161780"/>
                    <a:pt x="28460" y="158505"/>
                  </a:cubicBezTo>
                  <a:cubicBezTo>
                    <a:pt x="24108" y="156133"/>
                    <a:pt x="20631" y="152968"/>
                    <a:pt x="18002" y="149014"/>
                  </a:cubicBezTo>
                  <a:cubicBezTo>
                    <a:pt x="15364" y="145059"/>
                    <a:pt x="14058" y="139908"/>
                    <a:pt x="14058" y="133581"/>
                  </a:cubicBezTo>
                  <a:cubicBezTo>
                    <a:pt x="14058" y="130987"/>
                    <a:pt x="14506" y="128302"/>
                    <a:pt x="15430" y="125524"/>
                  </a:cubicBezTo>
                  <a:cubicBezTo>
                    <a:pt x="16345" y="122765"/>
                    <a:pt x="17745" y="120024"/>
                    <a:pt x="19631" y="117302"/>
                  </a:cubicBezTo>
                  <a:cubicBezTo>
                    <a:pt x="21517" y="114598"/>
                    <a:pt x="23889" y="112023"/>
                    <a:pt x="26746" y="109595"/>
                  </a:cubicBezTo>
                  <a:cubicBezTo>
                    <a:pt x="29594" y="107166"/>
                    <a:pt x="32975" y="104996"/>
                    <a:pt x="36862" y="103064"/>
                  </a:cubicBezTo>
                  <a:cubicBezTo>
                    <a:pt x="27946" y="98319"/>
                    <a:pt x="20936" y="91991"/>
                    <a:pt x="15859" y="84082"/>
                  </a:cubicBezTo>
                  <a:cubicBezTo>
                    <a:pt x="10773" y="76171"/>
                    <a:pt x="8229" y="66900"/>
                    <a:pt x="8229" y="56268"/>
                  </a:cubicBezTo>
                  <a:cubicBezTo>
                    <a:pt x="8229" y="47697"/>
                    <a:pt x="9973" y="39916"/>
                    <a:pt x="13458" y="32963"/>
                  </a:cubicBezTo>
                  <a:cubicBezTo>
                    <a:pt x="16935" y="26010"/>
                    <a:pt x="21803" y="20086"/>
                    <a:pt x="28022" y="15175"/>
                  </a:cubicBezTo>
                  <a:cubicBezTo>
                    <a:pt x="34261" y="10246"/>
                    <a:pt x="41634" y="6493"/>
                    <a:pt x="50149" y="3900"/>
                  </a:cubicBezTo>
                  <a:cubicBezTo>
                    <a:pt x="58655" y="1288"/>
                    <a:pt x="67951" y="0"/>
                    <a:pt x="78000" y="0"/>
                  </a:cubicBezTo>
                  <a:close/>
                  <a:moveTo>
                    <a:pt x="124463" y="184276"/>
                  </a:moveTo>
                  <a:cubicBezTo>
                    <a:pt x="124463" y="180817"/>
                    <a:pt x="123444" y="177985"/>
                    <a:pt x="121386" y="175796"/>
                  </a:cubicBezTo>
                  <a:cubicBezTo>
                    <a:pt x="119319" y="173607"/>
                    <a:pt x="116519" y="171915"/>
                    <a:pt x="112986" y="170701"/>
                  </a:cubicBezTo>
                  <a:cubicBezTo>
                    <a:pt x="109432" y="169487"/>
                    <a:pt x="105299" y="168585"/>
                    <a:pt x="100555" y="168016"/>
                  </a:cubicBezTo>
                  <a:cubicBezTo>
                    <a:pt x="95812" y="167427"/>
                    <a:pt x="90783" y="167151"/>
                    <a:pt x="85467" y="167151"/>
                  </a:cubicBezTo>
                  <a:lnTo>
                    <a:pt x="69009" y="167151"/>
                  </a:lnTo>
                  <a:cubicBezTo>
                    <a:pt x="63341" y="167151"/>
                    <a:pt x="57893" y="166526"/>
                    <a:pt x="52625" y="165275"/>
                  </a:cubicBezTo>
                  <a:cubicBezTo>
                    <a:pt x="47825" y="167886"/>
                    <a:pt x="43977" y="170959"/>
                    <a:pt x="41062" y="174527"/>
                  </a:cubicBezTo>
                  <a:cubicBezTo>
                    <a:pt x="38148" y="178077"/>
                    <a:pt x="36690" y="182179"/>
                    <a:pt x="36690" y="186815"/>
                  </a:cubicBezTo>
                  <a:cubicBezTo>
                    <a:pt x="36690" y="189868"/>
                    <a:pt x="37462" y="192719"/>
                    <a:pt x="39005" y="195368"/>
                  </a:cubicBezTo>
                  <a:cubicBezTo>
                    <a:pt x="40548" y="198016"/>
                    <a:pt x="43005" y="200316"/>
                    <a:pt x="46377" y="202229"/>
                  </a:cubicBezTo>
                  <a:cubicBezTo>
                    <a:pt x="49749" y="204161"/>
                    <a:pt x="54121" y="205651"/>
                    <a:pt x="59493" y="206736"/>
                  </a:cubicBezTo>
                  <a:cubicBezTo>
                    <a:pt x="64865" y="207803"/>
                    <a:pt x="71438" y="208336"/>
                    <a:pt x="79200" y="208336"/>
                  </a:cubicBezTo>
                  <a:cubicBezTo>
                    <a:pt x="87096" y="208336"/>
                    <a:pt x="93888" y="207729"/>
                    <a:pt x="99612" y="206515"/>
                  </a:cubicBezTo>
                  <a:cubicBezTo>
                    <a:pt x="105327" y="205301"/>
                    <a:pt x="110042" y="203646"/>
                    <a:pt x="113747" y="201511"/>
                  </a:cubicBezTo>
                  <a:cubicBezTo>
                    <a:pt x="117471" y="199359"/>
                    <a:pt x="120186" y="196821"/>
                    <a:pt x="121901" y="193896"/>
                  </a:cubicBezTo>
                  <a:cubicBezTo>
                    <a:pt x="123615" y="190935"/>
                    <a:pt x="124463" y="187734"/>
                    <a:pt x="124463" y="184276"/>
                  </a:cubicBezTo>
                  <a:close/>
                  <a:moveTo>
                    <a:pt x="78000" y="85774"/>
                  </a:moveTo>
                  <a:cubicBezTo>
                    <a:pt x="83258" y="85774"/>
                    <a:pt x="87839" y="85074"/>
                    <a:pt x="91726" y="83658"/>
                  </a:cubicBezTo>
                  <a:cubicBezTo>
                    <a:pt x="95612" y="82242"/>
                    <a:pt x="98840" y="80292"/>
                    <a:pt x="101403" y="77809"/>
                  </a:cubicBezTo>
                  <a:cubicBezTo>
                    <a:pt x="103984" y="75326"/>
                    <a:pt x="105927" y="72327"/>
                    <a:pt x="107242" y="68814"/>
                  </a:cubicBezTo>
                  <a:cubicBezTo>
                    <a:pt x="108547" y="65319"/>
                    <a:pt x="109214" y="61475"/>
                    <a:pt x="109214" y="57299"/>
                  </a:cubicBezTo>
                  <a:cubicBezTo>
                    <a:pt x="109214" y="48709"/>
                    <a:pt x="106603" y="41902"/>
                    <a:pt x="101403" y="36863"/>
                  </a:cubicBezTo>
                  <a:cubicBezTo>
                    <a:pt x="96212" y="31841"/>
                    <a:pt x="88402" y="29321"/>
                    <a:pt x="78000" y="29321"/>
                  </a:cubicBezTo>
                  <a:cubicBezTo>
                    <a:pt x="67608" y="29321"/>
                    <a:pt x="59798" y="31841"/>
                    <a:pt x="54597" y="36863"/>
                  </a:cubicBezTo>
                  <a:cubicBezTo>
                    <a:pt x="49396" y="41902"/>
                    <a:pt x="46806" y="48709"/>
                    <a:pt x="46806" y="57299"/>
                  </a:cubicBezTo>
                  <a:cubicBezTo>
                    <a:pt x="46806" y="61364"/>
                    <a:pt x="47454" y="65153"/>
                    <a:pt x="48777" y="68648"/>
                  </a:cubicBezTo>
                  <a:cubicBezTo>
                    <a:pt x="50092" y="72161"/>
                    <a:pt x="52035" y="75179"/>
                    <a:pt x="54597" y="77717"/>
                  </a:cubicBezTo>
                  <a:cubicBezTo>
                    <a:pt x="57178" y="80274"/>
                    <a:pt x="60436" y="82242"/>
                    <a:pt x="64379" y="83658"/>
                  </a:cubicBezTo>
                  <a:cubicBezTo>
                    <a:pt x="68323" y="85074"/>
                    <a:pt x="72857" y="85774"/>
                    <a:pt x="78000" y="85774"/>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95" name="Google Shape;2795;p90"/>
            <p:cNvSpPr/>
            <p:nvPr/>
          </p:nvSpPr>
          <p:spPr>
            <a:xfrm>
              <a:off x="4548082" y="3402235"/>
              <a:ext cx="124987" cy="156610"/>
            </a:xfrm>
            <a:custGeom>
              <a:avLst/>
              <a:gdLst/>
              <a:ahLst/>
              <a:cxnLst/>
              <a:rect l="l" t="t" r="r" b="b"/>
              <a:pathLst>
                <a:path w="124987" h="156610" extrusionOk="0">
                  <a:moveTo>
                    <a:pt x="124987" y="0"/>
                  </a:moveTo>
                  <a:lnTo>
                    <a:pt x="124987" y="23931"/>
                  </a:lnTo>
                  <a:lnTo>
                    <a:pt x="77343" y="23931"/>
                  </a:lnTo>
                  <a:lnTo>
                    <a:pt x="77343" y="156611"/>
                  </a:lnTo>
                  <a:lnTo>
                    <a:pt x="47873" y="156611"/>
                  </a:lnTo>
                  <a:lnTo>
                    <a:pt x="47873" y="23931"/>
                  </a:lnTo>
                  <a:lnTo>
                    <a:pt x="0" y="23931"/>
                  </a:lnTo>
                  <a:lnTo>
                    <a:pt x="0" y="0"/>
                  </a:lnTo>
                  <a:lnTo>
                    <a:pt x="124987" y="0"/>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96" name="Google Shape;2796;p90"/>
            <p:cNvSpPr/>
            <p:nvPr/>
          </p:nvSpPr>
          <p:spPr>
            <a:xfrm>
              <a:off x="4690262" y="3397895"/>
              <a:ext cx="97926" cy="160951"/>
            </a:xfrm>
            <a:custGeom>
              <a:avLst/>
              <a:gdLst/>
              <a:ahLst/>
              <a:cxnLst/>
              <a:rect l="l" t="t" r="r" b="b"/>
              <a:pathLst>
                <a:path w="97926" h="160951" extrusionOk="0">
                  <a:moveTo>
                    <a:pt x="0" y="160951"/>
                  </a:moveTo>
                  <a:lnTo>
                    <a:pt x="0" y="0"/>
                  </a:lnTo>
                  <a:lnTo>
                    <a:pt x="27051" y="0"/>
                  </a:lnTo>
                  <a:lnTo>
                    <a:pt x="27051" y="61842"/>
                  </a:lnTo>
                  <a:cubicBezTo>
                    <a:pt x="31433" y="57722"/>
                    <a:pt x="36262" y="54411"/>
                    <a:pt x="41519" y="51890"/>
                  </a:cubicBezTo>
                  <a:cubicBezTo>
                    <a:pt x="46777" y="49352"/>
                    <a:pt x="52940" y="48083"/>
                    <a:pt x="60027" y="48083"/>
                  </a:cubicBezTo>
                  <a:cubicBezTo>
                    <a:pt x="66161" y="48083"/>
                    <a:pt x="71599" y="49113"/>
                    <a:pt x="76352" y="51174"/>
                  </a:cubicBezTo>
                  <a:cubicBezTo>
                    <a:pt x="81096" y="53233"/>
                    <a:pt x="85058" y="56121"/>
                    <a:pt x="88230" y="59837"/>
                  </a:cubicBezTo>
                  <a:cubicBezTo>
                    <a:pt x="91411" y="63571"/>
                    <a:pt x="93821" y="68004"/>
                    <a:pt x="95460" y="73173"/>
                  </a:cubicBezTo>
                  <a:cubicBezTo>
                    <a:pt x="97107" y="78324"/>
                    <a:pt x="97927" y="84007"/>
                    <a:pt x="97927" y="90224"/>
                  </a:cubicBezTo>
                  <a:lnTo>
                    <a:pt x="97927" y="160951"/>
                  </a:lnTo>
                  <a:lnTo>
                    <a:pt x="70875" y="160951"/>
                  </a:lnTo>
                  <a:lnTo>
                    <a:pt x="70875" y="90224"/>
                  </a:lnTo>
                  <a:cubicBezTo>
                    <a:pt x="70875" y="83437"/>
                    <a:pt x="69285" y="78176"/>
                    <a:pt x="66104" y="74460"/>
                  </a:cubicBezTo>
                  <a:cubicBezTo>
                    <a:pt x="62932" y="70745"/>
                    <a:pt x="58169" y="68887"/>
                    <a:pt x="51816" y="68887"/>
                  </a:cubicBezTo>
                  <a:cubicBezTo>
                    <a:pt x="47139" y="68887"/>
                    <a:pt x="42758" y="69935"/>
                    <a:pt x="38671" y="72032"/>
                  </a:cubicBezTo>
                  <a:cubicBezTo>
                    <a:pt x="34576" y="74130"/>
                    <a:pt x="30709" y="76981"/>
                    <a:pt x="27051" y="80586"/>
                  </a:cubicBezTo>
                  <a:lnTo>
                    <a:pt x="27051" y="160951"/>
                  </a:lnTo>
                  <a:lnTo>
                    <a:pt x="0" y="160951"/>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97" name="Google Shape;2797;p90"/>
            <p:cNvSpPr/>
            <p:nvPr/>
          </p:nvSpPr>
          <p:spPr>
            <a:xfrm>
              <a:off x="4807248" y="3445977"/>
              <a:ext cx="102631" cy="114487"/>
            </a:xfrm>
            <a:custGeom>
              <a:avLst/>
              <a:gdLst/>
              <a:ahLst/>
              <a:cxnLst/>
              <a:rect l="l" t="t" r="r" b="b"/>
              <a:pathLst>
                <a:path w="102631" h="114487" extrusionOk="0">
                  <a:moveTo>
                    <a:pt x="53997" y="0"/>
                  </a:moveTo>
                  <a:cubicBezTo>
                    <a:pt x="61084" y="0"/>
                    <a:pt x="67599" y="1123"/>
                    <a:pt x="73552" y="3367"/>
                  </a:cubicBezTo>
                  <a:cubicBezTo>
                    <a:pt x="79505" y="5610"/>
                    <a:pt x="84630" y="8866"/>
                    <a:pt x="88944" y="13171"/>
                  </a:cubicBezTo>
                  <a:cubicBezTo>
                    <a:pt x="93250" y="17456"/>
                    <a:pt x="96612" y="22736"/>
                    <a:pt x="99022" y="28972"/>
                  </a:cubicBezTo>
                  <a:cubicBezTo>
                    <a:pt x="101432" y="35226"/>
                    <a:pt x="102632" y="42363"/>
                    <a:pt x="102632" y="50365"/>
                  </a:cubicBezTo>
                  <a:cubicBezTo>
                    <a:pt x="102632" y="52388"/>
                    <a:pt x="102546" y="54080"/>
                    <a:pt x="102356" y="55404"/>
                  </a:cubicBezTo>
                  <a:cubicBezTo>
                    <a:pt x="102175" y="56747"/>
                    <a:pt x="101851" y="57796"/>
                    <a:pt x="101375" y="58550"/>
                  </a:cubicBezTo>
                  <a:cubicBezTo>
                    <a:pt x="100898" y="59304"/>
                    <a:pt x="100260" y="59856"/>
                    <a:pt x="99460" y="60169"/>
                  </a:cubicBezTo>
                  <a:cubicBezTo>
                    <a:pt x="98650" y="60500"/>
                    <a:pt x="97631" y="60665"/>
                    <a:pt x="96393" y="60665"/>
                  </a:cubicBezTo>
                  <a:lnTo>
                    <a:pt x="26946" y="60665"/>
                  </a:lnTo>
                  <a:cubicBezTo>
                    <a:pt x="27746" y="72070"/>
                    <a:pt x="30851" y="80439"/>
                    <a:pt x="36252" y="85792"/>
                  </a:cubicBezTo>
                  <a:cubicBezTo>
                    <a:pt x="41653" y="91126"/>
                    <a:pt x="48816" y="93794"/>
                    <a:pt x="57721" y="93794"/>
                  </a:cubicBezTo>
                  <a:cubicBezTo>
                    <a:pt x="62103" y="93794"/>
                    <a:pt x="65884" y="93297"/>
                    <a:pt x="69056" y="92286"/>
                  </a:cubicBezTo>
                  <a:cubicBezTo>
                    <a:pt x="72238" y="91273"/>
                    <a:pt x="75009" y="90152"/>
                    <a:pt x="77381" y="88938"/>
                  </a:cubicBezTo>
                  <a:cubicBezTo>
                    <a:pt x="79753" y="87705"/>
                    <a:pt x="81839" y="86583"/>
                    <a:pt x="83629" y="85572"/>
                  </a:cubicBezTo>
                  <a:cubicBezTo>
                    <a:pt x="85420" y="84559"/>
                    <a:pt x="87154" y="84063"/>
                    <a:pt x="88830" y="84063"/>
                  </a:cubicBezTo>
                  <a:cubicBezTo>
                    <a:pt x="89926" y="84063"/>
                    <a:pt x="90878" y="84265"/>
                    <a:pt x="91678" y="84707"/>
                  </a:cubicBezTo>
                  <a:cubicBezTo>
                    <a:pt x="92478" y="85130"/>
                    <a:pt x="93174" y="85755"/>
                    <a:pt x="93764" y="86546"/>
                  </a:cubicBezTo>
                  <a:lnTo>
                    <a:pt x="101651" y="96295"/>
                  </a:lnTo>
                  <a:cubicBezTo>
                    <a:pt x="98650" y="99753"/>
                    <a:pt x="95298" y="102660"/>
                    <a:pt x="91573" y="105014"/>
                  </a:cubicBezTo>
                  <a:cubicBezTo>
                    <a:pt x="87849" y="107351"/>
                    <a:pt x="83953" y="109245"/>
                    <a:pt x="79905" y="110643"/>
                  </a:cubicBezTo>
                  <a:cubicBezTo>
                    <a:pt x="75857" y="112060"/>
                    <a:pt x="71723" y="113052"/>
                    <a:pt x="67532" y="113623"/>
                  </a:cubicBezTo>
                  <a:cubicBezTo>
                    <a:pt x="63332" y="114193"/>
                    <a:pt x="59255" y="114488"/>
                    <a:pt x="55321" y="114488"/>
                  </a:cubicBezTo>
                  <a:cubicBezTo>
                    <a:pt x="47501" y="114488"/>
                    <a:pt x="40234" y="113200"/>
                    <a:pt x="33518" y="110643"/>
                  </a:cubicBezTo>
                  <a:cubicBezTo>
                    <a:pt x="26794" y="108086"/>
                    <a:pt x="20955" y="104297"/>
                    <a:pt x="15992" y="99275"/>
                  </a:cubicBezTo>
                  <a:cubicBezTo>
                    <a:pt x="11020" y="94253"/>
                    <a:pt x="7115" y="88036"/>
                    <a:pt x="4267" y="80641"/>
                  </a:cubicBezTo>
                  <a:cubicBezTo>
                    <a:pt x="1419" y="73247"/>
                    <a:pt x="0" y="64675"/>
                    <a:pt x="0" y="54927"/>
                  </a:cubicBezTo>
                  <a:cubicBezTo>
                    <a:pt x="0" y="47348"/>
                    <a:pt x="1238" y="40211"/>
                    <a:pt x="3724" y="33534"/>
                  </a:cubicBezTo>
                  <a:cubicBezTo>
                    <a:pt x="6201" y="26856"/>
                    <a:pt x="9763" y="21044"/>
                    <a:pt x="14402" y="16095"/>
                  </a:cubicBezTo>
                  <a:cubicBezTo>
                    <a:pt x="19041" y="11147"/>
                    <a:pt x="24698" y="7229"/>
                    <a:pt x="31375" y="4342"/>
                  </a:cubicBezTo>
                  <a:cubicBezTo>
                    <a:pt x="38062" y="1453"/>
                    <a:pt x="45596" y="0"/>
                    <a:pt x="53997" y="0"/>
                  </a:cubicBezTo>
                  <a:close/>
                  <a:moveTo>
                    <a:pt x="54550" y="19185"/>
                  </a:moveTo>
                  <a:cubicBezTo>
                    <a:pt x="46663" y="19185"/>
                    <a:pt x="40491" y="21375"/>
                    <a:pt x="36033" y="25789"/>
                  </a:cubicBezTo>
                  <a:cubicBezTo>
                    <a:pt x="31575" y="30186"/>
                    <a:pt x="28727" y="36440"/>
                    <a:pt x="27489" y="44515"/>
                  </a:cubicBezTo>
                  <a:lnTo>
                    <a:pt x="78315" y="44515"/>
                  </a:lnTo>
                  <a:cubicBezTo>
                    <a:pt x="78315" y="41057"/>
                    <a:pt x="77838" y="37783"/>
                    <a:pt x="76895" y="34729"/>
                  </a:cubicBezTo>
                  <a:cubicBezTo>
                    <a:pt x="75943" y="31658"/>
                    <a:pt x="74486" y="28972"/>
                    <a:pt x="72514" y="26654"/>
                  </a:cubicBezTo>
                  <a:cubicBezTo>
                    <a:pt x="70542" y="24336"/>
                    <a:pt x="68056" y="22516"/>
                    <a:pt x="65065" y="21190"/>
                  </a:cubicBezTo>
                  <a:cubicBezTo>
                    <a:pt x="62065" y="19848"/>
                    <a:pt x="58560" y="19185"/>
                    <a:pt x="54550" y="19185"/>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98" name="Google Shape;2798;p90"/>
            <p:cNvSpPr/>
            <p:nvPr/>
          </p:nvSpPr>
          <p:spPr>
            <a:xfrm>
              <a:off x="4972421" y="3398225"/>
              <a:ext cx="34613" cy="160620"/>
            </a:xfrm>
            <a:custGeom>
              <a:avLst/>
              <a:gdLst/>
              <a:ahLst/>
              <a:cxnLst/>
              <a:rect l="l" t="t" r="r" b="b"/>
              <a:pathLst>
                <a:path w="34613" h="160620" extrusionOk="0">
                  <a:moveTo>
                    <a:pt x="34614" y="17107"/>
                  </a:moveTo>
                  <a:cubicBezTo>
                    <a:pt x="34614" y="19425"/>
                    <a:pt x="34138" y="21595"/>
                    <a:pt x="33195" y="23601"/>
                  </a:cubicBezTo>
                  <a:cubicBezTo>
                    <a:pt x="32242" y="25623"/>
                    <a:pt x="30985" y="27408"/>
                    <a:pt x="29413" y="28916"/>
                  </a:cubicBezTo>
                  <a:cubicBezTo>
                    <a:pt x="27842" y="30425"/>
                    <a:pt x="26003" y="31639"/>
                    <a:pt x="23879" y="32540"/>
                  </a:cubicBezTo>
                  <a:cubicBezTo>
                    <a:pt x="21755" y="33441"/>
                    <a:pt x="19498" y="33901"/>
                    <a:pt x="17088" y="33901"/>
                  </a:cubicBezTo>
                  <a:cubicBezTo>
                    <a:pt x="14754" y="33901"/>
                    <a:pt x="12544" y="33441"/>
                    <a:pt x="10468" y="32540"/>
                  </a:cubicBezTo>
                  <a:cubicBezTo>
                    <a:pt x="8382" y="31639"/>
                    <a:pt x="6582" y="30425"/>
                    <a:pt x="5039" y="28916"/>
                  </a:cubicBezTo>
                  <a:cubicBezTo>
                    <a:pt x="3505" y="27408"/>
                    <a:pt x="2276" y="25623"/>
                    <a:pt x="1372" y="23601"/>
                  </a:cubicBezTo>
                  <a:cubicBezTo>
                    <a:pt x="457" y="21595"/>
                    <a:pt x="0" y="19425"/>
                    <a:pt x="0" y="17107"/>
                  </a:cubicBezTo>
                  <a:cubicBezTo>
                    <a:pt x="0" y="14734"/>
                    <a:pt x="457" y="12490"/>
                    <a:pt x="1372" y="10393"/>
                  </a:cubicBezTo>
                  <a:cubicBezTo>
                    <a:pt x="2276" y="8296"/>
                    <a:pt x="3505" y="6494"/>
                    <a:pt x="5039" y="4985"/>
                  </a:cubicBezTo>
                  <a:cubicBezTo>
                    <a:pt x="6582" y="3458"/>
                    <a:pt x="8382" y="2263"/>
                    <a:pt x="10468" y="1343"/>
                  </a:cubicBezTo>
                  <a:cubicBezTo>
                    <a:pt x="12544" y="442"/>
                    <a:pt x="14754" y="0"/>
                    <a:pt x="17088" y="0"/>
                  </a:cubicBezTo>
                  <a:cubicBezTo>
                    <a:pt x="19498" y="0"/>
                    <a:pt x="21755" y="442"/>
                    <a:pt x="23879" y="1343"/>
                  </a:cubicBezTo>
                  <a:cubicBezTo>
                    <a:pt x="26003" y="2263"/>
                    <a:pt x="27842" y="3458"/>
                    <a:pt x="29413" y="4985"/>
                  </a:cubicBezTo>
                  <a:cubicBezTo>
                    <a:pt x="30985" y="6494"/>
                    <a:pt x="32242" y="8296"/>
                    <a:pt x="33195" y="10393"/>
                  </a:cubicBezTo>
                  <a:cubicBezTo>
                    <a:pt x="34138" y="12490"/>
                    <a:pt x="34614" y="14734"/>
                    <a:pt x="34614" y="17107"/>
                  </a:cubicBezTo>
                  <a:close/>
                  <a:moveTo>
                    <a:pt x="30566" y="49500"/>
                  </a:moveTo>
                  <a:lnTo>
                    <a:pt x="30566" y="160621"/>
                  </a:lnTo>
                  <a:lnTo>
                    <a:pt x="3505" y="160621"/>
                  </a:lnTo>
                  <a:lnTo>
                    <a:pt x="3505" y="49500"/>
                  </a:lnTo>
                  <a:lnTo>
                    <a:pt x="30566" y="49500"/>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799" name="Google Shape;2799;p90"/>
            <p:cNvSpPr/>
            <p:nvPr/>
          </p:nvSpPr>
          <p:spPr>
            <a:xfrm>
              <a:off x="5033533" y="3445977"/>
              <a:ext cx="97926" cy="112868"/>
            </a:xfrm>
            <a:custGeom>
              <a:avLst/>
              <a:gdLst/>
              <a:ahLst/>
              <a:cxnLst/>
              <a:rect l="l" t="t" r="r" b="b"/>
              <a:pathLst>
                <a:path w="97926" h="112868" extrusionOk="0">
                  <a:moveTo>
                    <a:pt x="0" y="112869"/>
                  </a:moveTo>
                  <a:lnTo>
                    <a:pt x="0" y="1748"/>
                  </a:lnTo>
                  <a:lnTo>
                    <a:pt x="16554" y="1748"/>
                  </a:lnTo>
                  <a:cubicBezTo>
                    <a:pt x="20050" y="1748"/>
                    <a:pt x="22355" y="3367"/>
                    <a:pt x="23441" y="6623"/>
                  </a:cubicBezTo>
                  <a:lnTo>
                    <a:pt x="25308" y="15397"/>
                  </a:lnTo>
                  <a:cubicBezTo>
                    <a:pt x="27575" y="13079"/>
                    <a:pt x="29966" y="10982"/>
                    <a:pt x="32480" y="9105"/>
                  </a:cubicBezTo>
                  <a:cubicBezTo>
                    <a:pt x="35004" y="7229"/>
                    <a:pt x="37662" y="5610"/>
                    <a:pt x="40481" y="4231"/>
                  </a:cubicBezTo>
                  <a:cubicBezTo>
                    <a:pt x="43291" y="2870"/>
                    <a:pt x="46311" y="1821"/>
                    <a:pt x="49511" y="1086"/>
                  </a:cubicBezTo>
                  <a:cubicBezTo>
                    <a:pt x="52730" y="368"/>
                    <a:pt x="56236" y="0"/>
                    <a:pt x="60036" y="0"/>
                  </a:cubicBezTo>
                  <a:cubicBezTo>
                    <a:pt x="66170" y="0"/>
                    <a:pt x="71609" y="1030"/>
                    <a:pt x="76352" y="3091"/>
                  </a:cubicBezTo>
                  <a:cubicBezTo>
                    <a:pt x="81105" y="5151"/>
                    <a:pt x="85058" y="8038"/>
                    <a:pt x="88240" y="11755"/>
                  </a:cubicBezTo>
                  <a:cubicBezTo>
                    <a:pt x="91421" y="15489"/>
                    <a:pt x="93831" y="19922"/>
                    <a:pt x="95469" y="25090"/>
                  </a:cubicBezTo>
                  <a:cubicBezTo>
                    <a:pt x="97117" y="30241"/>
                    <a:pt x="97926" y="35925"/>
                    <a:pt x="97926" y="42142"/>
                  </a:cubicBezTo>
                  <a:lnTo>
                    <a:pt x="97926" y="112869"/>
                  </a:lnTo>
                  <a:lnTo>
                    <a:pt x="70885" y="112869"/>
                  </a:lnTo>
                  <a:lnTo>
                    <a:pt x="70885" y="42142"/>
                  </a:lnTo>
                  <a:cubicBezTo>
                    <a:pt x="70885" y="35354"/>
                    <a:pt x="69294" y="30093"/>
                    <a:pt x="66113" y="26378"/>
                  </a:cubicBezTo>
                  <a:cubicBezTo>
                    <a:pt x="62941" y="22662"/>
                    <a:pt x="58169" y="20804"/>
                    <a:pt x="51816" y="20804"/>
                  </a:cubicBezTo>
                  <a:cubicBezTo>
                    <a:pt x="47139" y="20804"/>
                    <a:pt x="42758" y="21853"/>
                    <a:pt x="38671" y="23950"/>
                  </a:cubicBezTo>
                  <a:cubicBezTo>
                    <a:pt x="34585" y="26047"/>
                    <a:pt x="30718" y="28898"/>
                    <a:pt x="27061" y="32503"/>
                  </a:cubicBezTo>
                  <a:lnTo>
                    <a:pt x="27061" y="112869"/>
                  </a:lnTo>
                  <a:lnTo>
                    <a:pt x="0" y="112869"/>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00" name="Google Shape;2800;p90"/>
            <p:cNvSpPr/>
            <p:nvPr/>
          </p:nvSpPr>
          <p:spPr>
            <a:xfrm>
              <a:off x="5147891" y="3413714"/>
              <a:ext cx="76571" cy="146861"/>
            </a:xfrm>
            <a:custGeom>
              <a:avLst/>
              <a:gdLst/>
              <a:ahLst/>
              <a:cxnLst/>
              <a:rect l="l" t="t" r="r" b="b"/>
              <a:pathLst>
                <a:path w="76571" h="146861" extrusionOk="0">
                  <a:moveTo>
                    <a:pt x="47101" y="146861"/>
                  </a:moveTo>
                  <a:cubicBezTo>
                    <a:pt x="37395" y="146861"/>
                    <a:pt x="29908" y="144138"/>
                    <a:pt x="24651" y="138676"/>
                  </a:cubicBezTo>
                  <a:cubicBezTo>
                    <a:pt x="19393" y="133230"/>
                    <a:pt x="16764" y="125707"/>
                    <a:pt x="16764" y="116106"/>
                  </a:cubicBezTo>
                  <a:lnTo>
                    <a:pt x="16764" y="54042"/>
                  </a:lnTo>
                  <a:lnTo>
                    <a:pt x="5372" y="54042"/>
                  </a:lnTo>
                  <a:cubicBezTo>
                    <a:pt x="3905" y="54042"/>
                    <a:pt x="2648" y="53565"/>
                    <a:pt x="1591" y="52626"/>
                  </a:cubicBezTo>
                  <a:cubicBezTo>
                    <a:pt x="533" y="51688"/>
                    <a:pt x="0" y="50290"/>
                    <a:pt x="0" y="48414"/>
                  </a:cubicBezTo>
                  <a:lnTo>
                    <a:pt x="0" y="37800"/>
                  </a:lnTo>
                  <a:lnTo>
                    <a:pt x="18078" y="34876"/>
                  </a:lnTo>
                  <a:lnTo>
                    <a:pt x="23774" y="4543"/>
                  </a:lnTo>
                  <a:cubicBezTo>
                    <a:pt x="24060" y="3108"/>
                    <a:pt x="24746" y="1986"/>
                    <a:pt x="25803" y="1195"/>
                  </a:cubicBezTo>
                  <a:cubicBezTo>
                    <a:pt x="26851" y="386"/>
                    <a:pt x="28194" y="0"/>
                    <a:pt x="29794" y="0"/>
                  </a:cubicBezTo>
                  <a:lnTo>
                    <a:pt x="43825" y="0"/>
                  </a:lnTo>
                  <a:lnTo>
                    <a:pt x="43825" y="34986"/>
                  </a:lnTo>
                  <a:lnTo>
                    <a:pt x="73390" y="34986"/>
                  </a:lnTo>
                  <a:lnTo>
                    <a:pt x="73390" y="54042"/>
                  </a:lnTo>
                  <a:lnTo>
                    <a:pt x="43825" y="54042"/>
                  </a:lnTo>
                  <a:lnTo>
                    <a:pt x="43825" y="114266"/>
                  </a:lnTo>
                  <a:cubicBezTo>
                    <a:pt x="43825" y="117725"/>
                    <a:pt x="44691" y="120429"/>
                    <a:pt x="46444" y="122378"/>
                  </a:cubicBezTo>
                  <a:cubicBezTo>
                    <a:pt x="48206" y="124328"/>
                    <a:pt x="50540" y="125302"/>
                    <a:pt x="53454" y="125302"/>
                  </a:cubicBezTo>
                  <a:cubicBezTo>
                    <a:pt x="55131" y="125302"/>
                    <a:pt x="56550" y="125101"/>
                    <a:pt x="57674" y="124714"/>
                  </a:cubicBezTo>
                  <a:cubicBezTo>
                    <a:pt x="58807" y="124310"/>
                    <a:pt x="59789" y="123905"/>
                    <a:pt x="60627" y="123463"/>
                  </a:cubicBezTo>
                  <a:cubicBezTo>
                    <a:pt x="61465" y="123040"/>
                    <a:pt x="62217" y="122617"/>
                    <a:pt x="62884" y="122212"/>
                  </a:cubicBezTo>
                  <a:cubicBezTo>
                    <a:pt x="63532" y="121826"/>
                    <a:pt x="64189" y="121624"/>
                    <a:pt x="64856" y="121624"/>
                  </a:cubicBezTo>
                  <a:cubicBezTo>
                    <a:pt x="65656" y="121624"/>
                    <a:pt x="66313" y="121826"/>
                    <a:pt x="66827" y="122212"/>
                  </a:cubicBezTo>
                  <a:cubicBezTo>
                    <a:pt x="67323" y="122617"/>
                    <a:pt x="67875" y="123206"/>
                    <a:pt x="68466" y="124015"/>
                  </a:cubicBezTo>
                  <a:lnTo>
                    <a:pt x="76571" y="137001"/>
                  </a:lnTo>
                  <a:cubicBezTo>
                    <a:pt x="72628" y="140257"/>
                    <a:pt x="68094" y="142704"/>
                    <a:pt x="62979" y="144378"/>
                  </a:cubicBezTo>
                  <a:cubicBezTo>
                    <a:pt x="57874" y="146033"/>
                    <a:pt x="52587" y="146861"/>
                    <a:pt x="47101" y="146861"/>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01" name="Google Shape;2801;p90"/>
            <p:cNvSpPr/>
            <p:nvPr/>
          </p:nvSpPr>
          <p:spPr>
            <a:xfrm>
              <a:off x="5235301" y="3445977"/>
              <a:ext cx="102631" cy="114487"/>
            </a:xfrm>
            <a:custGeom>
              <a:avLst/>
              <a:gdLst/>
              <a:ahLst/>
              <a:cxnLst/>
              <a:rect l="l" t="t" r="r" b="b"/>
              <a:pathLst>
                <a:path w="102631" h="114487" extrusionOk="0">
                  <a:moveTo>
                    <a:pt x="53997" y="0"/>
                  </a:moveTo>
                  <a:cubicBezTo>
                    <a:pt x="61084" y="0"/>
                    <a:pt x="67599" y="1123"/>
                    <a:pt x="73552" y="3367"/>
                  </a:cubicBezTo>
                  <a:cubicBezTo>
                    <a:pt x="79505" y="5610"/>
                    <a:pt x="84639" y="8866"/>
                    <a:pt x="88944" y="13171"/>
                  </a:cubicBezTo>
                  <a:cubicBezTo>
                    <a:pt x="93250" y="17456"/>
                    <a:pt x="96603" y="22736"/>
                    <a:pt x="99012" y="28972"/>
                  </a:cubicBezTo>
                  <a:cubicBezTo>
                    <a:pt x="101422" y="35226"/>
                    <a:pt x="102632" y="42363"/>
                    <a:pt x="102632" y="50365"/>
                  </a:cubicBezTo>
                  <a:cubicBezTo>
                    <a:pt x="102632" y="52388"/>
                    <a:pt x="102537" y="54080"/>
                    <a:pt x="102365" y="55404"/>
                  </a:cubicBezTo>
                  <a:cubicBezTo>
                    <a:pt x="102175" y="56747"/>
                    <a:pt x="101851" y="57796"/>
                    <a:pt x="101375" y="58550"/>
                  </a:cubicBezTo>
                  <a:cubicBezTo>
                    <a:pt x="100898" y="59304"/>
                    <a:pt x="100260" y="59856"/>
                    <a:pt x="99450" y="60169"/>
                  </a:cubicBezTo>
                  <a:cubicBezTo>
                    <a:pt x="98650" y="60500"/>
                    <a:pt x="97631" y="60665"/>
                    <a:pt x="96393" y="60665"/>
                  </a:cubicBezTo>
                  <a:lnTo>
                    <a:pt x="26946" y="60665"/>
                  </a:lnTo>
                  <a:cubicBezTo>
                    <a:pt x="27746" y="72070"/>
                    <a:pt x="30851" y="80439"/>
                    <a:pt x="36252" y="85792"/>
                  </a:cubicBezTo>
                  <a:cubicBezTo>
                    <a:pt x="41662" y="91126"/>
                    <a:pt x="48816" y="93794"/>
                    <a:pt x="57721" y="93794"/>
                  </a:cubicBezTo>
                  <a:cubicBezTo>
                    <a:pt x="62103" y="93794"/>
                    <a:pt x="65884" y="93297"/>
                    <a:pt x="69066" y="92286"/>
                  </a:cubicBezTo>
                  <a:cubicBezTo>
                    <a:pt x="72238" y="91273"/>
                    <a:pt x="75009" y="90152"/>
                    <a:pt x="77391" y="88938"/>
                  </a:cubicBezTo>
                  <a:cubicBezTo>
                    <a:pt x="79762" y="87705"/>
                    <a:pt x="81839" y="86583"/>
                    <a:pt x="83629" y="85572"/>
                  </a:cubicBezTo>
                  <a:cubicBezTo>
                    <a:pt x="85420" y="84559"/>
                    <a:pt x="87154" y="84063"/>
                    <a:pt x="88830" y="84063"/>
                  </a:cubicBezTo>
                  <a:cubicBezTo>
                    <a:pt x="89925" y="84063"/>
                    <a:pt x="90878" y="84265"/>
                    <a:pt x="91678" y="84707"/>
                  </a:cubicBezTo>
                  <a:cubicBezTo>
                    <a:pt x="92488" y="85130"/>
                    <a:pt x="93174" y="85755"/>
                    <a:pt x="93764" y="86546"/>
                  </a:cubicBezTo>
                  <a:lnTo>
                    <a:pt x="101651" y="96295"/>
                  </a:lnTo>
                  <a:cubicBezTo>
                    <a:pt x="98650" y="99753"/>
                    <a:pt x="95298" y="102660"/>
                    <a:pt x="91573" y="105014"/>
                  </a:cubicBezTo>
                  <a:cubicBezTo>
                    <a:pt x="87840" y="107351"/>
                    <a:pt x="83953" y="109245"/>
                    <a:pt x="79905" y="110643"/>
                  </a:cubicBezTo>
                  <a:cubicBezTo>
                    <a:pt x="75857" y="112060"/>
                    <a:pt x="71723" y="113052"/>
                    <a:pt x="67532" y="113623"/>
                  </a:cubicBezTo>
                  <a:cubicBezTo>
                    <a:pt x="63322" y="114193"/>
                    <a:pt x="59265" y="114488"/>
                    <a:pt x="55312" y="114488"/>
                  </a:cubicBezTo>
                  <a:cubicBezTo>
                    <a:pt x="47501" y="114488"/>
                    <a:pt x="40234" y="113200"/>
                    <a:pt x="33509" y="110643"/>
                  </a:cubicBezTo>
                  <a:cubicBezTo>
                    <a:pt x="26794" y="108086"/>
                    <a:pt x="20955" y="104297"/>
                    <a:pt x="15992" y="99275"/>
                  </a:cubicBezTo>
                  <a:cubicBezTo>
                    <a:pt x="11020" y="94253"/>
                    <a:pt x="7115" y="88036"/>
                    <a:pt x="4267" y="80641"/>
                  </a:cubicBezTo>
                  <a:cubicBezTo>
                    <a:pt x="1419" y="73247"/>
                    <a:pt x="0" y="64675"/>
                    <a:pt x="0" y="54927"/>
                  </a:cubicBezTo>
                  <a:cubicBezTo>
                    <a:pt x="0" y="47348"/>
                    <a:pt x="1238" y="40211"/>
                    <a:pt x="3715" y="33534"/>
                  </a:cubicBezTo>
                  <a:cubicBezTo>
                    <a:pt x="6201" y="26856"/>
                    <a:pt x="9763" y="21044"/>
                    <a:pt x="14402" y="16095"/>
                  </a:cubicBezTo>
                  <a:cubicBezTo>
                    <a:pt x="19040" y="11147"/>
                    <a:pt x="24698" y="7229"/>
                    <a:pt x="31385" y="4342"/>
                  </a:cubicBezTo>
                  <a:cubicBezTo>
                    <a:pt x="38062" y="1453"/>
                    <a:pt x="45606" y="0"/>
                    <a:pt x="53997" y="0"/>
                  </a:cubicBezTo>
                  <a:close/>
                  <a:moveTo>
                    <a:pt x="54540" y="19185"/>
                  </a:moveTo>
                  <a:cubicBezTo>
                    <a:pt x="46653" y="19185"/>
                    <a:pt x="40491" y="21375"/>
                    <a:pt x="36033" y="25789"/>
                  </a:cubicBezTo>
                  <a:cubicBezTo>
                    <a:pt x="31575" y="30186"/>
                    <a:pt x="28727" y="36440"/>
                    <a:pt x="27499" y="44515"/>
                  </a:cubicBezTo>
                  <a:lnTo>
                    <a:pt x="78315" y="44515"/>
                  </a:lnTo>
                  <a:cubicBezTo>
                    <a:pt x="78315" y="41057"/>
                    <a:pt x="77848" y="37783"/>
                    <a:pt x="76895" y="34729"/>
                  </a:cubicBezTo>
                  <a:cubicBezTo>
                    <a:pt x="75943" y="31658"/>
                    <a:pt x="74485" y="28972"/>
                    <a:pt x="72514" y="26654"/>
                  </a:cubicBezTo>
                  <a:cubicBezTo>
                    <a:pt x="70542" y="24336"/>
                    <a:pt x="68056" y="22516"/>
                    <a:pt x="65065" y="21190"/>
                  </a:cubicBezTo>
                  <a:cubicBezTo>
                    <a:pt x="62065" y="19848"/>
                    <a:pt x="58560" y="19185"/>
                    <a:pt x="54540" y="19185"/>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02" name="Google Shape;2802;p90"/>
            <p:cNvSpPr/>
            <p:nvPr/>
          </p:nvSpPr>
          <p:spPr>
            <a:xfrm>
              <a:off x="5359946" y="3445665"/>
              <a:ext cx="71637" cy="113181"/>
            </a:xfrm>
            <a:custGeom>
              <a:avLst/>
              <a:gdLst/>
              <a:ahLst/>
              <a:cxnLst/>
              <a:rect l="l" t="t" r="r" b="b"/>
              <a:pathLst>
                <a:path w="71637" h="113181" extrusionOk="0">
                  <a:moveTo>
                    <a:pt x="0" y="113182"/>
                  </a:moveTo>
                  <a:lnTo>
                    <a:pt x="0" y="2061"/>
                  </a:lnTo>
                  <a:lnTo>
                    <a:pt x="15888" y="2061"/>
                  </a:lnTo>
                  <a:cubicBezTo>
                    <a:pt x="18659" y="2061"/>
                    <a:pt x="20593" y="2557"/>
                    <a:pt x="21689" y="3568"/>
                  </a:cubicBezTo>
                  <a:cubicBezTo>
                    <a:pt x="22784" y="4581"/>
                    <a:pt x="23517" y="6310"/>
                    <a:pt x="23889" y="8775"/>
                  </a:cubicBezTo>
                  <a:lnTo>
                    <a:pt x="25517" y="22203"/>
                  </a:lnTo>
                  <a:cubicBezTo>
                    <a:pt x="29537" y="15341"/>
                    <a:pt x="34242" y="9933"/>
                    <a:pt x="39653" y="5960"/>
                  </a:cubicBezTo>
                  <a:cubicBezTo>
                    <a:pt x="45053" y="1987"/>
                    <a:pt x="51121" y="0"/>
                    <a:pt x="57836" y="0"/>
                  </a:cubicBezTo>
                  <a:cubicBezTo>
                    <a:pt x="63389" y="0"/>
                    <a:pt x="67980" y="1270"/>
                    <a:pt x="71637" y="3790"/>
                  </a:cubicBezTo>
                  <a:lnTo>
                    <a:pt x="68132" y="23821"/>
                  </a:lnTo>
                  <a:cubicBezTo>
                    <a:pt x="67923" y="25127"/>
                    <a:pt x="67437" y="26047"/>
                    <a:pt x="66713" y="26580"/>
                  </a:cubicBezTo>
                  <a:cubicBezTo>
                    <a:pt x="65980" y="27132"/>
                    <a:pt x="64989" y="27389"/>
                    <a:pt x="63751" y="27389"/>
                  </a:cubicBezTo>
                  <a:cubicBezTo>
                    <a:pt x="62655" y="27389"/>
                    <a:pt x="61160" y="27150"/>
                    <a:pt x="59255" y="26636"/>
                  </a:cubicBezTo>
                  <a:cubicBezTo>
                    <a:pt x="57360" y="26139"/>
                    <a:pt x="54845" y="25882"/>
                    <a:pt x="51702" y="25882"/>
                  </a:cubicBezTo>
                  <a:cubicBezTo>
                    <a:pt x="46082" y="25882"/>
                    <a:pt x="41262" y="27408"/>
                    <a:pt x="37243" y="30480"/>
                  </a:cubicBezTo>
                  <a:cubicBezTo>
                    <a:pt x="33223" y="33552"/>
                    <a:pt x="29832" y="38058"/>
                    <a:pt x="27061" y="43963"/>
                  </a:cubicBezTo>
                  <a:lnTo>
                    <a:pt x="27061" y="113182"/>
                  </a:lnTo>
                  <a:lnTo>
                    <a:pt x="0" y="113182"/>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03" name="Google Shape;2803;p90"/>
            <p:cNvSpPr/>
            <p:nvPr/>
          </p:nvSpPr>
          <p:spPr>
            <a:xfrm>
              <a:off x="5441661" y="3445977"/>
              <a:ext cx="111185" cy="114487"/>
            </a:xfrm>
            <a:custGeom>
              <a:avLst/>
              <a:gdLst/>
              <a:ahLst/>
              <a:cxnLst/>
              <a:rect l="l" t="t" r="r" b="b"/>
              <a:pathLst>
                <a:path w="111185" h="114487" extrusionOk="0">
                  <a:moveTo>
                    <a:pt x="55750" y="0"/>
                  </a:moveTo>
                  <a:cubicBezTo>
                    <a:pt x="64151" y="0"/>
                    <a:pt x="71761" y="1343"/>
                    <a:pt x="78600" y="4010"/>
                  </a:cubicBezTo>
                  <a:cubicBezTo>
                    <a:pt x="85430" y="6696"/>
                    <a:pt x="91250" y="10485"/>
                    <a:pt x="96069" y="15397"/>
                  </a:cubicBezTo>
                  <a:cubicBezTo>
                    <a:pt x="100889" y="20308"/>
                    <a:pt x="104604" y="26287"/>
                    <a:pt x="107242" y="33368"/>
                  </a:cubicBezTo>
                  <a:cubicBezTo>
                    <a:pt x="109871" y="40450"/>
                    <a:pt x="111185" y="48359"/>
                    <a:pt x="111185" y="57079"/>
                  </a:cubicBezTo>
                  <a:cubicBezTo>
                    <a:pt x="111185" y="65889"/>
                    <a:pt x="109871" y="73836"/>
                    <a:pt x="107242" y="80917"/>
                  </a:cubicBezTo>
                  <a:cubicBezTo>
                    <a:pt x="104604" y="88000"/>
                    <a:pt x="100889" y="94015"/>
                    <a:pt x="96069" y="99000"/>
                  </a:cubicBezTo>
                  <a:cubicBezTo>
                    <a:pt x="91250" y="103985"/>
                    <a:pt x="85430" y="107810"/>
                    <a:pt x="78600" y="110478"/>
                  </a:cubicBezTo>
                  <a:cubicBezTo>
                    <a:pt x="71761" y="113145"/>
                    <a:pt x="64151" y="114488"/>
                    <a:pt x="55750" y="114488"/>
                  </a:cubicBezTo>
                  <a:cubicBezTo>
                    <a:pt x="47358" y="114488"/>
                    <a:pt x="39729" y="113145"/>
                    <a:pt x="32861" y="110478"/>
                  </a:cubicBezTo>
                  <a:cubicBezTo>
                    <a:pt x="25994" y="107810"/>
                    <a:pt x="20136" y="103985"/>
                    <a:pt x="15278" y="99000"/>
                  </a:cubicBezTo>
                  <a:cubicBezTo>
                    <a:pt x="10430" y="94015"/>
                    <a:pt x="6668" y="88000"/>
                    <a:pt x="4001" y="80917"/>
                  </a:cubicBezTo>
                  <a:cubicBezTo>
                    <a:pt x="1333" y="73836"/>
                    <a:pt x="0" y="65889"/>
                    <a:pt x="0" y="57079"/>
                  </a:cubicBezTo>
                  <a:cubicBezTo>
                    <a:pt x="0" y="48359"/>
                    <a:pt x="1333" y="40450"/>
                    <a:pt x="4001" y="33368"/>
                  </a:cubicBezTo>
                  <a:cubicBezTo>
                    <a:pt x="6668" y="26287"/>
                    <a:pt x="10430" y="20308"/>
                    <a:pt x="15278" y="15397"/>
                  </a:cubicBezTo>
                  <a:cubicBezTo>
                    <a:pt x="20136" y="10485"/>
                    <a:pt x="25994" y="6696"/>
                    <a:pt x="32861" y="4010"/>
                  </a:cubicBezTo>
                  <a:cubicBezTo>
                    <a:pt x="39729" y="1343"/>
                    <a:pt x="47358" y="0"/>
                    <a:pt x="55750" y="0"/>
                  </a:cubicBezTo>
                  <a:close/>
                  <a:moveTo>
                    <a:pt x="55750" y="93904"/>
                  </a:moveTo>
                  <a:cubicBezTo>
                    <a:pt x="65103" y="93904"/>
                    <a:pt x="72019" y="90814"/>
                    <a:pt x="76514" y="84597"/>
                  </a:cubicBezTo>
                  <a:cubicBezTo>
                    <a:pt x="81010" y="78379"/>
                    <a:pt x="83249" y="69293"/>
                    <a:pt x="83249" y="57299"/>
                  </a:cubicBezTo>
                  <a:cubicBezTo>
                    <a:pt x="83249" y="45324"/>
                    <a:pt x="81010" y="36182"/>
                    <a:pt x="76514" y="29910"/>
                  </a:cubicBezTo>
                  <a:cubicBezTo>
                    <a:pt x="72019" y="23618"/>
                    <a:pt x="65103" y="20474"/>
                    <a:pt x="55750" y="20474"/>
                  </a:cubicBezTo>
                  <a:cubicBezTo>
                    <a:pt x="46263" y="20474"/>
                    <a:pt x="39253" y="23637"/>
                    <a:pt x="34719" y="29946"/>
                  </a:cubicBezTo>
                  <a:cubicBezTo>
                    <a:pt x="30194" y="36274"/>
                    <a:pt x="27927" y="45397"/>
                    <a:pt x="27927" y="57299"/>
                  </a:cubicBezTo>
                  <a:cubicBezTo>
                    <a:pt x="27927" y="69218"/>
                    <a:pt x="30194" y="78306"/>
                    <a:pt x="34719" y="84541"/>
                  </a:cubicBezTo>
                  <a:cubicBezTo>
                    <a:pt x="39253" y="90796"/>
                    <a:pt x="46263" y="93904"/>
                    <a:pt x="55750" y="93904"/>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04" name="Google Shape;2804;p90"/>
            <p:cNvSpPr/>
            <p:nvPr/>
          </p:nvSpPr>
          <p:spPr>
            <a:xfrm>
              <a:off x="5573972" y="3445665"/>
              <a:ext cx="103412" cy="149455"/>
            </a:xfrm>
            <a:custGeom>
              <a:avLst/>
              <a:gdLst/>
              <a:ahLst/>
              <a:cxnLst/>
              <a:rect l="l" t="t" r="r" b="b"/>
              <a:pathLst>
                <a:path w="103412" h="149455" extrusionOk="0">
                  <a:moveTo>
                    <a:pt x="0" y="149456"/>
                  </a:moveTo>
                  <a:lnTo>
                    <a:pt x="0" y="2061"/>
                  </a:lnTo>
                  <a:lnTo>
                    <a:pt x="16555" y="2061"/>
                  </a:lnTo>
                  <a:cubicBezTo>
                    <a:pt x="18298" y="2061"/>
                    <a:pt x="19802" y="2447"/>
                    <a:pt x="21031" y="3238"/>
                  </a:cubicBezTo>
                  <a:cubicBezTo>
                    <a:pt x="22279" y="4047"/>
                    <a:pt x="23079" y="5261"/>
                    <a:pt x="23441" y="6935"/>
                  </a:cubicBezTo>
                  <a:lnTo>
                    <a:pt x="25641" y="17218"/>
                  </a:lnTo>
                  <a:cubicBezTo>
                    <a:pt x="30166" y="12085"/>
                    <a:pt x="35366" y="7947"/>
                    <a:pt x="41253" y="4765"/>
                  </a:cubicBezTo>
                  <a:cubicBezTo>
                    <a:pt x="47130" y="1582"/>
                    <a:pt x="54007" y="0"/>
                    <a:pt x="61903" y="0"/>
                  </a:cubicBezTo>
                  <a:cubicBezTo>
                    <a:pt x="68028" y="0"/>
                    <a:pt x="73638" y="1270"/>
                    <a:pt x="78705" y="3790"/>
                  </a:cubicBezTo>
                  <a:cubicBezTo>
                    <a:pt x="83782" y="6310"/>
                    <a:pt x="88163" y="9970"/>
                    <a:pt x="91859" y="14789"/>
                  </a:cubicBezTo>
                  <a:cubicBezTo>
                    <a:pt x="95545" y="19590"/>
                    <a:pt x="98393" y="25495"/>
                    <a:pt x="100403" y="32540"/>
                  </a:cubicBezTo>
                  <a:cubicBezTo>
                    <a:pt x="102403" y="39586"/>
                    <a:pt x="103413" y="47661"/>
                    <a:pt x="103413" y="56747"/>
                  </a:cubicBezTo>
                  <a:cubicBezTo>
                    <a:pt x="103413" y="65061"/>
                    <a:pt x="102280" y="72750"/>
                    <a:pt x="100013" y="79814"/>
                  </a:cubicBezTo>
                  <a:cubicBezTo>
                    <a:pt x="97745" y="86896"/>
                    <a:pt x="94517" y="93039"/>
                    <a:pt x="90326" y="98227"/>
                  </a:cubicBezTo>
                  <a:cubicBezTo>
                    <a:pt x="86116" y="103433"/>
                    <a:pt x="81048" y="107498"/>
                    <a:pt x="75095" y="110422"/>
                  </a:cubicBezTo>
                  <a:cubicBezTo>
                    <a:pt x="69142" y="113347"/>
                    <a:pt x="62484" y="114800"/>
                    <a:pt x="55112" y="114800"/>
                  </a:cubicBezTo>
                  <a:cubicBezTo>
                    <a:pt x="48759" y="114800"/>
                    <a:pt x="43367" y="113844"/>
                    <a:pt x="38948" y="111931"/>
                  </a:cubicBezTo>
                  <a:cubicBezTo>
                    <a:pt x="34528" y="110018"/>
                    <a:pt x="30566" y="107369"/>
                    <a:pt x="27061" y="103966"/>
                  </a:cubicBezTo>
                  <a:lnTo>
                    <a:pt x="27061" y="149456"/>
                  </a:lnTo>
                  <a:lnTo>
                    <a:pt x="0" y="149456"/>
                  </a:lnTo>
                  <a:close/>
                  <a:moveTo>
                    <a:pt x="52587" y="21117"/>
                  </a:moveTo>
                  <a:cubicBezTo>
                    <a:pt x="46958" y="21117"/>
                    <a:pt x="42158" y="22294"/>
                    <a:pt x="38176" y="24631"/>
                  </a:cubicBezTo>
                  <a:cubicBezTo>
                    <a:pt x="34195" y="26985"/>
                    <a:pt x="30499" y="30278"/>
                    <a:pt x="27061" y="34545"/>
                  </a:cubicBezTo>
                  <a:lnTo>
                    <a:pt x="27061" y="84376"/>
                  </a:lnTo>
                  <a:cubicBezTo>
                    <a:pt x="30137" y="88129"/>
                    <a:pt x="33471" y="90740"/>
                    <a:pt x="37090" y="92211"/>
                  </a:cubicBezTo>
                  <a:cubicBezTo>
                    <a:pt x="40700" y="93702"/>
                    <a:pt x="44587" y="94438"/>
                    <a:pt x="48759" y="94438"/>
                  </a:cubicBezTo>
                  <a:cubicBezTo>
                    <a:pt x="52835" y="94438"/>
                    <a:pt x="56550" y="93683"/>
                    <a:pt x="59874" y="92157"/>
                  </a:cubicBezTo>
                  <a:cubicBezTo>
                    <a:pt x="63189" y="90648"/>
                    <a:pt x="65999" y="88330"/>
                    <a:pt x="68304" y="85240"/>
                  </a:cubicBezTo>
                  <a:cubicBezTo>
                    <a:pt x="70609" y="82131"/>
                    <a:pt x="72371" y="78213"/>
                    <a:pt x="73619" y="73487"/>
                  </a:cubicBezTo>
                  <a:cubicBezTo>
                    <a:pt x="74857" y="68759"/>
                    <a:pt x="75476" y="63185"/>
                    <a:pt x="75476" y="56747"/>
                  </a:cubicBezTo>
                  <a:cubicBezTo>
                    <a:pt x="75476" y="50254"/>
                    <a:pt x="74952" y="44754"/>
                    <a:pt x="73885" y="40229"/>
                  </a:cubicBezTo>
                  <a:cubicBezTo>
                    <a:pt x="72828" y="35722"/>
                    <a:pt x="71323" y="32062"/>
                    <a:pt x="69352" y="29248"/>
                  </a:cubicBezTo>
                  <a:cubicBezTo>
                    <a:pt x="67380" y="26415"/>
                    <a:pt x="64980" y="24373"/>
                    <a:pt x="62170" y="23067"/>
                  </a:cubicBezTo>
                  <a:cubicBezTo>
                    <a:pt x="59360" y="21761"/>
                    <a:pt x="56159" y="21117"/>
                    <a:pt x="52587" y="21117"/>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05" name="Google Shape;2805;p90"/>
            <p:cNvSpPr/>
            <p:nvPr/>
          </p:nvSpPr>
          <p:spPr>
            <a:xfrm>
              <a:off x="5690301" y="3445977"/>
              <a:ext cx="102641" cy="114487"/>
            </a:xfrm>
            <a:custGeom>
              <a:avLst/>
              <a:gdLst/>
              <a:ahLst/>
              <a:cxnLst/>
              <a:rect l="l" t="t" r="r" b="b"/>
              <a:pathLst>
                <a:path w="102641" h="114487" extrusionOk="0">
                  <a:moveTo>
                    <a:pt x="53997" y="0"/>
                  </a:moveTo>
                  <a:cubicBezTo>
                    <a:pt x="61084" y="0"/>
                    <a:pt x="67609" y="1123"/>
                    <a:pt x="73552" y="3367"/>
                  </a:cubicBezTo>
                  <a:cubicBezTo>
                    <a:pt x="79505" y="5610"/>
                    <a:pt x="84639" y="8866"/>
                    <a:pt x="88944" y="13171"/>
                  </a:cubicBezTo>
                  <a:cubicBezTo>
                    <a:pt x="93250" y="17456"/>
                    <a:pt x="96612" y="22736"/>
                    <a:pt x="99022" y="28972"/>
                  </a:cubicBezTo>
                  <a:cubicBezTo>
                    <a:pt x="101432" y="35226"/>
                    <a:pt x="102641" y="42363"/>
                    <a:pt x="102641" y="50365"/>
                  </a:cubicBezTo>
                  <a:cubicBezTo>
                    <a:pt x="102641" y="52388"/>
                    <a:pt x="102546" y="54080"/>
                    <a:pt x="102365" y="55404"/>
                  </a:cubicBezTo>
                  <a:cubicBezTo>
                    <a:pt x="102184" y="56747"/>
                    <a:pt x="101860" y="57796"/>
                    <a:pt x="101384" y="58550"/>
                  </a:cubicBezTo>
                  <a:cubicBezTo>
                    <a:pt x="100898" y="59304"/>
                    <a:pt x="100270" y="59856"/>
                    <a:pt x="99460" y="60169"/>
                  </a:cubicBezTo>
                  <a:cubicBezTo>
                    <a:pt x="98660" y="60500"/>
                    <a:pt x="97631" y="60665"/>
                    <a:pt x="96393" y="60665"/>
                  </a:cubicBezTo>
                  <a:lnTo>
                    <a:pt x="26946" y="60665"/>
                  </a:lnTo>
                  <a:cubicBezTo>
                    <a:pt x="27746" y="72070"/>
                    <a:pt x="30861" y="80439"/>
                    <a:pt x="36262" y="85792"/>
                  </a:cubicBezTo>
                  <a:cubicBezTo>
                    <a:pt x="41662" y="91126"/>
                    <a:pt x="48816" y="93794"/>
                    <a:pt x="57731" y="93794"/>
                  </a:cubicBezTo>
                  <a:cubicBezTo>
                    <a:pt x="62112" y="93794"/>
                    <a:pt x="65884" y="93297"/>
                    <a:pt x="69066" y="92286"/>
                  </a:cubicBezTo>
                  <a:cubicBezTo>
                    <a:pt x="72238" y="91273"/>
                    <a:pt x="75009" y="90152"/>
                    <a:pt x="77391" y="88938"/>
                  </a:cubicBezTo>
                  <a:cubicBezTo>
                    <a:pt x="79762" y="87705"/>
                    <a:pt x="81839" y="86583"/>
                    <a:pt x="83639" y="85572"/>
                  </a:cubicBezTo>
                  <a:cubicBezTo>
                    <a:pt x="85420" y="84559"/>
                    <a:pt x="87163" y="84063"/>
                    <a:pt x="88840" y="84063"/>
                  </a:cubicBezTo>
                  <a:cubicBezTo>
                    <a:pt x="89935" y="84063"/>
                    <a:pt x="90878" y="84265"/>
                    <a:pt x="91678" y="84707"/>
                  </a:cubicBezTo>
                  <a:cubicBezTo>
                    <a:pt x="92488" y="85130"/>
                    <a:pt x="93183" y="85755"/>
                    <a:pt x="93764" y="86546"/>
                  </a:cubicBezTo>
                  <a:lnTo>
                    <a:pt x="101651" y="96295"/>
                  </a:lnTo>
                  <a:cubicBezTo>
                    <a:pt x="98660" y="99753"/>
                    <a:pt x="95298" y="102660"/>
                    <a:pt x="91583" y="105014"/>
                  </a:cubicBezTo>
                  <a:cubicBezTo>
                    <a:pt x="87849" y="107351"/>
                    <a:pt x="83963" y="109245"/>
                    <a:pt x="79905" y="110643"/>
                  </a:cubicBezTo>
                  <a:cubicBezTo>
                    <a:pt x="75857" y="112060"/>
                    <a:pt x="71733" y="113052"/>
                    <a:pt x="67532" y="113623"/>
                  </a:cubicBezTo>
                  <a:cubicBezTo>
                    <a:pt x="63332" y="114193"/>
                    <a:pt x="59265" y="114488"/>
                    <a:pt x="55321" y="114488"/>
                  </a:cubicBezTo>
                  <a:cubicBezTo>
                    <a:pt x="47511" y="114488"/>
                    <a:pt x="40243" y="113200"/>
                    <a:pt x="33518" y="110643"/>
                  </a:cubicBezTo>
                  <a:cubicBezTo>
                    <a:pt x="26803" y="108086"/>
                    <a:pt x="20965" y="104297"/>
                    <a:pt x="15992" y="99275"/>
                  </a:cubicBezTo>
                  <a:cubicBezTo>
                    <a:pt x="11030" y="94253"/>
                    <a:pt x="7115" y="88036"/>
                    <a:pt x="4277" y="80641"/>
                  </a:cubicBezTo>
                  <a:cubicBezTo>
                    <a:pt x="1429" y="73247"/>
                    <a:pt x="0" y="64675"/>
                    <a:pt x="0" y="54927"/>
                  </a:cubicBezTo>
                  <a:cubicBezTo>
                    <a:pt x="0" y="47348"/>
                    <a:pt x="1238" y="40211"/>
                    <a:pt x="3724" y="33534"/>
                  </a:cubicBezTo>
                  <a:cubicBezTo>
                    <a:pt x="6210" y="26856"/>
                    <a:pt x="9773" y="21044"/>
                    <a:pt x="14402" y="16095"/>
                  </a:cubicBezTo>
                  <a:cubicBezTo>
                    <a:pt x="19041" y="11147"/>
                    <a:pt x="24698" y="7229"/>
                    <a:pt x="31385" y="4342"/>
                  </a:cubicBezTo>
                  <a:cubicBezTo>
                    <a:pt x="38062" y="1453"/>
                    <a:pt x="45606" y="0"/>
                    <a:pt x="53997" y="0"/>
                  </a:cubicBezTo>
                  <a:close/>
                  <a:moveTo>
                    <a:pt x="54550" y="19185"/>
                  </a:moveTo>
                  <a:cubicBezTo>
                    <a:pt x="46663" y="19185"/>
                    <a:pt x="40491" y="21375"/>
                    <a:pt x="36043" y="25789"/>
                  </a:cubicBezTo>
                  <a:cubicBezTo>
                    <a:pt x="31585" y="30186"/>
                    <a:pt x="28737" y="36440"/>
                    <a:pt x="27499" y="44515"/>
                  </a:cubicBezTo>
                  <a:lnTo>
                    <a:pt x="78324" y="44515"/>
                  </a:lnTo>
                  <a:cubicBezTo>
                    <a:pt x="78324" y="41057"/>
                    <a:pt x="77848" y="37783"/>
                    <a:pt x="76905" y="34729"/>
                  </a:cubicBezTo>
                  <a:cubicBezTo>
                    <a:pt x="75952" y="31658"/>
                    <a:pt x="74495" y="28972"/>
                    <a:pt x="72523" y="26654"/>
                  </a:cubicBezTo>
                  <a:cubicBezTo>
                    <a:pt x="70552" y="24336"/>
                    <a:pt x="68066" y="22516"/>
                    <a:pt x="65065" y="21190"/>
                  </a:cubicBezTo>
                  <a:cubicBezTo>
                    <a:pt x="62074" y="19848"/>
                    <a:pt x="58569" y="19185"/>
                    <a:pt x="54550" y="19185"/>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06" name="Google Shape;2806;p90"/>
            <p:cNvSpPr/>
            <p:nvPr/>
          </p:nvSpPr>
          <p:spPr>
            <a:xfrm>
              <a:off x="5814945" y="3445665"/>
              <a:ext cx="71647" cy="113181"/>
            </a:xfrm>
            <a:custGeom>
              <a:avLst/>
              <a:gdLst/>
              <a:ahLst/>
              <a:cxnLst/>
              <a:rect l="l" t="t" r="r" b="b"/>
              <a:pathLst>
                <a:path w="71647" h="113181" extrusionOk="0">
                  <a:moveTo>
                    <a:pt x="0" y="113182"/>
                  </a:moveTo>
                  <a:lnTo>
                    <a:pt x="0" y="2061"/>
                  </a:lnTo>
                  <a:lnTo>
                    <a:pt x="15888" y="2061"/>
                  </a:lnTo>
                  <a:cubicBezTo>
                    <a:pt x="18659" y="2061"/>
                    <a:pt x="20593" y="2557"/>
                    <a:pt x="21698" y="3568"/>
                  </a:cubicBezTo>
                  <a:cubicBezTo>
                    <a:pt x="22793" y="4581"/>
                    <a:pt x="23517" y="6310"/>
                    <a:pt x="23889" y="8775"/>
                  </a:cubicBezTo>
                  <a:lnTo>
                    <a:pt x="25527" y="22203"/>
                  </a:lnTo>
                  <a:cubicBezTo>
                    <a:pt x="29547" y="15341"/>
                    <a:pt x="34252" y="9933"/>
                    <a:pt x="39653" y="5960"/>
                  </a:cubicBezTo>
                  <a:cubicBezTo>
                    <a:pt x="45063" y="1987"/>
                    <a:pt x="51121" y="0"/>
                    <a:pt x="57845" y="0"/>
                  </a:cubicBezTo>
                  <a:cubicBezTo>
                    <a:pt x="63398" y="0"/>
                    <a:pt x="67989" y="1270"/>
                    <a:pt x="71647" y="3790"/>
                  </a:cubicBezTo>
                  <a:lnTo>
                    <a:pt x="68142" y="23821"/>
                  </a:lnTo>
                  <a:cubicBezTo>
                    <a:pt x="67923" y="25127"/>
                    <a:pt x="67437" y="26047"/>
                    <a:pt x="66713" y="26580"/>
                  </a:cubicBezTo>
                  <a:cubicBezTo>
                    <a:pt x="65980" y="27132"/>
                    <a:pt x="64999" y="27389"/>
                    <a:pt x="63760" y="27389"/>
                  </a:cubicBezTo>
                  <a:cubicBezTo>
                    <a:pt x="62655" y="27389"/>
                    <a:pt x="61160" y="27150"/>
                    <a:pt x="59265" y="26636"/>
                  </a:cubicBezTo>
                  <a:cubicBezTo>
                    <a:pt x="57369" y="26139"/>
                    <a:pt x="54845" y="25882"/>
                    <a:pt x="51711" y="25882"/>
                  </a:cubicBezTo>
                  <a:cubicBezTo>
                    <a:pt x="46082" y="25882"/>
                    <a:pt x="41262" y="27408"/>
                    <a:pt x="37243" y="30480"/>
                  </a:cubicBezTo>
                  <a:cubicBezTo>
                    <a:pt x="33233" y="33552"/>
                    <a:pt x="29832" y="38058"/>
                    <a:pt x="27061" y="43963"/>
                  </a:cubicBezTo>
                  <a:lnTo>
                    <a:pt x="27061" y="113182"/>
                  </a:lnTo>
                  <a:lnTo>
                    <a:pt x="0" y="113182"/>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07" name="Google Shape;2807;p90"/>
            <p:cNvSpPr/>
            <p:nvPr/>
          </p:nvSpPr>
          <p:spPr>
            <a:xfrm>
              <a:off x="5895689" y="3445665"/>
              <a:ext cx="93649" cy="114910"/>
            </a:xfrm>
            <a:custGeom>
              <a:avLst/>
              <a:gdLst/>
              <a:ahLst/>
              <a:cxnLst/>
              <a:rect l="l" t="t" r="r" b="b"/>
              <a:pathLst>
                <a:path w="93649" h="114910" extrusionOk="0">
                  <a:moveTo>
                    <a:pt x="93650" y="113182"/>
                  </a:moveTo>
                  <a:lnTo>
                    <a:pt x="81496" y="113182"/>
                  </a:lnTo>
                  <a:cubicBezTo>
                    <a:pt x="78934" y="113182"/>
                    <a:pt x="76924" y="112795"/>
                    <a:pt x="75476" y="112041"/>
                  </a:cubicBezTo>
                  <a:cubicBezTo>
                    <a:pt x="74000" y="111287"/>
                    <a:pt x="72914" y="109742"/>
                    <a:pt x="72180" y="107442"/>
                  </a:cubicBezTo>
                  <a:lnTo>
                    <a:pt x="69771" y="99533"/>
                  </a:lnTo>
                  <a:cubicBezTo>
                    <a:pt x="66923" y="102053"/>
                    <a:pt x="64132" y="104279"/>
                    <a:pt x="61389" y="106191"/>
                  </a:cubicBezTo>
                  <a:cubicBezTo>
                    <a:pt x="58655" y="108104"/>
                    <a:pt x="55826" y="109705"/>
                    <a:pt x="52911" y="111011"/>
                  </a:cubicBezTo>
                  <a:cubicBezTo>
                    <a:pt x="49987" y="112317"/>
                    <a:pt x="46882" y="113292"/>
                    <a:pt x="43596" y="113936"/>
                  </a:cubicBezTo>
                  <a:cubicBezTo>
                    <a:pt x="40300" y="114579"/>
                    <a:pt x="36652" y="114911"/>
                    <a:pt x="32642" y="114911"/>
                  </a:cubicBezTo>
                  <a:cubicBezTo>
                    <a:pt x="27899" y="114911"/>
                    <a:pt x="23517" y="114266"/>
                    <a:pt x="19498" y="113016"/>
                  </a:cubicBezTo>
                  <a:cubicBezTo>
                    <a:pt x="15478" y="111747"/>
                    <a:pt x="12030" y="109833"/>
                    <a:pt x="9144" y="107314"/>
                  </a:cubicBezTo>
                  <a:cubicBezTo>
                    <a:pt x="6258" y="104775"/>
                    <a:pt x="4020" y="101612"/>
                    <a:pt x="2410" y="97859"/>
                  </a:cubicBezTo>
                  <a:cubicBezTo>
                    <a:pt x="800" y="94088"/>
                    <a:pt x="0" y="89692"/>
                    <a:pt x="0" y="84707"/>
                  </a:cubicBezTo>
                  <a:cubicBezTo>
                    <a:pt x="0" y="80494"/>
                    <a:pt x="1105" y="76356"/>
                    <a:pt x="3334" y="72254"/>
                  </a:cubicBezTo>
                  <a:cubicBezTo>
                    <a:pt x="5563" y="68170"/>
                    <a:pt x="9268" y="64473"/>
                    <a:pt x="14449" y="61180"/>
                  </a:cubicBezTo>
                  <a:cubicBezTo>
                    <a:pt x="19641" y="57870"/>
                    <a:pt x="26546" y="55147"/>
                    <a:pt x="35157" y="52976"/>
                  </a:cubicBezTo>
                  <a:cubicBezTo>
                    <a:pt x="43777" y="50806"/>
                    <a:pt x="54473" y="49702"/>
                    <a:pt x="67246" y="49702"/>
                  </a:cubicBezTo>
                  <a:lnTo>
                    <a:pt x="67246" y="43154"/>
                  </a:lnTo>
                  <a:cubicBezTo>
                    <a:pt x="67246" y="35667"/>
                    <a:pt x="65665" y="30112"/>
                    <a:pt x="62484" y="26525"/>
                  </a:cubicBezTo>
                  <a:cubicBezTo>
                    <a:pt x="59312" y="22920"/>
                    <a:pt x="54693" y="21117"/>
                    <a:pt x="48625" y="21117"/>
                  </a:cubicBezTo>
                  <a:cubicBezTo>
                    <a:pt x="44244" y="21117"/>
                    <a:pt x="40605" y="21614"/>
                    <a:pt x="37681" y="22626"/>
                  </a:cubicBezTo>
                  <a:cubicBezTo>
                    <a:pt x="34757" y="23637"/>
                    <a:pt x="32223" y="24778"/>
                    <a:pt x="30061" y="26047"/>
                  </a:cubicBezTo>
                  <a:cubicBezTo>
                    <a:pt x="27918" y="27316"/>
                    <a:pt x="25927" y="28439"/>
                    <a:pt x="24098" y="29450"/>
                  </a:cubicBezTo>
                  <a:cubicBezTo>
                    <a:pt x="22269" y="30461"/>
                    <a:pt x="20260" y="30977"/>
                    <a:pt x="18069" y="30977"/>
                  </a:cubicBezTo>
                  <a:cubicBezTo>
                    <a:pt x="16250" y="30977"/>
                    <a:pt x="14678" y="30498"/>
                    <a:pt x="13364" y="29560"/>
                  </a:cubicBezTo>
                  <a:cubicBezTo>
                    <a:pt x="12049" y="28622"/>
                    <a:pt x="10982" y="27463"/>
                    <a:pt x="10182" y="26102"/>
                  </a:cubicBezTo>
                  <a:lnTo>
                    <a:pt x="5258" y="17549"/>
                  </a:lnTo>
                  <a:cubicBezTo>
                    <a:pt x="18183" y="5849"/>
                    <a:pt x="33776" y="0"/>
                    <a:pt x="52026" y="0"/>
                  </a:cubicBezTo>
                  <a:cubicBezTo>
                    <a:pt x="58598" y="0"/>
                    <a:pt x="64456" y="1067"/>
                    <a:pt x="69609" y="3182"/>
                  </a:cubicBezTo>
                  <a:cubicBezTo>
                    <a:pt x="74762" y="5316"/>
                    <a:pt x="79124" y="8277"/>
                    <a:pt x="82696" y="12067"/>
                  </a:cubicBezTo>
                  <a:cubicBezTo>
                    <a:pt x="86268" y="15856"/>
                    <a:pt x="89002" y="20399"/>
                    <a:pt x="90859" y="25660"/>
                  </a:cubicBezTo>
                  <a:cubicBezTo>
                    <a:pt x="92716" y="30940"/>
                    <a:pt x="93650" y="36716"/>
                    <a:pt x="93650" y="42988"/>
                  </a:cubicBezTo>
                  <a:lnTo>
                    <a:pt x="93650" y="113182"/>
                  </a:lnTo>
                  <a:close/>
                  <a:moveTo>
                    <a:pt x="41072" y="96498"/>
                  </a:moveTo>
                  <a:cubicBezTo>
                    <a:pt x="43844" y="96498"/>
                    <a:pt x="46406" y="96240"/>
                    <a:pt x="48739" y="95743"/>
                  </a:cubicBezTo>
                  <a:cubicBezTo>
                    <a:pt x="51073" y="95247"/>
                    <a:pt x="53292" y="94511"/>
                    <a:pt x="55369" y="93518"/>
                  </a:cubicBezTo>
                  <a:cubicBezTo>
                    <a:pt x="57445" y="92525"/>
                    <a:pt x="59455" y="91292"/>
                    <a:pt x="61389" y="89839"/>
                  </a:cubicBezTo>
                  <a:cubicBezTo>
                    <a:pt x="63322" y="88386"/>
                    <a:pt x="65275" y="86657"/>
                    <a:pt x="67246" y="84670"/>
                  </a:cubicBezTo>
                  <a:lnTo>
                    <a:pt x="67246" y="66055"/>
                  </a:lnTo>
                  <a:cubicBezTo>
                    <a:pt x="59360" y="66055"/>
                    <a:pt x="52778" y="66551"/>
                    <a:pt x="47482" y="67545"/>
                  </a:cubicBezTo>
                  <a:cubicBezTo>
                    <a:pt x="42186" y="68520"/>
                    <a:pt x="37929" y="69770"/>
                    <a:pt x="34719" y="71297"/>
                  </a:cubicBezTo>
                  <a:cubicBezTo>
                    <a:pt x="31499" y="72824"/>
                    <a:pt x="29223" y="74608"/>
                    <a:pt x="27880" y="76650"/>
                  </a:cubicBezTo>
                  <a:cubicBezTo>
                    <a:pt x="26518" y="78673"/>
                    <a:pt x="25851" y="80899"/>
                    <a:pt x="25851" y="83291"/>
                  </a:cubicBezTo>
                  <a:cubicBezTo>
                    <a:pt x="25851" y="88018"/>
                    <a:pt x="27251" y="91402"/>
                    <a:pt x="30061" y="93444"/>
                  </a:cubicBezTo>
                  <a:cubicBezTo>
                    <a:pt x="32871" y="95486"/>
                    <a:pt x="36547" y="96498"/>
                    <a:pt x="41072" y="9649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08" name="Google Shape;2808;p90"/>
            <p:cNvSpPr/>
            <p:nvPr/>
          </p:nvSpPr>
          <p:spPr>
            <a:xfrm>
              <a:off x="6016285" y="3397895"/>
              <a:ext cx="103393" cy="162570"/>
            </a:xfrm>
            <a:custGeom>
              <a:avLst/>
              <a:gdLst/>
              <a:ahLst/>
              <a:cxnLst/>
              <a:rect l="l" t="t" r="r" b="b"/>
              <a:pathLst>
                <a:path w="103393" h="162570" extrusionOk="0">
                  <a:moveTo>
                    <a:pt x="0" y="160951"/>
                  </a:moveTo>
                  <a:lnTo>
                    <a:pt x="0" y="0"/>
                  </a:lnTo>
                  <a:lnTo>
                    <a:pt x="27051" y="0"/>
                  </a:lnTo>
                  <a:lnTo>
                    <a:pt x="27051" y="63479"/>
                  </a:lnTo>
                  <a:cubicBezTo>
                    <a:pt x="31509" y="58770"/>
                    <a:pt x="36547" y="55036"/>
                    <a:pt x="42176" y="52258"/>
                  </a:cubicBezTo>
                  <a:cubicBezTo>
                    <a:pt x="47796" y="49481"/>
                    <a:pt x="54368" y="48083"/>
                    <a:pt x="61884" y="48083"/>
                  </a:cubicBezTo>
                  <a:cubicBezTo>
                    <a:pt x="68028" y="48083"/>
                    <a:pt x="73628" y="49333"/>
                    <a:pt x="78705" y="51836"/>
                  </a:cubicBezTo>
                  <a:cubicBezTo>
                    <a:pt x="83772" y="54318"/>
                    <a:pt x="88154" y="57942"/>
                    <a:pt x="91849" y="62707"/>
                  </a:cubicBezTo>
                  <a:cubicBezTo>
                    <a:pt x="95526" y="67470"/>
                    <a:pt x="98374" y="73357"/>
                    <a:pt x="100384" y="80365"/>
                  </a:cubicBezTo>
                  <a:cubicBezTo>
                    <a:pt x="102394" y="87373"/>
                    <a:pt x="103394" y="95430"/>
                    <a:pt x="103394" y="104517"/>
                  </a:cubicBezTo>
                  <a:cubicBezTo>
                    <a:pt x="103394" y="112831"/>
                    <a:pt x="102260" y="120520"/>
                    <a:pt x="100003" y="127583"/>
                  </a:cubicBezTo>
                  <a:cubicBezTo>
                    <a:pt x="97745" y="134666"/>
                    <a:pt x="94507" y="140809"/>
                    <a:pt x="90306" y="145997"/>
                  </a:cubicBezTo>
                  <a:cubicBezTo>
                    <a:pt x="86115" y="151203"/>
                    <a:pt x="81039" y="155268"/>
                    <a:pt x="75086" y="158192"/>
                  </a:cubicBezTo>
                  <a:cubicBezTo>
                    <a:pt x="69132" y="161117"/>
                    <a:pt x="62474" y="162570"/>
                    <a:pt x="55093" y="162570"/>
                  </a:cubicBezTo>
                  <a:cubicBezTo>
                    <a:pt x="51663" y="162570"/>
                    <a:pt x="48530" y="162221"/>
                    <a:pt x="45672" y="161540"/>
                  </a:cubicBezTo>
                  <a:cubicBezTo>
                    <a:pt x="42824" y="160859"/>
                    <a:pt x="40234" y="159903"/>
                    <a:pt x="37900" y="158670"/>
                  </a:cubicBezTo>
                  <a:cubicBezTo>
                    <a:pt x="35557" y="157438"/>
                    <a:pt x="33385" y="155949"/>
                    <a:pt x="31385" y="154183"/>
                  </a:cubicBezTo>
                  <a:cubicBezTo>
                    <a:pt x="29375" y="152417"/>
                    <a:pt x="27451" y="150448"/>
                    <a:pt x="25622" y="148278"/>
                  </a:cubicBezTo>
                  <a:lnTo>
                    <a:pt x="24422" y="155746"/>
                  </a:lnTo>
                  <a:cubicBezTo>
                    <a:pt x="23993" y="157622"/>
                    <a:pt x="23231" y="158965"/>
                    <a:pt x="22174" y="159756"/>
                  </a:cubicBezTo>
                  <a:cubicBezTo>
                    <a:pt x="21126" y="160546"/>
                    <a:pt x="19669" y="160951"/>
                    <a:pt x="17850" y="160951"/>
                  </a:cubicBezTo>
                  <a:lnTo>
                    <a:pt x="0" y="160951"/>
                  </a:lnTo>
                  <a:close/>
                  <a:moveTo>
                    <a:pt x="52578" y="68887"/>
                  </a:moveTo>
                  <a:cubicBezTo>
                    <a:pt x="46958" y="68887"/>
                    <a:pt x="42148" y="70064"/>
                    <a:pt x="38176" y="72401"/>
                  </a:cubicBezTo>
                  <a:cubicBezTo>
                    <a:pt x="34195" y="74755"/>
                    <a:pt x="30480" y="78048"/>
                    <a:pt x="27051" y="82315"/>
                  </a:cubicBezTo>
                  <a:lnTo>
                    <a:pt x="27051" y="132146"/>
                  </a:lnTo>
                  <a:cubicBezTo>
                    <a:pt x="30118" y="135899"/>
                    <a:pt x="33461" y="138510"/>
                    <a:pt x="37081" y="139981"/>
                  </a:cubicBezTo>
                  <a:cubicBezTo>
                    <a:pt x="40691" y="141472"/>
                    <a:pt x="44615" y="142208"/>
                    <a:pt x="48854" y="142208"/>
                  </a:cubicBezTo>
                  <a:cubicBezTo>
                    <a:pt x="52940" y="142208"/>
                    <a:pt x="56626" y="141453"/>
                    <a:pt x="59912" y="139927"/>
                  </a:cubicBezTo>
                  <a:cubicBezTo>
                    <a:pt x="63208" y="138418"/>
                    <a:pt x="65999" y="136100"/>
                    <a:pt x="68294" y="133010"/>
                  </a:cubicBezTo>
                  <a:cubicBezTo>
                    <a:pt x="70590" y="129901"/>
                    <a:pt x="72371" y="125983"/>
                    <a:pt x="73609" y="121256"/>
                  </a:cubicBezTo>
                  <a:cubicBezTo>
                    <a:pt x="74847" y="116529"/>
                    <a:pt x="75466" y="110955"/>
                    <a:pt x="75466" y="104517"/>
                  </a:cubicBezTo>
                  <a:cubicBezTo>
                    <a:pt x="75466" y="98024"/>
                    <a:pt x="74933" y="92524"/>
                    <a:pt x="73885" y="87999"/>
                  </a:cubicBezTo>
                  <a:cubicBezTo>
                    <a:pt x="72828" y="83492"/>
                    <a:pt x="71304" y="79832"/>
                    <a:pt x="69332" y="77017"/>
                  </a:cubicBezTo>
                  <a:cubicBezTo>
                    <a:pt x="67361" y="74184"/>
                    <a:pt x="64970" y="72143"/>
                    <a:pt x="62160" y="70837"/>
                  </a:cubicBezTo>
                  <a:cubicBezTo>
                    <a:pt x="59341" y="69531"/>
                    <a:pt x="56159" y="68887"/>
                    <a:pt x="52578" y="68887"/>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09" name="Google Shape;2809;p90"/>
            <p:cNvSpPr/>
            <p:nvPr/>
          </p:nvSpPr>
          <p:spPr>
            <a:xfrm>
              <a:off x="6142577" y="3397895"/>
              <a:ext cx="27060" cy="160951"/>
            </a:xfrm>
            <a:custGeom>
              <a:avLst/>
              <a:gdLst/>
              <a:ahLst/>
              <a:cxnLst/>
              <a:rect l="l" t="t" r="r" b="b"/>
              <a:pathLst>
                <a:path w="27060" h="160951" extrusionOk="0">
                  <a:moveTo>
                    <a:pt x="27060" y="0"/>
                  </a:moveTo>
                  <a:lnTo>
                    <a:pt x="27060" y="160951"/>
                  </a:lnTo>
                  <a:lnTo>
                    <a:pt x="0" y="160951"/>
                  </a:lnTo>
                  <a:lnTo>
                    <a:pt x="0" y="0"/>
                  </a:lnTo>
                  <a:lnTo>
                    <a:pt x="27060" y="0"/>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10" name="Google Shape;2810;p90"/>
            <p:cNvSpPr/>
            <p:nvPr/>
          </p:nvSpPr>
          <p:spPr>
            <a:xfrm>
              <a:off x="6192640" y="3445977"/>
              <a:ext cx="102631" cy="114487"/>
            </a:xfrm>
            <a:custGeom>
              <a:avLst/>
              <a:gdLst/>
              <a:ahLst/>
              <a:cxnLst/>
              <a:rect l="l" t="t" r="r" b="b"/>
              <a:pathLst>
                <a:path w="102631" h="114487" extrusionOk="0">
                  <a:moveTo>
                    <a:pt x="53997" y="0"/>
                  </a:moveTo>
                  <a:cubicBezTo>
                    <a:pt x="61084" y="0"/>
                    <a:pt x="67599" y="1123"/>
                    <a:pt x="73543" y="3367"/>
                  </a:cubicBezTo>
                  <a:cubicBezTo>
                    <a:pt x="79496" y="5610"/>
                    <a:pt x="84630" y="8866"/>
                    <a:pt x="88945" y="13171"/>
                  </a:cubicBezTo>
                  <a:cubicBezTo>
                    <a:pt x="93250" y="17456"/>
                    <a:pt x="96603" y="22736"/>
                    <a:pt x="99012" y="28972"/>
                  </a:cubicBezTo>
                  <a:cubicBezTo>
                    <a:pt x="101422" y="35226"/>
                    <a:pt x="102632" y="42363"/>
                    <a:pt x="102632" y="50365"/>
                  </a:cubicBezTo>
                  <a:cubicBezTo>
                    <a:pt x="102632" y="52388"/>
                    <a:pt x="102537" y="54080"/>
                    <a:pt x="102365" y="55404"/>
                  </a:cubicBezTo>
                  <a:cubicBezTo>
                    <a:pt x="102175" y="56747"/>
                    <a:pt x="101851" y="57796"/>
                    <a:pt x="101375" y="58550"/>
                  </a:cubicBezTo>
                  <a:cubicBezTo>
                    <a:pt x="100889" y="59304"/>
                    <a:pt x="100260" y="59856"/>
                    <a:pt x="99451" y="60169"/>
                  </a:cubicBezTo>
                  <a:cubicBezTo>
                    <a:pt x="98650" y="60500"/>
                    <a:pt x="97631" y="60665"/>
                    <a:pt x="96393" y="60665"/>
                  </a:cubicBezTo>
                  <a:lnTo>
                    <a:pt x="26946" y="60665"/>
                  </a:lnTo>
                  <a:cubicBezTo>
                    <a:pt x="27746" y="72070"/>
                    <a:pt x="30852" y="80439"/>
                    <a:pt x="36252" y="85792"/>
                  </a:cubicBezTo>
                  <a:cubicBezTo>
                    <a:pt x="41662" y="91126"/>
                    <a:pt x="48816" y="93794"/>
                    <a:pt x="57721" y="93794"/>
                  </a:cubicBezTo>
                  <a:cubicBezTo>
                    <a:pt x="62103" y="93794"/>
                    <a:pt x="65884" y="93297"/>
                    <a:pt x="69066" y="92286"/>
                  </a:cubicBezTo>
                  <a:cubicBezTo>
                    <a:pt x="72238" y="91273"/>
                    <a:pt x="75009" y="90152"/>
                    <a:pt x="77391" y="88938"/>
                  </a:cubicBezTo>
                  <a:cubicBezTo>
                    <a:pt x="79762" y="87705"/>
                    <a:pt x="81829" y="86583"/>
                    <a:pt x="83629" y="85572"/>
                  </a:cubicBezTo>
                  <a:cubicBezTo>
                    <a:pt x="85411" y="84559"/>
                    <a:pt x="87154" y="84063"/>
                    <a:pt x="88830" y="84063"/>
                  </a:cubicBezTo>
                  <a:cubicBezTo>
                    <a:pt x="89926" y="84063"/>
                    <a:pt x="90878" y="84265"/>
                    <a:pt x="91678" y="84707"/>
                  </a:cubicBezTo>
                  <a:cubicBezTo>
                    <a:pt x="92488" y="85130"/>
                    <a:pt x="93174" y="85755"/>
                    <a:pt x="93755" y="86546"/>
                  </a:cubicBezTo>
                  <a:lnTo>
                    <a:pt x="101651" y="96295"/>
                  </a:lnTo>
                  <a:cubicBezTo>
                    <a:pt x="98650" y="99753"/>
                    <a:pt x="95298" y="102660"/>
                    <a:pt x="91573" y="105014"/>
                  </a:cubicBezTo>
                  <a:cubicBezTo>
                    <a:pt x="87840" y="107351"/>
                    <a:pt x="83953" y="109245"/>
                    <a:pt x="79896" y="110643"/>
                  </a:cubicBezTo>
                  <a:cubicBezTo>
                    <a:pt x="75857" y="112060"/>
                    <a:pt x="71723" y="113052"/>
                    <a:pt x="67532" y="113623"/>
                  </a:cubicBezTo>
                  <a:cubicBezTo>
                    <a:pt x="63322" y="114193"/>
                    <a:pt x="59255" y="114488"/>
                    <a:pt x="55312" y="114488"/>
                  </a:cubicBezTo>
                  <a:cubicBezTo>
                    <a:pt x="47501" y="114488"/>
                    <a:pt x="40234" y="113200"/>
                    <a:pt x="33509" y="110643"/>
                  </a:cubicBezTo>
                  <a:cubicBezTo>
                    <a:pt x="26794" y="108086"/>
                    <a:pt x="20955" y="104297"/>
                    <a:pt x="15983" y="99275"/>
                  </a:cubicBezTo>
                  <a:cubicBezTo>
                    <a:pt x="11021" y="94253"/>
                    <a:pt x="7115" y="88036"/>
                    <a:pt x="4267" y="80641"/>
                  </a:cubicBezTo>
                  <a:cubicBezTo>
                    <a:pt x="1419" y="73247"/>
                    <a:pt x="0" y="64675"/>
                    <a:pt x="0" y="54927"/>
                  </a:cubicBezTo>
                  <a:cubicBezTo>
                    <a:pt x="0" y="47348"/>
                    <a:pt x="1238" y="40211"/>
                    <a:pt x="3715" y="33534"/>
                  </a:cubicBezTo>
                  <a:cubicBezTo>
                    <a:pt x="6201" y="26856"/>
                    <a:pt x="9763" y="21044"/>
                    <a:pt x="14392" y="16095"/>
                  </a:cubicBezTo>
                  <a:cubicBezTo>
                    <a:pt x="19040" y="11147"/>
                    <a:pt x="24689" y="7229"/>
                    <a:pt x="31385" y="4342"/>
                  </a:cubicBezTo>
                  <a:cubicBezTo>
                    <a:pt x="38062" y="1453"/>
                    <a:pt x="45606" y="0"/>
                    <a:pt x="53997" y="0"/>
                  </a:cubicBezTo>
                  <a:close/>
                  <a:moveTo>
                    <a:pt x="54540" y="19185"/>
                  </a:moveTo>
                  <a:cubicBezTo>
                    <a:pt x="46654" y="19185"/>
                    <a:pt x="40491" y="21375"/>
                    <a:pt x="36033" y="25789"/>
                  </a:cubicBezTo>
                  <a:cubicBezTo>
                    <a:pt x="31575" y="30186"/>
                    <a:pt x="28727" y="36440"/>
                    <a:pt x="27489" y="44515"/>
                  </a:cubicBezTo>
                  <a:lnTo>
                    <a:pt x="78315" y="44515"/>
                  </a:lnTo>
                  <a:cubicBezTo>
                    <a:pt x="78315" y="41057"/>
                    <a:pt x="77848" y="37783"/>
                    <a:pt x="76895" y="34729"/>
                  </a:cubicBezTo>
                  <a:cubicBezTo>
                    <a:pt x="75943" y="31658"/>
                    <a:pt x="74486" y="28972"/>
                    <a:pt x="72514" y="26654"/>
                  </a:cubicBezTo>
                  <a:cubicBezTo>
                    <a:pt x="70542" y="24336"/>
                    <a:pt x="68056" y="22516"/>
                    <a:pt x="65065" y="21190"/>
                  </a:cubicBezTo>
                  <a:cubicBezTo>
                    <a:pt x="62065" y="19848"/>
                    <a:pt x="58560" y="19185"/>
                    <a:pt x="54540" y="19185"/>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11" name="Google Shape;2811;p90"/>
            <p:cNvSpPr/>
            <p:nvPr/>
          </p:nvSpPr>
          <p:spPr>
            <a:xfrm>
              <a:off x="6352003" y="3445977"/>
              <a:ext cx="94745" cy="114487"/>
            </a:xfrm>
            <a:custGeom>
              <a:avLst/>
              <a:gdLst/>
              <a:ahLst/>
              <a:cxnLst/>
              <a:rect l="l" t="t" r="r" b="b"/>
              <a:pathLst>
                <a:path w="94745" h="114487" extrusionOk="0">
                  <a:moveTo>
                    <a:pt x="86535" y="25237"/>
                  </a:moveTo>
                  <a:cubicBezTo>
                    <a:pt x="85725" y="26249"/>
                    <a:pt x="84944" y="27059"/>
                    <a:pt x="84182" y="27629"/>
                  </a:cubicBezTo>
                  <a:cubicBezTo>
                    <a:pt x="83410" y="28199"/>
                    <a:pt x="82305" y="28493"/>
                    <a:pt x="80839" y="28493"/>
                  </a:cubicBezTo>
                  <a:cubicBezTo>
                    <a:pt x="79448" y="28493"/>
                    <a:pt x="78095" y="28070"/>
                    <a:pt x="76790" y="27242"/>
                  </a:cubicBezTo>
                  <a:cubicBezTo>
                    <a:pt x="75476" y="26415"/>
                    <a:pt x="73904" y="25477"/>
                    <a:pt x="72076" y="24428"/>
                  </a:cubicBezTo>
                  <a:cubicBezTo>
                    <a:pt x="70247" y="23380"/>
                    <a:pt x="68085" y="22441"/>
                    <a:pt x="65561" y="21614"/>
                  </a:cubicBezTo>
                  <a:cubicBezTo>
                    <a:pt x="63036" y="20786"/>
                    <a:pt x="59912" y="20363"/>
                    <a:pt x="56197" y="20363"/>
                  </a:cubicBezTo>
                  <a:cubicBezTo>
                    <a:pt x="51445" y="20363"/>
                    <a:pt x="47282" y="21227"/>
                    <a:pt x="43710" y="22920"/>
                  </a:cubicBezTo>
                  <a:cubicBezTo>
                    <a:pt x="40129" y="24612"/>
                    <a:pt x="37147" y="27059"/>
                    <a:pt x="34776" y="30222"/>
                  </a:cubicBezTo>
                  <a:cubicBezTo>
                    <a:pt x="32404" y="33405"/>
                    <a:pt x="30632" y="37249"/>
                    <a:pt x="29470" y="41756"/>
                  </a:cubicBezTo>
                  <a:cubicBezTo>
                    <a:pt x="28299" y="46281"/>
                    <a:pt x="27708" y="51376"/>
                    <a:pt x="27708" y="57079"/>
                  </a:cubicBezTo>
                  <a:cubicBezTo>
                    <a:pt x="27708" y="63002"/>
                    <a:pt x="28356" y="68280"/>
                    <a:pt x="29623" y="72898"/>
                  </a:cubicBezTo>
                  <a:cubicBezTo>
                    <a:pt x="30909" y="77515"/>
                    <a:pt x="32756" y="81396"/>
                    <a:pt x="35166" y="84541"/>
                  </a:cubicBezTo>
                  <a:cubicBezTo>
                    <a:pt x="37567" y="87687"/>
                    <a:pt x="40491" y="90059"/>
                    <a:pt x="43920" y="91697"/>
                  </a:cubicBezTo>
                  <a:cubicBezTo>
                    <a:pt x="47358" y="93315"/>
                    <a:pt x="51225" y="94125"/>
                    <a:pt x="55531" y="94125"/>
                  </a:cubicBezTo>
                  <a:cubicBezTo>
                    <a:pt x="59836" y="94125"/>
                    <a:pt x="63332" y="93610"/>
                    <a:pt x="65999" y="92562"/>
                  </a:cubicBezTo>
                  <a:cubicBezTo>
                    <a:pt x="68656" y="91513"/>
                    <a:pt x="70904" y="90354"/>
                    <a:pt x="72733" y="89085"/>
                  </a:cubicBezTo>
                  <a:cubicBezTo>
                    <a:pt x="74552" y="87834"/>
                    <a:pt x="76143" y="86676"/>
                    <a:pt x="77495" y="85626"/>
                  </a:cubicBezTo>
                  <a:cubicBezTo>
                    <a:pt x="78848" y="84578"/>
                    <a:pt x="80362" y="84063"/>
                    <a:pt x="82039" y="84063"/>
                  </a:cubicBezTo>
                  <a:cubicBezTo>
                    <a:pt x="84239" y="84063"/>
                    <a:pt x="85877" y="84891"/>
                    <a:pt x="86973" y="86546"/>
                  </a:cubicBezTo>
                  <a:lnTo>
                    <a:pt x="94745" y="96295"/>
                  </a:lnTo>
                  <a:cubicBezTo>
                    <a:pt x="91754" y="99753"/>
                    <a:pt x="88506" y="102660"/>
                    <a:pt x="85001" y="105014"/>
                  </a:cubicBezTo>
                  <a:cubicBezTo>
                    <a:pt x="81496" y="107351"/>
                    <a:pt x="77867" y="109245"/>
                    <a:pt x="74095" y="110643"/>
                  </a:cubicBezTo>
                  <a:cubicBezTo>
                    <a:pt x="70342" y="112060"/>
                    <a:pt x="66456" y="113052"/>
                    <a:pt x="62436" y="113623"/>
                  </a:cubicBezTo>
                  <a:cubicBezTo>
                    <a:pt x="58417" y="114193"/>
                    <a:pt x="54445" y="114488"/>
                    <a:pt x="50501" y="114488"/>
                  </a:cubicBezTo>
                  <a:cubicBezTo>
                    <a:pt x="43558" y="114488"/>
                    <a:pt x="37024" y="113200"/>
                    <a:pt x="30889" y="110643"/>
                  </a:cubicBezTo>
                  <a:cubicBezTo>
                    <a:pt x="24755" y="108086"/>
                    <a:pt x="19402" y="104352"/>
                    <a:pt x="14849" y="99441"/>
                  </a:cubicBezTo>
                  <a:cubicBezTo>
                    <a:pt x="10277" y="94529"/>
                    <a:pt x="6658" y="88515"/>
                    <a:pt x="4000" y="81396"/>
                  </a:cubicBezTo>
                  <a:cubicBezTo>
                    <a:pt x="1333" y="74296"/>
                    <a:pt x="0" y="66184"/>
                    <a:pt x="0" y="57079"/>
                  </a:cubicBezTo>
                  <a:cubicBezTo>
                    <a:pt x="0" y="48929"/>
                    <a:pt x="1181" y="41369"/>
                    <a:pt x="3562" y="34398"/>
                  </a:cubicBezTo>
                  <a:cubicBezTo>
                    <a:pt x="5934" y="27426"/>
                    <a:pt x="9420" y="21393"/>
                    <a:pt x="14021" y="16317"/>
                  </a:cubicBezTo>
                  <a:cubicBezTo>
                    <a:pt x="18621" y="11221"/>
                    <a:pt x="24317" y="7229"/>
                    <a:pt x="31109" y="4342"/>
                  </a:cubicBezTo>
                  <a:cubicBezTo>
                    <a:pt x="37900" y="1453"/>
                    <a:pt x="45710" y="0"/>
                    <a:pt x="54550" y="0"/>
                  </a:cubicBezTo>
                  <a:cubicBezTo>
                    <a:pt x="62951" y="0"/>
                    <a:pt x="70304" y="1343"/>
                    <a:pt x="76619" y="4010"/>
                  </a:cubicBezTo>
                  <a:cubicBezTo>
                    <a:pt x="82934" y="6696"/>
                    <a:pt x="88620" y="10522"/>
                    <a:pt x="93650" y="15489"/>
                  </a:cubicBezTo>
                  <a:lnTo>
                    <a:pt x="86535" y="25237"/>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12" name="Google Shape;2812;p90"/>
            <p:cNvSpPr/>
            <p:nvPr/>
          </p:nvSpPr>
          <p:spPr>
            <a:xfrm>
              <a:off x="6456273" y="3445977"/>
              <a:ext cx="111185" cy="114487"/>
            </a:xfrm>
            <a:custGeom>
              <a:avLst/>
              <a:gdLst/>
              <a:ahLst/>
              <a:cxnLst/>
              <a:rect l="l" t="t" r="r" b="b"/>
              <a:pathLst>
                <a:path w="111185" h="114487" extrusionOk="0">
                  <a:moveTo>
                    <a:pt x="55759" y="0"/>
                  </a:moveTo>
                  <a:cubicBezTo>
                    <a:pt x="64160" y="0"/>
                    <a:pt x="71771" y="1343"/>
                    <a:pt x="78600" y="4010"/>
                  </a:cubicBezTo>
                  <a:cubicBezTo>
                    <a:pt x="85430" y="6696"/>
                    <a:pt x="91249" y="10485"/>
                    <a:pt x="96069" y="15397"/>
                  </a:cubicBezTo>
                  <a:cubicBezTo>
                    <a:pt x="100889" y="20308"/>
                    <a:pt x="104613" y="26287"/>
                    <a:pt x="107242" y="33368"/>
                  </a:cubicBezTo>
                  <a:cubicBezTo>
                    <a:pt x="109880" y="40450"/>
                    <a:pt x="111185" y="48359"/>
                    <a:pt x="111185" y="57079"/>
                  </a:cubicBezTo>
                  <a:cubicBezTo>
                    <a:pt x="111185" y="65889"/>
                    <a:pt x="109880" y="73836"/>
                    <a:pt x="107242" y="80917"/>
                  </a:cubicBezTo>
                  <a:cubicBezTo>
                    <a:pt x="104613" y="88000"/>
                    <a:pt x="100889" y="94015"/>
                    <a:pt x="96069" y="99000"/>
                  </a:cubicBezTo>
                  <a:cubicBezTo>
                    <a:pt x="91249" y="103985"/>
                    <a:pt x="85430" y="107810"/>
                    <a:pt x="78600" y="110478"/>
                  </a:cubicBezTo>
                  <a:cubicBezTo>
                    <a:pt x="71771" y="113145"/>
                    <a:pt x="64160" y="114488"/>
                    <a:pt x="55759" y="114488"/>
                  </a:cubicBezTo>
                  <a:cubicBezTo>
                    <a:pt x="47358" y="114488"/>
                    <a:pt x="39729" y="113145"/>
                    <a:pt x="32871" y="110478"/>
                  </a:cubicBezTo>
                  <a:cubicBezTo>
                    <a:pt x="26003" y="107810"/>
                    <a:pt x="20145" y="103985"/>
                    <a:pt x="15287" y="99000"/>
                  </a:cubicBezTo>
                  <a:cubicBezTo>
                    <a:pt x="10430" y="94015"/>
                    <a:pt x="6677" y="88000"/>
                    <a:pt x="4000" y="80917"/>
                  </a:cubicBezTo>
                  <a:cubicBezTo>
                    <a:pt x="1333" y="73836"/>
                    <a:pt x="0" y="65889"/>
                    <a:pt x="0" y="57079"/>
                  </a:cubicBezTo>
                  <a:cubicBezTo>
                    <a:pt x="0" y="48359"/>
                    <a:pt x="1333" y="40450"/>
                    <a:pt x="4000" y="33368"/>
                  </a:cubicBezTo>
                  <a:cubicBezTo>
                    <a:pt x="6677" y="26287"/>
                    <a:pt x="10430" y="20308"/>
                    <a:pt x="15287" y="15397"/>
                  </a:cubicBezTo>
                  <a:cubicBezTo>
                    <a:pt x="20145" y="10485"/>
                    <a:pt x="26003" y="6696"/>
                    <a:pt x="32871" y="4010"/>
                  </a:cubicBezTo>
                  <a:cubicBezTo>
                    <a:pt x="39729" y="1343"/>
                    <a:pt x="47358" y="0"/>
                    <a:pt x="55759" y="0"/>
                  </a:cubicBezTo>
                  <a:close/>
                  <a:moveTo>
                    <a:pt x="55759" y="93904"/>
                  </a:moveTo>
                  <a:cubicBezTo>
                    <a:pt x="65103" y="93904"/>
                    <a:pt x="72028" y="90814"/>
                    <a:pt x="76524" y="84597"/>
                  </a:cubicBezTo>
                  <a:cubicBezTo>
                    <a:pt x="81010" y="78379"/>
                    <a:pt x="83258" y="69293"/>
                    <a:pt x="83258" y="57299"/>
                  </a:cubicBezTo>
                  <a:cubicBezTo>
                    <a:pt x="83258" y="45324"/>
                    <a:pt x="81010" y="36182"/>
                    <a:pt x="76524" y="29910"/>
                  </a:cubicBezTo>
                  <a:cubicBezTo>
                    <a:pt x="72028" y="23618"/>
                    <a:pt x="65103" y="20474"/>
                    <a:pt x="55759" y="20474"/>
                  </a:cubicBezTo>
                  <a:cubicBezTo>
                    <a:pt x="46272" y="20474"/>
                    <a:pt x="39253" y="23637"/>
                    <a:pt x="34728" y="29946"/>
                  </a:cubicBezTo>
                  <a:cubicBezTo>
                    <a:pt x="30194" y="36274"/>
                    <a:pt x="27937" y="45397"/>
                    <a:pt x="27937" y="57299"/>
                  </a:cubicBezTo>
                  <a:cubicBezTo>
                    <a:pt x="27937" y="69218"/>
                    <a:pt x="30194" y="78306"/>
                    <a:pt x="34728" y="84541"/>
                  </a:cubicBezTo>
                  <a:cubicBezTo>
                    <a:pt x="39253" y="90796"/>
                    <a:pt x="46272" y="93904"/>
                    <a:pt x="55759" y="93904"/>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13" name="Google Shape;2813;p90"/>
            <p:cNvSpPr/>
            <p:nvPr/>
          </p:nvSpPr>
          <p:spPr>
            <a:xfrm>
              <a:off x="6588594" y="3445977"/>
              <a:ext cx="97926" cy="112868"/>
            </a:xfrm>
            <a:custGeom>
              <a:avLst/>
              <a:gdLst/>
              <a:ahLst/>
              <a:cxnLst/>
              <a:rect l="l" t="t" r="r" b="b"/>
              <a:pathLst>
                <a:path w="97926" h="112868" extrusionOk="0">
                  <a:moveTo>
                    <a:pt x="0" y="112869"/>
                  </a:moveTo>
                  <a:lnTo>
                    <a:pt x="0" y="1748"/>
                  </a:lnTo>
                  <a:lnTo>
                    <a:pt x="16545" y="1748"/>
                  </a:lnTo>
                  <a:cubicBezTo>
                    <a:pt x="20041" y="1748"/>
                    <a:pt x="22355" y="3367"/>
                    <a:pt x="23441" y="6623"/>
                  </a:cubicBezTo>
                  <a:lnTo>
                    <a:pt x="25308" y="15397"/>
                  </a:lnTo>
                  <a:cubicBezTo>
                    <a:pt x="27575" y="13079"/>
                    <a:pt x="29956" y="10982"/>
                    <a:pt x="32480" y="9105"/>
                  </a:cubicBezTo>
                  <a:cubicBezTo>
                    <a:pt x="35004" y="7229"/>
                    <a:pt x="37662" y="5610"/>
                    <a:pt x="40481" y="4231"/>
                  </a:cubicBezTo>
                  <a:cubicBezTo>
                    <a:pt x="43291" y="2870"/>
                    <a:pt x="46301" y="1821"/>
                    <a:pt x="49511" y="1086"/>
                  </a:cubicBezTo>
                  <a:cubicBezTo>
                    <a:pt x="52731" y="368"/>
                    <a:pt x="56226" y="0"/>
                    <a:pt x="60036" y="0"/>
                  </a:cubicBezTo>
                  <a:cubicBezTo>
                    <a:pt x="66161" y="0"/>
                    <a:pt x="71609" y="1030"/>
                    <a:pt x="76352" y="3091"/>
                  </a:cubicBezTo>
                  <a:cubicBezTo>
                    <a:pt x="81105" y="5151"/>
                    <a:pt x="85058" y="8038"/>
                    <a:pt x="88240" y="11755"/>
                  </a:cubicBezTo>
                  <a:cubicBezTo>
                    <a:pt x="91421" y="15489"/>
                    <a:pt x="93831" y="19922"/>
                    <a:pt x="95460" y="25090"/>
                  </a:cubicBezTo>
                  <a:cubicBezTo>
                    <a:pt x="97107" y="30241"/>
                    <a:pt x="97927" y="35925"/>
                    <a:pt x="97927" y="42142"/>
                  </a:cubicBezTo>
                  <a:lnTo>
                    <a:pt x="97927" y="112869"/>
                  </a:lnTo>
                  <a:lnTo>
                    <a:pt x="70876" y="112869"/>
                  </a:lnTo>
                  <a:lnTo>
                    <a:pt x="70876" y="42142"/>
                  </a:lnTo>
                  <a:cubicBezTo>
                    <a:pt x="70876" y="35354"/>
                    <a:pt x="69285" y="30093"/>
                    <a:pt x="66104" y="26378"/>
                  </a:cubicBezTo>
                  <a:cubicBezTo>
                    <a:pt x="62932" y="22662"/>
                    <a:pt x="58160" y="20804"/>
                    <a:pt x="51806" y="20804"/>
                  </a:cubicBezTo>
                  <a:cubicBezTo>
                    <a:pt x="47139" y="20804"/>
                    <a:pt x="42758" y="21853"/>
                    <a:pt x="38671" y="23950"/>
                  </a:cubicBezTo>
                  <a:cubicBezTo>
                    <a:pt x="34585" y="26047"/>
                    <a:pt x="30718" y="28898"/>
                    <a:pt x="27061" y="32503"/>
                  </a:cubicBezTo>
                  <a:lnTo>
                    <a:pt x="27061" y="112869"/>
                  </a:lnTo>
                  <a:lnTo>
                    <a:pt x="0" y="112869"/>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14" name="Google Shape;2814;p90"/>
            <p:cNvSpPr/>
            <p:nvPr/>
          </p:nvSpPr>
          <p:spPr>
            <a:xfrm>
              <a:off x="6702951" y="3413714"/>
              <a:ext cx="76571" cy="146861"/>
            </a:xfrm>
            <a:custGeom>
              <a:avLst/>
              <a:gdLst/>
              <a:ahLst/>
              <a:cxnLst/>
              <a:rect l="l" t="t" r="r" b="b"/>
              <a:pathLst>
                <a:path w="76571" h="146861" extrusionOk="0">
                  <a:moveTo>
                    <a:pt x="47101" y="146861"/>
                  </a:moveTo>
                  <a:cubicBezTo>
                    <a:pt x="37395" y="146861"/>
                    <a:pt x="29899" y="144138"/>
                    <a:pt x="24651" y="138676"/>
                  </a:cubicBezTo>
                  <a:cubicBezTo>
                    <a:pt x="19393" y="133230"/>
                    <a:pt x="16764" y="125707"/>
                    <a:pt x="16764" y="116106"/>
                  </a:cubicBezTo>
                  <a:lnTo>
                    <a:pt x="16764" y="54042"/>
                  </a:lnTo>
                  <a:lnTo>
                    <a:pt x="5363" y="54042"/>
                  </a:lnTo>
                  <a:cubicBezTo>
                    <a:pt x="3905" y="54042"/>
                    <a:pt x="2648" y="53565"/>
                    <a:pt x="1591" y="52626"/>
                  </a:cubicBezTo>
                  <a:cubicBezTo>
                    <a:pt x="524" y="51688"/>
                    <a:pt x="0" y="50290"/>
                    <a:pt x="0" y="48414"/>
                  </a:cubicBezTo>
                  <a:lnTo>
                    <a:pt x="0" y="37800"/>
                  </a:lnTo>
                  <a:lnTo>
                    <a:pt x="18069" y="34876"/>
                  </a:lnTo>
                  <a:lnTo>
                    <a:pt x="23774" y="4543"/>
                  </a:lnTo>
                  <a:cubicBezTo>
                    <a:pt x="24060" y="3108"/>
                    <a:pt x="24737" y="1986"/>
                    <a:pt x="25803" y="1195"/>
                  </a:cubicBezTo>
                  <a:cubicBezTo>
                    <a:pt x="26851" y="386"/>
                    <a:pt x="28194" y="0"/>
                    <a:pt x="29794" y="0"/>
                  </a:cubicBezTo>
                  <a:lnTo>
                    <a:pt x="43815" y="0"/>
                  </a:lnTo>
                  <a:lnTo>
                    <a:pt x="43815" y="34986"/>
                  </a:lnTo>
                  <a:lnTo>
                    <a:pt x="73390" y="34986"/>
                  </a:lnTo>
                  <a:lnTo>
                    <a:pt x="73390" y="54042"/>
                  </a:lnTo>
                  <a:lnTo>
                    <a:pt x="43815" y="54042"/>
                  </a:lnTo>
                  <a:lnTo>
                    <a:pt x="43815" y="114266"/>
                  </a:lnTo>
                  <a:cubicBezTo>
                    <a:pt x="43815" y="117725"/>
                    <a:pt x="44691" y="120429"/>
                    <a:pt x="46444" y="122378"/>
                  </a:cubicBezTo>
                  <a:cubicBezTo>
                    <a:pt x="48197" y="124328"/>
                    <a:pt x="50530" y="125302"/>
                    <a:pt x="53455" y="125302"/>
                  </a:cubicBezTo>
                  <a:cubicBezTo>
                    <a:pt x="55131" y="125302"/>
                    <a:pt x="56540" y="125101"/>
                    <a:pt x="57674" y="124714"/>
                  </a:cubicBezTo>
                  <a:cubicBezTo>
                    <a:pt x="58807" y="124310"/>
                    <a:pt x="59789" y="123905"/>
                    <a:pt x="60627" y="123463"/>
                  </a:cubicBezTo>
                  <a:cubicBezTo>
                    <a:pt x="61465" y="123040"/>
                    <a:pt x="62217" y="122617"/>
                    <a:pt x="62875" y="122212"/>
                  </a:cubicBezTo>
                  <a:cubicBezTo>
                    <a:pt x="63532" y="121826"/>
                    <a:pt x="64189" y="121624"/>
                    <a:pt x="64846" y="121624"/>
                  </a:cubicBezTo>
                  <a:cubicBezTo>
                    <a:pt x="65647" y="121624"/>
                    <a:pt x="66313" y="121826"/>
                    <a:pt x="66818" y="122212"/>
                  </a:cubicBezTo>
                  <a:cubicBezTo>
                    <a:pt x="67323" y="122617"/>
                    <a:pt x="67875" y="123206"/>
                    <a:pt x="68456" y="124015"/>
                  </a:cubicBezTo>
                  <a:lnTo>
                    <a:pt x="76571" y="137001"/>
                  </a:lnTo>
                  <a:cubicBezTo>
                    <a:pt x="72628" y="140257"/>
                    <a:pt x="68094" y="142704"/>
                    <a:pt x="62980" y="144378"/>
                  </a:cubicBezTo>
                  <a:cubicBezTo>
                    <a:pt x="57874" y="146033"/>
                    <a:pt x="52578" y="146861"/>
                    <a:pt x="47101" y="146861"/>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15" name="Google Shape;2815;p90"/>
            <p:cNvSpPr/>
            <p:nvPr/>
          </p:nvSpPr>
          <p:spPr>
            <a:xfrm>
              <a:off x="6790362" y="3445977"/>
              <a:ext cx="102632" cy="114487"/>
            </a:xfrm>
            <a:custGeom>
              <a:avLst/>
              <a:gdLst/>
              <a:ahLst/>
              <a:cxnLst/>
              <a:rect l="l" t="t" r="r" b="b"/>
              <a:pathLst>
                <a:path w="102632" h="114487" extrusionOk="0">
                  <a:moveTo>
                    <a:pt x="53997" y="0"/>
                  </a:moveTo>
                  <a:cubicBezTo>
                    <a:pt x="61084" y="0"/>
                    <a:pt x="67599" y="1123"/>
                    <a:pt x="73543" y="3367"/>
                  </a:cubicBezTo>
                  <a:cubicBezTo>
                    <a:pt x="79496" y="5610"/>
                    <a:pt x="84630" y="8866"/>
                    <a:pt x="88935" y="13171"/>
                  </a:cubicBezTo>
                  <a:cubicBezTo>
                    <a:pt x="93250" y="17456"/>
                    <a:pt x="96603" y="22736"/>
                    <a:pt x="99013" y="28972"/>
                  </a:cubicBezTo>
                  <a:cubicBezTo>
                    <a:pt x="101422" y="35226"/>
                    <a:pt x="102632" y="42363"/>
                    <a:pt x="102632" y="50365"/>
                  </a:cubicBezTo>
                  <a:cubicBezTo>
                    <a:pt x="102632" y="52388"/>
                    <a:pt x="102537" y="54080"/>
                    <a:pt x="102365" y="55404"/>
                  </a:cubicBezTo>
                  <a:cubicBezTo>
                    <a:pt x="102175" y="56747"/>
                    <a:pt x="101851" y="57796"/>
                    <a:pt x="101375" y="58550"/>
                  </a:cubicBezTo>
                  <a:cubicBezTo>
                    <a:pt x="100889" y="59304"/>
                    <a:pt x="100260" y="59856"/>
                    <a:pt x="99451" y="60169"/>
                  </a:cubicBezTo>
                  <a:cubicBezTo>
                    <a:pt x="98651" y="60500"/>
                    <a:pt x="97631" y="60665"/>
                    <a:pt x="96393" y="60665"/>
                  </a:cubicBezTo>
                  <a:lnTo>
                    <a:pt x="26946" y="60665"/>
                  </a:lnTo>
                  <a:cubicBezTo>
                    <a:pt x="27747" y="72070"/>
                    <a:pt x="30852" y="80439"/>
                    <a:pt x="36252" y="85792"/>
                  </a:cubicBezTo>
                  <a:cubicBezTo>
                    <a:pt x="41663" y="91126"/>
                    <a:pt x="48816" y="93794"/>
                    <a:pt x="57722" y="93794"/>
                  </a:cubicBezTo>
                  <a:cubicBezTo>
                    <a:pt x="62103" y="93794"/>
                    <a:pt x="65885" y="93297"/>
                    <a:pt x="69066" y="92286"/>
                  </a:cubicBezTo>
                  <a:cubicBezTo>
                    <a:pt x="72238" y="91273"/>
                    <a:pt x="75009" y="90152"/>
                    <a:pt x="77391" y="88938"/>
                  </a:cubicBezTo>
                  <a:cubicBezTo>
                    <a:pt x="79763" y="87705"/>
                    <a:pt x="81829" y="86583"/>
                    <a:pt x="83629" y="85572"/>
                  </a:cubicBezTo>
                  <a:cubicBezTo>
                    <a:pt x="85411" y="84559"/>
                    <a:pt x="87154" y="84063"/>
                    <a:pt x="88830" y="84063"/>
                  </a:cubicBezTo>
                  <a:cubicBezTo>
                    <a:pt x="89926" y="84063"/>
                    <a:pt x="90878" y="84265"/>
                    <a:pt x="91678" y="84707"/>
                  </a:cubicBezTo>
                  <a:cubicBezTo>
                    <a:pt x="92488" y="85130"/>
                    <a:pt x="93174" y="85755"/>
                    <a:pt x="93755" y="86546"/>
                  </a:cubicBezTo>
                  <a:lnTo>
                    <a:pt x="101641" y="96295"/>
                  </a:lnTo>
                  <a:cubicBezTo>
                    <a:pt x="98651" y="99753"/>
                    <a:pt x="95288" y="102660"/>
                    <a:pt x="91573" y="105014"/>
                  </a:cubicBezTo>
                  <a:cubicBezTo>
                    <a:pt x="87840" y="107351"/>
                    <a:pt x="83954" y="109245"/>
                    <a:pt x="79896" y="110643"/>
                  </a:cubicBezTo>
                  <a:cubicBezTo>
                    <a:pt x="75848" y="112060"/>
                    <a:pt x="71723" y="113052"/>
                    <a:pt x="67523" y="113623"/>
                  </a:cubicBezTo>
                  <a:cubicBezTo>
                    <a:pt x="63322" y="114193"/>
                    <a:pt x="59255" y="114488"/>
                    <a:pt x="55312" y="114488"/>
                  </a:cubicBezTo>
                  <a:cubicBezTo>
                    <a:pt x="47501" y="114488"/>
                    <a:pt x="40234" y="113200"/>
                    <a:pt x="33509" y="110643"/>
                  </a:cubicBezTo>
                  <a:cubicBezTo>
                    <a:pt x="26794" y="108086"/>
                    <a:pt x="20955" y="104297"/>
                    <a:pt x="15983" y="99275"/>
                  </a:cubicBezTo>
                  <a:cubicBezTo>
                    <a:pt x="11021" y="94253"/>
                    <a:pt x="7115" y="88036"/>
                    <a:pt x="4267" y="80641"/>
                  </a:cubicBezTo>
                  <a:cubicBezTo>
                    <a:pt x="1419" y="73247"/>
                    <a:pt x="0" y="64675"/>
                    <a:pt x="0" y="54927"/>
                  </a:cubicBezTo>
                  <a:cubicBezTo>
                    <a:pt x="0" y="47348"/>
                    <a:pt x="1229" y="40211"/>
                    <a:pt x="3715" y="33534"/>
                  </a:cubicBezTo>
                  <a:cubicBezTo>
                    <a:pt x="6201" y="26856"/>
                    <a:pt x="9763" y="21044"/>
                    <a:pt x="14392" y="16095"/>
                  </a:cubicBezTo>
                  <a:cubicBezTo>
                    <a:pt x="19041" y="11147"/>
                    <a:pt x="24689" y="7229"/>
                    <a:pt x="31385" y="4342"/>
                  </a:cubicBezTo>
                  <a:cubicBezTo>
                    <a:pt x="38062" y="1453"/>
                    <a:pt x="45606" y="0"/>
                    <a:pt x="53997" y="0"/>
                  </a:cubicBezTo>
                  <a:close/>
                  <a:moveTo>
                    <a:pt x="54540" y="19185"/>
                  </a:moveTo>
                  <a:cubicBezTo>
                    <a:pt x="46654" y="19185"/>
                    <a:pt x="40491" y="21375"/>
                    <a:pt x="36033" y="25789"/>
                  </a:cubicBezTo>
                  <a:cubicBezTo>
                    <a:pt x="31575" y="30186"/>
                    <a:pt x="28728" y="36440"/>
                    <a:pt x="27489" y="44515"/>
                  </a:cubicBezTo>
                  <a:lnTo>
                    <a:pt x="78315" y="44515"/>
                  </a:lnTo>
                  <a:cubicBezTo>
                    <a:pt x="78315" y="41057"/>
                    <a:pt x="77839" y="37783"/>
                    <a:pt x="76895" y="34729"/>
                  </a:cubicBezTo>
                  <a:cubicBezTo>
                    <a:pt x="75943" y="31658"/>
                    <a:pt x="74486" y="28972"/>
                    <a:pt x="72514" y="26654"/>
                  </a:cubicBezTo>
                  <a:cubicBezTo>
                    <a:pt x="70542" y="24336"/>
                    <a:pt x="68056" y="22516"/>
                    <a:pt x="65066" y="21190"/>
                  </a:cubicBezTo>
                  <a:cubicBezTo>
                    <a:pt x="62065" y="19848"/>
                    <a:pt x="58560" y="19185"/>
                    <a:pt x="54540" y="19185"/>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16" name="Google Shape;2816;p90"/>
            <p:cNvSpPr/>
            <p:nvPr/>
          </p:nvSpPr>
          <p:spPr>
            <a:xfrm>
              <a:off x="6896604" y="3447725"/>
              <a:ext cx="113033" cy="111120"/>
            </a:xfrm>
            <a:custGeom>
              <a:avLst/>
              <a:gdLst/>
              <a:ahLst/>
              <a:cxnLst/>
              <a:rect l="l" t="t" r="r" b="b"/>
              <a:pathLst>
                <a:path w="113033" h="111120" extrusionOk="0">
                  <a:moveTo>
                    <a:pt x="38443" y="53822"/>
                  </a:moveTo>
                  <a:lnTo>
                    <a:pt x="1524" y="0"/>
                  </a:lnTo>
                  <a:lnTo>
                    <a:pt x="27594" y="0"/>
                  </a:lnTo>
                  <a:cubicBezTo>
                    <a:pt x="29566" y="0"/>
                    <a:pt x="31032" y="257"/>
                    <a:pt x="31975" y="809"/>
                  </a:cubicBezTo>
                  <a:cubicBezTo>
                    <a:pt x="32928" y="1343"/>
                    <a:pt x="33766" y="2225"/>
                    <a:pt x="34499" y="3458"/>
                  </a:cubicBezTo>
                  <a:lnTo>
                    <a:pt x="58055" y="40615"/>
                  </a:lnTo>
                  <a:cubicBezTo>
                    <a:pt x="58417" y="39382"/>
                    <a:pt x="58874" y="38150"/>
                    <a:pt x="59417" y="36918"/>
                  </a:cubicBezTo>
                  <a:cubicBezTo>
                    <a:pt x="59969" y="35704"/>
                    <a:pt x="60636" y="34471"/>
                    <a:pt x="61446" y="33239"/>
                  </a:cubicBezTo>
                  <a:lnTo>
                    <a:pt x="80391" y="4010"/>
                  </a:lnTo>
                  <a:cubicBezTo>
                    <a:pt x="81267" y="2630"/>
                    <a:pt x="82182" y="1619"/>
                    <a:pt x="83134" y="975"/>
                  </a:cubicBezTo>
                  <a:cubicBezTo>
                    <a:pt x="84087" y="313"/>
                    <a:pt x="85249" y="0"/>
                    <a:pt x="86639" y="0"/>
                  </a:cubicBezTo>
                  <a:lnTo>
                    <a:pt x="111509" y="0"/>
                  </a:lnTo>
                  <a:lnTo>
                    <a:pt x="74476" y="52627"/>
                  </a:lnTo>
                  <a:lnTo>
                    <a:pt x="113033" y="111121"/>
                  </a:lnTo>
                  <a:lnTo>
                    <a:pt x="86973" y="111121"/>
                  </a:lnTo>
                  <a:cubicBezTo>
                    <a:pt x="85001" y="111121"/>
                    <a:pt x="83410" y="110606"/>
                    <a:pt x="82210" y="109594"/>
                  </a:cubicBezTo>
                  <a:cubicBezTo>
                    <a:pt x="81001" y="108583"/>
                    <a:pt x="79991" y="107442"/>
                    <a:pt x="79191" y="106136"/>
                  </a:cubicBezTo>
                  <a:lnTo>
                    <a:pt x="55321" y="67470"/>
                  </a:lnTo>
                  <a:cubicBezTo>
                    <a:pt x="54654" y="70064"/>
                    <a:pt x="53740" y="72235"/>
                    <a:pt x="52568" y="73964"/>
                  </a:cubicBezTo>
                  <a:lnTo>
                    <a:pt x="31537" y="106136"/>
                  </a:lnTo>
                  <a:cubicBezTo>
                    <a:pt x="30737" y="107369"/>
                    <a:pt x="29756" y="108509"/>
                    <a:pt x="28584" y="109539"/>
                  </a:cubicBezTo>
                  <a:cubicBezTo>
                    <a:pt x="27413" y="110588"/>
                    <a:pt x="25956" y="111121"/>
                    <a:pt x="24203" y="111121"/>
                  </a:cubicBezTo>
                  <a:lnTo>
                    <a:pt x="0" y="111121"/>
                  </a:lnTo>
                  <a:lnTo>
                    <a:pt x="38443" y="53822"/>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17" name="Google Shape;2817;p90"/>
            <p:cNvSpPr/>
            <p:nvPr/>
          </p:nvSpPr>
          <p:spPr>
            <a:xfrm>
              <a:off x="7016543" y="3413714"/>
              <a:ext cx="76571" cy="146861"/>
            </a:xfrm>
            <a:custGeom>
              <a:avLst/>
              <a:gdLst/>
              <a:ahLst/>
              <a:cxnLst/>
              <a:rect l="l" t="t" r="r" b="b"/>
              <a:pathLst>
                <a:path w="76571" h="146861" extrusionOk="0">
                  <a:moveTo>
                    <a:pt x="47101" y="146861"/>
                  </a:moveTo>
                  <a:cubicBezTo>
                    <a:pt x="37386" y="146861"/>
                    <a:pt x="29899" y="144138"/>
                    <a:pt x="24651" y="138676"/>
                  </a:cubicBezTo>
                  <a:cubicBezTo>
                    <a:pt x="19393" y="133230"/>
                    <a:pt x="16755" y="125707"/>
                    <a:pt x="16755" y="116106"/>
                  </a:cubicBezTo>
                  <a:lnTo>
                    <a:pt x="16755" y="54042"/>
                  </a:lnTo>
                  <a:lnTo>
                    <a:pt x="5363" y="54042"/>
                  </a:lnTo>
                  <a:cubicBezTo>
                    <a:pt x="3905" y="54042"/>
                    <a:pt x="2648" y="53565"/>
                    <a:pt x="1591" y="52626"/>
                  </a:cubicBezTo>
                  <a:cubicBezTo>
                    <a:pt x="524" y="51688"/>
                    <a:pt x="0" y="50290"/>
                    <a:pt x="0" y="48414"/>
                  </a:cubicBezTo>
                  <a:lnTo>
                    <a:pt x="0" y="37800"/>
                  </a:lnTo>
                  <a:lnTo>
                    <a:pt x="18069" y="34876"/>
                  </a:lnTo>
                  <a:lnTo>
                    <a:pt x="23774" y="4543"/>
                  </a:lnTo>
                  <a:cubicBezTo>
                    <a:pt x="24060" y="3108"/>
                    <a:pt x="24737" y="1986"/>
                    <a:pt x="25803" y="1195"/>
                  </a:cubicBezTo>
                  <a:cubicBezTo>
                    <a:pt x="26851" y="386"/>
                    <a:pt x="28194" y="0"/>
                    <a:pt x="29794" y="0"/>
                  </a:cubicBezTo>
                  <a:lnTo>
                    <a:pt x="43815" y="0"/>
                  </a:lnTo>
                  <a:lnTo>
                    <a:pt x="43815" y="34986"/>
                  </a:lnTo>
                  <a:lnTo>
                    <a:pt x="73390" y="34986"/>
                  </a:lnTo>
                  <a:lnTo>
                    <a:pt x="73390" y="54042"/>
                  </a:lnTo>
                  <a:lnTo>
                    <a:pt x="43815" y="54042"/>
                  </a:lnTo>
                  <a:lnTo>
                    <a:pt x="43815" y="114266"/>
                  </a:lnTo>
                  <a:cubicBezTo>
                    <a:pt x="43815" y="117725"/>
                    <a:pt x="44691" y="120429"/>
                    <a:pt x="46444" y="122378"/>
                  </a:cubicBezTo>
                  <a:cubicBezTo>
                    <a:pt x="48196" y="124328"/>
                    <a:pt x="50530" y="125302"/>
                    <a:pt x="53454" y="125302"/>
                  </a:cubicBezTo>
                  <a:cubicBezTo>
                    <a:pt x="55131" y="125302"/>
                    <a:pt x="56540" y="125101"/>
                    <a:pt x="57665" y="124714"/>
                  </a:cubicBezTo>
                  <a:cubicBezTo>
                    <a:pt x="58807" y="124310"/>
                    <a:pt x="59789" y="123905"/>
                    <a:pt x="60627" y="123463"/>
                  </a:cubicBezTo>
                  <a:cubicBezTo>
                    <a:pt x="61465" y="123040"/>
                    <a:pt x="62217" y="122617"/>
                    <a:pt x="62875" y="122212"/>
                  </a:cubicBezTo>
                  <a:cubicBezTo>
                    <a:pt x="63532" y="121826"/>
                    <a:pt x="64189" y="121624"/>
                    <a:pt x="64846" y="121624"/>
                  </a:cubicBezTo>
                  <a:cubicBezTo>
                    <a:pt x="65646" y="121624"/>
                    <a:pt x="66313" y="121826"/>
                    <a:pt x="66818" y="122212"/>
                  </a:cubicBezTo>
                  <a:cubicBezTo>
                    <a:pt x="67323" y="122617"/>
                    <a:pt x="67875" y="123206"/>
                    <a:pt x="68456" y="124015"/>
                  </a:cubicBezTo>
                  <a:lnTo>
                    <a:pt x="76571" y="137001"/>
                  </a:lnTo>
                  <a:cubicBezTo>
                    <a:pt x="72628" y="140257"/>
                    <a:pt x="68094" y="142704"/>
                    <a:pt x="62979" y="144378"/>
                  </a:cubicBezTo>
                  <a:cubicBezTo>
                    <a:pt x="57874" y="146033"/>
                    <a:pt x="52578" y="146861"/>
                    <a:pt x="47101" y="146861"/>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18" name="Google Shape;2818;p90"/>
            <p:cNvSpPr/>
            <p:nvPr/>
          </p:nvSpPr>
          <p:spPr>
            <a:xfrm>
              <a:off x="7148198" y="3445665"/>
              <a:ext cx="93649" cy="114910"/>
            </a:xfrm>
            <a:custGeom>
              <a:avLst/>
              <a:gdLst/>
              <a:ahLst/>
              <a:cxnLst/>
              <a:rect l="l" t="t" r="r" b="b"/>
              <a:pathLst>
                <a:path w="93649" h="114910" extrusionOk="0">
                  <a:moveTo>
                    <a:pt x="93650" y="113182"/>
                  </a:moveTo>
                  <a:lnTo>
                    <a:pt x="81496" y="113182"/>
                  </a:lnTo>
                  <a:cubicBezTo>
                    <a:pt x="78934" y="113182"/>
                    <a:pt x="76924" y="112795"/>
                    <a:pt x="75476" y="112041"/>
                  </a:cubicBezTo>
                  <a:cubicBezTo>
                    <a:pt x="74000" y="111287"/>
                    <a:pt x="72914" y="109742"/>
                    <a:pt x="72180" y="107442"/>
                  </a:cubicBezTo>
                  <a:lnTo>
                    <a:pt x="69770" y="99533"/>
                  </a:lnTo>
                  <a:cubicBezTo>
                    <a:pt x="66923" y="102053"/>
                    <a:pt x="64132" y="104279"/>
                    <a:pt x="61388" y="106191"/>
                  </a:cubicBezTo>
                  <a:cubicBezTo>
                    <a:pt x="58655" y="108104"/>
                    <a:pt x="55826" y="109705"/>
                    <a:pt x="52911" y="111011"/>
                  </a:cubicBezTo>
                  <a:cubicBezTo>
                    <a:pt x="49987" y="112317"/>
                    <a:pt x="46882" y="113292"/>
                    <a:pt x="43596" y="113936"/>
                  </a:cubicBezTo>
                  <a:cubicBezTo>
                    <a:pt x="40300" y="114579"/>
                    <a:pt x="36662" y="114911"/>
                    <a:pt x="32642" y="114911"/>
                  </a:cubicBezTo>
                  <a:cubicBezTo>
                    <a:pt x="27899" y="114911"/>
                    <a:pt x="23517" y="114266"/>
                    <a:pt x="19498" y="113016"/>
                  </a:cubicBezTo>
                  <a:cubicBezTo>
                    <a:pt x="15478" y="111747"/>
                    <a:pt x="12030" y="109833"/>
                    <a:pt x="9144" y="107314"/>
                  </a:cubicBezTo>
                  <a:cubicBezTo>
                    <a:pt x="6258" y="104775"/>
                    <a:pt x="4020" y="101612"/>
                    <a:pt x="2410" y="97859"/>
                  </a:cubicBezTo>
                  <a:cubicBezTo>
                    <a:pt x="800" y="94088"/>
                    <a:pt x="0" y="89692"/>
                    <a:pt x="0" y="84707"/>
                  </a:cubicBezTo>
                  <a:cubicBezTo>
                    <a:pt x="0" y="80494"/>
                    <a:pt x="1105" y="76356"/>
                    <a:pt x="3343" y="72254"/>
                  </a:cubicBezTo>
                  <a:cubicBezTo>
                    <a:pt x="5562" y="68170"/>
                    <a:pt x="9277" y="64473"/>
                    <a:pt x="14459" y="61180"/>
                  </a:cubicBezTo>
                  <a:cubicBezTo>
                    <a:pt x="19640" y="57870"/>
                    <a:pt x="26546" y="55147"/>
                    <a:pt x="35157" y="52976"/>
                  </a:cubicBezTo>
                  <a:cubicBezTo>
                    <a:pt x="43777" y="50806"/>
                    <a:pt x="54473" y="49702"/>
                    <a:pt x="67246" y="49702"/>
                  </a:cubicBezTo>
                  <a:lnTo>
                    <a:pt x="67246" y="43154"/>
                  </a:lnTo>
                  <a:cubicBezTo>
                    <a:pt x="67246" y="35667"/>
                    <a:pt x="65665" y="30112"/>
                    <a:pt x="62484" y="26525"/>
                  </a:cubicBezTo>
                  <a:cubicBezTo>
                    <a:pt x="59312" y="22920"/>
                    <a:pt x="54693" y="21117"/>
                    <a:pt x="48625" y="21117"/>
                  </a:cubicBezTo>
                  <a:cubicBezTo>
                    <a:pt x="44244" y="21117"/>
                    <a:pt x="40605" y="21614"/>
                    <a:pt x="37681" y="22626"/>
                  </a:cubicBezTo>
                  <a:cubicBezTo>
                    <a:pt x="34757" y="23637"/>
                    <a:pt x="32223" y="24778"/>
                    <a:pt x="30061" y="26047"/>
                  </a:cubicBezTo>
                  <a:cubicBezTo>
                    <a:pt x="27918" y="27316"/>
                    <a:pt x="25927" y="28439"/>
                    <a:pt x="24098" y="29450"/>
                  </a:cubicBezTo>
                  <a:cubicBezTo>
                    <a:pt x="22269" y="30461"/>
                    <a:pt x="20260" y="30977"/>
                    <a:pt x="18069" y="30977"/>
                  </a:cubicBezTo>
                  <a:cubicBezTo>
                    <a:pt x="16250" y="30977"/>
                    <a:pt x="14678" y="30498"/>
                    <a:pt x="13363" y="29560"/>
                  </a:cubicBezTo>
                  <a:cubicBezTo>
                    <a:pt x="12049" y="28622"/>
                    <a:pt x="10982" y="27463"/>
                    <a:pt x="10182" y="26102"/>
                  </a:cubicBezTo>
                  <a:lnTo>
                    <a:pt x="5258" y="17549"/>
                  </a:lnTo>
                  <a:cubicBezTo>
                    <a:pt x="18183" y="5849"/>
                    <a:pt x="33776" y="0"/>
                    <a:pt x="52025" y="0"/>
                  </a:cubicBezTo>
                  <a:cubicBezTo>
                    <a:pt x="58598" y="0"/>
                    <a:pt x="64465" y="1067"/>
                    <a:pt x="69618" y="3182"/>
                  </a:cubicBezTo>
                  <a:cubicBezTo>
                    <a:pt x="74762" y="5316"/>
                    <a:pt x="79124" y="8277"/>
                    <a:pt x="82705" y="12067"/>
                  </a:cubicBezTo>
                  <a:cubicBezTo>
                    <a:pt x="86277" y="15856"/>
                    <a:pt x="89002" y="20399"/>
                    <a:pt x="90859" y="25660"/>
                  </a:cubicBezTo>
                  <a:cubicBezTo>
                    <a:pt x="92716" y="30940"/>
                    <a:pt x="93650" y="36716"/>
                    <a:pt x="93650" y="42988"/>
                  </a:cubicBezTo>
                  <a:lnTo>
                    <a:pt x="93650" y="113182"/>
                  </a:lnTo>
                  <a:close/>
                  <a:moveTo>
                    <a:pt x="41072" y="96498"/>
                  </a:moveTo>
                  <a:cubicBezTo>
                    <a:pt x="43844" y="96498"/>
                    <a:pt x="46406" y="96240"/>
                    <a:pt x="48739" y="95743"/>
                  </a:cubicBezTo>
                  <a:cubicBezTo>
                    <a:pt x="51073" y="95247"/>
                    <a:pt x="53292" y="94511"/>
                    <a:pt x="55369" y="93518"/>
                  </a:cubicBezTo>
                  <a:cubicBezTo>
                    <a:pt x="57445" y="92525"/>
                    <a:pt x="59455" y="91292"/>
                    <a:pt x="61388" y="89839"/>
                  </a:cubicBezTo>
                  <a:cubicBezTo>
                    <a:pt x="63322" y="88386"/>
                    <a:pt x="65275" y="86657"/>
                    <a:pt x="67246" y="84670"/>
                  </a:cubicBezTo>
                  <a:lnTo>
                    <a:pt x="67246" y="66055"/>
                  </a:lnTo>
                  <a:cubicBezTo>
                    <a:pt x="59360" y="66055"/>
                    <a:pt x="52778" y="66551"/>
                    <a:pt x="47482" y="67545"/>
                  </a:cubicBezTo>
                  <a:cubicBezTo>
                    <a:pt x="42186" y="68520"/>
                    <a:pt x="37929" y="69770"/>
                    <a:pt x="34719" y="71297"/>
                  </a:cubicBezTo>
                  <a:cubicBezTo>
                    <a:pt x="31509" y="72824"/>
                    <a:pt x="29223" y="74608"/>
                    <a:pt x="27880" y="76650"/>
                  </a:cubicBezTo>
                  <a:cubicBezTo>
                    <a:pt x="26518" y="78673"/>
                    <a:pt x="25851" y="80899"/>
                    <a:pt x="25851" y="83291"/>
                  </a:cubicBezTo>
                  <a:cubicBezTo>
                    <a:pt x="25851" y="88018"/>
                    <a:pt x="27251" y="91402"/>
                    <a:pt x="30061" y="93444"/>
                  </a:cubicBezTo>
                  <a:cubicBezTo>
                    <a:pt x="32871" y="95486"/>
                    <a:pt x="36547" y="96498"/>
                    <a:pt x="41072" y="9649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19" name="Google Shape;2819;p90"/>
            <p:cNvSpPr/>
            <p:nvPr/>
          </p:nvSpPr>
          <p:spPr>
            <a:xfrm>
              <a:off x="7268460" y="3445977"/>
              <a:ext cx="97926" cy="112868"/>
            </a:xfrm>
            <a:custGeom>
              <a:avLst/>
              <a:gdLst/>
              <a:ahLst/>
              <a:cxnLst/>
              <a:rect l="l" t="t" r="r" b="b"/>
              <a:pathLst>
                <a:path w="97926" h="112868" extrusionOk="0">
                  <a:moveTo>
                    <a:pt x="0" y="112869"/>
                  </a:moveTo>
                  <a:lnTo>
                    <a:pt x="0" y="1748"/>
                  </a:lnTo>
                  <a:lnTo>
                    <a:pt x="16545" y="1748"/>
                  </a:lnTo>
                  <a:cubicBezTo>
                    <a:pt x="20041" y="1748"/>
                    <a:pt x="22355" y="3367"/>
                    <a:pt x="23441" y="6623"/>
                  </a:cubicBezTo>
                  <a:lnTo>
                    <a:pt x="25308" y="15397"/>
                  </a:lnTo>
                  <a:cubicBezTo>
                    <a:pt x="27565" y="13079"/>
                    <a:pt x="29956" y="10982"/>
                    <a:pt x="32480" y="9105"/>
                  </a:cubicBezTo>
                  <a:cubicBezTo>
                    <a:pt x="35005" y="7229"/>
                    <a:pt x="37662" y="5610"/>
                    <a:pt x="40481" y="4231"/>
                  </a:cubicBezTo>
                  <a:cubicBezTo>
                    <a:pt x="43291" y="2870"/>
                    <a:pt x="46301" y="1821"/>
                    <a:pt x="49511" y="1086"/>
                  </a:cubicBezTo>
                  <a:cubicBezTo>
                    <a:pt x="52731" y="368"/>
                    <a:pt x="56226" y="0"/>
                    <a:pt x="60036" y="0"/>
                  </a:cubicBezTo>
                  <a:cubicBezTo>
                    <a:pt x="66161" y="0"/>
                    <a:pt x="71609" y="1030"/>
                    <a:pt x="76353" y="3091"/>
                  </a:cubicBezTo>
                  <a:cubicBezTo>
                    <a:pt x="81106" y="5151"/>
                    <a:pt x="85058" y="8038"/>
                    <a:pt x="88240" y="11755"/>
                  </a:cubicBezTo>
                  <a:cubicBezTo>
                    <a:pt x="91421" y="15489"/>
                    <a:pt x="93831" y="19922"/>
                    <a:pt x="95460" y="25090"/>
                  </a:cubicBezTo>
                  <a:cubicBezTo>
                    <a:pt x="97107" y="30241"/>
                    <a:pt x="97927" y="35925"/>
                    <a:pt x="97927" y="42142"/>
                  </a:cubicBezTo>
                  <a:lnTo>
                    <a:pt x="97927" y="112869"/>
                  </a:lnTo>
                  <a:lnTo>
                    <a:pt x="70876" y="112869"/>
                  </a:lnTo>
                  <a:lnTo>
                    <a:pt x="70876" y="42142"/>
                  </a:lnTo>
                  <a:cubicBezTo>
                    <a:pt x="70876" y="35354"/>
                    <a:pt x="69285" y="30093"/>
                    <a:pt x="66104" y="26378"/>
                  </a:cubicBezTo>
                  <a:cubicBezTo>
                    <a:pt x="62932" y="22662"/>
                    <a:pt x="58160" y="20804"/>
                    <a:pt x="51807" y="20804"/>
                  </a:cubicBezTo>
                  <a:cubicBezTo>
                    <a:pt x="47139" y="20804"/>
                    <a:pt x="42758" y="21853"/>
                    <a:pt x="38662" y="23950"/>
                  </a:cubicBezTo>
                  <a:cubicBezTo>
                    <a:pt x="34585" y="26047"/>
                    <a:pt x="30718" y="28898"/>
                    <a:pt x="27061" y="32503"/>
                  </a:cubicBezTo>
                  <a:lnTo>
                    <a:pt x="27061" y="112869"/>
                  </a:lnTo>
                  <a:lnTo>
                    <a:pt x="0" y="112869"/>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20" name="Google Shape;2820;p90"/>
            <p:cNvSpPr/>
            <p:nvPr/>
          </p:nvSpPr>
          <p:spPr>
            <a:xfrm>
              <a:off x="7385227" y="3397895"/>
              <a:ext cx="103403" cy="162570"/>
            </a:xfrm>
            <a:custGeom>
              <a:avLst/>
              <a:gdLst/>
              <a:ahLst/>
              <a:cxnLst/>
              <a:rect l="l" t="t" r="r" b="b"/>
              <a:pathLst>
                <a:path w="103403" h="162570" extrusionOk="0">
                  <a:moveTo>
                    <a:pt x="86868" y="160951"/>
                  </a:moveTo>
                  <a:cubicBezTo>
                    <a:pt x="83363" y="160951"/>
                    <a:pt x="81058" y="159315"/>
                    <a:pt x="79963" y="156077"/>
                  </a:cubicBezTo>
                  <a:lnTo>
                    <a:pt x="77772" y="145353"/>
                  </a:lnTo>
                  <a:cubicBezTo>
                    <a:pt x="75438" y="147946"/>
                    <a:pt x="72990" y="150301"/>
                    <a:pt x="70428" y="152398"/>
                  </a:cubicBezTo>
                  <a:cubicBezTo>
                    <a:pt x="67875" y="154477"/>
                    <a:pt x="65122" y="156298"/>
                    <a:pt x="62160" y="157806"/>
                  </a:cubicBezTo>
                  <a:cubicBezTo>
                    <a:pt x="59207" y="159315"/>
                    <a:pt x="56036" y="160492"/>
                    <a:pt x="52635" y="161320"/>
                  </a:cubicBezTo>
                  <a:cubicBezTo>
                    <a:pt x="49244" y="162147"/>
                    <a:pt x="45568" y="162570"/>
                    <a:pt x="41624" y="162570"/>
                  </a:cubicBezTo>
                  <a:cubicBezTo>
                    <a:pt x="35490" y="162570"/>
                    <a:pt x="29861" y="161301"/>
                    <a:pt x="24755" y="158781"/>
                  </a:cubicBezTo>
                  <a:cubicBezTo>
                    <a:pt x="19641" y="156261"/>
                    <a:pt x="15240" y="152582"/>
                    <a:pt x="11564" y="147781"/>
                  </a:cubicBezTo>
                  <a:cubicBezTo>
                    <a:pt x="7868" y="142980"/>
                    <a:pt x="5020" y="137057"/>
                    <a:pt x="3010" y="129975"/>
                  </a:cubicBezTo>
                  <a:cubicBezTo>
                    <a:pt x="1000" y="122893"/>
                    <a:pt x="0" y="114799"/>
                    <a:pt x="0" y="105713"/>
                  </a:cubicBezTo>
                  <a:cubicBezTo>
                    <a:pt x="0" y="97472"/>
                    <a:pt x="1134" y="89820"/>
                    <a:pt x="3391" y="82757"/>
                  </a:cubicBezTo>
                  <a:cubicBezTo>
                    <a:pt x="5658" y="75674"/>
                    <a:pt x="8906" y="69531"/>
                    <a:pt x="13145" y="64344"/>
                  </a:cubicBezTo>
                  <a:cubicBezTo>
                    <a:pt x="17383" y="59138"/>
                    <a:pt x="22451" y="55073"/>
                    <a:pt x="28365" y="52148"/>
                  </a:cubicBezTo>
                  <a:cubicBezTo>
                    <a:pt x="34280" y="49223"/>
                    <a:pt x="40938" y="47770"/>
                    <a:pt x="48311" y="47770"/>
                  </a:cubicBezTo>
                  <a:cubicBezTo>
                    <a:pt x="54588" y="47770"/>
                    <a:pt x="59960" y="48763"/>
                    <a:pt x="64408" y="50750"/>
                  </a:cubicBezTo>
                  <a:cubicBezTo>
                    <a:pt x="68856" y="52737"/>
                    <a:pt x="72838" y="55385"/>
                    <a:pt x="76343" y="58697"/>
                  </a:cubicBezTo>
                  <a:lnTo>
                    <a:pt x="76343" y="0"/>
                  </a:lnTo>
                  <a:lnTo>
                    <a:pt x="103404" y="0"/>
                  </a:lnTo>
                  <a:lnTo>
                    <a:pt x="103404" y="160951"/>
                  </a:lnTo>
                  <a:lnTo>
                    <a:pt x="86868" y="160951"/>
                  </a:lnTo>
                  <a:close/>
                  <a:moveTo>
                    <a:pt x="50825" y="141343"/>
                  </a:moveTo>
                  <a:cubicBezTo>
                    <a:pt x="56445" y="141343"/>
                    <a:pt x="61227" y="140184"/>
                    <a:pt x="65170" y="137885"/>
                  </a:cubicBezTo>
                  <a:cubicBezTo>
                    <a:pt x="69123" y="135567"/>
                    <a:pt x="72838" y="132275"/>
                    <a:pt x="76343" y="128025"/>
                  </a:cubicBezTo>
                  <a:lnTo>
                    <a:pt x="76343" y="78195"/>
                  </a:lnTo>
                  <a:cubicBezTo>
                    <a:pt x="73276" y="74516"/>
                    <a:pt x="69933" y="71922"/>
                    <a:pt x="66332" y="70396"/>
                  </a:cubicBezTo>
                  <a:cubicBezTo>
                    <a:pt x="62713" y="68887"/>
                    <a:pt x="58817" y="68132"/>
                    <a:pt x="54664" y="68132"/>
                  </a:cubicBezTo>
                  <a:cubicBezTo>
                    <a:pt x="50568" y="68132"/>
                    <a:pt x="46863" y="68887"/>
                    <a:pt x="43539" y="70396"/>
                  </a:cubicBezTo>
                  <a:cubicBezTo>
                    <a:pt x="40215" y="71922"/>
                    <a:pt x="37405" y="74203"/>
                    <a:pt x="35109" y="77275"/>
                  </a:cubicBezTo>
                  <a:cubicBezTo>
                    <a:pt x="32804" y="80347"/>
                    <a:pt x="31042" y="84247"/>
                    <a:pt x="29794" y="88974"/>
                  </a:cubicBezTo>
                  <a:cubicBezTo>
                    <a:pt x="28556" y="93701"/>
                    <a:pt x="27927" y="99293"/>
                    <a:pt x="27927" y="105713"/>
                  </a:cubicBezTo>
                  <a:cubicBezTo>
                    <a:pt x="27927" y="112206"/>
                    <a:pt x="28461" y="117725"/>
                    <a:pt x="29518" y="122231"/>
                  </a:cubicBezTo>
                  <a:cubicBezTo>
                    <a:pt x="30585" y="126738"/>
                    <a:pt x="32099" y="130416"/>
                    <a:pt x="34071" y="133268"/>
                  </a:cubicBezTo>
                  <a:cubicBezTo>
                    <a:pt x="36043" y="136119"/>
                    <a:pt x="38453" y="138179"/>
                    <a:pt x="41300" y="139448"/>
                  </a:cubicBezTo>
                  <a:cubicBezTo>
                    <a:pt x="44139" y="140718"/>
                    <a:pt x="47320" y="141343"/>
                    <a:pt x="50825" y="141343"/>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21" name="Google Shape;2821;p90"/>
            <p:cNvSpPr/>
            <p:nvPr/>
          </p:nvSpPr>
          <p:spPr>
            <a:xfrm>
              <a:off x="7549200" y="3445775"/>
              <a:ext cx="107337" cy="152159"/>
            </a:xfrm>
            <a:custGeom>
              <a:avLst/>
              <a:gdLst/>
              <a:ahLst/>
              <a:cxnLst/>
              <a:rect l="l" t="t" r="r" b="b"/>
              <a:pathLst>
                <a:path w="107337" h="152159" extrusionOk="0">
                  <a:moveTo>
                    <a:pt x="49835" y="0"/>
                  </a:moveTo>
                  <a:cubicBezTo>
                    <a:pt x="54655" y="0"/>
                    <a:pt x="59179" y="478"/>
                    <a:pt x="63418" y="1453"/>
                  </a:cubicBezTo>
                  <a:cubicBezTo>
                    <a:pt x="67647" y="2429"/>
                    <a:pt x="71523" y="3863"/>
                    <a:pt x="75029" y="5739"/>
                  </a:cubicBezTo>
                  <a:lnTo>
                    <a:pt x="107337" y="5739"/>
                  </a:lnTo>
                  <a:lnTo>
                    <a:pt x="107337" y="15691"/>
                  </a:lnTo>
                  <a:cubicBezTo>
                    <a:pt x="107337" y="17365"/>
                    <a:pt x="106899" y="18652"/>
                    <a:pt x="106023" y="19590"/>
                  </a:cubicBezTo>
                  <a:cubicBezTo>
                    <a:pt x="105156" y="20528"/>
                    <a:pt x="103651" y="21190"/>
                    <a:pt x="101537" y="21541"/>
                  </a:cubicBezTo>
                  <a:lnTo>
                    <a:pt x="91459" y="23380"/>
                  </a:lnTo>
                  <a:cubicBezTo>
                    <a:pt x="92183" y="25274"/>
                    <a:pt x="92755" y="27261"/>
                    <a:pt x="93154" y="29340"/>
                  </a:cubicBezTo>
                  <a:cubicBezTo>
                    <a:pt x="93555" y="31436"/>
                    <a:pt x="93755" y="33644"/>
                    <a:pt x="93755" y="35944"/>
                  </a:cubicBezTo>
                  <a:cubicBezTo>
                    <a:pt x="93755" y="41443"/>
                    <a:pt x="92640" y="46410"/>
                    <a:pt x="90421" y="50843"/>
                  </a:cubicBezTo>
                  <a:cubicBezTo>
                    <a:pt x="88183" y="55294"/>
                    <a:pt x="85125" y="59065"/>
                    <a:pt x="81220" y="62156"/>
                  </a:cubicBezTo>
                  <a:cubicBezTo>
                    <a:pt x="77314" y="65264"/>
                    <a:pt x="72666" y="67674"/>
                    <a:pt x="67304" y="69366"/>
                  </a:cubicBezTo>
                  <a:cubicBezTo>
                    <a:pt x="61932" y="71059"/>
                    <a:pt x="56112" y="71904"/>
                    <a:pt x="49835" y="71904"/>
                  </a:cubicBezTo>
                  <a:cubicBezTo>
                    <a:pt x="45606" y="71904"/>
                    <a:pt x="41472" y="71518"/>
                    <a:pt x="37452" y="70727"/>
                  </a:cubicBezTo>
                  <a:cubicBezTo>
                    <a:pt x="33947" y="72824"/>
                    <a:pt x="32195" y="75197"/>
                    <a:pt x="32195" y="77809"/>
                  </a:cubicBezTo>
                  <a:cubicBezTo>
                    <a:pt x="32195" y="80072"/>
                    <a:pt x="33242" y="81727"/>
                    <a:pt x="35328" y="82776"/>
                  </a:cubicBezTo>
                  <a:cubicBezTo>
                    <a:pt x="37395" y="83824"/>
                    <a:pt x="40139" y="84578"/>
                    <a:pt x="43539" y="85001"/>
                  </a:cubicBezTo>
                  <a:cubicBezTo>
                    <a:pt x="46930" y="85443"/>
                    <a:pt x="50787" y="85663"/>
                    <a:pt x="55093" y="85663"/>
                  </a:cubicBezTo>
                  <a:cubicBezTo>
                    <a:pt x="59398" y="85663"/>
                    <a:pt x="63818" y="85848"/>
                    <a:pt x="68342" y="86215"/>
                  </a:cubicBezTo>
                  <a:cubicBezTo>
                    <a:pt x="72876" y="86565"/>
                    <a:pt x="77296" y="87209"/>
                    <a:pt x="81601" y="88110"/>
                  </a:cubicBezTo>
                  <a:cubicBezTo>
                    <a:pt x="85906" y="89011"/>
                    <a:pt x="89754" y="90446"/>
                    <a:pt x="93154" y="92396"/>
                  </a:cubicBezTo>
                  <a:cubicBezTo>
                    <a:pt x="96546" y="94364"/>
                    <a:pt x="99289" y="97013"/>
                    <a:pt x="101375" y="100398"/>
                  </a:cubicBezTo>
                  <a:cubicBezTo>
                    <a:pt x="103451" y="103764"/>
                    <a:pt x="104489" y="108086"/>
                    <a:pt x="104489" y="113366"/>
                  </a:cubicBezTo>
                  <a:cubicBezTo>
                    <a:pt x="104489" y="118295"/>
                    <a:pt x="103270" y="123078"/>
                    <a:pt x="100822" y="127713"/>
                  </a:cubicBezTo>
                  <a:cubicBezTo>
                    <a:pt x="98384" y="132349"/>
                    <a:pt x="94840" y="136487"/>
                    <a:pt x="90192" y="140111"/>
                  </a:cubicBezTo>
                  <a:cubicBezTo>
                    <a:pt x="85563" y="143716"/>
                    <a:pt x="79877" y="146642"/>
                    <a:pt x="73162" y="148848"/>
                  </a:cubicBezTo>
                  <a:cubicBezTo>
                    <a:pt x="66447" y="151056"/>
                    <a:pt x="58769" y="152160"/>
                    <a:pt x="50159" y="152160"/>
                  </a:cubicBezTo>
                  <a:cubicBezTo>
                    <a:pt x="41624" y="152160"/>
                    <a:pt x="34204" y="151351"/>
                    <a:pt x="27927" y="149732"/>
                  </a:cubicBezTo>
                  <a:cubicBezTo>
                    <a:pt x="21641" y="148113"/>
                    <a:pt x="16440" y="145942"/>
                    <a:pt x="12325" y="143238"/>
                  </a:cubicBezTo>
                  <a:cubicBezTo>
                    <a:pt x="8192" y="140516"/>
                    <a:pt x="5106" y="137407"/>
                    <a:pt x="3067" y="133857"/>
                  </a:cubicBezTo>
                  <a:cubicBezTo>
                    <a:pt x="1019" y="130325"/>
                    <a:pt x="0" y="126646"/>
                    <a:pt x="0" y="122821"/>
                  </a:cubicBezTo>
                  <a:cubicBezTo>
                    <a:pt x="0" y="117615"/>
                    <a:pt x="1600" y="113255"/>
                    <a:pt x="4810" y="109705"/>
                  </a:cubicBezTo>
                  <a:cubicBezTo>
                    <a:pt x="8020" y="106174"/>
                    <a:pt x="12478" y="103359"/>
                    <a:pt x="18183" y="101262"/>
                  </a:cubicBezTo>
                  <a:cubicBezTo>
                    <a:pt x="15402" y="99753"/>
                    <a:pt x="13173" y="97730"/>
                    <a:pt x="11497" y="95192"/>
                  </a:cubicBezTo>
                  <a:cubicBezTo>
                    <a:pt x="9820" y="92672"/>
                    <a:pt x="8973" y="89379"/>
                    <a:pt x="8973" y="85333"/>
                  </a:cubicBezTo>
                  <a:cubicBezTo>
                    <a:pt x="8973" y="83677"/>
                    <a:pt x="9268" y="81967"/>
                    <a:pt x="9858" y="80201"/>
                  </a:cubicBezTo>
                  <a:cubicBezTo>
                    <a:pt x="10430" y="78435"/>
                    <a:pt x="11335" y="76669"/>
                    <a:pt x="12535" y="74940"/>
                  </a:cubicBezTo>
                  <a:cubicBezTo>
                    <a:pt x="13745" y="73211"/>
                    <a:pt x="15259" y="71574"/>
                    <a:pt x="17088" y="70009"/>
                  </a:cubicBezTo>
                  <a:cubicBezTo>
                    <a:pt x="18907" y="68465"/>
                    <a:pt x="21060" y="67066"/>
                    <a:pt x="23546" y="65852"/>
                  </a:cubicBezTo>
                  <a:cubicBezTo>
                    <a:pt x="17850" y="62818"/>
                    <a:pt x="13373" y="58771"/>
                    <a:pt x="10125" y="53713"/>
                  </a:cubicBezTo>
                  <a:cubicBezTo>
                    <a:pt x="6877" y="48654"/>
                    <a:pt x="5249" y="42749"/>
                    <a:pt x="5249" y="35944"/>
                  </a:cubicBezTo>
                  <a:cubicBezTo>
                    <a:pt x="5249" y="30461"/>
                    <a:pt x="6372" y="25495"/>
                    <a:pt x="8592" y="21062"/>
                  </a:cubicBezTo>
                  <a:cubicBezTo>
                    <a:pt x="10821" y="16610"/>
                    <a:pt x="13916" y="12822"/>
                    <a:pt x="17898" y="9694"/>
                  </a:cubicBezTo>
                  <a:cubicBezTo>
                    <a:pt x="21879" y="6549"/>
                    <a:pt x="26594" y="4139"/>
                    <a:pt x="32033" y="2484"/>
                  </a:cubicBezTo>
                  <a:cubicBezTo>
                    <a:pt x="37472" y="828"/>
                    <a:pt x="43405" y="0"/>
                    <a:pt x="49835" y="0"/>
                  </a:cubicBezTo>
                  <a:close/>
                  <a:moveTo>
                    <a:pt x="79515" y="117725"/>
                  </a:moveTo>
                  <a:cubicBezTo>
                    <a:pt x="79515" y="115518"/>
                    <a:pt x="78867" y="113715"/>
                    <a:pt x="77543" y="112317"/>
                  </a:cubicBezTo>
                  <a:cubicBezTo>
                    <a:pt x="76229" y="110919"/>
                    <a:pt x="74438" y="109834"/>
                    <a:pt x="72180" y="109061"/>
                  </a:cubicBezTo>
                  <a:cubicBezTo>
                    <a:pt x="69914" y="108270"/>
                    <a:pt x="67266" y="107700"/>
                    <a:pt x="64237" y="107332"/>
                  </a:cubicBezTo>
                  <a:cubicBezTo>
                    <a:pt x="61208" y="106965"/>
                    <a:pt x="57988" y="106780"/>
                    <a:pt x="54598" y="106780"/>
                  </a:cubicBezTo>
                  <a:lnTo>
                    <a:pt x="44082" y="106780"/>
                  </a:lnTo>
                  <a:cubicBezTo>
                    <a:pt x="40472" y="106780"/>
                    <a:pt x="36976" y="106394"/>
                    <a:pt x="33623" y="105585"/>
                  </a:cubicBezTo>
                  <a:cubicBezTo>
                    <a:pt x="30556" y="107259"/>
                    <a:pt x="28089" y="109227"/>
                    <a:pt x="26223" y="111489"/>
                  </a:cubicBezTo>
                  <a:cubicBezTo>
                    <a:pt x="24365" y="113770"/>
                    <a:pt x="23432" y="116383"/>
                    <a:pt x="23432" y="119344"/>
                  </a:cubicBezTo>
                  <a:cubicBezTo>
                    <a:pt x="23432" y="121294"/>
                    <a:pt x="23927" y="123115"/>
                    <a:pt x="24918" y="124826"/>
                  </a:cubicBezTo>
                  <a:cubicBezTo>
                    <a:pt x="25899" y="126517"/>
                    <a:pt x="27470" y="127971"/>
                    <a:pt x="29623" y="129203"/>
                  </a:cubicBezTo>
                  <a:cubicBezTo>
                    <a:pt x="31776" y="130436"/>
                    <a:pt x="34566" y="131392"/>
                    <a:pt x="38005" y="132073"/>
                  </a:cubicBezTo>
                  <a:cubicBezTo>
                    <a:pt x="41434" y="132754"/>
                    <a:pt x="45634" y="133103"/>
                    <a:pt x="50597" y="133103"/>
                  </a:cubicBezTo>
                  <a:cubicBezTo>
                    <a:pt x="55636" y="133103"/>
                    <a:pt x="59979" y="132716"/>
                    <a:pt x="63637" y="131944"/>
                  </a:cubicBezTo>
                  <a:cubicBezTo>
                    <a:pt x="67285" y="131172"/>
                    <a:pt x="70295" y="130105"/>
                    <a:pt x="72666" y="128744"/>
                  </a:cubicBezTo>
                  <a:cubicBezTo>
                    <a:pt x="75038" y="127364"/>
                    <a:pt x="76781" y="125745"/>
                    <a:pt x="77877" y="123869"/>
                  </a:cubicBezTo>
                  <a:cubicBezTo>
                    <a:pt x="78972" y="121993"/>
                    <a:pt x="79515" y="119951"/>
                    <a:pt x="79515" y="117725"/>
                  </a:cubicBezTo>
                  <a:close/>
                  <a:moveTo>
                    <a:pt x="49835" y="54798"/>
                  </a:moveTo>
                  <a:cubicBezTo>
                    <a:pt x="53197" y="54798"/>
                    <a:pt x="56112" y="54356"/>
                    <a:pt x="58598" y="53437"/>
                  </a:cubicBezTo>
                  <a:cubicBezTo>
                    <a:pt x="61084" y="52535"/>
                    <a:pt x="63141" y="51303"/>
                    <a:pt x="64780" y="49702"/>
                  </a:cubicBezTo>
                  <a:cubicBezTo>
                    <a:pt x="66427" y="48120"/>
                    <a:pt x="67666" y="46207"/>
                    <a:pt x="68514" y="43963"/>
                  </a:cubicBezTo>
                  <a:cubicBezTo>
                    <a:pt x="69352" y="41738"/>
                    <a:pt x="69771" y="39273"/>
                    <a:pt x="69771" y="36606"/>
                  </a:cubicBezTo>
                  <a:cubicBezTo>
                    <a:pt x="69771" y="31124"/>
                    <a:pt x="68104" y="26764"/>
                    <a:pt x="64780" y="23545"/>
                  </a:cubicBezTo>
                  <a:cubicBezTo>
                    <a:pt x="61465" y="20345"/>
                    <a:pt x="56474" y="18726"/>
                    <a:pt x="49835" y="18726"/>
                  </a:cubicBezTo>
                  <a:cubicBezTo>
                    <a:pt x="43187" y="18726"/>
                    <a:pt x="38205" y="20345"/>
                    <a:pt x="34881" y="23545"/>
                  </a:cubicBezTo>
                  <a:cubicBezTo>
                    <a:pt x="31557" y="26764"/>
                    <a:pt x="29899" y="31124"/>
                    <a:pt x="29899" y="36606"/>
                  </a:cubicBezTo>
                  <a:cubicBezTo>
                    <a:pt x="29899" y="39200"/>
                    <a:pt x="30318" y="41627"/>
                    <a:pt x="31157" y="43853"/>
                  </a:cubicBezTo>
                  <a:cubicBezTo>
                    <a:pt x="31995" y="46097"/>
                    <a:pt x="33242" y="48029"/>
                    <a:pt x="34881" y="49647"/>
                  </a:cubicBezTo>
                  <a:cubicBezTo>
                    <a:pt x="36529" y="51285"/>
                    <a:pt x="38605" y="52535"/>
                    <a:pt x="41129" y="53437"/>
                  </a:cubicBezTo>
                  <a:cubicBezTo>
                    <a:pt x="43653" y="54356"/>
                    <a:pt x="46549" y="54798"/>
                    <a:pt x="49835" y="5479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22" name="Google Shape;2822;p90"/>
            <p:cNvSpPr/>
            <p:nvPr/>
          </p:nvSpPr>
          <p:spPr>
            <a:xfrm>
              <a:off x="7665739" y="3445977"/>
              <a:ext cx="111185" cy="114487"/>
            </a:xfrm>
            <a:custGeom>
              <a:avLst/>
              <a:gdLst/>
              <a:ahLst/>
              <a:cxnLst/>
              <a:rect l="l" t="t" r="r" b="b"/>
              <a:pathLst>
                <a:path w="111185" h="114487" extrusionOk="0">
                  <a:moveTo>
                    <a:pt x="55750" y="0"/>
                  </a:moveTo>
                  <a:cubicBezTo>
                    <a:pt x="64151" y="0"/>
                    <a:pt x="71761" y="1343"/>
                    <a:pt x="78600" y="4010"/>
                  </a:cubicBezTo>
                  <a:cubicBezTo>
                    <a:pt x="85430" y="6696"/>
                    <a:pt x="91249" y="10485"/>
                    <a:pt x="96069" y="15397"/>
                  </a:cubicBezTo>
                  <a:cubicBezTo>
                    <a:pt x="100889" y="20308"/>
                    <a:pt x="104604" y="26287"/>
                    <a:pt x="107242" y="33368"/>
                  </a:cubicBezTo>
                  <a:cubicBezTo>
                    <a:pt x="109871" y="40450"/>
                    <a:pt x="111185" y="48359"/>
                    <a:pt x="111185" y="57079"/>
                  </a:cubicBezTo>
                  <a:cubicBezTo>
                    <a:pt x="111185" y="65889"/>
                    <a:pt x="109871" y="73836"/>
                    <a:pt x="107242" y="80917"/>
                  </a:cubicBezTo>
                  <a:cubicBezTo>
                    <a:pt x="104604" y="88000"/>
                    <a:pt x="100889" y="94015"/>
                    <a:pt x="96069" y="99000"/>
                  </a:cubicBezTo>
                  <a:cubicBezTo>
                    <a:pt x="91249" y="103985"/>
                    <a:pt x="85430" y="107810"/>
                    <a:pt x="78600" y="110478"/>
                  </a:cubicBezTo>
                  <a:cubicBezTo>
                    <a:pt x="71761" y="113145"/>
                    <a:pt x="64151" y="114488"/>
                    <a:pt x="55750" y="114488"/>
                  </a:cubicBezTo>
                  <a:cubicBezTo>
                    <a:pt x="47358" y="114488"/>
                    <a:pt x="39729" y="113145"/>
                    <a:pt x="32861" y="110478"/>
                  </a:cubicBezTo>
                  <a:cubicBezTo>
                    <a:pt x="25994" y="107810"/>
                    <a:pt x="20136" y="103985"/>
                    <a:pt x="15278" y="99000"/>
                  </a:cubicBezTo>
                  <a:cubicBezTo>
                    <a:pt x="10430" y="94015"/>
                    <a:pt x="6668" y="88000"/>
                    <a:pt x="4000" y="80917"/>
                  </a:cubicBezTo>
                  <a:cubicBezTo>
                    <a:pt x="1333" y="73836"/>
                    <a:pt x="0" y="65889"/>
                    <a:pt x="0" y="57079"/>
                  </a:cubicBezTo>
                  <a:cubicBezTo>
                    <a:pt x="0" y="48359"/>
                    <a:pt x="1333" y="40450"/>
                    <a:pt x="4000" y="33368"/>
                  </a:cubicBezTo>
                  <a:cubicBezTo>
                    <a:pt x="6668" y="26287"/>
                    <a:pt x="10430" y="20308"/>
                    <a:pt x="15278" y="15397"/>
                  </a:cubicBezTo>
                  <a:cubicBezTo>
                    <a:pt x="20136" y="10485"/>
                    <a:pt x="25994" y="6696"/>
                    <a:pt x="32861" y="4010"/>
                  </a:cubicBezTo>
                  <a:cubicBezTo>
                    <a:pt x="39729" y="1343"/>
                    <a:pt x="47358" y="0"/>
                    <a:pt x="55750" y="0"/>
                  </a:cubicBezTo>
                  <a:close/>
                  <a:moveTo>
                    <a:pt x="55750" y="93904"/>
                  </a:moveTo>
                  <a:cubicBezTo>
                    <a:pt x="65103" y="93904"/>
                    <a:pt x="72019" y="90814"/>
                    <a:pt x="76514" y="84597"/>
                  </a:cubicBezTo>
                  <a:cubicBezTo>
                    <a:pt x="81010" y="78379"/>
                    <a:pt x="83248" y="69293"/>
                    <a:pt x="83248" y="57299"/>
                  </a:cubicBezTo>
                  <a:cubicBezTo>
                    <a:pt x="83248" y="45324"/>
                    <a:pt x="81010" y="36182"/>
                    <a:pt x="76514" y="29910"/>
                  </a:cubicBezTo>
                  <a:cubicBezTo>
                    <a:pt x="72019" y="23618"/>
                    <a:pt x="65103" y="20474"/>
                    <a:pt x="55750" y="20474"/>
                  </a:cubicBezTo>
                  <a:cubicBezTo>
                    <a:pt x="46263" y="20474"/>
                    <a:pt x="39253" y="23637"/>
                    <a:pt x="34719" y="29946"/>
                  </a:cubicBezTo>
                  <a:cubicBezTo>
                    <a:pt x="30194" y="36274"/>
                    <a:pt x="27937" y="45397"/>
                    <a:pt x="27937" y="57299"/>
                  </a:cubicBezTo>
                  <a:cubicBezTo>
                    <a:pt x="27937" y="69218"/>
                    <a:pt x="30194" y="78306"/>
                    <a:pt x="34719" y="84541"/>
                  </a:cubicBezTo>
                  <a:cubicBezTo>
                    <a:pt x="39253" y="90796"/>
                    <a:pt x="46263" y="93904"/>
                    <a:pt x="55750" y="93904"/>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23" name="Google Shape;2823;p90"/>
            <p:cNvSpPr/>
            <p:nvPr/>
          </p:nvSpPr>
          <p:spPr>
            <a:xfrm>
              <a:off x="7781525" y="3447725"/>
              <a:ext cx="113804" cy="111120"/>
            </a:xfrm>
            <a:custGeom>
              <a:avLst/>
              <a:gdLst/>
              <a:ahLst/>
              <a:cxnLst/>
              <a:rect l="l" t="t" r="r" b="b"/>
              <a:pathLst>
                <a:path w="113804" h="111120" extrusionOk="0">
                  <a:moveTo>
                    <a:pt x="69228" y="111121"/>
                  </a:moveTo>
                  <a:lnTo>
                    <a:pt x="44691" y="111121"/>
                  </a:lnTo>
                  <a:lnTo>
                    <a:pt x="0" y="0"/>
                  </a:lnTo>
                  <a:lnTo>
                    <a:pt x="22460" y="0"/>
                  </a:lnTo>
                  <a:cubicBezTo>
                    <a:pt x="24432" y="0"/>
                    <a:pt x="26080" y="460"/>
                    <a:pt x="27441" y="1398"/>
                  </a:cubicBezTo>
                  <a:cubicBezTo>
                    <a:pt x="28794" y="2336"/>
                    <a:pt x="29718" y="3532"/>
                    <a:pt x="30232" y="4985"/>
                  </a:cubicBezTo>
                  <a:lnTo>
                    <a:pt x="51921" y="64326"/>
                  </a:lnTo>
                  <a:cubicBezTo>
                    <a:pt x="53159" y="67802"/>
                    <a:pt x="54207" y="71187"/>
                    <a:pt x="55035" y="74516"/>
                  </a:cubicBezTo>
                  <a:cubicBezTo>
                    <a:pt x="55874" y="77827"/>
                    <a:pt x="56626" y="81157"/>
                    <a:pt x="57293" y="84467"/>
                  </a:cubicBezTo>
                  <a:cubicBezTo>
                    <a:pt x="57940" y="81157"/>
                    <a:pt x="58693" y="77827"/>
                    <a:pt x="59531" y="74516"/>
                  </a:cubicBezTo>
                  <a:cubicBezTo>
                    <a:pt x="60369" y="71187"/>
                    <a:pt x="61446" y="67802"/>
                    <a:pt x="62770" y="64326"/>
                  </a:cubicBezTo>
                  <a:lnTo>
                    <a:pt x="85001" y="4985"/>
                  </a:lnTo>
                  <a:cubicBezTo>
                    <a:pt x="85515" y="3532"/>
                    <a:pt x="86420" y="2336"/>
                    <a:pt x="87735" y="1398"/>
                  </a:cubicBezTo>
                  <a:cubicBezTo>
                    <a:pt x="89059" y="460"/>
                    <a:pt x="90621" y="0"/>
                    <a:pt x="92450" y="0"/>
                  </a:cubicBezTo>
                  <a:lnTo>
                    <a:pt x="113805" y="0"/>
                  </a:lnTo>
                  <a:lnTo>
                    <a:pt x="69228" y="111121"/>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24" name="Google Shape;2824;p90"/>
            <p:cNvSpPr/>
            <p:nvPr/>
          </p:nvSpPr>
          <p:spPr>
            <a:xfrm>
              <a:off x="7900149" y="3445977"/>
              <a:ext cx="102641" cy="114487"/>
            </a:xfrm>
            <a:custGeom>
              <a:avLst/>
              <a:gdLst/>
              <a:ahLst/>
              <a:cxnLst/>
              <a:rect l="l" t="t" r="r" b="b"/>
              <a:pathLst>
                <a:path w="102641" h="114487" extrusionOk="0">
                  <a:moveTo>
                    <a:pt x="53997" y="0"/>
                  </a:moveTo>
                  <a:cubicBezTo>
                    <a:pt x="61084" y="0"/>
                    <a:pt x="67609" y="1123"/>
                    <a:pt x="73552" y="3367"/>
                  </a:cubicBezTo>
                  <a:cubicBezTo>
                    <a:pt x="79505" y="5610"/>
                    <a:pt x="84639" y="8866"/>
                    <a:pt x="88945" y="13171"/>
                  </a:cubicBezTo>
                  <a:cubicBezTo>
                    <a:pt x="93250" y="17456"/>
                    <a:pt x="96612" y="22736"/>
                    <a:pt x="99022" y="28972"/>
                  </a:cubicBezTo>
                  <a:cubicBezTo>
                    <a:pt x="101432" y="35226"/>
                    <a:pt x="102641" y="42363"/>
                    <a:pt x="102641" y="50365"/>
                  </a:cubicBezTo>
                  <a:cubicBezTo>
                    <a:pt x="102641" y="52388"/>
                    <a:pt x="102546" y="54080"/>
                    <a:pt x="102365" y="55404"/>
                  </a:cubicBezTo>
                  <a:cubicBezTo>
                    <a:pt x="102184" y="56747"/>
                    <a:pt x="101860" y="57796"/>
                    <a:pt x="101384" y="58550"/>
                  </a:cubicBezTo>
                  <a:cubicBezTo>
                    <a:pt x="100898" y="59304"/>
                    <a:pt x="100270" y="59856"/>
                    <a:pt x="99460" y="60169"/>
                  </a:cubicBezTo>
                  <a:cubicBezTo>
                    <a:pt x="98660" y="60500"/>
                    <a:pt x="97631" y="60665"/>
                    <a:pt x="96393" y="60665"/>
                  </a:cubicBezTo>
                  <a:lnTo>
                    <a:pt x="26946" y="60665"/>
                  </a:lnTo>
                  <a:cubicBezTo>
                    <a:pt x="27747" y="72070"/>
                    <a:pt x="30861" y="80439"/>
                    <a:pt x="36262" y="85792"/>
                  </a:cubicBezTo>
                  <a:cubicBezTo>
                    <a:pt x="41663" y="91126"/>
                    <a:pt x="48816" y="93794"/>
                    <a:pt x="57731" y="93794"/>
                  </a:cubicBezTo>
                  <a:cubicBezTo>
                    <a:pt x="62113" y="93794"/>
                    <a:pt x="65885" y="93297"/>
                    <a:pt x="69066" y="92286"/>
                  </a:cubicBezTo>
                  <a:cubicBezTo>
                    <a:pt x="72238" y="91273"/>
                    <a:pt x="75009" y="90152"/>
                    <a:pt x="77391" y="88938"/>
                  </a:cubicBezTo>
                  <a:cubicBezTo>
                    <a:pt x="79763" y="87705"/>
                    <a:pt x="81839" y="86583"/>
                    <a:pt x="83639" y="85572"/>
                  </a:cubicBezTo>
                  <a:cubicBezTo>
                    <a:pt x="85420" y="84559"/>
                    <a:pt x="87163" y="84063"/>
                    <a:pt x="88830" y="84063"/>
                  </a:cubicBezTo>
                  <a:cubicBezTo>
                    <a:pt x="89935" y="84063"/>
                    <a:pt x="90878" y="84265"/>
                    <a:pt x="91678" y="84707"/>
                  </a:cubicBezTo>
                  <a:cubicBezTo>
                    <a:pt x="92488" y="85130"/>
                    <a:pt x="93174" y="85755"/>
                    <a:pt x="93764" y="86546"/>
                  </a:cubicBezTo>
                  <a:lnTo>
                    <a:pt x="101651" y="96295"/>
                  </a:lnTo>
                  <a:cubicBezTo>
                    <a:pt x="98660" y="99753"/>
                    <a:pt x="95298" y="102660"/>
                    <a:pt x="91583" y="105014"/>
                  </a:cubicBezTo>
                  <a:cubicBezTo>
                    <a:pt x="87849" y="107351"/>
                    <a:pt x="83963" y="109245"/>
                    <a:pt x="79905" y="110643"/>
                  </a:cubicBezTo>
                  <a:cubicBezTo>
                    <a:pt x="75857" y="112060"/>
                    <a:pt x="71733" y="113052"/>
                    <a:pt x="67533" y="113623"/>
                  </a:cubicBezTo>
                  <a:cubicBezTo>
                    <a:pt x="63332" y="114193"/>
                    <a:pt x="59265" y="114488"/>
                    <a:pt x="55321" y="114488"/>
                  </a:cubicBezTo>
                  <a:cubicBezTo>
                    <a:pt x="47511" y="114488"/>
                    <a:pt x="40243" y="113200"/>
                    <a:pt x="33519" y="110643"/>
                  </a:cubicBezTo>
                  <a:cubicBezTo>
                    <a:pt x="26804" y="108086"/>
                    <a:pt x="20955" y="104297"/>
                    <a:pt x="15993" y="99275"/>
                  </a:cubicBezTo>
                  <a:cubicBezTo>
                    <a:pt x="11021" y="94253"/>
                    <a:pt x="7115" y="88036"/>
                    <a:pt x="4277" y="80641"/>
                  </a:cubicBezTo>
                  <a:cubicBezTo>
                    <a:pt x="1429" y="73247"/>
                    <a:pt x="0" y="64675"/>
                    <a:pt x="0" y="54927"/>
                  </a:cubicBezTo>
                  <a:cubicBezTo>
                    <a:pt x="0" y="47348"/>
                    <a:pt x="1238" y="40211"/>
                    <a:pt x="3724" y="33534"/>
                  </a:cubicBezTo>
                  <a:cubicBezTo>
                    <a:pt x="6210" y="26856"/>
                    <a:pt x="9773" y="21044"/>
                    <a:pt x="14402" y="16095"/>
                  </a:cubicBezTo>
                  <a:cubicBezTo>
                    <a:pt x="19041" y="11147"/>
                    <a:pt x="24698" y="7229"/>
                    <a:pt x="31385" y="4342"/>
                  </a:cubicBezTo>
                  <a:cubicBezTo>
                    <a:pt x="38062" y="1453"/>
                    <a:pt x="45606" y="0"/>
                    <a:pt x="53997" y="0"/>
                  </a:cubicBezTo>
                  <a:close/>
                  <a:moveTo>
                    <a:pt x="54550" y="19185"/>
                  </a:moveTo>
                  <a:cubicBezTo>
                    <a:pt x="46663" y="19185"/>
                    <a:pt x="40491" y="21375"/>
                    <a:pt x="36033" y="25789"/>
                  </a:cubicBezTo>
                  <a:cubicBezTo>
                    <a:pt x="31585" y="30186"/>
                    <a:pt x="28737" y="36440"/>
                    <a:pt x="27499" y="44515"/>
                  </a:cubicBezTo>
                  <a:lnTo>
                    <a:pt x="78324" y="44515"/>
                  </a:lnTo>
                  <a:cubicBezTo>
                    <a:pt x="78324" y="41057"/>
                    <a:pt x="77848" y="37783"/>
                    <a:pt x="76905" y="34729"/>
                  </a:cubicBezTo>
                  <a:cubicBezTo>
                    <a:pt x="75952" y="31658"/>
                    <a:pt x="74495" y="28972"/>
                    <a:pt x="72523" y="26654"/>
                  </a:cubicBezTo>
                  <a:cubicBezTo>
                    <a:pt x="70552" y="24336"/>
                    <a:pt x="68066" y="22516"/>
                    <a:pt x="65066" y="21190"/>
                  </a:cubicBezTo>
                  <a:cubicBezTo>
                    <a:pt x="62074" y="19848"/>
                    <a:pt x="58569" y="19185"/>
                    <a:pt x="54550" y="19185"/>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25" name="Google Shape;2825;p90"/>
            <p:cNvSpPr/>
            <p:nvPr/>
          </p:nvSpPr>
          <p:spPr>
            <a:xfrm>
              <a:off x="8024793" y="3445665"/>
              <a:ext cx="71647" cy="113181"/>
            </a:xfrm>
            <a:custGeom>
              <a:avLst/>
              <a:gdLst/>
              <a:ahLst/>
              <a:cxnLst/>
              <a:rect l="l" t="t" r="r" b="b"/>
              <a:pathLst>
                <a:path w="71647" h="113181" extrusionOk="0">
                  <a:moveTo>
                    <a:pt x="0" y="113182"/>
                  </a:moveTo>
                  <a:lnTo>
                    <a:pt x="0" y="2061"/>
                  </a:lnTo>
                  <a:lnTo>
                    <a:pt x="15888" y="2061"/>
                  </a:lnTo>
                  <a:cubicBezTo>
                    <a:pt x="18660" y="2061"/>
                    <a:pt x="20593" y="2557"/>
                    <a:pt x="21698" y="3568"/>
                  </a:cubicBezTo>
                  <a:cubicBezTo>
                    <a:pt x="22793" y="4581"/>
                    <a:pt x="23517" y="6310"/>
                    <a:pt x="23889" y="8775"/>
                  </a:cubicBezTo>
                  <a:lnTo>
                    <a:pt x="25527" y="22203"/>
                  </a:lnTo>
                  <a:cubicBezTo>
                    <a:pt x="29547" y="15341"/>
                    <a:pt x="34252" y="9933"/>
                    <a:pt x="39653" y="5960"/>
                  </a:cubicBezTo>
                  <a:cubicBezTo>
                    <a:pt x="45063" y="1987"/>
                    <a:pt x="51121" y="0"/>
                    <a:pt x="57836" y="0"/>
                  </a:cubicBezTo>
                  <a:cubicBezTo>
                    <a:pt x="63389" y="0"/>
                    <a:pt x="67989" y="1270"/>
                    <a:pt x="71647" y="3790"/>
                  </a:cubicBezTo>
                  <a:lnTo>
                    <a:pt x="68142" y="23821"/>
                  </a:lnTo>
                  <a:cubicBezTo>
                    <a:pt x="67923" y="25127"/>
                    <a:pt x="67437" y="26047"/>
                    <a:pt x="66713" y="26580"/>
                  </a:cubicBezTo>
                  <a:cubicBezTo>
                    <a:pt x="65980" y="27132"/>
                    <a:pt x="64989" y="27389"/>
                    <a:pt x="63760" y="27389"/>
                  </a:cubicBezTo>
                  <a:cubicBezTo>
                    <a:pt x="62655" y="27389"/>
                    <a:pt x="61160" y="27150"/>
                    <a:pt x="59265" y="26636"/>
                  </a:cubicBezTo>
                  <a:cubicBezTo>
                    <a:pt x="57369" y="26139"/>
                    <a:pt x="54845" y="25882"/>
                    <a:pt x="51711" y="25882"/>
                  </a:cubicBezTo>
                  <a:cubicBezTo>
                    <a:pt x="46082" y="25882"/>
                    <a:pt x="41262" y="27408"/>
                    <a:pt x="37243" y="30480"/>
                  </a:cubicBezTo>
                  <a:cubicBezTo>
                    <a:pt x="33223" y="33552"/>
                    <a:pt x="29832" y="38058"/>
                    <a:pt x="27061" y="43963"/>
                  </a:cubicBezTo>
                  <a:lnTo>
                    <a:pt x="27061" y="113182"/>
                  </a:lnTo>
                  <a:lnTo>
                    <a:pt x="0" y="113182"/>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26" name="Google Shape;2826;p90"/>
            <p:cNvSpPr/>
            <p:nvPr/>
          </p:nvSpPr>
          <p:spPr>
            <a:xfrm>
              <a:off x="8114290" y="3445977"/>
              <a:ext cx="97926" cy="112868"/>
            </a:xfrm>
            <a:custGeom>
              <a:avLst/>
              <a:gdLst/>
              <a:ahLst/>
              <a:cxnLst/>
              <a:rect l="l" t="t" r="r" b="b"/>
              <a:pathLst>
                <a:path w="97926" h="112868" extrusionOk="0">
                  <a:moveTo>
                    <a:pt x="0" y="112869"/>
                  </a:moveTo>
                  <a:lnTo>
                    <a:pt x="0" y="1748"/>
                  </a:lnTo>
                  <a:lnTo>
                    <a:pt x="16545" y="1748"/>
                  </a:lnTo>
                  <a:cubicBezTo>
                    <a:pt x="20040" y="1748"/>
                    <a:pt x="22345" y="3367"/>
                    <a:pt x="23441" y="6623"/>
                  </a:cubicBezTo>
                  <a:lnTo>
                    <a:pt x="25308" y="15397"/>
                  </a:lnTo>
                  <a:cubicBezTo>
                    <a:pt x="27565" y="13079"/>
                    <a:pt x="29956" y="10982"/>
                    <a:pt x="32480" y="9105"/>
                  </a:cubicBezTo>
                  <a:cubicBezTo>
                    <a:pt x="35004" y="7229"/>
                    <a:pt x="37662" y="5610"/>
                    <a:pt x="40481" y="4231"/>
                  </a:cubicBezTo>
                  <a:cubicBezTo>
                    <a:pt x="43291" y="2870"/>
                    <a:pt x="46301" y="1821"/>
                    <a:pt x="49511" y="1086"/>
                  </a:cubicBezTo>
                  <a:cubicBezTo>
                    <a:pt x="52730" y="368"/>
                    <a:pt x="56226" y="0"/>
                    <a:pt x="60027" y="0"/>
                  </a:cubicBezTo>
                  <a:cubicBezTo>
                    <a:pt x="66161" y="0"/>
                    <a:pt x="71599" y="1030"/>
                    <a:pt x="76343" y="3091"/>
                  </a:cubicBezTo>
                  <a:cubicBezTo>
                    <a:pt x="81096" y="5151"/>
                    <a:pt x="85049" y="8038"/>
                    <a:pt x="88230" y="11755"/>
                  </a:cubicBezTo>
                  <a:cubicBezTo>
                    <a:pt x="91411" y="15489"/>
                    <a:pt x="93821" y="19922"/>
                    <a:pt x="95459" y="25090"/>
                  </a:cubicBezTo>
                  <a:cubicBezTo>
                    <a:pt x="97107" y="30241"/>
                    <a:pt x="97926" y="35925"/>
                    <a:pt x="97926" y="42142"/>
                  </a:cubicBezTo>
                  <a:lnTo>
                    <a:pt x="97926" y="112869"/>
                  </a:lnTo>
                  <a:lnTo>
                    <a:pt x="70875" y="112869"/>
                  </a:lnTo>
                  <a:lnTo>
                    <a:pt x="70875" y="42142"/>
                  </a:lnTo>
                  <a:cubicBezTo>
                    <a:pt x="70875" y="35354"/>
                    <a:pt x="69285" y="30093"/>
                    <a:pt x="66104" y="26378"/>
                  </a:cubicBezTo>
                  <a:cubicBezTo>
                    <a:pt x="62932" y="22662"/>
                    <a:pt x="58160" y="20804"/>
                    <a:pt x="51806" y="20804"/>
                  </a:cubicBezTo>
                  <a:cubicBezTo>
                    <a:pt x="47139" y="20804"/>
                    <a:pt x="42758" y="21853"/>
                    <a:pt x="38662" y="23950"/>
                  </a:cubicBezTo>
                  <a:cubicBezTo>
                    <a:pt x="34585" y="26047"/>
                    <a:pt x="30709" y="28898"/>
                    <a:pt x="27060" y="32503"/>
                  </a:cubicBezTo>
                  <a:lnTo>
                    <a:pt x="27060" y="112869"/>
                  </a:lnTo>
                  <a:lnTo>
                    <a:pt x="0" y="112869"/>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27" name="Google Shape;2827;p90"/>
            <p:cNvSpPr/>
            <p:nvPr/>
          </p:nvSpPr>
          <p:spPr>
            <a:xfrm>
              <a:off x="8233248" y="3445665"/>
              <a:ext cx="93649" cy="114910"/>
            </a:xfrm>
            <a:custGeom>
              <a:avLst/>
              <a:gdLst/>
              <a:ahLst/>
              <a:cxnLst/>
              <a:rect l="l" t="t" r="r" b="b"/>
              <a:pathLst>
                <a:path w="93649" h="114910" extrusionOk="0">
                  <a:moveTo>
                    <a:pt x="93650" y="113182"/>
                  </a:moveTo>
                  <a:lnTo>
                    <a:pt x="81496" y="113182"/>
                  </a:lnTo>
                  <a:cubicBezTo>
                    <a:pt x="78934" y="113182"/>
                    <a:pt x="76924" y="112795"/>
                    <a:pt x="75476" y="112041"/>
                  </a:cubicBezTo>
                  <a:cubicBezTo>
                    <a:pt x="74000" y="111287"/>
                    <a:pt x="72914" y="109742"/>
                    <a:pt x="72180" y="107442"/>
                  </a:cubicBezTo>
                  <a:lnTo>
                    <a:pt x="69771" y="99533"/>
                  </a:lnTo>
                  <a:cubicBezTo>
                    <a:pt x="66923" y="102053"/>
                    <a:pt x="64132" y="104279"/>
                    <a:pt x="61389" y="106191"/>
                  </a:cubicBezTo>
                  <a:cubicBezTo>
                    <a:pt x="58655" y="108104"/>
                    <a:pt x="55826" y="109705"/>
                    <a:pt x="52911" y="111011"/>
                  </a:cubicBezTo>
                  <a:cubicBezTo>
                    <a:pt x="49987" y="112317"/>
                    <a:pt x="46882" y="113292"/>
                    <a:pt x="43596" y="113936"/>
                  </a:cubicBezTo>
                  <a:cubicBezTo>
                    <a:pt x="40300" y="114579"/>
                    <a:pt x="36662" y="114911"/>
                    <a:pt x="32642" y="114911"/>
                  </a:cubicBezTo>
                  <a:cubicBezTo>
                    <a:pt x="27899" y="114911"/>
                    <a:pt x="23517" y="114266"/>
                    <a:pt x="19498" y="113016"/>
                  </a:cubicBezTo>
                  <a:cubicBezTo>
                    <a:pt x="15478" y="111747"/>
                    <a:pt x="12030" y="109833"/>
                    <a:pt x="9144" y="107314"/>
                  </a:cubicBezTo>
                  <a:cubicBezTo>
                    <a:pt x="6258" y="104775"/>
                    <a:pt x="4020" y="101612"/>
                    <a:pt x="2410" y="97859"/>
                  </a:cubicBezTo>
                  <a:cubicBezTo>
                    <a:pt x="800" y="94088"/>
                    <a:pt x="0" y="89692"/>
                    <a:pt x="0" y="84707"/>
                  </a:cubicBezTo>
                  <a:cubicBezTo>
                    <a:pt x="0" y="80494"/>
                    <a:pt x="1105" y="76356"/>
                    <a:pt x="3343" y="72254"/>
                  </a:cubicBezTo>
                  <a:cubicBezTo>
                    <a:pt x="5563" y="68170"/>
                    <a:pt x="9277" y="64473"/>
                    <a:pt x="14459" y="61180"/>
                  </a:cubicBezTo>
                  <a:cubicBezTo>
                    <a:pt x="19641" y="57870"/>
                    <a:pt x="26546" y="55147"/>
                    <a:pt x="35157" y="52976"/>
                  </a:cubicBezTo>
                  <a:cubicBezTo>
                    <a:pt x="43777" y="50806"/>
                    <a:pt x="54473" y="49702"/>
                    <a:pt x="67256" y="49702"/>
                  </a:cubicBezTo>
                  <a:lnTo>
                    <a:pt x="67256" y="43154"/>
                  </a:lnTo>
                  <a:cubicBezTo>
                    <a:pt x="67256" y="35667"/>
                    <a:pt x="65665" y="30112"/>
                    <a:pt x="62494" y="26525"/>
                  </a:cubicBezTo>
                  <a:cubicBezTo>
                    <a:pt x="59322" y="22920"/>
                    <a:pt x="54693" y="21117"/>
                    <a:pt x="48625" y="21117"/>
                  </a:cubicBezTo>
                  <a:cubicBezTo>
                    <a:pt x="44244" y="21117"/>
                    <a:pt x="40605" y="21614"/>
                    <a:pt x="37681" y="22626"/>
                  </a:cubicBezTo>
                  <a:cubicBezTo>
                    <a:pt x="34757" y="23637"/>
                    <a:pt x="32223" y="24778"/>
                    <a:pt x="30061" y="26047"/>
                  </a:cubicBezTo>
                  <a:cubicBezTo>
                    <a:pt x="27918" y="27316"/>
                    <a:pt x="25927" y="28439"/>
                    <a:pt x="24098" y="29450"/>
                  </a:cubicBezTo>
                  <a:cubicBezTo>
                    <a:pt x="22270" y="30461"/>
                    <a:pt x="20260" y="30977"/>
                    <a:pt x="18069" y="30977"/>
                  </a:cubicBezTo>
                  <a:cubicBezTo>
                    <a:pt x="16250" y="30977"/>
                    <a:pt x="14678" y="30498"/>
                    <a:pt x="13364" y="29560"/>
                  </a:cubicBezTo>
                  <a:cubicBezTo>
                    <a:pt x="12049" y="28622"/>
                    <a:pt x="10982" y="27463"/>
                    <a:pt x="10182" y="26102"/>
                  </a:cubicBezTo>
                  <a:lnTo>
                    <a:pt x="5258" y="17549"/>
                  </a:lnTo>
                  <a:cubicBezTo>
                    <a:pt x="18183" y="5849"/>
                    <a:pt x="33776" y="0"/>
                    <a:pt x="52026" y="0"/>
                  </a:cubicBezTo>
                  <a:cubicBezTo>
                    <a:pt x="58598" y="0"/>
                    <a:pt x="64465" y="1067"/>
                    <a:pt x="69618" y="3182"/>
                  </a:cubicBezTo>
                  <a:cubicBezTo>
                    <a:pt x="74762" y="5316"/>
                    <a:pt x="79124" y="8277"/>
                    <a:pt x="82706" y="12067"/>
                  </a:cubicBezTo>
                  <a:cubicBezTo>
                    <a:pt x="86278" y="15856"/>
                    <a:pt x="89002" y="20399"/>
                    <a:pt x="90859" y="25660"/>
                  </a:cubicBezTo>
                  <a:cubicBezTo>
                    <a:pt x="92716" y="30940"/>
                    <a:pt x="93650" y="36716"/>
                    <a:pt x="93650" y="42988"/>
                  </a:cubicBezTo>
                  <a:lnTo>
                    <a:pt x="93650" y="113182"/>
                  </a:lnTo>
                  <a:close/>
                  <a:moveTo>
                    <a:pt x="41072" y="96498"/>
                  </a:moveTo>
                  <a:cubicBezTo>
                    <a:pt x="43844" y="96498"/>
                    <a:pt x="46406" y="96240"/>
                    <a:pt x="48739" y="95743"/>
                  </a:cubicBezTo>
                  <a:cubicBezTo>
                    <a:pt x="51073" y="95247"/>
                    <a:pt x="53292" y="94511"/>
                    <a:pt x="55369" y="93518"/>
                  </a:cubicBezTo>
                  <a:cubicBezTo>
                    <a:pt x="57445" y="92525"/>
                    <a:pt x="59455" y="91292"/>
                    <a:pt x="61389" y="89839"/>
                  </a:cubicBezTo>
                  <a:cubicBezTo>
                    <a:pt x="63322" y="88386"/>
                    <a:pt x="65275" y="86657"/>
                    <a:pt x="67256" y="84670"/>
                  </a:cubicBezTo>
                  <a:lnTo>
                    <a:pt x="67256" y="66055"/>
                  </a:lnTo>
                  <a:cubicBezTo>
                    <a:pt x="59360" y="66055"/>
                    <a:pt x="52778" y="66551"/>
                    <a:pt x="47482" y="67545"/>
                  </a:cubicBezTo>
                  <a:cubicBezTo>
                    <a:pt x="42186" y="68520"/>
                    <a:pt x="37929" y="69770"/>
                    <a:pt x="34719" y="71297"/>
                  </a:cubicBezTo>
                  <a:cubicBezTo>
                    <a:pt x="31509" y="72824"/>
                    <a:pt x="29223" y="74608"/>
                    <a:pt x="27880" y="76650"/>
                  </a:cubicBezTo>
                  <a:cubicBezTo>
                    <a:pt x="26518" y="78673"/>
                    <a:pt x="25851" y="80899"/>
                    <a:pt x="25851" y="83291"/>
                  </a:cubicBezTo>
                  <a:cubicBezTo>
                    <a:pt x="25851" y="88018"/>
                    <a:pt x="27251" y="91402"/>
                    <a:pt x="30061" y="93444"/>
                  </a:cubicBezTo>
                  <a:cubicBezTo>
                    <a:pt x="32871" y="95486"/>
                    <a:pt x="36547" y="96498"/>
                    <a:pt x="41072" y="9649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28" name="Google Shape;2828;p90"/>
            <p:cNvSpPr/>
            <p:nvPr/>
          </p:nvSpPr>
          <p:spPr>
            <a:xfrm>
              <a:off x="8353510" y="3445977"/>
              <a:ext cx="97926" cy="112868"/>
            </a:xfrm>
            <a:custGeom>
              <a:avLst/>
              <a:gdLst/>
              <a:ahLst/>
              <a:cxnLst/>
              <a:rect l="l" t="t" r="r" b="b"/>
              <a:pathLst>
                <a:path w="97926" h="112868" extrusionOk="0">
                  <a:moveTo>
                    <a:pt x="0" y="112869"/>
                  </a:moveTo>
                  <a:lnTo>
                    <a:pt x="0" y="1748"/>
                  </a:lnTo>
                  <a:lnTo>
                    <a:pt x="16545" y="1748"/>
                  </a:lnTo>
                  <a:cubicBezTo>
                    <a:pt x="20041" y="1748"/>
                    <a:pt x="22355" y="3367"/>
                    <a:pt x="23441" y="6623"/>
                  </a:cubicBezTo>
                  <a:lnTo>
                    <a:pt x="25308" y="15397"/>
                  </a:lnTo>
                  <a:cubicBezTo>
                    <a:pt x="27565" y="13079"/>
                    <a:pt x="29956" y="10982"/>
                    <a:pt x="32480" y="9105"/>
                  </a:cubicBezTo>
                  <a:cubicBezTo>
                    <a:pt x="35005" y="7229"/>
                    <a:pt x="37662" y="5610"/>
                    <a:pt x="40481" y="4231"/>
                  </a:cubicBezTo>
                  <a:cubicBezTo>
                    <a:pt x="43291" y="2870"/>
                    <a:pt x="46301" y="1821"/>
                    <a:pt x="49511" y="1086"/>
                  </a:cubicBezTo>
                  <a:cubicBezTo>
                    <a:pt x="52730" y="368"/>
                    <a:pt x="56226" y="0"/>
                    <a:pt x="60036" y="0"/>
                  </a:cubicBezTo>
                  <a:cubicBezTo>
                    <a:pt x="66161" y="0"/>
                    <a:pt x="71599" y="1030"/>
                    <a:pt x="76353" y="3091"/>
                  </a:cubicBezTo>
                  <a:cubicBezTo>
                    <a:pt x="81105" y="5151"/>
                    <a:pt x="85058" y="8038"/>
                    <a:pt x="88240" y="11755"/>
                  </a:cubicBezTo>
                  <a:cubicBezTo>
                    <a:pt x="91421" y="15489"/>
                    <a:pt x="93821" y="19922"/>
                    <a:pt x="95460" y="25090"/>
                  </a:cubicBezTo>
                  <a:cubicBezTo>
                    <a:pt x="97107" y="30241"/>
                    <a:pt x="97926" y="35925"/>
                    <a:pt x="97926" y="42142"/>
                  </a:cubicBezTo>
                  <a:lnTo>
                    <a:pt x="97926" y="112869"/>
                  </a:lnTo>
                  <a:lnTo>
                    <a:pt x="70876" y="112869"/>
                  </a:lnTo>
                  <a:lnTo>
                    <a:pt x="70876" y="42142"/>
                  </a:lnTo>
                  <a:cubicBezTo>
                    <a:pt x="70876" y="35354"/>
                    <a:pt x="69285" y="30093"/>
                    <a:pt x="66103" y="26378"/>
                  </a:cubicBezTo>
                  <a:cubicBezTo>
                    <a:pt x="62932" y="22662"/>
                    <a:pt x="58160" y="20804"/>
                    <a:pt x="51806" y="20804"/>
                  </a:cubicBezTo>
                  <a:cubicBezTo>
                    <a:pt x="47139" y="20804"/>
                    <a:pt x="42758" y="21853"/>
                    <a:pt x="38662" y="23950"/>
                  </a:cubicBezTo>
                  <a:cubicBezTo>
                    <a:pt x="34585" y="26047"/>
                    <a:pt x="30718" y="28898"/>
                    <a:pt x="27061" y="32503"/>
                  </a:cubicBezTo>
                  <a:lnTo>
                    <a:pt x="27061" y="112869"/>
                  </a:lnTo>
                  <a:lnTo>
                    <a:pt x="0" y="112869"/>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29" name="Google Shape;2829;p90"/>
            <p:cNvSpPr/>
            <p:nvPr/>
          </p:nvSpPr>
          <p:spPr>
            <a:xfrm>
              <a:off x="8470496" y="3445977"/>
              <a:ext cx="94754" cy="114487"/>
            </a:xfrm>
            <a:custGeom>
              <a:avLst/>
              <a:gdLst/>
              <a:ahLst/>
              <a:cxnLst/>
              <a:rect l="l" t="t" r="r" b="b"/>
              <a:pathLst>
                <a:path w="94754" h="114487" extrusionOk="0">
                  <a:moveTo>
                    <a:pt x="86544" y="25237"/>
                  </a:moveTo>
                  <a:cubicBezTo>
                    <a:pt x="85734" y="26249"/>
                    <a:pt x="84954" y="27059"/>
                    <a:pt x="84191" y="27629"/>
                  </a:cubicBezTo>
                  <a:cubicBezTo>
                    <a:pt x="83410" y="28199"/>
                    <a:pt x="82305" y="28493"/>
                    <a:pt x="80848" y="28493"/>
                  </a:cubicBezTo>
                  <a:cubicBezTo>
                    <a:pt x="79448" y="28493"/>
                    <a:pt x="78105" y="28070"/>
                    <a:pt x="76791" y="27242"/>
                  </a:cubicBezTo>
                  <a:cubicBezTo>
                    <a:pt x="75476" y="26415"/>
                    <a:pt x="73904" y="25477"/>
                    <a:pt x="72075" y="24428"/>
                  </a:cubicBezTo>
                  <a:cubicBezTo>
                    <a:pt x="70256" y="23380"/>
                    <a:pt x="68085" y="22441"/>
                    <a:pt x="65561" y="21614"/>
                  </a:cubicBezTo>
                  <a:cubicBezTo>
                    <a:pt x="63046" y="20786"/>
                    <a:pt x="59921" y="20363"/>
                    <a:pt x="56197" y="20363"/>
                  </a:cubicBezTo>
                  <a:cubicBezTo>
                    <a:pt x="51454" y="20363"/>
                    <a:pt x="47282" y="21227"/>
                    <a:pt x="43710" y="22920"/>
                  </a:cubicBezTo>
                  <a:cubicBezTo>
                    <a:pt x="40138" y="24612"/>
                    <a:pt x="37157" y="27059"/>
                    <a:pt x="34785" y="30222"/>
                  </a:cubicBezTo>
                  <a:cubicBezTo>
                    <a:pt x="32413" y="33405"/>
                    <a:pt x="30632" y="37249"/>
                    <a:pt x="29470" y="41756"/>
                  </a:cubicBezTo>
                  <a:cubicBezTo>
                    <a:pt x="28299" y="46281"/>
                    <a:pt x="27708" y="51376"/>
                    <a:pt x="27708" y="57079"/>
                  </a:cubicBezTo>
                  <a:cubicBezTo>
                    <a:pt x="27708" y="63002"/>
                    <a:pt x="28356" y="68280"/>
                    <a:pt x="29632" y="72898"/>
                  </a:cubicBezTo>
                  <a:cubicBezTo>
                    <a:pt x="30918" y="77515"/>
                    <a:pt x="32756" y="81396"/>
                    <a:pt x="35166" y="84541"/>
                  </a:cubicBezTo>
                  <a:cubicBezTo>
                    <a:pt x="37576" y="87687"/>
                    <a:pt x="40500" y="90059"/>
                    <a:pt x="43929" y="91697"/>
                  </a:cubicBezTo>
                  <a:cubicBezTo>
                    <a:pt x="47358" y="93315"/>
                    <a:pt x="51235" y="94125"/>
                    <a:pt x="55540" y="94125"/>
                  </a:cubicBezTo>
                  <a:cubicBezTo>
                    <a:pt x="59845" y="94125"/>
                    <a:pt x="63332" y="93610"/>
                    <a:pt x="65998" y="92562"/>
                  </a:cubicBezTo>
                  <a:cubicBezTo>
                    <a:pt x="68666" y="91513"/>
                    <a:pt x="70914" y="90354"/>
                    <a:pt x="72733" y="89085"/>
                  </a:cubicBezTo>
                  <a:cubicBezTo>
                    <a:pt x="74562" y="87834"/>
                    <a:pt x="76152" y="86676"/>
                    <a:pt x="77495" y="85626"/>
                  </a:cubicBezTo>
                  <a:cubicBezTo>
                    <a:pt x="78857" y="84578"/>
                    <a:pt x="80363" y="84063"/>
                    <a:pt x="82048" y="84063"/>
                  </a:cubicBezTo>
                  <a:cubicBezTo>
                    <a:pt x="84239" y="84063"/>
                    <a:pt x="85877" y="84891"/>
                    <a:pt x="86973" y="86546"/>
                  </a:cubicBezTo>
                  <a:lnTo>
                    <a:pt x="94755" y="96295"/>
                  </a:lnTo>
                  <a:cubicBezTo>
                    <a:pt x="91754" y="99753"/>
                    <a:pt x="88516" y="102660"/>
                    <a:pt x="85001" y="105014"/>
                  </a:cubicBezTo>
                  <a:cubicBezTo>
                    <a:pt x="81496" y="107351"/>
                    <a:pt x="77867" y="109245"/>
                    <a:pt x="74104" y="110643"/>
                  </a:cubicBezTo>
                  <a:cubicBezTo>
                    <a:pt x="70342" y="112060"/>
                    <a:pt x="66456" y="113052"/>
                    <a:pt x="62436" y="113623"/>
                  </a:cubicBezTo>
                  <a:cubicBezTo>
                    <a:pt x="58417" y="114193"/>
                    <a:pt x="54445" y="114488"/>
                    <a:pt x="50502" y="114488"/>
                  </a:cubicBezTo>
                  <a:cubicBezTo>
                    <a:pt x="43567" y="114488"/>
                    <a:pt x="37023" y="113200"/>
                    <a:pt x="30899" y="110643"/>
                  </a:cubicBezTo>
                  <a:cubicBezTo>
                    <a:pt x="24755" y="108086"/>
                    <a:pt x="19402" y="104352"/>
                    <a:pt x="14849" y="99441"/>
                  </a:cubicBezTo>
                  <a:cubicBezTo>
                    <a:pt x="10277" y="94529"/>
                    <a:pt x="6658" y="88515"/>
                    <a:pt x="4000" y="81396"/>
                  </a:cubicBezTo>
                  <a:cubicBezTo>
                    <a:pt x="1334" y="74296"/>
                    <a:pt x="0" y="66184"/>
                    <a:pt x="0" y="57079"/>
                  </a:cubicBezTo>
                  <a:cubicBezTo>
                    <a:pt x="0" y="48929"/>
                    <a:pt x="1181" y="41369"/>
                    <a:pt x="3562" y="34398"/>
                  </a:cubicBezTo>
                  <a:cubicBezTo>
                    <a:pt x="5934" y="27426"/>
                    <a:pt x="9420" y="21393"/>
                    <a:pt x="14021" y="16317"/>
                  </a:cubicBezTo>
                  <a:cubicBezTo>
                    <a:pt x="18621" y="11221"/>
                    <a:pt x="24317" y="7229"/>
                    <a:pt x="31109" y="4342"/>
                  </a:cubicBezTo>
                  <a:cubicBezTo>
                    <a:pt x="37900" y="1453"/>
                    <a:pt x="45711" y="0"/>
                    <a:pt x="54550" y="0"/>
                  </a:cubicBezTo>
                  <a:cubicBezTo>
                    <a:pt x="62951" y="0"/>
                    <a:pt x="70304" y="1343"/>
                    <a:pt x="76628" y="4010"/>
                  </a:cubicBezTo>
                  <a:cubicBezTo>
                    <a:pt x="82944" y="6696"/>
                    <a:pt x="88620" y="10522"/>
                    <a:pt x="93659" y="15489"/>
                  </a:cubicBezTo>
                  <a:lnTo>
                    <a:pt x="86544" y="25237"/>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30" name="Google Shape;2830;p90"/>
            <p:cNvSpPr/>
            <p:nvPr/>
          </p:nvSpPr>
          <p:spPr>
            <a:xfrm>
              <a:off x="8574995" y="3445977"/>
              <a:ext cx="102641" cy="114487"/>
            </a:xfrm>
            <a:custGeom>
              <a:avLst/>
              <a:gdLst/>
              <a:ahLst/>
              <a:cxnLst/>
              <a:rect l="l" t="t" r="r" b="b"/>
              <a:pathLst>
                <a:path w="102641" h="114487" extrusionOk="0">
                  <a:moveTo>
                    <a:pt x="53997" y="0"/>
                  </a:moveTo>
                  <a:cubicBezTo>
                    <a:pt x="61083" y="0"/>
                    <a:pt x="67608" y="1123"/>
                    <a:pt x="73552" y="3367"/>
                  </a:cubicBezTo>
                  <a:cubicBezTo>
                    <a:pt x="79505" y="5610"/>
                    <a:pt x="84639" y="8866"/>
                    <a:pt x="88944" y="13171"/>
                  </a:cubicBezTo>
                  <a:cubicBezTo>
                    <a:pt x="93250" y="17456"/>
                    <a:pt x="96612" y="22736"/>
                    <a:pt x="99022" y="28972"/>
                  </a:cubicBezTo>
                  <a:cubicBezTo>
                    <a:pt x="101432" y="35226"/>
                    <a:pt x="102641" y="42363"/>
                    <a:pt x="102641" y="50365"/>
                  </a:cubicBezTo>
                  <a:cubicBezTo>
                    <a:pt x="102641" y="52388"/>
                    <a:pt x="102546" y="54080"/>
                    <a:pt x="102365" y="55404"/>
                  </a:cubicBezTo>
                  <a:cubicBezTo>
                    <a:pt x="102184" y="56747"/>
                    <a:pt x="101860" y="57796"/>
                    <a:pt x="101384" y="58550"/>
                  </a:cubicBezTo>
                  <a:cubicBezTo>
                    <a:pt x="100898" y="59304"/>
                    <a:pt x="100269" y="59856"/>
                    <a:pt x="99460" y="60169"/>
                  </a:cubicBezTo>
                  <a:cubicBezTo>
                    <a:pt x="98660" y="60500"/>
                    <a:pt x="97631" y="60665"/>
                    <a:pt x="96393" y="60665"/>
                  </a:cubicBezTo>
                  <a:lnTo>
                    <a:pt x="26946" y="60665"/>
                  </a:lnTo>
                  <a:cubicBezTo>
                    <a:pt x="27746" y="72070"/>
                    <a:pt x="30861" y="80439"/>
                    <a:pt x="36261" y="85792"/>
                  </a:cubicBezTo>
                  <a:cubicBezTo>
                    <a:pt x="41662" y="91126"/>
                    <a:pt x="48816" y="93794"/>
                    <a:pt x="57731" y="93794"/>
                  </a:cubicBezTo>
                  <a:cubicBezTo>
                    <a:pt x="62112" y="93794"/>
                    <a:pt x="65884" y="93297"/>
                    <a:pt x="69066" y="92286"/>
                  </a:cubicBezTo>
                  <a:cubicBezTo>
                    <a:pt x="72237" y="91273"/>
                    <a:pt x="75009" y="90152"/>
                    <a:pt x="77391" y="88938"/>
                  </a:cubicBezTo>
                  <a:cubicBezTo>
                    <a:pt x="79762" y="87705"/>
                    <a:pt x="81839" y="86583"/>
                    <a:pt x="83639" y="85572"/>
                  </a:cubicBezTo>
                  <a:cubicBezTo>
                    <a:pt x="85420" y="84559"/>
                    <a:pt x="87163" y="84063"/>
                    <a:pt x="88839" y="84063"/>
                  </a:cubicBezTo>
                  <a:cubicBezTo>
                    <a:pt x="89935" y="84063"/>
                    <a:pt x="90878" y="84265"/>
                    <a:pt x="91678" y="84707"/>
                  </a:cubicBezTo>
                  <a:cubicBezTo>
                    <a:pt x="92487" y="85130"/>
                    <a:pt x="93183" y="85755"/>
                    <a:pt x="93764" y="86546"/>
                  </a:cubicBezTo>
                  <a:lnTo>
                    <a:pt x="101651" y="96295"/>
                  </a:lnTo>
                  <a:cubicBezTo>
                    <a:pt x="98660" y="99753"/>
                    <a:pt x="95298" y="102660"/>
                    <a:pt x="91583" y="105014"/>
                  </a:cubicBezTo>
                  <a:cubicBezTo>
                    <a:pt x="87849" y="107351"/>
                    <a:pt x="83963" y="109245"/>
                    <a:pt x="79905" y="110643"/>
                  </a:cubicBezTo>
                  <a:cubicBezTo>
                    <a:pt x="75857" y="112060"/>
                    <a:pt x="71733" y="113052"/>
                    <a:pt x="67532" y="113623"/>
                  </a:cubicBezTo>
                  <a:cubicBezTo>
                    <a:pt x="63332" y="114193"/>
                    <a:pt x="59264" y="114488"/>
                    <a:pt x="55321" y="114488"/>
                  </a:cubicBezTo>
                  <a:cubicBezTo>
                    <a:pt x="47510" y="114488"/>
                    <a:pt x="40243" y="113200"/>
                    <a:pt x="33518" y="110643"/>
                  </a:cubicBezTo>
                  <a:cubicBezTo>
                    <a:pt x="26803" y="108086"/>
                    <a:pt x="20964" y="104297"/>
                    <a:pt x="15992" y="99275"/>
                  </a:cubicBezTo>
                  <a:cubicBezTo>
                    <a:pt x="11030" y="94253"/>
                    <a:pt x="7115" y="88036"/>
                    <a:pt x="4276" y="80641"/>
                  </a:cubicBezTo>
                  <a:cubicBezTo>
                    <a:pt x="1428" y="73247"/>
                    <a:pt x="0" y="64675"/>
                    <a:pt x="0" y="54927"/>
                  </a:cubicBezTo>
                  <a:cubicBezTo>
                    <a:pt x="0" y="47348"/>
                    <a:pt x="1238" y="40211"/>
                    <a:pt x="3724" y="33534"/>
                  </a:cubicBezTo>
                  <a:cubicBezTo>
                    <a:pt x="6210" y="26856"/>
                    <a:pt x="9773" y="21044"/>
                    <a:pt x="14401" y="16095"/>
                  </a:cubicBezTo>
                  <a:cubicBezTo>
                    <a:pt x="19040" y="11147"/>
                    <a:pt x="24698" y="7229"/>
                    <a:pt x="31385" y="4342"/>
                  </a:cubicBezTo>
                  <a:cubicBezTo>
                    <a:pt x="38062" y="1453"/>
                    <a:pt x="45605" y="0"/>
                    <a:pt x="53997" y="0"/>
                  </a:cubicBezTo>
                  <a:close/>
                  <a:moveTo>
                    <a:pt x="54550" y="19185"/>
                  </a:moveTo>
                  <a:cubicBezTo>
                    <a:pt x="46663" y="19185"/>
                    <a:pt x="40491" y="21375"/>
                    <a:pt x="36043" y="25789"/>
                  </a:cubicBezTo>
                  <a:cubicBezTo>
                    <a:pt x="31585" y="30186"/>
                    <a:pt x="28737" y="36440"/>
                    <a:pt x="27498" y="44515"/>
                  </a:cubicBezTo>
                  <a:lnTo>
                    <a:pt x="78324" y="44515"/>
                  </a:lnTo>
                  <a:cubicBezTo>
                    <a:pt x="78324" y="41057"/>
                    <a:pt x="77848" y="37783"/>
                    <a:pt x="76905" y="34729"/>
                  </a:cubicBezTo>
                  <a:cubicBezTo>
                    <a:pt x="75952" y="31658"/>
                    <a:pt x="74495" y="28972"/>
                    <a:pt x="72523" y="26654"/>
                  </a:cubicBezTo>
                  <a:cubicBezTo>
                    <a:pt x="70552" y="24336"/>
                    <a:pt x="68066" y="22516"/>
                    <a:pt x="65065" y="21190"/>
                  </a:cubicBezTo>
                  <a:cubicBezTo>
                    <a:pt x="62074" y="19848"/>
                    <a:pt x="58569" y="19185"/>
                    <a:pt x="54550" y="19185"/>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31" name="Google Shape;2831;p90"/>
            <p:cNvSpPr/>
            <p:nvPr/>
          </p:nvSpPr>
          <p:spPr>
            <a:xfrm>
              <a:off x="5466711" y="3652180"/>
              <a:ext cx="27060" cy="160951"/>
            </a:xfrm>
            <a:custGeom>
              <a:avLst/>
              <a:gdLst/>
              <a:ahLst/>
              <a:cxnLst/>
              <a:rect l="l" t="t" r="r" b="b"/>
              <a:pathLst>
                <a:path w="27060" h="160951" extrusionOk="0">
                  <a:moveTo>
                    <a:pt x="27061" y="0"/>
                  </a:moveTo>
                  <a:lnTo>
                    <a:pt x="27061" y="160951"/>
                  </a:lnTo>
                  <a:lnTo>
                    <a:pt x="0" y="160951"/>
                  </a:lnTo>
                  <a:lnTo>
                    <a:pt x="0" y="0"/>
                  </a:lnTo>
                  <a:lnTo>
                    <a:pt x="27061" y="0"/>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32" name="Google Shape;2832;p90"/>
            <p:cNvSpPr/>
            <p:nvPr/>
          </p:nvSpPr>
          <p:spPr>
            <a:xfrm>
              <a:off x="5518737" y="3699950"/>
              <a:ext cx="93649" cy="114910"/>
            </a:xfrm>
            <a:custGeom>
              <a:avLst/>
              <a:gdLst/>
              <a:ahLst/>
              <a:cxnLst/>
              <a:rect l="l" t="t" r="r" b="b"/>
              <a:pathLst>
                <a:path w="93649" h="114910" extrusionOk="0">
                  <a:moveTo>
                    <a:pt x="93650" y="113182"/>
                  </a:moveTo>
                  <a:lnTo>
                    <a:pt x="81486" y="113182"/>
                  </a:lnTo>
                  <a:cubicBezTo>
                    <a:pt x="78934" y="113182"/>
                    <a:pt x="76924" y="112795"/>
                    <a:pt x="75466" y="112041"/>
                  </a:cubicBezTo>
                  <a:cubicBezTo>
                    <a:pt x="74000" y="111287"/>
                    <a:pt x="72914" y="109742"/>
                    <a:pt x="72180" y="107442"/>
                  </a:cubicBezTo>
                  <a:lnTo>
                    <a:pt x="69771" y="99533"/>
                  </a:lnTo>
                  <a:cubicBezTo>
                    <a:pt x="66923" y="102053"/>
                    <a:pt x="64132" y="104279"/>
                    <a:pt x="61389" y="106191"/>
                  </a:cubicBezTo>
                  <a:cubicBezTo>
                    <a:pt x="58655" y="108104"/>
                    <a:pt x="55826" y="109705"/>
                    <a:pt x="52902" y="111011"/>
                  </a:cubicBezTo>
                  <a:cubicBezTo>
                    <a:pt x="49987" y="112317"/>
                    <a:pt x="46882" y="113292"/>
                    <a:pt x="43596" y="113936"/>
                  </a:cubicBezTo>
                  <a:cubicBezTo>
                    <a:pt x="40300" y="114579"/>
                    <a:pt x="36652" y="114911"/>
                    <a:pt x="32633" y="114911"/>
                  </a:cubicBezTo>
                  <a:cubicBezTo>
                    <a:pt x="27889" y="114911"/>
                    <a:pt x="23508" y="114266"/>
                    <a:pt x="19498" y="113016"/>
                  </a:cubicBezTo>
                  <a:cubicBezTo>
                    <a:pt x="15478" y="111747"/>
                    <a:pt x="12020" y="109833"/>
                    <a:pt x="9144" y="107314"/>
                  </a:cubicBezTo>
                  <a:cubicBezTo>
                    <a:pt x="6258" y="104775"/>
                    <a:pt x="4020" y="101612"/>
                    <a:pt x="2410" y="97859"/>
                  </a:cubicBezTo>
                  <a:cubicBezTo>
                    <a:pt x="800" y="94088"/>
                    <a:pt x="0" y="89692"/>
                    <a:pt x="0" y="84707"/>
                  </a:cubicBezTo>
                  <a:cubicBezTo>
                    <a:pt x="0" y="80494"/>
                    <a:pt x="1105" y="76356"/>
                    <a:pt x="3334" y="72254"/>
                  </a:cubicBezTo>
                  <a:cubicBezTo>
                    <a:pt x="5563" y="68170"/>
                    <a:pt x="9268" y="64473"/>
                    <a:pt x="14449" y="61180"/>
                  </a:cubicBezTo>
                  <a:cubicBezTo>
                    <a:pt x="19641" y="57870"/>
                    <a:pt x="26546" y="55147"/>
                    <a:pt x="35157" y="52976"/>
                  </a:cubicBezTo>
                  <a:cubicBezTo>
                    <a:pt x="43767" y="50806"/>
                    <a:pt x="54464" y="49702"/>
                    <a:pt x="67246" y="49702"/>
                  </a:cubicBezTo>
                  <a:lnTo>
                    <a:pt x="67246" y="43154"/>
                  </a:lnTo>
                  <a:cubicBezTo>
                    <a:pt x="67246" y="35667"/>
                    <a:pt x="65665" y="30112"/>
                    <a:pt x="62484" y="26525"/>
                  </a:cubicBezTo>
                  <a:cubicBezTo>
                    <a:pt x="59312" y="22920"/>
                    <a:pt x="54692" y="21117"/>
                    <a:pt x="48625" y="21117"/>
                  </a:cubicBezTo>
                  <a:cubicBezTo>
                    <a:pt x="44244" y="21117"/>
                    <a:pt x="40595" y="21614"/>
                    <a:pt x="37681" y="22626"/>
                  </a:cubicBezTo>
                  <a:cubicBezTo>
                    <a:pt x="34757" y="23637"/>
                    <a:pt x="32213" y="24778"/>
                    <a:pt x="30061" y="26047"/>
                  </a:cubicBezTo>
                  <a:cubicBezTo>
                    <a:pt x="27908" y="27316"/>
                    <a:pt x="25917" y="28439"/>
                    <a:pt x="24098" y="29450"/>
                  </a:cubicBezTo>
                  <a:cubicBezTo>
                    <a:pt x="22269" y="30461"/>
                    <a:pt x="20260" y="30977"/>
                    <a:pt x="18069" y="30977"/>
                  </a:cubicBezTo>
                  <a:cubicBezTo>
                    <a:pt x="16250" y="30977"/>
                    <a:pt x="14678" y="30498"/>
                    <a:pt x="13364" y="29560"/>
                  </a:cubicBezTo>
                  <a:cubicBezTo>
                    <a:pt x="12040" y="28622"/>
                    <a:pt x="10982" y="27463"/>
                    <a:pt x="10182" y="26102"/>
                  </a:cubicBezTo>
                  <a:lnTo>
                    <a:pt x="5248" y="17548"/>
                  </a:lnTo>
                  <a:cubicBezTo>
                    <a:pt x="18183" y="5850"/>
                    <a:pt x="33776" y="0"/>
                    <a:pt x="52025" y="0"/>
                  </a:cubicBezTo>
                  <a:cubicBezTo>
                    <a:pt x="58598" y="0"/>
                    <a:pt x="64456" y="1067"/>
                    <a:pt x="69609" y="3182"/>
                  </a:cubicBezTo>
                  <a:cubicBezTo>
                    <a:pt x="74752" y="5316"/>
                    <a:pt x="79115" y="8277"/>
                    <a:pt x="82696" y="12067"/>
                  </a:cubicBezTo>
                  <a:cubicBezTo>
                    <a:pt x="86268" y="15856"/>
                    <a:pt x="88992" y="20399"/>
                    <a:pt x="90859" y="25660"/>
                  </a:cubicBezTo>
                  <a:cubicBezTo>
                    <a:pt x="92716" y="30940"/>
                    <a:pt x="93650" y="36716"/>
                    <a:pt x="93650" y="42988"/>
                  </a:cubicBezTo>
                  <a:lnTo>
                    <a:pt x="93650" y="113182"/>
                  </a:lnTo>
                  <a:close/>
                  <a:moveTo>
                    <a:pt x="41072" y="96498"/>
                  </a:moveTo>
                  <a:cubicBezTo>
                    <a:pt x="43844" y="96498"/>
                    <a:pt x="46406" y="96240"/>
                    <a:pt x="48739" y="95743"/>
                  </a:cubicBezTo>
                  <a:cubicBezTo>
                    <a:pt x="51073" y="95247"/>
                    <a:pt x="53283" y="94511"/>
                    <a:pt x="55369" y="93518"/>
                  </a:cubicBezTo>
                  <a:cubicBezTo>
                    <a:pt x="57445" y="92525"/>
                    <a:pt x="59455" y="91292"/>
                    <a:pt x="61389" y="89839"/>
                  </a:cubicBezTo>
                  <a:cubicBezTo>
                    <a:pt x="63322" y="88386"/>
                    <a:pt x="65275" y="86657"/>
                    <a:pt x="67246" y="84670"/>
                  </a:cubicBezTo>
                  <a:lnTo>
                    <a:pt x="67246" y="66055"/>
                  </a:lnTo>
                  <a:cubicBezTo>
                    <a:pt x="59360" y="66055"/>
                    <a:pt x="52778" y="66551"/>
                    <a:pt x="47482" y="67545"/>
                  </a:cubicBezTo>
                  <a:cubicBezTo>
                    <a:pt x="42177" y="68520"/>
                    <a:pt x="37929" y="69770"/>
                    <a:pt x="34719" y="71297"/>
                  </a:cubicBezTo>
                  <a:cubicBezTo>
                    <a:pt x="31499" y="72824"/>
                    <a:pt x="29223" y="74608"/>
                    <a:pt x="27870" y="76650"/>
                  </a:cubicBezTo>
                  <a:cubicBezTo>
                    <a:pt x="26518" y="78673"/>
                    <a:pt x="25851" y="80899"/>
                    <a:pt x="25851" y="83291"/>
                  </a:cubicBezTo>
                  <a:cubicBezTo>
                    <a:pt x="25851" y="88018"/>
                    <a:pt x="27251" y="91402"/>
                    <a:pt x="30061" y="93444"/>
                  </a:cubicBezTo>
                  <a:cubicBezTo>
                    <a:pt x="32871" y="95486"/>
                    <a:pt x="36547" y="96498"/>
                    <a:pt x="41072" y="9649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33" name="Google Shape;2833;p90"/>
            <p:cNvSpPr/>
            <p:nvPr/>
          </p:nvSpPr>
          <p:spPr>
            <a:xfrm>
              <a:off x="5621359" y="3702011"/>
              <a:ext cx="114804" cy="147395"/>
            </a:xfrm>
            <a:custGeom>
              <a:avLst/>
              <a:gdLst/>
              <a:ahLst/>
              <a:cxnLst/>
              <a:rect l="l" t="t" r="r" b="b"/>
              <a:pathLst>
                <a:path w="114804" h="147395" extrusionOk="0">
                  <a:moveTo>
                    <a:pt x="53569" y="141656"/>
                  </a:moveTo>
                  <a:cubicBezTo>
                    <a:pt x="52759" y="143532"/>
                    <a:pt x="51730" y="144967"/>
                    <a:pt x="50444" y="145942"/>
                  </a:cubicBezTo>
                  <a:cubicBezTo>
                    <a:pt x="49168" y="146917"/>
                    <a:pt x="47215" y="147395"/>
                    <a:pt x="44587" y="147395"/>
                  </a:cubicBezTo>
                  <a:lnTo>
                    <a:pt x="24432" y="147395"/>
                  </a:lnTo>
                  <a:lnTo>
                    <a:pt x="45463" y="102880"/>
                  </a:lnTo>
                  <a:lnTo>
                    <a:pt x="0" y="0"/>
                  </a:lnTo>
                  <a:lnTo>
                    <a:pt x="23660" y="0"/>
                  </a:lnTo>
                  <a:cubicBezTo>
                    <a:pt x="25860" y="0"/>
                    <a:pt x="27537" y="496"/>
                    <a:pt x="28708" y="1508"/>
                  </a:cubicBezTo>
                  <a:cubicBezTo>
                    <a:pt x="29870" y="2520"/>
                    <a:pt x="30747" y="3679"/>
                    <a:pt x="31328" y="4985"/>
                  </a:cubicBezTo>
                  <a:lnTo>
                    <a:pt x="55321" y="62597"/>
                  </a:lnTo>
                  <a:cubicBezTo>
                    <a:pt x="56131" y="64473"/>
                    <a:pt x="56817" y="66422"/>
                    <a:pt x="57398" y="68446"/>
                  </a:cubicBezTo>
                  <a:cubicBezTo>
                    <a:pt x="57988" y="70469"/>
                    <a:pt x="58503" y="72492"/>
                    <a:pt x="58941" y="74516"/>
                  </a:cubicBezTo>
                  <a:cubicBezTo>
                    <a:pt x="59522" y="72419"/>
                    <a:pt x="60160" y="70396"/>
                    <a:pt x="60855" y="68446"/>
                  </a:cubicBezTo>
                  <a:cubicBezTo>
                    <a:pt x="61550" y="66496"/>
                    <a:pt x="62293" y="64509"/>
                    <a:pt x="63094" y="62486"/>
                  </a:cubicBezTo>
                  <a:lnTo>
                    <a:pt x="85658" y="4985"/>
                  </a:lnTo>
                  <a:cubicBezTo>
                    <a:pt x="86249" y="3532"/>
                    <a:pt x="87211" y="2336"/>
                    <a:pt x="88563" y="1398"/>
                  </a:cubicBezTo>
                  <a:cubicBezTo>
                    <a:pt x="89925" y="460"/>
                    <a:pt x="91430" y="0"/>
                    <a:pt x="93107" y="0"/>
                  </a:cubicBezTo>
                  <a:lnTo>
                    <a:pt x="114805" y="0"/>
                  </a:lnTo>
                  <a:lnTo>
                    <a:pt x="53569" y="141656"/>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34" name="Google Shape;2834;p90"/>
            <p:cNvSpPr/>
            <p:nvPr/>
          </p:nvSpPr>
          <p:spPr>
            <a:xfrm>
              <a:off x="5740765" y="3700263"/>
              <a:ext cx="102641" cy="114487"/>
            </a:xfrm>
            <a:custGeom>
              <a:avLst/>
              <a:gdLst/>
              <a:ahLst/>
              <a:cxnLst/>
              <a:rect l="l" t="t" r="r" b="b"/>
              <a:pathLst>
                <a:path w="102641" h="114487" extrusionOk="0">
                  <a:moveTo>
                    <a:pt x="53997" y="0"/>
                  </a:moveTo>
                  <a:cubicBezTo>
                    <a:pt x="61084" y="0"/>
                    <a:pt x="67608" y="1123"/>
                    <a:pt x="73552" y="3367"/>
                  </a:cubicBezTo>
                  <a:cubicBezTo>
                    <a:pt x="79505" y="5610"/>
                    <a:pt x="84639" y="8866"/>
                    <a:pt x="88944" y="13171"/>
                  </a:cubicBezTo>
                  <a:cubicBezTo>
                    <a:pt x="93250" y="17456"/>
                    <a:pt x="96612" y="22736"/>
                    <a:pt x="99022" y="28972"/>
                  </a:cubicBezTo>
                  <a:cubicBezTo>
                    <a:pt x="101432" y="35226"/>
                    <a:pt x="102641" y="42363"/>
                    <a:pt x="102641" y="50365"/>
                  </a:cubicBezTo>
                  <a:cubicBezTo>
                    <a:pt x="102641" y="52388"/>
                    <a:pt x="102546" y="54080"/>
                    <a:pt x="102365" y="55404"/>
                  </a:cubicBezTo>
                  <a:cubicBezTo>
                    <a:pt x="102184" y="56747"/>
                    <a:pt x="101860" y="57796"/>
                    <a:pt x="101384" y="58550"/>
                  </a:cubicBezTo>
                  <a:cubicBezTo>
                    <a:pt x="100898" y="59304"/>
                    <a:pt x="100270" y="59856"/>
                    <a:pt x="99460" y="60169"/>
                  </a:cubicBezTo>
                  <a:cubicBezTo>
                    <a:pt x="98660" y="60500"/>
                    <a:pt x="97631" y="60665"/>
                    <a:pt x="96393" y="60665"/>
                  </a:cubicBezTo>
                  <a:lnTo>
                    <a:pt x="26946" y="60665"/>
                  </a:lnTo>
                  <a:cubicBezTo>
                    <a:pt x="27746" y="72070"/>
                    <a:pt x="30851" y="80440"/>
                    <a:pt x="36262" y="85792"/>
                  </a:cubicBezTo>
                  <a:cubicBezTo>
                    <a:pt x="41662" y="91127"/>
                    <a:pt x="48816" y="93794"/>
                    <a:pt x="57731" y="93794"/>
                  </a:cubicBezTo>
                  <a:cubicBezTo>
                    <a:pt x="62112" y="93794"/>
                    <a:pt x="65884" y="93297"/>
                    <a:pt x="69066" y="92286"/>
                  </a:cubicBezTo>
                  <a:cubicBezTo>
                    <a:pt x="72238" y="91273"/>
                    <a:pt x="75009" y="90152"/>
                    <a:pt x="77391" y="88938"/>
                  </a:cubicBezTo>
                  <a:cubicBezTo>
                    <a:pt x="79762" y="87705"/>
                    <a:pt x="81839" y="86583"/>
                    <a:pt x="83629" y="85572"/>
                  </a:cubicBezTo>
                  <a:cubicBezTo>
                    <a:pt x="85420" y="84559"/>
                    <a:pt x="87163" y="84063"/>
                    <a:pt x="88830" y="84063"/>
                  </a:cubicBezTo>
                  <a:cubicBezTo>
                    <a:pt x="89935" y="84063"/>
                    <a:pt x="90878" y="84266"/>
                    <a:pt x="91678" y="84707"/>
                  </a:cubicBezTo>
                  <a:cubicBezTo>
                    <a:pt x="92488" y="85130"/>
                    <a:pt x="93174" y="85755"/>
                    <a:pt x="93764" y="86547"/>
                  </a:cubicBezTo>
                  <a:lnTo>
                    <a:pt x="101651" y="96295"/>
                  </a:lnTo>
                  <a:cubicBezTo>
                    <a:pt x="98660" y="99753"/>
                    <a:pt x="95298" y="102660"/>
                    <a:pt x="91573" y="105014"/>
                  </a:cubicBezTo>
                  <a:cubicBezTo>
                    <a:pt x="87849" y="107351"/>
                    <a:pt x="83963" y="109245"/>
                    <a:pt x="79905" y="110643"/>
                  </a:cubicBezTo>
                  <a:cubicBezTo>
                    <a:pt x="75857" y="112060"/>
                    <a:pt x="71723" y="113053"/>
                    <a:pt x="67532" y="113623"/>
                  </a:cubicBezTo>
                  <a:cubicBezTo>
                    <a:pt x="63332" y="114193"/>
                    <a:pt x="59265" y="114488"/>
                    <a:pt x="55321" y="114488"/>
                  </a:cubicBezTo>
                  <a:cubicBezTo>
                    <a:pt x="47511" y="114488"/>
                    <a:pt x="40243" y="113200"/>
                    <a:pt x="33518" y="110643"/>
                  </a:cubicBezTo>
                  <a:cubicBezTo>
                    <a:pt x="26803" y="108086"/>
                    <a:pt x="20955" y="104298"/>
                    <a:pt x="15992" y="99276"/>
                  </a:cubicBezTo>
                  <a:cubicBezTo>
                    <a:pt x="11020" y="94253"/>
                    <a:pt x="7115" y="88036"/>
                    <a:pt x="4267" y="80641"/>
                  </a:cubicBezTo>
                  <a:cubicBezTo>
                    <a:pt x="1429" y="73247"/>
                    <a:pt x="0" y="64675"/>
                    <a:pt x="0" y="54927"/>
                  </a:cubicBezTo>
                  <a:cubicBezTo>
                    <a:pt x="0" y="47348"/>
                    <a:pt x="1238" y="40211"/>
                    <a:pt x="3724" y="33534"/>
                  </a:cubicBezTo>
                  <a:cubicBezTo>
                    <a:pt x="6210" y="26856"/>
                    <a:pt x="9773" y="21044"/>
                    <a:pt x="14402" y="16095"/>
                  </a:cubicBezTo>
                  <a:cubicBezTo>
                    <a:pt x="19040" y="11147"/>
                    <a:pt x="24698" y="7229"/>
                    <a:pt x="31385" y="4342"/>
                  </a:cubicBezTo>
                  <a:cubicBezTo>
                    <a:pt x="38062" y="1453"/>
                    <a:pt x="45606" y="0"/>
                    <a:pt x="53997" y="0"/>
                  </a:cubicBezTo>
                  <a:close/>
                  <a:moveTo>
                    <a:pt x="54550" y="19185"/>
                  </a:moveTo>
                  <a:cubicBezTo>
                    <a:pt x="46663" y="19185"/>
                    <a:pt x="40491" y="21375"/>
                    <a:pt x="36033" y="25789"/>
                  </a:cubicBezTo>
                  <a:cubicBezTo>
                    <a:pt x="31585" y="30186"/>
                    <a:pt x="28737" y="36440"/>
                    <a:pt x="27499" y="44515"/>
                  </a:cubicBezTo>
                  <a:lnTo>
                    <a:pt x="78324" y="44515"/>
                  </a:lnTo>
                  <a:cubicBezTo>
                    <a:pt x="78324" y="41057"/>
                    <a:pt x="77848" y="37783"/>
                    <a:pt x="76895" y="34729"/>
                  </a:cubicBezTo>
                  <a:cubicBezTo>
                    <a:pt x="75952" y="31658"/>
                    <a:pt x="74495" y="28972"/>
                    <a:pt x="72514" y="26654"/>
                  </a:cubicBezTo>
                  <a:cubicBezTo>
                    <a:pt x="70542" y="24336"/>
                    <a:pt x="68066" y="22516"/>
                    <a:pt x="65065" y="21190"/>
                  </a:cubicBezTo>
                  <a:cubicBezTo>
                    <a:pt x="62074" y="19848"/>
                    <a:pt x="58569" y="19185"/>
                    <a:pt x="54550" y="19185"/>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35" name="Google Shape;2835;p90"/>
            <p:cNvSpPr/>
            <p:nvPr/>
          </p:nvSpPr>
          <p:spPr>
            <a:xfrm>
              <a:off x="5865409" y="3699950"/>
              <a:ext cx="71647" cy="113181"/>
            </a:xfrm>
            <a:custGeom>
              <a:avLst/>
              <a:gdLst/>
              <a:ahLst/>
              <a:cxnLst/>
              <a:rect l="l" t="t" r="r" b="b"/>
              <a:pathLst>
                <a:path w="71647" h="113181" extrusionOk="0">
                  <a:moveTo>
                    <a:pt x="0" y="113182"/>
                  </a:moveTo>
                  <a:lnTo>
                    <a:pt x="0" y="2061"/>
                  </a:lnTo>
                  <a:lnTo>
                    <a:pt x="15888" y="2061"/>
                  </a:lnTo>
                  <a:cubicBezTo>
                    <a:pt x="18659" y="2061"/>
                    <a:pt x="20593" y="2557"/>
                    <a:pt x="21688" y="3568"/>
                  </a:cubicBezTo>
                  <a:cubicBezTo>
                    <a:pt x="22793" y="4581"/>
                    <a:pt x="23517" y="6310"/>
                    <a:pt x="23889" y="8775"/>
                  </a:cubicBezTo>
                  <a:lnTo>
                    <a:pt x="25527" y="22203"/>
                  </a:lnTo>
                  <a:cubicBezTo>
                    <a:pt x="29547" y="15341"/>
                    <a:pt x="34252" y="9933"/>
                    <a:pt x="39653" y="5960"/>
                  </a:cubicBezTo>
                  <a:cubicBezTo>
                    <a:pt x="45063" y="1987"/>
                    <a:pt x="51121" y="0"/>
                    <a:pt x="57836" y="0"/>
                  </a:cubicBezTo>
                  <a:cubicBezTo>
                    <a:pt x="63389" y="0"/>
                    <a:pt x="67989" y="1270"/>
                    <a:pt x="71647" y="3790"/>
                  </a:cubicBezTo>
                  <a:lnTo>
                    <a:pt x="68132" y="23821"/>
                  </a:lnTo>
                  <a:cubicBezTo>
                    <a:pt x="67923" y="25127"/>
                    <a:pt x="67437" y="26047"/>
                    <a:pt x="66713" y="26580"/>
                  </a:cubicBezTo>
                  <a:cubicBezTo>
                    <a:pt x="65980" y="27132"/>
                    <a:pt x="64989" y="27389"/>
                    <a:pt x="63760" y="27389"/>
                  </a:cubicBezTo>
                  <a:cubicBezTo>
                    <a:pt x="62655" y="27389"/>
                    <a:pt x="61160" y="27150"/>
                    <a:pt x="59265" y="26636"/>
                  </a:cubicBezTo>
                  <a:cubicBezTo>
                    <a:pt x="57369" y="26139"/>
                    <a:pt x="54845" y="25882"/>
                    <a:pt x="51711" y="25882"/>
                  </a:cubicBezTo>
                  <a:cubicBezTo>
                    <a:pt x="46082" y="25882"/>
                    <a:pt x="41262" y="27408"/>
                    <a:pt x="37243" y="30480"/>
                  </a:cubicBezTo>
                  <a:cubicBezTo>
                    <a:pt x="33223" y="33552"/>
                    <a:pt x="29832" y="38058"/>
                    <a:pt x="27061" y="43963"/>
                  </a:cubicBezTo>
                  <a:lnTo>
                    <a:pt x="27061" y="113182"/>
                  </a:lnTo>
                  <a:lnTo>
                    <a:pt x="0" y="113182"/>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36" name="Google Shape;2836;p90"/>
            <p:cNvSpPr/>
            <p:nvPr/>
          </p:nvSpPr>
          <p:spPr>
            <a:xfrm>
              <a:off x="5985243" y="3653817"/>
              <a:ext cx="73170" cy="159314"/>
            </a:xfrm>
            <a:custGeom>
              <a:avLst/>
              <a:gdLst/>
              <a:ahLst/>
              <a:cxnLst/>
              <a:rect l="l" t="t" r="r" b="b"/>
              <a:pathLst>
                <a:path w="73170" h="159314" extrusionOk="0">
                  <a:moveTo>
                    <a:pt x="16764" y="159315"/>
                  </a:moveTo>
                  <a:lnTo>
                    <a:pt x="16764" y="68336"/>
                  </a:lnTo>
                  <a:lnTo>
                    <a:pt x="7020" y="66808"/>
                  </a:lnTo>
                  <a:cubicBezTo>
                    <a:pt x="4896" y="66459"/>
                    <a:pt x="3191" y="65742"/>
                    <a:pt x="1914" y="64656"/>
                  </a:cubicBezTo>
                  <a:cubicBezTo>
                    <a:pt x="638" y="63571"/>
                    <a:pt x="0" y="62045"/>
                    <a:pt x="0" y="60095"/>
                  </a:cubicBezTo>
                  <a:lnTo>
                    <a:pt x="0" y="49168"/>
                  </a:lnTo>
                  <a:lnTo>
                    <a:pt x="16764" y="49168"/>
                  </a:lnTo>
                  <a:lnTo>
                    <a:pt x="16764" y="40928"/>
                  </a:lnTo>
                  <a:cubicBezTo>
                    <a:pt x="16764" y="34582"/>
                    <a:pt x="17736" y="28879"/>
                    <a:pt x="19669" y="23821"/>
                  </a:cubicBezTo>
                  <a:cubicBezTo>
                    <a:pt x="21603" y="18762"/>
                    <a:pt x="24374" y="14476"/>
                    <a:pt x="27994" y="10926"/>
                  </a:cubicBezTo>
                  <a:cubicBezTo>
                    <a:pt x="31604" y="7394"/>
                    <a:pt x="36004" y="4690"/>
                    <a:pt x="41186" y="2814"/>
                  </a:cubicBezTo>
                  <a:cubicBezTo>
                    <a:pt x="46368" y="938"/>
                    <a:pt x="52216" y="0"/>
                    <a:pt x="58712" y="0"/>
                  </a:cubicBezTo>
                  <a:cubicBezTo>
                    <a:pt x="63893" y="0"/>
                    <a:pt x="68713" y="681"/>
                    <a:pt x="73171" y="2042"/>
                  </a:cubicBezTo>
                  <a:lnTo>
                    <a:pt x="72619" y="15470"/>
                  </a:lnTo>
                  <a:cubicBezTo>
                    <a:pt x="72485" y="17566"/>
                    <a:pt x="71494" y="18873"/>
                    <a:pt x="69666" y="19369"/>
                  </a:cubicBezTo>
                  <a:cubicBezTo>
                    <a:pt x="67837" y="19884"/>
                    <a:pt x="65722" y="20142"/>
                    <a:pt x="63313" y="20142"/>
                  </a:cubicBezTo>
                  <a:cubicBezTo>
                    <a:pt x="60103" y="20142"/>
                    <a:pt x="57236" y="20473"/>
                    <a:pt x="54711" y="21172"/>
                  </a:cubicBezTo>
                  <a:cubicBezTo>
                    <a:pt x="52197" y="21853"/>
                    <a:pt x="50054" y="23049"/>
                    <a:pt x="48311" y="24740"/>
                  </a:cubicBezTo>
                  <a:cubicBezTo>
                    <a:pt x="46558" y="26432"/>
                    <a:pt x="45215" y="28677"/>
                    <a:pt x="44310" y="31454"/>
                  </a:cubicBezTo>
                  <a:cubicBezTo>
                    <a:pt x="43396" y="34232"/>
                    <a:pt x="42939" y="37690"/>
                    <a:pt x="42939" y="41792"/>
                  </a:cubicBezTo>
                  <a:lnTo>
                    <a:pt x="42939" y="49168"/>
                  </a:lnTo>
                  <a:lnTo>
                    <a:pt x="72180" y="49168"/>
                  </a:lnTo>
                  <a:lnTo>
                    <a:pt x="72180" y="68225"/>
                  </a:lnTo>
                  <a:lnTo>
                    <a:pt x="43815" y="68225"/>
                  </a:lnTo>
                  <a:lnTo>
                    <a:pt x="43815" y="159315"/>
                  </a:lnTo>
                  <a:lnTo>
                    <a:pt x="16764" y="159315"/>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37" name="Google Shape;2837;p90"/>
            <p:cNvSpPr/>
            <p:nvPr/>
          </p:nvSpPr>
          <p:spPr>
            <a:xfrm>
              <a:off x="6066186" y="3700263"/>
              <a:ext cx="111185" cy="114487"/>
            </a:xfrm>
            <a:custGeom>
              <a:avLst/>
              <a:gdLst/>
              <a:ahLst/>
              <a:cxnLst/>
              <a:rect l="l" t="t" r="r" b="b"/>
              <a:pathLst>
                <a:path w="111185" h="114487" extrusionOk="0">
                  <a:moveTo>
                    <a:pt x="55759" y="0"/>
                  </a:moveTo>
                  <a:cubicBezTo>
                    <a:pt x="64160" y="0"/>
                    <a:pt x="71761" y="1343"/>
                    <a:pt x="78600" y="4010"/>
                  </a:cubicBezTo>
                  <a:cubicBezTo>
                    <a:pt x="85430" y="6696"/>
                    <a:pt x="91250" y="10485"/>
                    <a:pt x="96069" y="15397"/>
                  </a:cubicBezTo>
                  <a:cubicBezTo>
                    <a:pt x="100889" y="20308"/>
                    <a:pt x="104613" y="26287"/>
                    <a:pt x="107242" y="33368"/>
                  </a:cubicBezTo>
                  <a:cubicBezTo>
                    <a:pt x="109871" y="40450"/>
                    <a:pt x="111185" y="48359"/>
                    <a:pt x="111185" y="57079"/>
                  </a:cubicBezTo>
                  <a:cubicBezTo>
                    <a:pt x="111185" y="65889"/>
                    <a:pt x="109871" y="73836"/>
                    <a:pt x="107242" y="80917"/>
                  </a:cubicBezTo>
                  <a:cubicBezTo>
                    <a:pt x="104613" y="88000"/>
                    <a:pt x="100889" y="94015"/>
                    <a:pt x="96069" y="99000"/>
                  </a:cubicBezTo>
                  <a:cubicBezTo>
                    <a:pt x="91250" y="103985"/>
                    <a:pt x="85430" y="107810"/>
                    <a:pt x="78600" y="110478"/>
                  </a:cubicBezTo>
                  <a:cubicBezTo>
                    <a:pt x="71761" y="113145"/>
                    <a:pt x="64160" y="114488"/>
                    <a:pt x="55759" y="114488"/>
                  </a:cubicBezTo>
                  <a:cubicBezTo>
                    <a:pt x="47358" y="114488"/>
                    <a:pt x="39729" y="113145"/>
                    <a:pt x="32861" y="110478"/>
                  </a:cubicBezTo>
                  <a:cubicBezTo>
                    <a:pt x="26003" y="107810"/>
                    <a:pt x="20145" y="103985"/>
                    <a:pt x="15288" y="99000"/>
                  </a:cubicBezTo>
                  <a:cubicBezTo>
                    <a:pt x="10430" y="94015"/>
                    <a:pt x="6668" y="88000"/>
                    <a:pt x="4001" y="80917"/>
                  </a:cubicBezTo>
                  <a:cubicBezTo>
                    <a:pt x="1334" y="73836"/>
                    <a:pt x="0" y="65889"/>
                    <a:pt x="0" y="57079"/>
                  </a:cubicBezTo>
                  <a:cubicBezTo>
                    <a:pt x="0" y="48359"/>
                    <a:pt x="1334" y="40450"/>
                    <a:pt x="4001" y="33368"/>
                  </a:cubicBezTo>
                  <a:cubicBezTo>
                    <a:pt x="6668" y="26287"/>
                    <a:pt x="10430" y="20308"/>
                    <a:pt x="15288" y="15397"/>
                  </a:cubicBezTo>
                  <a:cubicBezTo>
                    <a:pt x="20145" y="10485"/>
                    <a:pt x="26003" y="6696"/>
                    <a:pt x="32861" y="4010"/>
                  </a:cubicBezTo>
                  <a:cubicBezTo>
                    <a:pt x="39729" y="1343"/>
                    <a:pt x="47358" y="0"/>
                    <a:pt x="55759" y="0"/>
                  </a:cubicBezTo>
                  <a:close/>
                  <a:moveTo>
                    <a:pt x="55759" y="93904"/>
                  </a:moveTo>
                  <a:cubicBezTo>
                    <a:pt x="65103" y="93904"/>
                    <a:pt x="72028" y="90814"/>
                    <a:pt x="76515" y="84597"/>
                  </a:cubicBezTo>
                  <a:cubicBezTo>
                    <a:pt x="81010" y="78379"/>
                    <a:pt x="83258" y="69293"/>
                    <a:pt x="83258" y="57299"/>
                  </a:cubicBezTo>
                  <a:cubicBezTo>
                    <a:pt x="83258" y="45324"/>
                    <a:pt x="81010" y="36182"/>
                    <a:pt x="76515" y="29910"/>
                  </a:cubicBezTo>
                  <a:cubicBezTo>
                    <a:pt x="72028" y="23618"/>
                    <a:pt x="65103" y="20474"/>
                    <a:pt x="55759" y="20474"/>
                  </a:cubicBezTo>
                  <a:cubicBezTo>
                    <a:pt x="46272" y="20474"/>
                    <a:pt x="39253" y="23637"/>
                    <a:pt x="34728" y="29946"/>
                  </a:cubicBezTo>
                  <a:cubicBezTo>
                    <a:pt x="30194" y="36274"/>
                    <a:pt x="27937" y="45398"/>
                    <a:pt x="27937" y="57299"/>
                  </a:cubicBezTo>
                  <a:cubicBezTo>
                    <a:pt x="27937" y="69218"/>
                    <a:pt x="30194" y="78306"/>
                    <a:pt x="34728" y="84541"/>
                  </a:cubicBezTo>
                  <a:cubicBezTo>
                    <a:pt x="39253" y="90796"/>
                    <a:pt x="46272" y="93904"/>
                    <a:pt x="55759" y="93904"/>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38" name="Google Shape;2838;p90"/>
            <p:cNvSpPr/>
            <p:nvPr/>
          </p:nvSpPr>
          <p:spPr>
            <a:xfrm>
              <a:off x="6198507" y="3699950"/>
              <a:ext cx="71637" cy="113181"/>
            </a:xfrm>
            <a:custGeom>
              <a:avLst/>
              <a:gdLst/>
              <a:ahLst/>
              <a:cxnLst/>
              <a:rect l="l" t="t" r="r" b="b"/>
              <a:pathLst>
                <a:path w="71637" h="113181" extrusionOk="0">
                  <a:moveTo>
                    <a:pt x="0" y="113182"/>
                  </a:moveTo>
                  <a:lnTo>
                    <a:pt x="0" y="2061"/>
                  </a:lnTo>
                  <a:lnTo>
                    <a:pt x="15888" y="2061"/>
                  </a:lnTo>
                  <a:cubicBezTo>
                    <a:pt x="18660" y="2061"/>
                    <a:pt x="20593" y="2557"/>
                    <a:pt x="21689" y="3568"/>
                  </a:cubicBezTo>
                  <a:cubicBezTo>
                    <a:pt x="22784" y="4581"/>
                    <a:pt x="23517" y="6310"/>
                    <a:pt x="23889" y="8775"/>
                  </a:cubicBezTo>
                  <a:lnTo>
                    <a:pt x="25527" y="22203"/>
                  </a:lnTo>
                  <a:cubicBezTo>
                    <a:pt x="29537" y="15341"/>
                    <a:pt x="34252" y="9933"/>
                    <a:pt x="39653" y="5960"/>
                  </a:cubicBezTo>
                  <a:cubicBezTo>
                    <a:pt x="45053" y="1987"/>
                    <a:pt x="51121" y="0"/>
                    <a:pt x="57836" y="0"/>
                  </a:cubicBezTo>
                  <a:cubicBezTo>
                    <a:pt x="63389" y="0"/>
                    <a:pt x="67989" y="1270"/>
                    <a:pt x="71637" y="3790"/>
                  </a:cubicBezTo>
                  <a:lnTo>
                    <a:pt x="68132" y="23821"/>
                  </a:lnTo>
                  <a:cubicBezTo>
                    <a:pt x="67923" y="25127"/>
                    <a:pt x="67437" y="26047"/>
                    <a:pt x="66713" y="26580"/>
                  </a:cubicBezTo>
                  <a:cubicBezTo>
                    <a:pt x="65980" y="27132"/>
                    <a:pt x="64989" y="27389"/>
                    <a:pt x="63751" y="27389"/>
                  </a:cubicBezTo>
                  <a:cubicBezTo>
                    <a:pt x="62655" y="27389"/>
                    <a:pt x="61160" y="27150"/>
                    <a:pt x="59265" y="26636"/>
                  </a:cubicBezTo>
                  <a:cubicBezTo>
                    <a:pt x="57360" y="26139"/>
                    <a:pt x="54845" y="25882"/>
                    <a:pt x="51711" y="25882"/>
                  </a:cubicBezTo>
                  <a:cubicBezTo>
                    <a:pt x="46082" y="25882"/>
                    <a:pt x="41262" y="27408"/>
                    <a:pt x="37243" y="30480"/>
                  </a:cubicBezTo>
                  <a:cubicBezTo>
                    <a:pt x="33223" y="33552"/>
                    <a:pt x="29832" y="38058"/>
                    <a:pt x="27061" y="43963"/>
                  </a:cubicBezTo>
                  <a:lnTo>
                    <a:pt x="27061" y="113182"/>
                  </a:lnTo>
                  <a:lnTo>
                    <a:pt x="0" y="113182"/>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39" name="Google Shape;2839;p90"/>
            <p:cNvSpPr/>
            <p:nvPr/>
          </p:nvSpPr>
          <p:spPr>
            <a:xfrm>
              <a:off x="6316484" y="3656521"/>
              <a:ext cx="154552" cy="156610"/>
            </a:xfrm>
            <a:custGeom>
              <a:avLst/>
              <a:gdLst/>
              <a:ahLst/>
              <a:cxnLst/>
              <a:rect l="l" t="t" r="r" b="b"/>
              <a:pathLst>
                <a:path w="154552" h="156610" extrusionOk="0">
                  <a:moveTo>
                    <a:pt x="154552" y="156611"/>
                  </a:moveTo>
                  <a:lnTo>
                    <a:pt x="131769" y="156611"/>
                  </a:lnTo>
                  <a:cubicBezTo>
                    <a:pt x="129207" y="156611"/>
                    <a:pt x="127111" y="155967"/>
                    <a:pt x="125463" y="154716"/>
                  </a:cubicBezTo>
                  <a:cubicBezTo>
                    <a:pt x="123825" y="153447"/>
                    <a:pt x="122644" y="151884"/>
                    <a:pt x="121901" y="150007"/>
                  </a:cubicBezTo>
                  <a:lnTo>
                    <a:pt x="110080" y="118056"/>
                  </a:lnTo>
                  <a:lnTo>
                    <a:pt x="44472" y="118056"/>
                  </a:lnTo>
                  <a:lnTo>
                    <a:pt x="32633" y="150007"/>
                  </a:lnTo>
                  <a:cubicBezTo>
                    <a:pt x="32052" y="151662"/>
                    <a:pt x="30899" y="153171"/>
                    <a:pt x="29185" y="154551"/>
                  </a:cubicBezTo>
                  <a:cubicBezTo>
                    <a:pt x="27461" y="155912"/>
                    <a:pt x="25375" y="156611"/>
                    <a:pt x="22888" y="156611"/>
                  </a:cubicBezTo>
                  <a:lnTo>
                    <a:pt x="0" y="156611"/>
                  </a:lnTo>
                  <a:lnTo>
                    <a:pt x="62208" y="0"/>
                  </a:lnTo>
                  <a:lnTo>
                    <a:pt x="92335" y="0"/>
                  </a:lnTo>
                  <a:lnTo>
                    <a:pt x="154552" y="156611"/>
                  </a:lnTo>
                  <a:close/>
                  <a:moveTo>
                    <a:pt x="52025" y="97472"/>
                  </a:moveTo>
                  <a:lnTo>
                    <a:pt x="102518" y="97472"/>
                  </a:lnTo>
                  <a:lnTo>
                    <a:pt x="83239" y="45380"/>
                  </a:lnTo>
                  <a:cubicBezTo>
                    <a:pt x="82363" y="43062"/>
                    <a:pt x="81401" y="40339"/>
                    <a:pt x="80334" y="37193"/>
                  </a:cubicBezTo>
                  <a:cubicBezTo>
                    <a:pt x="79277" y="34048"/>
                    <a:pt x="78238" y="30645"/>
                    <a:pt x="77219" y="26966"/>
                  </a:cubicBezTo>
                  <a:cubicBezTo>
                    <a:pt x="76200" y="30645"/>
                    <a:pt x="75190" y="34067"/>
                    <a:pt x="74209" y="37249"/>
                  </a:cubicBezTo>
                  <a:cubicBezTo>
                    <a:pt x="73218" y="40431"/>
                    <a:pt x="72257" y="43209"/>
                    <a:pt x="71304" y="45600"/>
                  </a:cubicBezTo>
                  <a:lnTo>
                    <a:pt x="52025" y="97472"/>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40" name="Google Shape;2840;p90"/>
            <p:cNvSpPr/>
            <p:nvPr/>
          </p:nvSpPr>
          <p:spPr>
            <a:xfrm>
              <a:off x="6490973" y="3656521"/>
              <a:ext cx="29565" cy="156610"/>
            </a:xfrm>
            <a:custGeom>
              <a:avLst/>
              <a:gdLst/>
              <a:ahLst/>
              <a:cxnLst/>
              <a:rect l="l" t="t" r="r" b="b"/>
              <a:pathLst>
                <a:path w="29565" h="156610" extrusionOk="0">
                  <a:moveTo>
                    <a:pt x="29566" y="156611"/>
                  </a:moveTo>
                  <a:lnTo>
                    <a:pt x="0" y="156611"/>
                  </a:lnTo>
                  <a:lnTo>
                    <a:pt x="0" y="0"/>
                  </a:lnTo>
                  <a:lnTo>
                    <a:pt x="29566" y="0"/>
                  </a:lnTo>
                  <a:lnTo>
                    <a:pt x="29566" y="156611"/>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41" name="Google Shape;2841;p90"/>
            <p:cNvSpPr/>
            <p:nvPr/>
          </p:nvSpPr>
          <p:spPr>
            <a:xfrm>
              <a:off x="6589109" y="3700263"/>
              <a:ext cx="111185" cy="114487"/>
            </a:xfrm>
            <a:custGeom>
              <a:avLst/>
              <a:gdLst/>
              <a:ahLst/>
              <a:cxnLst/>
              <a:rect l="l" t="t" r="r" b="b"/>
              <a:pathLst>
                <a:path w="111185" h="114487" extrusionOk="0">
                  <a:moveTo>
                    <a:pt x="55750" y="0"/>
                  </a:moveTo>
                  <a:cubicBezTo>
                    <a:pt x="64151" y="0"/>
                    <a:pt x="71761" y="1343"/>
                    <a:pt x="78600" y="4010"/>
                  </a:cubicBezTo>
                  <a:cubicBezTo>
                    <a:pt x="85420" y="6696"/>
                    <a:pt x="91250" y="10485"/>
                    <a:pt x="96069" y="15397"/>
                  </a:cubicBezTo>
                  <a:cubicBezTo>
                    <a:pt x="100879" y="20308"/>
                    <a:pt x="104604" y="26287"/>
                    <a:pt x="107233" y="33368"/>
                  </a:cubicBezTo>
                  <a:cubicBezTo>
                    <a:pt x="109871" y="40450"/>
                    <a:pt x="111185" y="48359"/>
                    <a:pt x="111185" y="57079"/>
                  </a:cubicBezTo>
                  <a:cubicBezTo>
                    <a:pt x="111185" y="65889"/>
                    <a:pt x="109871" y="73836"/>
                    <a:pt x="107233" y="80917"/>
                  </a:cubicBezTo>
                  <a:cubicBezTo>
                    <a:pt x="104604" y="88000"/>
                    <a:pt x="100879" y="94015"/>
                    <a:pt x="96069" y="99000"/>
                  </a:cubicBezTo>
                  <a:cubicBezTo>
                    <a:pt x="91250" y="103985"/>
                    <a:pt x="85420" y="107810"/>
                    <a:pt x="78600" y="110478"/>
                  </a:cubicBezTo>
                  <a:cubicBezTo>
                    <a:pt x="71761" y="113145"/>
                    <a:pt x="64151" y="114488"/>
                    <a:pt x="55750" y="114488"/>
                  </a:cubicBezTo>
                  <a:cubicBezTo>
                    <a:pt x="47349" y="114488"/>
                    <a:pt x="39729" y="113145"/>
                    <a:pt x="32861" y="110478"/>
                  </a:cubicBezTo>
                  <a:cubicBezTo>
                    <a:pt x="25994" y="107810"/>
                    <a:pt x="20136" y="103985"/>
                    <a:pt x="15278" y="99000"/>
                  </a:cubicBezTo>
                  <a:cubicBezTo>
                    <a:pt x="10421" y="94015"/>
                    <a:pt x="6668" y="88000"/>
                    <a:pt x="4001" y="80917"/>
                  </a:cubicBezTo>
                  <a:cubicBezTo>
                    <a:pt x="1324" y="73836"/>
                    <a:pt x="0" y="65889"/>
                    <a:pt x="0" y="57079"/>
                  </a:cubicBezTo>
                  <a:cubicBezTo>
                    <a:pt x="0" y="48359"/>
                    <a:pt x="1324" y="40450"/>
                    <a:pt x="4001" y="33368"/>
                  </a:cubicBezTo>
                  <a:cubicBezTo>
                    <a:pt x="6668" y="26287"/>
                    <a:pt x="10421" y="20308"/>
                    <a:pt x="15278" y="15397"/>
                  </a:cubicBezTo>
                  <a:cubicBezTo>
                    <a:pt x="20136" y="10485"/>
                    <a:pt x="25994" y="6696"/>
                    <a:pt x="32861" y="4010"/>
                  </a:cubicBezTo>
                  <a:cubicBezTo>
                    <a:pt x="39729" y="1343"/>
                    <a:pt x="47349" y="0"/>
                    <a:pt x="55750" y="0"/>
                  </a:cubicBezTo>
                  <a:close/>
                  <a:moveTo>
                    <a:pt x="55750" y="93904"/>
                  </a:moveTo>
                  <a:cubicBezTo>
                    <a:pt x="65104" y="93904"/>
                    <a:pt x="72019" y="90814"/>
                    <a:pt x="76515" y="84597"/>
                  </a:cubicBezTo>
                  <a:cubicBezTo>
                    <a:pt x="81010" y="78379"/>
                    <a:pt x="83249" y="69293"/>
                    <a:pt x="83249" y="57299"/>
                  </a:cubicBezTo>
                  <a:cubicBezTo>
                    <a:pt x="83249" y="45324"/>
                    <a:pt x="81010" y="36182"/>
                    <a:pt x="76515" y="29910"/>
                  </a:cubicBezTo>
                  <a:cubicBezTo>
                    <a:pt x="72019" y="23618"/>
                    <a:pt x="65104" y="20474"/>
                    <a:pt x="55750" y="20474"/>
                  </a:cubicBezTo>
                  <a:cubicBezTo>
                    <a:pt x="46263" y="20474"/>
                    <a:pt x="39253" y="23637"/>
                    <a:pt x="34719" y="29946"/>
                  </a:cubicBezTo>
                  <a:cubicBezTo>
                    <a:pt x="30194" y="36274"/>
                    <a:pt x="27927" y="45398"/>
                    <a:pt x="27927" y="57299"/>
                  </a:cubicBezTo>
                  <a:cubicBezTo>
                    <a:pt x="27927" y="69218"/>
                    <a:pt x="30194" y="78306"/>
                    <a:pt x="34719" y="84541"/>
                  </a:cubicBezTo>
                  <a:cubicBezTo>
                    <a:pt x="39253" y="90796"/>
                    <a:pt x="46263" y="93904"/>
                    <a:pt x="55750" y="93904"/>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42" name="Google Shape;2842;p90"/>
            <p:cNvSpPr/>
            <p:nvPr/>
          </p:nvSpPr>
          <p:spPr>
            <a:xfrm>
              <a:off x="6704885" y="3702011"/>
              <a:ext cx="113804" cy="111120"/>
            </a:xfrm>
            <a:custGeom>
              <a:avLst/>
              <a:gdLst/>
              <a:ahLst/>
              <a:cxnLst/>
              <a:rect l="l" t="t" r="r" b="b"/>
              <a:pathLst>
                <a:path w="113804" h="111120" extrusionOk="0">
                  <a:moveTo>
                    <a:pt x="69228" y="111121"/>
                  </a:moveTo>
                  <a:lnTo>
                    <a:pt x="44682" y="111121"/>
                  </a:lnTo>
                  <a:lnTo>
                    <a:pt x="0" y="0"/>
                  </a:lnTo>
                  <a:lnTo>
                    <a:pt x="22451" y="0"/>
                  </a:lnTo>
                  <a:cubicBezTo>
                    <a:pt x="24422" y="0"/>
                    <a:pt x="26080" y="460"/>
                    <a:pt x="27442" y="1398"/>
                  </a:cubicBezTo>
                  <a:cubicBezTo>
                    <a:pt x="28785" y="2336"/>
                    <a:pt x="29718" y="3532"/>
                    <a:pt x="30232" y="4985"/>
                  </a:cubicBezTo>
                  <a:lnTo>
                    <a:pt x="51921" y="64326"/>
                  </a:lnTo>
                  <a:cubicBezTo>
                    <a:pt x="53159" y="67802"/>
                    <a:pt x="54197" y="71187"/>
                    <a:pt x="55036" y="74516"/>
                  </a:cubicBezTo>
                  <a:cubicBezTo>
                    <a:pt x="55874" y="77827"/>
                    <a:pt x="56626" y="81157"/>
                    <a:pt x="57293" y="84467"/>
                  </a:cubicBezTo>
                  <a:cubicBezTo>
                    <a:pt x="57941" y="81157"/>
                    <a:pt x="58693" y="77827"/>
                    <a:pt x="59531" y="74516"/>
                  </a:cubicBezTo>
                  <a:cubicBezTo>
                    <a:pt x="60370" y="71187"/>
                    <a:pt x="61446" y="67802"/>
                    <a:pt x="62770" y="64326"/>
                  </a:cubicBezTo>
                  <a:lnTo>
                    <a:pt x="85001" y="4985"/>
                  </a:lnTo>
                  <a:cubicBezTo>
                    <a:pt x="85506" y="3532"/>
                    <a:pt x="86420" y="2336"/>
                    <a:pt x="87735" y="1398"/>
                  </a:cubicBezTo>
                  <a:cubicBezTo>
                    <a:pt x="89059" y="460"/>
                    <a:pt x="90621" y="0"/>
                    <a:pt x="92450" y="0"/>
                  </a:cubicBezTo>
                  <a:lnTo>
                    <a:pt x="113805" y="0"/>
                  </a:lnTo>
                  <a:lnTo>
                    <a:pt x="69228" y="111121"/>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43" name="Google Shape;2843;p90"/>
            <p:cNvSpPr/>
            <p:nvPr/>
          </p:nvSpPr>
          <p:spPr>
            <a:xfrm>
              <a:off x="6823519" y="3700263"/>
              <a:ext cx="102631" cy="114487"/>
            </a:xfrm>
            <a:custGeom>
              <a:avLst/>
              <a:gdLst/>
              <a:ahLst/>
              <a:cxnLst/>
              <a:rect l="l" t="t" r="r" b="b"/>
              <a:pathLst>
                <a:path w="102631" h="114487" extrusionOk="0">
                  <a:moveTo>
                    <a:pt x="53997" y="0"/>
                  </a:moveTo>
                  <a:cubicBezTo>
                    <a:pt x="61084" y="0"/>
                    <a:pt x="67608" y="1123"/>
                    <a:pt x="73552" y="3367"/>
                  </a:cubicBezTo>
                  <a:cubicBezTo>
                    <a:pt x="79505" y="5610"/>
                    <a:pt x="84639" y="8866"/>
                    <a:pt x="88944" y="13171"/>
                  </a:cubicBezTo>
                  <a:cubicBezTo>
                    <a:pt x="93250" y="17456"/>
                    <a:pt x="96612" y="22736"/>
                    <a:pt x="99022" y="28972"/>
                  </a:cubicBezTo>
                  <a:cubicBezTo>
                    <a:pt x="101422" y="35226"/>
                    <a:pt x="102632" y="42363"/>
                    <a:pt x="102632" y="50365"/>
                  </a:cubicBezTo>
                  <a:cubicBezTo>
                    <a:pt x="102632" y="52388"/>
                    <a:pt x="102546" y="54080"/>
                    <a:pt x="102365" y="55404"/>
                  </a:cubicBezTo>
                  <a:cubicBezTo>
                    <a:pt x="102184" y="56747"/>
                    <a:pt x="101851" y="57796"/>
                    <a:pt x="101384" y="58550"/>
                  </a:cubicBezTo>
                  <a:cubicBezTo>
                    <a:pt x="100898" y="59304"/>
                    <a:pt x="100260" y="59856"/>
                    <a:pt x="99451" y="60169"/>
                  </a:cubicBezTo>
                  <a:cubicBezTo>
                    <a:pt x="98650" y="60500"/>
                    <a:pt x="97631" y="60665"/>
                    <a:pt x="96393" y="60665"/>
                  </a:cubicBezTo>
                  <a:lnTo>
                    <a:pt x="26946" y="60665"/>
                  </a:lnTo>
                  <a:cubicBezTo>
                    <a:pt x="27746" y="72070"/>
                    <a:pt x="30851" y="80440"/>
                    <a:pt x="36262" y="85792"/>
                  </a:cubicBezTo>
                  <a:cubicBezTo>
                    <a:pt x="41662" y="91127"/>
                    <a:pt x="48816" y="93794"/>
                    <a:pt x="57731" y="93794"/>
                  </a:cubicBezTo>
                  <a:cubicBezTo>
                    <a:pt x="62112" y="93794"/>
                    <a:pt x="65884" y="93297"/>
                    <a:pt x="69066" y="92286"/>
                  </a:cubicBezTo>
                  <a:cubicBezTo>
                    <a:pt x="72237" y="91273"/>
                    <a:pt x="75009" y="90152"/>
                    <a:pt x="77391" y="88938"/>
                  </a:cubicBezTo>
                  <a:cubicBezTo>
                    <a:pt x="79762" y="87705"/>
                    <a:pt x="81839" y="86583"/>
                    <a:pt x="83629" y="85572"/>
                  </a:cubicBezTo>
                  <a:cubicBezTo>
                    <a:pt x="85420" y="84559"/>
                    <a:pt x="87154" y="84063"/>
                    <a:pt x="88830" y="84063"/>
                  </a:cubicBezTo>
                  <a:cubicBezTo>
                    <a:pt x="89926" y="84063"/>
                    <a:pt x="90878" y="84266"/>
                    <a:pt x="91678" y="84707"/>
                  </a:cubicBezTo>
                  <a:cubicBezTo>
                    <a:pt x="92488" y="85130"/>
                    <a:pt x="93173" y="85755"/>
                    <a:pt x="93764" y="86547"/>
                  </a:cubicBezTo>
                  <a:lnTo>
                    <a:pt x="101651" y="96295"/>
                  </a:lnTo>
                  <a:cubicBezTo>
                    <a:pt x="98650" y="99753"/>
                    <a:pt x="95298" y="102660"/>
                    <a:pt x="91573" y="105014"/>
                  </a:cubicBezTo>
                  <a:cubicBezTo>
                    <a:pt x="87849" y="107351"/>
                    <a:pt x="83953" y="109245"/>
                    <a:pt x="79905" y="110643"/>
                  </a:cubicBezTo>
                  <a:cubicBezTo>
                    <a:pt x="75857" y="112060"/>
                    <a:pt x="71723" y="113053"/>
                    <a:pt x="67532" y="113623"/>
                  </a:cubicBezTo>
                  <a:cubicBezTo>
                    <a:pt x="63322" y="114193"/>
                    <a:pt x="59264" y="114488"/>
                    <a:pt x="55321" y="114488"/>
                  </a:cubicBezTo>
                  <a:cubicBezTo>
                    <a:pt x="47501" y="114488"/>
                    <a:pt x="40243" y="113200"/>
                    <a:pt x="33518" y="110643"/>
                  </a:cubicBezTo>
                  <a:cubicBezTo>
                    <a:pt x="26803" y="108086"/>
                    <a:pt x="20955" y="104298"/>
                    <a:pt x="15992" y="99276"/>
                  </a:cubicBezTo>
                  <a:cubicBezTo>
                    <a:pt x="11020" y="94253"/>
                    <a:pt x="7115" y="88036"/>
                    <a:pt x="4267" y="80641"/>
                  </a:cubicBezTo>
                  <a:cubicBezTo>
                    <a:pt x="1419" y="73247"/>
                    <a:pt x="0" y="64675"/>
                    <a:pt x="0" y="54927"/>
                  </a:cubicBezTo>
                  <a:cubicBezTo>
                    <a:pt x="0" y="47348"/>
                    <a:pt x="1238" y="40211"/>
                    <a:pt x="3724" y="33534"/>
                  </a:cubicBezTo>
                  <a:cubicBezTo>
                    <a:pt x="6201" y="26856"/>
                    <a:pt x="9763" y="21044"/>
                    <a:pt x="14402" y="16095"/>
                  </a:cubicBezTo>
                  <a:cubicBezTo>
                    <a:pt x="19040" y="11147"/>
                    <a:pt x="24698" y="7229"/>
                    <a:pt x="31385" y="4342"/>
                  </a:cubicBezTo>
                  <a:cubicBezTo>
                    <a:pt x="38062" y="1453"/>
                    <a:pt x="45606" y="0"/>
                    <a:pt x="53997" y="0"/>
                  </a:cubicBezTo>
                  <a:close/>
                  <a:moveTo>
                    <a:pt x="54550" y="19185"/>
                  </a:moveTo>
                  <a:cubicBezTo>
                    <a:pt x="46654" y="19185"/>
                    <a:pt x="40491" y="21375"/>
                    <a:pt x="36033" y="25789"/>
                  </a:cubicBezTo>
                  <a:cubicBezTo>
                    <a:pt x="31575" y="30186"/>
                    <a:pt x="28737" y="36440"/>
                    <a:pt x="27499" y="44515"/>
                  </a:cubicBezTo>
                  <a:lnTo>
                    <a:pt x="78324" y="44515"/>
                  </a:lnTo>
                  <a:cubicBezTo>
                    <a:pt x="78324" y="41057"/>
                    <a:pt x="77848" y="37783"/>
                    <a:pt x="76895" y="34729"/>
                  </a:cubicBezTo>
                  <a:cubicBezTo>
                    <a:pt x="75952" y="31658"/>
                    <a:pt x="74486" y="28972"/>
                    <a:pt x="72514" y="26654"/>
                  </a:cubicBezTo>
                  <a:cubicBezTo>
                    <a:pt x="70542" y="24336"/>
                    <a:pt x="68066" y="22516"/>
                    <a:pt x="65065" y="21190"/>
                  </a:cubicBezTo>
                  <a:cubicBezTo>
                    <a:pt x="62074" y="19848"/>
                    <a:pt x="58560" y="19185"/>
                    <a:pt x="54550" y="19185"/>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44" name="Google Shape;2844;p90"/>
            <p:cNvSpPr/>
            <p:nvPr/>
          </p:nvSpPr>
          <p:spPr>
            <a:xfrm>
              <a:off x="6948163" y="3699950"/>
              <a:ext cx="71637" cy="113181"/>
            </a:xfrm>
            <a:custGeom>
              <a:avLst/>
              <a:gdLst/>
              <a:ahLst/>
              <a:cxnLst/>
              <a:rect l="l" t="t" r="r" b="b"/>
              <a:pathLst>
                <a:path w="71637" h="113181" extrusionOk="0">
                  <a:moveTo>
                    <a:pt x="0" y="113182"/>
                  </a:moveTo>
                  <a:lnTo>
                    <a:pt x="0" y="2061"/>
                  </a:lnTo>
                  <a:lnTo>
                    <a:pt x="15888" y="2061"/>
                  </a:lnTo>
                  <a:cubicBezTo>
                    <a:pt x="18659" y="2061"/>
                    <a:pt x="20593" y="2557"/>
                    <a:pt x="21689" y="3568"/>
                  </a:cubicBezTo>
                  <a:cubicBezTo>
                    <a:pt x="22793" y="4581"/>
                    <a:pt x="23517" y="6310"/>
                    <a:pt x="23889" y="8775"/>
                  </a:cubicBezTo>
                  <a:lnTo>
                    <a:pt x="25527" y="22203"/>
                  </a:lnTo>
                  <a:cubicBezTo>
                    <a:pt x="29546" y="15341"/>
                    <a:pt x="34252" y="9933"/>
                    <a:pt x="39653" y="5960"/>
                  </a:cubicBezTo>
                  <a:cubicBezTo>
                    <a:pt x="45053" y="1987"/>
                    <a:pt x="51121" y="0"/>
                    <a:pt x="57836" y="0"/>
                  </a:cubicBezTo>
                  <a:cubicBezTo>
                    <a:pt x="63389" y="0"/>
                    <a:pt x="67989" y="1270"/>
                    <a:pt x="71637" y="3790"/>
                  </a:cubicBezTo>
                  <a:lnTo>
                    <a:pt x="68132" y="23821"/>
                  </a:lnTo>
                  <a:cubicBezTo>
                    <a:pt x="67923" y="25127"/>
                    <a:pt x="67437" y="26047"/>
                    <a:pt x="66713" y="26580"/>
                  </a:cubicBezTo>
                  <a:cubicBezTo>
                    <a:pt x="65980" y="27132"/>
                    <a:pt x="64989" y="27389"/>
                    <a:pt x="63751" y="27389"/>
                  </a:cubicBezTo>
                  <a:cubicBezTo>
                    <a:pt x="62655" y="27389"/>
                    <a:pt x="61160" y="27150"/>
                    <a:pt x="59264" y="26636"/>
                  </a:cubicBezTo>
                  <a:cubicBezTo>
                    <a:pt x="57360" y="26139"/>
                    <a:pt x="54845" y="25882"/>
                    <a:pt x="51711" y="25882"/>
                  </a:cubicBezTo>
                  <a:cubicBezTo>
                    <a:pt x="46082" y="25882"/>
                    <a:pt x="41262" y="27408"/>
                    <a:pt x="37243" y="30480"/>
                  </a:cubicBezTo>
                  <a:cubicBezTo>
                    <a:pt x="33223" y="33552"/>
                    <a:pt x="29832" y="38058"/>
                    <a:pt x="27061" y="43963"/>
                  </a:cubicBezTo>
                  <a:lnTo>
                    <a:pt x="27061" y="113182"/>
                  </a:lnTo>
                  <a:lnTo>
                    <a:pt x="0" y="113182"/>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45" name="Google Shape;2845;p90"/>
            <p:cNvSpPr/>
            <p:nvPr/>
          </p:nvSpPr>
          <p:spPr>
            <a:xfrm>
              <a:off x="7074350" y="3699950"/>
              <a:ext cx="93649" cy="114910"/>
            </a:xfrm>
            <a:custGeom>
              <a:avLst/>
              <a:gdLst/>
              <a:ahLst/>
              <a:cxnLst/>
              <a:rect l="l" t="t" r="r" b="b"/>
              <a:pathLst>
                <a:path w="93649" h="114910" extrusionOk="0">
                  <a:moveTo>
                    <a:pt x="93650" y="113182"/>
                  </a:moveTo>
                  <a:lnTo>
                    <a:pt x="81496" y="113182"/>
                  </a:lnTo>
                  <a:cubicBezTo>
                    <a:pt x="78934" y="113182"/>
                    <a:pt x="76924" y="112795"/>
                    <a:pt x="75476" y="112041"/>
                  </a:cubicBezTo>
                  <a:cubicBezTo>
                    <a:pt x="74009" y="111287"/>
                    <a:pt x="72914" y="109742"/>
                    <a:pt x="72180" y="107442"/>
                  </a:cubicBezTo>
                  <a:lnTo>
                    <a:pt x="69771" y="99533"/>
                  </a:lnTo>
                  <a:cubicBezTo>
                    <a:pt x="66923" y="102053"/>
                    <a:pt x="64132" y="104279"/>
                    <a:pt x="61389" y="106191"/>
                  </a:cubicBezTo>
                  <a:cubicBezTo>
                    <a:pt x="58655" y="108104"/>
                    <a:pt x="55826" y="109705"/>
                    <a:pt x="52912" y="111011"/>
                  </a:cubicBezTo>
                  <a:cubicBezTo>
                    <a:pt x="49987" y="112317"/>
                    <a:pt x="46882" y="113292"/>
                    <a:pt x="43596" y="113936"/>
                  </a:cubicBezTo>
                  <a:cubicBezTo>
                    <a:pt x="40300" y="114579"/>
                    <a:pt x="36662" y="114911"/>
                    <a:pt x="32642" y="114911"/>
                  </a:cubicBezTo>
                  <a:cubicBezTo>
                    <a:pt x="27899" y="114911"/>
                    <a:pt x="23517" y="114266"/>
                    <a:pt x="19498" y="113016"/>
                  </a:cubicBezTo>
                  <a:cubicBezTo>
                    <a:pt x="15478" y="111747"/>
                    <a:pt x="12030" y="109833"/>
                    <a:pt x="9144" y="107314"/>
                  </a:cubicBezTo>
                  <a:cubicBezTo>
                    <a:pt x="6258" y="104775"/>
                    <a:pt x="4020" y="101612"/>
                    <a:pt x="2410" y="97859"/>
                  </a:cubicBezTo>
                  <a:cubicBezTo>
                    <a:pt x="800" y="94088"/>
                    <a:pt x="0" y="89692"/>
                    <a:pt x="0" y="84707"/>
                  </a:cubicBezTo>
                  <a:cubicBezTo>
                    <a:pt x="0" y="80494"/>
                    <a:pt x="1105" y="76356"/>
                    <a:pt x="3343" y="72254"/>
                  </a:cubicBezTo>
                  <a:cubicBezTo>
                    <a:pt x="5563" y="68170"/>
                    <a:pt x="9277" y="64473"/>
                    <a:pt x="14459" y="61180"/>
                  </a:cubicBezTo>
                  <a:cubicBezTo>
                    <a:pt x="19650" y="57870"/>
                    <a:pt x="26546" y="55147"/>
                    <a:pt x="35157" y="52976"/>
                  </a:cubicBezTo>
                  <a:cubicBezTo>
                    <a:pt x="43777" y="50806"/>
                    <a:pt x="54474" y="49702"/>
                    <a:pt x="67256" y="49702"/>
                  </a:cubicBezTo>
                  <a:lnTo>
                    <a:pt x="67256" y="43154"/>
                  </a:lnTo>
                  <a:cubicBezTo>
                    <a:pt x="67256" y="35667"/>
                    <a:pt x="65675" y="30112"/>
                    <a:pt x="62494" y="26525"/>
                  </a:cubicBezTo>
                  <a:cubicBezTo>
                    <a:pt x="59322" y="22920"/>
                    <a:pt x="54693" y="21117"/>
                    <a:pt x="48625" y="21117"/>
                  </a:cubicBezTo>
                  <a:cubicBezTo>
                    <a:pt x="44253" y="21117"/>
                    <a:pt x="40605" y="21614"/>
                    <a:pt x="37681" y="22626"/>
                  </a:cubicBezTo>
                  <a:cubicBezTo>
                    <a:pt x="34757" y="23637"/>
                    <a:pt x="32223" y="24778"/>
                    <a:pt x="30061" y="26047"/>
                  </a:cubicBezTo>
                  <a:cubicBezTo>
                    <a:pt x="27918" y="27316"/>
                    <a:pt x="25927" y="28439"/>
                    <a:pt x="24098" y="29450"/>
                  </a:cubicBezTo>
                  <a:cubicBezTo>
                    <a:pt x="22270" y="30461"/>
                    <a:pt x="20260" y="30977"/>
                    <a:pt x="18069" y="30977"/>
                  </a:cubicBezTo>
                  <a:cubicBezTo>
                    <a:pt x="16250" y="30977"/>
                    <a:pt x="14678" y="30498"/>
                    <a:pt x="13364" y="29560"/>
                  </a:cubicBezTo>
                  <a:cubicBezTo>
                    <a:pt x="12049" y="28622"/>
                    <a:pt x="10982" y="27463"/>
                    <a:pt x="10182" y="26102"/>
                  </a:cubicBezTo>
                  <a:lnTo>
                    <a:pt x="5258" y="17548"/>
                  </a:lnTo>
                  <a:cubicBezTo>
                    <a:pt x="18183" y="5850"/>
                    <a:pt x="33776" y="0"/>
                    <a:pt x="52026" y="0"/>
                  </a:cubicBezTo>
                  <a:cubicBezTo>
                    <a:pt x="58598" y="0"/>
                    <a:pt x="64465" y="1067"/>
                    <a:pt x="69618" y="3182"/>
                  </a:cubicBezTo>
                  <a:cubicBezTo>
                    <a:pt x="74762" y="5316"/>
                    <a:pt x="79124" y="8277"/>
                    <a:pt x="82706" y="12067"/>
                  </a:cubicBezTo>
                  <a:cubicBezTo>
                    <a:pt x="86278" y="15856"/>
                    <a:pt x="89002" y="20399"/>
                    <a:pt x="90859" y="25660"/>
                  </a:cubicBezTo>
                  <a:cubicBezTo>
                    <a:pt x="92716" y="30940"/>
                    <a:pt x="93650" y="36716"/>
                    <a:pt x="93650" y="42988"/>
                  </a:cubicBezTo>
                  <a:lnTo>
                    <a:pt x="93650" y="113182"/>
                  </a:lnTo>
                  <a:close/>
                  <a:moveTo>
                    <a:pt x="41082" y="96498"/>
                  </a:moveTo>
                  <a:cubicBezTo>
                    <a:pt x="43853" y="96498"/>
                    <a:pt x="46406" y="96240"/>
                    <a:pt x="48739" y="95743"/>
                  </a:cubicBezTo>
                  <a:cubicBezTo>
                    <a:pt x="51073" y="95247"/>
                    <a:pt x="53292" y="94511"/>
                    <a:pt x="55369" y="93518"/>
                  </a:cubicBezTo>
                  <a:cubicBezTo>
                    <a:pt x="57445" y="92525"/>
                    <a:pt x="59455" y="91292"/>
                    <a:pt x="61389" y="89839"/>
                  </a:cubicBezTo>
                  <a:cubicBezTo>
                    <a:pt x="63322" y="88386"/>
                    <a:pt x="65284" y="86657"/>
                    <a:pt x="67256" y="84670"/>
                  </a:cubicBezTo>
                  <a:lnTo>
                    <a:pt x="67256" y="66055"/>
                  </a:lnTo>
                  <a:cubicBezTo>
                    <a:pt x="59360" y="66055"/>
                    <a:pt x="52778" y="66551"/>
                    <a:pt x="47482" y="67545"/>
                  </a:cubicBezTo>
                  <a:cubicBezTo>
                    <a:pt x="42186" y="68520"/>
                    <a:pt x="37929" y="69770"/>
                    <a:pt x="34728" y="71297"/>
                  </a:cubicBezTo>
                  <a:cubicBezTo>
                    <a:pt x="31509" y="72824"/>
                    <a:pt x="29223" y="74608"/>
                    <a:pt x="27880" y="76650"/>
                  </a:cubicBezTo>
                  <a:cubicBezTo>
                    <a:pt x="26518" y="78673"/>
                    <a:pt x="25851" y="80899"/>
                    <a:pt x="25851" y="83291"/>
                  </a:cubicBezTo>
                  <a:cubicBezTo>
                    <a:pt x="25851" y="88018"/>
                    <a:pt x="27251" y="91402"/>
                    <a:pt x="30061" y="93444"/>
                  </a:cubicBezTo>
                  <a:cubicBezTo>
                    <a:pt x="32871" y="95486"/>
                    <a:pt x="36547" y="96498"/>
                    <a:pt x="41082" y="9649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46" name="Google Shape;2846;p90"/>
            <p:cNvSpPr/>
            <p:nvPr/>
          </p:nvSpPr>
          <p:spPr>
            <a:xfrm>
              <a:off x="7196375" y="3652180"/>
              <a:ext cx="27050" cy="160951"/>
            </a:xfrm>
            <a:custGeom>
              <a:avLst/>
              <a:gdLst/>
              <a:ahLst/>
              <a:cxnLst/>
              <a:rect l="l" t="t" r="r" b="b"/>
              <a:pathLst>
                <a:path w="27050" h="160951" extrusionOk="0">
                  <a:moveTo>
                    <a:pt x="27051" y="0"/>
                  </a:moveTo>
                  <a:lnTo>
                    <a:pt x="27051" y="160951"/>
                  </a:lnTo>
                  <a:lnTo>
                    <a:pt x="0" y="160951"/>
                  </a:lnTo>
                  <a:lnTo>
                    <a:pt x="0" y="0"/>
                  </a:lnTo>
                  <a:lnTo>
                    <a:pt x="27051" y="0"/>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47" name="Google Shape;2847;p90"/>
            <p:cNvSpPr/>
            <p:nvPr/>
          </p:nvSpPr>
          <p:spPr>
            <a:xfrm>
              <a:off x="7255744" y="3652180"/>
              <a:ext cx="27060" cy="160951"/>
            </a:xfrm>
            <a:custGeom>
              <a:avLst/>
              <a:gdLst/>
              <a:ahLst/>
              <a:cxnLst/>
              <a:rect l="l" t="t" r="r" b="b"/>
              <a:pathLst>
                <a:path w="27060" h="160951" extrusionOk="0">
                  <a:moveTo>
                    <a:pt x="27061" y="0"/>
                  </a:moveTo>
                  <a:lnTo>
                    <a:pt x="27061" y="160951"/>
                  </a:lnTo>
                  <a:lnTo>
                    <a:pt x="0" y="160951"/>
                  </a:lnTo>
                  <a:lnTo>
                    <a:pt x="0" y="0"/>
                  </a:lnTo>
                  <a:lnTo>
                    <a:pt x="27061" y="0"/>
                  </a:ln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48" name="Google Shape;2848;p90"/>
            <p:cNvSpPr/>
            <p:nvPr/>
          </p:nvSpPr>
          <p:spPr>
            <a:xfrm>
              <a:off x="7347851" y="3652180"/>
              <a:ext cx="103403" cy="162570"/>
            </a:xfrm>
            <a:custGeom>
              <a:avLst/>
              <a:gdLst/>
              <a:ahLst/>
              <a:cxnLst/>
              <a:rect l="l" t="t" r="r" b="b"/>
              <a:pathLst>
                <a:path w="103403" h="162570" extrusionOk="0">
                  <a:moveTo>
                    <a:pt x="86868" y="160951"/>
                  </a:moveTo>
                  <a:cubicBezTo>
                    <a:pt x="83363" y="160951"/>
                    <a:pt x="81067" y="159314"/>
                    <a:pt x="79962" y="156077"/>
                  </a:cubicBezTo>
                  <a:lnTo>
                    <a:pt x="77771" y="145353"/>
                  </a:lnTo>
                  <a:cubicBezTo>
                    <a:pt x="75438" y="147946"/>
                    <a:pt x="72990" y="150301"/>
                    <a:pt x="70428" y="152398"/>
                  </a:cubicBezTo>
                  <a:cubicBezTo>
                    <a:pt x="67875" y="154476"/>
                    <a:pt x="65122" y="156298"/>
                    <a:pt x="62160" y="157806"/>
                  </a:cubicBezTo>
                  <a:cubicBezTo>
                    <a:pt x="59207" y="159314"/>
                    <a:pt x="56036" y="160492"/>
                    <a:pt x="52635" y="161320"/>
                  </a:cubicBezTo>
                  <a:cubicBezTo>
                    <a:pt x="49244" y="162147"/>
                    <a:pt x="45568" y="162570"/>
                    <a:pt x="41624" y="162570"/>
                  </a:cubicBezTo>
                  <a:cubicBezTo>
                    <a:pt x="35490" y="162570"/>
                    <a:pt x="29870" y="161301"/>
                    <a:pt x="24755" y="158781"/>
                  </a:cubicBezTo>
                  <a:cubicBezTo>
                    <a:pt x="19640" y="156261"/>
                    <a:pt x="15240" y="152582"/>
                    <a:pt x="11563" y="147781"/>
                  </a:cubicBezTo>
                  <a:cubicBezTo>
                    <a:pt x="7868" y="142980"/>
                    <a:pt x="5019" y="137057"/>
                    <a:pt x="3010" y="129975"/>
                  </a:cubicBezTo>
                  <a:cubicBezTo>
                    <a:pt x="1000" y="122893"/>
                    <a:pt x="0" y="114799"/>
                    <a:pt x="0" y="105713"/>
                  </a:cubicBezTo>
                  <a:cubicBezTo>
                    <a:pt x="0" y="97472"/>
                    <a:pt x="1133" y="89820"/>
                    <a:pt x="3391" y="82757"/>
                  </a:cubicBezTo>
                  <a:cubicBezTo>
                    <a:pt x="5667" y="75674"/>
                    <a:pt x="8906" y="69531"/>
                    <a:pt x="13145" y="64344"/>
                  </a:cubicBezTo>
                  <a:cubicBezTo>
                    <a:pt x="17383" y="59138"/>
                    <a:pt x="22450" y="55073"/>
                    <a:pt x="28365" y="52148"/>
                  </a:cubicBezTo>
                  <a:cubicBezTo>
                    <a:pt x="34280" y="49223"/>
                    <a:pt x="40938" y="47770"/>
                    <a:pt x="48311" y="47770"/>
                  </a:cubicBezTo>
                  <a:cubicBezTo>
                    <a:pt x="54588" y="47770"/>
                    <a:pt x="59960" y="48763"/>
                    <a:pt x="64418" y="50750"/>
                  </a:cubicBezTo>
                  <a:cubicBezTo>
                    <a:pt x="68856" y="52737"/>
                    <a:pt x="72838" y="55385"/>
                    <a:pt x="76352" y="58697"/>
                  </a:cubicBezTo>
                  <a:lnTo>
                    <a:pt x="76352" y="0"/>
                  </a:lnTo>
                  <a:lnTo>
                    <a:pt x="103403" y="0"/>
                  </a:lnTo>
                  <a:lnTo>
                    <a:pt x="103403" y="160951"/>
                  </a:lnTo>
                  <a:lnTo>
                    <a:pt x="86868" y="160951"/>
                  </a:lnTo>
                  <a:close/>
                  <a:moveTo>
                    <a:pt x="50825" y="141343"/>
                  </a:moveTo>
                  <a:cubicBezTo>
                    <a:pt x="56455" y="141343"/>
                    <a:pt x="61236" y="140184"/>
                    <a:pt x="65179" y="137885"/>
                  </a:cubicBezTo>
                  <a:cubicBezTo>
                    <a:pt x="69123" y="135567"/>
                    <a:pt x="72838" y="132275"/>
                    <a:pt x="76352" y="128025"/>
                  </a:cubicBezTo>
                  <a:lnTo>
                    <a:pt x="76352" y="78195"/>
                  </a:lnTo>
                  <a:cubicBezTo>
                    <a:pt x="73276" y="74516"/>
                    <a:pt x="69942" y="71922"/>
                    <a:pt x="66332" y="70396"/>
                  </a:cubicBezTo>
                  <a:cubicBezTo>
                    <a:pt x="62712" y="68887"/>
                    <a:pt x="58826" y="68132"/>
                    <a:pt x="54664" y="68132"/>
                  </a:cubicBezTo>
                  <a:cubicBezTo>
                    <a:pt x="50568" y="68132"/>
                    <a:pt x="46863" y="68887"/>
                    <a:pt x="43539" y="70396"/>
                  </a:cubicBezTo>
                  <a:cubicBezTo>
                    <a:pt x="40224" y="71922"/>
                    <a:pt x="37414" y="74203"/>
                    <a:pt x="35109" y="77274"/>
                  </a:cubicBezTo>
                  <a:cubicBezTo>
                    <a:pt x="32804" y="80347"/>
                    <a:pt x="31042" y="84247"/>
                    <a:pt x="29794" y="88973"/>
                  </a:cubicBezTo>
                  <a:cubicBezTo>
                    <a:pt x="28556" y="93701"/>
                    <a:pt x="27937" y="99293"/>
                    <a:pt x="27937" y="105713"/>
                  </a:cubicBezTo>
                  <a:cubicBezTo>
                    <a:pt x="27937" y="112206"/>
                    <a:pt x="28460" y="117725"/>
                    <a:pt x="29518" y="122231"/>
                  </a:cubicBezTo>
                  <a:cubicBezTo>
                    <a:pt x="30585" y="126738"/>
                    <a:pt x="32099" y="130416"/>
                    <a:pt x="34071" y="133268"/>
                  </a:cubicBezTo>
                  <a:cubicBezTo>
                    <a:pt x="36043" y="136119"/>
                    <a:pt x="38452" y="138179"/>
                    <a:pt x="41300" y="139448"/>
                  </a:cubicBezTo>
                  <a:cubicBezTo>
                    <a:pt x="44148" y="140718"/>
                    <a:pt x="47330" y="141343"/>
                    <a:pt x="50825" y="141343"/>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49" name="Google Shape;2849;p90"/>
            <p:cNvSpPr/>
            <p:nvPr/>
          </p:nvSpPr>
          <p:spPr>
            <a:xfrm>
              <a:off x="7474915" y="3699950"/>
              <a:ext cx="93649" cy="114910"/>
            </a:xfrm>
            <a:custGeom>
              <a:avLst/>
              <a:gdLst/>
              <a:ahLst/>
              <a:cxnLst/>
              <a:rect l="l" t="t" r="r" b="b"/>
              <a:pathLst>
                <a:path w="93649" h="114910" extrusionOk="0">
                  <a:moveTo>
                    <a:pt x="93650" y="113182"/>
                  </a:moveTo>
                  <a:lnTo>
                    <a:pt x="81486" y="113182"/>
                  </a:lnTo>
                  <a:cubicBezTo>
                    <a:pt x="78934" y="113182"/>
                    <a:pt x="76924" y="112795"/>
                    <a:pt x="75476" y="112041"/>
                  </a:cubicBezTo>
                  <a:cubicBezTo>
                    <a:pt x="74000" y="111287"/>
                    <a:pt x="72914" y="109742"/>
                    <a:pt x="72180" y="107442"/>
                  </a:cubicBezTo>
                  <a:lnTo>
                    <a:pt x="69770" y="99533"/>
                  </a:lnTo>
                  <a:cubicBezTo>
                    <a:pt x="66923" y="102053"/>
                    <a:pt x="64132" y="104279"/>
                    <a:pt x="61389" y="106191"/>
                  </a:cubicBezTo>
                  <a:cubicBezTo>
                    <a:pt x="58655" y="108104"/>
                    <a:pt x="55826" y="109705"/>
                    <a:pt x="52902" y="111011"/>
                  </a:cubicBezTo>
                  <a:cubicBezTo>
                    <a:pt x="49987" y="112317"/>
                    <a:pt x="46882" y="113292"/>
                    <a:pt x="43596" y="113936"/>
                  </a:cubicBezTo>
                  <a:cubicBezTo>
                    <a:pt x="40300" y="114579"/>
                    <a:pt x="36652" y="114911"/>
                    <a:pt x="32633" y="114911"/>
                  </a:cubicBezTo>
                  <a:cubicBezTo>
                    <a:pt x="27889" y="114911"/>
                    <a:pt x="23508" y="114266"/>
                    <a:pt x="19498" y="113016"/>
                  </a:cubicBezTo>
                  <a:cubicBezTo>
                    <a:pt x="15478" y="111747"/>
                    <a:pt x="12020" y="109833"/>
                    <a:pt x="9144" y="107314"/>
                  </a:cubicBezTo>
                  <a:cubicBezTo>
                    <a:pt x="6258" y="104775"/>
                    <a:pt x="4020" y="101612"/>
                    <a:pt x="2410" y="97859"/>
                  </a:cubicBezTo>
                  <a:cubicBezTo>
                    <a:pt x="800" y="94088"/>
                    <a:pt x="0" y="89692"/>
                    <a:pt x="0" y="84707"/>
                  </a:cubicBezTo>
                  <a:cubicBezTo>
                    <a:pt x="0" y="80494"/>
                    <a:pt x="1105" y="76356"/>
                    <a:pt x="3334" y="72254"/>
                  </a:cubicBezTo>
                  <a:cubicBezTo>
                    <a:pt x="5562" y="68170"/>
                    <a:pt x="9268" y="64473"/>
                    <a:pt x="14449" y="61180"/>
                  </a:cubicBezTo>
                  <a:cubicBezTo>
                    <a:pt x="19640" y="57870"/>
                    <a:pt x="26546" y="55147"/>
                    <a:pt x="35157" y="52976"/>
                  </a:cubicBezTo>
                  <a:cubicBezTo>
                    <a:pt x="43767" y="50806"/>
                    <a:pt x="54464" y="49702"/>
                    <a:pt x="67246" y="49702"/>
                  </a:cubicBezTo>
                  <a:lnTo>
                    <a:pt x="67246" y="43154"/>
                  </a:lnTo>
                  <a:cubicBezTo>
                    <a:pt x="67246" y="35667"/>
                    <a:pt x="65665" y="30112"/>
                    <a:pt x="62484" y="26525"/>
                  </a:cubicBezTo>
                  <a:cubicBezTo>
                    <a:pt x="59312" y="22920"/>
                    <a:pt x="54693" y="21117"/>
                    <a:pt x="48625" y="21117"/>
                  </a:cubicBezTo>
                  <a:cubicBezTo>
                    <a:pt x="44244" y="21117"/>
                    <a:pt x="40595" y="21614"/>
                    <a:pt x="37681" y="22626"/>
                  </a:cubicBezTo>
                  <a:cubicBezTo>
                    <a:pt x="34757" y="23637"/>
                    <a:pt x="32223" y="24778"/>
                    <a:pt x="30061" y="26047"/>
                  </a:cubicBezTo>
                  <a:cubicBezTo>
                    <a:pt x="27908" y="27316"/>
                    <a:pt x="25918" y="28439"/>
                    <a:pt x="24098" y="29450"/>
                  </a:cubicBezTo>
                  <a:cubicBezTo>
                    <a:pt x="22269" y="30461"/>
                    <a:pt x="20260" y="30977"/>
                    <a:pt x="18069" y="30977"/>
                  </a:cubicBezTo>
                  <a:cubicBezTo>
                    <a:pt x="16250" y="30977"/>
                    <a:pt x="14678" y="30498"/>
                    <a:pt x="13363" y="29560"/>
                  </a:cubicBezTo>
                  <a:cubicBezTo>
                    <a:pt x="12040" y="28622"/>
                    <a:pt x="10982" y="27463"/>
                    <a:pt x="10182" y="26102"/>
                  </a:cubicBezTo>
                  <a:lnTo>
                    <a:pt x="5248" y="17548"/>
                  </a:lnTo>
                  <a:cubicBezTo>
                    <a:pt x="18183" y="5850"/>
                    <a:pt x="33776" y="0"/>
                    <a:pt x="52026" y="0"/>
                  </a:cubicBezTo>
                  <a:cubicBezTo>
                    <a:pt x="58598" y="0"/>
                    <a:pt x="64456" y="1067"/>
                    <a:pt x="69609" y="3182"/>
                  </a:cubicBezTo>
                  <a:cubicBezTo>
                    <a:pt x="74752" y="5316"/>
                    <a:pt x="79115" y="8277"/>
                    <a:pt x="82696" y="12067"/>
                  </a:cubicBezTo>
                  <a:cubicBezTo>
                    <a:pt x="86268" y="15856"/>
                    <a:pt x="88992" y="20399"/>
                    <a:pt x="90859" y="25660"/>
                  </a:cubicBezTo>
                  <a:cubicBezTo>
                    <a:pt x="92716" y="30940"/>
                    <a:pt x="93650" y="36716"/>
                    <a:pt x="93650" y="42988"/>
                  </a:cubicBezTo>
                  <a:lnTo>
                    <a:pt x="93650" y="113182"/>
                  </a:lnTo>
                  <a:close/>
                  <a:moveTo>
                    <a:pt x="41072" y="96498"/>
                  </a:moveTo>
                  <a:cubicBezTo>
                    <a:pt x="43844" y="96498"/>
                    <a:pt x="46406" y="96240"/>
                    <a:pt x="48739" y="95743"/>
                  </a:cubicBezTo>
                  <a:cubicBezTo>
                    <a:pt x="51073" y="95247"/>
                    <a:pt x="53283" y="94511"/>
                    <a:pt x="55369" y="93518"/>
                  </a:cubicBezTo>
                  <a:cubicBezTo>
                    <a:pt x="57445" y="92525"/>
                    <a:pt x="59455" y="91292"/>
                    <a:pt x="61389" y="89839"/>
                  </a:cubicBezTo>
                  <a:cubicBezTo>
                    <a:pt x="63322" y="88386"/>
                    <a:pt x="65275" y="86657"/>
                    <a:pt x="67246" y="84670"/>
                  </a:cubicBezTo>
                  <a:lnTo>
                    <a:pt x="67246" y="66055"/>
                  </a:lnTo>
                  <a:cubicBezTo>
                    <a:pt x="59360" y="66055"/>
                    <a:pt x="52778" y="66551"/>
                    <a:pt x="47482" y="67545"/>
                  </a:cubicBezTo>
                  <a:cubicBezTo>
                    <a:pt x="42177" y="68520"/>
                    <a:pt x="37929" y="69770"/>
                    <a:pt x="34719" y="71297"/>
                  </a:cubicBezTo>
                  <a:cubicBezTo>
                    <a:pt x="31499" y="72824"/>
                    <a:pt x="29223" y="74608"/>
                    <a:pt x="27870" y="76650"/>
                  </a:cubicBezTo>
                  <a:cubicBezTo>
                    <a:pt x="26518" y="78673"/>
                    <a:pt x="25851" y="80899"/>
                    <a:pt x="25851" y="83291"/>
                  </a:cubicBezTo>
                  <a:cubicBezTo>
                    <a:pt x="25851" y="88018"/>
                    <a:pt x="27251" y="91402"/>
                    <a:pt x="30061" y="93444"/>
                  </a:cubicBezTo>
                  <a:cubicBezTo>
                    <a:pt x="32871" y="95486"/>
                    <a:pt x="36547" y="96498"/>
                    <a:pt x="41072" y="9649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50" name="Google Shape;2850;p90"/>
            <p:cNvSpPr/>
            <p:nvPr/>
          </p:nvSpPr>
          <p:spPr>
            <a:xfrm>
              <a:off x="7584986" y="3668000"/>
              <a:ext cx="76571" cy="146861"/>
            </a:xfrm>
            <a:custGeom>
              <a:avLst/>
              <a:gdLst/>
              <a:ahLst/>
              <a:cxnLst/>
              <a:rect l="l" t="t" r="r" b="b"/>
              <a:pathLst>
                <a:path w="76571" h="146861" extrusionOk="0">
                  <a:moveTo>
                    <a:pt x="47110" y="146861"/>
                  </a:moveTo>
                  <a:cubicBezTo>
                    <a:pt x="37395" y="146861"/>
                    <a:pt x="29908" y="144138"/>
                    <a:pt x="24651" y="138676"/>
                  </a:cubicBezTo>
                  <a:cubicBezTo>
                    <a:pt x="19402" y="133230"/>
                    <a:pt x="16764" y="125707"/>
                    <a:pt x="16764" y="116106"/>
                  </a:cubicBezTo>
                  <a:lnTo>
                    <a:pt x="16764" y="54042"/>
                  </a:lnTo>
                  <a:lnTo>
                    <a:pt x="5372" y="54042"/>
                  </a:lnTo>
                  <a:cubicBezTo>
                    <a:pt x="3915" y="54042"/>
                    <a:pt x="2657" y="53565"/>
                    <a:pt x="1591" y="52626"/>
                  </a:cubicBezTo>
                  <a:cubicBezTo>
                    <a:pt x="533" y="51688"/>
                    <a:pt x="0" y="50290"/>
                    <a:pt x="0" y="48414"/>
                  </a:cubicBezTo>
                  <a:lnTo>
                    <a:pt x="0" y="37800"/>
                  </a:lnTo>
                  <a:lnTo>
                    <a:pt x="18078" y="34876"/>
                  </a:lnTo>
                  <a:lnTo>
                    <a:pt x="23774" y="4543"/>
                  </a:lnTo>
                  <a:cubicBezTo>
                    <a:pt x="24070" y="3108"/>
                    <a:pt x="24746" y="1986"/>
                    <a:pt x="25803" y="1195"/>
                  </a:cubicBezTo>
                  <a:cubicBezTo>
                    <a:pt x="26861" y="386"/>
                    <a:pt x="28194" y="0"/>
                    <a:pt x="29794" y="0"/>
                  </a:cubicBezTo>
                  <a:lnTo>
                    <a:pt x="43824" y="0"/>
                  </a:lnTo>
                  <a:lnTo>
                    <a:pt x="43824" y="34986"/>
                  </a:lnTo>
                  <a:lnTo>
                    <a:pt x="73390" y="34986"/>
                  </a:lnTo>
                  <a:lnTo>
                    <a:pt x="73390" y="54042"/>
                  </a:lnTo>
                  <a:lnTo>
                    <a:pt x="43824" y="54042"/>
                  </a:lnTo>
                  <a:lnTo>
                    <a:pt x="43824" y="114266"/>
                  </a:lnTo>
                  <a:cubicBezTo>
                    <a:pt x="43824" y="117725"/>
                    <a:pt x="44701" y="120429"/>
                    <a:pt x="46444" y="122378"/>
                  </a:cubicBezTo>
                  <a:cubicBezTo>
                    <a:pt x="48206" y="124328"/>
                    <a:pt x="50540" y="125302"/>
                    <a:pt x="53464" y="125302"/>
                  </a:cubicBezTo>
                  <a:cubicBezTo>
                    <a:pt x="55131" y="125302"/>
                    <a:pt x="56550" y="125101"/>
                    <a:pt x="57674" y="124714"/>
                  </a:cubicBezTo>
                  <a:cubicBezTo>
                    <a:pt x="58807" y="124310"/>
                    <a:pt x="59798" y="123905"/>
                    <a:pt x="60636" y="123463"/>
                  </a:cubicBezTo>
                  <a:cubicBezTo>
                    <a:pt x="61465" y="123040"/>
                    <a:pt x="62227" y="122617"/>
                    <a:pt x="62884" y="122212"/>
                  </a:cubicBezTo>
                  <a:cubicBezTo>
                    <a:pt x="63532" y="121826"/>
                    <a:pt x="64198" y="121624"/>
                    <a:pt x="64856" y="121624"/>
                  </a:cubicBezTo>
                  <a:cubicBezTo>
                    <a:pt x="65656" y="121624"/>
                    <a:pt x="66313" y="121826"/>
                    <a:pt x="66827" y="122212"/>
                  </a:cubicBezTo>
                  <a:cubicBezTo>
                    <a:pt x="67332" y="122617"/>
                    <a:pt x="67875" y="123206"/>
                    <a:pt x="68466" y="124015"/>
                  </a:cubicBezTo>
                  <a:lnTo>
                    <a:pt x="76571" y="137001"/>
                  </a:lnTo>
                  <a:cubicBezTo>
                    <a:pt x="72628" y="140257"/>
                    <a:pt x="68104" y="142704"/>
                    <a:pt x="62989" y="144378"/>
                  </a:cubicBezTo>
                  <a:cubicBezTo>
                    <a:pt x="57883" y="146033"/>
                    <a:pt x="52587" y="146861"/>
                    <a:pt x="47110" y="146861"/>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51" name="Google Shape;2851;p90"/>
            <p:cNvSpPr/>
            <p:nvPr/>
          </p:nvSpPr>
          <p:spPr>
            <a:xfrm>
              <a:off x="7674368" y="3699950"/>
              <a:ext cx="93649" cy="114910"/>
            </a:xfrm>
            <a:custGeom>
              <a:avLst/>
              <a:gdLst/>
              <a:ahLst/>
              <a:cxnLst/>
              <a:rect l="l" t="t" r="r" b="b"/>
              <a:pathLst>
                <a:path w="93649" h="114910" extrusionOk="0">
                  <a:moveTo>
                    <a:pt x="93650" y="113182"/>
                  </a:moveTo>
                  <a:lnTo>
                    <a:pt x="81496" y="113182"/>
                  </a:lnTo>
                  <a:cubicBezTo>
                    <a:pt x="78934" y="113182"/>
                    <a:pt x="76924" y="112795"/>
                    <a:pt x="75476" y="112041"/>
                  </a:cubicBezTo>
                  <a:cubicBezTo>
                    <a:pt x="74009" y="111287"/>
                    <a:pt x="72914" y="109742"/>
                    <a:pt x="72180" y="107442"/>
                  </a:cubicBezTo>
                  <a:lnTo>
                    <a:pt x="69770" y="99533"/>
                  </a:lnTo>
                  <a:cubicBezTo>
                    <a:pt x="66932" y="102053"/>
                    <a:pt x="64141" y="104279"/>
                    <a:pt x="61389" y="106191"/>
                  </a:cubicBezTo>
                  <a:cubicBezTo>
                    <a:pt x="58655" y="108104"/>
                    <a:pt x="55826" y="109705"/>
                    <a:pt x="52911" y="111011"/>
                  </a:cubicBezTo>
                  <a:cubicBezTo>
                    <a:pt x="49987" y="112317"/>
                    <a:pt x="46882" y="113292"/>
                    <a:pt x="43596" y="113936"/>
                  </a:cubicBezTo>
                  <a:cubicBezTo>
                    <a:pt x="40310" y="114579"/>
                    <a:pt x="36662" y="114911"/>
                    <a:pt x="32642" y="114911"/>
                  </a:cubicBezTo>
                  <a:cubicBezTo>
                    <a:pt x="27899" y="114911"/>
                    <a:pt x="23517" y="114266"/>
                    <a:pt x="19498" y="113016"/>
                  </a:cubicBezTo>
                  <a:cubicBezTo>
                    <a:pt x="15478" y="111747"/>
                    <a:pt x="12030" y="109833"/>
                    <a:pt x="9144" y="107314"/>
                  </a:cubicBezTo>
                  <a:cubicBezTo>
                    <a:pt x="6258" y="104775"/>
                    <a:pt x="4020" y="101612"/>
                    <a:pt x="2410" y="97859"/>
                  </a:cubicBezTo>
                  <a:cubicBezTo>
                    <a:pt x="800" y="94088"/>
                    <a:pt x="0" y="89692"/>
                    <a:pt x="0" y="84707"/>
                  </a:cubicBezTo>
                  <a:cubicBezTo>
                    <a:pt x="0" y="80494"/>
                    <a:pt x="1105" y="76356"/>
                    <a:pt x="3343" y="72254"/>
                  </a:cubicBezTo>
                  <a:cubicBezTo>
                    <a:pt x="5562" y="68170"/>
                    <a:pt x="9277" y="64473"/>
                    <a:pt x="14459" y="61180"/>
                  </a:cubicBezTo>
                  <a:cubicBezTo>
                    <a:pt x="19650" y="57870"/>
                    <a:pt x="26546" y="55147"/>
                    <a:pt x="35166" y="52976"/>
                  </a:cubicBezTo>
                  <a:cubicBezTo>
                    <a:pt x="43777" y="50806"/>
                    <a:pt x="54473" y="49702"/>
                    <a:pt x="67256" y="49702"/>
                  </a:cubicBezTo>
                  <a:lnTo>
                    <a:pt x="67256" y="43154"/>
                  </a:lnTo>
                  <a:cubicBezTo>
                    <a:pt x="67256" y="35667"/>
                    <a:pt x="65675" y="30112"/>
                    <a:pt x="62494" y="26525"/>
                  </a:cubicBezTo>
                  <a:cubicBezTo>
                    <a:pt x="59322" y="22920"/>
                    <a:pt x="54693" y="21117"/>
                    <a:pt x="48635" y="21117"/>
                  </a:cubicBezTo>
                  <a:cubicBezTo>
                    <a:pt x="44253" y="21117"/>
                    <a:pt x="40605" y="21614"/>
                    <a:pt x="37681" y="22626"/>
                  </a:cubicBezTo>
                  <a:cubicBezTo>
                    <a:pt x="34766" y="23637"/>
                    <a:pt x="32223" y="24778"/>
                    <a:pt x="30061" y="26047"/>
                  </a:cubicBezTo>
                  <a:cubicBezTo>
                    <a:pt x="27918" y="27316"/>
                    <a:pt x="25927" y="28439"/>
                    <a:pt x="24098" y="29450"/>
                  </a:cubicBezTo>
                  <a:cubicBezTo>
                    <a:pt x="22269" y="30461"/>
                    <a:pt x="20260" y="30977"/>
                    <a:pt x="18078" y="30977"/>
                  </a:cubicBezTo>
                  <a:cubicBezTo>
                    <a:pt x="16250" y="30977"/>
                    <a:pt x="14678" y="30498"/>
                    <a:pt x="13363" y="29560"/>
                  </a:cubicBezTo>
                  <a:cubicBezTo>
                    <a:pt x="12049" y="28622"/>
                    <a:pt x="10982" y="27463"/>
                    <a:pt x="10182" y="26102"/>
                  </a:cubicBezTo>
                  <a:lnTo>
                    <a:pt x="5258" y="17548"/>
                  </a:lnTo>
                  <a:cubicBezTo>
                    <a:pt x="18183" y="5850"/>
                    <a:pt x="33776" y="0"/>
                    <a:pt x="52026" y="0"/>
                  </a:cubicBezTo>
                  <a:cubicBezTo>
                    <a:pt x="58607" y="0"/>
                    <a:pt x="64465" y="1067"/>
                    <a:pt x="69618" y="3182"/>
                  </a:cubicBezTo>
                  <a:cubicBezTo>
                    <a:pt x="74762" y="5316"/>
                    <a:pt x="79124" y="8277"/>
                    <a:pt x="82705" y="12067"/>
                  </a:cubicBezTo>
                  <a:cubicBezTo>
                    <a:pt x="86277" y="15856"/>
                    <a:pt x="89002" y="20399"/>
                    <a:pt x="90859" y="25660"/>
                  </a:cubicBezTo>
                  <a:cubicBezTo>
                    <a:pt x="92726" y="30940"/>
                    <a:pt x="93650" y="36716"/>
                    <a:pt x="93650" y="42988"/>
                  </a:cubicBezTo>
                  <a:lnTo>
                    <a:pt x="93650" y="113182"/>
                  </a:lnTo>
                  <a:close/>
                  <a:moveTo>
                    <a:pt x="41081" y="96498"/>
                  </a:moveTo>
                  <a:cubicBezTo>
                    <a:pt x="43853" y="96498"/>
                    <a:pt x="46406" y="96240"/>
                    <a:pt x="48739" y="95743"/>
                  </a:cubicBezTo>
                  <a:cubicBezTo>
                    <a:pt x="51073" y="95247"/>
                    <a:pt x="53292" y="94511"/>
                    <a:pt x="55378" y="93518"/>
                  </a:cubicBezTo>
                  <a:cubicBezTo>
                    <a:pt x="57445" y="92525"/>
                    <a:pt x="59455" y="91292"/>
                    <a:pt x="61389" y="89839"/>
                  </a:cubicBezTo>
                  <a:cubicBezTo>
                    <a:pt x="63332" y="88386"/>
                    <a:pt x="65284" y="86657"/>
                    <a:pt x="67256" y="84670"/>
                  </a:cubicBezTo>
                  <a:lnTo>
                    <a:pt x="67256" y="66055"/>
                  </a:lnTo>
                  <a:cubicBezTo>
                    <a:pt x="59369" y="66055"/>
                    <a:pt x="52778" y="66551"/>
                    <a:pt x="47492" y="67545"/>
                  </a:cubicBezTo>
                  <a:cubicBezTo>
                    <a:pt x="42186" y="68520"/>
                    <a:pt x="37938" y="69770"/>
                    <a:pt x="34728" y="71297"/>
                  </a:cubicBezTo>
                  <a:cubicBezTo>
                    <a:pt x="31509" y="72824"/>
                    <a:pt x="29232" y="74608"/>
                    <a:pt x="27880" y="76650"/>
                  </a:cubicBezTo>
                  <a:cubicBezTo>
                    <a:pt x="26518" y="78673"/>
                    <a:pt x="25851" y="80899"/>
                    <a:pt x="25851" y="83291"/>
                  </a:cubicBezTo>
                  <a:cubicBezTo>
                    <a:pt x="25851" y="88018"/>
                    <a:pt x="27251" y="91402"/>
                    <a:pt x="30061" y="93444"/>
                  </a:cubicBezTo>
                  <a:cubicBezTo>
                    <a:pt x="32871" y="95486"/>
                    <a:pt x="36547" y="96498"/>
                    <a:pt x="41081" y="96498"/>
                  </a:cubicBezTo>
                  <a:close/>
                </a:path>
              </a:pathLst>
            </a:custGeom>
            <a:solidFill>
              <a:srgbClr val="000000"/>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52" name="Google Shape;2852;p90"/>
            <p:cNvSpPr/>
            <p:nvPr/>
          </p:nvSpPr>
          <p:spPr>
            <a:xfrm>
              <a:off x="3505200" y="3024018"/>
              <a:ext cx="685491" cy="765910"/>
            </a:xfrm>
            <a:custGeom>
              <a:avLst/>
              <a:gdLst/>
              <a:ahLst/>
              <a:cxnLst/>
              <a:rect l="l" t="t" r="r" b="b"/>
              <a:pathLst>
                <a:path w="685491" h="765910" extrusionOk="0">
                  <a:moveTo>
                    <a:pt x="658536" y="171946"/>
                  </a:moveTo>
                  <a:lnTo>
                    <a:pt x="369701" y="7096"/>
                  </a:lnTo>
                  <a:cubicBezTo>
                    <a:pt x="353124" y="-2365"/>
                    <a:pt x="332367" y="-2365"/>
                    <a:pt x="315790" y="7096"/>
                  </a:cubicBezTo>
                  <a:lnTo>
                    <a:pt x="26956" y="171946"/>
                  </a:lnTo>
                  <a:cubicBezTo>
                    <a:pt x="10378" y="181408"/>
                    <a:pt x="0" y="199132"/>
                    <a:pt x="0" y="218056"/>
                  </a:cubicBezTo>
                  <a:lnTo>
                    <a:pt x="0" y="547888"/>
                  </a:lnTo>
                  <a:cubicBezTo>
                    <a:pt x="0" y="566812"/>
                    <a:pt x="10378" y="584537"/>
                    <a:pt x="26956" y="593998"/>
                  </a:cubicBezTo>
                  <a:lnTo>
                    <a:pt x="315790" y="758848"/>
                  </a:lnTo>
                  <a:cubicBezTo>
                    <a:pt x="324146" y="763646"/>
                    <a:pt x="333446" y="765911"/>
                    <a:pt x="342746" y="765911"/>
                  </a:cubicBezTo>
                  <a:cubicBezTo>
                    <a:pt x="352046" y="765911"/>
                    <a:pt x="361345" y="763512"/>
                    <a:pt x="369701" y="758848"/>
                  </a:cubicBezTo>
                  <a:lnTo>
                    <a:pt x="658536" y="593998"/>
                  </a:lnTo>
                  <a:cubicBezTo>
                    <a:pt x="675113" y="584537"/>
                    <a:pt x="685491" y="566812"/>
                    <a:pt x="685491" y="547888"/>
                  </a:cubicBezTo>
                  <a:lnTo>
                    <a:pt x="685491" y="218056"/>
                  </a:lnTo>
                  <a:cubicBezTo>
                    <a:pt x="685491" y="199132"/>
                    <a:pt x="675113" y="181408"/>
                    <a:pt x="658536" y="171946"/>
                  </a:cubicBezTo>
                  <a:close/>
                  <a:moveTo>
                    <a:pt x="631579" y="547888"/>
                  </a:moveTo>
                  <a:lnTo>
                    <a:pt x="342746" y="712738"/>
                  </a:lnTo>
                  <a:lnTo>
                    <a:pt x="53912" y="547888"/>
                  </a:lnTo>
                  <a:lnTo>
                    <a:pt x="53912" y="218056"/>
                  </a:lnTo>
                  <a:lnTo>
                    <a:pt x="342746" y="53206"/>
                  </a:lnTo>
                  <a:lnTo>
                    <a:pt x="631579" y="218056"/>
                  </a:lnTo>
                  <a:lnTo>
                    <a:pt x="631579" y="547888"/>
                  </a:lnTo>
                  <a:close/>
                </a:path>
              </a:pathLst>
            </a:custGeom>
            <a:solidFill>
              <a:srgbClr val="29B5E8"/>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sp>
          <p:nvSpPr>
            <p:cNvPr id="2853" name="Google Shape;2853;p90"/>
            <p:cNvSpPr/>
            <p:nvPr/>
          </p:nvSpPr>
          <p:spPr>
            <a:xfrm>
              <a:off x="3587954" y="3212755"/>
              <a:ext cx="519981" cy="410458"/>
            </a:xfrm>
            <a:custGeom>
              <a:avLst/>
              <a:gdLst/>
              <a:ahLst/>
              <a:cxnLst/>
              <a:rect l="l" t="t" r="r" b="b"/>
              <a:pathLst>
                <a:path w="519981" h="410458" extrusionOk="0">
                  <a:moveTo>
                    <a:pt x="259991" y="0"/>
                  </a:moveTo>
                  <a:cubicBezTo>
                    <a:pt x="152976" y="0"/>
                    <a:pt x="64964" y="82225"/>
                    <a:pt x="57146" y="186172"/>
                  </a:cubicBezTo>
                  <a:lnTo>
                    <a:pt x="16848" y="186172"/>
                  </a:lnTo>
                  <a:cubicBezTo>
                    <a:pt x="7548" y="186172"/>
                    <a:pt x="0" y="193635"/>
                    <a:pt x="0" y="202830"/>
                  </a:cubicBezTo>
                  <a:cubicBezTo>
                    <a:pt x="0" y="212026"/>
                    <a:pt x="7548" y="219489"/>
                    <a:pt x="16848" y="219489"/>
                  </a:cubicBezTo>
                  <a:lnTo>
                    <a:pt x="140306" y="219489"/>
                  </a:lnTo>
                  <a:cubicBezTo>
                    <a:pt x="143945" y="244142"/>
                    <a:pt x="155132" y="267731"/>
                    <a:pt x="174271" y="286654"/>
                  </a:cubicBezTo>
                  <a:cubicBezTo>
                    <a:pt x="197857" y="309976"/>
                    <a:pt x="228856" y="321703"/>
                    <a:pt x="259991" y="321703"/>
                  </a:cubicBezTo>
                  <a:cubicBezTo>
                    <a:pt x="275086" y="321703"/>
                    <a:pt x="290181" y="318905"/>
                    <a:pt x="304333" y="313441"/>
                  </a:cubicBezTo>
                  <a:lnTo>
                    <a:pt x="311746" y="320771"/>
                  </a:lnTo>
                  <a:lnTo>
                    <a:pt x="387897" y="396465"/>
                  </a:lnTo>
                  <a:cubicBezTo>
                    <a:pt x="397062" y="405528"/>
                    <a:pt x="409192" y="410458"/>
                    <a:pt x="422131" y="410458"/>
                  </a:cubicBezTo>
                  <a:cubicBezTo>
                    <a:pt x="435070" y="410458"/>
                    <a:pt x="447200" y="405528"/>
                    <a:pt x="456231" y="396465"/>
                  </a:cubicBezTo>
                  <a:lnTo>
                    <a:pt x="457174" y="395532"/>
                  </a:lnTo>
                  <a:cubicBezTo>
                    <a:pt x="476044" y="376875"/>
                    <a:pt x="476044" y="346624"/>
                    <a:pt x="457174" y="327967"/>
                  </a:cubicBezTo>
                  <a:lnTo>
                    <a:pt x="381158" y="252405"/>
                  </a:lnTo>
                  <a:lnTo>
                    <a:pt x="373206" y="244543"/>
                  </a:lnTo>
                  <a:cubicBezTo>
                    <a:pt x="376306" y="236547"/>
                    <a:pt x="378463" y="228150"/>
                    <a:pt x="379675" y="219622"/>
                  </a:cubicBezTo>
                  <a:lnTo>
                    <a:pt x="503134" y="219622"/>
                  </a:lnTo>
                  <a:cubicBezTo>
                    <a:pt x="512434" y="219622"/>
                    <a:pt x="519981" y="212159"/>
                    <a:pt x="519981" y="202963"/>
                  </a:cubicBezTo>
                  <a:cubicBezTo>
                    <a:pt x="519981" y="193768"/>
                    <a:pt x="512434" y="186305"/>
                    <a:pt x="503134" y="186305"/>
                  </a:cubicBezTo>
                  <a:lnTo>
                    <a:pt x="462834" y="186305"/>
                  </a:lnTo>
                  <a:cubicBezTo>
                    <a:pt x="455017" y="82358"/>
                    <a:pt x="367141" y="133"/>
                    <a:pt x="259991" y="133"/>
                  </a:cubicBezTo>
                  <a:lnTo>
                    <a:pt x="259991" y="0"/>
                  </a:lnTo>
                  <a:close/>
                  <a:moveTo>
                    <a:pt x="198127" y="263200"/>
                  </a:moveTo>
                  <a:cubicBezTo>
                    <a:pt x="164027" y="229483"/>
                    <a:pt x="164027" y="174578"/>
                    <a:pt x="198127" y="140862"/>
                  </a:cubicBezTo>
                  <a:cubicBezTo>
                    <a:pt x="214704" y="124470"/>
                    <a:pt x="236674" y="115542"/>
                    <a:pt x="259991" y="115542"/>
                  </a:cubicBezTo>
                  <a:cubicBezTo>
                    <a:pt x="283308" y="115542"/>
                    <a:pt x="305276" y="124604"/>
                    <a:pt x="321855" y="140862"/>
                  </a:cubicBezTo>
                  <a:cubicBezTo>
                    <a:pt x="338433" y="157253"/>
                    <a:pt x="347463" y="178843"/>
                    <a:pt x="347463" y="202031"/>
                  </a:cubicBezTo>
                  <a:cubicBezTo>
                    <a:pt x="347463" y="225219"/>
                    <a:pt x="338433" y="246808"/>
                    <a:pt x="321855" y="263200"/>
                  </a:cubicBezTo>
                  <a:cubicBezTo>
                    <a:pt x="287755" y="296916"/>
                    <a:pt x="232226" y="296916"/>
                    <a:pt x="198127" y="263200"/>
                  </a:cubicBezTo>
                  <a:close/>
                  <a:moveTo>
                    <a:pt x="433452" y="351554"/>
                  </a:moveTo>
                  <a:cubicBezTo>
                    <a:pt x="439113" y="357151"/>
                    <a:pt x="439113" y="366347"/>
                    <a:pt x="433452" y="371944"/>
                  </a:cubicBezTo>
                  <a:lnTo>
                    <a:pt x="432374" y="373010"/>
                  </a:lnTo>
                  <a:cubicBezTo>
                    <a:pt x="429544" y="375809"/>
                    <a:pt x="425771" y="377275"/>
                    <a:pt x="422131" y="377275"/>
                  </a:cubicBezTo>
                  <a:cubicBezTo>
                    <a:pt x="418493" y="377275"/>
                    <a:pt x="414718" y="375809"/>
                    <a:pt x="411888" y="373010"/>
                  </a:cubicBezTo>
                  <a:lnTo>
                    <a:pt x="335737" y="297315"/>
                  </a:lnTo>
                  <a:lnTo>
                    <a:pt x="357436" y="275860"/>
                  </a:lnTo>
                  <a:lnTo>
                    <a:pt x="433588" y="351421"/>
                  </a:lnTo>
                  <a:lnTo>
                    <a:pt x="433452" y="351554"/>
                  </a:lnTo>
                  <a:close/>
                  <a:moveTo>
                    <a:pt x="379945" y="186305"/>
                  </a:moveTo>
                  <a:cubicBezTo>
                    <a:pt x="376441" y="160318"/>
                    <a:pt x="364715" y="136197"/>
                    <a:pt x="345576" y="117407"/>
                  </a:cubicBezTo>
                  <a:cubicBezTo>
                    <a:pt x="322663" y="94751"/>
                    <a:pt x="292203" y="82358"/>
                    <a:pt x="259856" y="82358"/>
                  </a:cubicBezTo>
                  <a:cubicBezTo>
                    <a:pt x="227509" y="82358"/>
                    <a:pt x="197049" y="94885"/>
                    <a:pt x="174136" y="117407"/>
                  </a:cubicBezTo>
                  <a:cubicBezTo>
                    <a:pt x="154593" y="136730"/>
                    <a:pt x="143271" y="161118"/>
                    <a:pt x="139901" y="186305"/>
                  </a:cubicBezTo>
                  <a:lnTo>
                    <a:pt x="90707" y="186305"/>
                  </a:lnTo>
                  <a:cubicBezTo>
                    <a:pt x="98524" y="100749"/>
                    <a:pt x="171305" y="33450"/>
                    <a:pt x="259856" y="33450"/>
                  </a:cubicBezTo>
                  <a:cubicBezTo>
                    <a:pt x="348407" y="33450"/>
                    <a:pt x="420783" y="100349"/>
                    <a:pt x="429005" y="186305"/>
                  </a:cubicBezTo>
                  <a:lnTo>
                    <a:pt x="379811" y="186305"/>
                  </a:lnTo>
                  <a:lnTo>
                    <a:pt x="379945" y="186305"/>
                  </a:lnTo>
                  <a:close/>
                </a:path>
              </a:pathLst>
            </a:custGeom>
            <a:solidFill>
              <a:srgbClr val="29B5E8"/>
            </a:solidFill>
            <a:ln>
              <a:noFill/>
            </a:ln>
          </p:spPr>
          <p:txBody>
            <a:bodyPr spcFirstLastPara="1" wrap="square" lIns="29450" tIns="14725" rIns="29450" bIns="14725" anchor="ctr" anchorCtr="0">
              <a:noAutofit/>
            </a:bodyPr>
            <a:lstStyle/>
            <a:p>
              <a:pPr marL="0" marR="0" lvl="0" indent="0" algn="l" rtl="0">
                <a:spcBef>
                  <a:spcPts val="0"/>
                </a:spcBef>
                <a:spcAft>
                  <a:spcPts val="0"/>
                </a:spcAft>
                <a:buNone/>
              </a:pPr>
              <a:endParaRPr sz="601">
                <a:solidFill>
                  <a:srgbClr val="262626"/>
                </a:solidFill>
                <a:latin typeface="Arial"/>
                <a:ea typeface="Arial"/>
                <a:cs typeface="Arial"/>
                <a:sym typeface="Arial"/>
              </a:endParaRPr>
            </a:p>
          </p:txBody>
        </p:sp>
      </p:grpSp>
      <p:sp>
        <p:nvSpPr>
          <p:cNvPr id="2854" name="Google Shape;2854;p90"/>
          <p:cNvSpPr txBox="1"/>
          <p:nvPr/>
        </p:nvSpPr>
        <p:spPr>
          <a:xfrm>
            <a:off x="5053986" y="2375421"/>
            <a:ext cx="3003000" cy="179700"/>
          </a:xfrm>
          <a:prstGeom prst="rect">
            <a:avLst/>
          </a:prstGeom>
          <a:solidFill>
            <a:srgbClr val="FFFFFF"/>
          </a:solidFill>
          <a:ln>
            <a:noFill/>
          </a:ln>
        </p:spPr>
        <p:txBody>
          <a:bodyPr spcFirstLastPara="1" wrap="square" lIns="0" tIns="19950" rIns="0" bIns="0" anchor="t" anchorCtr="0">
            <a:noAutofit/>
          </a:bodyPr>
          <a:lstStyle/>
          <a:p>
            <a:pPr marL="0" lvl="0" indent="0" algn="l" rtl="0">
              <a:spcBef>
                <a:spcPts val="0"/>
              </a:spcBef>
              <a:spcAft>
                <a:spcPts val="0"/>
              </a:spcAft>
              <a:buNone/>
            </a:pPr>
            <a:r>
              <a:rPr lang="en" sz="655" b="1">
                <a:solidFill>
                  <a:srgbClr val="262626"/>
                </a:solidFill>
                <a:latin typeface="Lato"/>
                <a:ea typeface="Lato"/>
                <a:cs typeface="Lato"/>
                <a:sym typeface="Lato"/>
              </a:rPr>
              <a:t>The Universal AI Catalog: Context and Governance for AI Over All Data</a:t>
            </a:r>
            <a:endParaRPr sz="655" b="1">
              <a:solidFill>
                <a:srgbClr val="262626"/>
              </a:solidFill>
              <a:latin typeface="Lato"/>
              <a:ea typeface="Lato"/>
              <a:cs typeface="Lato"/>
              <a:sym typeface="Lato"/>
            </a:endParaRPr>
          </a:p>
        </p:txBody>
      </p:sp>
      <p:sp>
        <p:nvSpPr>
          <p:cNvPr id="2856" name="Google Shape;2856;p90"/>
          <p:cNvSpPr/>
          <p:nvPr/>
        </p:nvSpPr>
        <p:spPr>
          <a:xfrm>
            <a:off x="0" y="343500"/>
            <a:ext cx="137100" cy="1051200"/>
          </a:xfrm>
          <a:prstGeom prst="rect">
            <a:avLst/>
          </a:prstGeom>
          <a:solidFill>
            <a:srgbClr val="29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57" name="Google Shape;2857;p90"/>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2.22.26</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685"/>
        <p:cNvGrpSpPr/>
        <p:nvPr/>
      </p:nvGrpSpPr>
      <p:grpSpPr>
        <a:xfrm>
          <a:off x="0" y="0"/>
          <a:ext cx="0" cy="0"/>
          <a:chOff x="0" y="0"/>
          <a:chExt cx="0" cy="0"/>
        </a:xfrm>
      </p:grpSpPr>
      <p:sp>
        <p:nvSpPr>
          <p:cNvPr id="3" name="Title 2">
            <a:extLst>
              <a:ext uri="{FF2B5EF4-FFF2-40B4-BE49-F238E27FC236}">
                <a16:creationId xmlns:a16="http://schemas.microsoft.com/office/drawing/2014/main" id="{424E13B0-CBA5-E015-F630-35A7363E8C61}"/>
              </a:ext>
            </a:extLst>
          </p:cNvPr>
          <p:cNvSpPr>
            <a:spLocks noGrp="1"/>
          </p:cNvSpPr>
          <p:nvPr>
            <p:ph type="ctrTitle"/>
          </p:nvPr>
        </p:nvSpPr>
        <p:spPr/>
        <p:txBody>
          <a:bodyPr/>
          <a:lstStyle/>
          <a:p>
            <a:r>
              <a:rPr lang="en-US" dirty="0"/>
              <a:t>LOGOS</a:t>
            </a:r>
            <a:br>
              <a:rPr lang="en-US" dirty="0"/>
            </a:br>
            <a:r>
              <a:rPr lang="en-US" dirty="0">
                <a:solidFill>
                  <a:schemeClr val="accent1"/>
                </a:solidFill>
              </a:rPr>
              <a:t>And ICONS</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690"/>
        <p:cNvGrpSpPr/>
        <p:nvPr/>
      </p:nvGrpSpPr>
      <p:grpSpPr>
        <a:xfrm>
          <a:off x="0" y="0"/>
          <a:ext cx="0" cy="0"/>
          <a:chOff x="0" y="0"/>
          <a:chExt cx="0" cy="0"/>
        </a:xfrm>
      </p:grpSpPr>
      <p:sp>
        <p:nvSpPr>
          <p:cNvPr id="1691" name="Google Shape;1691;p104"/>
          <p:cNvSpPr/>
          <p:nvPr/>
        </p:nvSpPr>
        <p:spPr>
          <a:xfrm>
            <a:off x="4572000" y="0"/>
            <a:ext cx="4572000" cy="51435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104"/>
          <p:cNvSpPr txBox="1">
            <a:spLocks noGrp="1"/>
          </p:cNvSpPr>
          <p:nvPr>
            <p:ph type="title"/>
          </p:nvPr>
        </p:nvSpPr>
        <p:spPr/>
        <p:txBody>
          <a:bodyPr/>
          <a:lstStyle/>
          <a:p>
            <a:pPr lvl="0"/>
            <a:r>
              <a:rPr lang="en-US" dirty="0"/>
              <a:t>Snowflake Logo &amp; Bug</a:t>
            </a:r>
          </a:p>
        </p:txBody>
      </p:sp>
      <p:pic>
        <p:nvPicPr>
          <p:cNvPr id="3" name="Google Shape;1694;p104">
            <a:extLst>
              <a:ext uri="{FF2B5EF4-FFF2-40B4-BE49-F238E27FC236}">
                <a16:creationId xmlns:a16="http://schemas.microsoft.com/office/drawing/2014/main" id="{59446639-558E-FE3C-7DD3-D0C09A19C8FA}"/>
              </a:ext>
            </a:extLst>
          </p:cNvPr>
          <p:cNvPicPr preferRelativeResize="0"/>
          <p:nvPr/>
        </p:nvPicPr>
        <p:blipFill>
          <a:blip r:embed="rId3">
            <a:alphaModFix/>
          </a:blip>
          <a:stretch>
            <a:fillRect/>
          </a:stretch>
        </p:blipFill>
        <p:spPr>
          <a:xfrm>
            <a:off x="3303120" y="2184377"/>
            <a:ext cx="593610" cy="548640"/>
          </a:xfrm>
          <a:prstGeom prst="rect">
            <a:avLst/>
          </a:prstGeom>
          <a:noFill/>
          <a:ln>
            <a:noFill/>
          </a:ln>
        </p:spPr>
      </p:pic>
      <p:pic>
        <p:nvPicPr>
          <p:cNvPr id="4" name="Google Shape;1695;p104">
            <a:extLst>
              <a:ext uri="{FF2B5EF4-FFF2-40B4-BE49-F238E27FC236}">
                <a16:creationId xmlns:a16="http://schemas.microsoft.com/office/drawing/2014/main" id="{C44A7FAD-A525-3E00-5D1F-A867EFF0DF4B}"/>
              </a:ext>
            </a:extLst>
          </p:cNvPr>
          <p:cNvPicPr preferRelativeResize="0"/>
          <p:nvPr/>
        </p:nvPicPr>
        <p:blipFill>
          <a:blip r:embed="rId4">
            <a:alphaModFix/>
          </a:blip>
          <a:stretch>
            <a:fillRect/>
          </a:stretch>
        </p:blipFill>
        <p:spPr>
          <a:xfrm>
            <a:off x="7944452" y="2184377"/>
            <a:ext cx="604299" cy="548640"/>
          </a:xfrm>
          <a:prstGeom prst="rect">
            <a:avLst/>
          </a:prstGeom>
          <a:noFill/>
          <a:ln>
            <a:noFill/>
          </a:ln>
        </p:spPr>
      </p:pic>
      <p:pic>
        <p:nvPicPr>
          <p:cNvPr id="5" name="Google Shape;1696;p104">
            <a:extLst>
              <a:ext uri="{FF2B5EF4-FFF2-40B4-BE49-F238E27FC236}">
                <a16:creationId xmlns:a16="http://schemas.microsoft.com/office/drawing/2014/main" id="{DD34AC82-CF60-3B8D-645F-D98DC99BE5DA}"/>
              </a:ext>
            </a:extLst>
          </p:cNvPr>
          <p:cNvPicPr preferRelativeResize="0"/>
          <p:nvPr/>
        </p:nvPicPr>
        <p:blipFill>
          <a:blip r:embed="rId5">
            <a:alphaModFix/>
          </a:blip>
          <a:stretch>
            <a:fillRect/>
          </a:stretch>
        </p:blipFill>
        <p:spPr>
          <a:xfrm>
            <a:off x="422097" y="2184378"/>
            <a:ext cx="2253644" cy="548640"/>
          </a:xfrm>
          <a:prstGeom prst="rect">
            <a:avLst/>
          </a:prstGeom>
          <a:noFill/>
          <a:ln>
            <a:noFill/>
          </a:ln>
        </p:spPr>
      </p:pic>
      <p:pic>
        <p:nvPicPr>
          <p:cNvPr id="6" name="Google Shape;1697;p104">
            <a:extLst>
              <a:ext uri="{FF2B5EF4-FFF2-40B4-BE49-F238E27FC236}">
                <a16:creationId xmlns:a16="http://schemas.microsoft.com/office/drawing/2014/main" id="{57329AD4-92AC-CA37-ACCA-8A491D40E60D}"/>
              </a:ext>
            </a:extLst>
          </p:cNvPr>
          <p:cNvPicPr preferRelativeResize="0"/>
          <p:nvPr/>
        </p:nvPicPr>
        <p:blipFill>
          <a:blip r:embed="rId6">
            <a:alphaModFix/>
          </a:blip>
          <a:stretch>
            <a:fillRect/>
          </a:stretch>
        </p:blipFill>
        <p:spPr>
          <a:xfrm>
            <a:off x="4931184" y="2184378"/>
            <a:ext cx="2354580" cy="548640"/>
          </a:xfrm>
          <a:prstGeom prst="rect">
            <a:avLst/>
          </a:prstGeom>
          <a:noFill/>
          <a:ln>
            <a:noFill/>
          </a:ln>
        </p:spPr>
      </p:pic>
      <p:sp>
        <p:nvSpPr>
          <p:cNvPr id="7" name="Google Shape;1698;p104">
            <a:extLst>
              <a:ext uri="{FF2B5EF4-FFF2-40B4-BE49-F238E27FC236}">
                <a16:creationId xmlns:a16="http://schemas.microsoft.com/office/drawing/2014/main" id="{E2969017-12B4-0A48-A27B-EE10A3C7F6E7}"/>
              </a:ext>
            </a:extLst>
          </p:cNvPr>
          <p:cNvSpPr txBox="1">
            <a:spLocks/>
          </p:cNvSpPr>
          <p:nvPr/>
        </p:nvSpPr>
        <p:spPr>
          <a:xfrm>
            <a:off x="368300" y="1289050"/>
            <a:ext cx="4038600" cy="465225"/>
          </a:xfrm>
          <a:prstGeom prst="rect">
            <a:avLst/>
          </a:prstGeom>
        </p:spPr>
        <p:txBody>
          <a:bodyPr spcFirstLastPara="1" vert="horz" wrap="square" lIns="91425" tIns="91425" rIns="91425" bIns="91425" rtlCol="0" anchor="t" anchorCtr="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1000"/>
              </a:spcAft>
              <a:buFont typeface="Arial" panose="020B0604020202020204" pitchFamily="34" charset="0"/>
              <a:buNone/>
            </a:pPr>
            <a:r>
              <a:rPr lang="en-US" sz="1100" dirty="0">
                <a:solidFill>
                  <a:srgbClr val="5B5B5B"/>
                </a:solidFill>
              </a:rPr>
              <a:t>Use the Snowflake Blue logo on white or dotted backgrounds.</a:t>
            </a:r>
          </a:p>
        </p:txBody>
      </p:sp>
      <p:sp>
        <p:nvSpPr>
          <p:cNvPr id="8" name="Google Shape;1699;p104">
            <a:extLst>
              <a:ext uri="{FF2B5EF4-FFF2-40B4-BE49-F238E27FC236}">
                <a16:creationId xmlns:a16="http://schemas.microsoft.com/office/drawing/2014/main" id="{BCB8872B-62FF-0A6D-6BDB-B3D2627BF49C}"/>
              </a:ext>
            </a:extLst>
          </p:cNvPr>
          <p:cNvSpPr txBox="1">
            <a:spLocks/>
          </p:cNvSpPr>
          <p:nvPr/>
        </p:nvSpPr>
        <p:spPr>
          <a:xfrm>
            <a:off x="4870375" y="3282000"/>
            <a:ext cx="3816300" cy="617575"/>
          </a:xfrm>
          <a:prstGeom prst="rect">
            <a:avLst/>
          </a:prstGeom>
        </p:spPr>
        <p:txBody>
          <a:bodyPr spcFirstLastPara="1" vert="horz" wrap="square" lIns="91425" tIns="91425" rIns="91425" bIns="91425" rtlCol="0" anchor="t" anchorCtr="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1000"/>
              </a:spcAft>
              <a:buFont typeface="Arial" panose="020B0604020202020204" pitchFamily="34" charset="0"/>
              <a:buNone/>
            </a:pPr>
            <a:r>
              <a:rPr lang="en-US" sz="1100" dirty="0">
                <a:solidFill>
                  <a:srgbClr val="000000"/>
                </a:solidFill>
              </a:rPr>
              <a:t>If you need to resize the logo, </a:t>
            </a:r>
            <a:r>
              <a:rPr lang="en-US" sz="1100" b="1" dirty="0">
                <a:solidFill>
                  <a:srgbClr val="000000"/>
                </a:solidFill>
              </a:rPr>
              <a:t>pull from a corner handle and hold the shift key</a:t>
            </a:r>
            <a:r>
              <a:rPr lang="en-US" sz="1100" dirty="0">
                <a:solidFill>
                  <a:srgbClr val="000000"/>
                </a:solidFill>
              </a:rPr>
              <a:t> to avoid distortion.</a:t>
            </a:r>
          </a:p>
        </p:txBody>
      </p:sp>
      <p:sp>
        <p:nvSpPr>
          <p:cNvPr id="9" name="Google Shape;1700;p104">
            <a:extLst>
              <a:ext uri="{FF2B5EF4-FFF2-40B4-BE49-F238E27FC236}">
                <a16:creationId xmlns:a16="http://schemas.microsoft.com/office/drawing/2014/main" id="{7CE6DA66-B266-9E20-B9CF-209FD0001479}"/>
              </a:ext>
            </a:extLst>
          </p:cNvPr>
          <p:cNvSpPr txBox="1">
            <a:spLocks/>
          </p:cNvSpPr>
          <p:nvPr/>
        </p:nvSpPr>
        <p:spPr>
          <a:xfrm>
            <a:off x="4870374" y="1291125"/>
            <a:ext cx="4127575" cy="617575"/>
          </a:xfrm>
          <a:prstGeom prst="rect">
            <a:avLst/>
          </a:prstGeom>
        </p:spPr>
        <p:txBody>
          <a:bodyPr spcFirstLastPara="1" vert="horz" wrap="square" lIns="91425" tIns="91425" rIns="91425" bIns="91425" rtlCol="0" anchor="t" anchorCtr="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1000"/>
              </a:spcAft>
              <a:buFont typeface="Arial" panose="020B0604020202020204" pitchFamily="34" charset="0"/>
              <a:buNone/>
            </a:pPr>
            <a:r>
              <a:rPr lang="en-US" sz="1100" dirty="0">
                <a:solidFill>
                  <a:srgbClr val="000000"/>
                </a:solidFill>
              </a:rPr>
              <a:t>Use the white logo on Snowflake Blue, dark colors and on color overlay images.</a:t>
            </a:r>
          </a:p>
        </p:txBody>
      </p:sp>
      <p:pic>
        <p:nvPicPr>
          <p:cNvPr id="10" name="Google Shape;1701;p104">
            <a:extLst>
              <a:ext uri="{FF2B5EF4-FFF2-40B4-BE49-F238E27FC236}">
                <a16:creationId xmlns:a16="http://schemas.microsoft.com/office/drawing/2014/main" id="{CAA62EDB-7ABC-EAAB-375E-1E0EE8B79D52}"/>
              </a:ext>
            </a:extLst>
          </p:cNvPr>
          <p:cNvPicPr preferRelativeResize="0"/>
          <p:nvPr/>
        </p:nvPicPr>
        <p:blipFill>
          <a:blip r:embed="rId7">
            <a:alphaModFix/>
          </a:blip>
          <a:stretch>
            <a:fillRect/>
          </a:stretch>
        </p:blipFill>
        <p:spPr>
          <a:xfrm>
            <a:off x="333925" y="3781500"/>
            <a:ext cx="3056549" cy="874075"/>
          </a:xfrm>
          <a:prstGeom prst="rect">
            <a:avLst/>
          </a:prstGeom>
          <a:noFill/>
          <a:ln>
            <a:noFill/>
          </a:ln>
        </p:spPr>
      </p:pic>
      <p:sp>
        <p:nvSpPr>
          <p:cNvPr id="11" name="Google Shape;1702;p104">
            <a:extLst>
              <a:ext uri="{FF2B5EF4-FFF2-40B4-BE49-F238E27FC236}">
                <a16:creationId xmlns:a16="http://schemas.microsoft.com/office/drawing/2014/main" id="{8CAF2E82-AF66-AB75-C1F1-500BFC1D0777}"/>
              </a:ext>
            </a:extLst>
          </p:cNvPr>
          <p:cNvSpPr txBox="1">
            <a:spLocks/>
          </p:cNvSpPr>
          <p:nvPr/>
        </p:nvSpPr>
        <p:spPr>
          <a:xfrm>
            <a:off x="367900" y="3282000"/>
            <a:ext cx="3588200" cy="617575"/>
          </a:xfrm>
          <a:prstGeom prst="rect">
            <a:avLst/>
          </a:prstGeom>
        </p:spPr>
        <p:txBody>
          <a:bodyPr spcFirstLastPara="1" vert="horz" wrap="square" lIns="91425" tIns="91425" rIns="91425" bIns="91425" rtlCol="0" anchor="t" anchorCtr="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1000"/>
              </a:spcAft>
              <a:buFont typeface="Arial" panose="020B0604020202020204" pitchFamily="34" charset="0"/>
              <a:buNone/>
            </a:pPr>
            <a:r>
              <a:rPr lang="en-US" sz="1100" dirty="0">
                <a:solidFill>
                  <a:srgbClr val="5B5B5B"/>
                </a:solidFill>
              </a:rPr>
              <a:t>The logo requires a minimum clear space on all sides that is equal to the x-height of the logotype.</a:t>
            </a:r>
          </a:p>
        </p:txBody>
      </p:sp>
      <p:sp>
        <p:nvSpPr>
          <p:cNvPr id="12" name="Google Shape;1703;p104">
            <a:extLst>
              <a:ext uri="{FF2B5EF4-FFF2-40B4-BE49-F238E27FC236}">
                <a16:creationId xmlns:a16="http://schemas.microsoft.com/office/drawing/2014/main" id="{EA4641F2-9FB6-CEA1-139F-B38D620C7012}"/>
              </a:ext>
            </a:extLst>
          </p:cNvPr>
          <p:cNvSpPr txBox="1">
            <a:spLocks/>
          </p:cNvSpPr>
          <p:nvPr/>
        </p:nvSpPr>
        <p:spPr>
          <a:xfrm>
            <a:off x="367901" y="1014400"/>
            <a:ext cx="3200400" cy="323100"/>
          </a:xfrm>
          <a:prstGeom prst="rect">
            <a:avLst/>
          </a:prstGeom>
        </p:spPr>
        <p:txBody>
          <a:bodyPr spcFirstLastPara="1" vert="horz" wrap="square" lIns="91425" tIns="91425" rIns="91425" bIns="91425" rtlCol="0" anchor="t" anchorCtr="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1000"/>
              </a:spcAft>
              <a:buFont typeface="Arial" panose="020B0604020202020204" pitchFamily="34" charset="0"/>
              <a:buNone/>
            </a:pPr>
            <a:r>
              <a:rPr lang="en-US" sz="900" b="1"/>
              <a:t>SNOWFLAKE BLUE LOGO &amp; BUG</a:t>
            </a:r>
          </a:p>
        </p:txBody>
      </p:sp>
      <p:sp>
        <p:nvSpPr>
          <p:cNvPr id="13" name="Google Shape;1704;p104">
            <a:extLst>
              <a:ext uri="{FF2B5EF4-FFF2-40B4-BE49-F238E27FC236}">
                <a16:creationId xmlns:a16="http://schemas.microsoft.com/office/drawing/2014/main" id="{0CE28DB7-2F43-5A3D-C608-3FD7DE9B041D}"/>
              </a:ext>
            </a:extLst>
          </p:cNvPr>
          <p:cNvSpPr txBox="1">
            <a:spLocks/>
          </p:cNvSpPr>
          <p:nvPr/>
        </p:nvSpPr>
        <p:spPr>
          <a:xfrm>
            <a:off x="4870375" y="1014400"/>
            <a:ext cx="3200400" cy="323100"/>
          </a:xfrm>
          <a:prstGeom prst="rect">
            <a:avLst/>
          </a:prstGeom>
        </p:spPr>
        <p:txBody>
          <a:bodyPr spcFirstLastPara="1" vert="horz" wrap="square" lIns="91425" tIns="91425" rIns="91425" bIns="91425" rtlCol="0" anchor="t" anchorCtr="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1000"/>
              </a:spcAft>
              <a:buFont typeface="Arial" panose="020B0604020202020204" pitchFamily="34" charset="0"/>
              <a:buNone/>
            </a:pPr>
            <a:r>
              <a:rPr lang="en-US" sz="900" b="1">
                <a:solidFill>
                  <a:srgbClr val="000000"/>
                </a:solidFill>
              </a:rPr>
              <a:t>WHITE LOGO &amp; BUG</a:t>
            </a:r>
          </a:p>
        </p:txBody>
      </p:sp>
      <p:sp>
        <p:nvSpPr>
          <p:cNvPr id="14" name="Google Shape;1705;p104">
            <a:extLst>
              <a:ext uri="{FF2B5EF4-FFF2-40B4-BE49-F238E27FC236}">
                <a16:creationId xmlns:a16="http://schemas.microsoft.com/office/drawing/2014/main" id="{DA1A7C58-8334-B1CE-8110-5266919ED9EC}"/>
              </a:ext>
            </a:extLst>
          </p:cNvPr>
          <p:cNvSpPr txBox="1">
            <a:spLocks/>
          </p:cNvSpPr>
          <p:nvPr/>
        </p:nvSpPr>
        <p:spPr>
          <a:xfrm>
            <a:off x="367901" y="3090200"/>
            <a:ext cx="3200400" cy="323100"/>
          </a:xfrm>
          <a:prstGeom prst="rect">
            <a:avLst/>
          </a:prstGeom>
        </p:spPr>
        <p:txBody>
          <a:bodyPr spcFirstLastPara="1" vert="horz" wrap="square" lIns="91425" tIns="91425" rIns="91425" bIns="91425" rtlCol="0" anchor="t" anchorCtr="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1000"/>
              </a:spcAft>
              <a:buFont typeface="Arial" panose="020B0604020202020204" pitchFamily="34" charset="0"/>
              <a:buNone/>
            </a:pPr>
            <a:r>
              <a:rPr lang="en-US" sz="900" b="1"/>
              <a:t>CLEAR SPACE</a:t>
            </a:r>
          </a:p>
        </p:txBody>
      </p:sp>
      <p:sp>
        <p:nvSpPr>
          <p:cNvPr id="15" name="Google Shape;1706;p104">
            <a:extLst>
              <a:ext uri="{FF2B5EF4-FFF2-40B4-BE49-F238E27FC236}">
                <a16:creationId xmlns:a16="http://schemas.microsoft.com/office/drawing/2014/main" id="{3EAF3C8C-D66A-ED13-C997-4CAB21689432}"/>
              </a:ext>
            </a:extLst>
          </p:cNvPr>
          <p:cNvSpPr txBox="1">
            <a:spLocks/>
          </p:cNvSpPr>
          <p:nvPr/>
        </p:nvSpPr>
        <p:spPr>
          <a:xfrm>
            <a:off x="4870375" y="3090200"/>
            <a:ext cx="3200400" cy="323100"/>
          </a:xfrm>
          <a:prstGeom prst="rect">
            <a:avLst/>
          </a:prstGeom>
        </p:spPr>
        <p:txBody>
          <a:bodyPr spcFirstLastPara="1" vert="horz" wrap="square" lIns="91425" tIns="91425" rIns="91425" bIns="91425" rtlCol="0" anchor="t" anchorCtr="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spcBef>
                <a:spcPts val="0"/>
              </a:spcBef>
              <a:spcAft>
                <a:spcPts val="1000"/>
              </a:spcAft>
              <a:buFont typeface="Arial" panose="020B0604020202020204" pitchFamily="34" charset="0"/>
              <a:buNone/>
            </a:pPr>
            <a:r>
              <a:rPr lang="en-US" sz="900" b="1">
                <a:solidFill>
                  <a:srgbClr val="000000"/>
                </a:solidFill>
              </a:rPr>
              <a:t>CHANGING SIZE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398"/>
        <p:cNvGrpSpPr/>
        <p:nvPr/>
      </p:nvGrpSpPr>
      <p:grpSpPr>
        <a:xfrm>
          <a:off x="0" y="0"/>
          <a:ext cx="0" cy="0"/>
          <a:chOff x="0" y="0"/>
          <a:chExt cx="0" cy="0"/>
        </a:xfrm>
      </p:grpSpPr>
      <p:sp>
        <p:nvSpPr>
          <p:cNvPr id="399" name="Google Shape;399;p46"/>
          <p:cNvSpPr txBox="1">
            <a:spLocks noGrp="1"/>
          </p:cNvSpPr>
          <p:nvPr>
            <p:ph type="title"/>
          </p:nvPr>
        </p:nvSpPr>
        <p:spPr/>
        <p:txBody>
          <a:bodyPr/>
          <a:lstStyle/>
          <a:p>
            <a:pPr lvl="0"/>
            <a:r>
              <a:rPr lang="en-US" dirty="0"/>
              <a:t>Icons:  How-To</a:t>
            </a:r>
          </a:p>
        </p:txBody>
      </p:sp>
      <p:sp>
        <p:nvSpPr>
          <p:cNvPr id="10" name="Content Placeholder 7">
            <a:extLst>
              <a:ext uri="{FF2B5EF4-FFF2-40B4-BE49-F238E27FC236}">
                <a16:creationId xmlns:a16="http://schemas.microsoft.com/office/drawing/2014/main" id="{D79A44E7-CECF-9734-5C8F-437151713B43}"/>
              </a:ext>
            </a:extLst>
          </p:cNvPr>
          <p:cNvSpPr txBox="1">
            <a:spLocks/>
          </p:cNvSpPr>
          <p:nvPr/>
        </p:nvSpPr>
        <p:spPr>
          <a:xfrm>
            <a:off x="354560" y="975959"/>
            <a:ext cx="2658271" cy="2940580"/>
          </a:xfrm>
          <a:prstGeom prst="rect">
            <a:avLst/>
          </a:prstGeom>
        </p:spPr>
        <p:txBody>
          <a:bodyPr/>
          <a:lstStyle>
            <a:lvl1pPr marL="0" indent="0" algn="l" defTabSz="685800" rtl="0" eaLnBrk="1" latinLnBrk="0" hangingPunct="1">
              <a:lnSpc>
                <a:spcPct val="114000"/>
              </a:lnSpc>
              <a:spcBef>
                <a:spcPts val="0"/>
              </a:spcBef>
              <a:spcAft>
                <a:spcPts val="1000"/>
              </a:spcAft>
              <a:buFont typeface="Arial" panose="020B0604020202020204" pitchFamily="34" charset="0"/>
              <a:buNone/>
              <a:defRPr lang="en-US" sz="1800" kern="1200" dirty="0" smtClean="0">
                <a:solidFill>
                  <a:srgbClr val="5B5B5B"/>
                </a:solidFill>
                <a:latin typeface="+mn-lt"/>
                <a:ea typeface="+mn-ea"/>
                <a:cs typeface="+mn-cs"/>
              </a:defRPr>
            </a:lvl1pPr>
            <a:lvl2pPr marL="290513" indent="-176213"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800" kern="1200" dirty="0" smtClean="0">
                <a:solidFill>
                  <a:srgbClr val="5B5B5B"/>
                </a:solidFill>
                <a:latin typeface="+mn-lt"/>
                <a:ea typeface="+mn-ea"/>
                <a:cs typeface="+mn-cs"/>
              </a:defRPr>
            </a:lvl2pPr>
            <a:lvl3pPr marL="519113" indent="-198438"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500" kern="1200" dirty="0" smtClean="0">
                <a:solidFill>
                  <a:srgbClr val="5B5B5B"/>
                </a:solidFill>
                <a:latin typeface="+mn-lt"/>
                <a:ea typeface="+mn-ea"/>
                <a:cs typeface="+mn-cs"/>
              </a:defRPr>
            </a:lvl3pPr>
            <a:lvl4pPr marL="749300" indent="-174625"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350" kern="1200" dirty="0" smtClean="0">
                <a:solidFill>
                  <a:srgbClr val="5B5B5B"/>
                </a:solidFill>
                <a:latin typeface="+mn-lt"/>
                <a:ea typeface="+mn-ea"/>
                <a:cs typeface="+mn-cs"/>
              </a:defRPr>
            </a:lvl4pPr>
            <a:lvl5pPr marL="971550" indent="-171450"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350" kern="1200" dirty="0">
                <a:solidFill>
                  <a:srgbClr val="5B5B5B"/>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defTabSz="457200">
              <a:lnSpc>
                <a:spcPct val="110000"/>
              </a:lnSpc>
              <a:spcAft>
                <a:spcPts val="0"/>
              </a:spcAft>
              <a:buClr>
                <a:srgbClr val="3C4043"/>
              </a:buClr>
              <a:buSzPts val="1100"/>
            </a:pPr>
            <a:r>
              <a:rPr lang="en-US" sz="1400" b="1" dirty="0">
                <a:solidFill>
                  <a:schemeClr val="tx2"/>
                </a:solidFill>
                <a:latin typeface="Arial" panose="020B0604020202020204" pitchFamily="34" charset="0"/>
                <a:cs typeface="Arial" panose="020B0604020202020204" pitchFamily="34" charset="0"/>
              </a:rPr>
              <a:t>Color</a:t>
            </a:r>
          </a:p>
          <a:p>
            <a:pPr defTabSz="457200">
              <a:lnSpc>
                <a:spcPct val="110000"/>
              </a:lnSpc>
              <a:spcAft>
                <a:spcPts val="0"/>
              </a:spcAft>
              <a:buClr>
                <a:srgbClr val="3C4043"/>
              </a:buClr>
              <a:buSzPts val="1100"/>
            </a:pPr>
            <a:r>
              <a:rPr lang="en-US" sz="1200" dirty="0">
                <a:latin typeface="Arial" panose="020B0604020202020204" pitchFamily="34" charset="0"/>
                <a:cs typeface="Arial" panose="020B0604020202020204" pitchFamily="34" charset="0"/>
              </a:rPr>
              <a:t>Snowflake icons should appear in only these colors:</a:t>
            </a:r>
          </a:p>
          <a:p>
            <a:pPr marL="171450" indent="-171450">
              <a:spcAft>
                <a:spcPts val="0"/>
              </a:spcAft>
              <a:buFont typeface="Arial" panose="020B0604020202020204" pitchFamily="34" charset="0"/>
              <a:buChar char="•"/>
            </a:pPr>
            <a:r>
              <a:rPr lang="en-US" sz="1000" dirty="0"/>
              <a:t>Snowflake Blue</a:t>
            </a:r>
          </a:p>
          <a:p>
            <a:pPr marL="171450" indent="-171450">
              <a:spcAft>
                <a:spcPts val="0"/>
              </a:spcAft>
              <a:buFont typeface="Arial" panose="020B0604020202020204" pitchFamily="34" charset="0"/>
              <a:buChar char="•"/>
            </a:pPr>
            <a:r>
              <a:rPr lang="en-US" sz="1000" dirty="0"/>
              <a:t>Mid-Blue</a:t>
            </a:r>
          </a:p>
          <a:p>
            <a:pPr marL="171450" indent="-171450">
              <a:spcAft>
                <a:spcPts val="0"/>
              </a:spcAft>
              <a:buFont typeface="Arial" panose="020B0604020202020204" pitchFamily="34" charset="0"/>
              <a:buChar char="•"/>
            </a:pPr>
            <a:r>
              <a:rPr lang="en-US" sz="1000" dirty="0"/>
              <a:t>White</a:t>
            </a:r>
          </a:p>
          <a:p>
            <a:pPr marL="171450" indent="-171450">
              <a:spcAft>
                <a:spcPts val="0"/>
              </a:spcAft>
              <a:buFont typeface="Arial" panose="020B0604020202020204" pitchFamily="34" charset="0"/>
              <a:buChar char="•"/>
            </a:pPr>
            <a:r>
              <a:rPr lang="en-US" sz="1000" dirty="0"/>
              <a:t>Black </a:t>
            </a:r>
          </a:p>
          <a:p>
            <a:pPr defTabSz="457200">
              <a:lnSpc>
                <a:spcPct val="110000"/>
              </a:lnSpc>
              <a:spcAft>
                <a:spcPts val="0"/>
              </a:spcAft>
              <a:buClr>
                <a:srgbClr val="3C4043"/>
              </a:buClr>
              <a:buSzPts val="1100"/>
            </a:pPr>
            <a:r>
              <a:rPr lang="en-US" sz="1200" dirty="0">
                <a:latin typeface="Arial" panose="020B0604020202020204" pitchFamily="34" charset="0"/>
                <a:cs typeface="Arial" panose="020B0604020202020204" pitchFamily="34" charset="0"/>
              </a:rPr>
              <a:t>When choosing color for your icons, follow the same contrast guidance for typography (see slide 15). </a:t>
            </a:r>
          </a:p>
          <a:p>
            <a:pPr defTabSz="457200">
              <a:lnSpc>
                <a:spcPct val="110000"/>
              </a:lnSpc>
              <a:spcAft>
                <a:spcPts val="0"/>
              </a:spcAft>
              <a:buClr>
                <a:srgbClr val="3C4043"/>
              </a:buClr>
              <a:buSzPts val="1100"/>
            </a:pPr>
            <a:r>
              <a:rPr lang="en-US" sz="1200" dirty="0">
                <a:latin typeface="Arial" panose="020B0604020202020204" pitchFamily="34" charset="0"/>
                <a:cs typeface="Arial" panose="020B0604020202020204" pitchFamily="34" charset="0"/>
              </a:rPr>
              <a:t>Change an icon’s color by changing its </a:t>
            </a:r>
            <a:r>
              <a:rPr lang="en-US" sz="1200" b="1" dirty="0">
                <a:latin typeface="Arial" panose="020B0604020202020204" pitchFamily="34" charset="0"/>
                <a:cs typeface="Arial" panose="020B0604020202020204" pitchFamily="34" charset="0"/>
              </a:rPr>
              <a:t>Shape Fill</a:t>
            </a:r>
            <a:r>
              <a:rPr lang="en-US" sz="1200" dirty="0">
                <a:latin typeface="Arial" panose="020B0604020202020204" pitchFamily="34" charset="0"/>
                <a:cs typeface="Arial" panose="020B0604020202020204" pitchFamily="34" charset="0"/>
              </a:rPr>
              <a:t>.</a:t>
            </a:r>
          </a:p>
        </p:txBody>
      </p:sp>
      <p:pic>
        <p:nvPicPr>
          <p:cNvPr id="7" name="Picture 6" descr="A screen shot of a computer&#10;&#10;Description automatically generated">
            <a:extLst>
              <a:ext uri="{FF2B5EF4-FFF2-40B4-BE49-F238E27FC236}">
                <a16:creationId xmlns:a16="http://schemas.microsoft.com/office/drawing/2014/main" id="{D5386418-DB50-B8A6-4CE7-4B628D84B194}"/>
              </a:ext>
            </a:extLst>
          </p:cNvPr>
          <p:cNvPicPr>
            <a:picLocks noChangeAspect="1"/>
          </p:cNvPicPr>
          <p:nvPr/>
        </p:nvPicPr>
        <p:blipFill rotWithShape="1">
          <a:blip r:embed="rId3"/>
          <a:srcRect l="3685"/>
          <a:stretch/>
        </p:blipFill>
        <p:spPr>
          <a:xfrm>
            <a:off x="396763" y="3414556"/>
            <a:ext cx="1763956" cy="775470"/>
          </a:xfrm>
          <a:prstGeom prst="rect">
            <a:avLst/>
          </a:prstGeom>
        </p:spPr>
      </p:pic>
      <p:sp>
        <p:nvSpPr>
          <p:cNvPr id="11" name="Content Placeholder 7">
            <a:extLst>
              <a:ext uri="{FF2B5EF4-FFF2-40B4-BE49-F238E27FC236}">
                <a16:creationId xmlns:a16="http://schemas.microsoft.com/office/drawing/2014/main" id="{EB9C3663-3016-C3B7-0AC4-5A2B56821EAF}"/>
              </a:ext>
            </a:extLst>
          </p:cNvPr>
          <p:cNvSpPr txBox="1">
            <a:spLocks/>
          </p:cNvSpPr>
          <p:nvPr/>
        </p:nvSpPr>
        <p:spPr>
          <a:xfrm>
            <a:off x="3301742" y="975959"/>
            <a:ext cx="2585588" cy="2940580"/>
          </a:xfrm>
          <a:prstGeom prst="rect">
            <a:avLst/>
          </a:prstGeom>
        </p:spPr>
        <p:txBody>
          <a:bodyPr/>
          <a:lstStyle>
            <a:lvl1pPr marL="0" indent="0" algn="l" defTabSz="685800" rtl="0" eaLnBrk="1" latinLnBrk="0" hangingPunct="1">
              <a:lnSpc>
                <a:spcPct val="114000"/>
              </a:lnSpc>
              <a:spcBef>
                <a:spcPts val="0"/>
              </a:spcBef>
              <a:spcAft>
                <a:spcPts val="1000"/>
              </a:spcAft>
              <a:buFont typeface="Arial" panose="020B0604020202020204" pitchFamily="34" charset="0"/>
              <a:buNone/>
              <a:defRPr lang="en-US" sz="1800" kern="1200" dirty="0" smtClean="0">
                <a:solidFill>
                  <a:srgbClr val="5B5B5B"/>
                </a:solidFill>
                <a:latin typeface="+mn-lt"/>
                <a:ea typeface="+mn-ea"/>
                <a:cs typeface="+mn-cs"/>
              </a:defRPr>
            </a:lvl1pPr>
            <a:lvl2pPr marL="290513" indent="-176213"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800" kern="1200" dirty="0" smtClean="0">
                <a:solidFill>
                  <a:srgbClr val="5B5B5B"/>
                </a:solidFill>
                <a:latin typeface="+mn-lt"/>
                <a:ea typeface="+mn-ea"/>
                <a:cs typeface="+mn-cs"/>
              </a:defRPr>
            </a:lvl2pPr>
            <a:lvl3pPr marL="519113" indent="-198438"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500" kern="1200" dirty="0" smtClean="0">
                <a:solidFill>
                  <a:srgbClr val="5B5B5B"/>
                </a:solidFill>
                <a:latin typeface="+mn-lt"/>
                <a:ea typeface="+mn-ea"/>
                <a:cs typeface="+mn-cs"/>
              </a:defRPr>
            </a:lvl3pPr>
            <a:lvl4pPr marL="749300" indent="-174625"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350" kern="1200" dirty="0" smtClean="0">
                <a:solidFill>
                  <a:srgbClr val="5B5B5B"/>
                </a:solidFill>
                <a:latin typeface="+mn-lt"/>
                <a:ea typeface="+mn-ea"/>
                <a:cs typeface="+mn-cs"/>
              </a:defRPr>
            </a:lvl4pPr>
            <a:lvl5pPr marL="971550" indent="-171450" algn="l" defTabSz="685800" rtl="0" eaLnBrk="1" latinLnBrk="0" hangingPunct="1">
              <a:lnSpc>
                <a:spcPct val="114000"/>
              </a:lnSpc>
              <a:spcBef>
                <a:spcPts val="0"/>
              </a:spcBef>
              <a:spcAft>
                <a:spcPts val="600"/>
              </a:spcAft>
              <a:buClr>
                <a:schemeClr val="accent1"/>
              </a:buClr>
              <a:buFont typeface="Arial" panose="020B0604020202020204" pitchFamily="34" charset="0"/>
              <a:buChar char="•"/>
              <a:tabLst/>
              <a:defRPr lang="en-US" sz="1350" kern="1200" dirty="0">
                <a:solidFill>
                  <a:srgbClr val="5B5B5B"/>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defTabSz="457200">
              <a:lnSpc>
                <a:spcPct val="110000"/>
              </a:lnSpc>
              <a:spcAft>
                <a:spcPts val="0"/>
              </a:spcAft>
            </a:pPr>
            <a:r>
              <a:rPr lang="en-US" sz="1400" b="1" dirty="0">
                <a:solidFill>
                  <a:schemeClr val="tx2"/>
                </a:solidFill>
                <a:latin typeface="Arial" panose="020B0604020202020204" pitchFamily="34" charset="0"/>
                <a:cs typeface="Arial" panose="020B0604020202020204" pitchFamily="34" charset="0"/>
              </a:rPr>
              <a:t>Resizing</a:t>
            </a:r>
          </a:p>
          <a:p>
            <a:pPr defTabSz="457200">
              <a:lnSpc>
                <a:spcPct val="110000"/>
              </a:lnSpc>
              <a:spcAft>
                <a:spcPts val="0"/>
              </a:spcAft>
            </a:pPr>
            <a:r>
              <a:rPr lang="en-US" sz="1200" dirty="0">
                <a:latin typeface="Arial" panose="020B0604020202020204" pitchFamily="34" charset="0"/>
                <a:cs typeface="Arial" panose="020B0604020202020204" pitchFamily="34" charset="0"/>
              </a:rPr>
              <a:t>To resize an icon, </a:t>
            </a:r>
            <a:r>
              <a:rPr lang="en-US" sz="1200" b="1" dirty="0">
                <a:latin typeface="Arial" panose="020B0604020202020204" pitchFamily="34" charset="0"/>
                <a:cs typeface="Arial" panose="020B0604020202020204" pitchFamily="34" charset="0"/>
              </a:rPr>
              <a:t>hold shift and pull from a corner handle</a:t>
            </a:r>
            <a:r>
              <a:rPr lang="en-US" sz="1200" dirty="0">
                <a:latin typeface="Arial" panose="020B0604020202020204" pitchFamily="34" charset="0"/>
                <a:cs typeface="Arial" panose="020B0604020202020204" pitchFamily="34" charset="0"/>
              </a:rPr>
              <a:t> to avoid distortion.</a:t>
            </a:r>
          </a:p>
          <a:p>
            <a:pPr defTabSz="457200">
              <a:lnSpc>
                <a:spcPct val="110000"/>
              </a:lnSpc>
              <a:spcAft>
                <a:spcPts val="0"/>
              </a:spcAft>
            </a:pPr>
            <a:endParaRPr lang="en-US" sz="1200" dirty="0">
              <a:latin typeface="Arial" panose="020B0604020202020204" pitchFamily="34" charset="0"/>
              <a:cs typeface="Arial" panose="020B0604020202020204" pitchFamily="34" charset="0"/>
            </a:endParaRPr>
          </a:p>
          <a:p>
            <a:pPr defTabSz="457200">
              <a:lnSpc>
                <a:spcPct val="110000"/>
              </a:lnSpc>
              <a:spcAft>
                <a:spcPts val="0"/>
              </a:spcAft>
            </a:pPr>
            <a:r>
              <a:rPr lang="en-US" sz="1400" b="1" dirty="0">
                <a:solidFill>
                  <a:schemeClr val="tx2"/>
                </a:solidFill>
                <a:latin typeface="Arial" panose="020B0604020202020204" pitchFamily="34" charset="0"/>
                <a:cs typeface="Arial" panose="020B0604020202020204" pitchFamily="34" charset="0"/>
              </a:rPr>
              <a:t>Search</a:t>
            </a:r>
          </a:p>
          <a:p>
            <a:pPr defTabSz="457200">
              <a:lnSpc>
                <a:spcPct val="110000"/>
              </a:lnSpc>
              <a:spcAft>
                <a:spcPts val="0"/>
              </a:spcAft>
            </a:pPr>
            <a:r>
              <a:rPr lang="en-US" sz="1200" dirty="0">
                <a:latin typeface="Arial" panose="020B0604020202020204" pitchFamily="34" charset="0"/>
                <a:cs typeface="Arial" panose="020B0604020202020204" pitchFamily="34" charset="0"/>
              </a:rPr>
              <a:t>Use keyword searches in this file to locate icons. </a:t>
            </a:r>
            <a:r>
              <a:rPr lang="en-US" sz="1200" b="1" dirty="0">
                <a:solidFill>
                  <a:schemeClr val="tx2"/>
                </a:solidFill>
                <a:latin typeface="Arial" panose="020B0604020202020204" pitchFamily="34" charset="0"/>
                <a:cs typeface="Arial" panose="020B0604020202020204" pitchFamily="34" charset="0"/>
              </a:rPr>
              <a:t>Edit</a:t>
            </a:r>
            <a:r>
              <a:rPr lang="en-US" sz="1200" dirty="0">
                <a:latin typeface="Arial" panose="020B0604020202020204" pitchFamily="34" charset="0"/>
                <a:cs typeface="Arial" panose="020B0604020202020204" pitchFamily="34" charset="0"/>
              </a:rPr>
              <a:t> &gt; </a:t>
            </a:r>
            <a:r>
              <a:rPr lang="en-US" sz="1200" b="1" dirty="0">
                <a:solidFill>
                  <a:schemeClr val="tx2"/>
                </a:solidFill>
                <a:latin typeface="Arial" panose="020B0604020202020204" pitchFamily="34" charset="0"/>
                <a:cs typeface="Arial" panose="020B0604020202020204" pitchFamily="34" charset="0"/>
              </a:rPr>
              <a:t>Find</a:t>
            </a:r>
            <a:r>
              <a:rPr lang="en-US" sz="1200" dirty="0">
                <a:latin typeface="Arial" panose="020B0604020202020204" pitchFamily="34" charset="0"/>
                <a:cs typeface="Arial" panose="020B0604020202020204" pitchFamily="34" charset="0"/>
              </a:rPr>
              <a:t> or</a:t>
            </a:r>
            <a:r>
              <a:rPr lang="en-US" sz="1200" dirty="0"/>
              <a:t> use the keyboard shortcuts below.</a:t>
            </a:r>
            <a:br>
              <a:rPr lang="en-US" sz="1200" dirty="0"/>
            </a:br>
            <a:r>
              <a:rPr lang="en-US" sz="1200" dirty="0"/>
              <a:t>Mac: </a:t>
            </a:r>
            <a:r>
              <a:rPr lang="en-US" sz="1200" b="1" dirty="0" err="1">
                <a:solidFill>
                  <a:schemeClr val="tx2"/>
                </a:solidFill>
              </a:rPr>
              <a:t>Cmd</a:t>
            </a:r>
            <a:r>
              <a:rPr lang="en-US" sz="1200" dirty="0"/>
              <a:t> + </a:t>
            </a:r>
            <a:r>
              <a:rPr lang="en-US" sz="1200" b="1" dirty="0">
                <a:solidFill>
                  <a:schemeClr val="tx2"/>
                </a:solidFill>
              </a:rPr>
              <a:t>F</a:t>
            </a:r>
            <a:br>
              <a:rPr lang="en-US" sz="1200" dirty="0"/>
            </a:br>
            <a:r>
              <a:rPr lang="en-US" sz="1200" dirty="0"/>
              <a:t>PC: </a:t>
            </a:r>
            <a:r>
              <a:rPr lang="en-US" sz="1200" b="1" dirty="0">
                <a:solidFill>
                  <a:schemeClr val="tx2"/>
                </a:solidFill>
              </a:rPr>
              <a:t>Ctrl</a:t>
            </a:r>
            <a:r>
              <a:rPr lang="en-US" sz="1200" dirty="0"/>
              <a:t> + </a:t>
            </a:r>
            <a:r>
              <a:rPr lang="en-US" sz="1200" b="1" dirty="0">
                <a:solidFill>
                  <a:schemeClr val="tx2"/>
                </a:solidFill>
              </a:rPr>
              <a:t>F</a:t>
            </a:r>
            <a:endParaRPr lang="en-US" sz="1200" dirty="0">
              <a:latin typeface="Arial" panose="020B0604020202020204" pitchFamily="34" charset="0"/>
              <a:cs typeface="Arial" panose="020B0604020202020204" pitchFamily="34" charset="0"/>
            </a:endParaRPr>
          </a:p>
          <a:p>
            <a:pPr defTabSz="457200">
              <a:lnSpc>
                <a:spcPct val="110000"/>
              </a:lnSpc>
              <a:spcAft>
                <a:spcPts val="0"/>
              </a:spcAft>
            </a:pPr>
            <a:endParaRPr lang="en-US" sz="1200" dirty="0">
              <a:latin typeface="Arial" panose="020B0604020202020204" pitchFamily="34" charset="0"/>
              <a:cs typeface="Arial" panose="020B0604020202020204" pitchFamily="34" charset="0"/>
            </a:endParaRPr>
          </a:p>
          <a:p>
            <a:pPr defTabSz="457200">
              <a:lnSpc>
                <a:spcPct val="110000"/>
              </a:lnSpc>
              <a:spcAft>
                <a:spcPts val="0"/>
              </a:spcAft>
            </a:pP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2895"/>
        <p:cNvGrpSpPr/>
        <p:nvPr/>
      </p:nvGrpSpPr>
      <p:grpSpPr>
        <a:xfrm>
          <a:off x="0" y="0"/>
          <a:ext cx="0" cy="0"/>
          <a:chOff x="0" y="0"/>
          <a:chExt cx="0" cy="0"/>
        </a:xfrm>
      </p:grpSpPr>
      <p:sp>
        <p:nvSpPr>
          <p:cNvPr id="2896" name="Google Shape;2896;p94"/>
          <p:cNvSpPr/>
          <p:nvPr/>
        </p:nvSpPr>
        <p:spPr>
          <a:xfrm>
            <a:off x="469900" y="2938485"/>
            <a:ext cx="8144400" cy="1314600"/>
          </a:xfrm>
          <a:prstGeom prst="rect">
            <a:avLst/>
          </a:prstGeom>
          <a:noFill/>
          <a:ln w="9525" cap="flat" cmpd="sng">
            <a:solidFill>
              <a:srgbClr val="C8C8C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2897" name="Google Shape;2897;p94"/>
          <p:cNvSpPr txBox="1">
            <a:spLocks noGrp="1"/>
          </p:cNvSpPr>
          <p:nvPr>
            <p:ph type="title"/>
          </p:nvPr>
        </p:nvSpPr>
        <p:spPr>
          <a:xfrm>
            <a:off x="365750" y="274323"/>
            <a:ext cx="8344800" cy="365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a:t>Icons:  New and Notable</a:t>
            </a:r>
            <a:endParaRPr/>
          </a:p>
        </p:txBody>
      </p:sp>
      <p:sp>
        <p:nvSpPr>
          <p:cNvPr id="2898" name="Google Shape;2898;p94"/>
          <p:cNvSpPr txBox="1">
            <a:spLocks noGrp="1"/>
          </p:cNvSpPr>
          <p:nvPr>
            <p:ph type="sldNum" idx="12"/>
          </p:nvPr>
        </p:nvSpPr>
        <p:spPr>
          <a:xfrm>
            <a:off x="8229600" y="4866905"/>
            <a:ext cx="473700" cy="92400"/>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73</a:t>
            </a:fld>
            <a:endParaRPr/>
          </a:p>
        </p:txBody>
      </p:sp>
      <p:sp>
        <p:nvSpPr>
          <p:cNvPr id="2899" name="Google Shape;2899;p94"/>
          <p:cNvSpPr txBox="1">
            <a:spLocks noGrp="1"/>
          </p:cNvSpPr>
          <p:nvPr>
            <p:ph type="subTitle" idx="1"/>
          </p:nvPr>
        </p:nvSpPr>
        <p:spPr>
          <a:xfrm>
            <a:off x="365760" y="655285"/>
            <a:ext cx="8344800" cy="365700"/>
          </a:xfrm>
          <a:prstGeom prst="rect">
            <a:avLst/>
          </a:prstGeom>
        </p:spPr>
        <p:txBody>
          <a:bodyPr spcFirstLastPara="1" wrap="square" lIns="91425" tIns="91425" rIns="91425" bIns="91425" anchor="t" anchorCtr="0">
            <a:noAutofit/>
          </a:bodyPr>
          <a:lstStyle/>
          <a:p>
            <a:pPr marL="0" lvl="0" indent="0" algn="l" rtl="0">
              <a:lnSpc>
                <a:spcPct val="114000"/>
              </a:lnSpc>
              <a:spcBef>
                <a:spcPts val="0"/>
              </a:spcBef>
              <a:spcAft>
                <a:spcPts val="0"/>
              </a:spcAft>
              <a:buNone/>
            </a:pPr>
            <a:r>
              <a:rPr lang="en"/>
              <a:t>Workload icons are now found in the General category (slide 70)</a:t>
            </a:r>
            <a:endParaRPr/>
          </a:p>
        </p:txBody>
      </p:sp>
      <p:sp>
        <p:nvSpPr>
          <p:cNvPr id="2900" name="Google Shape;2900;p94"/>
          <p:cNvSpPr txBox="1"/>
          <p:nvPr/>
        </p:nvSpPr>
        <p:spPr>
          <a:xfrm>
            <a:off x="529566" y="1456785"/>
            <a:ext cx="1522800" cy="23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900" b="1">
                <a:solidFill>
                  <a:srgbClr val="5B5B5B"/>
                </a:solidFill>
              </a:rPr>
              <a:t>Product Categories</a:t>
            </a:r>
            <a:endParaRPr sz="900">
              <a:solidFill>
                <a:srgbClr val="5B5B5B"/>
              </a:solidFill>
              <a:latin typeface="Arial"/>
              <a:ea typeface="Arial"/>
              <a:cs typeface="Arial"/>
              <a:sym typeface="Arial"/>
            </a:endParaRPr>
          </a:p>
        </p:txBody>
      </p:sp>
      <p:sp>
        <p:nvSpPr>
          <p:cNvPr id="2901" name="Google Shape;2901;p94"/>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3.5.26</a:t>
            </a:r>
            <a:endParaRPr/>
          </a:p>
        </p:txBody>
      </p:sp>
      <p:sp>
        <p:nvSpPr>
          <p:cNvPr id="2902" name="Google Shape;2902;p94"/>
          <p:cNvSpPr txBox="1"/>
          <p:nvPr/>
        </p:nvSpPr>
        <p:spPr>
          <a:xfrm>
            <a:off x="529566" y="3046435"/>
            <a:ext cx="1522800" cy="2307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900" b="1">
                <a:solidFill>
                  <a:srgbClr val="5B5B5B"/>
                </a:solidFill>
              </a:rPr>
              <a:t>Messaging</a:t>
            </a:r>
            <a:endParaRPr sz="900">
              <a:solidFill>
                <a:srgbClr val="5B5B5B"/>
              </a:solidFill>
              <a:latin typeface="Arial"/>
              <a:ea typeface="Arial"/>
              <a:cs typeface="Arial"/>
              <a:sym typeface="Arial"/>
            </a:endParaRPr>
          </a:p>
        </p:txBody>
      </p:sp>
      <p:sp>
        <p:nvSpPr>
          <p:cNvPr id="2903" name="Google Shape;2903;p94"/>
          <p:cNvSpPr txBox="1"/>
          <p:nvPr/>
        </p:nvSpPr>
        <p:spPr>
          <a:xfrm rot="-1091">
            <a:off x="5825615" y="3710959"/>
            <a:ext cx="945600" cy="2616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105780"/>
              </a:buClr>
              <a:buSzPts val="700"/>
              <a:buFont typeface="Arial"/>
              <a:buNone/>
            </a:pPr>
            <a:r>
              <a:rPr lang="en" sz="700" b="1">
                <a:solidFill>
                  <a:srgbClr val="105780"/>
                </a:solidFill>
              </a:rPr>
              <a:t>TRUSTED</a:t>
            </a:r>
            <a:endParaRPr sz="700" b="1">
              <a:solidFill>
                <a:srgbClr val="105780"/>
              </a:solidFill>
            </a:endParaRPr>
          </a:p>
        </p:txBody>
      </p:sp>
      <p:sp>
        <p:nvSpPr>
          <p:cNvPr id="2904" name="Google Shape;2904;p94"/>
          <p:cNvSpPr txBox="1"/>
          <p:nvPr/>
        </p:nvSpPr>
        <p:spPr>
          <a:xfrm rot="-1091">
            <a:off x="4479578" y="3710959"/>
            <a:ext cx="945600" cy="2616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105780"/>
              </a:buClr>
              <a:buSzPts val="700"/>
              <a:buFont typeface="Arial"/>
              <a:buNone/>
            </a:pPr>
            <a:r>
              <a:rPr lang="en" sz="700" b="1">
                <a:solidFill>
                  <a:srgbClr val="105780"/>
                </a:solidFill>
              </a:rPr>
              <a:t>CONNECTED</a:t>
            </a:r>
            <a:endParaRPr sz="700" b="1">
              <a:solidFill>
                <a:srgbClr val="105780"/>
              </a:solidFill>
            </a:endParaRPr>
          </a:p>
        </p:txBody>
      </p:sp>
      <p:sp>
        <p:nvSpPr>
          <p:cNvPr id="2905" name="Google Shape;2905;p94"/>
          <p:cNvSpPr txBox="1"/>
          <p:nvPr/>
        </p:nvSpPr>
        <p:spPr>
          <a:xfrm rot="-1091">
            <a:off x="3248491" y="3776359"/>
            <a:ext cx="945600" cy="130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105780"/>
              </a:buClr>
              <a:buSzPts val="700"/>
              <a:buFont typeface="Arial"/>
              <a:buNone/>
            </a:pPr>
            <a:r>
              <a:rPr lang="en" sz="700" b="1">
                <a:solidFill>
                  <a:srgbClr val="105780"/>
                </a:solidFill>
              </a:rPr>
              <a:t>EASY</a:t>
            </a:r>
            <a:endParaRPr sz="700" b="1">
              <a:solidFill>
                <a:srgbClr val="105780"/>
              </a:solidFill>
            </a:endParaRPr>
          </a:p>
        </p:txBody>
      </p:sp>
      <p:sp>
        <p:nvSpPr>
          <p:cNvPr id="2906" name="Google Shape;2906;p94"/>
          <p:cNvSpPr/>
          <p:nvPr/>
        </p:nvSpPr>
        <p:spPr>
          <a:xfrm>
            <a:off x="3524484" y="3289749"/>
            <a:ext cx="393613" cy="357855"/>
          </a:xfrm>
          <a:custGeom>
            <a:avLst/>
            <a:gdLst/>
            <a:ahLst/>
            <a:cxnLst/>
            <a:rect l="l" t="t" r="r" b="b"/>
            <a:pathLst>
              <a:path w="8621" h="7763" extrusionOk="0">
                <a:moveTo>
                  <a:pt x="6861" y="1"/>
                </a:moveTo>
                <a:cubicBezTo>
                  <a:pt x="6764" y="1"/>
                  <a:pt x="6673" y="62"/>
                  <a:pt x="6642" y="159"/>
                </a:cubicBezTo>
                <a:lnTo>
                  <a:pt x="6319" y="1142"/>
                </a:lnTo>
                <a:cubicBezTo>
                  <a:pt x="6278" y="1264"/>
                  <a:pt x="6345" y="1393"/>
                  <a:pt x="6464" y="1435"/>
                </a:cubicBezTo>
                <a:cubicBezTo>
                  <a:pt x="6488" y="1442"/>
                  <a:pt x="6512" y="1445"/>
                  <a:pt x="6537" y="1445"/>
                </a:cubicBezTo>
                <a:cubicBezTo>
                  <a:pt x="6636" y="1445"/>
                  <a:pt x="6724" y="1383"/>
                  <a:pt x="6755" y="1288"/>
                </a:cubicBezTo>
                <a:lnTo>
                  <a:pt x="7079" y="303"/>
                </a:lnTo>
                <a:cubicBezTo>
                  <a:pt x="7098" y="244"/>
                  <a:pt x="7094" y="183"/>
                  <a:pt x="7065" y="128"/>
                </a:cubicBezTo>
                <a:cubicBezTo>
                  <a:pt x="7037" y="71"/>
                  <a:pt x="6990" y="31"/>
                  <a:pt x="6932" y="12"/>
                </a:cubicBezTo>
                <a:cubicBezTo>
                  <a:pt x="6908" y="5"/>
                  <a:pt x="6885" y="1"/>
                  <a:pt x="6861" y="1"/>
                </a:cubicBezTo>
                <a:close/>
                <a:moveTo>
                  <a:pt x="5347" y="118"/>
                </a:moveTo>
                <a:cubicBezTo>
                  <a:pt x="5312" y="118"/>
                  <a:pt x="5278" y="126"/>
                  <a:pt x="5246" y="141"/>
                </a:cubicBezTo>
                <a:cubicBezTo>
                  <a:pt x="5132" y="199"/>
                  <a:pt x="5088" y="337"/>
                  <a:pt x="5144" y="450"/>
                </a:cubicBezTo>
                <a:lnTo>
                  <a:pt x="5610" y="1372"/>
                </a:lnTo>
                <a:cubicBezTo>
                  <a:pt x="5649" y="1451"/>
                  <a:pt x="5729" y="1499"/>
                  <a:pt x="5817" y="1499"/>
                </a:cubicBezTo>
                <a:cubicBezTo>
                  <a:pt x="5851" y="1499"/>
                  <a:pt x="5888" y="1490"/>
                  <a:pt x="5921" y="1475"/>
                </a:cubicBezTo>
                <a:cubicBezTo>
                  <a:pt x="6033" y="1417"/>
                  <a:pt x="6078" y="1280"/>
                  <a:pt x="6022" y="1166"/>
                </a:cubicBezTo>
                <a:lnTo>
                  <a:pt x="5554" y="244"/>
                </a:lnTo>
                <a:cubicBezTo>
                  <a:pt x="5526" y="189"/>
                  <a:pt x="5478" y="147"/>
                  <a:pt x="5420" y="129"/>
                </a:cubicBezTo>
                <a:cubicBezTo>
                  <a:pt x="5396" y="121"/>
                  <a:pt x="5371" y="118"/>
                  <a:pt x="5347" y="118"/>
                </a:cubicBezTo>
                <a:close/>
                <a:moveTo>
                  <a:pt x="8009" y="987"/>
                </a:moveTo>
                <a:cubicBezTo>
                  <a:pt x="7974" y="987"/>
                  <a:pt x="7938" y="996"/>
                  <a:pt x="7906" y="1013"/>
                </a:cubicBezTo>
                <a:lnTo>
                  <a:pt x="6982" y="1481"/>
                </a:lnTo>
                <a:cubicBezTo>
                  <a:pt x="6868" y="1539"/>
                  <a:pt x="6823" y="1677"/>
                  <a:pt x="6880" y="1788"/>
                </a:cubicBezTo>
                <a:cubicBezTo>
                  <a:pt x="6918" y="1867"/>
                  <a:pt x="6997" y="1914"/>
                  <a:pt x="7083" y="1914"/>
                </a:cubicBezTo>
                <a:cubicBezTo>
                  <a:pt x="7120" y="1914"/>
                  <a:pt x="7156" y="1907"/>
                  <a:pt x="7187" y="1891"/>
                </a:cubicBezTo>
                <a:lnTo>
                  <a:pt x="8112" y="1423"/>
                </a:lnTo>
                <a:cubicBezTo>
                  <a:pt x="8225" y="1365"/>
                  <a:pt x="8271" y="1228"/>
                  <a:pt x="8215" y="1115"/>
                </a:cubicBezTo>
                <a:cubicBezTo>
                  <a:pt x="8187" y="1059"/>
                  <a:pt x="8138" y="1017"/>
                  <a:pt x="8081" y="1000"/>
                </a:cubicBezTo>
                <a:cubicBezTo>
                  <a:pt x="8058" y="991"/>
                  <a:pt x="8034" y="987"/>
                  <a:pt x="8009" y="987"/>
                </a:cubicBezTo>
                <a:close/>
                <a:moveTo>
                  <a:pt x="7140" y="2180"/>
                </a:moveTo>
                <a:cubicBezTo>
                  <a:pt x="7105" y="2180"/>
                  <a:pt x="7070" y="2188"/>
                  <a:pt x="7037" y="2204"/>
                </a:cubicBezTo>
                <a:cubicBezTo>
                  <a:pt x="6982" y="2232"/>
                  <a:pt x="6941" y="2281"/>
                  <a:pt x="6923" y="2338"/>
                </a:cubicBezTo>
                <a:cubicBezTo>
                  <a:pt x="6883" y="2459"/>
                  <a:pt x="6948" y="2588"/>
                  <a:pt x="7068" y="2627"/>
                </a:cubicBezTo>
                <a:lnTo>
                  <a:pt x="8051" y="2951"/>
                </a:lnTo>
                <a:cubicBezTo>
                  <a:pt x="8074" y="2958"/>
                  <a:pt x="8097" y="2961"/>
                  <a:pt x="8123" y="2961"/>
                </a:cubicBezTo>
                <a:cubicBezTo>
                  <a:pt x="8224" y="2961"/>
                  <a:pt x="8311" y="2899"/>
                  <a:pt x="8343" y="2804"/>
                </a:cubicBezTo>
                <a:cubicBezTo>
                  <a:pt x="8360" y="2744"/>
                  <a:pt x="8357" y="2684"/>
                  <a:pt x="8329" y="2627"/>
                </a:cubicBezTo>
                <a:cubicBezTo>
                  <a:pt x="8301" y="2572"/>
                  <a:pt x="8253" y="2531"/>
                  <a:pt x="8196" y="2513"/>
                </a:cubicBezTo>
                <a:lnTo>
                  <a:pt x="7212" y="2192"/>
                </a:lnTo>
                <a:cubicBezTo>
                  <a:pt x="7189" y="2184"/>
                  <a:pt x="7164" y="2180"/>
                  <a:pt x="7140" y="2180"/>
                </a:cubicBezTo>
                <a:close/>
                <a:moveTo>
                  <a:pt x="6099" y="4713"/>
                </a:moveTo>
                <a:cubicBezTo>
                  <a:pt x="6249" y="4713"/>
                  <a:pt x="6369" y="4837"/>
                  <a:pt x="6369" y="4985"/>
                </a:cubicBezTo>
                <a:cubicBezTo>
                  <a:pt x="6369" y="5134"/>
                  <a:pt x="6247" y="5255"/>
                  <a:pt x="6099" y="5255"/>
                </a:cubicBezTo>
                <a:lnTo>
                  <a:pt x="5408" y="5255"/>
                </a:lnTo>
                <a:cubicBezTo>
                  <a:pt x="5257" y="5255"/>
                  <a:pt x="5137" y="5134"/>
                  <a:pt x="5137" y="4985"/>
                </a:cubicBezTo>
                <a:cubicBezTo>
                  <a:pt x="5137" y="4834"/>
                  <a:pt x="5260" y="4713"/>
                  <a:pt x="5408" y="4713"/>
                </a:cubicBezTo>
                <a:close/>
                <a:moveTo>
                  <a:pt x="5935" y="5716"/>
                </a:moveTo>
                <a:cubicBezTo>
                  <a:pt x="6085" y="5716"/>
                  <a:pt x="6206" y="5839"/>
                  <a:pt x="6206" y="5988"/>
                </a:cubicBezTo>
                <a:cubicBezTo>
                  <a:pt x="6206" y="6136"/>
                  <a:pt x="6084" y="6258"/>
                  <a:pt x="5935" y="6258"/>
                </a:cubicBezTo>
                <a:lnTo>
                  <a:pt x="5242" y="6258"/>
                </a:lnTo>
                <a:cubicBezTo>
                  <a:pt x="5092" y="6258"/>
                  <a:pt x="4972" y="6136"/>
                  <a:pt x="4972" y="5988"/>
                </a:cubicBezTo>
                <a:cubicBezTo>
                  <a:pt x="4972" y="5836"/>
                  <a:pt x="5093" y="5716"/>
                  <a:pt x="5242" y="5716"/>
                </a:cubicBezTo>
                <a:close/>
                <a:moveTo>
                  <a:pt x="4032" y="1048"/>
                </a:moveTo>
                <a:cubicBezTo>
                  <a:pt x="4058" y="1048"/>
                  <a:pt x="4085" y="1052"/>
                  <a:pt x="4112" y="1059"/>
                </a:cubicBezTo>
                <a:cubicBezTo>
                  <a:pt x="4225" y="1089"/>
                  <a:pt x="4306" y="1207"/>
                  <a:pt x="4306" y="1340"/>
                </a:cubicBezTo>
                <a:lnTo>
                  <a:pt x="4306" y="1458"/>
                </a:lnTo>
                <a:cubicBezTo>
                  <a:pt x="4312" y="2048"/>
                  <a:pt x="4268" y="2642"/>
                  <a:pt x="4176" y="3227"/>
                </a:cubicBezTo>
                <a:cubicBezTo>
                  <a:pt x="4148" y="3399"/>
                  <a:pt x="4130" y="3542"/>
                  <a:pt x="4119" y="3678"/>
                </a:cubicBezTo>
                <a:lnTo>
                  <a:pt x="4044" y="4663"/>
                </a:lnTo>
                <a:cubicBezTo>
                  <a:pt x="4044" y="5187"/>
                  <a:pt x="3619" y="5612"/>
                  <a:pt x="3095" y="5612"/>
                </a:cubicBezTo>
                <a:cubicBezTo>
                  <a:pt x="2969" y="5612"/>
                  <a:pt x="2865" y="5716"/>
                  <a:pt x="2865" y="5842"/>
                </a:cubicBezTo>
                <a:cubicBezTo>
                  <a:pt x="2865" y="5968"/>
                  <a:pt x="2969" y="6072"/>
                  <a:pt x="3095" y="6072"/>
                </a:cubicBezTo>
                <a:cubicBezTo>
                  <a:pt x="3470" y="6072"/>
                  <a:pt x="3824" y="5925"/>
                  <a:pt x="4090" y="5661"/>
                </a:cubicBezTo>
                <a:cubicBezTo>
                  <a:pt x="4357" y="5395"/>
                  <a:pt x="4502" y="5045"/>
                  <a:pt x="4502" y="4682"/>
                </a:cubicBezTo>
                <a:lnTo>
                  <a:pt x="4562" y="3926"/>
                </a:lnTo>
                <a:lnTo>
                  <a:pt x="7891" y="3926"/>
                </a:lnTo>
                <a:cubicBezTo>
                  <a:pt x="8041" y="3926"/>
                  <a:pt x="8163" y="4050"/>
                  <a:pt x="8163" y="4198"/>
                </a:cubicBezTo>
                <a:cubicBezTo>
                  <a:pt x="8163" y="4348"/>
                  <a:pt x="8040" y="4468"/>
                  <a:pt x="7891" y="4468"/>
                </a:cubicBezTo>
                <a:lnTo>
                  <a:pt x="6614" y="4468"/>
                </a:lnTo>
                <a:cubicBezTo>
                  <a:pt x="6477" y="4330"/>
                  <a:pt x="6292" y="4252"/>
                  <a:pt x="6099" y="4252"/>
                </a:cubicBezTo>
                <a:lnTo>
                  <a:pt x="5408" y="4252"/>
                </a:lnTo>
                <a:cubicBezTo>
                  <a:pt x="5004" y="4252"/>
                  <a:pt x="4676" y="4580"/>
                  <a:pt x="4676" y="4982"/>
                </a:cubicBezTo>
                <a:cubicBezTo>
                  <a:pt x="4676" y="5135"/>
                  <a:pt x="4722" y="5279"/>
                  <a:pt x="4808" y="5401"/>
                </a:cubicBezTo>
                <a:cubicBezTo>
                  <a:pt x="4623" y="5536"/>
                  <a:pt x="4513" y="5751"/>
                  <a:pt x="4513" y="5985"/>
                </a:cubicBezTo>
                <a:cubicBezTo>
                  <a:pt x="4513" y="6094"/>
                  <a:pt x="4538" y="6203"/>
                  <a:pt x="4587" y="6301"/>
                </a:cubicBezTo>
                <a:cubicBezTo>
                  <a:pt x="4299" y="6400"/>
                  <a:pt x="4099" y="6674"/>
                  <a:pt x="4099" y="6987"/>
                </a:cubicBezTo>
                <a:cubicBezTo>
                  <a:pt x="4099" y="7082"/>
                  <a:pt x="4118" y="7173"/>
                  <a:pt x="4152" y="7259"/>
                </a:cubicBezTo>
                <a:lnTo>
                  <a:pt x="3475" y="7259"/>
                </a:lnTo>
                <a:cubicBezTo>
                  <a:pt x="2918" y="7259"/>
                  <a:pt x="2383" y="7024"/>
                  <a:pt x="1999" y="6614"/>
                </a:cubicBezTo>
                <a:lnTo>
                  <a:pt x="1999" y="3849"/>
                </a:lnTo>
                <a:cubicBezTo>
                  <a:pt x="2162" y="3674"/>
                  <a:pt x="2348" y="3533"/>
                  <a:pt x="2553" y="3427"/>
                </a:cubicBezTo>
                <a:cubicBezTo>
                  <a:pt x="2728" y="3338"/>
                  <a:pt x="2893" y="3214"/>
                  <a:pt x="3072" y="3035"/>
                </a:cubicBezTo>
                <a:cubicBezTo>
                  <a:pt x="3512" y="2603"/>
                  <a:pt x="3764" y="1994"/>
                  <a:pt x="3763" y="1363"/>
                </a:cubicBezTo>
                <a:lnTo>
                  <a:pt x="3763" y="1319"/>
                </a:lnTo>
                <a:cubicBezTo>
                  <a:pt x="3763" y="1233"/>
                  <a:pt x="3802" y="1155"/>
                  <a:pt x="3870" y="1104"/>
                </a:cubicBezTo>
                <a:cubicBezTo>
                  <a:pt x="3918" y="1067"/>
                  <a:pt x="3974" y="1048"/>
                  <a:pt x="4032" y="1048"/>
                </a:cubicBezTo>
                <a:close/>
                <a:moveTo>
                  <a:pt x="5520" y="6717"/>
                </a:moveTo>
                <a:cubicBezTo>
                  <a:pt x="5670" y="6717"/>
                  <a:pt x="5790" y="6840"/>
                  <a:pt x="5790" y="6988"/>
                </a:cubicBezTo>
                <a:cubicBezTo>
                  <a:pt x="5790" y="7138"/>
                  <a:pt x="5668" y="7259"/>
                  <a:pt x="5520" y="7259"/>
                </a:cubicBezTo>
                <a:lnTo>
                  <a:pt x="4826" y="7259"/>
                </a:lnTo>
                <a:cubicBezTo>
                  <a:pt x="4678" y="7259"/>
                  <a:pt x="4556" y="7137"/>
                  <a:pt x="4556" y="6988"/>
                </a:cubicBezTo>
                <a:cubicBezTo>
                  <a:pt x="4556" y="6838"/>
                  <a:pt x="4678" y="6717"/>
                  <a:pt x="4829" y="6717"/>
                </a:cubicBezTo>
                <a:close/>
                <a:moveTo>
                  <a:pt x="1515" y="3566"/>
                </a:moveTo>
                <a:lnTo>
                  <a:pt x="1515" y="7311"/>
                </a:lnTo>
                <a:lnTo>
                  <a:pt x="456" y="7311"/>
                </a:lnTo>
                <a:lnTo>
                  <a:pt x="456" y="3566"/>
                </a:lnTo>
                <a:close/>
                <a:moveTo>
                  <a:pt x="4036" y="589"/>
                </a:moveTo>
                <a:cubicBezTo>
                  <a:pt x="3877" y="589"/>
                  <a:pt x="3722" y="641"/>
                  <a:pt x="3591" y="740"/>
                </a:cubicBezTo>
                <a:cubicBezTo>
                  <a:pt x="3408" y="879"/>
                  <a:pt x="3303" y="1093"/>
                  <a:pt x="3303" y="1320"/>
                </a:cubicBezTo>
                <a:lnTo>
                  <a:pt x="3303" y="1368"/>
                </a:lnTo>
                <a:cubicBezTo>
                  <a:pt x="3304" y="1874"/>
                  <a:pt x="3102" y="2363"/>
                  <a:pt x="2750" y="2709"/>
                </a:cubicBezTo>
                <a:cubicBezTo>
                  <a:pt x="2603" y="2854"/>
                  <a:pt x="2473" y="2952"/>
                  <a:pt x="2342" y="3019"/>
                </a:cubicBezTo>
                <a:cubicBezTo>
                  <a:pt x="2204" y="3089"/>
                  <a:pt x="2075" y="3174"/>
                  <a:pt x="1953" y="3269"/>
                </a:cubicBezTo>
                <a:cubicBezTo>
                  <a:pt x="1923" y="3177"/>
                  <a:pt x="1841" y="3110"/>
                  <a:pt x="1740" y="3110"/>
                </a:cubicBezTo>
                <a:lnTo>
                  <a:pt x="227" y="3110"/>
                </a:lnTo>
                <a:cubicBezTo>
                  <a:pt x="103" y="3110"/>
                  <a:pt x="0" y="3212"/>
                  <a:pt x="0" y="3337"/>
                </a:cubicBezTo>
                <a:lnTo>
                  <a:pt x="0" y="7535"/>
                </a:lnTo>
                <a:cubicBezTo>
                  <a:pt x="0" y="7660"/>
                  <a:pt x="103" y="7762"/>
                  <a:pt x="227" y="7762"/>
                </a:cubicBezTo>
                <a:lnTo>
                  <a:pt x="1740" y="7762"/>
                </a:lnTo>
                <a:cubicBezTo>
                  <a:pt x="1864" y="7762"/>
                  <a:pt x="1966" y="7660"/>
                  <a:pt x="1966" y="7535"/>
                </a:cubicBezTo>
                <a:lnTo>
                  <a:pt x="1966" y="7205"/>
                </a:lnTo>
                <a:cubicBezTo>
                  <a:pt x="2397" y="7535"/>
                  <a:pt x="2924" y="7719"/>
                  <a:pt x="3472" y="7719"/>
                </a:cubicBezTo>
                <a:lnTo>
                  <a:pt x="5517" y="7719"/>
                </a:lnTo>
                <a:cubicBezTo>
                  <a:pt x="5921" y="7719"/>
                  <a:pt x="6249" y="7391"/>
                  <a:pt x="6249" y="6988"/>
                </a:cubicBezTo>
                <a:cubicBezTo>
                  <a:pt x="6249" y="6877"/>
                  <a:pt x="6222" y="6770"/>
                  <a:pt x="6175" y="6672"/>
                </a:cubicBezTo>
                <a:cubicBezTo>
                  <a:pt x="6463" y="6573"/>
                  <a:pt x="6663" y="6299"/>
                  <a:pt x="6663" y="5986"/>
                </a:cubicBezTo>
                <a:cubicBezTo>
                  <a:pt x="6663" y="5833"/>
                  <a:pt x="6616" y="5689"/>
                  <a:pt x="6531" y="5567"/>
                </a:cubicBezTo>
                <a:cubicBezTo>
                  <a:pt x="6717" y="5432"/>
                  <a:pt x="6826" y="5217"/>
                  <a:pt x="6826" y="4984"/>
                </a:cubicBezTo>
                <a:cubicBezTo>
                  <a:pt x="6826" y="4964"/>
                  <a:pt x="6826" y="4948"/>
                  <a:pt x="6823" y="4929"/>
                </a:cubicBezTo>
                <a:lnTo>
                  <a:pt x="7888" y="4929"/>
                </a:lnTo>
                <a:cubicBezTo>
                  <a:pt x="8291" y="4929"/>
                  <a:pt x="8619" y="4601"/>
                  <a:pt x="8619" y="4198"/>
                </a:cubicBezTo>
                <a:cubicBezTo>
                  <a:pt x="8620" y="3794"/>
                  <a:pt x="8294" y="3466"/>
                  <a:pt x="7891" y="3466"/>
                </a:cubicBezTo>
                <a:lnTo>
                  <a:pt x="4606" y="3466"/>
                </a:lnTo>
                <a:cubicBezTo>
                  <a:pt x="4614" y="3414"/>
                  <a:pt x="4621" y="3359"/>
                  <a:pt x="4630" y="3300"/>
                </a:cubicBezTo>
                <a:cubicBezTo>
                  <a:pt x="4727" y="2692"/>
                  <a:pt x="4773" y="2070"/>
                  <a:pt x="4767" y="1454"/>
                </a:cubicBezTo>
                <a:lnTo>
                  <a:pt x="4765" y="1340"/>
                </a:lnTo>
                <a:cubicBezTo>
                  <a:pt x="4765" y="998"/>
                  <a:pt x="4547" y="701"/>
                  <a:pt x="4231" y="615"/>
                </a:cubicBezTo>
                <a:cubicBezTo>
                  <a:pt x="4166" y="598"/>
                  <a:pt x="4101" y="589"/>
                  <a:pt x="4036" y="589"/>
                </a:cubicBezTo>
                <a:close/>
              </a:path>
            </a:pathLst>
          </a:custGeom>
          <a:solidFill>
            <a:srgbClr val="29B5E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07" name="Google Shape;2907;p94"/>
          <p:cNvGrpSpPr/>
          <p:nvPr/>
        </p:nvGrpSpPr>
        <p:grpSpPr>
          <a:xfrm>
            <a:off x="6170389" y="3298451"/>
            <a:ext cx="256052" cy="340437"/>
            <a:chOff x="7428065" y="1390037"/>
            <a:chExt cx="489676" cy="651056"/>
          </a:xfrm>
        </p:grpSpPr>
        <p:sp>
          <p:nvSpPr>
            <p:cNvPr id="2908" name="Google Shape;2908;p94"/>
            <p:cNvSpPr/>
            <p:nvPr/>
          </p:nvSpPr>
          <p:spPr>
            <a:xfrm>
              <a:off x="7428065" y="1390037"/>
              <a:ext cx="489676" cy="651056"/>
            </a:xfrm>
            <a:custGeom>
              <a:avLst/>
              <a:gdLst/>
              <a:ahLst/>
              <a:cxnLst/>
              <a:rect l="l" t="t" r="r" b="b"/>
              <a:pathLst>
                <a:path w="812740" h="1080591" extrusionOk="0">
                  <a:moveTo>
                    <a:pt x="311697" y="0"/>
                  </a:moveTo>
                  <a:cubicBezTo>
                    <a:pt x="331863" y="0"/>
                    <a:pt x="351082" y="5278"/>
                    <a:pt x="368812" y="10286"/>
                  </a:cubicBezTo>
                  <a:cubicBezTo>
                    <a:pt x="382888" y="13805"/>
                    <a:pt x="396016" y="17730"/>
                    <a:pt x="406167" y="17730"/>
                  </a:cubicBezTo>
                  <a:cubicBezTo>
                    <a:pt x="416453" y="17730"/>
                    <a:pt x="429581" y="14211"/>
                    <a:pt x="443657" y="10286"/>
                  </a:cubicBezTo>
                  <a:cubicBezTo>
                    <a:pt x="461387" y="5278"/>
                    <a:pt x="480606" y="0"/>
                    <a:pt x="500772" y="0"/>
                  </a:cubicBezTo>
                  <a:cubicBezTo>
                    <a:pt x="510923" y="0"/>
                    <a:pt x="521344" y="1353"/>
                    <a:pt x="531766" y="4872"/>
                  </a:cubicBezTo>
                  <a:cubicBezTo>
                    <a:pt x="564384" y="15429"/>
                    <a:pt x="585091" y="41551"/>
                    <a:pt x="601603" y="62529"/>
                  </a:cubicBezTo>
                  <a:cubicBezTo>
                    <a:pt x="610265" y="73086"/>
                    <a:pt x="618521" y="83643"/>
                    <a:pt x="626101" y="89057"/>
                  </a:cubicBezTo>
                  <a:cubicBezTo>
                    <a:pt x="633680" y="94606"/>
                    <a:pt x="646131" y="99208"/>
                    <a:pt x="659395" y="104351"/>
                  </a:cubicBezTo>
                  <a:cubicBezTo>
                    <a:pt x="684434" y="113689"/>
                    <a:pt x="715157" y="125194"/>
                    <a:pt x="735052" y="152533"/>
                  </a:cubicBezTo>
                  <a:cubicBezTo>
                    <a:pt x="754948" y="179602"/>
                    <a:pt x="756166" y="211273"/>
                    <a:pt x="757790" y="239018"/>
                  </a:cubicBezTo>
                  <a:cubicBezTo>
                    <a:pt x="758331" y="253365"/>
                    <a:pt x="758873" y="266629"/>
                    <a:pt x="761986" y="275968"/>
                  </a:cubicBezTo>
                  <a:cubicBezTo>
                    <a:pt x="764828" y="284630"/>
                    <a:pt x="771866" y="295051"/>
                    <a:pt x="779174" y="306691"/>
                  </a:cubicBezTo>
                  <a:cubicBezTo>
                    <a:pt x="794062" y="328752"/>
                    <a:pt x="812740" y="356498"/>
                    <a:pt x="812740" y="391552"/>
                  </a:cubicBezTo>
                  <a:cubicBezTo>
                    <a:pt x="812740" y="426065"/>
                    <a:pt x="794062" y="453946"/>
                    <a:pt x="779174" y="476277"/>
                  </a:cubicBezTo>
                  <a:cubicBezTo>
                    <a:pt x="771866" y="487782"/>
                    <a:pt x="764828" y="498474"/>
                    <a:pt x="761986" y="507001"/>
                  </a:cubicBezTo>
                  <a:cubicBezTo>
                    <a:pt x="758873" y="516339"/>
                    <a:pt x="758196" y="530009"/>
                    <a:pt x="757790" y="544085"/>
                  </a:cubicBezTo>
                  <a:cubicBezTo>
                    <a:pt x="756572" y="571966"/>
                    <a:pt x="754948" y="603366"/>
                    <a:pt x="735052" y="630435"/>
                  </a:cubicBezTo>
                  <a:cubicBezTo>
                    <a:pt x="715292" y="657774"/>
                    <a:pt x="684434" y="669414"/>
                    <a:pt x="659395" y="678753"/>
                  </a:cubicBezTo>
                  <a:cubicBezTo>
                    <a:pt x="654387" y="680512"/>
                    <a:pt x="649786" y="682543"/>
                    <a:pt x="645319" y="684167"/>
                  </a:cubicBezTo>
                  <a:lnTo>
                    <a:pt x="742632" y="980030"/>
                  </a:lnTo>
                  <a:cubicBezTo>
                    <a:pt x="747910" y="996271"/>
                    <a:pt x="738977" y="1013595"/>
                    <a:pt x="723007" y="1018738"/>
                  </a:cubicBezTo>
                  <a:cubicBezTo>
                    <a:pt x="720300" y="1019686"/>
                    <a:pt x="717593" y="1020092"/>
                    <a:pt x="714886" y="1020092"/>
                  </a:cubicBezTo>
                  <a:cubicBezTo>
                    <a:pt x="711367" y="1020092"/>
                    <a:pt x="707984" y="1019280"/>
                    <a:pt x="704735" y="1017791"/>
                  </a:cubicBezTo>
                  <a:lnTo>
                    <a:pt x="606205" y="975157"/>
                  </a:lnTo>
                  <a:lnTo>
                    <a:pt x="551932" y="1067598"/>
                  </a:lnTo>
                  <a:cubicBezTo>
                    <a:pt x="548684" y="1073011"/>
                    <a:pt x="543676" y="1077072"/>
                    <a:pt x="537856" y="1079102"/>
                  </a:cubicBezTo>
                  <a:cubicBezTo>
                    <a:pt x="534608" y="1080049"/>
                    <a:pt x="531225" y="1080591"/>
                    <a:pt x="527976" y="1080591"/>
                  </a:cubicBezTo>
                  <a:cubicBezTo>
                    <a:pt x="523239" y="1080591"/>
                    <a:pt x="518773" y="1079643"/>
                    <a:pt x="514577" y="1077478"/>
                  </a:cubicBezTo>
                  <a:cubicBezTo>
                    <a:pt x="507133" y="1073688"/>
                    <a:pt x="501720" y="1067327"/>
                    <a:pt x="498877" y="1059612"/>
                  </a:cubicBezTo>
                  <a:lnTo>
                    <a:pt x="408603" y="785404"/>
                  </a:lnTo>
                  <a:lnTo>
                    <a:pt x="318599" y="1059612"/>
                  </a:lnTo>
                  <a:cubicBezTo>
                    <a:pt x="316028" y="1067327"/>
                    <a:pt x="310614" y="1073823"/>
                    <a:pt x="302899" y="1077478"/>
                  </a:cubicBezTo>
                  <a:cubicBezTo>
                    <a:pt x="298704" y="1079643"/>
                    <a:pt x="293831" y="1080591"/>
                    <a:pt x="289500" y="1080591"/>
                  </a:cubicBezTo>
                  <a:cubicBezTo>
                    <a:pt x="285981" y="1080591"/>
                    <a:pt x="282869" y="1080049"/>
                    <a:pt x="279620" y="1079102"/>
                  </a:cubicBezTo>
                  <a:cubicBezTo>
                    <a:pt x="273530" y="1077072"/>
                    <a:pt x="268522" y="1073011"/>
                    <a:pt x="265545" y="1067598"/>
                  </a:cubicBezTo>
                  <a:lnTo>
                    <a:pt x="211272" y="975157"/>
                  </a:lnTo>
                  <a:lnTo>
                    <a:pt x="112742" y="1017791"/>
                  </a:lnTo>
                  <a:cubicBezTo>
                    <a:pt x="109493" y="1019280"/>
                    <a:pt x="105839" y="1020092"/>
                    <a:pt x="102320" y="1020092"/>
                  </a:cubicBezTo>
                  <a:cubicBezTo>
                    <a:pt x="99749" y="1020092"/>
                    <a:pt x="97042" y="1019550"/>
                    <a:pt x="94470" y="1018738"/>
                  </a:cubicBezTo>
                  <a:cubicBezTo>
                    <a:pt x="78364" y="1013595"/>
                    <a:pt x="69567" y="996271"/>
                    <a:pt x="74845" y="980165"/>
                  </a:cubicBezTo>
                  <a:lnTo>
                    <a:pt x="171481" y="685926"/>
                  </a:lnTo>
                  <a:cubicBezTo>
                    <a:pt x="166067" y="683490"/>
                    <a:pt x="159841" y="681054"/>
                    <a:pt x="153209" y="678753"/>
                  </a:cubicBezTo>
                  <a:cubicBezTo>
                    <a:pt x="128306" y="669414"/>
                    <a:pt x="97583" y="657774"/>
                    <a:pt x="77688" y="630435"/>
                  </a:cubicBezTo>
                  <a:cubicBezTo>
                    <a:pt x="57792" y="603366"/>
                    <a:pt x="56574" y="571560"/>
                    <a:pt x="54950" y="544085"/>
                  </a:cubicBezTo>
                  <a:cubicBezTo>
                    <a:pt x="54273" y="529739"/>
                    <a:pt x="53732" y="516339"/>
                    <a:pt x="50754" y="507001"/>
                  </a:cubicBezTo>
                  <a:cubicBezTo>
                    <a:pt x="47912" y="498609"/>
                    <a:pt x="40874" y="487917"/>
                    <a:pt x="33430" y="476548"/>
                  </a:cubicBezTo>
                  <a:cubicBezTo>
                    <a:pt x="18542" y="453946"/>
                    <a:pt x="0" y="426335"/>
                    <a:pt x="0" y="391552"/>
                  </a:cubicBezTo>
                  <a:cubicBezTo>
                    <a:pt x="0" y="356904"/>
                    <a:pt x="18542" y="329023"/>
                    <a:pt x="33430" y="306691"/>
                  </a:cubicBezTo>
                  <a:cubicBezTo>
                    <a:pt x="40874" y="295186"/>
                    <a:pt x="47912" y="284630"/>
                    <a:pt x="50754" y="275968"/>
                  </a:cubicBezTo>
                  <a:cubicBezTo>
                    <a:pt x="53732" y="266629"/>
                    <a:pt x="54544" y="252959"/>
                    <a:pt x="54950" y="239018"/>
                  </a:cubicBezTo>
                  <a:cubicBezTo>
                    <a:pt x="56303" y="211273"/>
                    <a:pt x="57792" y="179602"/>
                    <a:pt x="77417" y="152533"/>
                  </a:cubicBezTo>
                  <a:cubicBezTo>
                    <a:pt x="97177" y="125194"/>
                    <a:pt x="128036" y="113689"/>
                    <a:pt x="152939" y="104351"/>
                  </a:cubicBezTo>
                  <a:cubicBezTo>
                    <a:pt x="166202" y="99208"/>
                    <a:pt x="178519" y="94877"/>
                    <a:pt x="186368" y="89057"/>
                  </a:cubicBezTo>
                  <a:cubicBezTo>
                    <a:pt x="193948" y="83643"/>
                    <a:pt x="202068" y="73086"/>
                    <a:pt x="210730" y="62529"/>
                  </a:cubicBezTo>
                  <a:cubicBezTo>
                    <a:pt x="227378" y="41551"/>
                    <a:pt x="247815" y="15429"/>
                    <a:pt x="280568" y="4872"/>
                  </a:cubicBezTo>
                  <a:cubicBezTo>
                    <a:pt x="291125" y="1353"/>
                    <a:pt x="301546" y="0"/>
                    <a:pt x="311697" y="0"/>
                  </a:cubicBezTo>
                  <a:close/>
                  <a:moveTo>
                    <a:pt x="311697" y="81748"/>
                  </a:moveTo>
                  <a:cubicBezTo>
                    <a:pt x="309531" y="81748"/>
                    <a:pt x="307501" y="82019"/>
                    <a:pt x="305742" y="82425"/>
                  </a:cubicBezTo>
                  <a:cubicBezTo>
                    <a:pt x="296538" y="85402"/>
                    <a:pt x="285440" y="99478"/>
                    <a:pt x="274613" y="113148"/>
                  </a:cubicBezTo>
                  <a:cubicBezTo>
                    <a:pt x="263514" y="127224"/>
                    <a:pt x="250927" y="143059"/>
                    <a:pt x="234415" y="155105"/>
                  </a:cubicBezTo>
                  <a:cubicBezTo>
                    <a:pt x="217768" y="167151"/>
                    <a:pt x="198820" y="174459"/>
                    <a:pt x="181496" y="180685"/>
                  </a:cubicBezTo>
                  <a:cubicBezTo>
                    <a:pt x="165390" y="186640"/>
                    <a:pt x="148743" y="193137"/>
                    <a:pt x="143194" y="200581"/>
                  </a:cubicBezTo>
                  <a:cubicBezTo>
                    <a:pt x="137916" y="207754"/>
                    <a:pt x="136968" y="226431"/>
                    <a:pt x="136156" y="242808"/>
                  </a:cubicBezTo>
                  <a:cubicBezTo>
                    <a:pt x="135344" y="260809"/>
                    <a:pt x="134261" y="281381"/>
                    <a:pt x="127900" y="301006"/>
                  </a:cubicBezTo>
                  <a:cubicBezTo>
                    <a:pt x="121674" y="320090"/>
                    <a:pt x="110576" y="336873"/>
                    <a:pt x="100696" y="351490"/>
                  </a:cubicBezTo>
                  <a:cubicBezTo>
                    <a:pt x="90951" y="366242"/>
                    <a:pt x="80801" y="381266"/>
                    <a:pt x="80801" y="391552"/>
                  </a:cubicBezTo>
                  <a:cubicBezTo>
                    <a:pt x="80801" y="401703"/>
                    <a:pt x="90951" y="416861"/>
                    <a:pt x="100696" y="431478"/>
                  </a:cubicBezTo>
                  <a:cubicBezTo>
                    <a:pt x="110576" y="446231"/>
                    <a:pt x="121674" y="462878"/>
                    <a:pt x="127900" y="481962"/>
                  </a:cubicBezTo>
                  <a:cubicBezTo>
                    <a:pt x="134126" y="501858"/>
                    <a:pt x="135073" y="522159"/>
                    <a:pt x="136156" y="540160"/>
                  </a:cubicBezTo>
                  <a:cubicBezTo>
                    <a:pt x="136968" y="556537"/>
                    <a:pt x="137780" y="575214"/>
                    <a:pt x="143194" y="582388"/>
                  </a:cubicBezTo>
                  <a:cubicBezTo>
                    <a:pt x="148743" y="590102"/>
                    <a:pt x="165255" y="596328"/>
                    <a:pt x="181496" y="602283"/>
                  </a:cubicBezTo>
                  <a:cubicBezTo>
                    <a:pt x="198414" y="608509"/>
                    <a:pt x="217498" y="615818"/>
                    <a:pt x="234415" y="627863"/>
                  </a:cubicBezTo>
                  <a:cubicBezTo>
                    <a:pt x="250927" y="639909"/>
                    <a:pt x="263514" y="655744"/>
                    <a:pt x="274613" y="669820"/>
                  </a:cubicBezTo>
                  <a:cubicBezTo>
                    <a:pt x="285440" y="683490"/>
                    <a:pt x="296674" y="697836"/>
                    <a:pt x="305742" y="700543"/>
                  </a:cubicBezTo>
                  <a:cubicBezTo>
                    <a:pt x="307230" y="701085"/>
                    <a:pt x="309125" y="701220"/>
                    <a:pt x="311155" y="701220"/>
                  </a:cubicBezTo>
                  <a:cubicBezTo>
                    <a:pt x="320494" y="701220"/>
                    <a:pt x="334570" y="697430"/>
                    <a:pt x="347157" y="693911"/>
                  </a:cubicBezTo>
                  <a:cubicBezTo>
                    <a:pt x="364887" y="689174"/>
                    <a:pt x="384918" y="683761"/>
                    <a:pt x="406167" y="683761"/>
                  </a:cubicBezTo>
                  <a:cubicBezTo>
                    <a:pt x="427280" y="683761"/>
                    <a:pt x="447447" y="689174"/>
                    <a:pt x="465312" y="693911"/>
                  </a:cubicBezTo>
                  <a:cubicBezTo>
                    <a:pt x="477899" y="697430"/>
                    <a:pt x="491975" y="701220"/>
                    <a:pt x="501178" y="701220"/>
                  </a:cubicBezTo>
                  <a:cubicBezTo>
                    <a:pt x="503344" y="701220"/>
                    <a:pt x="505239" y="701085"/>
                    <a:pt x="506727" y="700543"/>
                  </a:cubicBezTo>
                  <a:cubicBezTo>
                    <a:pt x="515931" y="697566"/>
                    <a:pt x="527029" y="683490"/>
                    <a:pt x="537856" y="669820"/>
                  </a:cubicBezTo>
                  <a:cubicBezTo>
                    <a:pt x="548955" y="655744"/>
                    <a:pt x="561541" y="639909"/>
                    <a:pt x="578053" y="627863"/>
                  </a:cubicBezTo>
                  <a:cubicBezTo>
                    <a:pt x="594565" y="615818"/>
                    <a:pt x="613649" y="608509"/>
                    <a:pt x="630702" y="602283"/>
                  </a:cubicBezTo>
                  <a:cubicBezTo>
                    <a:pt x="646808" y="596328"/>
                    <a:pt x="663726" y="590102"/>
                    <a:pt x="669275" y="582388"/>
                  </a:cubicBezTo>
                  <a:cubicBezTo>
                    <a:pt x="674554" y="575214"/>
                    <a:pt x="675501" y="556537"/>
                    <a:pt x="676313" y="540160"/>
                  </a:cubicBezTo>
                  <a:cubicBezTo>
                    <a:pt x="677125" y="522159"/>
                    <a:pt x="677937" y="501587"/>
                    <a:pt x="684569" y="481962"/>
                  </a:cubicBezTo>
                  <a:cubicBezTo>
                    <a:pt x="690795" y="462878"/>
                    <a:pt x="701893" y="446231"/>
                    <a:pt x="711773" y="431478"/>
                  </a:cubicBezTo>
                  <a:cubicBezTo>
                    <a:pt x="721383" y="416591"/>
                    <a:pt x="731398" y="401567"/>
                    <a:pt x="731398" y="391552"/>
                  </a:cubicBezTo>
                  <a:cubicBezTo>
                    <a:pt x="731398" y="381401"/>
                    <a:pt x="721383" y="366242"/>
                    <a:pt x="711503" y="351490"/>
                  </a:cubicBezTo>
                  <a:cubicBezTo>
                    <a:pt x="701622" y="336873"/>
                    <a:pt x="690659" y="320090"/>
                    <a:pt x="684434" y="301006"/>
                  </a:cubicBezTo>
                  <a:cubicBezTo>
                    <a:pt x="677802" y="281517"/>
                    <a:pt x="677125" y="260809"/>
                    <a:pt x="676178" y="242808"/>
                  </a:cubicBezTo>
                  <a:cubicBezTo>
                    <a:pt x="675366" y="226431"/>
                    <a:pt x="674554" y="207754"/>
                    <a:pt x="669140" y="200581"/>
                  </a:cubicBezTo>
                  <a:cubicBezTo>
                    <a:pt x="663455" y="193137"/>
                    <a:pt x="646537" y="186640"/>
                    <a:pt x="630567" y="180685"/>
                  </a:cubicBezTo>
                  <a:cubicBezTo>
                    <a:pt x="613784" y="174459"/>
                    <a:pt x="594565" y="167151"/>
                    <a:pt x="577918" y="155105"/>
                  </a:cubicBezTo>
                  <a:cubicBezTo>
                    <a:pt x="561541" y="143059"/>
                    <a:pt x="548684" y="127224"/>
                    <a:pt x="537721" y="113148"/>
                  </a:cubicBezTo>
                  <a:cubicBezTo>
                    <a:pt x="526758" y="99478"/>
                    <a:pt x="515525" y="85267"/>
                    <a:pt x="506457" y="82425"/>
                  </a:cubicBezTo>
                  <a:cubicBezTo>
                    <a:pt x="504832" y="81883"/>
                    <a:pt x="502938" y="81748"/>
                    <a:pt x="500637" y="81748"/>
                  </a:cubicBezTo>
                  <a:cubicBezTo>
                    <a:pt x="491298" y="81748"/>
                    <a:pt x="477628" y="85267"/>
                    <a:pt x="465041" y="89057"/>
                  </a:cubicBezTo>
                  <a:cubicBezTo>
                    <a:pt x="447447" y="93794"/>
                    <a:pt x="427280" y="99208"/>
                    <a:pt x="406167" y="99208"/>
                  </a:cubicBezTo>
                  <a:cubicBezTo>
                    <a:pt x="385053" y="99208"/>
                    <a:pt x="365022" y="93794"/>
                    <a:pt x="347292" y="89057"/>
                  </a:cubicBezTo>
                  <a:cubicBezTo>
                    <a:pt x="334841" y="85402"/>
                    <a:pt x="321036" y="81748"/>
                    <a:pt x="311697" y="81748"/>
                  </a:cubicBezTo>
                  <a:close/>
                  <a:moveTo>
                    <a:pt x="602145" y="719898"/>
                  </a:moveTo>
                  <a:lnTo>
                    <a:pt x="601739" y="720304"/>
                  </a:lnTo>
                  <a:cubicBezTo>
                    <a:pt x="585091" y="741147"/>
                    <a:pt x="564384" y="767268"/>
                    <a:pt x="531766" y="777960"/>
                  </a:cubicBezTo>
                  <a:cubicBezTo>
                    <a:pt x="521344" y="781344"/>
                    <a:pt x="511058" y="782697"/>
                    <a:pt x="501043" y="782697"/>
                  </a:cubicBezTo>
                  <a:cubicBezTo>
                    <a:pt x="487102" y="782697"/>
                    <a:pt x="473568" y="780126"/>
                    <a:pt x="460710" y="777013"/>
                  </a:cubicBezTo>
                  <a:lnTo>
                    <a:pt x="532984" y="996677"/>
                  </a:lnTo>
                  <a:lnTo>
                    <a:pt x="572775" y="928734"/>
                  </a:lnTo>
                  <a:cubicBezTo>
                    <a:pt x="577512" y="920478"/>
                    <a:pt x="586309" y="915741"/>
                    <a:pt x="595377" y="915741"/>
                  </a:cubicBezTo>
                  <a:cubicBezTo>
                    <a:pt x="598896" y="915741"/>
                    <a:pt x="602415" y="916418"/>
                    <a:pt x="605799" y="917907"/>
                  </a:cubicBezTo>
                  <a:lnTo>
                    <a:pt x="677802" y="949442"/>
                  </a:lnTo>
                  <a:lnTo>
                    <a:pt x="602145" y="719898"/>
                  </a:lnTo>
                  <a:close/>
                  <a:moveTo>
                    <a:pt x="214114" y="724093"/>
                  </a:moveTo>
                  <a:lnTo>
                    <a:pt x="139946" y="949442"/>
                  </a:lnTo>
                  <a:lnTo>
                    <a:pt x="212084" y="918313"/>
                  </a:lnTo>
                  <a:cubicBezTo>
                    <a:pt x="215332" y="916824"/>
                    <a:pt x="218851" y="916012"/>
                    <a:pt x="222370" y="916012"/>
                  </a:cubicBezTo>
                  <a:cubicBezTo>
                    <a:pt x="231438" y="916012"/>
                    <a:pt x="239965" y="920884"/>
                    <a:pt x="244972" y="928870"/>
                  </a:cubicBezTo>
                  <a:lnTo>
                    <a:pt x="284628" y="997083"/>
                  </a:lnTo>
                  <a:lnTo>
                    <a:pt x="357172" y="775930"/>
                  </a:lnTo>
                  <a:cubicBezTo>
                    <a:pt x="342961" y="779585"/>
                    <a:pt x="327803" y="782833"/>
                    <a:pt x="311967" y="782833"/>
                  </a:cubicBezTo>
                  <a:cubicBezTo>
                    <a:pt x="301952" y="782833"/>
                    <a:pt x="291531" y="781615"/>
                    <a:pt x="280838" y="778231"/>
                  </a:cubicBezTo>
                  <a:cubicBezTo>
                    <a:pt x="250115" y="768080"/>
                    <a:pt x="230220" y="744395"/>
                    <a:pt x="214114" y="724093"/>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400" b="0" i="0" u="none" strike="noStrike" cap="none">
                <a:solidFill>
                  <a:srgbClr val="FFFFFF"/>
                </a:solidFill>
                <a:latin typeface="Arial"/>
                <a:ea typeface="Arial"/>
                <a:cs typeface="Arial"/>
                <a:sym typeface="Arial"/>
              </a:endParaRPr>
            </a:p>
          </p:txBody>
        </p:sp>
        <p:sp>
          <p:nvSpPr>
            <p:cNvPr id="2909" name="Google Shape;2909;p94"/>
            <p:cNvSpPr/>
            <p:nvPr/>
          </p:nvSpPr>
          <p:spPr>
            <a:xfrm>
              <a:off x="7568597" y="1556737"/>
              <a:ext cx="208259" cy="142062"/>
            </a:xfrm>
            <a:custGeom>
              <a:avLst/>
              <a:gdLst/>
              <a:ahLst/>
              <a:cxnLst/>
              <a:rect l="l" t="t" r="r" b="b"/>
              <a:pathLst>
                <a:path w="72312" h="49327" extrusionOk="0">
                  <a:moveTo>
                    <a:pt x="62916" y="1"/>
                  </a:moveTo>
                  <a:lnTo>
                    <a:pt x="62245" y="504"/>
                  </a:lnTo>
                  <a:lnTo>
                    <a:pt x="27180" y="32549"/>
                  </a:lnTo>
                  <a:lnTo>
                    <a:pt x="26677" y="32885"/>
                  </a:lnTo>
                  <a:lnTo>
                    <a:pt x="25167" y="33052"/>
                  </a:lnTo>
                  <a:lnTo>
                    <a:pt x="24496" y="32549"/>
                  </a:lnTo>
                  <a:lnTo>
                    <a:pt x="8725" y="20301"/>
                  </a:lnTo>
                  <a:lnTo>
                    <a:pt x="7886" y="19798"/>
                  </a:lnTo>
                  <a:lnTo>
                    <a:pt x="6376" y="19966"/>
                  </a:lnTo>
                  <a:lnTo>
                    <a:pt x="5705" y="20637"/>
                  </a:lnTo>
                  <a:lnTo>
                    <a:pt x="336" y="27348"/>
                  </a:lnTo>
                  <a:lnTo>
                    <a:pt x="1" y="28019"/>
                  </a:lnTo>
                  <a:lnTo>
                    <a:pt x="168" y="29529"/>
                  </a:lnTo>
                  <a:lnTo>
                    <a:pt x="672" y="30200"/>
                  </a:lnTo>
                  <a:lnTo>
                    <a:pt x="21643" y="47649"/>
                  </a:lnTo>
                  <a:lnTo>
                    <a:pt x="22818" y="48488"/>
                  </a:lnTo>
                  <a:lnTo>
                    <a:pt x="25335" y="49326"/>
                  </a:lnTo>
                  <a:lnTo>
                    <a:pt x="27851" y="49326"/>
                  </a:lnTo>
                  <a:lnTo>
                    <a:pt x="30368" y="48320"/>
                  </a:lnTo>
                  <a:lnTo>
                    <a:pt x="31374" y="47481"/>
                  </a:lnTo>
                  <a:lnTo>
                    <a:pt x="71808" y="10235"/>
                  </a:lnTo>
                  <a:lnTo>
                    <a:pt x="72311" y="9564"/>
                  </a:lnTo>
                  <a:lnTo>
                    <a:pt x="72311" y="7886"/>
                  </a:lnTo>
                  <a:lnTo>
                    <a:pt x="71808" y="7215"/>
                  </a:lnTo>
                  <a:lnTo>
                    <a:pt x="65097" y="504"/>
                  </a:lnTo>
                  <a:lnTo>
                    <a:pt x="64426"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262626"/>
                </a:buClr>
                <a:buSzPts val="1800"/>
                <a:buFont typeface="Arial"/>
                <a:buNone/>
              </a:pPr>
              <a:endParaRPr sz="1800" b="0" i="0" u="none" strike="noStrike" cap="none">
                <a:solidFill>
                  <a:srgbClr val="262626"/>
                </a:solidFill>
                <a:latin typeface="Arial"/>
                <a:ea typeface="Arial"/>
                <a:cs typeface="Arial"/>
                <a:sym typeface="Arial"/>
              </a:endParaRPr>
            </a:p>
          </p:txBody>
        </p:sp>
      </p:grpSp>
      <p:grpSp>
        <p:nvGrpSpPr>
          <p:cNvPr id="2910" name="Google Shape;2910;p94"/>
          <p:cNvGrpSpPr/>
          <p:nvPr/>
        </p:nvGrpSpPr>
        <p:grpSpPr>
          <a:xfrm>
            <a:off x="4783539" y="3276837"/>
            <a:ext cx="337678" cy="383686"/>
            <a:chOff x="3116082" y="905154"/>
            <a:chExt cx="467763" cy="531495"/>
          </a:xfrm>
        </p:grpSpPr>
        <p:sp>
          <p:nvSpPr>
            <p:cNvPr id="2911" name="Google Shape;2911;p94"/>
            <p:cNvSpPr/>
            <p:nvPr/>
          </p:nvSpPr>
          <p:spPr>
            <a:xfrm>
              <a:off x="3116082" y="905154"/>
              <a:ext cx="467763" cy="531495"/>
            </a:xfrm>
            <a:custGeom>
              <a:avLst/>
              <a:gdLst/>
              <a:ahLst/>
              <a:cxnLst/>
              <a:rect l="l" t="t" r="r" b="b"/>
              <a:pathLst>
                <a:path w="467763" h="531495" extrusionOk="0">
                  <a:moveTo>
                    <a:pt x="453045" y="345758"/>
                  </a:moveTo>
                  <a:cubicBezTo>
                    <a:pt x="462570" y="320040"/>
                    <a:pt x="467333" y="292418"/>
                    <a:pt x="467333" y="264795"/>
                  </a:cubicBezTo>
                  <a:cubicBezTo>
                    <a:pt x="467333" y="237173"/>
                    <a:pt x="462570" y="209550"/>
                    <a:pt x="453045" y="182880"/>
                  </a:cubicBezTo>
                  <a:cubicBezTo>
                    <a:pt x="467333" y="170498"/>
                    <a:pt x="472095" y="149543"/>
                    <a:pt x="462570" y="132398"/>
                  </a:cubicBezTo>
                  <a:cubicBezTo>
                    <a:pt x="453045" y="115252"/>
                    <a:pt x="432090" y="108585"/>
                    <a:pt x="413993" y="115252"/>
                  </a:cubicBezTo>
                  <a:cubicBezTo>
                    <a:pt x="377798" y="71438"/>
                    <a:pt x="328268" y="42863"/>
                    <a:pt x="273023" y="33338"/>
                  </a:cubicBezTo>
                  <a:cubicBezTo>
                    <a:pt x="270165" y="14288"/>
                    <a:pt x="253973" y="0"/>
                    <a:pt x="233970" y="0"/>
                  </a:cubicBezTo>
                  <a:cubicBezTo>
                    <a:pt x="213968" y="0"/>
                    <a:pt x="197775" y="14288"/>
                    <a:pt x="194918" y="33338"/>
                  </a:cubicBezTo>
                  <a:cubicBezTo>
                    <a:pt x="139673" y="42863"/>
                    <a:pt x="90143" y="71438"/>
                    <a:pt x="53948" y="115252"/>
                  </a:cubicBezTo>
                  <a:cubicBezTo>
                    <a:pt x="35850" y="108585"/>
                    <a:pt x="14895" y="115252"/>
                    <a:pt x="5370" y="132398"/>
                  </a:cubicBezTo>
                  <a:cubicBezTo>
                    <a:pt x="-345" y="141923"/>
                    <a:pt x="-1297" y="152400"/>
                    <a:pt x="1560" y="162878"/>
                  </a:cubicBezTo>
                  <a:cubicBezTo>
                    <a:pt x="3465" y="171450"/>
                    <a:pt x="8228" y="178118"/>
                    <a:pt x="14895" y="182880"/>
                  </a:cubicBezTo>
                  <a:cubicBezTo>
                    <a:pt x="5370" y="208598"/>
                    <a:pt x="608" y="236220"/>
                    <a:pt x="608" y="264795"/>
                  </a:cubicBezTo>
                  <a:cubicBezTo>
                    <a:pt x="608" y="293370"/>
                    <a:pt x="5370" y="320040"/>
                    <a:pt x="14895" y="346710"/>
                  </a:cubicBezTo>
                  <a:cubicBezTo>
                    <a:pt x="8228" y="351473"/>
                    <a:pt x="3465" y="359093"/>
                    <a:pt x="1560" y="367665"/>
                  </a:cubicBezTo>
                  <a:cubicBezTo>
                    <a:pt x="-1297" y="378143"/>
                    <a:pt x="608" y="388620"/>
                    <a:pt x="5370" y="398145"/>
                  </a:cubicBezTo>
                  <a:cubicBezTo>
                    <a:pt x="10133" y="407670"/>
                    <a:pt x="19658" y="414338"/>
                    <a:pt x="29183" y="417195"/>
                  </a:cubicBezTo>
                  <a:cubicBezTo>
                    <a:pt x="32993" y="417195"/>
                    <a:pt x="35850" y="419100"/>
                    <a:pt x="39660" y="419100"/>
                  </a:cubicBezTo>
                  <a:cubicBezTo>
                    <a:pt x="43470" y="419100"/>
                    <a:pt x="49185" y="419100"/>
                    <a:pt x="53948" y="416243"/>
                  </a:cubicBezTo>
                  <a:cubicBezTo>
                    <a:pt x="90143" y="460058"/>
                    <a:pt x="139673" y="488633"/>
                    <a:pt x="194918" y="498158"/>
                  </a:cubicBezTo>
                  <a:cubicBezTo>
                    <a:pt x="197775" y="517208"/>
                    <a:pt x="213968" y="531495"/>
                    <a:pt x="233970" y="531495"/>
                  </a:cubicBezTo>
                  <a:cubicBezTo>
                    <a:pt x="253973" y="531495"/>
                    <a:pt x="270165" y="517208"/>
                    <a:pt x="273023" y="498158"/>
                  </a:cubicBezTo>
                  <a:cubicBezTo>
                    <a:pt x="328268" y="488633"/>
                    <a:pt x="377798" y="460058"/>
                    <a:pt x="413993" y="416243"/>
                  </a:cubicBezTo>
                  <a:cubicBezTo>
                    <a:pt x="418755" y="418148"/>
                    <a:pt x="423518" y="419100"/>
                    <a:pt x="428280" y="419100"/>
                  </a:cubicBezTo>
                  <a:cubicBezTo>
                    <a:pt x="433043" y="419100"/>
                    <a:pt x="434948" y="419100"/>
                    <a:pt x="438758" y="417195"/>
                  </a:cubicBezTo>
                  <a:cubicBezTo>
                    <a:pt x="449235" y="414338"/>
                    <a:pt x="457808" y="407670"/>
                    <a:pt x="462570" y="398145"/>
                  </a:cubicBezTo>
                  <a:cubicBezTo>
                    <a:pt x="472095" y="381000"/>
                    <a:pt x="468285" y="359093"/>
                    <a:pt x="453045" y="347663"/>
                  </a:cubicBezTo>
                  <a:lnTo>
                    <a:pt x="453045" y="347663"/>
                  </a:lnTo>
                  <a:close/>
                  <a:moveTo>
                    <a:pt x="400658" y="347663"/>
                  </a:moveTo>
                  <a:lnTo>
                    <a:pt x="296835" y="287655"/>
                  </a:lnTo>
                  <a:cubicBezTo>
                    <a:pt x="299693" y="280988"/>
                    <a:pt x="300645" y="273368"/>
                    <a:pt x="300645" y="264795"/>
                  </a:cubicBezTo>
                  <a:cubicBezTo>
                    <a:pt x="300645" y="256223"/>
                    <a:pt x="298740" y="247650"/>
                    <a:pt x="295883" y="240030"/>
                  </a:cubicBezTo>
                  <a:lnTo>
                    <a:pt x="398753" y="180975"/>
                  </a:lnTo>
                  <a:cubicBezTo>
                    <a:pt x="403515" y="185738"/>
                    <a:pt x="410183" y="189548"/>
                    <a:pt x="416850" y="191453"/>
                  </a:cubicBezTo>
                  <a:cubicBezTo>
                    <a:pt x="420660" y="192405"/>
                    <a:pt x="423518" y="192405"/>
                    <a:pt x="427328" y="192405"/>
                  </a:cubicBezTo>
                  <a:cubicBezTo>
                    <a:pt x="431138" y="192405"/>
                    <a:pt x="429233" y="192405"/>
                    <a:pt x="430185" y="192405"/>
                  </a:cubicBezTo>
                  <a:cubicBezTo>
                    <a:pt x="438758" y="215265"/>
                    <a:pt x="443520" y="240030"/>
                    <a:pt x="443520" y="264795"/>
                  </a:cubicBezTo>
                  <a:cubicBezTo>
                    <a:pt x="443520" y="289560"/>
                    <a:pt x="438758" y="314325"/>
                    <a:pt x="430185" y="337185"/>
                  </a:cubicBezTo>
                  <a:cubicBezTo>
                    <a:pt x="425423" y="337185"/>
                    <a:pt x="420660" y="337185"/>
                    <a:pt x="416850" y="338138"/>
                  </a:cubicBezTo>
                  <a:cubicBezTo>
                    <a:pt x="410183" y="340043"/>
                    <a:pt x="405420" y="342900"/>
                    <a:pt x="400658" y="346710"/>
                  </a:cubicBezTo>
                  <a:lnTo>
                    <a:pt x="400658" y="346710"/>
                  </a:lnTo>
                  <a:close/>
                  <a:moveTo>
                    <a:pt x="233018" y="308610"/>
                  </a:moveTo>
                  <a:cubicBezTo>
                    <a:pt x="209205" y="308610"/>
                    <a:pt x="189203" y="288608"/>
                    <a:pt x="189203" y="264795"/>
                  </a:cubicBezTo>
                  <a:cubicBezTo>
                    <a:pt x="189203" y="240983"/>
                    <a:pt x="209205" y="220980"/>
                    <a:pt x="233018" y="220980"/>
                  </a:cubicBezTo>
                  <a:cubicBezTo>
                    <a:pt x="256830" y="220980"/>
                    <a:pt x="276833" y="240983"/>
                    <a:pt x="276833" y="264795"/>
                  </a:cubicBezTo>
                  <a:cubicBezTo>
                    <a:pt x="276833" y="288608"/>
                    <a:pt x="256830" y="308610"/>
                    <a:pt x="233018" y="308610"/>
                  </a:cubicBezTo>
                  <a:close/>
                  <a:moveTo>
                    <a:pt x="63473" y="345758"/>
                  </a:moveTo>
                  <a:cubicBezTo>
                    <a:pt x="59663" y="341948"/>
                    <a:pt x="53948" y="339090"/>
                    <a:pt x="48233" y="338138"/>
                  </a:cubicBezTo>
                  <a:cubicBezTo>
                    <a:pt x="43470" y="337185"/>
                    <a:pt x="39660" y="336233"/>
                    <a:pt x="34898" y="337185"/>
                  </a:cubicBezTo>
                  <a:cubicBezTo>
                    <a:pt x="26325" y="314325"/>
                    <a:pt x="21563" y="289560"/>
                    <a:pt x="21563" y="264795"/>
                  </a:cubicBezTo>
                  <a:cubicBezTo>
                    <a:pt x="21563" y="240030"/>
                    <a:pt x="26325" y="215265"/>
                    <a:pt x="34898" y="192405"/>
                  </a:cubicBezTo>
                  <a:cubicBezTo>
                    <a:pt x="35850" y="192405"/>
                    <a:pt x="36803" y="192405"/>
                    <a:pt x="37755" y="192405"/>
                  </a:cubicBezTo>
                  <a:cubicBezTo>
                    <a:pt x="41565" y="192405"/>
                    <a:pt x="44423" y="192405"/>
                    <a:pt x="48233" y="191453"/>
                  </a:cubicBezTo>
                  <a:cubicBezTo>
                    <a:pt x="54900" y="189548"/>
                    <a:pt x="60615" y="186690"/>
                    <a:pt x="65378" y="181928"/>
                  </a:cubicBezTo>
                  <a:lnTo>
                    <a:pt x="169200" y="241935"/>
                  </a:lnTo>
                  <a:cubicBezTo>
                    <a:pt x="166343" y="249555"/>
                    <a:pt x="165390" y="257175"/>
                    <a:pt x="165390" y="265748"/>
                  </a:cubicBezTo>
                  <a:cubicBezTo>
                    <a:pt x="165390" y="274320"/>
                    <a:pt x="166343" y="280035"/>
                    <a:pt x="169200" y="286703"/>
                  </a:cubicBezTo>
                  <a:lnTo>
                    <a:pt x="64425" y="346710"/>
                  </a:lnTo>
                  <a:lnTo>
                    <a:pt x="64425" y="346710"/>
                  </a:lnTo>
                  <a:close/>
                  <a:moveTo>
                    <a:pt x="441615" y="144780"/>
                  </a:moveTo>
                  <a:cubicBezTo>
                    <a:pt x="446378" y="152400"/>
                    <a:pt x="443520" y="162878"/>
                    <a:pt x="435900" y="166688"/>
                  </a:cubicBezTo>
                  <a:cubicBezTo>
                    <a:pt x="432090" y="168593"/>
                    <a:pt x="428280" y="169545"/>
                    <a:pt x="423518" y="168593"/>
                  </a:cubicBezTo>
                  <a:cubicBezTo>
                    <a:pt x="419708" y="167640"/>
                    <a:pt x="415898" y="164783"/>
                    <a:pt x="413993" y="160973"/>
                  </a:cubicBezTo>
                  <a:cubicBezTo>
                    <a:pt x="409230" y="153353"/>
                    <a:pt x="412088" y="142875"/>
                    <a:pt x="419708" y="139065"/>
                  </a:cubicBezTo>
                  <a:cubicBezTo>
                    <a:pt x="427328" y="134303"/>
                    <a:pt x="436853" y="137160"/>
                    <a:pt x="441615" y="144780"/>
                  </a:cubicBezTo>
                  <a:close/>
                  <a:moveTo>
                    <a:pt x="394943" y="129540"/>
                  </a:moveTo>
                  <a:cubicBezTo>
                    <a:pt x="389228" y="138113"/>
                    <a:pt x="386370" y="148590"/>
                    <a:pt x="388275" y="159068"/>
                  </a:cubicBezTo>
                  <a:lnTo>
                    <a:pt x="283500" y="219075"/>
                  </a:lnTo>
                  <a:cubicBezTo>
                    <a:pt x="273975" y="208598"/>
                    <a:pt x="260640" y="200025"/>
                    <a:pt x="245400" y="198120"/>
                  </a:cubicBezTo>
                  <a:lnTo>
                    <a:pt x="245400" y="78105"/>
                  </a:lnTo>
                  <a:cubicBezTo>
                    <a:pt x="255878" y="74295"/>
                    <a:pt x="264450" y="67628"/>
                    <a:pt x="269213" y="57150"/>
                  </a:cubicBezTo>
                  <a:cubicBezTo>
                    <a:pt x="318743" y="65723"/>
                    <a:pt x="362558" y="91440"/>
                    <a:pt x="394943" y="129540"/>
                  </a:cubicBezTo>
                  <a:close/>
                  <a:moveTo>
                    <a:pt x="233018" y="23813"/>
                  </a:moveTo>
                  <a:cubicBezTo>
                    <a:pt x="241590" y="23813"/>
                    <a:pt x="249210" y="31433"/>
                    <a:pt x="249210" y="40005"/>
                  </a:cubicBezTo>
                  <a:cubicBezTo>
                    <a:pt x="249210" y="48578"/>
                    <a:pt x="241590" y="56198"/>
                    <a:pt x="233018" y="56198"/>
                  </a:cubicBezTo>
                  <a:cubicBezTo>
                    <a:pt x="224445" y="56198"/>
                    <a:pt x="216825" y="48578"/>
                    <a:pt x="216825" y="40005"/>
                  </a:cubicBezTo>
                  <a:cubicBezTo>
                    <a:pt x="216825" y="31433"/>
                    <a:pt x="224445" y="23813"/>
                    <a:pt x="233018" y="23813"/>
                  </a:cubicBezTo>
                  <a:close/>
                  <a:moveTo>
                    <a:pt x="196823" y="57150"/>
                  </a:moveTo>
                  <a:cubicBezTo>
                    <a:pt x="201585" y="67628"/>
                    <a:pt x="210158" y="74295"/>
                    <a:pt x="220635" y="78105"/>
                  </a:cubicBezTo>
                  <a:lnTo>
                    <a:pt x="220635" y="198120"/>
                  </a:lnTo>
                  <a:cubicBezTo>
                    <a:pt x="204443" y="200978"/>
                    <a:pt x="191108" y="209550"/>
                    <a:pt x="180630" y="220980"/>
                  </a:cubicBezTo>
                  <a:lnTo>
                    <a:pt x="76808" y="160973"/>
                  </a:lnTo>
                  <a:cubicBezTo>
                    <a:pt x="77760" y="155258"/>
                    <a:pt x="77760" y="148590"/>
                    <a:pt x="76808" y="141923"/>
                  </a:cubicBezTo>
                  <a:cubicBezTo>
                    <a:pt x="75855" y="137160"/>
                    <a:pt x="73950" y="133350"/>
                    <a:pt x="71093" y="129540"/>
                  </a:cubicBezTo>
                  <a:cubicBezTo>
                    <a:pt x="103478" y="90488"/>
                    <a:pt x="147293" y="65723"/>
                    <a:pt x="196823" y="57150"/>
                  </a:cubicBezTo>
                  <a:close/>
                  <a:moveTo>
                    <a:pt x="24420" y="144780"/>
                  </a:moveTo>
                  <a:cubicBezTo>
                    <a:pt x="27278" y="140018"/>
                    <a:pt x="32993" y="136208"/>
                    <a:pt x="38708" y="136208"/>
                  </a:cubicBezTo>
                  <a:cubicBezTo>
                    <a:pt x="44423" y="136208"/>
                    <a:pt x="44423" y="136208"/>
                    <a:pt x="47280" y="138113"/>
                  </a:cubicBezTo>
                  <a:cubicBezTo>
                    <a:pt x="51090" y="140018"/>
                    <a:pt x="53948" y="143828"/>
                    <a:pt x="54900" y="147638"/>
                  </a:cubicBezTo>
                  <a:cubicBezTo>
                    <a:pt x="55853" y="151448"/>
                    <a:pt x="54900" y="156210"/>
                    <a:pt x="52995" y="160020"/>
                  </a:cubicBezTo>
                  <a:cubicBezTo>
                    <a:pt x="51090" y="163830"/>
                    <a:pt x="47280" y="166688"/>
                    <a:pt x="43470" y="167640"/>
                  </a:cubicBezTo>
                  <a:cubicBezTo>
                    <a:pt x="39660" y="168593"/>
                    <a:pt x="34898" y="167640"/>
                    <a:pt x="31088" y="165735"/>
                  </a:cubicBezTo>
                  <a:cubicBezTo>
                    <a:pt x="27278" y="163830"/>
                    <a:pt x="24420" y="160020"/>
                    <a:pt x="23468" y="156210"/>
                  </a:cubicBezTo>
                  <a:cubicBezTo>
                    <a:pt x="22515" y="152400"/>
                    <a:pt x="23468" y="147638"/>
                    <a:pt x="25373" y="143828"/>
                  </a:cubicBezTo>
                  <a:close/>
                  <a:moveTo>
                    <a:pt x="33945" y="392430"/>
                  </a:moveTo>
                  <a:cubicBezTo>
                    <a:pt x="30135" y="391478"/>
                    <a:pt x="26325" y="388620"/>
                    <a:pt x="24420" y="384810"/>
                  </a:cubicBezTo>
                  <a:cubicBezTo>
                    <a:pt x="22515" y="381000"/>
                    <a:pt x="21563" y="377190"/>
                    <a:pt x="22515" y="372428"/>
                  </a:cubicBezTo>
                  <a:cubicBezTo>
                    <a:pt x="23468" y="368618"/>
                    <a:pt x="26325" y="364808"/>
                    <a:pt x="30135" y="362903"/>
                  </a:cubicBezTo>
                  <a:cubicBezTo>
                    <a:pt x="32993" y="360998"/>
                    <a:pt x="35850" y="360998"/>
                    <a:pt x="38708" y="360998"/>
                  </a:cubicBezTo>
                  <a:cubicBezTo>
                    <a:pt x="44423" y="360998"/>
                    <a:pt x="50138" y="363855"/>
                    <a:pt x="52995" y="368618"/>
                  </a:cubicBezTo>
                  <a:cubicBezTo>
                    <a:pt x="54900" y="372428"/>
                    <a:pt x="55853" y="376238"/>
                    <a:pt x="54900" y="381000"/>
                  </a:cubicBezTo>
                  <a:cubicBezTo>
                    <a:pt x="53948" y="384810"/>
                    <a:pt x="51090" y="388620"/>
                    <a:pt x="47280" y="390525"/>
                  </a:cubicBezTo>
                  <a:cubicBezTo>
                    <a:pt x="43470" y="392430"/>
                    <a:pt x="38708" y="393383"/>
                    <a:pt x="34898" y="392430"/>
                  </a:cubicBezTo>
                  <a:close/>
                  <a:moveTo>
                    <a:pt x="71093" y="400050"/>
                  </a:moveTo>
                  <a:cubicBezTo>
                    <a:pt x="73950" y="396240"/>
                    <a:pt x="75855" y="392430"/>
                    <a:pt x="76808" y="387668"/>
                  </a:cubicBezTo>
                  <a:cubicBezTo>
                    <a:pt x="78713" y="380048"/>
                    <a:pt x="78713" y="373380"/>
                    <a:pt x="76808" y="366713"/>
                  </a:cubicBezTo>
                  <a:lnTo>
                    <a:pt x="179678" y="307658"/>
                  </a:lnTo>
                  <a:cubicBezTo>
                    <a:pt x="190155" y="320040"/>
                    <a:pt x="204443" y="329565"/>
                    <a:pt x="221588" y="332423"/>
                  </a:cubicBezTo>
                  <a:lnTo>
                    <a:pt x="221588" y="452438"/>
                  </a:lnTo>
                  <a:cubicBezTo>
                    <a:pt x="211110" y="455295"/>
                    <a:pt x="202538" y="462915"/>
                    <a:pt x="197775" y="473393"/>
                  </a:cubicBezTo>
                  <a:cubicBezTo>
                    <a:pt x="148245" y="464820"/>
                    <a:pt x="104430" y="439103"/>
                    <a:pt x="72045" y="401003"/>
                  </a:cubicBezTo>
                  <a:close/>
                  <a:moveTo>
                    <a:pt x="233018" y="505778"/>
                  </a:moveTo>
                  <a:cubicBezTo>
                    <a:pt x="224445" y="505778"/>
                    <a:pt x="216825" y="498158"/>
                    <a:pt x="216825" y="489585"/>
                  </a:cubicBezTo>
                  <a:cubicBezTo>
                    <a:pt x="216825" y="481013"/>
                    <a:pt x="224445" y="473393"/>
                    <a:pt x="233018" y="473393"/>
                  </a:cubicBezTo>
                  <a:cubicBezTo>
                    <a:pt x="241590" y="473393"/>
                    <a:pt x="249210" y="481013"/>
                    <a:pt x="249210" y="489585"/>
                  </a:cubicBezTo>
                  <a:cubicBezTo>
                    <a:pt x="249210" y="498158"/>
                    <a:pt x="241590" y="505778"/>
                    <a:pt x="233018" y="505778"/>
                  </a:cubicBezTo>
                  <a:close/>
                  <a:moveTo>
                    <a:pt x="269213" y="472440"/>
                  </a:moveTo>
                  <a:cubicBezTo>
                    <a:pt x="264450" y="462915"/>
                    <a:pt x="255878" y="455295"/>
                    <a:pt x="245400" y="451485"/>
                  </a:cubicBezTo>
                  <a:lnTo>
                    <a:pt x="245400" y="331470"/>
                  </a:lnTo>
                  <a:cubicBezTo>
                    <a:pt x="261593" y="328613"/>
                    <a:pt x="274928" y="320040"/>
                    <a:pt x="285405" y="307658"/>
                  </a:cubicBezTo>
                  <a:lnTo>
                    <a:pt x="389228" y="367665"/>
                  </a:lnTo>
                  <a:cubicBezTo>
                    <a:pt x="386370" y="379095"/>
                    <a:pt x="389228" y="390525"/>
                    <a:pt x="394943" y="399098"/>
                  </a:cubicBezTo>
                  <a:cubicBezTo>
                    <a:pt x="362558" y="438150"/>
                    <a:pt x="318743" y="462915"/>
                    <a:pt x="269213" y="471488"/>
                  </a:cubicBezTo>
                  <a:lnTo>
                    <a:pt x="269213" y="471488"/>
                  </a:lnTo>
                  <a:close/>
                  <a:moveTo>
                    <a:pt x="441615" y="384810"/>
                  </a:moveTo>
                  <a:cubicBezTo>
                    <a:pt x="439710" y="388620"/>
                    <a:pt x="435900" y="391478"/>
                    <a:pt x="432090" y="392430"/>
                  </a:cubicBezTo>
                  <a:cubicBezTo>
                    <a:pt x="428280" y="393383"/>
                    <a:pt x="423518" y="392430"/>
                    <a:pt x="419708" y="390525"/>
                  </a:cubicBezTo>
                  <a:cubicBezTo>
                    <a:pt x="412088" y="385763"/>
                    <a:pt x="409230" y="376238"/>
                    <a:pt x="413993" y="368618"/>
                  </a:cubicBezTo>
                  <a:cubicBezTo>
                    <a:pt x="416850" y="363855"/>
                    <a:pt x="422565" y="360998"/>
                    <a:pt x="428280" y="360998"/>
                  </a:cubicBezTo>
                  <a:cubicBezTo>
                    <a:pt x="433995" y="360998"/>
                    <a:pt x="433995" y="360998"/>
                    <a:pt x="435900" y="362903"/>
                  </a:cubicBezTo>
                  <a:cubicBezTo>
                    <a:pt x="443520" y="367665"/>
                    <a:pt x="446378" y="377190"/>
                    <a:pt x="441615" y="384810"/>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2" name="Google Shape;2912;p94"/>
            <p:cNvSpPr/>
            <p:nvPr/>
          </p:nvSpPr>
          <p:spPr>
            <a:xfrm>
              <a:off x="3464352" y="1122325"/>
              <a:ext cx="40005" cy="40005"/>
            </a:xfrm>
            <a:custGeom>
              <a:avLst/>
              <a:gdLst/>
              <a:ahLst/>
              <a:cxnLst/>
              <a:rect l="l" t="t" r="r" b="b"/>
              <a:pathLst>
                <a:path w="40005" h="40005" extrusionOk="0">
                  <a:moveTo>
                    <a:pt x="20003" y="0"/>
                  </a:moveTo>
                  <a:cubicBezTo>
                    <a:pt x="8573" y="0"/>
                    <a:pt x="0" y="9525"/>
                    <a:pt x="0" y="20003"/>
                  </a:cubicBezTo>
                  <a:cubicBezTo>
                    <a:pt x="0" y="30480"/>
                    <a:pt x="9525" y="40005"/>
                    <a:pt x="20003" y="40005"/>
                  </a:cubicBezTo>
                  <a:cubicBezTo>
                    <a:pt x="30480" y="40005"/>
                    <a:pt x="40005" y="30480"/>
                    <a:pt x="40005" y="20003"/>
                  </a:cubicBezTo>
                  <a:cubicBezTo>
                    <a:pt x="40005" y="9525"/>
                    <a:pt x="30480" y="0"/>
                    <a:pt x="20003" y="0"/>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3" name="Google Shape;2913;p94"/>
            <p:cNvSpPr/>
            <p:nvPr/>
          </p:nvSpPr>
          <p:spPr>
            <a:xfrm>
              <a:off x="3464352" y="1174712"/>
              <a:ext cx="40005" cy="40005"/>
            </a:xfrm>
            <a:custGeom>
              <a:avLst/>
              <a:gdLst/>
              <a:ahLst/>
              <a:cxnLst/>
              <a:rect l="l" t="t" r="r" b="b"/>
              <a:pathLst>
                <a:path w="40005" h="40005" extrusionOk="0">
                  <a:moveTo>
                    <a:pt x="20003" y="0"/>
                  </a:moveTo>
                  <a:cubicBezTo>
                    <a:pt x="8573" y="0"/>
                    <a:pt x="0" y="9525"/>
                    <a:pt x="0" y="20002"/>
                  </a:cubicBezTo>
                  <a:cubicBezTo>
                    <a:pt x="0" y="30480"/>
                    <a:pt x="9525" y="40005"/>
                    <a:pt x="20003" y="40005"/>
                  </a:cubicBezTo>
                  <a:cubicBezTo>
                    <a:pt x="30480" y="40005"/>
                    <a:pt x="40005" y="30480"/>
                    <a:pt x="40005" y="20002"/>
                  </a:cubicBezTo>
                  <a:cubicBezTo>
                    <a:pt x="40005" y="9525"/>
                    <a:pt x="30480" y="0"/>
                    <a:pt x="20003" y="0"/>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4" name="Google Shape;2914;p94"/>
            <p:cNvSpPr/>
            <p:nvPr/>
          </p:nvSpPr>
          <p:spPr>
            <a:xfrm>
              <a:off x="3193842" y="1174712"/>
              <a:ext cx="40004" cy="40005"/>
            </a:xfrm>
            <a:custGeom>
              <a:avLst/>
              <a:gdLst/>
              <a:ahLst/>
              <a:cxnLst/>
              <a:rect l="l" t="t" r="r" b="b"/>
              <a:pathLst>
                <a:path w="40004" h="40005" extrusionOk="0">
                  <a:moveTo>
                    <a:pt x="20002" y="0"/>
                  </a:moveTo>
                  <a:cubicBezTo>
                    <a:pt x="8573" y="0"/>
                    <a:pt x="0" y="9525"/>
                    <a:pt x="0" y="20002"/>
                  </a:cubicBezTo>
                  <a:cubicBezTo>
                    <a:pt x="0" y="30480"/>
                    <a:pt x="9525" y="40005"/>
                    <a:pt x="20002" y="40005"/>
                  </a:cubicBezTo>
                  <a:cubicBezTo>
                    <a:pt x="30480" y="40005"/>
                    <a:pt x="40005" y="30480"/>
                    <a:pt x="40005" y="20002"/>
                  </a:cubicBezTo>
                  <a:cubicBezTo>
                    <a:pt x="40005" y="9525"/>
                    <a:pt x="30480" y="0"/>
                    <a:pt x="20002" y="0"/>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5" name="Google Shape;2915;p94"/>
            <p:cNvSpPr/>
            <p:nvPr/>
          </p:nvSpPr>
          <p:spPr>
            <a:xfrm>
              <a:off x="3193842" y="1122325"/>
              <a:ext cx="40004" cy="40005"/>
            </a:xfrm>
            <a:custGeom>
              <a:avLst/>
              <a:gdLst/>
              <a:ahLst/>
              <a:cxnLst/>
              <a:rect l="l" t="t" r="r" b="b"/>
              <a:pathLst>
                <a:path w="40004" h="40005" extrusionOk="0">
                  <a:moveTo>
                    <a:pt x="20002" y="0"/>
                  </a:moveTo>
                  <a:cubicBezTo>
                    <a:pt x="8573" y="0"/>
                    <a:pt x="0" y="9525"/>
                    <a:pt x="0" y="20003"/>
                  </a:cubicBezTo>
                  <a:cubicBezTo>
                    <a:pt x="0" y="30480"/>
                    <a:pt x="9525" y="40005"/>
                    <a:pt x="20002" y="40005"/>
                  </a:cubicBezTo>
                  <a:cubicBezTo>
                    <a:pt x="30480" y="40005"/>
                    <a:pt x="40005" y="30480"/>
                    <a:pt x="40005" y="20003"/>
                  </a:cubicBezTo>
                  <a:cubicBezTo>
                    <a:pt x="40005" y="9525"/>
                    <a:pt x="30480" y="0"/>
                    <a:pt x="20002" y="0"/>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6" name="Google Shape;2916;p94"/>
            <p:cNvSpPr/>
            <p:nvPr/>
          </p:nvSpPr>
          <p:spPr>
            <a:xfrm>
              <a:off x="3374037" y="1017722"/>
              <a:ext cx="40612" cy="40612"/>
            </a:xfrm>
            <a:custGeom>
              <a:avLst/>
              <a:gdLst/>
              <a:ahLst/>
              <a:cxnLst/>
              <a:rect l="l" t="t" r="r" b="b"/>
              <a:pathLst>
                <a:path w="40612" h="40612" extrusionOk="0">
                  <a:moveTo>
                    <a:pt x="2685" y="10305"/>
                  </a:moveTo>
                  <a:cubicBezTo>
                    <a:pt x="-3030" y="19830"/>
                    <a:pt x="780" y="32213"/>
                    <a:pt x="10305" y="37928"/>
                  </a:cubicBezTo>
                  <a:cubicBezTo>
                    <a:pt x="19830" y="43643"/>
                    <a:pt x="32213" y="39833"/>
                    <a:pt x="37928" y="30308"/>
                  </a:cubicBezTo>
                  <a:cubicBezTo>
                    <a:pt x="43643" y="20783"/>
                    <a:pt x="39833" y="8400"/>
                    <a:pt x="30308" y="2685"/>
                  </a:cubicBezTo>
                  <a:cubicBezTo>
                    <a:pt x="20783" y="-3030"/>
                    <a:pt x="8400" y="780"/>
                    <a:pt x="2685" y="10305"/>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7" name="Google Shape;2917;p94"/>
            <p:cNvSpPr/>
            <p:nvPr/>
          </p:nvSpPr>
          <p:spPr>
            <a:xfrm>
              <a:off x="3419757" y="1043439"/>
              <a:ext cx="40612" cy="40612"/>
            </a:xfrm>
            <a:custGeom>
              <a:avLst/>
              <a:gdLst/>
              <a:ahLst/>
              <a:cxnLst/>
              <a:rect l="l" t="t" r="r" b="b"/>
              <a:pathLst>
                <a:path w="40612" h="40612" extrusionOk="0">
                  <a:moveTo>
                    <a:pt x="10305" y="37928"/>
                  </a:moveTo>
                  <a:cubicBezTo>
                    <a:pt x="19830" y="43643"/>
                    <a:pt x="32213" y="39833"/>
                    <a:pt x="37928" y="30308"/>
                  </a:cubicBezTo>
                  <a:cubicBezTo>
                    <a:pt x="43643" y="20783"/>
                    <a:pt x="39833" y="8400"/>
                    <a:pt x="30308" y="2685"/>
                  </a:cubicBezTo>
                  <a:cubicBezTo>
                    <a:pt x="20783" y="-3030"/>
                    <a:pt x="8400" y="780"/>
                    <a:pt x="2685" y="10305"/>
                  </a:cubicBezTo>
                  <a:cubicBezTo>
                    <a:pt x="-3030" y="19830"/>
                    <a:pt x="780" y="32213"/>
                    <a:pt x="10305" y="37928"/>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8" name="Google Shape;2918;p94"/>
            <p:cNvSpPr/>
            <p:nvPr/>
          </p:nvSpPr>
          <p:spPr>
            <a:xfrm>
              <a:off x="3283549" y="1278707"/>
              <a:ext cx="40612" cy="40612"/>
            </a:xfrm>
            <a:custGeom>
              <a:avLst/>
              <a:gdLst/>
              <a:ahLst/>
              <a:cxnLst/>
              <a:rect l="l" t="t" r="r" b="b"/>
              <a:pathLst>
                <a:path w="40612" h="40612" extrusionOk="0">
                  <a:moveTo>
                    <a:pt x="37928" y="30308"/>
                  </a:moveTo>
                  <a:cubicBezTo>
                    <a:pt x="43643" y="20783"/>
                    <a:pt x="39833" y="8400"/>
                    <a:pt x="30308" y="2685"/>
                  </a:cubicBezTo>
                  <a:cubicBezTo>
                    <a:pt x="20783" y="-3030"/>
                    <a:pt x="8400" y="780"/>
                    <a:pt x="2685" y="10305"/>
                  </a:cubicBezTo>
                  <a:cubicBezTo>
                    <a:pt x="-3030" y="19830"/>
                    <a:pt x="780" y="32213"/>
                    <a:pt x="10305" y="37928"/>
                  </a:cubicBezTo>
                  <a:cubicBezTo>
                    <a:pt x="19830" y="43643"/>
                    <a:pt x="32213" y="39833"/>
                    <a:pt x="37928" y="30308"/>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19" name="Google Shape;2919;p94"/>
            <p:cNvSpPr/>
            <p:nvPr/>
          </p:nvSpPr>
          <p:spPr>
            <a:xfrm>
              <a:off x="3237829" y="1252989"/>
              <a:ext cx="40612" cy="40612"/>
            </a:xfrm>
            <a:custGeom>
              <a:avLst/>
              <a:gdLst/>
              <a:ahLst/>
              <a:cxnLst/>
              <a:rect l="l" t="t" r="r" b="b"/>
              <a:pathLst>
                <a:path w="40612" h="40612" extrusionOk="0">
                  <a:moveTo>
                    <a:pt x="30308" y="2685"/>
                  </a:moveTo>
                  <a:cubicBezTo>
                    <a:pt x="20783" y="-3030"/>
                    <a:pt x="8400" y="780"/>
                    <a:pt x="2685" y="10305"/>
                  </a:cubicBezTo>
                  <a:cubicBezTo>
                    <a:pt x="-3030" y="19830"/>
                    <a:pt x="780" y="32213"/>
                    <a:pt x="10305" y="37928"/>
                  </a:cubicBezTo>
                  <a:cubicBezTo>
                    <a:pt x="19830" y="43643"/>
                    <a:pt x="32213" y="39833"/>
                    <a:pt x="37928" y="30308"/>
                  </a:cubicBezTo>
                  <a:cubicBezTo>
                    <a:pt x="43643" y="20783"/>
                    <a:pt x="39833" y="8400"/>
                    <a:pt x="30308" y="2685"/>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0" name="Google Shape;2920;p94"/>
            <p:cNvSpPr/>
            <p:nvPr/>
          </p:nvSpPr>
          <p:spPr>
            <a:xfrm>
              <a:off x="3237829" y="1043439"/>
              <a:ext cx="40612" cy="40612"/>
            </a:xfrm>
            <a:custGeom>
              <a:avLst/>
              <a:gdLst/>
              <a:ahLst/>
              <a:cxnLst/>
              <a:rect l="l" t="t" r="r" b="b"/>
              <a:pathLst>
                <a:path w="40612" h="40612" extrusionOk="0">
                  <a:moveTo>
                    <a:pt x="30308" y="37928"/>
                  </a:moveTo>
                  <a:cubicBezTo>
                    <a:pt x="39833" y="32213"/>
                    <a:pt x="43643" y="19830"/>
                    <a:pt x="37928" y="10305"/>
                  </a:cubicBezTo>
                  <a:cubicBezTo>
                    <a:pt x="32213" y="780"/>
                    <a:pt x="19830" y="-3030"/>
                    <a:pt x="10305" y="2685"/>
                  </a:cubicBezTo>
                  <a:cubicBezTo>
                    <a:pt x="780" y="8400"/>
                    <a:pt x="-3030" y="20783"/>
                    <a:pt x="2685" y="30308"/>
                  </a:cubicBezTo>
                  <a:cubicBezTo>
                    <a:pt x="8400" y="39833"/>
                    <a:pt x="20783" y="43643"/>
                    <a:pt x="30308" y="37928"/>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1" name="Google Shape;2921;p94"/>
            <p:cNvSpPr/>
            <p:nvPr/>
          </p:nvSpPr>
          <p:spPr>
            <a:xfrm>
              <a:off x="3283549" y="1017722"/>
              <a:ext cx="40612" cy="40612"/>
            </a:xfrm>
            <a:custGeom>
              <a:avLst/>
              <a:gdLst/>
              <a:ahLst/>
              <a:cxnLst/>
              <a:rect l="l" t="t" r="r" b="b"/>
              <a:pathLst>
                <a:path w="40612" h="40612" extrusionOk="0">
                  <a:moveTo>
                    <a:pt x="30308" y="37928"/>
                  </a:moveTo>
                  <a:cubicBezTo>
                    <a:pt x="39833" y="32213"/>
                    <a:pt x="43643" y="19830"/>
                    <a:pt x="37928" y="10305"/>
                  </a:cubicBezTo>
                  <a:cubicBezTo>
                    <a:pt x="32213" y="780"/>
                    <a:pt x="19830" y="-3030"/>
                    <a:pt x="10305" y="2685"/>
                  </a:cubicBezTo>
                  <a:cubicBezTo>
                    <a:pt x="780" y="8400"/>
                    <a:pt x="-3030" y="20783"/>
                    <a:pt x="2685" y="30308"/>
                  </a:cubicBezTo>
                  <a:cubicBezTo>
                    <a:pt x="8400" y="39833"/>
                    <a:pt x="20783" y="43643"/>
                    <a:pt x="30308" y="37928"/>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2" name="Google Shape;2922;p94"/>
            <p:cNvSpPr/>
            <p:nvPr/>
          </p:nvSpPr>
          <p:spPr>
            <a:xfrm>
              <a:off x="3419757" y="1252989"/>
              <a:ext cx="40612" cy="40612"/>
            </a:xfrm>
            <a:custGeom>
              <a:avLst/>
              <a:gdLst/>
              <a:ahLst/>
              <a:cxnLst/>
              <a:rect l="l" t="t" r="r" b="b"/>
              <a:pathLst>
                <a:path w="40612" h="40612" extrusionOk="0">
                  <a:moveTo>
                    <a:pt x="10305" y="2685"/>
                  </a:moveTo>
                  <a:cubicBezTo>
                    <a:pt x="780" y="8400"/>
                    <a:pt x="-3030" y="20783"/>
                    <a:pt x="2685" y="30308"/>
                  </a:cubicBezTo>
                  <a:cubicBezTo>
                    <a:pt x="8400" y="39833"/>
                    <a:pt x="20783" y="43643"/>
                    <a:pt x="30308" y="37928"/>
                  </a:cubicBezTo>
                  <a:cubicBezTo>
                    <a:pt x="39833" y="32213"/>
                    <a:pt x="43643" y="19830"/>
                    <a:pt x="37928" y="10305"/>
                  </a:cubicBezTo>
                  <a:cubicBezTo>
                    <a:pt x="32213" y="780"/>
                    <a:pt x="19830" y="-3030"/>
                    <a:pt x="10305" y="2685"/>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23" name="Google Shape;2923;p94"/>
            <p:cNvSpPr/>
            <p:nvPr/>
          </p:nvSpPr>
          <p:spPr>
            <a:xfrm>
              <a:off x="3374037" y="1278707"/>
              <a:ext cx="40612" cy="40612"/>
            </a:xfrm>
            <a:custGeom>
              <a:avLst/>
              <a:gdLst/>
              <a:ahLst/>
              <a:cxnLst/>
              <a:rect l="l" t="t" r="r" b="b"/>
              <a:pathLst>
                <a:path w="40612" h="40612" extrusionOk="0">
                  <a:moveTo>
                    <a:pt x="10305" y="2685"/>
                  </a:moveTo>
                  <a:cubicBezTo>
                    <a:pt x="780" y="8400"/>
                    <a:pt x="-3030" y="20783"/>
                    <a:pt x="2685" y="30308"/>
                  </a:cubicBezTo>
                  <a:cubicBezTo>
                    <a:pt x="8400" y="39833"/>
                    <a:pt x="20783" y="43643"/>
                    <a:pt x="30308" y="37928"/>
                  </a:cubicBezTo>
                  <a:cubicBezTo>
                    <a:pt x="39833" y="32213"/>
                    <a:pt x="43643" y="19830"/>
                    <a:pt x="37928" y="10305"/>
                  </a:cubicBezTo>
                  <a:cubicBezTo>
                    <a:pt x="32213" y="780"/>
                    <a:pt x="19830" y="-3030"/>
                    <a:pt x="10305" y="2685"/>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2924" name="Google Shape;2924;p94"/>
          <p:cNvSpPr/>
          <p:nvPr/>
        </p:nvSpPr>
        <p:spPr>
          <a:xfrm>
            <a:off x="469900" y="1348835"/>
            <a:ext cx="8144400" cy="1314600"/>
          </a:xfrm>
          <a:prstGeom prst="rect">
            <a:avLst/>
          </a:prstGeom>
          <a:noFill/>
          <a:ln w="9525" cap="flat" cmpd="sng">
            <a:solidFill>
              <a:srgbClr val="C8C8C8"/>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Arial"/>
              <a:ea typeface="Arial"/>
              <a:cs typeface="Arial"/>
              <a:sym typeface="Arial"/>
            </a:endParaRPr>
          </a:p>
        </p:txBody>
      </p:sp>
      <p:sp>
        <p:nvSpPr>
          <p:cNvPr id="2925" name="Google Shape;2925;p94"/>
          <p:cNvSpPr txBox="1"/>
          <p:nvPr/>
        </p:nvSpPr>
        <p:spPr>
          <a:xfrm rot="-1091">
            <a:off x="6297753" y="2121309"/>
            <a:ext cx="945600" cy="2616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105780"/>
              </a:buClr>
              <a:buSzPts val="700"/>
              <a:buFont typeface="Arial"/>
              <a:buNone/>
            </a:pPr>
            <a:r>
              <a:rPr lang="en" sz="700" b="1">
                <a:solidFill>
                  <a:srgbClr val="105780"/>
                </a:solidFill>
              </a:rPr>
              <a:t>APPLICATIONS &amp; COLLABORATION</a:t>
            </a:r>
            <a:endParaRPr sz="700" b="1">
              <a:solidFill>
                <a:srgbClr val="105780"/>
              </a:solidFill>
            </a:endParaRPr>
          </a:p>
        </p:txBody>
      </p:sp>
      <p:sp>
        <p:nvSpPr>
          <p:cNvPr id="2926" name="Google Shape;2926;p94"/>
          <p:cNvSpPr txBox="1"/>
          <p:nvPr/>
        </p:nvSpPr>
        <p:spPr>
          <a:xfrm rot="-1091">
            <a:off x="3210443" y="2186709"/>
            <a:ext cx="945600" cy="130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105780"/>
              </a:buClr>
              <a:buSzPts val="700"/>
              <a:buFont typeface="Arial"/>
              <a:buNone/>
            </a:pPr>
            <a:r>
              <a:rPr lang="en" sz="700" b="1">
                <a:solidFill>
                  <a:srgbClr val="105780"/>
                </a:solidFill>
              </a:rPr>
              <a:t>ANALYTICS</a:t>
            </a:r>
            <a:endParaRPr sz="700" b="1">
              <a:solidFill>
                <a:srgbClr val="105780"/>
              </a:solidFill>
            </a:endParaRPr>
          </a:p>
        </p:txBody>
      </p:sp>
      <p:sp>
        <p:nvSpPr>
          <p:cNvPr id="2927" name="Google Shape;2927;p94"/>
          <p:cNvSpPr/>
          <p:nvPr/>
        </p:nvSpPr>
        <p:spPr>
          <a:xfrm>
            <a:off x="3505962" y="1630686"/>
            <a:ext cx="366010" cy="365951"/>
          </a:xfrm>
          <a:custGeom>
            <a:avLst/>
            <a:gdLst/>
            <a:ahLst/>
            <a:cxnLst/>
            <a:rect l="l" t="t" r="r" b="b"/>
            <a:pathLst>
              <a:path w="8950" h="8948" extrusionOk="0">
                <a:moveTo>
                  <a:pt x="7453" y="1629"/>
                </a:moveTo>
                <a:cubicBezTo>
                  <a:pt x="7395" y="1629"/>
                  <a:pt x="7337" y="1651"/>
                  <a:pt x="7292" y="1694"/>
                </a:cubicBezTo>
                <a:lnTo>
                  <a:pt x="5749" y="3176"/>
                </a:lnTo>
                <a:lnTo>
                  <a:pt x="4417" y="1839"/>
                </a:lnTo>
                <a:cubicBezTo>
                  <a:pt x="4373" y="1793"/>
                  <a:pt x="4312" y="1770"/>
                  <a:pt x="4252" y="1770"/>
                </a:cubicBezTo>
                <a:cubicBezTo>
                  <a:pt x="4200" y="1770"/>
                  <a:pt x="4148" y="1787"/>
                  <a:pt x="4105" y="1821"/>
                </a:cubicBezTo>
                <a:lnTo>
                  <a:pt x="2181" y="3376"/>
                </a:lnTo>
                <a:cubicBezTo>
                  <a:pt x="2080" y="3458"/>
                  <a:pt x="2064" y="3603"/>
                  <a:pt x="2145" y="3704"/>
                </a:cubicBezTo>
                <a:cubicBezTo>
                  <a:pt x="2191" y="3764"/>
                  <a:pt x="2260" y="3793"/>
                  <a:pt x="2329" y="3793"/>
                </a:cubicBezTo>
                <a:cubicBezTo>
                  <a:pt x="2381" y="3793"/>
                  <a:pt x="2433" y="3777"/>
                  <a:pt x="2475" y="3741"/>
                </a:cubicBezTo>
                <a:lnTo>
                  <a:pt x="4238" y="2319"/>
                </a:lnTo>
                <a:lnTo>
                  <a:pt x="5583" y="3669"/>
                </a:lnTo>
                <a:cubicBezTo>
                  <a:pt x="5629" y="3715"/>
                  <a:pt x="5689" y="3737"/>
                  <a:pt x="5748" y="3737"/>
                </a:cubicBezTo>
                <a:cubicBezTo>
                  <a:pt x="5807" y="3737"/>
                  <a:pt x="5865" y="3716"/>
                  <a:pt x="5910" y="3673"/>
                </a:cubicBezTo>
                <a:lnTo>
                  <a:pt x="7617" y="2032"/>
                </a:lnTo>
                <a:cubicBezTo>
                  <a:pt x="7709" y="1943"/>
                  <a:pt x="7714" y="1795"/>
                  <a:pt x="7623" y="1701"/>
                </a:cubicBezTo>
                <a:cubicBezTo>
                  <a:pt x="7577" y="1654"/>
                  <a:pt x="7515" y="1629"/>
                  <a:pt x="7453" y="1629"/>
                </a:cubicBezTo>
                <a:close/>
                <a:moveTo>
                  <a:pt x="3789" y="3716"/>
                </a:moveTo>
                <a:cubicBezTo>
                  <a:pt x="3696" y="3716"/>
                  <a:pt x="3618" y="3792"/>
                  <a:pt x="3618" y="3887"/>
                </a:cubicBezTo>
                <a:lnTo>
                  <a:pt x="3618" y="6976"/>
                </a:lnTo>
                <a:cubicBezTo>
                  <a:pt x="3618" y="7069"/>
                  <a:pt x="3696" y="7146"/>
                  <a:pt x="3789" y="7146"/>
                </a:cubicBezTo>
                <a:lnTo>
                  <a:pt x="4477" y="7146"/>
                </a:lnTo>
                <a:cubicBezTo>
                  <a:pt x="4572" y="7146"/>
                  <a:pt x="4647" y="7069"/>
                  <a:pt x="4647" y="6976"/>
                </a:cubicBezTo>
                <a:lnTo>
                  <a:pt x="4647" y="3888"/>
                </a:lnTo>
                <a:cubicBezTo>
                  <a:pt x="4647" y="3793"/>
                  <a:pt x="4572" y="3718"/>
                  <a:pt x="4477" y="3718"/>
                </a:cubicBezTo>
                <a:lnTo>
                  <a:pt x="3789" y="3718"/>
                </a:lnTo>
                <a:lnTo>
                  <a:pt x="3789" y="3716"/>
                </a:lnTo>
                <a:close/>
                <a:moveTo>
                  <a:pt x="5464" y="4745"/>
                </a:moveTo>
                <a:cubicBezTo>
                  <a:pt x="5369" y="4745"/>
                  <a:pt x="5293" y="4822"/>
                  <a:pt x="5293" y="4916"/>
                </a:cubicBezTo>
                <a:lnTo>
                  <a:pt x="5293" y="6976"/>
                </a:lnTo>
                <a:cubicBezTo>
                  <a:pt x="5293" y="7069"/>
                  <a:pt x="5369" y="7146"/>
                  <a:pt x="5464" y="7146"/>
                </a:cubicBezTo>
                <a:lnTo>
                  <a:pt x="6150" y="7146"/>
                </a:lnTo>
                <a:cubicBezTo>
                  <a:pt x="6245" y="7146"/>
                  <a:pt x="6321" y="7069"/>
                  <a:pt x="6321" y="6976"/>
                </a:cubicBezTo>
                <a:lnTo>
                  <a:pt x="6321" y="4916"/>
                </a:lnTo>
                <a:cubicBezTo>
                  <a:pt x="6321" y="4822"/>
                  <a:pt x="6245" y="4745"/>
                  <a:pt x="6150" y="4745"/>
                </a:cubicBezTo>
                <a:close/>
                <a:moveTo>
                  <a:pt x="2117" y="4745"/>
                </a:moveTo>
                <a:cubicBezTo>
                  <a:pt x="2022" y="4745"/>
                  <a:pt x="1946" y="4822"/>
                  <a:pt x="1946" y="4916"/>
                </a:cubicBezTo>
                <a:lnTo>
                  <a:pt x="1946" y="6976"/>
                </a:lnTo>
                <a:cubicBezTo>
                  <a:pt x="1946" y="7071"/>
                  <a:pt x="2022" y="7148"/>
                  <a:pt x="2117" y="7148"/>
                </a:cubicBezTo>
                <a:lnTo>
                  <a:pt x="2805" y="7148"/>
                </a:lnTo>
                <a:cubicBezTo>
                  <a:pt x="2898" y="7148"/>
                  <a:pt x="2974" y="7071"/>
                  <a:pt x="2974" y="6977"/>
                </a:cubicBezTo>
                <a:lnTo>
                  <a:pt x="2974" y="4916"/>
                </a:lnTo>
                <a:cubicBezTo>
                  <a:pt x="2974" y="4822"/>
                  <a:pt x="2898" y="4745"/>
                  <a:pt x="2805" y="4745"/>
                </a:cubicBezTo>
                <a:close/>
                <a:moveTo>
                  <a:pt x="7131" y="3375"/>
                </a:moveTo>
                <a:cubicBezTo>
                  <a:pt x="7038" y="3375"/>
                  <a:pt x="6965" y="3452"/>
                  <a:pt x="6965" y="3545"/>
                </a:cubicBezTo>
                <a:lnTo>
                  <a:pt x="6965" y="6977"/>
                </a:lnTo>
                <a:cubicBezTo>
                  <a:pt x="6965" y="7072"/>
                  <a:pt x="7041" y="7148"/>
                  <a:pt x="7136" y="7148"/>
                </a:cubicBezTo>
                <a:lnTo>
                  <a:pt x="7824" y="7148"/>
                </a:lnTo>
                <a:cubicBezTo>
                  <a:pt x="7917" y="7148"/>
                  <a:pt x="7994" y="7072"/>
                  <a:pt x="7994" y="6977"/>
                </a:cubicBezTo>
                <a:lnTo>
                  <a:pt x="7994" y="3545"/>
                </a:lnTo>
                <a:cubicBezTo>
                  <a:pt x="7994" y="3450"/>
                  <a:pt x="7917" y="3375"/>
                  <a:pt x="7824" y="3375"/>
                </a:cubicBezTo>
                <a:lnTo>
                  <a:pt x="7136" y="3375"/>
                </a:lnTo>
                <a:cubicBezTo>
                  <a:pt x="7134" y="3375"/>
                  <a:pt x="7133" y="3375"/>
                  <a:pt x="7131" y="3375"/>
                </a:cubicBezTo>
                <a:close/>
                <a:moveTo>
                  <a:pt x="871" y="1"/>
                </a:moveTo>
                <a:cubicBezTo>
                  <a:pt x="675" y="1"/>
                  <a:pt x="518" y="161"/>
                  <a:pt x="518" y="356"/>
                </a:cubicBezTo>
                <a:lnTo>
                  <a:pt x="518" y="7723"/>
                </a:lnTo>
                <a:lnTo>
                  <a:pt x="356" y="7723"/>
                </a:lnTo>
                <a:cubicBezTo>
                  <a:pt x="158" y="7723"/>
                  <a:pt x="1" y="7881"/>
                  <a:pt x="1" y="8077"/>
                </a:cubicBezTo>
                <a:cubicBezTo>
                  <a:pt x="1" y="8275"/>
                  <a:pt x="161" y="8432"/>
                  <a:pt x="356" y="8432"/>
                </a:cubicBezTo>
                <a:lnTo>
                  <a:pt x="518" y="8432"/>
                </a:lnTo>
                <a:lnTo>
                  <a:pt x="518" y="8594"/>
                </a:lnTo>
                <a:cubicBezTo>
                  <a:pt x="518" y="8790"/>
                  <a:pt x="675" y="8948"/>
                  <a:pt x="871" y="8948"/>
                </a:cubicBezTo>
                <a:cubicBezTo>
                  <a:pt x="1069" y="8948"/>
                  <a:pt x="1226" y="8789"/>
                  <a:pt x="1226" y="8594"/>
                </a:cubicBezTo>
                <a:lnTo>
                  <a:pt x="1226" y="8432"/>
                </a:lnTo>
                <a:lnTo>
                  <a:pt x="8596" y="8432"/>
                </a:lnTo>
                <a:cubicBezTo>
                  <a:pt x="8792" y="8432"/>
                  <a:pt x="8949" y="8272"/>
                  <a:pt x="8949" y="8077"/>
                </a:cubicBezTo>
                <a:cubicBezTo>
                  <a:pt x="8949" y="7885"/>
                  <a:pt x="8793" y="7726"/>
                  <a:pt x="8601" y="7726"/>
                </a:cubicBezTo>
                <a:cubicBezTo>
                  <a:pt x="8599" y="7726"/>
                  <a:pt x="8598" y="7726"/>
                  <a:pt x="8596" y="7726"/>
                </a:cubicBezTo>
                <a:lnTo>
                  <a:pt x="1226" y="7726"/>
                </a:lnTo>
                <a:lnTo>
                  <a:pt x="1226" y="356"/>
                </a:lnTo>
                <a:cubicBezTo>
                  <a:pt x="1226" y="160"/>
                  <a:pt x="1069" y="1"/>
                  <a:pt x="871" y="1"/>
                </a:cubicBezTo>
                <a:close/>
              </a:path>
            </a:pathLst>
          </a:custGeom>
          <a:solidFill>
            <a:srgbClr val="2A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2928" name="Google Shape;2928;p94"/>
          <p:cNvSpPr txBox="1"/>
          <p:nvPr/>
        </p:nvSpPr>
        <p:spPr>
          <a:xfrm rot="-1091">
            <a:off x="2181340" y="2121309"/>
            <a:ext cx="945600" cy="2616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105780"/>
              </a:buClr>
              <a:buSzPts val="700"/>
              <a:buFont typeface="Arial"/>
              <a:buNone/>
            </a:pPr>
            <a:r>
              <a:rPr lang="en" sz="700" b="1">
                <a:solidFill>
                  <a:srgbClr val="105780"/>
                </a:solidFill>
              </a:rPr>
              <a:t>DATA </a:t>
            </a:r>
            <a:br>
              <a:rPr lang="en" sz="700" b="1">
                <a:solidFill>
                  <a:srgbClr val="105780"/>
                </a:solidFill>
              </a:rPr>
            </a:br>
            <a:r>
              <a:rPr lang="en" sz="700" b="1">
                <a:solidFill>
                  <a:srgbClr val="105780"/>
                </a:solidFill>
              </a:rPr>
              <a:t>ENGINEERING</a:t>
            </a:r>
            <a:endParaRPr sz="700" b="1">
              <a:solidFill>
                <a:srgbClr val="105780"/>
              </a:solidFill>
            </a:endParaRPr>
          </a:p>
        </p:txBody>
      </p:sp>
      <p:grpSp>
        <p:nvGrpSpPr>
          <p:cNvPr id="2929" name="Google Shape;2929;p94"/>
          <p:cNvGrpSpPr/>
          <p:nvPr/>
        </p:nvGrpSpPr>
        <p:grpSpPr>
          <a:xfrm>
            <a:off x="2389326" y="1691279"/>
            <a:ext cx="529627" cy="244831"/>
            <a:chOff x="226900" y="1140200"/>
            <a:chExt cx="7014925" cy="3238500"/>
          </a:xfrm>
        </p:grpSpPr>
        <p:sp>
          <p:nvSpPr>
            <p:cNvPr id="2930" name="Google Shape;2930;p94"/>
            <p:cNvSpPr/>
            <p:nvPr/>
          </p:nvSpPr>
          <p:spPr>
            <a:xfrm>
              <a:off x="2047875" y="2759425"/>
              <a:ext cx="280150" cy="409050"/>
            </a:xfrm>
            <a:custGeom>
              <a:avLst/>
              <a:gdLst/>
              <a:ahLst/>
              <a:cxnLst/>
              <a:rect l="l" t="t" r="r" b="b"/>
              <a:pathLst>
                <a:path w="11206" h="16362" extrusionOk="0">
                  <a:moveTo>
                    <a:pt x="0" y="1"/>
                  </a:moveTo>
                  <a:lnTo>
                    <a:pt x="0" y="225"/>
                  </a:lnTo>
                  <a:cubicBezTo>
                    <a:pt x="0" y="5828"/>
                    <a:pt x="224" y="11207"/>
                    <a:pt x="1121" y="16362"/>
                  </a:cubicBezTo>
                  <a:lnTo>
                    <a:pt x="11206" y="16362"/>
                  </a:lnTo>
                  <a:cubicBezTo>
                    <a:pt x="10534" y="11431"/>
                    <a:pt x="10085" y="6052"/>
                    <a:pt x="10085" y="1"/>
                  </a:cubicBezTo>
                  <a:close/>
                </a:path>
              </a:pathLst>
            </a:custGeom>
            <a:solidFill>
              <a:srgbClr val="2A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2931" name="Google Shape;2931;p94"/>
            <p:cNvSpPr/>
            <p:nvPr/>
          </p:nvSpPr>
          <p:spPr>
            <a:xfrm>
              <a:off x="708750" y="1140200"/>
              <a:ext cx="6533075" cy="3238500"/>
            </a:xfrm>
            <a:custGeom>
              <a:avLst/>
              <a:gdLst/>
              <a:ahLst/>
              <a:cxnLst/>
              <a:rect l="l" t="t" r="r" b="b"/>
              <a:pathLst>
                <a:path w="261323" h="129540" extrusionOk="0">
                  <a:moveTo>
                    <a:pt x="214706" y="10085"/>
                  </a:moveTo>
                  <a:cubicBezTo>
                    <a:pt x="206413" y="21291"/>
                    <a:pt x="201034" y="41013"/>
                    <a:pt x="201034" y="64770"/>
                  </a:cubicBezTo>
                  <a:cubicBezTo>
                    <a:pt x="201034" y="88302"/>
                    <a:pt x="206413" y="108025"/>
                    <a:pt x="214706" y="119455"/>
                  </a:cubicBezTo>
                  <a:lnTo>
                    <a:pt x="195656" y="119455"/>
                  </a:lnTo>
                  <a:cubicBezTo>
                    <a:pt x="185794" y="119455"/>
                    <a:pt x="174813" y="97043"/>
                    <a:pt x="174813" y="64770"/>
                  </a:cubicBezTo>
                  <a:cubicBezTo>
                    <a:pt x="174813" y="32497"/>
                    <a:pt x="185794" y="10085"/>
                    <a:pt x="195656" y="10085"/>
                  </a:cubicBezTo>
                  <a:close/>
                  <a:moveTo>
                    <a:pt x="231066" y="10085"/>
                  </a:moveTo>
                  <a:cubicBezTo>
                    <a:pt x="235549" y="10085"/>
                    <a:pt x="240479" y="15464"/>
                    <a:pt x="244289" y="24429"/>
                  </a:cubicBezTo>
                  <a:cubicBezTo>
                    <a:pt x="248771" y="35186"/>
                    <a:pt x="251237" y="49530"/>
                    <a:pt x="251237" y="64770"/>
                  </a:cubicBezTo>
                  <a:cubicBezTo>
                    <a:pt x="251237" y="95922"/>
                    <a:pt x="240703" y="119455"/>
                    <a:pt x="231066" y="119455"/>
                  </a:cubicBezTo>
                  <a:cubicBezTo>
                    <a:pt x="226808" y="119455"/>
                    <a:pt x="221877" y="114076"/>
                    <a:pt x="218067" y="104887"/>
                  </a:cubicBezTo>
                  <a:cubicBezTo>
                    <a:pt x="213585" y="94353"/>
                    <a:pt x="211120" y="80010"/>
                    <a:pt x="211120" y="64770"/>
                  </a:cubicBezTo>
                  <a:cubicBezTo>
                    <a:pt x="211120" y="33394"/>
                    <a:pt x="221653" y="10085"/>
                    <a:pt x="231066" y="10085"/>
                  </a:cubicBezTo>
                  <a:close/>
                  <a:moveTo>
                    <a:pt x="28240" y="0"/>
                  </a:moveTo>
                  <a:cubicBezTo>
                    <a:pt x="19051" y="0"/>
                    <a:pt x="10983" y="7396"/>
                    <a:pt x="5156" y="20619"/>
                  </a:cubicBezTo>
                  <a:cubicBezTo>
                    <a:pt x="3139" y="25549"/>
                    <a:pt x="1346" y="31376"/>
                    <a:pt x="1" y="37652"/>
                  </a:cubicBezTo>
                  <a:lnTo>
                    <a:pt x="10310" y="37652"/>
                  </a:lnTo>
                  <a:cubicBezTo>
                    <a:pt x="14120" y="20619"/>
                    <a:pt x="21516" y="10085"/>
                    <a:pt x="28240" y="10085"/>
                  </a:cubicBezTo>
                  <a:lnTo>
                    <a:pt x="47962" y="10085"/>
                  </a:lnTo>
                  <a:cubicBezTo>
                    <a:pt x="45945" y="12999"/>
                    <a:pt x="43928" y="16361"/>
                    <a:pt x="42135" y="20619"/>
                  </a:cubicBezTo>
                  <a:cubicBezTo>
                    <a:pt x="39894" y="25549"/>
                    <a:pt x="38101" y="31376"/>
                    <a:pt x="36756" y="37652"/>
                  </a:cubicBezTo>
                  <a:lnTo>
                    <a:pt x="46617" y="37652"/>
                  </a:lnTo>
                  <a:cubicBezTo>
                    <a:pt x="50651" y="20395"/>
                    <a:pt x="58047" y="9637"/>
                    <a:pt x="64995" y="9637"/>
                  </a:cubicBezTo>
                  <a:cubicBezTo>
                    <a:pt x="65219" y="9637"/>
                    <a:pt x="65443" y="9413"/>
                    <a:pt x="65667" y="9413"/>
                  </a:cubicBezTo>
                  <a:cubicBezTo>
                    <a:pt x="65891" y="9413"/>
                    <a:pt x="66116" y="9637"/>
                    <a:pt x="66340" y="9637"/>
                  </a:cubicBezTo>
                  <a:cubicBezTo>
                    <a:pt x="68805" y="9637"/>
                    <a:pt x="71270" y="11206"/>
                    <a:pt x="73287" y="12999"/>
                  </a:cubicBezTo>
                  <a:cubicBezTo>
                    <a:pt x="67909" y="15464"/>
                    <a:pt x="63202" y="20843"/>
                    <a:pt x="59840" y="28911"/>
                  </a:cubicBezTo>
                  <a:cubicBezTo>
                    <a:pt x="58496" y="31601"/>
                    <a:pt x="57599" y="34514"/>
                    <a:pt x="56703" y="37652"/>
                  </a:cubicBezTo>
                  <a:lnTo>
                    <a:pt x="67236" y="37652"/>
                  </a:lnTo>
                  <a:cubicBezTo>
                    <a:pt x="70598" y="27566"/>
                    <a:pt x="75529" y="21739"/>
                    <a:pt x="79339" y="21739"/>
                  </a:cubicBezTo>
                  <a:lnTo>
                    <a:pt x="81580" y="21739"/>
                  </a:lnTo>
                  <a:cubicBezTo>
                    <a:pt x="81580" y="21739"/>
                    <a:pt x="81804" y="22188"/>
                    <a:pt x="81804" y="22188"/>
                  </a:cubicBezTo>
                  <a:cubicBezTo>
                    <a:pt x="82028" y="22188"/>
                    <a:pt x="82028" y="22412"/>
                    <a:pt x="82028" y="22412"/>
                  </a:cubicBezTo>
                  <a:lnTo>
                    <a:pt x="171899" y="23084"/>
                  </a:lnTo>
                  <a:cubicBezTo>
                    <a:pt x="167417" y="34514"/>
                    <a:pt x="164951" y="49306"/>
                    <a:pt x="164951" y="64994"/>
                  </a:cubicBezTo>
                  <a:cubicBezTo>
                    <a:pt x="164951" y="80682"/>
                    <a:pt x="167641" y="96595"/>
                    <a:pt x="172571" y="108249"/>
                  </a:cubicBezTo>
                  <a:lnTo>
                    <a:pt x="103095" y="107801"/>
                  </a:lnTo>
                  <a:cubicBezTo>
                    <a:pt x="102871" y="108249"/>
                    <a:pt x="102423" y="108697"/>
                    <a:pt x="102199" y="108921"/>
                  </a:cubicBezTo>
                  <a:cubicBezTo>
                    <a:pt x="99285" y="111835"/>
                    <a:pt x="96596" y="114972"/>
                    <a:pt x="93906" y="117886"/>
                  </a:cubicBezTo>
                  <a:lnTo>
                    <a:pt x="177726" y="118334"/>
                  </a:lnTo>
                  <a:lnTo>
                    <a:pt x="177950" y="118334"/>
                  </a:lnTo>
                  <a:cubicBezTo>
                    <a:pt x="182881" y="125506"/>
                    <a:pt x="189156" y="129540"/>
                    <a:pt x="195656" y="129540"/>
                  </a:cubicBezTo>
                  <a:lnTo>
                    <a:pt x="231066" y="129540"/>
                  </a:lnTo>
                  <a:cubicBezTo>
                    <a:pt x="248323" y="129540"/>
                    <a:pt x="261322" y="101749"/>
                    <a:pt x="261322" y="64770"/>
                  </a:cubicBezTo>
                  <a:cubicBezTo>
                    <a:pt x="261322" y="27791"/>
                    <a:pt x="248323" y="0"/>
                    <a:pt x="231066" y="0"/>
                  </a:cubicBezTo>
                  <a:lnTo>
                    <a:pt x="195880" y="0"/>
                  </a:lnTo>
                  <a:cubicBezTo>
                    <a:pt x="188708" y="0"/>
                    <a:pt x="182209" y="4482"/>
                    <a:pt x="177054" y="12775"/>
                  </a:cubicBezTo>
                  <a:lnTo>
                    <a:pt x="84493" y="12102"/>
                  </a:lnTo>
                  <a:cubicBezTo>
                    <a:pt x="77994" y="2241"/>
                    <a:pt x="71046" y="0"/>
                    <a:pt x="66116" y="0"/>
                  </a:cubicBezTo>
                  <a:cubicBezTo>
                    <a:pt x="65891" y="0"/>
                    <a:pt x="65667" y="0"/>
                    <a:pt x="65443" y="224"/>
                  </a:cubicBezTo>
                  <a:cubicBezTo>
                    <a:pt x="65219" y="224"/>
                    <a:pt x="64995" y="0"/>
                    <a:pt x="64771" y="0"/>
                  </a:cubicBezTo>
                  <a:close/>
                </a:path>
              </a:pathLst>
            </a:custGeom>
            <a:solidFill>
              <a:srgbClr val="2A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2932" name="Google Shape;2932;p94"/>
            <p:cNvSpPr/>
            <p:nvPr/>
          </p:nvSpPr>
          <p:spPr>
            <a:xfrm>
              <a:off x="619125" y="3020650"/>
              <a:ext cx="2616575" cy="1038700"/>
            </a:xfrm>
            <a:custGeom>
              <a:avLst/>
              <a:gdLst/>
              <a:ahLst/>
              <a:cxnLst/>
              <a:rect l="l" t="t" r="r" b="b"/>
              <a:pathLst>
                <a:path w="104663" h="41548" extrusionOk="0">
                  <a:moveTo>
                    <a:pt x="84694" y="0"/>
                  </a:moveTo>
                  <a:cubicBezTo>
                    <a:pt x="83524" y="0"/>
                    <a:pt x="82334" y="451"/>
                    <a:pt x="81355" y="1430"/>
                  </a:cubicBezTo>
                  <a:cubicBezTo>
                    <a:pt x="79562" y="3223"/>
                    <a:pt x="79562" y="6137"/>
                    <a:pt x="81355" y="8154"/>
                  </a:cubicBezTo>
                  <a:lnTo>
                    <a:pt x="88526" y="15550"/>
                  </a:lnTo>
                  <a:lnTo>
                    <a:pt x="5379" y="15550"/>
                  </a:lnTo>
                  <a:cubicBezTo>
                    <a:pt x="3138" y="15550"/>
                    <a:pt x="1121" y="17118"/>
                    <a:pt x="672" y="19135"/>
                  </a:cubicBezTo>
                  <a:cubicBezTo>
                    <a:pt x="0" y="22273"/>
                    <a:pt x="2241" y="25187"/>
                    <a:pt x="5379" y="25187"/>
                  </a:cubicBezTo>
                  <a:lnTo>
                    <a:pt x="88975" y="25187"/>
                  </a:lnTo>
                  <a:lnTo>
                    <a:pt x="81131" y="33479"/>
                  </a:lnTo>
                  <a:cubicBezTo>
                    <a:pt x="79338" y="35496"/>
                    <a:pt x="79562" y="38410"/>
                    <a:pt x="81579" y="40202"/>
                  </a:cubicBezTo>
                  <a:cubicBezTo>
                    <a:pt x="82475" y="41099"/>
                    <a:pt x="83596" y="41547"/>
                    <a:pt x="84716" y="41547"/>
                  </a:cubicBezTo>
                  <a:cubicBezTo>
                    <a:pt x="86061" y="41547"/>
                    <a:pt x="87406" y="41099"/>
                    <a:pt x="88302" y="39978"/>
                  </a:cubicBezTo>
                  <a:lnTo>
                    <a:pt x="103318" y="23618"/>
                  </a:lnTo>
                  <a:cubicBezTo>
                    <a:pt x="103766" y="23170"/>
                    <a:pt x="103766" y="22721"/>
                    <a:pt x="103991" y="22497"/>
                  </a:cubicBezTo>
                  <a:cubicBezTo>
                    <a:pt x="103991" y="22497"/>
                    <a:pt x="104215" y="22273"/>
                    <a:pt x="104215" y="22273"/>
                  </a:cubicBezTo>
                  <a:lnTo>
                    <a:pt x="104215" y="22049"/>
                  </a:lnTo>
                  <a:cubicBezTo>
                    <a:pt x="104663" y="21377"/>
                    <a:pt x="104663" y="20480"/>
                    <a:pt x="104439" y="19584"/>
                  </a:cubicBezTo>
                  <a:cubicBezTo>
                    <a:pt x="104439" y="19360"/>
                    <a:pt x="104439" y="19360"/>
                    <a:pt x="104439" y="19135"/>
                  </a:cubicBezTo>
                  <a:cubicBezTo>
                    <a:pt x="104215" y="18463"/>
                    <a:pt x="103991" y="17791"/>
                    <a:pt x="103318" y="17343"/>
                  </a:cubicBezTo>
                  <a:cubicBezTo>
                    <a:pt x="103318" y="17118"/>
                    <a:pt x="103318" y="17118"/>
                    <a:pt x="103318" y="16894"/>
                  </a:cubicBezTo>
                  <a:lnTo>
                    <a:pt x="88078" y="1430"/>
                  </a:lnTo>
                  <a:cubicBezTo>
                    <a:pt x="87155" y="507"/>
                    <a:pt x="85936" y="0"/>
                    <a:pt x="84694" y="0"/>
                  </a:cubicBezTo>
                  <a:close/>
                </a:path>
              </a:pathLst>
            </a:custGeom>
            <a:solidFill>
              <a:srgbClr val="2A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2933" name="Google Shape;2933;p94"/>
            <p:cNvSpPr/>
            <p:nvPr/>
          </p:nvSpPr>
          <p:spPr>
            <a:xfrm>
              <a:off x="501450" y="1919000"/>
              <a:ext cx="3462650" cy="1036575"/>
            </a:xfrm>
            <a:custGeom>
              <a:avLst/>
              <a:gdLst/>
              <a:ahLst/>
              <a:cxnLst/>
              <a:rect l="l" t="t" r="r" b="b"/>
              <a:pathLst>
                <a:path w="138506" h="41463" extrusionOk="0">
                  <a:moveTo>
                    <a:pt x="118867" y="0"/>
                  </a:moveTo>
                  <a:cubicBezTo>
                    <a:pt x="117662" y="0"/>
                    <a:pt x="116430" y="449"/>
                    <a:pt x="115421" y="1345"/>
                  </a:cubicBezTo>
                  <a:cubicBezTo>
                    <a:pt x="113628" y="3138"/>
                    <a:pt x="113628" y="6052"/>
                    <a:pt x="115421" y="8069"/>
                  </a:cubicBezTo>
                  <a:lnTo>
                    <a:pt x="122593" y="15464"/>
                  </a:lnTo>
                  <a:lnTo>
                    <a:pt x="5603" y="15464"/>
                  </a:lnTo>
                  <a:cubicBezTo>
                    <a:pt x="3362" y="15464"/>
                    <a:pt x="1121" y="17033"/>
                    <a:pt x="673" y="19274"/>
                  </a:cubicBezTo>
                  <a:cubicBezTo>
                    <a:pt x="1" y="22412"/>
                    <a:pt x="2466" y="25101"/>
                    <a:pt x="5379" y="25101"/>
                  </a:cubicBezTo>
                  <a:lnTo>
                    <a:pt x="123041" y="25101"/>
                  </a:lnTo>
                  <a:lnTo>
                    <a:pt x="115421" y="33618"/>
                  </a:lnTo>
                  <a:cubicBezTo>
                    <a:pt x="113628" y="35411"/>
                    <a:pt x="113852" y="38549"/>
                    <a:pt x="115645" y="40341"/>
                  </a:cubicBezTo>
                  <a:cubicBezTo>
                    <a:pt x="116542" y="41014"/>
                    <a:pt x="117662" y="41462"/>
                    <a:pt x="118783" y="41462"/>
                  </a:cubicBezTo>
                  <a:cubicBezTo>
                    <a:pt x="120128" y="41462"/>
                    <a:pt x="121472" y="41014"/>
                    <a:pt x="122369" y="39893"/>
                  </a:cubicBezTo>
                  <a:lnTo>
                    <a:pt x="137161" y="23533"/>
                  </a:lnTo>
                  <a:cubicBezTo>
                    <a:pt x="137609" y="23084"/>
                    <a:pt x="137833" y="22860"/>
                    <a:pt x="137833" y="22412"/>
                  </a:cubicBezTo>
                  <a:cubicBezTo>
                    <a:pt x="138057" y="22188"/>
                    <a:pt x="138057" y="22188"/>
                    <a:pt x="138057" y="22188"/>
                  </a:cubicBezTo>
                  <a:lnTo>
                    <a:pt x="138057" y="21964"/>
                  </a:lnTo>
                  <a:cubicBezTo>
                    <a:pt x="138505" y="21291"/>
                    <a:pt x="138505" y="20395"/>
                    <a:pt x="138281" y="19723"/>
                  </a:cubicBezTo>
                  <a:cubicBezTo>
                    <a:pt x="138281" y="19499"/>
                    <a:pt x="138281" y="19274"/>
                    <a:pt x="138281" y="19050"/>
                  </a:cubicBezTo>
                  <a:cubicBezTo>
                    <a:pt x="138057" y="18378"/>
                    <a:pt x="137833" y="17706"/>
                    <a:pt x="137385" y="17257"/>
                  </a:cubicBezTo>
                  <a:cubicBezTo>
                    <a:pt x="137161" y="17033"/>
                    <a:pt x="137161" y="17033"/>
                    <a:pt x="137161" y="17033"/>
                  </a:cubicBezTo>
                  <a:lnTo>
                    <a:pt x="122145" y="1345"/>
                  </a:lnTo>
                  <a:cubicBezTo>
                    <a:pt x="121248" y="449"/>
                    <a:pt x="120072" y="0"/>
                    <a:pt x="118867" y="0"/>
                  </a:cubicBezTo>
                  <a:close/>
                </a:path>
              </a:pathLst>
            </a:custGeom>
            <a:solidFill>
              <a:srgbClr val="2A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2934" name="Google Shape;2934;p94"/>
            <p:cNvSpPr/>
            <p:nvPr/>
          </p:nvSpPr>
          <p:spPr>
            <a:xfrm>
              <a:off x="305350" y="2877100"/>
              <a:ext cx="1451175" cy="212925"/>
            </a:xfrm>
            <a:custGeom>
              <a:avLst/>
              <a:gdLst/>
              <a:ahLst/>
              <a:cxnLst/>
              <a:rect l="l" t="t" r="r" b="b"/>
              <a:pathLst>
                <a:path w="58047" h="8517" extrusionOk="0">
                  <a:moveTo>
                    <a:pt x="4707" y="0"/>
                  </a:moveTo>
                  <a:cubicBezTo>
                    <a:pt x="2242" y="0"/>
                    <a:pt x="225" y="1793"/>
                    <a:pt x="225" y="4035"/>
                  </a:cubicBezTo>
                  <a:cubicBezTo>
                    <a:pt x="0" y="6500"/>
                    <a:pt x="2017" y="8517"/>
                    <a:pt x="4483" y="8517"/>
                  </a:cubicBezTo>
                  <a:lnTo>
                    <a:pt x="53789" y="8517"/>
                  </a:lnTo>
                  <a:cubicBezTo>
                    <a:pt x="56254" y="8517"/>
                    <a:pt x="58047" y="6724"/>
                    <a:pt x="58047" y="4259"/>
                  </a:cubicBezTo>
                  <a:cubicBezTo>
                    <a:pt x="58047" y="2017"/>
                    <a:pt x="56254" y="0"/>
                    <a:pt x="53789" y="0"/>
                  </a:cubicBezTo>
                  <a:close/>
                </a:path>
              </a:pathLst>
            </a:custGeom>
            <a:solidFill>
              <a:srgbClr val="2A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2935" name="Google Shape;2935;p94"/>
            <p:cNvSpPr/>
            <p:nvPr/>
          </p:nvSpPr>
          <p:spPr>
            <a:xfrm>
              <a:off x="226900" y="4003300"/>
              <a:ext cx="2207600" cy="212925"/>
            </a:xfrm>
            <a:custGeom>
              <a:avLst/>
              <a:gdLst/>
              <a:ahLst/>
              <a:cxnLst/>
              <a:rect l="l" t="t" r="r" b="b"/>
              <a:pathLst>
                <a:path w="88304" h="8517" extrusionOk="0">
                  <a:moveTo>
                    <a:pt x="4931" y="0"/>
                  </a:moveTo>
                  <a:cubicBezTo>
                    <a:pt x="2690" y="0"/>
                    <a:pt x="673" y="1569"/>
                    <a:pt x="449" y="3810"/>
                  </a:cubicBezTo>
                  <a:cubicBezTo>
                    <a:pt x="1" y="6275"/>
                    <a:pt x="2242" y="8516"/>
                    <a:pt x="4707" y="8516"/>
                  </a:cubicBezTo>
                  <a:lnTo>
                    <a:pt x="84045" y="8516"/>
                  </a:lnTo>
                  <a:cubicBezTo>
                    <a:pt x="86510" y="8516"/>
                    <a:pt x="88303" y="6724"/>
                    <a:pt x="88303" y="4258"/>
                  </a:cubicBezTo>
                  <a:cubicBezTo>
                    <a:pt x="88303" y="2017"/>
                    <a:pt x="86510" y="0"/>
                    <a:pt x="84045" y="0"/>
                  </a:cubicBezTo>
                  <a:close/>
                </a:path>
              </a:pathLst>
            </a:custGeom>
            <a:solidFill>
              <a:srgbClr val="2A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grpSp>
      <p:sp>
        <p:nvSpPr>
          <p:cNvPr id="2936" name="Google Shape;2936;p94"/>
          <p:cNvSpPr txBox="1"/>
          <p:nvPr/>
        </p:nvSpPr>
        <p:spPr>
          <a:xfrm rot="-1091">
            <a:off x="5268650" y="2186709"/>
            <a:ext cx="945600" cy="1308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105780"/>
              </a:buClr>
              <a:buSzPts val="700"/>
              <a:buFont typeface="Arial"/>
              <a:buNone/>
            </a:pPr>
            <a:r>
              <a:rPr lang="en" sz="700" b="1">
                <a:solidFill>
                  <a:srgbClr val="105780"/>
                </a:solidFill>
              </a:rPr>
              <a:t>AI    </a:t>
            </a:r>
            <a:endParaRPr sz="700" b="1">
              <a:solidFill>
                <a:srgbClr val="105780"/>
              </a:solidFill>
            </a:endParaRPr>
          </a:p>
        </p:txBody>
      </p:sp>
      <p:grpSp>
        <p:nvGrpSpPr>
          <p:cNvPr id="2937" name="Google Shape;2937;p94"/>
          <p:cNvGrpSpPr/>
          <p:nvPr/>
        </p:nvGrpSpPr>
        <p:grpSpPr>
          <a:xfrm>
            <a:off x="5546535" y="1599411"/>
            <a:ext cx="428362" cy="428553"/>
            <a:chOff x="5973053" y="4604881"/>
            <a:chExt cx="428362" cy="428553"/>
          </a:xfrm>
        </p:grpSpPr>
        <p:sp>
          <p:nvSpPr>
            <p:cNvPr id="2938" name="Google Shape;2938;p94"/>
            <p:cNvSpPr/>
            <p:nvPr/>
          </p:nvSpPr>
          <p:spPr>
            <a:xfrm>
              <a:off x="6221489" y="4608715"/>
              <a:ext cx="81105" cy="81105"/>
            </a:xfrm>
            <a:custGeom>
              <a:avLst/>
              <a:gdLst/>
              <a:ahLst/>
              <a:cxnLst/>
              <a:rect l="l" t="t" r="r" b="b"/>
              <a:pathLst>
                <a:path w="81105" h="81105" extrusionOk="0">
                  <a:moveTo>
                    <a:pt x="929" y="41696"/>
                  </a:moveTo>
                  <a:cubicBezTo>
                    <a:pt x="20074" y="45887"/>
                    <a:pt x="35219" y="60936"/>
                    <a:pt x="39410" y="80177"/>
                  </a:cubicBezTo>
                  <a:cubicBezTo>
                    <a:pt x="39695" y="81415"/>
                    <a:pt x="41410" y="81415"/>
                    <a:pt x="41696" y="80177"/>
                  </a:cubicBezTo>
                  <a:cubicBezTo>
                    <a:pt x="45887" y="60936"/>
                    <a:pt x="60936" y="45887"/>
                    <a:pt x="80177" y="41696"/>
                  </a:cubicBezTo>
                  <a:cubicBezTo>
                    <a:pt x="81415" y="41410"/>
                    <a:pt x="81415" y="39695"/>
                    <a:pt x="80177" y="39410"/>
                  </a:cubicBezTo>
                  <a:cubicBezTo>
                    <a:pt x="61031" y="35219"/>
                    <a:pt x="45887" y="20169"/>
                    <a:pt x="41696" y="929"/>
                  </a:cubicBezTo>
                  <a:cubicBezTo>
                    <a:pt x="41410" y="-310"/>
                    <a:pt x="39695" y="-310"/>
                    <a:pt x="39410" y="929"/>
                  </a:cubicBezTo>
                  <a:cubicBezTo>
                    <a:pt x="35219" y="20169"/>
                    <a:pt x="20169" y="35219"/>
                    <a:pt x="929" y="39410"/>
                  </a:cubicBezTo>
                  <a:cubicBezTo>
                    <a:pt x="-310" y="39695"/>
                    <a:pt x="-310" y="41410"/>
                    <a:pt x="929" y="4169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39" name="Google Shape;2939;p94"/>
            <p:cNvSpPr/>
            <p:nvPr/>
          </p:nvSpPr>
          <p:spPr>
            <a:xfrm>
              <a:off x="5973053" y="4604881"/>
              <a:ext cx="348234" cy="348424"/>
            </a:xfrm>
            <a:custGeom>
              <a:avLst/>
              <a:gdLst/>
              <a:ahLst/>
              <a:cxnLst/>
              <a:rect l="l" t="t" r="r" b="b"/>
              <a:pathLst>
                <a:path w="348234" h="348424" extrusionOk="0">
                  <a:moveTo>
                    <a:pt x="348234" y="174212"/>
                  </a:moveTo>
                  <a:cubicBezTo>
                    <a:pt x="348234" y="166307"/>
                    <a:pt x="342805" y="159639"/>
                    <a:pt x="335090" y="157925"/>
                  </a:cubicBezTo>
                  <a:cubicBezTo>
                    <a:pt x="262890" y="142208"/>
                    <a:pt x="206026" y="85344"/>
                    <a:pt x="190310" y="13145"/>
                  </a:cubicBezTo>
                  <a:cubicBezTo>
                    <a:pt x="188595" y="5429"/>
                    <a:pt x="181928" y="0"/>
                    <a:pt x="174117" y="0"/>
                  </a:cubicBezTo>
                  <a:cubicBezTo>
                    <a:pt x="166306" y="0"/>
                    <a:pt x="159544" y="5429"/>
                    <a:pt x="157925" y="13145"/>
                  </a:cubicBezTo>
                  <a:cubicBezTo>
                    <a:pt x="142208" y="85439"/>
                    <a:pt x="85439" y="142208"/>
                    <a:pt x="13145" y="157925"/>
                  </a:cubicBezTo>
                  <a:cubicBezTo>
                    <a:pt x="5429" y="159639"/>
                    <a:pt x="0" y="166307"/>
                    <a:pt x="0" y="174212"/>
                  </a:cubicBezTo>
                  <a:cubicBezTo>
                    <a:pt x="0" y="182118"/>
                    <a:pt x="5429" y="188786"/>
                    <a:pt x="13145" y="190500"/>
                  </a:cubicBezTo>
                  <a:cubicBezTo>
                    <a:pt x="85344" y="206216"/>
                    <a:pt x="142208" y="263081"/>
                    <a:pt x="157925" y="335280"/>
                  </a:cubicBezTo>
                  <a:cubicBezTo>
                    <a:pt x="159639" y="342995"/>
                    <a:pt x="166306" y="348425"/>
                    <a:pt x="174117" y="348425"/>
                  </a:cubicBezTo>
                  <a:cubicBezTo>
                    <a:pt x="181928" y="348425"/>
                    <a:pt x="188690" y="342995"/>
                    <a:pt x="190310" y="335280"/>
                  </a:cubicBezTo>
                  <a:cubicBezTo>
                    <a:pt x="206026" y="262985"/>
                    <a:pt x="262795" y="206216"/>
                    <a:pt x="335090" y="190500"/>
                  </a:cubicBezTo>
                  <a:cubicBezTo>
                    <a:pt x="342805" y="188786"/>
                    <a:pt x="348234" y="182118"/>
                    <a:pt x="348234" y="174308"/>
                  </a:cubicBezTo>
                  <a:close/>
                  <a:moveTo>
                    <a:pt x="174117" y="305276"/>
                  </a:moveTo>
                  <a:cubicBezTo>
                    <a:pt x="152686" y="244031"/>
                    <a:pt x="104299" y="195644"/>
                    <a:pt x="43053" y="174212"/>
                  </a:cubicBezTo>
                  <a:cubicBezTo>
                    <a:pt x="104204" y="152781"/>
                    <a:pt x="152686" y="104394"/>
                    <a:pt x="174117" y="43148"/>
                  </a:cubicBezTo>
                  <a:cubicBezTo>
                    <a:pt x="195548" y="104394"/>
                    <a:pt x="243935" y="152781"/>
                    <a:pt x="305181" y="174212"/>
                  </a:cubicBezTo>
                  <a:cubicBezTo>
                    <a:pt x="244030" y="195644"/>
                    <a:pt x="195548" y="244031"/>
                    <a:pt x="174117" y="305276"/>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0" name="Google Shape;2940;p94"/>
            <p:cNvSpPr/>
            <p:nvPr/>
          </p:nvSpPr>
          <p:spPr>
            <a:xfrm>
              <a:off x="6239062" y="4871081"/>
              <a:ext cx="162353" cy="162353"/>
            </a:xfrm>
            <a:custGeom>
              <a:avLst/>
              <a:gdLst/>
              <a:ahLst/>
              <a:cxnLst/>
              <a:rect l="l" t="t" r="r" b="b"/>
              <a:pathLst>
                <a:path w="162353" h="162353" extrusionOk="0">
                  <a:moveTo>
                    <a:pt x="160425" y="78891"/>
                  </a:moveTo>
                  <a:cubicBezTo>
                    <a:pt x="122039" y="70509"/>
                    <a:pt x="91845" y="40315"/>
                    <a:pt x="83463" y="1929"/>
                  </a:cubicBezTo>
                  <a:cubicBezTo>
                    <a:pt x="82891" y="-643"/>
                    <a:pt x="79462" y="-643"/>
                    <a:pt x="78891" y="1929"/>
                  </a:cubicBezTo>
                  <a:cubicBezTo>
                    <a:pt x="70509" y="40315"/>
                    <a:pt x="40315" y="70509"/>
                    <a:pt x="1929" y="78891"/>
                  </a:cubicBezTo>
                  <a:cubicBezTo>
                    <a:pt x="-643" y="79462"/>
                    <a:pt x="-643" y="82987"/>
                    <a:pt x="1929" y="83463"/>
                  </a:cubicBezTo>
                  <a:cubicBezTo>
                    <a:pt x="40315" y="91845"/>
                    <a:pt x="70509" y="122039"/>
                    <a:pt x="78891" y="160425"/>
                  </a:cubicBezTo>
                  <a:cubicBezTo>
                    <a:pt x="79462" y="162997"/>
                    <a:pt x="82891" y="162997"/>
                    <a:pt x="83463" y="160425"/>
                  </a:cubicBezTo>
                  <a:cubicBezTo>
                    <a:pt x="91845" y="122039"/>
                    <a:pt x="122039" y="91845"/>
                    <a:pt x="160425" y="83463"/>
                  </a:cubicBezTo>
                  <a:cubicBezTo>
                    <a:pt x="162997" y="82891"/>
                    <a:pt x="162997" y="79367"/>
                    <a:pt x="160425" y="78891"/>
                  </a:cubicBezTo>
                  <a:close/>
                </a:path>
              </a:pathLst>
            </a:custGeom>
            <a:solidFill>
              <a:srgbClr val="2A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grpSp>
        <p:nvGrpSpPr>
          <p:cNvPr id="2941" name="Google Shape;2941;p94"/>
          <p:cNvGrpSpPr/>
          <p:nvPr/>
        </p:nvGrpSpPr>
        <p:grpSpPr>
          <a:xfrm>
            <a:off x="6600868" y="1599598"/>
            <a:ext cx="379669" cy="428572"/>
            <a:chOff x="7801348" y="4251694"/>
            <a:chExt cx="469133" cy="529494"/>
          </a:xfrm>
        </p:grpSpPr>
        <p:sp>
          <p:nvSpPr>
            <p:cNvPr id="2942" name="Google Shape;2942;p94"/>
            <p:cNvSpPr/>
            <p:nvPr/>
          </p:nvSpPr>
          <p:spPr>
            <a:xfrm>
              <a:off x="7801348" y="4251694"/>
              <a:ext cx="469133" cy="529494"/>
            </a:xfrm>
            <a:custGeom>
              <a:avLst/>
              <a:gdLst/>
              <a:ahLst/>
              <a:cxnLst/>
              <a:rect l="l" t="t" r="r" b="b"/>
              <a:pathLst>
                <a:path w="469133" h="529494" extrusionOk="0">
                  <a:moveTo>
                    <a:pt x="449165" y="342424"/>
                  </a:moveTo>
                  <a:cubicBezTo>
                    <a:pt x="449165" y="342424"/>
                    <a:pt x="449165" y="342424"/>
                    <a:pt x="449165" y="342424"/>
                  </a:cubicBezTo>
                  <a:cubicBezTo>
                    <a:pt x="433925" y="333661"/>
                    <a:pt x="415256" y="336232"/>
                    <a:pt x="402778" y="347281"/>
                  </a:cubicBezTo>
                  <a:lnTo>
                    <a:pt x="380680" y="333566"/>
                  </a:lnTo>
                  <a:cubicBezTo>
                    <a:pt x="390586" y="312611"/>
                    <a:pt x="396301" y="289370"/>
                    <a:pt x="396301" y="264700"/>
                  </a:cubicBezTo>
                  <a:cubicBezTo>
                    <a:pt x="396301" y="240030"/>
                    <a:pt x="390205" y="215170"/>
                    <a:pt x="379633" y="193643"/>
                  </a:cubicBezTo>
                  <a:lnTo>
                    <a:pt x="400778" y="180499"/>
                  </a:lnTo>
                  <a:cubicBezTo>
                    <a:pt x="408398" y="188119"/>
                    <a:pt x="418685" y="192310"/>
                    <a:pt x="429258" y="192310"/>
                  </a:cubicBezTo>
                  <a:cubicBezTo>
                    <a:pt x="436021" y="192310"/>
                    <a:pt x="442879" y="190595"/>
                    <a:pt x="449165" y="186976"/>
                  </a:cubicBezTo>
                  <a:cubicBezTo>
                    <a:pt x="468215" y="175927"/>
                    <a:pt x="474787" y="151448"/>
                    <a:pt x="463834" y="132398"/>
                  </a:cubicBezTo>
                  <a:cubicBezTo>
                    <a:pt x="452785" y="113348"/>
                    <a:pt x="428305" y="106775"/>
                    <a:pt x="409255" y="117729"/>
                  </a:cubicBezTo>
                  <a:cubicBezTo>
                    <a:pt x="394301" y="126301"/>
                    <a:pt x="387253" y="143161"/>
                    <a:pt x="390015" y="159258"/>
                  </a:cubicBezTo>
                  <a:lnTo>
                    <a:pt x="367726" y="173069"/>
                  </a:lnTo>
                  <a:cubicBezTo>
                    <a:pt x="340675" y="134017"/>
                    <a:pt x="296956" y="107442"/>
                    <a:pt x="246854" y="103632"/>
                  </a:cubicBezTo>
                  <a:lnTo>
                    <a:pt x="246854" y="77915"/>
                  </a:lnTo>
                  <a:cubicBezTo>
                    <a:pt x="262951" y="72771"/>
                    <a:pt x="274667" y="57817"/>
                    <a:pt x="274667" y="40005"/>
                  </a:cubicBezTo>
                  <a:cubicBezTo>
                    <a:pt x="274667" y="18002"/>
                    <a:pt x="256760" y="0"/>
                    <a:pt x="234662" y="0"/>
                  </a:cubicBezTo>
                  <a:cubicBezTo>
                    <a:pt x="212564" y="0"/>
                    <a:pt x="194657" y="17907"/>
                    <a:pt x="194657" y="40005"/>
                  </a:cubicBezTo>
                  <a:cubicBezTo>
                    <a:pt x="194657" y="58007"/>
                    <a:pt x="206659" y="73057"/>
                    <a:pt x="223042" y="78105"/>
                  </a:cubicBezTo>
                  <a:lnTo>
                    <a:pt x="223042" y="103632"/>
                  </a:lnTo>
                  <a:cubicBezTo>
                    <a:pt x="172083" y="107252"/>
                    <a:pt x="127601" y="134493"/>
                    <a:pt x="100550" y="174593"/>
                  </a:cubicBezTo>
                  <a:lnTo>
                    <a:pt x="78928" y="161163"/>
                  </a:lnTo>
                  <a:cubicBezTo>
                    <a:pt x="82643" y="144590"/>
                    <a:pt x="75595" y="126778"/>
                    <a:pt x="60069" y="117824"/>
                  </a:cubicBezTo>
                  <a:cubicBezTo>
                    <a:pt x="41019" y="106775"/>
                    <a:pt x="16444" y="113348"/>
                    <a:pt x="5395" y="132493"/>
                  </a:cubicBezTo>
                  <a:cubicBezTo>
                    <a:pt x="-5654" y="151543"/>
                    <a:pt x="919" y="176117"/>
                    <a:pt x="20064" y="187071"/>
                  </a:cubicBezTo>
                  <a:cubicBezTo>
                    <a:pt x="26350" y="190691"/>
                    <a:pt x="33208" y="192405"/>
                    <a:pt x="39971" y="192405"/>
                  </a:cubicBezTo>
                  <a:cubicBezTo>
                    <a:pt x="49877" y="192405"/>
                    <a:pt x="59593" y="188690"/>
                    <a:pt x="67022" y="181832"/>
                  </a:cubicBezTo>
                  <a:lnTo>
                    <a:pt x="88739" y="195358"/>
                  </a:lnTo>
                  <a:cubicBezTo>
                    <a:pt x="78643" y="216408"/>
                    <a:pt x="72832" y="239840"/>
                    <a:pt x="72832" y="264700"/>
                  </a:cubicBezTo>
                  <a:cubicBezTo>
                    <a:pt x="72832" y="289560"/>
                    <a:pt x="78262" y="311372"/>
                    <a:pt x="87596" y="331851"/>
                  </a:cubicBezTo>
                  <a:lnTo>
                    <a:pt x="64927" y="345948"/>
                  </a:lnTo>
                  <a:cubicBezTo>
                    <a:pt x="52449" y="335947"/>
                    <a:pt x="34637" y="333947"/>
                    <a:pt x="19969" y="342424"/>
                  </a:cubicBezTo>
                  <a:cubicBezTo>
                    <a:pt x="19969" y="342424"/>
                    <a:pt x="19969" y="342424"/>
                    <a:pt x="19969" y="342424"/>
                  </a:cubicBezTo>
                  <a:cubicBezTo>
                    <a:pt x="919" y="353473"/>
                    <a:pt x="-5654" y="377952"/>
                    <a:pt x="5300" y="397097"/>
                  </a:cubicBezTo>
                  <a:cubicBezTo>
                    <a:pt x="12730" y="409861"/>
                    <a:pt x="26160" y="417100"/>
                    <a:pt x="39971" y="417100"/>
                  </a:cubicBezTo>
                  <a:cubicBezTo>
                    <a:pt x="46734" y="417100"/>
                    <a:pt x="53592" y="415385"/>
                    <a:pt x="59878" y="411766"/>
                  </a:cubicBezTo>
                  <a:cubicBezTo>
                    <a:pt x="76166" y="402336"/>
                    <a:pt x="83215" y="383191"/>
                    <a:pt x="78166" y="365855"/>
                  </a:cubicBezTo>
                  <a:lnTo>
                    <a:pt x="99026" y="352901"/>
                  </a:lnTo>
                  <a:cubicBezTo>
                    <a:pt x="125887" y="394049"/>
                    <a:pt x="170940" y="422148"/>
                    <a:pt x="222756" y="425863"/>
                  </a:cubicBezTo>
                  <a:lnTo>
                    <a:pt x="222756" y="451390"/>
                  </a:lnTo>
                  <a:cubicBezTo>
                    <a:pt x="206373" y="456438"/>
                    <a:pt x="194371" y="471488"/>
                    <a:pt x="194371" y="489490"/>
                  </a:cubicBezTo>
                  <a:cubicBezTo>
                    <a:pt x="194371" y="511493"/>
                    <a:pt x="212278" y="529495"/>
                    <a:pt x="234376" y="529495"/>
                  </a:cubicBezTo>
                  <a:cubicBezTo>
                    <a:pt x="256474" y="529495"/>
                    <a:pt x="274381" y="511588"/>
                    <a:pt x="274381" y="489490"/>
                  </a:cubicBezTo>
                  <a:cubicBezTo>
                    <a:pt x="274381" y="471678"/>
                    <a:pt x="262666" y="456819"/>
                    <a:pt x="246568" y="451580"/>
                  </a:cubicBezTo>
                  <a:lnTo>
                    <a:pt x="246568" y="425863"/>
                  </a:lnTo>
                  <a:cubicBezTo>
                    <a:pt x="297527" y="422053"/>
                    <a:pt x="341914" y="394621"/>
                    <a:pt x="368774" y="354425"/>
                  </a:cubicBezTo>
                  <a:lnTo>
                    <a:pt x="390205" y="367760"/>
                  </a:lnTo>
                  <a:cubicBezTo>
                    <a:pt x="386205" y="384524"/>
                    <a:pt x="393158" y="402717"/>
                    <a:pt x="408874" y="411766"/>
                  </a:cubicBezTo>
                  <a:cubicBezTo>
                    <a:pt x="415161" y="415385"/>
                    <a:pt x="422019" y="417100"/>
                    <a:pt x="428782" y="417100"/>
                  </a:cubicBezTo>
                  <a:cubicBezTo>
                    <a:pt x="442593" y="417100"/>
                    <a:pt x="456118" y="409956"/>
                    <a:pt x="463453" y="397097"/>
                  </a:cubicBezTo>
                  <a:cubicBezTo>
                    <a:pt x="474502" y="378047"/>
                    <a:pt x="467929" y="353473"/>
                    <a:pt x="448784" y="342519"/>
                  </a:cubicBezTo>
                  <a:close/>
                  <a:moveTo>
                    <a:pt x="421066" y="138398"/>
                  </a:moveTo>
                  <a:cubicBezTo>
                    <a:pt x="423638" y="136970"/>
                    <a:pt x="426400" y="136208"/>
                    <a:pt x="429163" y="136208"/>
                  </a:cubicBezTo>
                  <a:cubicBezTo>
                    <a:pt x="434782" y="136208"/>
                    <a:pt x="440212" y="139065"/>
                    <a:pt x="443164" y="144304"/>
                  </a:cubicBezTo>
                  <a:cubicBezTo>
                    <a:pt x="447641" y="152019"/>
                    <a:pt x="444974" y="161925"/>
                    <a:pt x="437259" y="166402"/>
                  </a:cubicBezTo>
                  <a:cubicBezTo>
                    <a:pt x="429544" y="170879"/>
                    <a:pt x="419638" y="168212"/>
                    <a:pt x="415161" y="160496"/>
                  </a:cubicBezTo>
                  <a:cubicBezTo>
                    <a:pt x="410684" y="152781"/>
                    <a:pt x="413351" y="142875"/>
                    <a:pt x="421066" y="138398"/>
                  </a:cubicBezTo>
                  <a:close/>
                  <a:moveTo>
                    <a:pt x="32065" y="166402"/>
                  </a:moveTo>
                  <a:cubicBezTo>
                    <a:pt x="24350" y="161925"/>
                    <a:pt x="21683" y="152019"/>
                    <a:pt x="26160" y="144304"/>
                  </a:cubicBezTo>
                  <a:cubicBezTo>
                    <a:pt x="29113" y="139160"/>
                    <a:pt x="34637" y="136208"/>
                    <a:pt x="40162" y="136208"/>
                  </a:cubicBezTo>
                  <a:cubicBezTo>
                    <a:pt x="42924" y="136208"/>
                    <a:pt x="45686" y="136874"/>
                    <a:pt x="48258" y="138398"/>
                  </a:cubicBezTo>
                  <a:cubicBezTo>
                    <a:pt x="55973" y="142875"/>
                    <a:pt x="58640" y="152781"/>
                    <a:pt x="54163" y="160496"/>
                  </a:cubicBezTo>
                  <a:cubicBezTo>
                    <a:pt x="49687" y="168212"/>
                    <a:pt x="39781" y="170879"/>
                    <a:pt x="32065" y="166402"/>
                  </a:cubicBezTo>
                  <a:close/>
                  <a:moveTo>
                    <a:pt x="48258" y="391001"/>
                  </a:moveTo>
                  <a:cubicBezTo>
                    <a:pt x="40543" y="395478"/>
                    <a:pt x="30637" y="392811"/>
                    <a:pt x="26160" y="385096"/>
                  </a:cubicBezTo>
                  <a:cubicBezTo>
                    <a:pt x="21683" y="377381"/>
                    <a:pt x="24350" y="367475"/>
                    <a:pt x="32065" y="362998"/>
                  </a:cubicBezTo>
                  <a:cubicBezTo>
                    <a:pt x="39781" y="358521"/>
                    <a:pt x="49687" y="361188"/>
                    <a:pt x="54163" y="368903"/>
                  </a:cubicBezTo>
                  <a:cubicBezTo>
                    <a:pt x="58640" y="376619"/>
                    <a:pt x="55973" y="386525"/>
                    <a:pt x="48258" y="391001"/>
                  </a:cubicBezTo>
                  <a:close/>
                  <a:moveTo>
                    <a:pt x="234662" y="23908"/>
                  </a:moveTo>
                  <a:cubicBezTo>
                    <a:pt x="243616" y="23908"/>
                    <a:pt x="250855" y="31147"/>
                    <a:pt x="250855" y="40100"/>
                  </a:cubicBezTo>
                  <a:cubicBezTo>
                    <a:pt x="250855" y="49054"/>
                    <a:pt x="243616" y="56293"/>
                    <a:pt x="234662" y="56293"/>
                  </a:cubicBezTo>
                  <a:cubicBezTo>
                    <a:pt x="225709" y="56293"/>
                    <a:pt x="218470" y="49054"/>
                    <a:pt x="218470" y="40100"/>
                  </a:cubicBezTo>
                  <a:cubicBezTo>
                    <a:pt x="218470" y="31147"/>
                    <a:pt x="225709" y="23908"/>
                    <a:pt x="234662" y="23908"/>
                  </a:cubicBezTo>
                  <a:close/>
                  <a:moveTo>
                    <a:pt x="234662" y="505492"/>
                  </a:moveTo>
                  <a:cubicBezTo>
                    <a:pt x="225709" y="505492"/>
                    <a:pt x="218470" y="498253"/>
                    <a:pt x="218470" y="489299"/>
                  </a:cubicBezTo>
                  <a:cubicBezTo>
                    <a:pt x="218470" y="480346"/>
                    <a:pt x="225709" y="473107"/>
                    <a:pt x="234662" y="473107"/>
                  </a:cubicBezTo>
                  <a:cubicBezTo>
                    <a:pt x="243616" y="473107"/>
                    <a:pt x="250855" y="480346"/>
                    <a:pt x="250855" y="489299"/>
                  </a:cubicBezTo>
                  <a:cubicBezTo>
                    <a:pt x="250855" y="498253"/>
                    <a:pt x="243616" y="505492"/>
                    <a:pt x="234662" y="505492"/>
                  </a:cubicBezTo>
                  <a:close/>
                  <a:moveTo>
                    <a:pt x="234662" y="402527"/>
                  </a:moveTo>
                  <a:cubicBezTo>
                    <a:pt x="158653" y="402527"/>
                    <a:pt x="96835" y="340709"/>
                    <a:pt x="96835" y="264700"/>
                  </a:cubicBezTo>
                  <a:cubicBezTo>
                    <a:pt x="96835" y="188690"/>
                    <a:pt x="158653" y="126873"/>
                    <a:pt x="234662" y="126873"/>
                  </a:cubicBezTo>
                  <a:cubicBezTo>
                    <a:pt x="310672" y="126873"/>
                    <a:pt x="372489" y="188690"/>
                    <a:pt x="372489" y="264700"/>
                  </a:cubicBezTo>
                  <a:cubicBezTo>
                    <a:pt x="372489" y="340709"/>
                    <a:pt x="310672" y="402527"/>
                    <a:pt x="234662" y="402527"/>
                  </a:cubicBezTo>
                  <a:close/>
                  <a:moveTo>
                    <a:pt x="443164" y="385096"/>
                  </a:moveTo>
                  <a:cubicBezTo>
                    <a:pt x="438688" y="392811"/>
                    <a:pt x="428782" y="395478"/>
                    <a:pt x="421066" y="391001"/>
                  </a:cubicBezTo>
                  <a:cubicBezTo>
                    <a:pt x="413351" y="386525"/>
                    <a:pt x="410684" y="376619"/>
                    <a:pt x="415161" y="368903"/>
                  </a:cubicBezTo>
                  <a:cubicBezTo>
                    <a:pt x="418114" y="363760"/>
                    <a:pt x="423638" y="360807"/>
                    <a:pt x="429163" y="360807"/>
                  </a:cubicBezTo>
                  <a:cubicBezTo>
                    <a:pt x="431925" y="360807"/>
                    <a:pt x="434687" y="361474"/>
                    <a:pt x="437259" y="362998"/>
                  </a:cubicBezTo>
                  <a:cubicBezTo>
                    <a:pt x="444974" y="367475"/>
                    <a:pt x="447641" y="377381"/>
                    <a:pt x="443164" y="385096"/>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3" name="Google Shape;2943;p94"/>
            <p:cNvSpPr/>
            <p:nvPr/>
          </p:nvSpPr>
          <p:spPr>
            <a:xfrm>
              <a:off x="7829604" y="4457720"/>
              <a:ext cx="23812" cy="117157"/>
            </a:xfrm>
            <a:custGeom>
              <a:avLst/>
              <a:gdLst/>
              <a:ahLst/>
              <a:cxnLst/>
              <a:rect l="l" t="t" r="r" b="b"/>
              <a:pathLst>
                <a:path w="23812" h="117157" extrusionOk="0">
                  <a:moveTo>
                    <a:pt x="23813" y="105251"/>
                  </a:moveTo>
                  <a:lnTo>
                    <a:pt x="23813" y="11906"/>
                  </a:lnTo>
                  <a:cubicBezTo>
                    <a:pt x="23813" y="5334"/>
                    <a:pt x="18479" y="0"/>
                    <a:pt x="11906" y="0"/>
                  </a:cubicBezTo>
                  <a:cubicBezTo>
                    <a:pt x="5334" y="0"/>
                    <a:pt x="0" y="5334"/>
                    <a:pt x="0" y="11906"/>
                  </a:cubicBezTo>
                  <a:lnTo>
                    <a:pt x="0" y="105251"/>
                  </a:lnTo>
                  <a:cubicBezTo>
                    <a:pt x="0" y="111824"/>
                    <a:pt x="5334" y="117157"/>
                    <a:pt x="11906" y="117157"/>
                  </a:cubicBezTo>
                  <a:cubicBezTo>
                    <a:pt x="18479" y="117157"/>
                    <a:pt x="23813" y="111824"/>
                    <a:pt x="23813" y="105251"/>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4" name="Google Shape;2944;p94"/>
            <p:cNvSpPr/>
            <p:nvPr/>
          </p:nvSpPr>
          <p:spPr>
            <a:xfrm>
              <a:off x="8218605" y="4458577"/>
              <a:ext cx="23812" cy="116205"/>
            </a:xfrm>
            <a:custGeom>
              <a:avLst/>
              <a:gdLst/>
              <a:ahLst/>
              <a:cxnLst/>
              <a:rect l="l" t="t" r="r" b="b"/>
              <a:pathLst>
                <a:path w="23812" h="116205" extrusionOk="0">
                  <a:moveTo>
                    <a:pt x="0" y="11906"/>
                  </a:moveTo>
                  <a:lnTo>
                    <a:pt x="0" y="104299"/>
                  </a:lnTo>
                  <a:cubicBezTo>
                    <a:pt x="0" y="110871"/>
                    <a:pt x="5334" y="116205"/>
                    <a:pt x="11906" y="116205"/>
                  </a:cubicBezTo>
                  <a:cubicBezTo>
                    <a:pt x="18479" y="116205"/>
                    <a:pt x="23813" y="110871"/>
                    <a:pt x="23813" y="104299"/>
                  </a:cubicBezTo>
                  <a:lnTo>
                    <a:pt x="23813" y="11906"/>
                  </a:lnTo>
                  <a:cubicBezTo>
                    <a:pt x="23813" y="5334"/>
                    <a:pt x="18479" y="0"/>
                    <a:pt x="11906" y="0"/>
                  </a:cubicBezTo>
                  <a:cubicBezTo>
                    <a:pt x="5334" y="0"/>
                    <a:pt x="0" y="5334"/>
                    <a:pt x="0" y="11906"/>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5" name="Google Shape;2945;p94"/>
            <p:cNvSpPr/>
            <p:nvPr/>
          </p:nvSpPr>
          <p:spPr>
            <a:xfrm>
              <a:off x="7886471" y="4649652"/>
              <a:ext cx="104006" cy="70196"/>
            </a:xfrm>
            <a:custGeom>
              <a:avLst/>
              <a:gdLst/>
              <a:ahLst/>
              <a:cxnLst/>
              <a:rect l="l" t="t" r="r" b="b"/>
              <a:pathLst>
                <a:path w="104006" h="70196" extrusionOk="0">
                  <a:moveTo>
                    <a:pt x="98104" y="47908"/>
                  </a:moveTo>
                  <a:lnTo>
                    <a:pt x="17904" y="1616"/>
                  </a:lnTo>
                  <a:cubicBezTo>
                    <a:pt x="12189" y="-1718"/>
                    <a:pt x="4950" y="283"/>
                    <a:pt x="1616" y="5997"/>
                  </a:cubicBezTo>
                  <a:cubicBezTo>
                    <a:pt x="-1718" y="11713"/>
                    <a:pt x="283" y="18951"/>
                    <a:pt x="5998" y="22285"/>
                  </a:cubicBezTo>
                  <a:lnTo>
                    <a:pt x="86198" y="68577"/>
                  </a:lnTo>
                  <a:cubicBezTo>
                    <a:pt x="88103" y="69624"/>
                    <a:pt x="90103" y="70196"/>
                    <a:pt x="92103" y="70196"/>
                  </a:cubicBezTo>
                  <a:cubicBezTo>
                    <a:pt x="96199" y="70196"/>
                    <a:pt x="100200" y="68100"/>
                    <a:pt x="102390" y="64291"/>
                  </a:cubicBezTo>
                  <a:cubicBezTo>
                    <a:pt x="105724" y="58575"/>
                    <a:pt x="103724" y="51337"/>
                    <a:pt x="98009" y="48003"/>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6" name="Google Shape;2946;p94"/>
            <p:cNvSpPr/>
            <p:nvPr/>
          </p:nvSpPr>
          <p:spPr>
            <a:xfrm>
              <a:off x="8081776" y="4313228"/>
              <a:ext cx="103826" cy="70005"/>
            </a:xfrm>
            <a:custGeom>
              <a:avLst/>
              <a:gdLst/>
              <a:ahLst/>
              <a:cxnLst/>
              <a:rect l="l" t="t" r="r" b="b"/>
              <a:pathLst>
                <a:path w="103826" h="70005" extrusionOk="0">
                  <a:moveTo>
                    <a:pt x="6050" y="22190"/>
                  </a:moveTo>
                  <a:lnTo>
                    <a:pt x="86060" y="68386"/>
                  </a:lnTo>
                  <a:cubicBezTo>
                    <a:pt x="87965" y="69434"/>
                    <a:pt x="89966" y="70006"/>
                    <a:pt x="91966" y="70006"/>
                  </a:cubicBezTo>
                  <a:cubicBezTo>
                    <a:pt x="96062" y="70006"/>
                    <a:pt x="100062" y="67910"/>
                    <a:pt x="102253" y="64100"/>
                  </a:cubicBezTo>
                  <a:cubicBezTo>
                    <a:pt x="105491" y="58385"/>
                    <a:pt x="103586" y="51146"/>
                    <a:pt x="97871" y="47812"/>
                  </a:cubicBezTo>
                  <a:lnTo>
                    <a:pt x="17861" y="1616"/>
                  </a:lnTo>
                  <a:cubicBezTo>
                    <a:pt x="12146" y="-1718"/>
                    <a:pt x="4907" y="283"/>
                    <a:pt x="1574" y="5998"/>
                  </a:cubicBezTo>
                  <a:cubicBezTo>
                    <a:pt x="-1665" y="11713"/>
                    <a:pt x="240" y="18952"/>
                    <a:pt x="5955" y="22285"/>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7" name="Google Shape;2947;p94"/>
            <p:cNvSpPr/>
            <p:nvPr/>
          </p:nvSpPr>
          <p:spPr>
            <a:xfrm>
              <a:off x="8081395" y="4649789"/>
              <a:ext cx="103636" cy="69963"/>
            </a:xfrm>
            <a:custGeom>
              <a:avLst/>
              <a:gdLst/>
              <a:ahLst/>
              <a:cxnLst/>
              <a:rect l="l" t="t" r="r" b="b"/>
              <a:pathLst>
                <a:path w="103636" h="69963" extrusionOk="0">
                  <a:moveTo>
                    <a:pt x="85870" y="1669"/>
                  </a:moveTo>
                  <a:lnTo>
                    <a:pt x="5955" y="47770"/>
                  </a:lnTo>
                  <a:cubicBezTo>
                    <a:pt x="240" y="51104"/>
                    <a:pt x="-1665" y="58343"/>
                    <a:pt x="1574" y="64058"/>
                  </a:cubicBezTo>
                  <a:cubicBezTo>
                    <a:pt x="3764" y="67868"/>
                    <a:pt x="7765" y="69963"/>
                    <a:pt x="11861" y="69963"/>
                  </a:cubicBezTo>
                  <a:cubicBezTo>
                    <a:pt x="13861" y="69963"/>
                    <a:pt x="15956" y="69487"/>
                    <a:pt x="17766" y="68344"/>
                  </a:cubicBezTo>
                  <a:lnTo>
                    <a:pt x="97681" y="22243"/>
                  </a:lnTo>
                  <a:cubicBezTo>
                    <a:pt x="103396" y="18909"/>
                    <a:pt x="105301" y="11670"/>
                    <a:pt x="102062" y="5955"/>
                  </a:cubicBezTo>
                  <a:cubicBezTo>
                    <a:pt x="98729" y="240"/>
                    <a:pt x="91490" y="-1665"/>
                    <a:pt x="85775" y="1574"/>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8" name="Google Shape;2948;p94"/>
            <p:cNvSpPr/>
            <p:nvPr/>
          </p:nvSpPr>
          <p:spPr>
            <a:xfrm>
              <a:off x="7886514" y="4313176"/>
              <a:ext cx="103636" cy="69963"/>
            </a:xfrm>
            <a:custGeom>
              <a:avLst/>
              <a:gdLst/>
              <a:ahLst/>
              <a:cxnLst/>
              <a:rect l="l" t="t" r="r" b="b"/>
              <a:pathLst>
                <a:path w="103636" h="69963" extrusionOk="0">
                  <a:moveTo>
                    <a:pt x="11956" y="69963"/>
                  </a:moveTo>
                  <a:cubicBezTo>
                    <a:pt x="13956" y="69963"/>
                    <a:pt x="16052" y="69487"/>
                    <a:pt x="17861" y="68344"/>
                  </a:cubicBezTo>
                  <a:lnTo>
                    <a:pt x="97681" y="22243"/>
                  </a:lnTo>
                  <a:cubicBezTo>
                    <a:pt x="103396" y="18909"/>
                    <a:pt x="105301" y="11670"/>
                    <a:pt x="102062" y="5955"/>
                  </a:cubicBezTo>
                  <a:cubicBezTo>
                    <a:pt x="98729" y="240"/>
                    <a:pt x="91490" y="-1665"/>
                    <a:pt x="85775" y="1574"/>
                  </a:cubicBezTo>
                  <a:lnTo>
                    <a:pt x="5955" y="47675"/>
                  </a:lnTo>
                  <a:cubicBezTo>
                    <a:pt x="240" y="51008"/>
                    <a:pt x="-1665" y="58247"/>
                    <a:pt x="1574" y="63962"/>
                  </a:cubicBezTo>
                  <a:cubicBezTo>
                    <a:pt x="3764" y="67772"/>
                    <a:pt x="7765" y="69868"/>
                    <a:pt x="11861" y="69868"/>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49" name="Google Shape;2949;p94"/>
            <p:cNvSpPr/>
            <p:nvPr/>
          </p:nvSpPr>
          <p:spPr>
            <a:xfrm>
              <a:off x="8066889" y="4469833"/>
              <a:ext cx="76468" cy="91708"/>
            </a:xfrm>
            <a:custGeom>
              <a:avLst/>
              <a:gdLst/>
              <a:ahLst/>
              <a:cxnLst/>
              <a:rect l="l" t="t" r="r" b="b"/>
              <a:pathLst>
                <a:path w="76468" h="91708" extrusionOk="0">
                  <a:moveTo>
                    <a:pt x="71135" y="35797"/>
                  </a:moveTo>
                  <a:lnTo>
                    <a:pt x="18366" y="1888"/>
                  </a:lnTo>
                  <a:cubicBezTo>
                    <a:pt x="12842" y="-1636"/>
                    <a:pt x="5507" y="-112"/>
                    <a:pt x="1888" y="5507"/>
                  </a:cubicBezTo>
                  <a:cubicBezTo>
                    <a:pt x="-1636" y="11032"/>
                    <a:pt x="-112" y="18366"/>
                    <a:pt x="5507" y="21986"/>
                  </a:cubicBezTo>
                  <a:lnTo>
                    <a:pt x="42655" y="45893"/>
                  </a:lnTo>
                  <a:lnTo>
                    <a:pt x="5507" y="69801"/>
                  </a:lnTo>
                  <a:cubicBezTo>
                    <a:pt x="-17" y="73325"/>
                    <a:pt x="-1636" y="80755"/>
                    <a:pt x="1888" y="86279"/>
                  </a:cubicBezTo>
                  <a:cubicBezTo>
                    <a:pt x="4174" y="89804"/>
                    <a:pt x="7984" y="91709"/>
                    <a:pt x="11889" y="91709"/>
                  </a:cubicBezTo>
                  <a:cubicBezTo>
                    <a:pt x="14080" y="91709"/>
                    <a:pt x="16366" y="91137"/>
                    <a:pt x="18271" y="89804"/>
                  </a:cubicBezTo>
                  <a:lnTo>
                    <a:pt x="71039" y="55895"/>
                  </a:lnTo>
                  <a:cubicBezTo>
                    <a:pt x="74468" y="53704"/>
                    <a:pt x="76469" y="49894"/>
                    <a:pt x="76469" y="45893"/>
                  </a:cubicBezTo>
                  <a:cubicBezTo>
                    <a:pt x="76469" y="41893"/>
                    <a:pt x="74373" y="38083"/>
                    <a:pt x="71039" y="35892"/>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0" name="Google Shape;2950;p94"/>
            <p:cNvSpPr/>
            <p:nvPr/>
          </p:nvSpPr>
          <p:spPr>
            <a:xfrm>
              <a:off x="7928473" y="4469857"/>
              <a:ext cx="76468" cy="91589"/>
            </a:xfrm>
            <a:custGeom>
              <a:avLst/>
              <a:gdLst/>
              <a:ahLst/>
              <a:cxnLst/>
              <a:rect l="l" t="t" r="r" b="b"/>
              <a:pathLst>
                <a:path w="76468" h="91589" extrusionOk="0">
                  <a:moveTo>
                    <a:pt x="74676" y="5484"/>
                  </a:moveTo>
                  <a:cubicBezTo>
                    <a:pt x="71152" y="-41"/>
                    <a:pt x="63722" y="-1660"/>
                    <a:pt x="58198" y="1864"/>
                  </a:cubicBezTo>
                  <a:lnTo>
                    <a:pt x="5429" y="35773"/>
                  </a:lnTo>
                  <a:cubicBezTo>
                    <a:pt x="2000" y="37964"/>
                    <a:pt x="0" y="41774"/>
                    <a:pt x="0" y="45774"/>
                  </a:cubicBezTo>
                  <a:cubicBezTo>
                    <a:pt x="0" y="49775"/>
                    <a:pt x="2096" y="53585"/>
                    <a:pt x="5429" y="55776"/>
                  </a:cubicBezTo>
                  <a:lnTo>
                    <a:pt x="58198" y="89685"/>
                  </a:lnTo>
                  <a:cubicBezTo>
                    <a:pt x="60198" y="90923"/>
                    <a:pt x="62389" y="91590"/>
                    <a:pt x="64580" y="91590"/>
                  </a:cubicBezTo>
                  <a:cubicBezTo>
                    <a:pt x="68485" y="91590"/>
                    <a:pt x="72295" y="89685"/>
                    <a:pt x="74581" y="86160"/>
                  </a:cubicBezTo>
                  <a:cubicBezTo>
                    <a:pt x="78105" y="80636"/>
                    <a:pt x="76581" y="73302"/>
                    <a:pt x="70961" y="69682"/>
                  </a:cubicBezTo>
                  <a:lnTo>
                    <a:pt x="33814" y="45774"/>
                  </a:lnTo>
                  <a:lnTo>
                    <a:pt x="70961" y="21867"/>
                  </a:lnTo>
                  <a:cubicBezTo>
                    <a:pt x="76486" y="18342"/>
                    <a:pt x="78105" y="10913"/>
                    <a:pt x="74581" y="5388"/>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1" name="Google Shape;2951;p94"/>
            <p:cNvSpPr/>
            <p:nvPr/>
          </p:nvSpPr>
          <p:spPr>
            <a:xfrm>
              <a:off x="8013052" y="4454858"/>
              <a:ext cx="46298" cy="122971"/>
            </a:xfrm>
            <a:custGeom>
              <a:avLst/>
              <a:gdLst/>
              <a:ahLst/>
              <a:cxnLst/>
              <a:rect l="l" t="t" r="r" b="b"/>
              <a:pathLst>
                <a:path w="46298" h="122971" extrusionOk="0">
                  <a:moveTo>
                    <a:pt x="36865" y="289"/>
                  </a:moveTo>
                  <a:cubicBezTo>
                    <a:pt x="30483" y="-1139"/>
                    <a:pt x="24102" y="2861"/>
                    <a:pt x="22673" y="9243"/>
                  </a:cubicBezTo>
                  <a:lnTo>
                    <a:pt x="289" y="108493"/>
                  </a:lnTo>
                  <a:cubicBezTo>
                    <a:pt x="-1140" y="114875"/>
                    <a:pt x="2861" y="121257"/>
                    <a:pt x="9338" y="122686"/>
                  </a:cubicBezTo>
                  <a:cubicBezTo>
                    <a:pt x="10195" y="122876"/>
                    <a:pt x="11052" y="122971"/>
                    <a:pt x="12005" y="122971"/>
                  </a:cubicBezTo>
                  <a:cubicBezTo>
                    <a:pt x="17434" y="122971"/>
                    <a:pt x="22387" y="119257"/>
                    <a:pt x="23625" y="113637"/>
                  </a:cubicBezTo>
                  <a:lnTo>
                    <a:pt x="46009" y="14386"/>
                  </a:lnTo>
                  <a:cubicBezTo>
                    <a:pt x="47438" y="8005"/>
                    <a:pt x="43437" y="1623"/>
                    <a:pt x="36960" y="194"/>
                  </a:cubicBez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grpSp>
      <p:sp>
        <p:nvSpPr>
          <p:cNvPr id="2952" name="Google Shape;2952;p94"/>
          <p:cNvSpPr/>
          <p:nvPr/>
        </p:nvSpPr>
        <p:spPr>
          <a:xfrm>
            <a:off x="7585463" y="1635621"/>
            <a:ext cx="427852" cy="405135"/>
          </a:xfrm>
          <a:custGeom>
            <a:avLst/>
            <a:gdLst/>
            <a:ahLst/>
            <a:cxnLst/>
            <a:rect l="l" t="t" r="r" b="b"/>
            <a:pathLst>
              <a:path w="504840" h="478035" extrusionOk="0">
                <a:moveTo>
                  <a:pt x="503304" y="230386"/>
                </a:moveTo>
                <a:cubicBezTo>
                  <a:pt x="503209" y="226195"/>
                  <a:pt x="500828" y="222385"/>
                  <a:pt x="497208" y="220289"/>
                </a:cubicBezTo>
                <a:lnTo>
                  <a:pt x="444725" y="191238"/>
                </a:lnTo>
                <a:lnTo>
                  <a:pt x="499399" y="155996"/>
                </a:lnTo>
                <a:cubicBezTo>
                  <a:pt x="502923" y="153710"/>
                  <a:pt x="505019" y="149804"/>
                  <a:pt x="504828" y="145613"/>
                </a:cubicBezTo>
                <a:cubicBezTo>
                  <a:pt x="504733" y="141422"/>
                  <a:pt x="502352" y="137612"/>
                  <a:pt x="498732" y="135612"/>
                </a:cubicBezTo>
                <a:lnTo>
                  <a:pt x="256130" y="1500"/>
                </a:lnTo>
                <a:cubicBezTo>
                  <a:pt x="252511" y="-500"/>
                  <a:pt x="248129" y="-500"/>
                  <a:pt x="244605" y="1500"/>
                </a:cubicBezTo>
                <a:lnTo>
                  <a:pt x="6480" y="134374"/>
                </a:lnTo>
                <a:cubicBezTo>
                  <a:pt x="2861" y="136374"/>
                  <a:pt x="575" y="140184"/>
                  <a:pt x="384" y="144375"/>
                </a:cubicBezTo>
                <a:cubicBezTo>
                  <a:pt x="194" y="148566"/>
                  <a:pt x="2289" y="152471"/>
                  <a:pt x="5813" y="154757"/>
                </a:cubicBezTo>
                <a:lnTo>
                  <a:pt x="60296" y="190286"/>
                </a:lnTo>
                <a:lnTo>
                  <a:pt x="6099" y="220289"/>
                </a:lnTo>
                <a:cubicBezTo>
                  <a:pt x="2384" y="222290"/>
                  <a:pt x="98" y="226195"/>
                  <a:pt x="3" y="230386"/>
                </a:cubicBezTo>
                <a:cubicBezTo>
                  <a:pt x="-92" y="234577"/>
                  <a:pt x="2003" y="238577"/>
                  <a:pt x="5528" y="240768"/>
                </a:cubicBezTo>
                <a:lnTo>
                  <a:pt x="58677" y="274487"/>
                </a:lnTo>
                <a:lnTo>
                  <a:pt x="6099" y="303633"/>
                </a:lnTo>
                <a:cubicBezTo>
                  <a:pt x="2384" y="305633"/>
                  <a:pt x="98" y="309539"/>
                  <a:pt x="3" y="313730"/>
                </a:cubicBezTo>
                <a:cubicBezTo>
                  <a:pt x="-92" y="317921"/>
                  <a:pt x="2003" y="321921"/>
                  <a:pt x="5528" y="324112"/>
                </a:cubicBezTo>
                <a:lnTo>
                  <a:pt x="245653" y="476226"/>
                </a:lnTo>
                <a:cubicBezTo>
                  <a:pt x="247558" y="477464"/>
                  <a:pt x="249844" y="478036"/>
                  <a:pt x="252035" y="478036"/>
                </a:cubicBezTo>
                <a:cubicBezTo>
                  <a:pt x="254225" y="478036"/>
                  <a:pt x="256511" y="477369"/>
                  <a:pt x="258416" y="476131"/>
                </a:cubicBezTo>
                <a:lnTo>
                  <a:pt x="497875" y="324017"/>
                </a:lnTo>
                <a:cubicBezTo>
                  <a:pt x="501399" y="321731"/>
                  <a:pt x="503495" y="317825"/>
                  <a:pt x="503399" y="313634"/>
                </a:cubicBezTo>
                <a:cubicBezTo>
                  <a:pt x="503304" y="309443"/>
                  <a:pt x="500923" y="305633"/>
                  <a:pt x="497303" y="303538"/>
                </a:cubicBezTo>
                <a:lnTo>
                  <a:pt x="444821" y="274487"/>
                </a:lnTo>
                <a:lnTo>
                  <a:pt x="497970" y="240768"/>
                </a:lnTo>
                <a:cubicBezTo>
                  <a:pt x="501494" y="238482"/>
                  <a:pt x="503590" y="234577"/>
                  <a:pt x="503495" y="230386"/>
                </a:cubicBezTo>
                <a:close/>
                <a:moveTo>
                  <a:pt x="250320" y="25503"/>
                </a:moveTo>
                <a:lnTo>
                  <a:pt x="469681" y="146756"/>
                </a:lnTo>
                <a:lnTo>
                  <a:pt x="252225" y="287060"/>
                </a:lnTo>
                <a:lnTo>
                  <a:pt x="35341" y="145613"/>
                </a:lnTo>
                <a:lnTo>
                  <a:pt x="250320" y="25598"/>
                </a:lnTo>
                <a:close/>
                <a:moveTo>
                  <a:pt x="421770" y="289060"/>
                </a:moveTo>
                <a:lnTo>
                  <a:pt x="468062" y="314682"/>
                </a:lnTo>
                <a:lnTo>
                  <a:pt x="251939" y="452033"/>
                </a:lnTo>
                <a:lnTo>
                  <a:pt x="35150" y="314682"/>
                </a:lnTo>
                <a:lnTo>
                  <a:pt x="81537" y="288965"/>
                </a:lnTo>
                <a:lnTo>
                  <a:pt x="245558" y="392882"/>
                </a:lnTo>
                <a:cubicBezTo>
                  <a:pt x="247463" y="394121"/>
                  <a:pt x="249749" y="394692"/>
                  <a:pt x="251939" y="394692"/>
                </a:cubicBezTo>
                <a:cubicBezTo>
                  <a:pt x="254130" y="394692"/>
                  <a:pt x="256416" y="394025"/>
                  <a:pt x="258321" y="392787"/>
                </a:cubicBezTo>
                <a:lnTo>
                  <a:pt x="421770" y="288965"/>
                </a:lnTo>
                <a:lnTo>
                  <a:pt x="421770" y="288965"/>
                </a:lnTo>
                <a:close/>
                <a:moveTo>
                  <a:pt x="251939" y="368784"/>
                </a:moveTo>
                <a:lnTo>
                  <a:pt x="35150" y="231434"/>
                </a:lnTo>
                <a:lnTo>
                  <a:pt x="82871" y="205049"/>
                </a:lnTo>
                <a:lnTo>
                  <a:pt x="245653" y="311253"/>
                </a:lnTo>
                <a:cubicBezTo>
                  <a:pt x="247653" y="312587"/>
                  <a:pt x="249939" y="313158"/>
                  <a:pt x="252130" y="313158"/>
                </a:cubicBezTo>
                <a:cubicBezTo>
                  <a:pt x="254321" y="313158"/>
                  <a:pt x="256607" y="312491"/>
                  <a:pt x="258607" y="311253"/>
                </a:cubicBezTo>
                <a:lnTo>
                  <a:pt x="421961" y="205907"/>
                </a:lnTo>
                <a:lnTo>
                  <a:pt x="468062" y="231434"/>
                </a:lnTo>
                <a:lnTo>
                  <a:pt x="251939" y="368784"/>
                </a:lnTo>
                <a:close/>
              </a:path>
            </a:pathLst>
          </a:custGeom>
          <a:solidFill>
            <a:srgbClr val="29B5E8"/>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2953" name="Google Shape;2953;p94"/>
          <p:cNvSpPr txBox="1"/>
          <p:nvPr/>
        </p:nvSpPr>
        <p:spPr>
          <a:xfrm rot="-1091">
            <a:off x="7326857" y="2121309"/>
            <a:ext cx="945600" cy="2616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None/>
            </a:pPr>
            <a:r>
              <a:rPr lang="en" sz="700" b="1">
                <a:solidFill>
                  <a:srgbClr val="105780"/>
                </a:solidFill>
              </a:rPr>
              <a:t>PLATFORM</a:t>
            </a:r>
            <a:endParaRPr sz="700" b="1">
              <a:solidFill>
                <a:srgbClr val="105780"/>
              </a:solidFill>
            </a:endParaRPr>
          </a:p>
        </p:txBody>
      </p:sp>
      <p:grpSp>
        <p:nvGrpSpPr>
          <p:cNvPr id="2954" name="Google Shape;2954;p94"/>
          <p:cNvGrpSpPr/>
          <p:nvPr/>
        </p:nvGrpSpPr>
        <p:grpSpPr>
          <a:xfrm>
            <a:off x="4543521" y="1635270"/>
            <a:ext cx="337665" cy="386815"/>
            <a:chOff x="5260772" y="3593010"/>
            <a:chExt cx="497371" cy="569684"/>
          </a:xfrm>
        </p:grpSpPr>
        <p:sp>
          <p:nvSpPr>
            <p:cNvPr id="2955" name="Google Shape;2955;p94"/>
            <p:cNvSpPr/>
            <p:nvPr/>
          </p:nvSpPr>
          <p:spPr>
            <a:xfrm>
              <a:off x="5545377" y="3994866"/>
              <a:ext cx="212766" cy="167828"/>
            </a:xfrm>
            <a:custGeom>
              <a:avLst/>
              <a:gdLst/>
              <a:ahLst/>
              <a:cxnLst/>
              <a:rect l="l" t="t" r="r" b="b"/>
              <a:pathLst>
                <a:path w="212766" h="167828" extrusionOk="0">
                  <a:moveTo>
                    <a:pt x="209030" y="9635"/>
                  </a:moveTo>
                  <a:cubicBezTo>
                    <a:pt x="207266" y="2682"/>
                    <a:pt x="200158" y="-1416"/>
                    <a:pt x="193205" y="451"/>
                  </a:cubicBezTo>
                  <a:cubicBezTo>
                    <a:pt x="186253" y="2215"/>
                    <a:pt x="182154" y="9323"/>
                    <a:pt x="184022" y="16276"/>
                  </a:cubicBezTo>
                  <a:cubicBezTo>
                    <a:pt x="186097" y="24058"/>
                    <a:pt x="187031" y="31997"/>
                    <a:pt x="187031" y="40091"/>
                  </a:cubicBezTo>
                  <a:cubicBezTo>
                    <a:pt x="187031" y="91819"/>
                    <a:pt x="145056" y="133793"/>
                    <a:pt x="93326" y="133793"/>
                  </a:cubicBezTo>
                  <a:cubicBezTo>
                    <a:pt x="75426" y="133793"/>
                    <a:pt x="58356" y="128708"/>
                    <a:pt x="43568" y="119421"/>
                  </a:cubicBezTo>
                  <a:lnTo>
                    <a:pt x="62818" y="113817"/>
                  </a:lnTo>
                  <a:cubicBezTo>
                    <a:pt x="69667" y="111846"/>
                    <a:pt x="73662" y="104738"/>
                    <a:pt x="71586" y="97785"/>
                  </a:cubicBezTo>
                  <a:cubicBezTo>
                    <a:pt x="69615" y="90937"/>
                    <a:pt x="62507" y="87045"/>
                    <a:pt x="55554" y="89017"/>
                  </a:cubicBezTo>
                  <a:lnTo>
                    <a:pt x="14357" y="100898"/>
                  </a:lnTo>
                  <a:cubicBezTo>
                    <a:pt x="9376" y="102351"/>
                    <a:pt x="5796" y="106605"/>
                    <a:pt x="5174" y="111742"/>
                  </a:cubicBezTo>
                  <a:lnTo>
                    <a:pt x="89" y="153457"/>
                  </a:lnTo>
                  <a:cubicBezTo>
                    <a:pt x="-741" y="160617"/>
                    <a:pt x="4343" y="166998"/>
                    <a:pt x="11348" y="167828"/>
                  </a:cubicBezTo>
                  <a:lnTo>
                    <a:pt x="12904" y="167828"/>
                  </a:lnTo>
                  <a:cubicBezTo>
                    <a:pt x="19338" y="167828"/>
                    <a:pt x="24890" y="162951"/>
                    <a:pt x="25720" y="156466"/>
                  </a:cubicBezTo>
                  <a:lnTo>
                    <a:pt x="27691" y="140019"/>
                  </a:lnTo>
                  <a:cubicBezTo>
                    <a:pt x="47045" y="152730"/>
                    <a:pt x="69563" y="159579"/>
                    <a:pt x="93171" y="159579"/>
                  </a:cubicBezTo>
                  <a:cubicBezTo>
                    <a:pt x="159065" y="159579"/>
                    <a:pt x="212766" y="105879"/>
                    <a:pt x="212766" y="39987"/>
                  </a:cubicBezTo>
                  <a:cubicBezTo>
                    <a:pt x="212766" y="29766"/>
                    <a:pt x="211417" y="19493"/>
                    <a:pt x="208823" y="9687"/>
                  </a:cubicBezTo>
                  <a:lnTo>
                    <a:pt x="209030" y="9687"/>
                  </a:lnTo>
                  <a:close/>
                </a:path>
              </a:pathLst>
            </a:custGeom>
            <a:solidFill>
              <a:srgbClr val="29B5E8"/>
            </a:solidFill>
            <a:ln>
              <a:noFill/>
            </a:ln>
          </p:spPr>
          <p:txBody>
            <a:bodyPr spcFirstLastPara="1" wrap="square" lIns="62050" tIns="31050" rIns="62050" bIns="31050" anchor="t" anchorCtr="0">
              <a:noAutofit/>
            </a:bodyPr>
            <a:lstStyle/>
            <a:p>
              <a:pPr marL="0" marR="0" lvl="0" indent="0" algn="l" rtl="0">
                <a:spcBef>
                  <a:spcPts val="0"/>
                </a:spcBef>
                <a:spcAft>
                  <a:spcPts val="0"/>
                </a:spcAft>
                <a:buNone/>
              </a:pPr>
              <a:endParaRPr sz="1267">
                <a:solidFill>
                  <a:srgbClr val="000000"/>
                </a:solidFill>
                <a:latin typeface="Arial"/>
                <a:ea typeface="Arial"/>
                <a:cs typeface="Arial"/>
                <a:sym typeface="Arial"/>
              </a:endParaRPr>
            </a:p>
          </p:txBody>
        </p:sp>
        <p:sp>
          <p:nvSpPr>
            <p:cNvPr id="2956" name="Google Shape;2956;p94"/>
            <p:cNvSpPr/>
            <p:nvPr/>
          </p:nvSpPr>
          <p:spPr>
            <a:xfrm>
              <a:off x="5517707" y="3907389"/>
              <a:ext cx="212766" cy="166583"/>
            </a:xfrm>
            <a:custGeom>
              <a:avLst/>
              <a:gdLst/>
              <a:ahLst/>
              <a:cxnLst/>
              <a:rect l="l" t="t" r="r" b="b"/>
              <a:pathLst>
                <a:path w="212766" h="166583" extrusionOk="0">
                  <a:moveTo>
                    <a:pt x="28537" y="150708"/>
                  </a:moveTo>
                  <a:cubicBezTo>
                    <a:pt x="26669" y="143236"/>
                    <a:pt x="25735" y="135609"/>
                    <a:pt x="25735" y="127930"/>
                  </a:cubicBezTo>
                  <a:cubicBezTo>
                    <a:pt x="25735" y="76202"/>
                    <a:pt x="67710" y="34228"/>
                    <a:pt x="119440" y="34228"/>
                  </a:cubicBezTo>
                  <a:cubicBezTo>
                    <a:pt x="137340" y="34228"/>
                    <a:pt x="154410" y="39313"/>
                    <a:pt x="169198" y="48600"/>
                  </a:cubicBezTo>
                  <a:lnTo>
                    <a:pt x="149948" y="54100"/>
                  </a:lnTo>
                  <a:cubicBezTo>
                    <a:pt x="143099" y="56071"/>
                    <a:pt x="139104" y="63180"/>
                    <a:pt x="141076" y="70132"/>
                  </a:cubicBezTo>
                  <a:cubicBezTo>
                    <a:pt x="142736" y="75839"/>
                    <a:pt x="147925" y="79419"/>
                    <a:pt x="153476" y="79419"/>
                  </a:cubicBezTo>
                  <a:cubicBezTo>
                    <a:pt x="154722" y="79419"/>
                    <a:pt x="155863" y="79212"/>
                    <a:pt x="157108" y="78900"/>
                  </a:cubicBezTo>
                  <a:lnTo>
                    <a:pt x="198305" y="67019"/>
                  </a:lnTo>
                  <a:cubicBezTo>
                    <a:pt x="203286" y="65566"/>
                    <a:pt x="206866" y="61312"/>
                    <a:pt x="207593" y="56175"/>
                  </a:cubicBezTo>
                  <a:lnTo>
                    <a:pt x="212677" y="14461"/>
                  </a:lnTo>
                  <a:cubicBezTo>
                    <a:pt x="213508" y="7301"/>
                    <a:pt x="208423" y="919"/>
                    <a:pt x="201418" y="89"/>
                  </a:cubicBezTo>
                  <a:cubicBezTo>
                    <a:pt x="194466" y="-741"/>
                    <a:pt x="187876" y="4343"/>
                    <a:pt x="187046" y="11348"/>
                  </a:cubicBezTo>
                  <a:lnTo>
                    <a:pt x="185074" y="27795"/>
                  </a:lnTo>
                  <a:cubicBezTo>
                    <a:pt x="165721" y="15083"/>
                    <a:pt x="143203" y="8235"/>
                    <a:pt x="119595" y="8235"/>
                  </a:cubicBezTo>
                  <a:cubicBezTo>
                    <a:pt x="53701" y="8235"/>
                    <a:pt x="0" y="61934"/>
                    <a:pt x="0" y="127827"/>
                  </a:cubicBezTo>
                  <a:cubicBezTo>
                    <a:pt x="0" y="137633"/>
                    <a:pt x="1245" y="147387"/>
                    <a:pt x="3528" y="156778"/>
                  </a:cubicBezTo>
                  <a:cubicBezTo>
                    <a:pt x="4981" y="162693"/>
                    <a:pt x="10273" y="166584"/>
                    <a:pt x="16033" y="166584"/>
                  </a:cubicBezTo>
                  <a:cubicBezTo>
                    <a:pt x="17070" y="166584"/>
                    <a:pt x="18108" y="166480"/>
                    <a:pt x="19146" y="166169"/>
                  </a:cubicBezTo>
                  <a:cubicBezTo>
                    <a:pt x="26098" y="164405"/>
                    <a:pt x="30301" y="157504"/>
                    <a:pt x="28537" y="150552"/>
                  </a:cubicBezTo>
                  <a:lnTo>
                    <a:pt x="28537" y="150656"/>
                  </a:lnTo>
                  <a:close/>
                </a:path>
              </a:pathLst>
            </a:custGeom>
            <a:solidFill>
              <a:srgbClr val="29B5E8"/>
            </a:solidFill>
            <a:ln>
              <a:noFill/>
            </a:ln>
          </p:spPr>
          <p:txBody>
            <a:bodyPr spcFirstLastPara="1" wrap="square" lIns="62050" tIns="31050" rIns="62050" bIns="31050" anchor="t" anchorCtr="0">
              <a:noAutofit/>
            </a:bodyPr>
            <a:lstStyle/>
            <a:p>
              <a:pPr marL="0" marR="0" lvl="0" indent="0" algn="l" rtl="0">
                <a:spcBef>
                  <a:spcPts val="0"/>
                </a:spcBef>
                <a:spcAft>
                  <a:spcPts val="0"/>
                </a:spcAft>
                <a:buNone/>
              </a:pPr>
              <a:endParaRPr sz="1267">
                <a:solidFill>
                  <a:srgbClr val="000000"/>
                </a:solidFill>
                <a:latin typeface="Arial"/>
                <a:ea typeface="Arial"/>
                <a:cs typeface="Arial"/>
                <a:sym typeface="Arial"/>
              </a:endParaRPr>
            </a:p>
          </p:txBody>
        </p:sp>
        <p:sp>
          <p:nvSpPr>
            <p:cNvPr id="2957" name="Google Shape;2957;p94"/>
            <p:cNvSpPr/>
            <p:nvPr/>
          </p:nvSpPr>
          <p:spPr>
            <a:xfrm>
              <a:off x="5260772" y="3593010"/>
              <a:ext cx="450155" cy="517437"/>
            </a:xfrm>
            <a:custGeom>
              <a:avLst/>
              <a:gdLst/>
              <a:ahLst/>
              <a:cxnLst/>
              <a:rect l="l" t="t" r="r" b="b"/>
              <a:pathLst>
                <a:path w="450155" h="517437" extrusionOk="0">
                  <a:moveTo>
                    <a:pt x="207074" y="476086"/>
                  </a:moveTo>
                  <a:cubicBezTo>
                    <a:pt x="96714" y="472350"/>
                    <a:pt x="41353" y="437277"/>
                    <a:pt x="41353" y="418650"/>
                  </a:cubicBezTo>
                  <a:lnTo>
                    <a:pt x="41353" y="371384"/>
                  </a:lnTo>
                  <a:cubicBezTo>
                    <a:pt x="80163" y="394888"/>
                    <a:pt x="140661" y="407911"/>
                    <a:pt x="198513" y="410609"/>
                  </a:cubicBezTo>
                  <a:lnTo>
                    <a:pt x="199447" y="410609"/>
                  </a:lnTo>
                  <a:cubicBezTo>
                    <a:pt x="210395" y="410609"/>
                    <a:pt x="219630" y="402048"/>
                    <a:pt x="220149" y="390841"/>
                  </a:cubicBezTo>
                  <a:cubicBezTo>
                    <a:pt x="220668" y="379478"/>
                    <a:pt x="211847" y="369724"/>
                    <a:pt x="200381" y="369205"/>
                  </a:cubicBezTo>
                  <a:cubicBezTo>
                    <a:pt x="101799" y="364639"/>
                    <a:pt x="41301" y="332887"/>
                    <a:pt x="41301" y="312081"/>
                  </a:cubicBezTo>
                  <a:lnTo>
                    <a:pt x="41301" y="265541"/>
                  </a:lnTo>
                  <a:cubicBezTo>
                    <a:pt x="84210" y="291587"/>
                    <a:pt x="154877" y="304973"/>
                    <a:pt x="225026" y="304973"/>
                  </a:cubicBezTo>
                  <a:cubicBezTo>
                    <a:pt x="295175" y="304973"/>
                    <a:pt x="365842" y="291639"/>
                    <a:pt x="408752" y="265541"/>
                  </a:cubicBezTo>
                  <a:lnTo>
                    <a:pt x="408752" y="269485"/>
                  </a:lnTo>
                  <a:cubicBezTo>
                    <a:pt x="408752" y="280847"/>
                    <a:pt x="418039" y="290186"/>
                    <a:pt x="429454" y="290186"/>
                  </a:cubicBezTo>
                  <a:cubicBezTo>
                    <a:pt x="440869" y="290186"/>
                    <a:pt x="450156" y="280899"/>
                    <a:pt x="450156" y="269485"/>
                  </a:cubicBezTo>
                  <a:lnTo>
                    <a:pt x="450156" y="99202"/>
                  </a:lnTo>
                  <a:cubicBezTo>
                    <a:pt x="450156" y="34140"/>
                    <a:pt x="336891" y="0"/>
                    <a:pt x="225026" y="0"/>
                  </a:cubicBezTo>
                  <a:cubicBezTo>
                    <a:pt x="113162" y="0"/>
                    <a:pt x="519" y="33932"/>
                    <a:pt x="0" y="98787"/>
                  </a:cubicBezTo>
                  <a:lnTo>
                    <a:pt x="0" y="418650"/>
                  </a:lnTo>
                  <a:cubicBezTo>
                    <a:pt x="0" y="481741"/>
                    <a:pt x="106676" y="514117"/>
                    <a:pt x="206607" y="517437"/>
                  </a:cubicBezTo>
                  <a:cubicBezTo>
                    <a:pt x="217866" y="517437"/>
                    <a:pt x="226998" y="508358"/>
                    <a:pt x="227205" y="497047"/>
                  </a:cubicBezTo>
                  <a:cubicBezTo>
                    <a:pt x="227413" y="485788"/>
                    <a:pt x="218437" y="476345"/>
                    <a:pt x="207126" y="476034"/>
                  </a:cubicBezTo>
                  <a:close/>
                  <a:moveTo>
                    <a:pt x="225078" y="263570"/>
                  </a:moveTo>
                  <a:cubicBezTo>
                    <a:pt x="114615" y="263570"/>
                    <a:pt x="41353" y="228808"/>
                    <a:pt x="41353" y="205719"/>
                  </a:cubicBezTo>
                  <a:lnTo>
                    <a:pt x="41353" y="158868"/>
                  </a:lnTo>
                  <a:cubicBezTo>
                    <a:pt x="84262" y="184914"/>
                    <a:pt x="154929" y="198300"/>
                    <a:pt x="225078" y="198300"/>
                  </a:cubicBezTo>
                  <a:cubicBezTo>
                    <a:pt x="295227" y="198300"/>
                    <a:pt x="365894" y="184966"/>
                    <a:pt x="408804" y="158868"/>
                  </a:cubicBezTo>
                  <a:lnTo>
                    <a:pt x="408804" y="205719"/>
                  </a:lnTo>
                  <a:cubicBezTo>
                    <a:pt x="408700" y="228704"/>
                    <a:pt x="335438" y="263466"/>
                    <a:pt x="225078" y="263466"/>
                  </a:cubicBezTo>
                  <a:lnTo>
                    <a:pt x="225078" y="263570"/>
                  </a:lnTo>
                  <a:close/>
                  <a:moveTo>
                    <a:pt x="225078" y="41403"/>
                  </a:moveTo>
                  <a:cubicBezTo>
                    <a:pt x="335438" y="41403"/>
                    <a:pt x="408700" y="76166"/>
                    <a:pt x="408804" y="99150"/>
                  </a:cubicBezTo>
                  <a:cubicBezTo>
                    <a:pt x="408700" y="122238"/>
                    <a:pt x="335438" y="157000"/>
                    <a:pt x="225078" y="157000"/>
                  </a:cubicBezTo>
                  <a:cubicBezTo>
                    <a:pt x="114718" y="157000"/>
                    <a:pt x="41353" y="122238"/>
                    <a:pt x="41353" y="99150"/>
                  </a:cubicBezTo>
                  <a:cubicBezTo>
                    <a:pt x="41353" y="76062"/>
                    <a:pt x="114615" y="41300"/>
                    <a:pt x="225078" y="41300"/>
                  </a:cubicBezTo>
                  <a:lnTo>
                    <a:pt x="225078" y="41403"/>
                  </a:lnTo>
                  <a:close/>
                </a:path>
              </a:pathLst>
            </a:custGeom>
            <a:solidFill>
              <a:srgbClr val="29B5E8"/>
            </a:solidFill>
            <a:ln>
              <a:noFill/>
            </a:ln>
          </p:spPr>
          <p:txBody>
            <a:bodyPr spcFirstLastPara="1" wrap="square" lIns="62050" tIns="31050" rIns="62050" bIns="31050" anchor="t" anchorCtr="0">
              <a:noAutofit/>
            </a:bodyPr>
            <a:lstStyle/>
            <a:p>
              <a:pPr marL="0" marR="0" lvl="0" indent="0" algn="l" rtl="0">
                <a:spcBef>
                  <a:spcPts val="0"/>
                </a:spcBef>
                <a:spcAft>
                  <a:spcPts val="0"/>
                </a:spcAft>
                <a:buNone/>
              </a:pPr>
              <a:endParaRPr sz="1267">
                <a:solidFill>
                  <a:srgbClr val="000000"/>
                </a:solidFill>
                <a:latin typeface="Arial"/>
                <a:ea typeface="Arial"/>
                <a:cs typeface="Arial"/>
                <a:sym typeface="Arial"/>
              </a:endParaRPr>
            </a:p>
          </p:txBody>
        </p:sp>
      </p:grpSp>
      <p:sp>
        <p:nvSpPr>
          <p:cNvPr id="2958" name="Google Shape;2958;p94"/>
          <p:cNvSpPr txBox="1"/>
          <p:nvPr/>
        </p:nvSpPr>
        <p:spPr>
          <a:xfrm rot="-1091">
            <a:off x="4239547" y="2121309"/>
            <a:ext cx="945600" cy="261600"/>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rgbClr val="105780"/>
              </a:buClr>
              <a:buSzPts val="700"/>
              <a:buFont typeface="Arial"/>
              <a:buNone/>
            </a:pPr>
            <a:r>
              <a:rPr lang="en" sz="700" b="1">
                <a:solidFill>
                  <a:srgbClr val="105780"/>
                </a:solidFill>
              </a:rPr>
              <a:t>TRANSACTIONS</a:t>
            </a:r>
            <a:endParaRPr sz="700" b="1">
              <a:solidFill>
                <a:srgbClr val="105780"/>
              </a:solidFil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2962"/>
        <p:cNvGrpSpPr/>
        <p:nvPr/>
      </p:nvGrpSpPr>
      <p:grpSpPr>
        <a:xfrm>
          <a:off x="0" y="0"/>
          <a:ext cx="0" cy="0"/>
          <a:chOff x="0" y="0"/>
          <a:chExt cx="0" cy="0"/>
        </a:xfrm>
      </p:grpSpPr>
      <p:sp>
        <p:nvSpPr>
          <p:cNvPr id="2963" name="Google Shape;2963;p95"/>
          <p:cNvSpPr txBox="1">
            <a:spLocks noGrp="1"/>
          </p:cNvSpPr>
          <p:nvPr>
            <p:ph type="sldNum" idx="12"/>
          </p:nvPr>
        </p:nvSpPr>
        <p:spPr>
          <a:xfrm>
            <a:off x="8229600" y="4866905"/>
            <a:ext cx="473700" cy="92400"/>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74</a:t>
            </a:fld>
            <a:endParaRPr/>
          </a:p>
        </p:txBody>
      </p:sp>
      <p:sp>
        <p:nvSpPr>
          <p:cNvPr id="2964" name="Google Shape;2964;p95"/>
          <p:cNvSpPr txBox="1"/>
          <p:nvPr/>
        </p:nvSpPr>
        <p:spPr>
          <a:xfrm>
            <a:off x="365750" y="274323"/>
            <a:ext cx="8344800" cy="365700"/>
          </a:xfrm>
          <a:prstGeom prst="rect">
            <a:avLst/>
          </a:prstGeom>
          <a:noFill/>
          <a:ln>
            <a:noFill/>
          </a:ln>
        </p:spPr>
        <p:txBody>
          <a:bodyPr spcFirstLastPara="1" wrap="square" lIns="91425" tIns="91425" rIns="91425" bIns="91425" anchor="t" anchorCtr="0">
            <a:noAutofit/>
          </a:bodyPr>
          <a:lstStyle/>
          <a:p>
            <a:pPr marL="0" lvl="0" indent="0" algn="l" rtl="0">
              <a:lnSpc>
                <a:spcPct val="85000"/>
              </a:lnSpc>
              <a:spcBef>
                <a:spcPts val="0"/>
              </a:spcBef>
              <a:spcAft>
                <a:spcPts val="1000"/>
              </a:spcAft>
              <a:buNone/>
            </a:pPr>
            <a:r>
              <a:rPr lang="en" sz="2600" b="1">
                <a:solidFill>
                  <a:srgbClr val="262626"/>
                </a:solidFill>
              </a:rPr>
              <a:t>Icons:  Snowflake Product Features</a:t>
            </a:r>
            <a:endParaRPr sz="2400" b="1">
              <a:solidFill>
                <a:srgbClr val="FF0000"/>
              </a:solidFill>
            </a:endParaRPr>
          </a:p>
        </p:txBody>
      </p:sp>
      <p:sp>
        <p:nvSpPr>
          <p:cNvPr id="2965" name="Google Shape;2965;p95"/>
          <p:cNvSpPr txBox="1"/>
          <p:nvPr/>
        </p:nvSpPr>
        <p:spPr>
          <a:xfrm>
            <a:off x="1171078" y="1382115"/>
            <a:ext cx="4431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Snowpark Warehouse</a:t>
            </a:r>
            <a:endParaRPr sz="600">
              <a:solidFill>
                <a:srgbClr val="11567F"/>
              </a:solidFill>
            </a:endParaRPr>
          </a:p>
        </p:txBody>
      </p:sp>
      <p:sp>
        <p:nvSpPr>
          <p:cNvPr id="2966" name="Google Shape;2966;p95"/>
          <p:cNvSpPr txBox="1"/>
          <p:nvPr/>
        </p:nvSpPr>
        <p:spPr>
          <a:xfrm>
            <a:off x="1963275"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Adaptive Warehouse</a:t>
            </a:r>
            <a:endParaRPr sz="1800">
              <a:solidFill>
                <a:srgbClr val="252525"/>
              </a:solidFill>
              <a:latin typeface="Arial"/>
              <a:ea typeface="Arial"/>
              <a:cs typeface="Arial"/>
              <a:sym typeface="Arial"/>
            </a:endParaRPr>
          </a:p>
        </p:txBody>
      </p:sp>
      <p:sp>
        <p:nvSpPr>
          <p:cNvPr id="2967" name="Google Shape;2967;p95"/>
          <p:cNvSpPr txBox="1"/>
          <p:nvPr/>
        </p:nvSpPr>
        <p:spPr>
          <a:xfrm>
            <a:off x="2755472"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Gen2 Warehouse</a:t>
            </a:r>
            <a:endParaRPr sz="1800">
              <a:solidFill>
                <a:srgbClr val="252525"/>
              </a:solidFill>
              <a:latin typeface="Arial"/>
              <a:ea typeface="Arial"/>
              <a:cs typeface="Arial"/>
              <a:sym typeface="Arial"/>
            </a:endParaRPr>
          </a:p>
        </p:txBody>
      </p:sp>
      <p:sp>
        <p:nvSpPr>
          <p:cNvPr id="2968" name="Google Shape;2968;p95"/>
          <p:cNvSpPr txBox="1"/>
          <p:nvPr/>
        </p:nvSpPr>
        <p:spPr>
          <a:xfrm>
            <a:off x="2771356" y="2157573"/>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Hybrid Tables</a:t>
            </a:r>
            <a:endParaRPr sz="600">
              <a:solidFill>
                <a:srgbClr val="11567F"/>
              </a:solidFill>
            </a:endParaRPr>
          </a:p>
        </p:txBody>
      </p:sp>
      <p:sp>
        <p:nvSpPr>
          <p:cNvPr id="2969" name="Google Shape;2969;p95"/>
          <p:cNvSpPr txBox="1"/>
          <p:nvPr/>
        </p:nvSpPr>
        <p:spPr>
          <a:xfrm>
            <a:off x="4322047" y="1382115"/>
            <a:ext cx="4788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Document AI</a:t>
            </a:r>
            <a:endParaRPr sz="1800">
              <a:solidFill>
                <a:srgbClr val="252525"/>
              </a:solidFill>
              <a:latin typeface="Arial"/>
              <a:ea typeface="Arial"/>
              <a:cs typeface="Arial"/>
              <a:sym typeface="Arial"/>
            </a:endParaRPr>
          </a:p>
        </p:txBody>
      </p:sp>
      <p:sp>
        <p:nvSpPr>
          <p:cNvPr id="2970" name="Google Shape;2970;p95"/>
          <p:cNvSpPr txBox="1"/>
          <p:nvPr/>
        </p:nvSpPr>
        <p:spPr>
          <a:xfrm>
            <a:off x="5013413" y="1382115"/>
            <a:ext cx="680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Universal</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Search</a:t>
            </a:r>
            <a:endParaRPr sz="600">
              <a:solidFill>
                <a:srgbClr val="11567F"/>
              </a:solidFill>
            </a:endParaRPr>
          </a:p>
        </p:txBody>
      </p:sp>
      <p:sp>
        <p:nvSpPr>
          <p:cNvPr id="2971" name="Google Shape;2971;p95"/>
          <p:cNvSpPr txBox="1"/>
          <p:nvPr/>
        </p:nvSpPr>
        <p:spPr>
          <a:xfrm>
            <a:off x="5924260"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Snowflake Copilot</a:t>
            </a:r>
            <a:endParaRPr sz="1800">
              <a:solidFill>
                <a:srgbClr val="252525"/>
              </a:solidFill>
              <a:latin typeface="Arial"/>
              <a:ea typeface="Arial"/>
              <a:cs typeface="Arial"/>
              <a:sym typeface="Arial"/>
            </a:endParaRPr>
          </a:p>
        </p:txBody>
      </p:sp>
      <p:sp>
        <p:nvSpPr>
          <p:cNvPr id="2972" name="Google Shape;2972;p95"/>
          <p:cNvSpPr txBox="1"/>
          <p:nvPr/>
        </p:nvSpPr>
        <p:spPr>
          <a:xfrm>
            <a:off x="3544375" y="2157575"/>
            <a:ext cx="45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Iceberg Tables</a:t>
            </a:r>
            <a:endParaRPr sz="1800">
              <a:solidFill>
                <a:srgbClr val="252525"/>
              </a:solidFill>
              <a:latin typeface="Arial"/>
              <a:ea typeface="Arial"/>
              <a:cs typeface="Arial"/>
              <a:sym typeface="Arial"/>
            </a:endParaRPr>
          </a:p>
        </p:txBody>
      </p:sp>
      <p:sp>
        <p:nvSpPr>
          <p:cNvPr id="2973" name="Google Shape;2973;p95"/>
          <p:cNvSpPr txBox="1"/>
          <p:nvPr/>
        </p:nvSpPr>
        <p:spPr>
          <a:xfrm>
            <a:off x="4339866"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Interactive</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Tables</a:t>
            </a:r>
            <a:endParaRPr sz="600">
              <a:solidFill>
                <a:srgbClr val="11567F"/>
              </a:solidFill>
            </a:endParaRPr>
          </a:p>
        </p:txBody>
      </p:sp>
      <p:sp>
        <p:nvSpPr>
          <p:cNvPr id="2974" name="Google Shape;2974;p95"/>
          <p:cNvSpPr txBox="1"/>
          <p:nvPr/>
        </p:nvSpPr>
        <p:spPr>
          <a:xfrm>
            <a:off x="6705646" y="1382115"/>
            <a:ext cx="464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Snowflake Horizon</a:t>
            </a:r>
            <a:endParaRPr sz="1800">
              <a:solidFill>
                <a:srgbClr val="252525"/>
              </a:solidFill>
              <a:latin typeface="Arial"/>
              <a:ea typeface="Arial"/>
              <a:cs typeface="Arial"/>
              <a:sym typeface="Arial"/>
            </a:endParaRPr>
          </a:p>
        </p:txBody>
      </p:sp>
      <p:sp>
        <p:nvSpPr>
          <p:cNvPr id="2975" name="Google Shape;2975;p95"/>
          <p:cNvSpPr txBox="1"/>
          <p:nvPr/>
        </p:nvSpPr>
        <p:spPr>
          <a:xfrm>
            <a:off x="7539550" y="1382125"/>
            <a:ext cx="380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Chat APIs</a:t>
            </a:r>
            <a:endParaRPr sz="1800">
              <a:solidFill>
                <a:srgbClr val="252525"/>
              </a:solidFill>
              <a:latin typeface="Arial"/>
              <a:ea typeface="Arial"/>
              <a:cs typeface="Arial"/>
              <a:sym typeface="Arial"/>
            </a:endParaRPr>
          </a:p>
        </p:txBody>
      </p:sp>
      <p:sp>
        <p:nvSpPr>
          <p:cNvPr id="2976" name="Google Shape;2976;p95"/>
          <p:cNvSpPr txBox="1"/>
          <p:nvPr/>
        </p:nvSpPr>
        <p:spPr>
          <a:xfrm>
            <a:off x="1171078"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Dynamic Tables</a:t>
            </a:r>
            <a:endParaRPr sz="600">
              <a:solidFill>
                <a:srgbClr val="11567F"/>
              </a:solidFill>
            </a:endParaRPr>
          </a:p>
        </p:txBody>
      </p:sp>
      <p:sp>
        <p:nvSpPr>
          <p:cNvPr id="2977" name="Google Shape;2977;p95"/>
          <p:cNvSpPr txBox="1"/>
          <p:nvPr/>
        </p:nvSpPr>
        <p:spPr>
          <a:xfrm>
            <a:off x="2014853" y="2157573"/>
            <a:ext cx="339900" cy="1272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External Tables</a:t>
            </a:r>
            <a:endParaRPr sz="1800">
              <a:solidFill>
                <a:srgbClr val="252525"/>
              </a:solidFill>
              <a:latin typeface="Arial"/>
              <a:ea typeface="Arial"/>
              <a:cs typeface="Arial"/>
              <a:sym typeface="Arial"/>
            </a:endParaRPr>
          </a:p>
        </p:txBody>
      </p:sp>
      <p:sp>
        <p:nvSpPr>
          <p:cNvPr id="2978" name="Google Shape;2978;p95"/>
          <p:cNvSpPr txBox="1"/>
          <p:nvPr/>
        </p:nvSpPr>
        <p:spPr>
          <a:xfrm>
            <a:off x="1193875" y="2933025"/>
            <a:ext cx="4002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Snowpark Containers</a:t>
            </a:r>
            <a:endParaRPr sz="1800">
              <a:solidFill>
                <a:srgbClr val="252525"/>
              </a:solidFill>
              <a:latin typeface="Arial"/>
              <a:ea typeface="Arial"/>
              <a:cs typeface="Arial"/>
              <a:sym typeface="Arial"/>
            </a:endParaRPr>
          </a:p>
        </p:txBody>
      </p:sp>
      <p:sp>
        <p:nvSpPr>
          <p:cNvPr id="2979" name="Google Shape;2979;p95"/>
          <p:cNvSpPr txBox="1"/>
          <p:nvPr/>
        </p:nvSpPr>
        <p:spPr>
          <a:xfrm>
            <a:off x="1956350" y="2933025"/>
            <a:ext cx="464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Snowflake Cortex</a:t>
            </a:r>
            <a:endParaRPr sz="1800">
              <a:solidFill>
                <a:srgbClr val="252525"/>
              </a:solidFill>
              <a:latin typeface="Arial"/>
              <a:ea typeface="Arial"/>
              <a:cs typeface="Arial"/>
              <a:sym typeface="Arial"/>
            </a:endParaRPr>
          </a:p>
        </p:txBody>
      </p:sp>
      <p:sp>
        <p:nvSpPr>
          <p:cNvPr id="2980" name="Google Shape;2980;p95"/>
          <p:cNvSpPr txBox="1"/>
          <p:nvPr/>
        </p:nvSpPr>
        <p:spPr>
          <a:xfrm>
            <a:off x="3533900" y="1382125"/>
            <a:ext cx="4788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Interactive Warehouse</a:t>
            </a:r>
            <a:endParaRPr sz="1800">
              <a:solidFill>
                <a:srgbClr val="252525"/>
              </a:solidFill>
              <a:latin typeface="Arial"/>
              <a:ea typeface="Arial"/>
              <a:cs typeface="Arial"/>
              <a:sym typeface="Arial"/>
            </a:endParaRPr>
          </a:p>
        </p:txBody>
      </p:sp>
      <p:sp>
        <p:nvSpPr>
          <p:cNvPr id="2981" name="Google Shape;2981;p95"/>
          <p:cNvSpPr txBox="1"/>
          <p:nvPr/>
        </p:nvSpPr>
        <p:spPr>
          <a:xfrm>
            <a:off x="4339866" y="2933031"/>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Snowflake Intelligence</a:t>
            </a:r>
            <a:endParaRPr sz="1800">
              <a:solidFill>
                <a:srgbClr val="252525"/>
              </a:solidFill>
              <a:latin typeface="Arial"/>
              <a:ea typeface="Arial"/>
              <a:cs typeface="Arial"/>
              <a:sym typeface="Arial"/>
            </a:endParaRPr>
          </a:p>
        </p:txBody>
      </p:sp>
      <p:sp>
        <p:nvSpPr>
          <p:cNvPr id="2982" name="Google Shape;2982;p95"/>
          <p:cNvSpPr txBox="1"/>
          <p:nvPr/>
        </p:nvSpPr>
        <p:spPr>
          <a:xfrm>
            <a:off x="2714750" y="2933025"/>
            <a:ext cx="5292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SnowConvert Ai</a:t>
            </a:r>
            <a:endParaRPr sz="1800">
              <a:solidFill>
                <a:srgbClr val="252525"/>
              </a:solidFill>
              <a:latin typeface="Arial"/>
              <a:ea typeface="Arial"/>
              <a:cs typeface="Arial"/>
              <a:sym typeface="Arial"/>
            </a:endParaRPr>
          </a:p>
        </p:txBody>
      </p:sp>
      <p:sp>
        <p:nvSpPr>
          <p:cNvPr id="2983" name="Google Shape;2983;p95"/>
          <p:cNvSpPr txBox="1"/>
          <p:nvPr/>
        </p:nvSpPr>
        <p:spPr>
          <a:xfrm>
            <a:off x="3547675" y="2933025"/>
            <a:ext cx="4431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Snowflake Trail</a:t>
            </a:r>
            <a:endParaRPr sz="1800">
              <a:solidFill>
                <a:srgbClr val="252525"/>
              </a:solidFill>
              <a:latin typeface="Arial"/>
              <a:ea typeface="Arial"/>
              <a:cs typeface="Arial"/>
              <a:sym typeface="Arial"/>
            </a:endParaRPr>
          </a:p>
        </p:txBody>
      </p:sp>
      <p:sp>
        <p:nvSpPr>
          <p:cNvPr id="2984" name="Google Shape;2984;p95"/>
          <p:cNvSpPr txBox="1"/>
          <p:nvPr/>
        </p:nvSpPr>
        <p:spPr>
          <a:xfrm>
            <a:off x="5132063"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Snowflake Database</a:t>
            </a:r>
            <a:endParaRPr sz="600">
              <a:solidFill>
                <a:srgbClr val="11567F"/>
              </a:solidFill>
            </a:endParaRPr>
          </a:p>
        </p:txBody>
      </p:sp>
      <p:sp>
        <p:nvSpPr>
          <p:cNvPr id="2985" name="Google Shape;2985;p95"/>
          <p:cNvSpPr txBox="1"/>
          <p:nvPr/>
        </p:nvSpPr>
        <p:spPr>
          <a:xfrm>
            <a:off x="1143772" y="3708489"/>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Snowpark ML Registry</a:t>
            </a:r>
            <a:endParaRPr sz="1800">
              <a:solidFill>
                <a:srgbClr val="252525"/>
              </a:solidFill>
              <a:latin typeface="Arial"/>
              <a:ea typeface="Arial"/>
              <a:cs typeface="Arial"/>
              <a:sym typeface="Arial"/>
            </a:endParaRPr>
          </a:p>
        </p:txBody>
      </p:sp>
      <p:sp>
        <p:nvSpPr>
          <p:cNvPr id="2986" name="Google Shape;2986;p95"/>
          <p:cNvSpPr txBox="1"/>
          <p:nvPr/>
        </p:nvSpPr>
        <p:spPr>
          <a:xfrm>
            <a:off x="5932960" y="2157573"/>
            <a:ext cx="4257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Snowflake Databases</a:t>
            </a:r>
            <a:endParaRPr sz="1800">
              <a:solidFill>
                <a:srgbClr val="252525"/>
              </a:solidFill>
              <a:latin typeface="Arial"/>
              <a:ea typeface="Arial"/>
              <a:cs typeface="Arial"/>
              <a:sym typeface="Arial"/>
            </a:endParaRPr>
          </a:p>
        </p:txBody>
      </p:sp>
      <p:sp>
        <p:nvSpPr>
          <p:cNvPr id="2987" name="Google Shape;2987;p95"/>
          <p:cNvSpPr txBox="1"/>
          <p:nvPr/>
        </p:nvSpPr>
        <p:spPr>
          <a:xfrm>
            <a:off x="6725157" y="2157573"/>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Native App</a:t>
            </a:r>
            <a:endParaRPr sz="1800">
              <a:solidFill>
                <a:srgbClr val="252525"/>
              </a:solidFill>
              <a:latin typeface="Arial"/>
              <a:ea typeface="Arial"/>
              <a:cs typeface="Arial"/>
              <a:sym typeface="Arial"/>
            </a:endParaRPr>
          </a:p>
        </p:txBody>
      </p:sp>
      <p:sp>
        <p:nvSpPr>
          <p:cNvPr id="2988" name="Google Shape;2988;p95"/>
          <p:cNvSpPr txBox="1"/>
          <p:nvPr/>
        </p:nvSpPr>
        <p:spPr>
          <a:xfrm>
            <a:off x="7518967" y="2157573"/>
            <a:ext cx="42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Streamlit in Snowflake</a:t>
            </a:r>
            <a:endParaRPr sz="600">
              <a:solidFill>
                <a:srgbClr val="11567F"/>
              </a:solidFill>
              <a:latin typeface="Arial"/>
              <a:ea typeface="Arial"/>
              <a:cs typeface="Arial"/>
              <a:sym typeface="Arial"/>
            </a:endParaRPr>
          </a:p>
        </p:txBody>
      </p:sp>
      <p:sp>
        <p:nvSpPr>
          <p:cNvPr id="2989" name="Google Shape;2989;p95"/>
          <p:cNvSpPr txBox="1"/>
          <p:nvPr/>
        </p:nvSpPr>
        <p:spPr>
          <a:xfrm>
            <a:off x="6698450" y="2933025"/>
            <a:ext cx="4788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Snowpark</a:t>
            </a:r>
            <a:endParaRPr sz="1800">
              <a:solidFill>
                <a:srgbClr val="252525"/>
              </a:solidFill>
              <a:latin typeface="Arial"/>
              <a:ea typeface="Arial"/>
              <a:cs typeface="Arial"/>
              <a:sym typeface="Arial"/>
            </a:endParaRPr>
          </a:p>
        </p:txBody>
      </p:sp>
      <p:sp>
        <p:nvSpPr>
          <p:cNvPr id="2990" name="Google Shape;2990;p95"/>
          <p:cNvSpPr txBox="1"/>
          <p:nvPr/>
        </p:nvSpPr>
        <p:spPr>
          <a:xfrm>
            <a:off x="7481348" y="2933031"/>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Snowpark ML Modeling</a:t>
            </a:r>
            <a:endParaRPr sz="1800">
              <a:solidFill>
                <a:srgbClr val="252525"/>
              </a:solidFill>
              <a:latin typeface="Arial"/>
              <a:ea typeface="Arial"/>
              <a:cs typeface="Arial"/>
              <a:sym typeface="Arial"/>
            </a:endParaRPr>
          </a:p>
        </p:txBody>
      </p:sp>
      <p:sp>
        <p:nvSpPr>
          <p:cNvPr id="2991" name="Google Shape;2991;p95"/>
          <p:cNvSpPr txBox="1"/>
          <p:nvPr/>
        </p:nvSpPr>
        <p:spPr>
          <a:xfrm>
            <a:off x="5142376" y="2933031"/>
            <a:ext cx="42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Openflow</a:t>
            </a:r>
            <a:endParaRPr sz="1800">
              <a:solidFill>
                <a:srgbClr val="252525"/>
              </a:solidFill>
              <a:latin typeface="Arial"/>
              <a:ea typeface="Arial"/>
              <a:cs typeface="Arial"/>
              <a:sym typeface="Arial"/>
            </a:endParaRPr>
          </a:p>
        </p:txBody>
      </p:sp>
      <p:sp>
        <p:nvSpPr>
          <p:cNvPr id="2992" name="Google Shape;2992;p95"/>
          <p:cNvSpPr txBox="1"/>
          <p:nvPr/>
        </p:nvSpPr>
        <p:spPr>
          <a:xfrm>
            <a:off x="5924260" y="2933031"/>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Spark Connect</a:t>
            </a:r>
            <a:endParaRPr sz="1800">
              <a:solidFill>
                <a:srgbClr val="252525"/>
              </a:solidFill>
              <a:latin typeface="Arial"/>
              <a:ea typeface="Arial"/>
              <a:cs typeface="Arial"/>
              <a:sym typeface="Arial"/>
            </a:endParaRPr>
          </a:p>
        </p:txBody>
      </p:sp>
      <p:grpSp>
        <p:nvGrpSpPr>
          <p:cNvPr id="2993" name="Google Shape;2993;p95"/>
          <p:cNvGrpSpPr/>
          <p:nvPr/>
        </p:nvGrpSpPr>
        <p:grpSpPr>
          <a:xfrm>
            <a:off x="2859392" y="1017507"/>
            <a:ext cx="233493" cy="281017"/>
            <a:chOff x="8051656" y="275409"/>
            <a:chExt cx="415099" cy="499586"/>
          </a:xfrm>
        </p:grpSpPr>
        <p:sp>
          <p:nvSpPr>
            <p:cNvPr id="2994" name="Google Shape;2994;p95"/>
            <p:cNvSpPr/>
            <p:nvPr/>
          </p:nvSpPr>
          <p:spPr>
            <a:xfrm>
              <a:off x="8220357" y="597639"/>
              <a:ext cx="84575" cy="138493"/>
            </a:xfrm>
            <a:custGeom>
              <a:avLst/>
              <a:gdLst/>
              <a:ahLst/>
              <a:cxnLst/>
              <a:rect l="l" t="t" r="r" b="b"/>
              <a:pathLst>
                <a:path w="84575" h="138493" extrusionOk="0">
                  <a:moveTo>
                    <a:pt x="33514" y="138494"/>
                  </a:moveTo>
                  <a:cubicBezTo>
                    <a:pt x="33514" y="138494"/>
                    <a:pt x="32467" y="138494"/>
                    <a:pt x="31990" y="138303"/>
                  </a:cubicBezTo>
                  <a:cubicBezTo>
                    <a:pt x="29419" y="137541"/>
                    <a:pt x="27704" y="135065"/>
                    <a:pt x="27990" y="132398"/>
                  </a:cubicBezTo>
                  <a:lnTo>
                    <a:pt x="33991" y="74867"/>
                  </a:lnTo>
                  <a:lnTo>
                    <a:pt x="5511" y="74867"/>
                  </a:lnTo>
                  <a:cubicBezTo>
                    <a:pt x="3892" y="74867"/>
                    <a:pt x="2368" y="74200"/>
                    <a:pt x="1320" y="72866"/>
                  </a:cubicBezTo>
                  <a:cubicBezTo>
                    <a:pt x="272" y="71533"/>
                    <a:pt x="-204" y="70009"/>
                    <a:pt x="82" y="68390"/>
                  </a:cubicBezTo>
                  <a:lnTo>
                    <a:pt x="10654" y="4572"/>
                  </a:lnTo>
                  <a:cubicBezTo>
                    <a:pt x="11131" y="1905"/>
                    <a:pt x="13417" y="0"/>
                    <a:pt x="16084" y="0"/>
                  </a:cubicBezTo>
                  <a:lnTo>
                    <a:pt x="54850" y="0"/>
                  </a:lnTo>
                  <a:cubicBezTo>
                    <a:pt x="56755" y="0"/>
                    <a:pt x="58470" y="953"/>
                    <a:pt x="59422" y="2477"/>
                  </a:cubicBezTo>
                  <a:cubicBezTo>
                    <a:pt x="60375" y="4001"/>
                    <a:pt x="60661" y="6001"/>
                    <a:pt x="59899" y="7715"/>
                  </a:cubicBezTo>
                  <a:lnTo>
                    <a:pt x="48469" y="34385"/>
                  </a:lnTo>
                  <a:lnTo>
                    <a:pt x="79044" y="34385"/>
                  </a:lnTo>
                  <a:cubicBezTo>
                    <a:pt x="80949" y="34385"/>
                    <a:pt x="82759" y="35338"/>
                    <a:pt x="83711" y="36957"/>
                  </a:cubicBezTo>
                  <a:cubicBezTo>
                    <a:pt x="84759" y="38576"/>
                    <a:pt x="84854" y="40577"/>
                    <a:pt x="83997" y="42291"/>
                  </a:cubicBezTo>
                  <a:lnTo>
                    <a:pt x="38372" y="135350"/>
                  </a:lnTo>
                  <a:cubicBezTo>
                    <a:pt x="37420" y="137255"/>
                    <a:pt x="35515" y="138494"/>
                    <a:pt x="33419" y="138494"/>
                  </a:cubicBezTo>
                  <a:lnTo>
                    <a:pt x="33514" y="138494"/>
                  </a:lnTo>
                  <a:close/>
                  <a:moveTo>
                    <a:pt x="12083" y="63818"/>
                  </a:moveTo>
                  <a:lnTo>
                    <a:pt x="40182" y="63818"/>
                  </a:lnTo>
                  <a:cubicBezTo>
                    <a:pt x="41706" y="63818"/>
                    <a:pt x="43230" y="64484"/>
                    <a:pt x="44278" y="65627"/>
                  </a:cubicBezTo>
                  <a:cubicBezTo>
                    <a:pt x="45325" y="66770"/>
                    <a:pt x="45802" y="68390"/>
                    <a:pt x="45706" y="69914"/>
                  </a:cubicBezTo>
                  <a:lnTo>
                    <a:pt x="42277" y="102584"/>
                  </a:lnTo>
                  <a:lnTo>
                    <a:pt x="70281" y="45434"/>
                  </a:lnTo>
                  <a:lnTo>
                    <a:pt x="40753" y="45434"/>
                  </a:lnTo>
                  <a:cubicBezTo>
                    <a:pt x="37705" y="45434"/>
                    <a:pt x="35229" y="42958"/>
                    <a:pt x="35229" y="39910"/>
                  </a:cubicBezTo>
                  <a:lnTo>
                    <a:pt x="35229" y="38672"/>
                  </a:lnTo>
                  <a:cubicBezTo>
                    <a:pt x="35229" y="37909"/>
                    <a:pt x="35419" y="37148"/>
                    <a:pt x="35705" y="36481"/>
                  </a:cubicBezTo>
                  <a:lnTo>
                    <a:pt x="46564" y="11049"/>
                  </a:lnTo>
                  <a:lnTo>
                    <a:pt x="20846" y="11049"/>
                  </a:lnTo>
                  <a:lnTo>
                    <a:pt x="12083" y="63722"/>
                  </a:lnTo>
                  <a:lnTo>
                    <a:pt x="12083" y="6372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2995" name="Google Shape;2995;p95"/>
            <p:cNvSpPr/>
            <p:nvPr/>
          </p:nvSpPr>
          <p:spPr>
            <a:xfrm>
              <a:off x="8051656" y="275409"/>
              <a:ext cx="415099" cy="499586"/>
            </a:xfrm>
            <a:custGeom>
              <a:avLst/>
              <a:gdLst/>
              <a:ahLst/>
              <a:cxnLst/>
              <a:rect l="l" t="t" r="r" b="b"/>
              <a:pathLst>
                <a:path w="415099" h="499586" extrusionOk="0">
                  <a:moveTo>
                    <a:pt x="410147" y="164687"/>
                  </a:moveTo>
                  <a:lnTo>
                    <a:pt x="216122" y="3143"/>
                  </a:lnTo>
                  <a:cubicBezTo>
                    <a:pt x="211074" y="-1048"/>
                    <a:pt x="203835" y="-1048"/>
                    <a:pt x="198882" y="3143"/>
                  </a:cubicBezTo>
                  <a:lnTo>
                    <a:pt x="4858" y="164687"/>
                  </a:lnTo>
                  <a:cubicBezTo>
                    <a:pt x="1810" y="167259"/>
                    <a:pt x="0" y="171069"/>
                    <a:pt x="0" y="175070"/>
                  </a:cubicBezTo>
                  <a:lnTo>
                    <a:pt x="0" y="417862"/>
                  </a:lnTo>
                  <a:cubicBezTo>
                    <a:pt x="0" y="425291"/>
                    <a:pt x="6001" y="431387"/>
                    <a:pt x="13526" y="431387"/>
                  </a:cubicBezTo>
                  <a:lnTo>
                    <a:pt x="71723" y="431387"/>
                  </a:lnTo>
                  <a:lnTo>
                    <a:pt x="71723" y="440817"/>
                  </a:lnTo>
                  <a:cubicBezTo>
                    <a:pt x="71723" y="479012"/>
                    <a:pt x="141732" y="499586"/>
                    <a:pt x="207550" y="499586"/>
                  </a:cubicBezTo>
                  <a:cubicBezTo>
                    <a:pt x="273368" y="499586"/>
                    <a:pt x="343376" y="479012"/>
                    <a:pt x="343376" y="440817"/>
                  </a:cubicBezTo>
                  <a:lnTo>
                    <a:pt x="343376" y="431387"/>
                  </a:lnTo>
                  <a:lnTo>
                    <a:pt x="401574" y="431387"/>
                  </a:lnTo>
                  <a:cubicBezTo>
                    <a:pt x="409004" y="431387"/>
                    <a:pt x="415100" y="425387"/>
                    <a:pt x="415100" y="417862"/>
                  </a:cubicBezTo>
                  <a:lnTo>
                    <a:pt x="415100" y="175070"/>
                  </a:lnTo>
                  <a:cubicBezTo>
                    <a:pt x="415100" y="171069"/>
                    <a:pt x="413290" y="167259"/>
                    <a:pt x="410242" y="164687"/>
                  </a:cubicBezTo>
                  <a:lnTo>
                    <a:pt x="410147" y="164687"/>
                  </a:lnTo>
                  <a:close/>
                  <a:moveTo>
                    <a:pt x="321945" y="440817"/>
                  </a:moveTo>
                  <a:cubicBezTo>
                    <a:pt x="321945" y="455962"/>
                    <a:pt x="277368" y="478060"/>
                    <a:pt x="207550" y="478060"/>
                  </a:cubicBezTo>
                  <a:cubicBezTo>
                    <a:pt x="137732" y="478060"/>
                    <a:pt x="93155" y="455962"/>
                    <a:pt x="93155" y="440817"/>
                  </a:cubicBezTo>
                  <a:lnTo>
                    <a:pt x="93155" y="278130"/>
                  </a:lnTo>
                  <a:cubicBezTo>
                    <a:pt x="118967" y="295180"/>
                    <a:pt x="164211" y="304038"/>
                    <a:pt x="207550" y="304038"/>
                  </a:cubicBezTo>
                  <a:cubicBezTo>
                    <a:pt x="250889" y="304038"/>
                    <a:pt x="296132" y="295180"/>
                    <a:pt x="321945" y="278130"/>
                  </a:cubicBezTo>
                  <a:lnTo>
                    <a:pt x="321945" y="440817"/>
                  </a:lnTo>
                  <a:close/>
                  <a:moveTo>
                    <a:pt x="93155" y="245269"/>
                  </a:moveTo>
                  <a:cubicBezTo>
                    <a:pt x="93155" y="230124"/>
                    <a:pt x="137732" y="208026"/>
                    <a:pt x="207550" y="208026"/>
                  </a:cubicBezTo>
                  <a:cubicBezTo>
                    <a:pt x="277368" y="208026"/>
                    <a:pt x="321945" y="230124"/>
                    <a:pt x="321945" y="245269"/>
                  </a:cubicBezTo>
                  <a:cubicBezTo>
                    <a:pt x="321945" y="260414"/>
                    <a:pt x="277368" y="282607"/>
                    <a:pt x="207550" y="282607"/>
                  </a:cubicBezTo>
                  <a:cubicBezTo>
                    <a:pt x="137732" y="282607"/>
                    <a:pt x="93155" y="260414"/>
                    <a:pt x="93155" y="245269"/>
                  </a:cubicBezTo>
                  <a:close/>
                  <a:moveTo>
                    <a:pt x="388049" y="404336"/>
                  </a:moveTo>
                  <a:lnTo>
                    <a:pt x="343376" y="404336"/>
                  </a:lnTo>
                  <a:lnTo>
                    <a:pt x="343376" y="245269"/>
                  </a:lnTo>
                  <a:cubicBezTo>
                    <a:pt x="343376" y="207074"/>
                    <a:pt x="273368" y="186404"/>
                    <a:pt x="207550" y="186404"/>
                  </a:cubicBezTo>
                  <a:cubicBezTo>
                    <a:pt x="141732" y="186404"/>
                    <a:pt x="71723" y="207074"/>
                    <a:pt x="71723" y="245269"/>
                  </a:cubicBezTo>
                  <a:lnTo>
                    <a:pt x="71723" y="404336"/>
                  </a:lnTo>
                  <a:lnTo>
                    <a:pt x="26956" y="404336"/>
                  </a:lnTo>
                  <a:lnTo>
                    <a:pt x="26956" y="181356"/>
                  </a:lnTo>
                  <a:lnTo>
                    <a:pt x="207550" y="31051"/>
                  </a:lnTo>
                  <a:lnTo>
                    <a:pt x="388049" y="181356"/>
                  </a:lnTo>
                  <a:lnTo>
                    <a:pt x="388049" y="40433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2996" name="Google Shape;2996;p95"/>
          <p:cNvGrpSpPr/>
          <p:nvPr/>
        </p:nvGrpSpPr>
        <p:grpSpPr>
          <a:xfrm>
            <a:off x="2068050" y="1017488"/>
            <a:ext cx="233493" cy="281017"/>
            <a:chOff x="8274050" y="1080567"/>
            <a:chExt cx="415099" cy="499586"/>
          </a:xfrm>
        </p:grpSpPr>
        <p:sp>
          <p:nvSpPr>
            <p:cNvPr id="2997" name="Google Shape;2997;p95"/>
            <p:cNvSpPr/>
            <p:nvPr/>
          </p:nvSpPr>
          <p:spPr>
            <a:xfrm>
              <a:off x="8274050" y="1080567"/>
              <a:ext cx="415099" cy="499586"/>
            </a:xfrm>
            <a:custGeom>
              <a:avLst/>
              <a:gdLst/>
              <a:ahLst/>
              <a:cxnLst/>
              <a:rect l="l" t="t" r="r" b="b"/>
              <a:pathLst>
                <a:path w="415099" h="499586" extrusionOk="0">
                  <a:moveTo>
                    <a:pt x="410147" y="164687"/>
                  </a:moveTo>
                  <a:lnTo>
                    <a:pt x="216122" y="3143"/>
                  </a:lnTo>
                  <a:cubicBezTo>
                    <a:pt x="211074" y="-1048"/>
                    <a:pt x="203835" y="-1048"/>
                    <a:pt x="198882" y="3143"/>
                  </a:cubicBezTo>
                  <a:lnTo>
                    <a:pt x="4858" y="164687"/>
                  </a:lnTo>
                  <a:cubicBezTo>
                    <a:pt x="1810" y="167259"/>
                    <a:pt x="0" y="171069"/>
                    <a:pt x="0" y="175070"/>
                  </a:cubicBezTo>
                  <a:lnTo>
                    <a:pt x="0" y="417862"/>
                  </a:lnTo>
                  <a:cubicBezTo>
                    <a:pt x="0" y="425291"/>
                    <a:pt x="6001" y="431387"/>
                    <a:pt x="13526" y="431387"/>
                  </a:cubicBezTo>
                  <a:lnTo>
                    <a:pt x="71723" y="431387"/>
                  </a:lnTo>
                  <a:lnTo>
                    <a:pt x="71723" y="440817"/>
                  </a:lnTo>
                  <a:cubicBezTo>
                    <a:pt x="71723" y="479012"/>
                    <a:pt x="141732" y="499586"/>
                    <a:pt x="207550" y="499586"/>
                  </a:cubicBezTo>
                  <a:cubicBezTo>
                    <a:pt x="273368" y="499586"/>
                    <a:pt x="343376" y="479012"/>
                    <a:pt x="343376" y="440817"/>
                  </a:cubicBezTo>
                  <a:lnTo>
                    <a:pt x="343376" y="431387"/>
                  </a:lnTo>
                  <a:lnTo>
                    <a:pt x="401574" y="431387"/>
                  </a:lnTo>
                  <a:cubicBezTo>
                    <a:pt x="409004" y="431387"/>
                    <a:pt x="415100" y="425387"/>
                    <a:pt x="415100" y="417862"/>
                  </a:cubicBezTo>
                  <a:lnTo>
                    <a:pt x="415100" y="175070"/>
                  </a:lnTo>
                  <a:cubicBezTo>
                    <a:pt x="415100" y="171069"/>
                    <a:pt x="413290" y="167259"/>
                    <a:pt x="410242" y="164687"/>
                  </a:cubicBezTo>
                  <a:lnTo>
                    <a:pt x="410147" y="164687"/>
                  </a:lnTo>
                  <a:close/>
                  <a:moveTo>
                    <a:pt x="321945" y="417862"/>
                  </a:moveTo>
                  <a:lnTo>
                    <a:pt x="321945" y="440817"/>
                  </a:lnTo>
                  <a:cubicBezTo>
                    <a:pt x="321945" y="455962"/>
                    <a:pt x="277368" y="478060"/>
                    <a:pt x="207550" y="478060"/>
                  </a:cubicBezTo>
                  <a:cubicBezTo>
                    <a:pt x="137732" y="478060"/>
                    <a:pt x="93155" y="455962"/>
                    <a:pt x="93155" y="440817"/>
                  </a:cubicBezTo>
                  <a:lnTo>
                    <a:pt x="93155" y="278130"/>
                  </a:lnTo>
                  <a:cubicBezTo>
                    <a:pt x="118967" y="295180"/>
                    <a:pt x="164211" y="304038"/>
                    <a:pt x="207550" y="304038"/>
                  </a:cubicBezTo>
                  <a:cubicBezTo>
                    <a:pt x="250889" y="304038"/>
                    <a:pt x="296132" y="295180"/>
                    <a:pt x="321945" y="278130"/>
                  </a:cubicBezTo>
                  <a:lnTo>
                    <a:pt x="321945" y="417862"/>
                  </a:lnTo>
                  <a:close/>
                  <a:moveTo>
                    <a:pt x="93155" y="245269"/>
                  </a:moveTo>
                  <a:cubicBezTo>
                    <a:pt x="93155" y="230124"/>
                    <a:pt x="137732" y="208026"/>
                    <a:pt x="207550" y="208026"/>
                  </a:cubicBezTo>
                  <a:cubicBezTo>
                    <a:pt x="277368" y="208026"/>
                    <a:pt x="321945" y="230124"/>
                    <a:pt x="321945" y="245269"/>
                  </a:cubicBezTo>
                  <a:cubicBezTo>
                    <a:pt x="321945" y="260414"/>
                    <a:pt x="277368" y="282607"/>
                    <a:pt x="207550" y="282607"/>
                  </a:cubicBezTo>
                  <a:cubicBezTo>
                    <a:pt x="137732" y="282607"/>
                    <a:pt x="93155" y="260414"/>
                    <a:pt x="93155" y="245269"/>
                  </a:cubicBezTo>
                  <a:close/>
                  <a:moveTo>
                    <a:pt x="388049" y="404336"/>
                  </a:moveTo>
                  <a:lnTo>
                    <a:pt x="343376" y="404336"/>
                  </a:lnTo>
                  <a:lnTo>
                    <a:pt x="343376" y="245269"/>
                  </a:lnTo>
                  <a:cubicBezTo>
                    <a:pt x="343376" y="207074"/>
                    <a:pt x="273368" y="186404"/>
                    <a:pt x="207550" y="186404"/>
                  </a:cubicBezTo>
                  <a:cubicBezTo>
                    <a:pt x="141732" y="186404"/>
                    <a:pt x="71723" y="207074"/>
                    <a:pt x="71723" y="245269"/>
                  </a:cubicBezTo>
                  <a:lnTo>
                    <a:pt x="71723" y="404336"/>
                  </a:lnTo>
                  <a:lnTo>
                    <a:pt x="26956" y="404336"/>
                  </a:lnTo>
                  <a:lnTo>
                    <a:pt x="26956" y="181356"/>
                  </a:lnTo>
                  <a:lnTo>
                    <a:pt x="207550" y="31052"/>
                  </a:lnTo>
                  <a:lnTo>
                    <a:pt x="388049" y="181356"/>
                  </a:lnTo>
                  <a:lnTo>
                    <a:pt x="388049" y="40433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2998" name="Google Shape;2998;p95"/>
            <p:cNvGrpSpPr/>
            <p:nvPr/>
          </p:nvGrpSpPr>
          <p:grpSpPr>
            <a:xfrm>
              <a:off x="8419782" y="1406607"/>
              <a:ext cx="123635" cy="120396"/>
              <a:chOff x="8419782" y="1406607"/>
              <a:chExt cx="123635" cy="120396"/>
            </a:xfrm>
          </p:grpSpPr>
          <p:sp>
            <p:nvSpPr>
              <p:cNvPr id="2999" name="Google Shape;2999;p95"/>
              <p:cNvSpPr/>
              <p:nvPr/>
            </p:nvSpPr>
            <p:spPr>
              <a:xfrm>
                <a:off x="8419782" y="1406607"/>
                <a:ext cx="123539" cy="36099"/>
              </a:xfrm>
              <a:custGeom>
                <a:avLst/>
                <a:gdLst/>
                <a:ahLst/>
                <a:cxnLst/>
                <a:rect l="l" t="t" r="r" b="b"/>
                <a:pathLst>
                  <a:path w="123539" h="36099" extrusionOk="0">
                    <a:moveTo>
                      <a:pt x="119253" y="13716"/>
                    </a:moveTo>
                    <a:lnTo>
                      <a:pt x="106870" y="13716"/>
                    </a:lnTo>
                    <a:cubicBezTo>
                      <a:pt x="104965" y="5810"/>
                      <a:pt x="97822" y="0"/>
                      <a:pt x="89344" y="0"/>
                    </a:cubicBezTo>
                    <a:cubicBezTo>
                      <a:pt x="80867" y="0"/>
                      <a:pt x="73819" y="5906"/>
                      <a:pt x="71818" y="13716"/>
                    </a:cubicBezTo>
                    <a:lnTo>
                      <a:pt x="4286" y="13716"/>
                    </a:lnTo>
                    <a:cubicBezTo>
                      <a:pt x="1905" y="13716"/>
                      <a:pt x="0" y="15621"/>
                      <a:pt x="0" y="18002"/>
                    </a:cubicBezTo>
                    <a:cubicBezTo>
                      <a:pt x="0" y="20383"/>
                      <a:pt x="1905" y="22289"/>
                      <a:pt x="4286" y="22289"/>
                    </a:cubicBezTo>
                    <a:lnTo>
                      <a:pt x="71818" y="22289"/>
                    </a:lnTo>
                    <a:cubicBezTo>
                      <a:pt x="73724" y="30194"/>
                      <a:pt x="80867" y="36100"/>
                      <a:pt x="89344" y="36100"/>
                    </a:cubicBezTo>
                    <a:cubicBezTo>
                      <a:pt x="97822" y="36100"/>
                      <a:pt x="104870" y="30194"/>
                      <a:pt x="106870" y="22289"/>
                    </a:cubicBezTo>
                    <a:lnTo>
                      <a:pt x="119253" y="22289"/>
                    </a:lnTo>
                    <a:cubicBezTo>
                      <a:pt x="121634" y="22289"/>
                      <a:pt x="123539" y="20383"/>
                      <a:pt x="123539" y="18002"/>
                    </a:cubicBezTo>
                    <a:cubicBezTo>
                      <a:pt x="123539" y="15621"/>
                      <a:pt x="121634" y="13716"/>
                      <a:pt x="119253" y="13716"/>
                    </a:cubicBezTo>
                    <a:close/>
                    <a:moveTo>
                      <a:pt x="89344" y="27527"/>
                    </a:moveTo>
                    <a:cubicBezTo>
                      <a:pt x="84106" y="27527"/>
                      <a:pt x="79819" y="23241"/>
                      <a:pt x="79819" y="18098"/>
                    </a:cubicBezTo>
                    <a:lnTo>
                      <a:pt x="79819" y="18098"/>
                    </a:lnTo>
                    <a:cubicBezTo>
                      <a:pt x="79819" y="12859"/>
                      <a:pt x="84106" y="8668"/>
                      <a:pt x="89344" y="8668"/>
                    </a:cubicBezTo>
                    <a:cubicBezTo>
                      <a:pt x="94583" y="8668"/>
                      <a:pt x="98774" y="12859"/>
                      <a:pt x="98869" y="18098"/>
                    </a:cubicBezTo>
                    <a:lnTo>
                      <a:pt x="98869" y="18098"/>
                    </a:lnTo>
                    <a:cubicBezTo>
                      <a:pt x="98869" y="23336"/>
                      <a:pt x="94583" y="27527"/>
                      <a:pt x="89344" y="2752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00" name="Google Shape;3000;p95"/>
              <p:cNvSpPr/>
              <p:nvPr/>
            </p:nvSpPr>
            <p:spPr>
              <a:xfrm>
                <a:off x="8419878" y="1447469"/>
                <a:ext cx="123443" cy="36099"/>
              </a:xfrm>
              <a:custGeom>
                <a:avLst/>
                <a:gdLst/>
                <a:ahLst/>
                <a:cxnLst/>
                <a:rect l="l" t="t" r="r" b="b"/>
                <a:pathLst>
                  <a:path w="123443" h="36099" extrusionOk="0">
                    <a:moveTo>
                      <a:pt x="119158" y="15050"/>
                    </a:moveTo>
                    <a:lnTo>
                      <a:pt x="54959" y="15050"/>
                    </a:lnTo>
                    <a:cubicBezTo>
                      <a:pt x="53530" y="6477"/>
                      <a:pt x="46101" y="0"/>
                      <a:pt x="37243" y="0"/>
                    </a:cubicBezTo>
                    <a:cubicBezTo>
                      <a:pt x="28384" y="0"/>
                      <a:pt x="20955" y="6572"/>
                      <a:pt x="19526" y="15050"/>
                    </a:cubicBezTo>
                    <a:lnTo>
                      <a:pt x="4286" y="15050"/>
                    </a:lnTo>
                    <a:cubicBezTo>
                      <a:pt x="1905" y="15050"/>
                      <a:pt x="0" y="16954"/>
                      <a:pt x="0" y="19336"/>
                    </a:cubicBezTo>
                    <a:cubicBezTo>
                      <a:pt x="0" y="21717"/>
                      <a:pt x="1905" y="23622"/>
                      <a:pt x="4286" y="23622"/>
                    </a:cubicBezTo>
                    <a:lnTo>
                      <a:pt x="20193" y="23622"/>
                    </a:lnTo>
                    <a:cubicBezTo>
                      <a:pt x="22574" y="30861"/>
                      <a:pt x="29242" y="36100"/>
                      <a:pt x="37243" y="36100"/>
                    </a:cubicBezTo>
                    <a:cubicBezTo>
                      <a:pt x="45244" y="36100"/>
                      <a:pt x="52006" y="30861"/>
                      <a:pt x="54292" y="23622"/>
                    </a:cubicBezTo>
                    <a:lnTo>
                      <a:pt x="119158" y="23622"/>
                    </a:lnTo>
                    <a:cubicBezTo>
                      <a:pt x="121539" y="23622"/>
                      <a:pt x="123444" y="21717"/>
                      <a:pt x="123444" y="19336"/>
                    </a:cubicBezTo>
                    <a:cubicBezTo>
                      <a:pt x="123444" y="16954"/>
                      <a:pt x="121539" y="15050"/>
                      <a:pt x="119158" y="15050"/>
                    </a:cubicBezTo>
                    <a:close/>
                    <a:moveTo>
                      <a:pt x="37243" y="27527"/>
                    </a:moveTo>
                    <a:cubicBezTo>
                      <a:pt x="32004" y="27527"/>
                      <a:pt x="27718" y="23241"/>
                      <a:pt x="27718" y="18002"/>
                    </a:cubicBezTo>
                    <a:cubicBezTo>
                      <a:pt x="27718" y="12764"/>
                      <a:pt x="32004" y="8477"/>
                      <a:pt x="37243" y="8477"/>
                    </a:cubicBezTo>
                    <a:cubicBezTo>
                      <a:pt x="42481" y="8477"/>
                      <a:pt x="46768" y="12764"/>
                      <a:pt x="46768" y="18002"/>
                    </a:cubicBezTo>
                    <a:cubicBezTo>
                      <a:pt x="46768" y="23241"/>
                      <a:pt x="42481" y="27527"/>
                      <a:pt x="37243" y="2752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01" name="Google Shape;3001;p95"/>
              <p:cNvSpPr/>
              <p:nvPr/>
            </p:nvSpPr>
            <p:spPr>
              <a:xfrm>
                <a:off x="8419878" y="1490904"/>
                <a:ext cx="123539" cy="36099"/>
              </a:xfrm>
              <a:custGeom>
                <a:avLst/>
                <a:gdLst/>
                <a:ahLst/>
                <a:cxnLst/>
                <a:rect l="l" t="t" r="r" b="b"/>
                <a:pathLst>
                  <a:path w="123539" h="36099" extrusionOk="0">
                    <a:moveTo>
                      <a:pt x="119158" y="13811"/>
                    </a:moveTo>
                    <a:lnTo>
                      <a:pt x="79248" y="13811"/>
                    </a:lnTo>
                    <a:cubicBezTo>
                      <a:pt x="77343" y="5905"/>
                      <a:pt x="70199" y="0"/>
                      <a:pt x="61722" y="0"/>
                    </a:cubicBezTo>
                    <a:cubicBezTo>
                      <a:pt x="53245" y="0"/>
                      <a:pt x="46196" y="5905"/>
                      <a:pt x="44196" y="13811"/>
                    </a:cubicBezTo>
                    <a:lnTo>
                      <a:pt x="4286" y="13811"/>
                    </a:lnTo>
                    <a:cubicBezTo>
                      <a:pt x="1905" y="13811"/>
                      <a:pt x="0" y="15716"/>
                      <a:pt x="0" y="18097"/>
                    </a:cubicBezTo>
                    <a:cubicBezTo>
                      <a:pt x="0" y="20479"/>
                      <a:pt x="1905" y="22384"/>
                      <a:pt x="4286" y="22384"/>
                    </a:cubicBezTo>
                    <a:lnTo>
                      <a:pt x="44196" y="22384"/>
                    </a:lnTo>
                    <a:cubicBezTo>
                      <a:pt x="46101" y="30290"/>
                      <a:pt x="53245" y="36100"/>
                      <a:pt x="61722" y="36100"/>
                    </a:cubicBezTo>
                    <a:cubicBezTo>
                      <a:pt x="70199" y="36100"/>
                      <a:pt x="77248" y="30194"/>
                      <a:pt x="79248" y="22384"/>
                    </a:cubicBezTo>
                    <a:lnTo>
                      <a:pt x="119253" y="22384"/>
                    </a:lnTo>
                    <a:cubicBezTo>
                      <a:pt x="121634" y="22384"/>
                      <a:pt x="123539" y="20479"/>
                      <a:pt x="123539" y="18097"/>
                    </a:cubicBezTo>
                    <a:cubicBezTo>
                      <a:pt x="123539" y="15716"/>
                      <a:pt x="121634" y="13811"/>
                      <a:pt x="119253" y="13811"/>
                    </a:cubicBezTo>
                    <a:lnTo>
                      <a:pt x="119253" y="13811"/>
                    </a:lnTo>
                    <a:close/>
                    <a:moveTo>
                      <a:pt x="61722" y="27622"/>
                    </a:moveTo>
                    <a:cubicBezTo>
                      <a:pt x="56483" y="27622"/>
                      <a:pt x="52197" y="23336"/>
                      <a:pt x="52197" y="18097"/>
                    </a:cubicBezTo>
                    <a:cubicBezTo>
                      <a:pt x="52197" y="12859"/>
                      <a:pt x="56483" y="8572"/>
                      <a:pt x="61722" y="8572"/>
                    </a:cubicBezTo>
                    <a:cubicBezTo>
                      <a:pt x="66961" y="8572"/>
                      <a:pt x="71247" y="12859"/>
                      <a:pt x="71247" y="18097"/>
                    </a:cubicBezTo>
                    <a:cubicBezTo>
                      <a:pt x="71247" y="23336"/>
                      <a:pt x="66961" y="27622"/>
                      <a:pt x="61722" y="2762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3002" name="Google Shape;3002;p95"/>
          <p:cNvGrpSpPr/>
          <p:nvPr/>
        </p:nvGrpSpPr>
        <p:grpSpPr>
          <a:xfrm>
            <a:off x="1276862" y="1017507"/>
            <a:ext cx="233493" cy="281017"/>
            <a:chOff x="8588450" y="5879159"/>
            <a:chExt cx="415099" cy="499586"/>
          </a:xfrm>
        </p:grpSpPr>
        <p:sp>
          <p:nvSpPr>
            <p:cNvPr id="3003" name="Google Shape;3003;p95"/>
            <p:cNvSpPr/>
            <p:nvPr/>
          </p:nvSpPr>
          <p:spPr>
            <a:xfrm>
              <a:off x="8588450" y="5879159"/>
              <a:ext cx="415099" cy="499586"/>
            </a:xfrm>
            <a:custGeom>
              <a:avLst/>
              <a:gdLst/>
              <a:ahLst/>
              <a:cxnLst/>
              <a:rect l="l" t="t" r="r" b="b"/>
              <a:pathLst>
                <a:path w="415099" h="499586" extrusionOk="0">
                  <a:moveTo>
                    <a:pt x="410147" y="164687"/>
                  </a:moveTo>
                  <a:lnTo>
                    <a:pt x="216122" y="3143"/>
                  </a:lnTo>
                  <a:cubicBezTo>
                    <a:pt x="211074" y="-1048"/>
                    <a:pt x="203835" y="-1048"/>
                    <a:pt x="198882" y="3143"/>
                  </a:cubicBezTo>
                  <a:lnTo>
                    <a:pt x="4858" y="164687"/>
                  </a:lnTo>
                  <a:cubicBezTo>
                    <a:pt x="1810" y="167259"/>
                    <a:pt x="0" y="171069"/>
                    <a:pt x="0" y="175070"/>
                  </a:cubicBezTo>
                  <a:lnTo>
                    <a:pt x="0" y="417862"/>
                  </a:lnTo>
                  <a:cubicBezTo>
                    <a:pt x="0" y="425291"/>
                    <a:pt x="6001" y="431387"/>
                    <a:pt x="13526" y="431387"/>
                  </a:cubicBezTo>
                  <a:lnTo>
                    <a:pt x="71723" y="431387"/>
                  </a:lnTo>
                  <a:lnTo>
                    <a:pt x="71723" y="440817"/>
                  </a:lnTo>
                  <a:cubicBezTo>
                    <a:pt x="71723" y="479012"/>
                    <a:pt x="141732" y="499586"/>
                    <a:pt x="207550" y="499586"/>
                  </a:cubicBezTo>
                  <a:cubicBezTo>
                    <a:pt x="273368" y="499586"/>
                    <a:pt x="343376" y="479012"/>
                    <a:pt x="343376" y="440817"/>
                  </a:cubicBezTo>
                  <a:lnTo>
                    <a:pt x="343376" y="431387"/>
                  </a:lnTo>
                  <a:lnTo>
                    <a:pt x="401574" y="431387"/>
                  </a:lnTo>
                  <a:cubicBezTo>
                    <a:pt x="409004" y="431387"/>
                    <a:pt x="415100" y="425387"/>
                    <a:pt x="415100" y="417862"/>
                  </a:cubicBezTo>
                  <a:lnTo>
                    <a:pt x="415100" y="175070"/>
                  </a:lnTo>
                  <a:cubicBezTo>
                    <a:pt x="415100" y="171069"/>
                    <a:pt x="413290" y="167259"/>
                    <a:pt x="410242" y="164687"/>
                  </a:cubicBezTo>
                  <a:lnTo>
                    <a:pt x="410147" y="164687"/>
                  </a:lnTo>
                  <a:close/>
                  <a:moveTo>
                    <a:pt x="321945" y="417862"/>
                  </a:moveTo>
                  <a:lnTo>
                    <a:pt x="321945" y="440817"/>
                  </a:lnTo>
                  <a:cubicBezTo>
                    <a:pt x="321945" y="455962"/>
                    <a:pt x="277368" y="478060"/>
                    <a:pt x="207550" y="478060"/>
                  </a:cubicBezTo>
                  <a:cubicBezTo>
                    <a:pt x="137732" y="478060"/>
                    <a:pt x="93155" y="455962"/>
                    <a:pt x="93155" y="440817"/>
                  </a:cubicBezTo>
                  <a:lnTo>
                    <a:pt x="93155" y="278130"/>
                  </a:lnTo>
                  <a:cubicBezTo>
                    <a:pt x="118967" y="295180"/>
                    <a:pt x="164211" y="304038"/>
                    <a:pt x="207550" y="304038"/>
                  </a:cubicBezTo>
                  <a:cubicBezTo>
                    <a:pt x="250889" y="304038"/>
                    <a:pt x="296132" y="295180"/>
                    <a:pt x="321945" y="278130"/>
                  </a:cubicBezTo>
                  <a:lnTo>
                    <a:pt x="321945" y="417862"/>
                  </a:lnTo>
                  <a:close/>
                  <a:moveTo>
                    <a:pt x="93155" y="245269"/>
                  </a:moveTo>
                  <a:cubicBezTo>
                    <a:pt x="93155" y="230124"/>
                    <a:pt x="137732" y="208026"/>
                    <a:pt x="207550" y="208026"/>
                  </a:cubicBezTo>
                  <a:cubicBezTo>
                    <a:pt x="277368" y="208026"/>
                    <a:pt x="321945" y="230124"/>
                    <a:pt x="321945" y="245269"/>
                  </a:cubicBezTo>
                  <a:cubicBezTo>
                    <a:pt x="321945" y="260414"/>
                    <a:pt x="277368" y="282607"/>
                    <a:pt x="207550" y="282607"/>
                  </a:cubicBezTo>
                  <a:cubicBezTo>
                    <a:pt x="137732" y="282607"/>
                    <a:pt x="93155" y="260414"/>
                    <a:pt x="93155" y="245269"/>
                  </a:cubicBezTo>
                  <a:close/>
                  <a:moveTo>
                    <a:pt x="388049" y="404336"/>
                  </a:moveTo>
                  <a:lnTo>
                    <a:pt x="343376" y="404336"/>
                  </a:lnTo>
                  <a:lnTo>
                    <a:pt x="343376" y="245269"/>
                  </a:lnTo>
                  <a:cubicBezTo>
                    <a:pt x="343376" y="207074"/>
                    <a:pt x="273368" y="186404"/>
                    <a:pt x="207550" y="186404"/>
                  </a:cubicBezTo>
                  <a:cubicBezTo>
                    <a:pt x="141732" y="186404"/>
                    <a:pt x="71723" y="207074"/>
                    <a:pt x="71723" y="245269"/>
                  </a:cubicBezTo>
                  <a:lnTo>
                    <a:pt x="71723" y="404336"/>
                  </a:lnTo>
                  <a:lnTo>
                    <a:pt x="26956" y="404336"/>
                  </a:lnTo>
                  <a:lnTo>
                    <a:pt x="26956" y="181356"/>
                  </a:lnTo>
                  <a:lnTo>
                    <a:pt x="207550" y="31051"/>
                  </a:lnTo>
                  <a:lnTo>
                    <a:pt x="388049" y="181356"/>
                  </a:lnTo>
                  <a:lnTo>
                    <a:pt x="388049" y="40433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04" name="Google Shape;3004;p95"/>
            <p:cNvSpPr/>
            <p:nvPr/>
          </p:nvSpPr>
          <p:spPr>
            <a:xfrm>
              <a:off x="8741207" y="6212436"/>
              <a:ext cx="116673" cy="106587"/>
            </a:xfrm>
            <a:custGeom>
              <a:avLst/>
              <a:gdLst/>
              <a:ahLst/>
              <a:cxnLst/>
              <a:rect l="l" t="t" r="r" b="b"/>
              <a:pathLst>
                <a:path w="116673" h="106587" extrusionOk="0">
                  <a:moveTo>
                    <a:pt x="37266" y="25816"/>
                  </a:moveTo>
                  <a:lnTo>
                    <a:pt x="25836" y="45628"/>
                  </a:lnTo>
                  <a:lnTo>
                    <a:pt x="1548" y="87728"/>
                  </a:lnTo>
                  <a:cubicBezTo>
                    <a:pt x="-3024" y="96206"/>
                    <a:pt x="3072" y="106588"/>
                    <a:pt x="12787" y="106588"/>
                  </a:cubicBezTo>
                  <a:lnTo>
                    <a:pt x="103941" y="106588"/>
                  </a:lnTo>
                  <a:cubicBezTo>
                    <a:pt x="113562" y="106588"/>
                    <a:pt x="119753" y="96206"/>
                    <a:pt x="115086" y="87728"/>
                  </a:cubicBezTo>
                  <a:lnTo>
                    <a:pt x="70794" y="6670"/>
                  </a:lnTo>
                  <a:cubicBezTo>
                    <a:pt x="68318" y="2098"/>
                    <a:pt x="63841" y="-92"/>
                    <a:pt x="59269" y="3"/>
                  </a:cubicBezTo>
                  <a:cubicBezTo>
                    <a:pt x="55078" y="3"/>
                    <a:pt x="50982" y="2194"/>
                    <a:pt x="48506" y="6385"/>
                  </a:cubicBezTo>
                  <a:lnTo>
                    <a:pt x="45172" y="12100"/>
                  </a:lnTo>
                  <a:lnTo>
                    <a:pt x="41743" y="18005"/>
                  </a:lnTo>
                  <a:lnTo>
                    <a:pt x="37266" y="25816"/>
                  </a:lnTo>
                  <a:close/>
                  <a:moveTo>
                    <a:pt x="56793" y="11147"/>
                  </a:moveTo>
                  <a:cubicBezTo>
                    <a:pt x="58031" y="8956"/>
                    <a:pt x="61174" y="9052"/>
                    <a:pt x="62412" y="11147"/>
                  </a:cubicBezTo>
                  <a:lnTo>
                    <a:pt x="74509" y="33245"/>
                  </a:lnTo>
                  <a:lnTo>
                    <a:pt x="72604" y="34769"/>
                  </a:lnTo>
                  <a:cubicBezTo>
                    <a:pt x="71842" y="35341"/>
                    <a:pt x="70794" y="35245"/>
                    <a:pt x="70318" y="34484"/>
                  </a:cubicBezTo>
                  <a:lnTo>
                    <a:pt x="67270" y="30388"/>
                  </a:lnTo>
                  <a:cubicBezTo>
                    <a:pt x="64222" y="26387"/>
                    <a:pt x="58793" y="24863"/>
                    <a:pt x="54126" y="26673"/>
                  </a:cubicBezTo>
                  <a:lnTo>
                    <a:pt x="45839" y="30007"/>
                  </a:lnTo>
                  <a:lnTo>
                    <a:pt x="56793" y="11052"/>
                  </a:lnTo>
                  <a:lnTo>
                    <a:pt x="56793" y="11052"/>
                  </a:lnTo>
                  <a:close/>
                  <a:moveTo>
                    <a:pt x="36885" y="45628"/>
                  </a:moveTo>
                  <a:lnTo>
                    <a:pt x="38028" y="43627"/>
                  </a:lnTo>
                  <a:lnTo>
                    <a:pt x="57650" y="35722"/>
                  </a:lnTo>
                  <a:cubicBezTo>
                    <a:pt x="58317" y="35531"/>
                    <a:pt x="59079" y="35722"/>
                    <a:pt x="59460" y="36293"/>
                  </a:cubicBezTo>
                  <a:lnTo>
                    <a:pt x="62508" y="40294"/>
                  </a:lnTo>
                  <a:cubicBezTo>
                    <a:pt x="66318" y="45437"/>
                    <a:pt x="73652" y="46294"/>
                    <a:pt x="78510" y="42294"/>
                  </a:cubicBezTo>
                  <a:lnTo>
                    <a:pt x="79081" y="41818"/>
                  </a:lnTo>
                  <a:lnTo>
                    <a:pt x="106608" y="92205"/>
                  </a:lnTo>
                  <a:cubicBezTo>
                    <a:pt x="107751" y="94300"/>
                    <a:pt x="106227" y="96967"/>
                    <a:pt x="103846" y="96967"/>
                  </a:cubicBezTo>
                  <a:lnTo>
                    <a:pt x="12692" y="96967"/>
                  </a:lnTo>
                  <a:cubicBezTo>
                    <a:pt x="10215" y="96967"/>
                    <a:pt x="8691" y="94300"/>
                    <a:pt x="9930" y="92205"/>
                  </a:cubicBezTo>
                  <a:lnTo>
                    <a:pt x="12501" y="87728"/>
                  </a:lnTo>
                  <a:lnTo>
                    <a:pt x="36885" y="4562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005" name="Google Shape;3005;p95"/>
          <p:cNvGrpSpPr/>
          <p:nvPr/>
        </p:nvGrpSpPr>
        <p:grpSpPr>
          <a:xfrm>
            <a:off x="3634771" y="1020058"/>
            <a:ext cx="265265" cy="275887"/>
            <a:chOff x="8802212" y="2085194"/>
            <a:chExt cx="471582" cy="490466"/>
          </a:xfrm>
        </p:grpSpPr>
        <p:sp>
          <p:nvSpPr>
            <p:cNvPr id="3006" name="Google Shape;3006;p95"/>
            <p:cNvSpPr/>
            <p:nvPr/>
          </p:nvSpPr>
          <p:spPr>
            <a:xfrm>
              <a:off x="9059482" y="2361348"/>
              <a:ext cx="214312" cy="214312"/>
            </a:xfrm>
            <a:custGeom>
              <a:avLst/>
              <a:gdLst/>
              <a:ahLst/>
              <a:cxnLst/>
              <a:rect l="l" t="t" r="r" b="b"/>
              <a:pathLst>
                <a:path w="214312" h="214312" extrusionOk="0">
                  <a:moveTo>
                    <a:pt x="107156" y="0"/>
                  </a:moveTo>
                  <a:cubicBezTo>
                    <a:pt x="48101" y="0"/>
                    <a:pt x="0" y="48101"/>
                    <a:pt x="0" y="107156"/>
                  </a:cubicBezTo>
                  <a:cubicBezTo>
                    <a:pt x="0" y="166211"/>
                    <a:pt x="48101" y="214313"/>
                    <a:pt x="107156" y="214313"/>
                  </a:cubicBezTo>
                  <a:cubicBezTo>
                    <a:pt x="166211" y="214313"/>
                    <a:pt x="214313" y="166211"/>
                    <a:pt x="214313" y="107156"/>
                  </a:cubicBezTo>
                  <a:cubicBezTo>
                    <a:pt x="214313" y="48101"/>
                    <a:pt x="166211" y="0"/>
                    <a:pt x="107156" y="0"/>
                  </a:cubicBezTo>
                  <a:close/>
                  <a:moveTo>
                    <a:pt x="107156" y="190500"/>
                  </a:moveTo>
                  <a:cubicBezTo>
                    <a:pt x="61151" y="190500"/>
                    <a:pt x="23813" y="153162"/>
                    <a:pt x="23813" y="107156"/>
                  </a:cubicBezTo>
                  <a:cubicBezTo>
                    <a:pt x="23813" y="61151"/>
                    <a:pt x="61151" y="23813"/>
                    <a:pt x="107156" y="23813"/>
                  </a:cubicBezTo>
                  <a:cubicBezTo>
                    <a:pt x="153162" y="23813"/>
                    <a:pt x="190500" y="61151"/>
                    <a:pt x="190500" y="107156"/>
                  </a:cubicBezTo>
                  <a:cubicBezTo>
                    <a:pt x="190500" y="153162"/>
                    <a:pt x="153162" y="190500"/>
                    <a:pt x="107156" y="190500"/>
                  </a:cubicBezTo>
                  <a:close/>
                </a:path>
              </a:pathLst>
            </a:custGeom>
            <a:solidFill>
              <a:srgbClr val="29B5E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007" name="Google Shape;3007;p95"/>
            <p:cNvSpPr/>
            <p:nvPr/>
          </p:nvSpPr>
          <p:spPr>
            <a:xfrm>
              <a:off x="9129171" y="2411427"/>
              <a:ext cx="75601" cy="114249"/>
            </a:xfrm>
            <a:custGeom>
              <a:avLst/>
              <a:gdLst/>
              <a:ahLst/>
              <a:cxnLst/>
              <a:rect l="l" t="t" r="r" b="b"/>
              <a:pathLst>
                <a:path w="75601" h="114249" extrusionOk="0">
                  <a:moveTo>
                    <a:pt x="66518" y="48981"/>
                  </a:moveTo>
                  <a:lnTo>
                    <a:pt x="45373" y="48981"/>
                  </a:lnTo>
                  <a:lnTo>
                    <a:pt x="45373" y="9833"/>
                  </a:lnTo>
                  <a:cubicBezTo>
                    <a:pt x="45373" y="23"/>
                    <a:pt x="33562" y="-3692"/>
                    <a:pt x="28704" y="4499"/>
                  </a:cubicBezTo>
                  <a:lnTo>
                    <a:pt x="1463" y="50219"/>
                  </a:lnTo>
                  <a:cubicBezTo>
                    <a:pt x="-2443" y="56696"/>
                    <a:pt x="1939" y="65269"/>
                    <a:pt x="9083" y="65269"/>
                  </a:cubicBezTo>
                  <a:lnTo>
                    <a:pt x="30228" y="65269"/>
                  </a:lnTo>
                  <a:lnTo>
                    <a:pt x="30228" y="104417"/>
                  </a:lnTo>
                  <a:cubicBezTo>
                    <a:pt x="30228" y="114227"/>
                    <a:pt x="42039" y="117942"/>
                    <a:pt x="46897" y="109751"/>
                  </a:cubicBezTo>
                  <a:lnTo>
                    <a:pt x="74139" y="64031"/>
                  </a:lnTo>
                  <a:cubicBezTo>
                    <a:pt x="78044" y="57554"/>
                    <a:pt x="73662" y="48981"/>
                    <a:pt x="66518" y="48981"/>
                  </a:cubicBezTo>
                  <a:close/>
                </a:path>
              </a:pathLst>
            </a:custGeom>
            <a:solidFill>
              <a:srgbClr val="29B5E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008" name="Google Shape;3008;p95"/>
            <p:cNvSpPr/>
            <p:nvPr/>
          </p:nvSpPr>
          <p:spPr>
            <a:xfrm>
              <a:off x="8802212" y="2085194"/>
              <a:ext cx="395287" cy="443031"/>
            </a:xfrm>
            <a:custGeom>
              <a:avLst/>
              <a:gdLst/>
              <a:ahLst/>
              <a:cxnLst/>
              <a:rect l="l" t="t" r="r" b="b"/>
              <a:pathLst>
                <a:path w="395287" h="443031" extrusionOk="0">
                  <a:moveTo>
                    <a:pt x="38100" y="419029"/>
                  </a:moveTo>
                  <a:cubicBezTo>
                    <a:pt x="30194" y="419029"/>
                    <a:pt x="23812" y="412456"/>
                    <a:pt x="23812" y="404265"/>
                  </a:cubicBezTo>
                  <a:lnTo>
                    <a:pt x="23812" y="133755"/>
                  </a:lnTo>
                  <a:cubicBezTo>
                    <a:pt x="23812" y="128516"/>
                    <a:pt x="26575" y="123658"/>
                    <a:pt x="30956" y="120991"/>
                  </a:cubicBezTo>
                  <a:lnTo>
                    <a:pt x="190500" y="25646"/>
                  </a:lnTo>
                  <a:cubicBezTo>
                    <a:pt x="192691" y="24313"/>
                    <a:pt x="195167" y="23646"/>
                    <a:pt x="197644" y="23646"/>
                  </a:cubicBezTo>
                  <a:cubicBezTo>
                    <a:pt x="200120" y="23646"/>
                    <a:pt x="202597" y="24313"/>
                    <a:pt x="204788" y="25646"/>
                  </a:cubicBezTo>
                  <a:lnTo>
                    <a:pt x="364331" y="120991"/>
                  </a:lnTo>
                  <a:cubicBezTo>
                    <a:pt x="368713" y="123658"/>
                    <a:pt x="371475" y="128516"/>
                    <a:pt x="371475" y="133755"/>
                  </a:cubicBezTo>
                  <a:lnTo>
                    <a:pt x="371475" y="240721"/>
                  </a:lnTo>
                  <a:cubicBezTo>
                    <a:pt x="379571" y="241102"/>
                    <a:pt x="387572" y="242054"/>
                    <a:pt x="395288" y="243769"/>
                  </a:cubicBezTo>
                  <a:lnTo>
                    <a:pt x="395288" y="133755"/>
                  </a:lnTo>
                  <a:cubicBezTo>
                    <a:pt x="395288" y="120134"/>
                    <a:pt x="388144" y="107466"/>
                    <a:pt x="376523" y="100513"/>
                  </a:cubicBezTo>
                  <a:lnTo>
                    <a:pt x="217075" y="5358"/>
                  </a:lnTo>
                  <a:cubicBezTo>
                    <a:pt x="205073" y="-1786"/>
                    <a:pt x="190214" y="-1786"/>
                    <a:pt x="178213" y="5358"/>
                  </a:cubicBezTo>
                  <a:lnTo>
                    <a:pt x="18764" y="100703"/>
                  </a:lnTo>
                  <a:cubicBezTo>
                    <a:pt x="7239" y="107561"/>
                    <a:pt x="0" y="120325"/>
                    <a:pt x="0" y="133945"/>
                  </a:cubicBezTo>
                  <a:lnTo>
                    <a:pt x="0" y="404455"/>
                  </a:lnTo>
                  <a:cubicBezTo>
                    <a:pt x="0" y="425696"/>
                    <a:pt x="17145" y="443032"/>
                    <a:pt x="38100" y="443032"/>
                  </a:cubicBezTo>
                  <a:lnTo>
                    <a:pt x="234506" y="443032"/>
                  </a:lnTo>
                  <a:cubicBezTo>
                    <a:pt x="230981" y="435412"/>
                    <a:pt x="228219" y="427506"/>
                    <a:pt x="226028" y="419219"/>
                  </a:cubicBezTo>
                  <a:lnTo>
                    <a:pt x="38100" y="419219"/>
                  </a:lnTo>
                  <a:close/>
                </a:path>
              </a:pathLst>
            </a:custGeom>
            <a:solidFill>
              <a:srgbClr val="29B5E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3009" name="Google Shape;3009;p95"/>
            <p:cNvSpPr/>
            <p:nvPr/>
          </p:nvSpPr>
          <p:spPr>
            <a:xfrm>
              <a:off x="8887937" y="2185230"/>
              <a:ext cx="223837" cy="280987"/>
            </a:xfrm>
            <a:custGeom>
              <a:avLst/>
              <a:gdLst/>
              <a:ahLst/>
              <a:cxnLst/>
              <a:rect l="l" t="t" r="r" b="b"/>
              <a:pathLst>
                <a:path w="223837" h="280987" extrusionOk="0">
                  <a:moveTo>
                    <a:pt x="23813" y="169164"/>
                  </a:moveTo>
                  <a:lnTo>
                    <a:pt x="23813" y="146018"/>
                  </a:lnTo>
                  <a:cubicBezTo>
                    <a:pt x="45625" y="159163"/>
                    <a:pt x="79343" y="166021"/>
                    <a:pt x="111919" y="166021"/>
                  </a:cubicBezTo>
                  <a:cubicBezTo>
                    <a:pt x="144494" y="166021"/>
                    <a:pt x="178213" y="159068"/>
                    <a:pt x="200025" y="146018"/>
                  </a:cubicBezTo>
                  <a:lnTo>
                    <a:pt x="200025" y="164116"/>
                  </a:lnTo>
                  <a:cubicBezTo>
                    <a:pt x="207550" y="159163"/>
                    <a:pt x="215455" y="154877"/>
                    <a:pt x="223838" y="151448"/>
                  </a:cubicBezTo>
                  <a:lnTo>
                    <a:pt x="223838" y="54293"/>
                  </a:lnTo>
                  <a:cubicBezTo>
                    <a:pt x="223838" y="19050"/>
                    <a:pt x="166211" y="0"/>
                    <a:pt x="111919" y="0"/>
                  </a:cubicBezTo>
                  <a:cubicBezTo>
                    <a:pt x="57626" y="0"/>
                    <a:pt x="0" y="19050"/>
                    <a:pt x="0" y="54293"/>
                  </a:cubicBezTo>
                  <a:lnTo>
                    <a:pt x="0" y="226695"/>
                  </a:lnTo>
                  <a:cubicBezTo>
                    <a:pt x="0" y="261938"/>
                    <a:pt x="57626" y="280988"/>
                    <a:pt x="111919" y="280988"/>
                  </a:cubicBezTo>
                  <a:cubicBezTo>
                    <a:pt x="119920" y="280988"/>
                    <a:pt x="127921" y="280511"/>
                    <a:pt x="135922" y="279749"/>
                  </a:cubicBezTo>
                  <a:cubicBezTo>
                    <a:pt x="136112" y="271463"/>
                    <a:pt x="136969" y="263462"/>
                    <a:pt x="138493" y="255556"/>
                  </a:cubicBezTo>
                  <a:cubicBezTo>
                    <a:pt x="130302" y="256604"/>
                    <a:pt x="121349" y="257175"/>
                    <a:pt x="111919" y="257175"/>
                  </a:cubicBezTo>
                  <a:cubicBezTo>
                    <a:pt x="58960" y="257175"/>
                    <a:pt x="23813" y="238887"/>
                    <a:pt x="23813" y="226695"/>
                  </a:cubicBezTo>
                  <a:lnTo>
                    <a:pt x="23813" y="203454"/>
                  </a:lnTo>
                  <a:cubicBezTo>
                    <a:pt x="45625" y="216599"/>
                    <a:pt x="79343" y="223457"/>
                    <a:pt x="111919" y="223457"/>
                  </a:cubicBezTo>
                  <a:cubicBezTo>
                    <a:pt x="124968" y="223457"/>
                    <a:pt x="138113" y="222314"/>
                    <a:pt x="150686" y="220123"/>
                  </a:cubicBezTo>
                  <a:cubicBezTo>
                    <a:pt x="155829" y="209741"/>
                    <a:pt x="162116" y="200025"/>
                    <a:pt x="169545" y="191262"/>
                  </a:cubicBezTo>
                  <a:cubicBezTo>
                    <a:pt x="154686" y="196215"/>
                    <a:pt x="134969" y="199644"/>
                    <a:pt x="111919" y="199644"/>
                  </a:cubicBezTo>
                  <a:cubicBezTo>
                    <a:pt x="58960" y="199644"/>
                    <a:pt x="23813" y="181356"/>
                    <a:pt x="23813" y="169164"/>
                  </a:cubicBezTo>
                  <a:close/>
                  <a:moveTo>
                    <a:pt x="111919" y="23717"/>
                  </a:moveTo>
                  <a:cubicBezTo>
                    <a:pt x="164878" y="23717"/>
                    <a:pt x="200025" y="42005"/>
                    <a:pt x="200025" y="54197"/>
                  </a:cubicBezTo>
                  <a:cubicBezTo>
                    <a:pt x="200025" y="66389"/>
                    <a:pt x="164878" y="84677"/>
                    <a:pt x="111919" y="84677"/>
                  </a:cubicBezTo>
                  <a:cubicBezTo>
                    <a:pt x="58960" y="84677"/>
                    <a:pt x="23813" y="66294"/>
                    <a:pt x="23813" y="54197"/>
                  </a:cubicBezTo>
                  <a:cubicBezTo>
                    <a:pt x="23813" y="42101"/>
                    <a:pt x="58960" y="23717"/>
                    <a:pt x="111919" y="23717"/>
                  </a:cubicBezTo>
                  <a:close/>
                  <a:moveTo>
                    <a:pt x="23813" y="88487"/>
                  </a:moveTo>
                  <a:cubicBezTo>
                    <a:pt x="45625" y="101632"/>
                    <a:pt x="79343" y="108490"/>
                    <a:pt x="111919" y="108490"/>
                  </a:cubicBezTo>
                  <a:cubicBezTo>
                    <a:pt x="144494" y="108490"/>
                    <a:pt x="178213" y="101537"/>
                    <a:pt x="200025" y="88487"/>
                  </a:cubicBezTo>
                  <a:lnTo>
                    <a:pt x="200025" y="111728"/>
                  </a:lnTo>
                  <a:cubicBezTo>
                    <a:pt x="200025" y="123825"/>
                    <a:pt x="164878" y="142208"/>
                    <a:pt x="111919" y="142208"/>
                  </a:cubicBezTo>
                  <a:cubicBezTo>
                    <a:pt x="58960" y="142208"/>
                    <a:pt x="23813" y="123825"/>
                    <a:pt x="23813" y="111728"/>
                  </a:cubicBezTo>
                  <a:lnTo>
                    <a:pt x="23813" y="88487"/>
                  </a:lnTo>
                  <a:close/>
                </a:path>
              </a:pathLst>
            </a:custGeom>
            <a:solidFill>
              <a:srgbClr val="29B5E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grpSp>
        <p:nvGrpSpPr>
          <p:cNvPr id="3010" name="Google Shape;3010;p95"/>
          <p:cNvGrpSpPr/>
          <p:nvPr/>
        </p:nvGrpSpPr>
        <p:grpSpPr>
          <a:xfrm>
            <a:off x="5203201" y="1015569"/>
            <a:ext cx="299021" cy="284874"/>
            <a:chOff x="8167601" y="3949025"/>
            <a:chExt cx="531592" cy="506443"/>
          </a:xfrm>
        </p:grpSpPr>
        <p:sp>
          <p:nvSpPr>
            <p:cNvPr id="3011" name="Google Shape;3011;p95"/>
            <p:cNvSpPr/>
            <p:nvPr/>
          </p:nvSpPr>
          <p:spPr>
            <a:xfrm>
              <a:off x="8368007" y="4095138"/>
              <a:ext cx="331186" cy="360330"/>
            </a:xfrm>
            <a:custGeom>
              <a:avLst/>
              <a:gdLst/>
              <a:ahLst/>
              <a:cxnLst/>
              <a:rect l="l" t="t" r="r" b="b"/>
              <a:pathLst>
                <a:path w="331186" h="360330" extrusionOk="0">
                  <a:moveTo>
                    <a:pt x="323850" y="308134"/>
                  </a:moveTo>
                  <a:lnTo>
                    <a:pt x="261938" y="235744"/>
                  </a:lnTo>
                  <a:cubicBezTo>
                    <a:pt x="281083" y="210979"/>
                    <a:pt x="292608" y="180023"/>
                    <a:pt x="292608" y="146304"/>
                  </a:cubicBezTo>
                  <a:cubicBezTo>
                    <a:pt x="292608" y="65532"/>
                    <a:pt x="227076" y="0"/>
                    <a:pt x="146304" y="0"/>
                  </a:cubicBezTo>
                  <a:cubicBezTo>
                    <a:pt x="65532" y="0"/>
                    <a:pt x="0" y="65532"/>
                    <a:pt x="0" y="146304"/>
                  </a:cubicBezTo>
                  <a:cubicBezTo>
                    <a:pt x="0" y="227076"/>
                    <a:pt x="65532" y="292608"/>
                    <a:pt x="146304" y="292608"/>
                  </a:cubicBezTo>
                  <a:cubicBezTo>
                    <a:pt x="170307" y="292608"/>
                    <a:pt x="192881" y="286703"/>
                    <a:pt x="212884" y="276511"/>
                  </a:cubicBezTo>
                  <a:lnTo>
                    <a:pt x="275558" y="349758"/>
                  </a:lnTo>
                  <a:cubicBezTo>
                    <a:pt x="280892" y="355949"/>
                    <a:pt x="288322" y="359759"/>
                    <a:pt x="296513" y="360331"/>
                  </a:cubicBezTo>
                  <a:cubicBezTo>
                    <a:pt x="297275" y="360331"/>
                    <a:pt x="298037" y="360331"/>
                    <a:pt x="298799" y="360331"/>
                  </a:cubicBezTo>
                  <a:cubicBezTo>
                    <a:pt x="306134" y="360331"/>
                    <a:pt x="313182" y="357759"/>
                    <a:pt x="318707" y="352901"/>
                  </a:cubicBezTo>
                  <a:lnTo>
                    <a:pt x="320516" y="351377"/>
                  </a:lnTo>
                  <a:cubicBezTo>
                    <a:pt x="333375" y="340328"/>
                    <a:pt x="334804" y="320897"/>
                    <a:pt x="323755" y="308039"/>
                  </a:cubicBezTo>
                  <a:close/>
                  <a:moveTo>
                    <a:pt x="23813" y="146304"/>
                  </a:moveTo>
                  <a:cubicBezTo>
                    <a:pt x="23813" y="78772"/>
                    <a:pt x="78772" y="23813"/>
                    <a:pt x="146304" y="23813"/>
                  </a:cubicBezTo>
                  <a:cubicBezTo>
                    <a:pt x="213836" y="23813"/>
                    <a:pt x="268796" y="78772"/>
                    <a:pt x="268796" y="146304"/>
                  </a:cubicBezTo>
                  <a:cubicBezTo>
                    <a:pt x="268796" y="213836"/>
                    <a:pt x="213836" y="268796"/>
                    <a:pt x="146304" y="268796"/>
                  </a:cubicBezTo>
                  <a:cubicBezTo>
                    <a:pt x="78772" y="268796"/>
                    <a:pt x="23813" y="213836"/>
                    <a:pt x="23813" y="14630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12" name="Google Shape;3012;p95"/>
            <p:cNvSpPr/>
            <p:nvPr/>
          </p:nvSpPr>
          <p:spPr>
            <a:xfrm>
              <a:off x="8227608" y="4138667"/>
              <a:ext cx="138207" cy="23812"/>
            </a:xfrm>
            <a:custGeom>
              <a:avLst/>
              <a:gdLst/>
              <a:ahLst/>
              <a:cxnLst/>
              <a:rect l="l" t="t" r="r" b="b"/>
              <a:pathLst>
                <a:path w="138207" h="23812" extrusionOk="0">
                  <a:moveTo>
                    <a:pt x="138208" y="11906"/>
                  </a:moveTo>
                  <a:cubicBezTo>
                    <a:pt x="138208" y="5334"/>
                    <a:pt x="132874" y="0"/>
                    <a:pt x="126301" y="0"/>
                  </a:cubicBezTo>
                  <a:lnTo>
                    <a:pt x="11906" y="0"/>
                  </a:lnTo>
                  <a:cubicBezTo>
                    <a:pt x="5334" y="0"/>
                    <a:pt x="0" y="5334"/>
                    <a:pt x="0" y="11906"/>
                  </a:cubicBezTo>
                  <a:cubicBezTo>
                    <a:pt x="0" y="18479"/>
                    <a:pt x="5334" y="23813"/>
                    <a:pt x="11906" y="23813"/>
                  </a:cubicBezTo>
                  <a:lnTo>
                    <a:pt x="126301" y="23813"/>
                  </a:lnTo>
                  <a:cubicBezTo>
                    <a:pt x="132874" y="23813"/>
                    <a:pt x="138208" y="18479"/>
                    <a:pt x="138208"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13" name="Google Shape;3013;p95"/>
            <p:cNvSpPr/>
            <p:nvPr/>
          </p:nvSpPr>
          <p:spPr>
            <a:xfrm>
              <a:off x="8227608" y="4191817"/>
              <a:ext cx="118110" cy="23812"/>
            </a:xfrm>
            <a:custGeom>
              <a:avLst/>
              <a:gdLst/>
              <a:ahLst/>
              <a:cxnLst/>
              <a:rect l="l" t="t" r="r" b="b"/>
              <a:pathLst>
                <a:path w="118110" h="23812" extrusionOk="0">
                  <a:moveTo>
                    <a:pt x="106204" y="0"/>
                  </a:moveTo>
                  <a:lnTo>
                    <a:pt x="11906" y="0"/>
                  </a:lnTo>
                  <a:cubicBezTo>
                    <a:pt x="5334" y="0"/>
                    <a:pt x="0" y="5334"/>
                    <a:pt x="0" y="11906"/>
                  </a:cubicBezTo>
                  <a:cubicBezTo>
                    <a:pt x="0" y="18479"/>
                    <a:pt x="5334" y="23813"/>
                    <a:pt x="11906" y="23813"/>
                  </a:cubicBezTo>
                  <a:lnTo>
                    <a:pt x="106204" y="23813"/>
                  </a:lnTo>
                  <a:cubicBezTo>
                    <a:pt x="112776" y="23813"/>
                    <a:pt x="118110" y="18479"/>
                    <a:pt x="118110" y="11906"/>
                  </a:cubicBezTo>
                  <a:cubicBezTo>
                    <a:pt x="118110" y="5334"/>
                    <a:pt x="112776" y="0"/>
                    <a:pt x="10620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14" name="Google Shape;3014;p95"/>
            <p:cNvSpPr/>
            <p:nvPr/>
          </p:nvSpPr>
          <p:spPr>
            <a:xfrm>
              <a:off x="8417632" y="4175625"/>
              <a:ext cx="193738" cy="125158"/>
            </a:xfrm>
            <a:custGeom>
              <a:avLst/>
              <a:gdLst/>
              <a:ahLst/>
              <a:cxnLst/>
              <a:rect l="l" t="t" r="r" b="b"/>
              <a:pathLst>
                <a:path w="193738" h="125158" extrusionOk="0">
                  <a:moveTo>
                    <a:pt x="193643" y="110204"/>
                  </a:moveTo>
                  <a:cubicBezTo>
                    <a:pt x="193643" y="103632"/>
                    <a:pt x="189357" y="98203"/>
                    <a:pt x="183547" y="96202"/>
                  </a:cubicBezTo>
                  <a:lnTo>
                    <a:pt x="183547" y="53054"/>
                  </a:lnTo>
                  <a:cubicBezTo>
                    <a:pt x="189452" y="51054"/>
                    <a:pt x="193643" y="45529"/>
                    <a:pt x="193643" y="39052"/>
                  </a:cubicBezTo>
                  <a:cubicBezTo>
                    <a:pt x="193643" y="32575"/>
                    <a:pt x="189357" y="27051"/>
                    <a:pt x="183547" y="25051"/>
                  </a:cubicBezTo>
                  <a:lnTo>
                    <a:pt x="183547" y="10096"/>
                  </a:lnTo>
                  <a:lnTo>
                    <a:pt x="100298" y="10096"/>
                  </a:lnTo>
                  <a:cubicBezTo>
                    <a:pt x="98298" y="4191"/>
                    <a:pt x="92774" y="0"/>
                    <a:pt x="86297" y="0"/>
                  </a:cubicBezTo>
                  <a:cubicBezTo>
                    <a:pt x="79820" y="0"/>
                    <a:pt x="74295" y="4286"/>
                    <a:pt x="72295" y="10096"/>
                  </a:cubicBezTo>
                  <a:lnTo>
                    <a:pt x="28861" y="10096"/>
                  </a:lnTo>
                  <a:cubicBezTo>
                    <a:pt x="26860" y="4191"/>
                    <a:pt x="21336" y="0"/>
                    <a:pt x="14859" y="0"/>
                  </a:cubicBezTo>
                  <a:cubicBezTo>
                    <a:pt x="6668" y="0"/>
                    <a:pt x="0" y="6667"/>
                    <a:pt x="0" y="14859"/>
                  </a:cubicBezTo>
                  <a:cubicBezTo>
                    <a:pt x="0" y="21241"/>
                    <a:pt x="4096" y="26670"/>
                    <a:pt x="9716" y="28766"/>
                  </a:cubicBezTo>
                  <a:lnTo>
                    <a:pt x="9716" y="96012"/>
                  </a:lnTo>
                  <a:cubicBezTo>
                    <a:pt x="4096" y="98107"/>
                    <a:pt x="0" y="103537"/>
                    <a:pt x="0" y="109919"/>
                  </a:cubicBezTo>
                  <a:cubicBezTo>
                    <a:pt x="0" y="118110"/>
                    <a:pt x="6668" y="124777"/>
                    <a:pt x="14859" y="124777"/>
                  </a:cubicBezTo>
                  <a:cubicBezTo>
                    <a:pt x="21241" y="124777"/>
                    <a:pt x="26670" y="120682"/>
                    <a:pt x="28766" y="115062"/>
                  </a:cubicBezTo>
                  <a:lnTo>
                    <a:pt x="164878" y="115062"/>
                  </a:lnTo>
                  <a:cubicBezTo>
                    <a:pt x="166878" y="120872"/>
                    <a:pt x="172402" y="125158"/>
                    <a:pt x="178879" y="125158"/>
                  </a:cubicBezTo>
                  <a:cubicBezTo>
                    <a:pt x="187071" y="125158"/>
                    <a:pt x="193739" y="118491"/>
                    <a:pt x="193739" y="110299"/>
                  </a:cubicBezTo>
                  <a:close/>
                  <a:moveTo>
                    <a:pt x="86201" y="29623"/>
                  </a:moveTo>
                  <a:cubicBezTo>
                    <a:pt x="89725" y="29623"/>
                    <a:pt x="92964" y="28289"/>
                    <a:pt x="95536" y="26194"/>
                  </a:cubicBezTo>
                  <a:lnTo>
                    <a:pt x="110490" y="35528"/>
                  </a:lnTo>
                  <a:cubicBezTo>
                    <a:pt x="110204" y="36671"/>
                    <a:pt x="110014" y="37719"/>
                    <a:pt x="110014" y="38957"/>
                  </a:cubicBezTo>
                  <a:cubicBezTo>
                    <a:pt x="110014" y="43624"/>
                    <a:pt x="112204" y="47816"/>
                    <a:pt x="115633" y="50482"/>
                  </a:cubicBezTo>
                  <a:lnTo>
                    <a:pt x="111062" y="63151"/>
                  </a:lnTo>
                  <a:cubicBezTo>
                    <a:pt x="111062" y="63151"/>
                    <a:pt x="110871" y="63151"/>
                    <a:pt x="110680" y="63151"/>
                  </a:cubicBezTo>
                  <a:cubicBezTo>
                    <a:pt x="105632" y="63151"/>
                    <a:pt x="101060" y="65722"/>
                    <a:pt x="98393" y="69628"/>
                  </a:cubicBezTo>
                  <a:lnTo>
                    <a:pt x="70009" y="61436"/>
                  </a:lnTo>
                  <a:cubicBezTo>
                    <a:pt x="69818" y="58293"/>
                    <a:pt x="68675" y="55340"/>
                    <a:pt x="66866" y="52959"/>
                  </a:cubicBezTo>
                  <a:lnTo>
                    <a:pt x="82487" y="29051"/>
                  </a:lnTo>
                  <a:cubicBezTo>
                    <a:pt x="83629" y="29337"/>
                    <a:pt x="84868" y="29527"/>
                    <a:pt x="86201" y="29527"/>
                  </a:cubicBezTo>
                  <a:close/>
                  <a:moveTo>
                    <a:pt x="160973" y="43815"/>
                  </a:moveTo>
                  <a:lnTo>
                    <a:pt x="120587" y="67056"/>
                  </a:lnTo>
                  <a:cubicBezTo>
                    <a:pt x="120587" y="67056"/>
                    <a:pt x="120205" y="66770"/>
                    <a:pt x="120015" y="66580"/>
                  </a:cubicBezTo>
                  <a:lnTo>
                    <a:pt x="124587" y="53912"/>
                  </a:lnTo>
                  <a:cubicBezTo>
                    <a:pt x="124587" y="53912"/>
                    <a:pt x="124777" y="53912"/>
                    <a:pt x="124873" y="53912"/>
                  </a:cubicBezTo>
                  <a:cubicBezTo>
                    <a:pt x="131445" y="53912"/>
                    <a:pt x="136874" y="49625"/>
                    <a:pt x="138874" y="43815"/>
                  </a:cubicBezTo>
                  <a:lnTo>
                    <a:pt x="160877" y="43815"/>
                  </a:lnTo>
                  <a:close/>
                  <a:moveTo>
                    <a:pt x="171450" y="97345"/>
                  </a:moveTo>
                  <a:lnTo>
                    <a:pt x="125540" y="79057"/>
                  </a:lnTo>
                  <a:cubicBezTo>
                    <a:pt x="125540" y="79057"/>
                    <a:pt x="125540" y="78486"/>
                    <a:pt x="125540" y="78105"/>
                  </a:cubicBezTo>
                  <a:cubicBezTo>
                    <a:pt x="125540" y="77057"/>
                    <a:pt x="125444" y="76105"/>
                    <a:pt x="125254" y="75152"/>
                  </a:cubicBezTo>
                  <a:lnTo>
                    <a:pt x="168878" y="50101"/>
                  </a:lnTo>
                  <a:cubicBezTo>
                    <a:pt x="170307" y="51340"/>
                    <a:pt x="172022" y="52388"/>
                    <a:pt x="173926" y="52959"/>
                  </a:cubicBezTo>
                  <a:lnTo>
                    <a:pt x="173926" y="96107"/>
                  </a:lnTo>
                  <a:cubicBezTo>
                    <a:pt x="173069" y="96393"/>
                    <a:pt x="172212" y="96774"/>
                    <a:pt x="171450" y="97250"/>
                  </a:cubicBezTo>
                  <a:close/>
                  <a:moveTo>
                    <a:pt x="49721" y="75914"/>
                  </a:moveTo>
                  <a:cubicBezTo>
                    <a:pt x="51435" y="76581"/>
                    <a:pt x="53245" y="76962"/>
                    <a:pt x="55245" y="76962"/>
                  </a:cubicBezTo>
                  <a:cubicBezTo>
                    <a:pt x="60293" y="76962"/>
                    <a:pt x="64770" y="74390"/>
                    <a:pt x="67437" y="70580"/>
                  </a:cubicBezTo>
                  <a:lnTo>
                    <a:pt x="93250" y="78010"/>
                  </a:lnTo>
                  <a:cubicBezTo>
                    <a:pt x="77533" y="82391"/>
                    <a:pt x="53245" y="89154"/>
                    <a:pt x="33338" y="95155"/>
                  </a:cubicBezTo>
                  <a:lnTo>
                    <a:pt x="49721" y="75914"/>
                  </a:lnTo>
                  <a:close/>
                  <a:moveTo>
                    <a:pt x="74581" y="23908"/>
                  </a:moveTo>
                  <a:lnTo>
                    <a:pt x="58960" y="47816"/>
                  </a:lnTo>
                  <a:cubicBezTo>
                    <a:pt x="57722" y="47530"/>
                    <a:pt x="56578" y="47244"/>
                    <a:pt x="55245" y="47244"/>
                  </a:cubicBezTo>
                  <a:cubicBezTo>
                    <a:pt x="53435" y="47244"/>
                    <a:pt x="51625" y="47625"/>
                    <a:pt x="50006" y="48196"/>
                  </a:cubicBezTo>
                  <a:lnTo>
                    <a:pt x="27908" y="21241"/>
                  </a:lnTo>
                  <a:cubicBezTo>
                    <a:pt x="28194" y="20669"/>
                    <a:pt x="28480" y="20098"/>
                    <a:pt x="28670" y="19431"/>
                  </a:cubicBezTo>
                  <a:lnTo>
                    <a:pt x="72104" y="19431"/>
                  </a:lnTo>
                  <a:cubicBezTo>
                    <a:pt x="72676" y="21050"/>
                    <a:pt x="73438" y="22479"/>
                    <a:pt x="74486" y="23813"/>
                  </a:cubicBezTo>
                  <a:close/>
                  <a:moveTo>
                    <a:pt x="21241" y="28099"/>
                  </a:moveTo>
                  <a:lnTo>
                    <a:pt x="42767" y="54293"/>
                  </a:lnTo>
                  <a:cubicBezTo>
                    <a:pt x="41339" y="56578"/>
                    <a:pt x="40481" y="59245"/>
                    <a:pt x="40481" y="62103"/>
                  </a:cubicBezTo>
                  <a:cubicBezTo>
                    <a:pt x="40481" y="64960"/>
                    <a:pt x="41339" y="67437"/>
                    <a:pt x="42672" y="69723"/>
                  </a:cubicBezTo>
                  <a:lnTo>
                    <a:pt x="20288" y="96012"/>
                  </a:lnTo>
                  <a:cubicBezTo>
                    <a:pt x="20288" y="96012"/>
                    <a:pt x="19622" y="95821"/>
                    <a:pt x="19241" y="95726"/>
                  </a:cubicBezTo>
                  <a:lnTo>
                    <a:pt x="19241" y="28956"/>
                  </a:lnTo>
                  <a:cubicBezTo>
                    <a:pt x="20002" y="28766"/>
                    <a:pt x="20669" y="28480"/>
                    <a:pt x="21336" y="28099"/>
                  </a:cubicBezTo>
                  <a:close/>
                  <a:moveTo>
                    <a:pt x="98489" y="86487"/>
                  </a:moveTo>
                  <a:cubicBezTo>
                    <a:pt x="101155" y="90392"/>
                    <a:pt x="105632" y="92964"/>
                    <a:pt x="110680" y="92964"/>
                  </a:cubicBezTo>
                  <a:cubicBezTo>
                    <a:pt x="115157" y="92964"/>
                    <a:pt x="119158" y="90964"/>
                    <a:pt x="121825" y="87820"/>
                  </a:cubicBezTo>
                  <a:lnTo>
                    <a:pt x="164783" y="104966"/>
                  </a:lnTo>
                  <a:cubicBezTo>
                    <a:pt x="164783" y="104966"/>
                    <a:pt x="164687" y="105346"/>
                    <a:pt x="164592" y="105442"/>
                  </a:cubicBezTo>
                  <a:lnTo>
                    <a:pt x="32290" y="105442"/>
                  </a:lnTo>
                  <a:cubicBezTo>
                    <a:pt x="53816" y="98965"/>
                    <a:pt x="82010" y="91059"/>
                    <a:pt x="98393" y="86487"/>
                  </a:cubicBezTo>
                  <a:close/>
                  <a:moveTo>
                    <a:pt x="178784" y="44387"/>
                  </a:moveTo>
                  <a:cubicBezTo>
                    <a:pt x="175831" y="44387"/>
                    <a:pt x="173450" y="42005"/>
                    <a:pt x="173450" y="39052"/>
                  </a:cubicBezTo>
                  <a:cubicBezTo>
                    <a:pt x="173450" y="36100"/>
                    <a:pt x="175831" y="33719"/>
                    <a:pt x="178784" y="33719"/>
                  </a:cubicBezTo>
                  <a:cubicBezTo>
                    <a:pt x="181737" y="33719"/>
                    <a:pt x="184118" y="36100"/>
                    <a:pt x="184118" y="39052"/>
                  </a:cubicBezTo>
                  <a:cubicBezTo>
                    <a:pt x="184118" y="42005"/>
                    <a:pt x="181737" y="44387"/>
                    <a:pt x="178784" y="44387"/>
                  </a:cubicBezTo>
                  <a:close/>
                  <a:moveTo>
                    <a:pt x="174022" y="24955"/>
                  </a:moveTo>
                  <a:cubicBezTo>
                    <a:pt x="169640" y="26479"/>
                    <a:pt x="166211" y="29813"/>
                    <a:pt x="164783" y="34195"/>
                  </a:cubicBezTo>
                  <a:lnTo>
                    <a:pt x="139065" y="34195"/>
                  </a:lnTo>
                  <a:cubicBezTo>
                    <a:pt x="137065" y="28289"/>
                    <a:pt x="131540" y="24098"/>
                    <a:pt x="125063" y="24098"/>
                  </a:cubicBezTo>
                  <a:cubicBezTo>
                    <a:pt x="121539" y="24098"/>
                    <a:pt x="118300" y="25432"/>
                    <a:pt x="115729" y="27527"/>
                  </a:cubicBezTo>
                  <a:lnTo>
                    <a:pt x="102965" y="19526"/>
                  </a:lnTo>
                  <a:lnTo>
                    <a:pt x="174117" y="19526"/>
                  </a:lnTo>
                  <a:lnTo>
                    <a:pt x="174117" y="24955"/>
                  </a:lnTo>
                  <a:close/>
                  <a:moveTo>
                    <a:pt x="86201" y="9430"/>
                  </a:moveTo>
                  <a:cubicBezTo>
                    <a:pt x="89154" y="9430"/>
                    <a:pt x="91535" y="11811"/>
                    <a:pt x="91535" y="14764"/>
                  </a:cubicBezTo>
                  <a:cubicBezTo>
                    <a:pt x="91535" y="17716"/>
                    <a:pt x="89154" y="20098"/>
                    <a:pt x="86201" y="20098"/>
                  </a:cubicBezTo>
                  <a:cubicBezTo>
                    <a:pt x="83249" y="20098"/>
                    <a:pt x="80867" y="17716"/>
                    <a:pt x="80867" y="14764"/>
                  </a:cubicBezTo>
                  <a:cubicBezTo>
                    <a:pt x="80867" y="11811"/>
                    <a:pt x="83249" y="9430"/>
                    <a:pt x="86201" y="9430"/>
                  </a:cubicBezTo>
                  <a:close/>
                  <a:moveTo>
                    <a:pt x="14764" y="9430"/>
                  </a:moveTo>
                  <a:cubicBezTo>
                    <a:pt x="17717" y="9430"/>
                    <a:pt x="20098" y="11811"/>
                    <a:pt x="20098" y="14764"/>
                  </a:cubicBezTo>
                  <a:cubicBezTo>
                    <a:pt x="20098" y="17716"/>
                    <a:pt x="17717" y="20098"/>
                    <a:pt x="14764" y="20098"/>
                  </a:cubicBezTo>
                  <a:cubicBezTo>
                    <a:pt x="11811" y="20098"/>
                    <a:pt x="9430" y="17716"/>
                    <a:pt x="9430" y="14764"/>
                  </a:cubicBezTo>
                  <a:cubicBezTo>
                    <a:pt x="9430" y="11811"/>
                    <a:pt x="11811" y="9430"/>
                    <a:pt x="14764" y="9430"/>
                  </a:cubicBezTo>
                  <a:close/>
                  <a:moveTo>
                    <a:pt x="14764" y="115157"/>
                  </a:moveTo>
                  <a:cubicBezTo>
                    <a:pt x="11811" y="115157"/>
                    <a:pt x="9430" y="112776"/>
                    <a:pt x="9430" y="109823"/>
                  </a:cubicBezTo>
                  <a:cubicBezTo>
                    <a:pt x="9430" y="106870"/>
                    <a:pt x="11811" y="104489"/>
                    <a:pt x="14764" y="104489"/>
                  </a:cubicBezTo>
                  <a:cubicBezTo>
                    <a:pt x="17717" y="104489"/>
                    <a:pt x="20098" y="106870"/>
                    <a:pt x="20098" y="109823"/>
                  </a:cubicBezTo>
                  <a:cubicBezTo>
                    <a:pt x="20098" y="112776"/>
                    <a:pt x="17717" y="115157"/>
                    <a:pt x="14764" y="11515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15" name="Google Shape;3015;p95"/>
            <p:cNvSpPr/>
            <p:nvPr/>
          </p:nvSpPr>
          <p:spPr>
            <a:xfrm>
              <a:off x="8227608" y="4243347"/>
              <a:ext cx="115157" cy="23812"/>
            </a:xfrm>
            <a:custGeom>
              <a:avLst/>
              <a:gdLst/>
              <a:ahLst/>
              <a:cxnLst/>
              <a:rect l="l" t="t" r="r" b="b"/>
              <a:pathLst>
                <a:path w="115157" h="23812" extrusionOk="0">
                  <a:moveTo>
                    <a:pt x="103251" y="0"/>
                  </a:moveTo>
                  <a:lnTo>
                    <a:pt x="11906" y="0"/>
                  </a:lnTo>
                  <a:cubicBezTo>
                    <a:pt x="5334" y="0"/>
                    <a:pt x="0" y="5334"/>
                    <a:pt x="0" y="11906"/>
                  </a:cubicBezTo>
                  <a:cubicBezTo>
                    <a:pt x="0" y="18478"/>
                    <a:pt x="5334" y="23813"/>
                    <a:pt x="11906" y="23813"/>
                  </a:cubicBezTo>
                  <a:lnTo>
                    <a:pt x="103251" y="23813"/>
                  </a:lnTo>
                  <a:cubicBezTo>
                    <a:pt x="109823" y="23813"/>
                    <a:pt x="115157" y="18478"/>
                    <a:pt x="115157" y="11906"/>
                  </a:cubicBezTo>
                  <a:cubicBezTo>
                    <a:pt x="115157" y="5334"/>
                    <a:pt x="109823" y="0"/>
                    <a:pt x="103251"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16" name="Google Shape;3016;p95"/>
            <p:cNvSpPr/>
            <p:nvPr/>
          </p:nvSpPr>
          <p:spPr>
            <a:xfrm>
              <a:off x="8227989" y="4002460"/>
              <a:ext cx="23100" cy="231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17" name="Google Shape;3017;p95"/>
            <p:cNvSpPr/>
            <p:nvPr/>
          </p:nvSpPr>
          <p:spPr>
            <a:xfrm>
              <a:off x="8274186" y="4002460"/>
              <a:ext cx="23100" cy="231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18" name="Google Shape;3018;p95"/>
            <p:cNvSpPr/>
            <p:nvPr/>
          </p:nvSpPr>
          <p:spPr>
            <a:xfrm>
              <a:off x="8320382" y="4002460"/>
              <a:ext cx="23100" cy="231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19" name="Google Shape;3019;p95"/>
            <p:cNvSpPr/>
            <p:nvPr/>
          </p:nvSpPr>
          <p:spPr>
            <a:xfrm>
              <a:off x="8167601" y="3949025"/>
              <a:ext cx="502443" cy="420719"/>
            </a:xfrm>
            <a:custGeom>
              <a:avLst/>
              <a:gdLst/>
              <a:ahLst/>
              <a:cxnLst/>
              <a:rect l="l" t="t" r="r" b="b"/>
              <a:pathLst>
                <a:path w="502443" h="420719" extrusionOk="0">
                  <a:moveTo>
                    <a:pt x="198501" y="382619"/>
                  </a:moveTo>
                  <a:lnTo>
                    <a:pt x="38100" y="382619"/>
                  </a:lnTo>
                  <a:lnTo>
                    <a:pt x="38100" y="116681"/>
                  </a:lnTo>
                  <a:lnTo>
                    <a:pt x="464344" y="116681"/>
                  </a:lnTo>
                  <a:lnTo>
                    <a:pt x="464344" y="168116"/>
                  </a:lnTo>
                  <a:cubicBezTo>
                    <a:pt x="464344" y="178594"/>
                    <a:pt x="472916" y="187166"/>
                    <a:pt x="483394" y="187166"/>
                  </a:cubicBezTo>
                  <a:cubicBezTo>
                    <a:pt x="493871" y="187166"/>
                    <a:pt x="502444" y="178594"/>
                    <a:pt x="502444" y="168116"/>
                  </a:cubicBezTo>
                  <a:lnTo>
                    <a:pt x="502444" y="19050"/>
                  </a:lnTo>
                  <a:cubicBezTo>
                    <a:pt x="502444" y="8573"/>
                    <a:pt x="493871" y="0"/>
                    <a:pt x="483394" y="0"/>
                  </a:cubicBezTo>
                  <a:lnTo>
                    <a:pt x="19050" y="0"/>
                  </a:lnTo>
                  <a:cubicBezTo>
                    <a:pt x="8572" y="0"/>
                    <a:pt x="0" y="8573"/>
                    <a:pt x="0" y="19050"/>
                  </a:cubicBezTo>
                  <a:lnTo>
                    <a:pt x="0" y="401669"/>
                  </a:lnTo>
                  <a:cubicBezTo>
                    <a:pt x="0" y="412147"/>
                    <a:pt x="8572" y="420719"/>
                    <a:pt x="19050" y="420719"/>
                  </a:cubicBezTo>
                  <a:lnTo>
                    <a:pt x="198501" y="420719"/>
                  </a:lnTo>
                  <a:cubicBezTo>
                    <a:pt x="208979" y="420719"/>
                    <a:pt x="217551" y="412147"/>
                    <a:pt x="217551" y="401669"/>
                  </a:cubicBezTo>
                  <a:cubicBezTo>
                    <a:pt x="217551" y="391192"/>
                    <a:pt x="208979" y="382619"/>
                    <a:pt x="198501" y="382619"/>
                  </a:cubicBezTo>
                  <a:close/>
                  <a:moveTo>
                    <a:pt x="464249" y="38100"/>
                  </a:moveTo>
                  <a:lnTo>
                    <a:pt x="464249" y="92869"/>
                  </a:lnTo>
                  <a:lnTo>
                    <a:pt x="38100" y="92869"/>
                  </a:lnTo>
                  <a:lnTo>
                    <a:pt x="38100" y="38100"/>
                  </a:lnTo>
                  <a:lnTo>
                    <a:pt x="464344" y="3810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020" name="Google Shape;3020;p95"/>
          <p:cNvGrpSpPr/>
          <p:nvPr/>
        </p:nvGrpSpPr>
        <p:grpSpPr>
          <a:xfrm>
            <a:off x="5987923" y="1020893"/>
            <a:ext cx="315802" cy="274225"/>
            <a:chOff x="7210298" y="275690"/>
            <a:chExt cx="561426" cy="487512"/>
          </a:xfrm>
        </p:grpSpPr>
        <p:sp>
          <p:nvSpPr>
            <p:cNvPr id="3021" name="Google Shape;3021;p95"/>
            <p:cNvSpPr/>
            <p:nvPr/>
          </p:nvSpPr>
          <p:spPr>
            <a:xfrm>
              <a:off x="7479117" y="470595"/>
              <a:ext cx="292607" cy="292607"/>
            </a:xfrm>
            <a:custGeom>
              <a:avLst/>
              <a:gdLst/>
              <a:ahLst/>
              <a:cxnLst/>
              <a:rect l="l" t="t" r="r" b="b"/>
              <a:pathLst>
                <a:path w="292607" h="292607" extrusionOk="0">
                  <a:moveTo>
                    <a:pt x="146304" y="0"/>
                  </a:moveTo>
                  <a:cubicBezTo>
                    <a:pt x="65532" y="0"/>
                    <a:pt x="0" y="65532"/>
                    <a:pt x="0" y="146304"/>
                  </a:cubicBezTo>
                  <a:cubicBezTo>
                    <a:pt x="0" y="227076"/>
                    <a:pt x="65532" y="292608"/>
                    <a:pt x="146304" y="292608"/>
                  </a:cubicBezTo>
                  <a:cubicBezTo>
                    <a:pt x="227076" y="292608"/>
                    <a:pt x="292608" y="227076"/>
                    <a:pt x="292608" y="146304"/>
                  </a:cubicBezTo>
                  <a:cubicBezTo>
                    <a:pt x="292608" y="65532"/>
                    <a:pt x="227076" y="0"/>
                    <a:pt x="146304" y="0"/>
                  </a:cubicBezTo>
                  <a:close/>
                  <a:moveTo>
                    <a:pt x="146304" y="268796"/>
                  </a:moveTo>
                  <a:cubicBezTo>
                    <a:pt x="78772" y="268796"/>
                    <a:pt x="23813" y="213836"/>
                    <a:pt x="23813" y="146304"/>
                  </a:cubicBezTo>
                  <a:cubicBezTo>
                    <a:pt x="23813" y="78772"/>
                    <a:pt x="78772" y="23813"/>
                    <a:pt x="146304" y="23813"/>
                  </a:cubicBezTo>
                  <a:cubicBezTo>
                    <a:pt x="213836" y="23813"/>
                    <a:pt x="268796" y="78772"/>
                    <a:pt x="268796" y="146304"/>
                  </a:cubicBezTo>
                  <a:cubicBezTo>
                    <a:pt x="268796" y="213836"/>
                    <a:pt x="213836" y="268796"/>
                    <a:pt x="146304" y="26879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22" name="Google Shape;3022;p95"/>
            <p:cNvSpPr/>
            <p:nvPr/>
          </p:nvSpPr>
          <p:spPr>
            <a:xfrm>
              <a:off x="7528647" y="551081"/>
              <a:ext cx="193738" cy="125158"/>
            </a:xfrm>
            <a:custGeom>
              <a:avLst/>
              <a:gdLst/>
              <a:ahLst/>
              <a:cxnLst/>
              <a:rect l="l" t="t" r="r" b="b"/>
              <a:pathLst>
                <a:path w="193738" h="125158" extrusionOk="0">
                  <a:moveTo>
                    <a:pt x="183547" y="96203"/>
                  </a:moveTo>
                  <a:lnTo>
                    <a:pt x="183547" y="53054"/>
                  </a:lnTo>
                  <a:cubicBezTo>
                    <a:pt x="189452" y="51054"/>
                    <a:pt x="193643" y="45530"/>
                    <a:pt x="193643" y="39053"/>
                  </a:cubicBezTo>
                  <a:cubicBezTo>
                    <a:pt x="193643" y="32576"/>
                    <a:pt x="189357" y="27051"/>
                    <a:pt x="183547" y="25051"/>
                  </a:cubicBezTo>
                  <a:lnTo>
                    <a:pt x="183547" y="10097"/>
                  </a:lnTo>
                  <a:lnTo>
                    <a:pt x="100298" y="10097"/>
                  </a:lnTo>
                  <a:cubicBezTo>
                    <a:pt x="98298" y="4191"/>
                    <a:pt x="92774" y="0"/>
                    <a:pt x="86297" y="0"/>
                  </a:cubicBezTo>
                  <a:cubicBezTo>
                    <a:pt x="79820" y="0"/>
                    <a:pt x="74295" y="4286"/>
                    <a:pt x="72295" y="10097"/>
                  </a:cubicBezTo>
                  <a:lnTo>
                    <a:pt x="28861" y="10097"/>
                  </a:lnTo>
                  <a:cubicBezTo>
                    <a:pt x="26861" y="4191"/>
                    <a:pt x="21336" y="0"/>
                    <a:pt x="14859" y="0"/>
                  </a:cubicBezTo>
                  <a:cubicBezTo>
                    <a:pt x="6668" y="0"/>
                    <a:pt x="0" y="6668"/>
                    <a:pt x="0" y="14859"/>
                  </a:cubicBezTo>
                  <a:cubicBezTo>
                    <a:pt x="0" y="21241"/>
                    <a:pt x="4096" y="26670"/>
                    <a:pt x="9716" y="28766"/>
                  </a:cubicBezTo>
                  <a:lnTo>
                    <a:pt x="9716" y="96012"/>
                  </a:lnTo>
                  <a:cubicBezTo>
                    <a:pt x="4096" y="98107"/>
                    <a:pt x="0" y="103537"/>
                    <a:pt x="0" y="109919"/>
                  </a:cubicBezTo>
                  <a:cubicBezTo>
                    <a:pt x="0" y="118110"/>
                    <a:pt x="6668" y="124778"/>
                    <a:pt x="14859" y="124778"/>
                  </a:cubicBezTo>
                  <a:cubicBezTo>
                    <a:pt x="21241" y="124778"/>
                    <a:pt x="26670" y="120682"/>
                    <a:pt x="28766" y="115062"/>
                  </a:cubicBezTo>
                  <a:lnTo>
                    <a:pt x="164878" y="115062"/>
                  </a:lnTo>
                  <a:cubicBezTo>
                    <a:pt x="166878" y="120968"/>
                    <a:pt x="172403" y="125158"/>
                    <a:pt x="178880" y="125158"/>
                  </a:cubicBezTo>
                  <a:cubicBezTo>
                    <a:pt x="187071" y="125158"/>
                    <a:pt x="193739" y="118491"/>
                    <a:pt x="193739" y="110300"/>
                  </a:cubicBezTo>
                  <a:cubicBezTo>
                    <a:pt x="193739" y="103823"/>
                    <a:pt x="189452" y="98298"/>
                    <a:pt x="183642" y="96298"/>
                  </a:cubicBezTo>
                  <a:close/>
                  <a:moveTo>
                    <a:pt x="86297" y="29718"/>
                  </a:moveTo>
                  <a:cubicBezTo>
                    <a:pt x="89821" y="29718"/>
                    <a:pt x="93059" y="28384"/>
                    <a:pt x="95631" y="26289"/>
                  </a:cubicBezTo>
                  <a:lnTo>
                    <a:pt x="110585" y="35624"/>
                  </a:lnTo>
                  <a:cubicBezTo>
                    <a:pt x="110300" y="36767"/>
                    <a:pt x="110109" y="37814"/>
                    <a:pt x="110109" y="39053"/>
                  </a:cubicBezTo>
                  <a:cubicBezTo>
                    <a:pt x="110109" y="43720"/>
                    <a:pt x="112300" y="47911"/>
                    <a:pt x="115729" y="50578"/>
                  </a:cubicBezTo>
                  <a:lnTo>
                    <a:pt x="111157" y="63246"/>
                  </a:lnTo>
                  <a:cubicBezTo>
                    <a:pt x="111157" y="63246"/>
                    <a:pt x="110966" y="63246"/>
                    <a:pt x="110776" y="63246"/>
                  </a:cubicBezTo>
                  <a:cubicBezTo>
                    <a:pt x="105728" y="63246"/>
                    <a:pt x="101156" y="65818"/>
                    <a:pt x="98489" y="69723"/>
                  </a:cubicBezTo>
                  <a:lnTo>
                    <a:pt x="70104" y="61531"/>
                  </a:lnTo>
                  <a:cubicBezTo>
                    <a:pt x="69914" y="58388"/>
                    <a:pt x="68771" y="55435"/>
                    <a:pt x="66961" y="53054"/>
                  </a:cubicBezTo>
                  <a:lnTo>
                    <a:pt x="82582" y="29147"/>
                  </a:lnTo>
                  <a:cubicBezTo>
                    <a:pt x="83725" y="29432"/>
                    <a:pt x="84963" y="29623"/>
                    <a:pt x="86297" y="29623"/>
                  </a:cubicBezTo>
                  <a:close/>
                  <a:moveTo>
                    <a:pt x="160973" y="43815"/>
                  </a:moveTo>
                  <a:lnTo>
                    <a:pt x="120682" y="67056"/>
                  </a:lnTo>
                  <a:cubicBezTo>
                    <a:pt x="120682" y="67056"/>
                    <a:pt x="120301" y="66770"/>
                    <a:pt x="120110" y="66580"/>
                  </a:cubicBezTo>
                  <a:lnTo>
                    <a:pt x="124682" y="53912"/>
                  </a:lnTo>
                  <a:cubicBezTo>
                    <a:pt x="124682" y="53912"/>
                    <a:pt x="124873" y="53912"/>
                    <a:pt x="124968" y="53912"/>
                  </a:cubicBezTo>
                  <a:cubicBezTo>
                    <a:pt x="131540" y="53912"/>
                    <a:pt x="136970" y="49625"/>
                    <a:pt x="138970" y="43815"/>
                  </a:cubicBezTo>
                  <a:lnTo>
                    <a:pt x="160877" y="43815"/>
                  </a:lnTo>
                  <a:close/>
                  <a:moveTo>
                    <a:pt x="171545" y="97346"/>
                  </a:moveTo>
                  <a:lnTo>
                    <a:pt x="125635" y="79057"/>
                  </a:lnTo>
                  <a:cubicBezTo>
                    <a:pt x="125635" y="79057"/>
                    <a:pt x="125635" y="78486"/>
                    <a:pt x="125635" y="78105"/>
                  </a:cubicBezTo>
                  <a:cubicBezTo>
                    <a:pt x="125635" y="77057"/>
                    <a:pt x="125540" y="76105"/>
                    <a:pt x="125349" y="75152"/>
                  </a:cubicBezTo>
                  <a:lnTo>
                    <a:pt x="168974" y="50102"/>
                  </a:lnTo>
                  <a:cubicBezTo>
                    <a:pt x="170402" y="51340"/>
                    <a:pt x="172117" y="52388"/>
                    <a:pt x="174022" y="52959"/>
                  </a:cubicBezTo>
                  <a:lnTo>
                    <a:pt x="174022" y="96107"/>
                  </a:lnTo>
                  <a:cubicBezTo>
                    <a:pt x="173165" y="96393"/>
                    <a:pt x="172307" y="96774"/>
                    <a:pt x="171545" y="97250"/>
                  </a:cubicBezTo>
                  <a:close/>
                  <a:moveTo>
                    <a:pt x="49816" y="75914"/>
                  </a:moveTo>
                  <a:cubicBezTo>
                    <a:pt x="51530" y="76581"/>
                    <a:pt x="53340" y="76962"/>
                    <a:pt x="55340" y="76962"/>
                  </a:cubicBezTo>
                  <a:cubicBezTo>
                    <a:pt x="60389" y="76962"/>
                    <a:pt x="64865" y="74390"/>
                    <a:pt x="67532" y="70580"/>
                  </a:cubicBezTo>
                  <a:lnTo>
                    <a:pt x="93345" y="78010"/>
                  </a:lnTo>
                  <a:cubicBezTo>
                    <a:pt x="77629" y="82391"/>
                    <a:pt x="53340" y="89154"/>
                    <a:pt x="33433" y="95155"/>
                  </a:cubicBezTo>
                  <a:lnTo>
                    <a:pt x="49816" y="75914"/>
                  </a:lnTo>
                  <a:close/>
                  <a:moveTo>
                    <a:pt x="74581" y="23908"/>
                  </a:moveTo>
                  <a:lnTo>
                    <a:pt x="58960" y="47816"/>
                  </a:lnTo>
                  <a:cubicBezTo>
                    <a:pt x="57722" y="47530"/>
                    <a:pt x="56579" y="47244"/>
                    <a:pt x="55245" y="47244"/>
                  </a:cubicBezTo>
                  <a:cubicBezTo>
                    <a:pt x="53435" y="47244"/>
                    <a:pt x="51626" y="47625"/>
                    <a:pt x="50006" y="48197"/>
                  </a:cubicBezTo>
                  <a:lnTo>
                    <a:pt x="27908" y="21241"/>
                  </a:lnTo>
                  <a:cubicBezTo>
                    <a:pt x="28194" y="20669"/>
                    <a:pt x="28480" y="20098"/>
                    <a:pt x="28670" y="19431"/>
                  </a:cubicBezTo>
                  <a:lnTo>
                    <a:pt x="72104" y="19431"/>
                  </a:lnTo>
                  <a:cubicBezTo>
                    <a:pt x="72676" y="21050"/>
                    <a:pt x="73438" y="22479"/>
                    <a:pt x="74486" y="23813"/>
                  </a:cubicBezTo>
                  <a:close/>
                  <a:moveTo>
                    <a:pt x="21241" y="28099"/>
                  </a:moveTo>
                  <a:lnTo>
                    <a:pt x="42767" y="54293"/>
                  </a:lnTo>
                  <a:cubicBezTo>
                    <a:pt x="41339" y="56579"/>
                    <a:pt x="40481" y="59246"/>
                    <a:pt x="40481" y="62103"/>
                  </a:cubicBezTo>
                  <a:cubicBezTo>
                    <a:pt x="40481" y="64960"/>
                    <a:pt x="41339" y="67437"/>
                    <a:pt x="42672" y="69723"/>
                  </a:cubicBezTo>
                  <a:lnTo>
                    <a:pt x="20288" y="96012"/>
                  </a:lnTo>
                  <a:cubicBezTo>
                    <a:pt x="20288" y="96012"/>
                    <a:pt x="19526" y="95822"/>
                    <a:pt x="19241" y="95631"/>
                  </a:cubicBezTo>
                  <a:lnTo>
                    <a:pt x="19241" y="28861"/>
                  </a:lnTo>
                  <a:cubicBezTo>
                    <a:pt x="20003" y="28670"/>
                    <a:pt x="20669" y="28384"/>
                    <a:pt x="21336" y="28004"/>
                  </a:cubicBezTo>
                  <a:close/>
                  <a:moveTo>
                    <a:pt x="98584" y="86487"/>
                  </a:moveTo>
                  <a:cubicBezTo>
                    <a:pt x="101251" y="90392"/>
                    <a:pt x="105728" y="92964"/>
                    <a:pt x="110776" y="92964"/>
                  </a:cubicBezTo>
                  <a:cubicBezTo>
                    <a:pt x="115253" y="92964"/>
                    <a:pt x="119253" y="90964"/>
                    <a:pt x="121920" y="87821"/>
                  </a:cubicBezTo>
                  <a:lnTo>
                    <a:pt x="164878" y="104966"/>
                  </a:lnTo>
                  <a:cubicBezTo>
                    <a:pt x="164878" y="104966"/>
                    <a:pt x="164783" y="105251"/>
                    <a:pt x="164687" y="105442"/>
                  </a:cubicBezTo>
                  <a:lnTo>
                    <a:pt x="32385" y="105442"/>
                  </a:lnTo>
                  <a:cubicBezTo>
                    <a:pt x="53912" y="98965"/>
                    <a:pt x="82106" y="91059"/>
                    <a:pt x="98489" y="86487"/>
                  </a:cubicBezTo>
                  <a:close/>
                  <a:moveTo>
                    <a:pt x="178784" y="44387"/>
                  </a:moveTo>
                  <a:cubicBezTo>
                    <a:pt x="175832" y="44387"/>
                    <a:pt x="173450" y="42005"/>
                    <a:pt x="173450" y="39053"/>
                  </a:cubicBezTo>
                  <a:cubicBezTo>
                    <a:pt x="173450" y="36100"/>
                    <a:pt x="175832" y="33719"/>
                    <a:pt x="178784" y="33719"/>
                  </a:cubicBezTo>
                  <a:cubicBezTo>
                    <a:pt x="181737" y="33719"/>
                    <a:pt x="184118" y="36100"/>
                    <a:pt x="184118" y="39053"/>
                  </a:cubicBezTo>
                  <a:cubicBezTo>
                    <a:pt x="184118" y="42005"/>
                    <a:pt x="181737" y="44387"/>
                    <a:pt x="178784" y="44387"/>
                  </a:cubicBezTo>
                  <a:close/>
                  <a:moveTo>
                    <a:pt x="174022" y="24955"/>
                  </a:moveTo>
                  <a:cubicBezTo>
                    <a:pt x="169640" y="26480"/>
                    <a:pt x="166211" y="29813"/>
                    <a:pt x="164783" y="34195"/>
                  </a:cubicBezTo>
                  <a:lnTo>
                    <a:pt x="139065" y="34195"/>
                  </a:lnTo>
                  <a:cubicBezTo>
                    <a:pt x="137065" y="28289"/>
                    <a:pt x="131540" y="24098"/>
                    <a:pt x="125063" y="24098"/>
                  </a:cubicBezTo>
                  <a:cubicBezTo>
                    <a:pt x="121539" y="24098"/>
                    <a:pt x="118301" y="25432"/>
                    <a:pt x="115729" y="27527"/>
                  </a:cubicBezTo>
                  <a:lnTo>
                    <a:pt x="102965" y="19526"/>
                  </a:lnTo>
                  <a:lnTo>
                    <a:pt x="174117" y="19526"/>
                  </a:lnTo>
                  <a:lnTo>
                    <a:pt x="174117" y="24955"/>
                  </a:lnTo>
                  <a:close/>
                  <a:moveTo>
                    <a:pt x="86297" y="9430"/>
                  </a:moveTo>
                  <a:cubicBezTo>
                    <a:pt x="89249" y="9430"/>
                    <a:pt x="91631" y="11811"/>
                    <a:pt x="91631" y="14764"/>
                  </a:cubicBezTo>
                  <a:cubicBezTo>
                    <a:pt x="91631" y="17717"/>
                    <a:pt x="89249" y="20098"/>
                    <a:pt x="86297" y="20098"/>
                  </a:cubicBezTo>
                  <a:cubicBezTo>
                    <a:pt x="83344" y="20098"/>
                    <a:pt x="80963" y="17717"/>
                    <a:pt x="80963" y="14764"/>
                  </a:cubicBezTo>
                  <a:cubicBezTo>
                    <a:pt x="80963" y="11811"/>
                    <a:pt x="83344" y="9430"/>
                    <a:pt x="86297" y="9430"/>
                  </a:cubicBezTo>
                  <a:close/>
                  <a:moveTo>
                    <a:pt x="14764" y="9430"/>
                  </a:moveTo>
                  <a:cubicBezTo>
                    <a:pt x="17717" y="9430"/>
                    <a:pt x="20098" y="11811"/>
                    <a:pt x="20098" y="14764"/>
                  </a:cubicBezTo>
                  <a:cubicBezTo>
                    <a:pt x="20098" y="17717"/>
                    <a:pt x="17717" y="20098"/>
                    <a:pt x="14764" y="20098"/>
                  </a:cubicBezTo>
                  <a:cubicBezTo>
                    <a:pt x="11811" y="20098"/>
                    <a:pt x="9430" y="17717"/>
                    <a:pt x="9430" y="14764"/>
                  </a:cubicBezTo>
                  <a:cubicBezTo>
                    <a:pt x="9430" y="11811"/>
                    <a:pt x="11811" y="9430"/>
                    <a:pt x="14764" y="9430"/>
                  </a:cubicBezTo>
                  <a:close/>
                  <a:moveTo>
                    <a:pt x="14764" y="115157"/>
                  </a:moveTo>
                  <a:cubicBezTo>
                    <a:pt x="11811" y="115157"/>
                    <a:pt x="9430" y="112776"/>
                    <a:pt x="9430" y="109823"/>
                  </a:cubicBezTo>
                  <a:cubicBezTo>
                    <a:pt x="9430" y="106871"/>
                    <a:pt x="11811" y="104489"/>
                    <a:pt x="14764" y="104489"/>
                  </a:cubicBezTo>
                  <a:cubicBezTo>
                    <a:pt x="17717" y="104489"/>
                    <a:pt x="20098" y="106871"/>
                    <a:pt x="20098" y="109823"/>
                  </a:cubicBezTo>
                  <a:cubicBezTo>
                    <a:pt x="20098" y="112776"/>
                    <a:pt x="17717" y="115157"/>
                    <a:pt x="14764" y="11515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23" name="Google Shape;3023;p95"/>
            <p:cNvSpPr/>
            <p:nvPr/>
          </p:nvSpPr>
          <p:spPr>
            <a:xfrm>
              <a:off x="7398536" y="337912"/>
              <a:ext cx="279558" cy="116776"/>
            </a:xfrm>
            <a:custGeom>
              <a:avLst/>
              <a:gdLst/>
              <a:ahLst/>
              <a:cxnLst/>
              <a:rect l="l" t="t" r="r" b="b"/>
              <a:pathLst>
                <a:path w="279558" h="116776" extrusionOk="0">
                  <a:moveTo>
                    <a:pt x="19050" y="38100"/>
                  </a:moveTo>
                  <a:lnTo>
                    <a:pt x="229267" y="38100"/>
                  </a:lnTo>
                  <a:cubicBezTo>
                    <a:pt x="235934" y="38100"/>
                    <a:pt x="241459" y="43529"/>
                    <a:pt x="241459" y="50292"/>
                  </a:cubicBezTo>
                  <a:lnTo>
                    <a:pt x="241459" y="97727"/>
                  </a:lnTo>
                  <a:cubicBezTo>
                    <a:pt x="241459" y="108204"/>
                    <a:pt x="250031" y="116777"/>
                    <a:pt x="260509" y="116777"/>
                  </a:cubicBezTo>
                  <a:cubicBezTo>
                    <a:pt x="270986" y="116777"/>
                    <a:pt x="279559" y="108204"/>
                    <a:pt x="279559" y="97727"/>
                  </a:cubicBezTo>
                  <a:lnTo>
                    <a:pt x="279559" y="50292"/>
                  </a:lnTo>
                  <a:cubicBezTo>
                    <a:pt x="279559" y="22574"/>
                    <a:pt x="256985" y="0"/>
                    <a:pt x="229267" y="0"/>
                  </a:cubicBezTo>
                  <a:lnTo>
                    <a:pt x="19050" y="0"/>
                  </a:lnTo>
                  <a:cubicBezTo>
                    <a:pt x="8572" y="0"/>
                    <a:pt x="0" y="8572"/>
                    <a:pt x="0" y="19050"/>
                  </a:cubicBezTo>
                  <a:cubicBezTo>
                    <a:pt x="0" y="29528"/>
                    <a:pt x="8572" y="38100"/>
                    <a:pt x="19050" y="3810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24" name="Google Shape;3024;p95"/>
            <p:cNvSpPr/>
            <p:nvPr/>
          </p:nvSpPr>
          <p:spPr>
            <a:xfrm>
              <a:off x="7271853" y="464499"/>
              <a:ext cx="195917" cy="266318"/>
            </a:xfrm>
            <a:custGeom>
              <a:avLst/>
              <a:gdLst/>
              <a:ahLst/>
              <a:cxnLst/>
              <a:rect l="l" t="t" r="r" b="b"/>
              <a:pathLst>
                <a:path w="195917" h="266318" extrusionOk="0">
                  <a:moveTo>
                    <a:pt x="163354" y="192119"/>
                  </a:moveTo>
                  <a:lnTo>
                    <a:pt x="140113" y="215646"/>
                  </a:lnTo>
                  <a:lnTo>
                    <a:pt x="140113" y="170974"/>
                  </a:lnTo>
                  <a:cubicBezTo>
                    <a:pt x="140113" y="148590"/>
                    <a:pt x="121825" y="130302"/>
                    <a:pt x="99441" y="130302"/>
                  </a:cubicBezTo>
                  <a:lnTo>
                    <a:pt x="50292" y="130302"/>
                  </a:lnTo>
                  <a:cubicBezTo>
                    <a:pt x="43625" y="130302"/>
                    <a:pt x="38100" y="124873"/>
                    <a:pt x="38100" y="118110"/>
                  </a:cubicBezTo>
                  <a:lnTo>
                    <a:pt x="38100" y="19050"/>
                  </a:lnTo>
                  <a:cubicBezTo>
                    <a:pt x="38100" y="8573"/>
                    <a:pt x="29528" y="0"/>
                    <a:pt x="19050" y="0"/>
                  </a:cubicBezTo>
                  <a:cubicBezTo>
                    <a:pt x="8572" y="0"/>
                    <a:pt x="0" y="8573"/>
                    <a:pt x="0" y="19050"/>
                  </a:cubicBezTo>
                  <a:lnTo>
                    <a:pt x="0" y="118110"/>
                  </a:lnTo>
                  <a:cubicBezTo>
                    <a:pt x="0" y="145828"/>
                    <a:pt x="22574" y="168402"/>
                    <a:pt x="50292" y="168402"/>
                  </a:cubicBezTo>
                  <a:lnTo>
                    <a:pt x="99441" y="168402"/>
                  </a:lnTo>
                  <a:cubicBezTo>
                    <a:pt x="100870" y="168402"/>
                    <a:pt x="102013" y="169545"/>
                    <a:pt x="102013" y="170974"/>
                  </a:cubicBezTo>
                  <a:lnTo>
                    <a:pt x="102013" y="236792"/>
                  </a:lnTo>
                  <a:cubicBezTo>
                    <a:pt x="102013" y="248126"/>
                    <a:pt x="108966" y="261556"/>
                    <a:pt x="122396" y="265176"/>
                  </a:cubicBezTo>
                  <a:cubicBezTo>
                    <a:pt x="125063" y="265938"/>
                    <a:pt x="128207" y="266319"/>
                    <a:pt x="131445" y="266319"/>
                  </a:cubicBezTo>
                  <a:cubicBezTo>
                    <a:pt x="138303" y="266319"/>
                    <a:pt x="145828" y="264224"/>
                    <a:pt x="151162" y="258509"/>
                  </a:cubicBezTo>
                  <a:lnTo>
                    <a:pt x="151162" y="258509"/>
                  </a:lnTo>
                  <a:cubicBezTo>
                    <a:pt x="151162" y="258509"/>
                    <a:pt x="190405" y="218885"/>
                    <a:pt x="190405" y="218885"/>
                  </a:cubicBezTo>
                  <a:cubicBezTo>
                    <a:pt x="197834" y="211360"/>
                    <a:pt x="197739" y="199358"/>
                    <a:pt x="190214" y="191929"/>
                  </a:cubicBezTo>
                  <a:cubicBezTo>
                    <a:pt x="182690" y="184499"/>
                    <a:pt x="170688" y="184595"/>
                    <a:pt x="163259" y="1921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25" name="Google Shape;3025;p95"/>
            <p:cNvSpPr/>
            <p:nvPr/>
          </p:nvSpPr>
          <p:spPr>
            <a:xfrm>
              <a:off x="7210298" y="275690"/>
              <a:ext cx="164925" cy="164925"/>
            </a:xfrm>
            <a:custGeom>
              <a:avLst/>
              <a:gdLst/>
              <a:ahLst/>
              <a:cxnLst/>
              <a:rect l="l" t="t" r="r" b="b"/>
              <a:pathLst>
                <a:path w="164925" h="164925" extrusionOk="0">
                  <a:moveTo>
                    <a:pt x="84796" y="162997"/>
                  </a:moveTo>
                  <a:cubicBezTo>
                    <a:pt x="93274" y="123944"/>
                    <a:pt x="123944" y="93274"/>
                    <a:pt x="162997" y="84796"/>
                  </a:cubicBezTo>
                  <a:cubicBezTo>
                    <a:pt x="165568" y="84225"/>
                    <a:pt x="165568" y="80701"/>
                    <a:pt x="162997" y="80129"/>
                  </a:cubicBezTo>
                  <a:cubicBezTo>
                    <a:pt x="124039" y="71652"/>
                    <a:pt x="93274" y="40886"/>
                    <a:pt x="84796" y="1929"/>
                  </a:cubicBezTo>
                  <a:cubicBezTo>
                    <a:pt x="84225" y="-643"/>
                    <a:pt x="80701" y="-643"/>
                    <a:pt x="80129" y="1929"/>
                  </a:cubicBezTo>
                  <a:cubicBezTo>
                    <a:pt x="71652" y="40981"/>
                    <a:pt x="40981" y="71652"/>
                    <a:pt x="1929" y="80129"/>
                  </a:cubicBezTo>
                  <a:cubicBezTo>
                    <a:pt x="-643" y="80701"/>
                    <a:pt x="-643" y="84225"/>
                    <a:pt x="1929" y="84796"/>
                  </a:cubicBezTo>
                  <a:cubicBezTo>
                    <a:pt x="40886" y="93274"/>
                    <a:pt x="71652" y="124039"/>
                    <a:pt x="80129" y="162997"/>
                  </a:cubicBezTo>
                  <a:cubicBezTo>
                    <a:pt x="80701" y="165568"/>
                    <a:pt x="84225" y="165568"/>
                    <a:pt x="84796" y="16299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26" name="Google Shape;3026;p95"/>
            <p:cNvSpPr/>
            <p:nvPr/>
          </p:nvSpPr>
          <p:spPr>
            <a:xfrm>
              <a:off x="7339528" y="404801"/>
              <a:ext cx="82486" cy="82534"/>
            </a:xfrm>
            <a:custGeom>
              <a:avLst/>
              <a:gdLst/>
              <a:ahLst/>
              <a:cxnLst/>
              <a:rect l="l" t="t" r="r" b="b"/>
              <a:pathLst>
                <a:path w="82486" h="82534" extrusionOk="0">
                  <a:moveTo>
                    <a:pt x="1000" y="40076"/>
                  </a:moveTo>
                  <a:cubicBezTo>
                    <a:pt x="-333" y="40362"/>
                    <a:pt x="-333" y="42172"/>
                    <a:pt x="1000" y="42458"/>
                  </a:cubicBezTo>
                  <a:cubicBezTo>
                    <a:pt x="20526" y="46744"/>
                    <a:pt x="35862" y="62079"/>
                    <a:pt x="40053" y="81605"/>
                  </a:cubicBezTo>
                  <a:cubicBezTo>
                    <a:pt x="40338" y="82844"/>
                    <a:pt x="42148" y="82844"/>
                    <a:pt x="42434" y="81605"/>
                  </a:cubicBezTo>
                  <a:cubicBezTo>
                    <a:pt x="46625" y="62079"/>
                    <a:pt x="62055" y="46744"/>
                    <a:pt x="81486" y="42458"/>
                  </a:cubicBezTo>
                  <a:cubicBezTo>
                    <a:pt x="82820" y="42172"/>
                    <a:pt x="82820" y="40362"/>
                    <a:pt x="81486" y="40076"/>
                  </a:cubicBezTo>
                  <a:cubicBezTo>
                    <a:pt x="61960" y="35790"/>
                    <a:pt x="46625" y="20455"/>
                    <a:pt x="42434" y="929"/>
                  </a:cubicBezTo>
                  <a:cubicBezTo>
                    <a:pt x="42148" y="-310"/>
                    <a:pt x="40338" y="-310"/>
                    <a:pt x="40053" y="929"/>
                  </a:cubicBezTo>
                  <a:cubicBezTo>
                    <a:pt x="35862" y="20455"/>
                    <a:pt x="20431" y="35790"/>
                    <a:pt x="1000" y="4007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027" name="Google Shape;3027;p95"/>
          <p:cNvGrpSpPr/>
          <p:nvPr/>
        </p:nvGrpSpPr>
        <p:grpSpPr>
          <a:xfrm>
            <a:off x="4446554" y="1019190"/>
            <a:ext cx="252888" cy="277641"/>
            <a:chOff x="7306072" y="1108153"/>
            <a:chExt cx="449579" cy="493584"/>
          </a:xfrm>
        </p:grpSpPr>
        <p:sp>
          <p:nvSpPr>
            <p:cNvPr id="3028" name="Google Shape;3028;p95"/>
            <p:cNvSpPr/>
            <p:nvPr/>
          </p:nvSpPr>
          <p:spPr>
            <a:xfrm>
              <a:off x="7463044" y="1309130"/>
              <a:ext cx="292607" cy="292607"/>
            </a:xfrm>
            <a:custGeom>
              <a:avLst/>
              <a:gdLst/>
              <a:ahLst/>
              <a:cxnLst/>
              <a:rect l="l" t="t" r="r" b="b"/>
              <a:pathLst>
                <a:path w="292607" h="292607" extrusionOk="0">
                  <a:moveTo>
                    <a:pt x="146304" y="0"/>
                  </a:moveTo>
                  <a:cubicBezTo>
                    <a:pt x="65532" y="0"/>
                    <a:pt x="0" y="65532"/>
                    <a:pt x="0" y="146304"/>
                  </a:cubicBezTo>
                  <a:cubicBezTo>
                    <a:pt x="0" y="227076"/>
                    <a:pt x="65532" y="292608"/>
                    <a:pt x="146304" y="292608"/>
                  </a:cubicBezTo>
                  <a:cubicBezTo>
                    <a:pt x="227076" y="292608"/>
                    <a:pt x="292608" y="227076"/>
                    <a:pt x="292608" y="146304"/>
                  </a:cubicBezTo>
                  <a:cubicBezTo>
                    <a:pt x="292608" y="65532"/>
                    <a:pt x="227076" y="0"/>
                    <a:pt x="146304" y="0"/>
                  </a:cubicBezTo>
                  <a:close/>
                  <a:moveTo>
                    <a:pt x="146304" y="268891"/>
                  </a:moveTo>
                  <a:cubicBezTo>
                    <a:pt x="78772" y="268891"/>
                    <a:pt x="23813" y="213932"/>
                    <a:pt x="23813" y="146399"/>
                  </a:cubicBezTo>
                  <a:cubicBezTo>
                    <a:pt x="23813" y="78867"/>
                    <a:pt x="78772" y="23908"/>
                    <a:pt x="146304" y="23908"/>
                  </a:cubicBezTo>
                  <a:cubicBezTo>
                    <a:pt x="213836" y="23908"/>
                    <a:pt x="268796" y="78867"/>
                    <a:pt x="268796" y="146399"/>
                  </a:cubicBezTo>
                  <a:cubicBezTo>
                    <a:pt x="268796" y="213932"/>
                    <a:pt x="213836" y="268891"/>
                    <a:pt x="146304" y="26889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29" name="Google Shape;3029;p95"/>
            <p:cNvSpPr/>
            <p:nvPr/>
          </p:nvSpPr>
          <p:spPr>
            <a:xfrm>
              <a:off x="7512574" y="1389616"/>
              <a:ext cx="193738" cy="125158"/>
            </a:xfrm>
            <a:custGeom>
              <a:avLst/>
              <a:gdLst/>
              <a:ahLst/>
              <a:cxnLst/>
              <a:rect l="l" t="t" r="r" b="b"/>
              <a:pathLst>
                <a:path w="193738" h="125158" extrusionOk="0">
                  <a:moveTo>
                    <a:pt x="183547" y="96203"/>
                  </a:moveTo>
                  <a:lnTo>
                    <a:pt x="183547" y="53054"/>
                  </a:lnTo>
                  <a:cubicBezTo>
                    <a:pt x="189452" y="51054"/>
                    <a:pt x="193643" y="45529"/>
                    <a:pt x="193643" y="39053"/>
                  </a:cubicBezTo>
                  <a:cubicBezTo>
                    <a:pt x="193643" y="32576"/>
                    <a:pt x="189357" y="27051"/>
                    <a:pt x="183547" y="25051"/>
                  </a:cubicBezTo>
                  <a:lnTo>
                    <a:pt x="183547" y="10097"/>
                  </a:lnTo>
                  <a:lnTo>
                    <a:pt x="100298" y="10097"/>
                  </a:lnTo>
                  <a:cubicBezTo>
                    <a:pt x="98298" y="4191"/>
                    <a:pt x="92774" y="0"/>
                    <a:pt x="86296" y="0"/>
                  </a:cubicBezTo>
                  <a:cubicBezTo>
                    <a:pt x="79819" y="0"/>
                    <a:pt x="74295" y="4286"/>
                    <a:pt x="72295" y="10097"/>
                  </a:cubicBezTo>
                  <a:lnTo>
                    <a:pt x="28861" y="10097"/>
                  </a:lnTo>
                  <a:cubicBezTo>
                    <a:pt x="26861" y="4191"/>
                    <a:pt x="21336" y="0"/>
                    <a:pt x="14859" y="0"/>
                  </a:cubicBezTo>
                  <a:cubicBezTo>
                    <a:pt x="6668" y="0"/>
                    <a:pt x="0" y="6668"/>
                    <a:pt x="0" y="14859"/>
                  </a:cubicBezTo>
                  <a:cubicBezTo>
                    <a:pt x="0" y="21241"/>
                    <a:pt x="4096" y="26670"/>
                    <a:pt x="9716" y="28766"/>
                  </a:cubicBezTo>
                  <a:lnTo>
                    <a:pt x="9716" y="96012"/>
                  </a:lnTo>
                  <a:cubicBezTo>
                    <a:pt x="4096" y="98107"/>
                    <a:pt x="0" y="103537"/>
                    <a:pt x="0" y="109919"/>
                  </a:cubicBezTo>
                  <a:cubicBezTo>
                    <a:pt x="0" y="118110"/>
                    <a:pt x="6668" y="124778"/>
                    <a:pt x="14859" y="124778"/>
                  </a:cubicBezTo>
                  <a:cubicBezTo>
                    <a:pt x="21241" y="124778"/>
                    <a:pt x="26670" y="120682"/>
                    <a:pt x="28765" y="115062"/>
                  </a:cubicBezTo>
                  <a:lnTo>
                    <a:pt x="164878" y="115062"/>
                  </a:lnTo>
                  <a:cubicBezTo>
                    <a:pt x="166878" y="120872"/>
                    <a:pt x="172403" y="125158"/>
                    <a:pt x="178880" y="125158"/>
                  </a:cubicBezTo>
                  <a:cubicBezTo>
                    <a:pt x="187071" y="125158"/>
                    <a:pt x="193738" y="118491"/>
                    <a:pt x="193738" y="110300"/>
                  </a:cubicBezTo>
                  <a:cubicBezTo>
                    <a:pt x="193738" y="103727"/>
                    <a:pt x="189452" y="98298"/>
                    <a:pt x="183642" y="96298"/>
                  </a:cubicBezTo>
                  <a:close/>
                  <a:moveTo>
                    <a:pt x="86201" y="29718"/>
                  </a:moveTo>
                  <a:cubicBezTo>
                    <a:pt x="89726" y="29718"/>
                    <a:pt x="92964" y="28384"/>
                    <a:pt x="95536" y="26289"/>
                  </a:cubicBezTo>
                  <a:lnTo>
                    <a:pt x="110490" y="35624"/>
                  </a:lnTo>
                  <a:cubicBezTo>
                    <a:pt x="110204" y="36767"/>
                    <a:pt x="110014" y="37814"/>
                    <a:pt x="110014" y="39053"/>
                  </a:cubicBezTo>
                  <a:cubicBezTo>
                    <a:pt x="110014" y="43720"/>
                    <a:pt x="112205" y="47911"/>
                    <a:pt x="115634" y="50578"/>
                  </a:cubicBezTo>
                  <a:lnTo>
                    <a:pt x="111062" y="63246"/>
                  </a:lnTo>
                  <a:cubicBezTo>
                    <a:pt x="111062" y="63246"/>
                    <a:pt x="110871" y="63246"/>
                    <a:pt x="110681" y="63246"/>
                  </a:cubicBezTo>
                  <a:cubicBezTo>
                    <a:pt x="105632" y="63246"/>
                    <a:pt x="101060" y="65818"/>
                    <a:pt x="98393" y="69723"/>
                  </a:cubicBezTo>
                  <a:lnTo>
                    <a:pt x="70009" y="61531"/>
                  </a:lnTo>
                  <a:cubicBezTo>
                    <a:pt x="69818" y="58388"/>
                    <a:pt x="68675" y="55435"/>
                    <a:pt x="66865" y="53054"/>
                  </a:cubicBezTo>
                  <a:lnTo>
                    <a:pt x="82487" y="29147"/>
                  </a:lnTo>
                  <a:cubicBezTo>
                    <a:pt x="83630" y="29432"/>
                    <a:pt x="84868" y="29623"/>
                    <a:pt x="86201" y="29623"/>
                  </a:cubicBezTo>
                  <a:close/>
                  <a:moveTo>
                    <a:pt x="160973" y="43815"/>
                  </a:moveTo>
                  <a:lnTo>
                    <a:pt x="120682" y="67056"/>
                  </a:lnTo>
                  <a:cubicBezTo>
                    <a:pt x="120682" y="67056"/>
                    <a:pt x="120301" y="66770"/>
                    <a:pt x="120110" y="66580"/>
                  </a:cubicBezTo>
                  <a:lnTo>
                    <a:pt x="124682" y="53816"/>
                  </a:lnTo>
                  <a:cubicBezTo>
                    <a:pt x="124682" y="53816"/>
                    <a:pt x="124873" y="53816"/>
                    <a:pt x="124968" y="53816"/>
                  </a:cubicBezTo>
                  <a:cubicBezTo>
                    <a:pt x="131540" y="53816"/>
                    <a:pt x="136969" y="49530"/>
                    <a:pt x="138970" y="43720"/>
                  </a:cubicBezTo>
                  <a:lnTo>
                    <a:pt x="160973" y="43720"/>
                  </a:lnTo>
                  <a:close/>
                  <a:moveTo>
                    <a:pt x="171450" y="97346"/>
                  </a:moveTo>
                  <a:lnTo>
                    <a:pt x="125539" y="79057"/>
                  </a:lnTo>
                  <a:cubicBezTo>
                    <a:pt x="125539" y="79057"/>
                    <a:pt x="125539" y="78486"/>
                    <a:pt x="125539" y="78105"/>
                  </a:cubicBezTo>
                  <a:cubicBezTo>
                    <a:pt x="125539" y="77057"/>
                    <a:pt x="125444" y="76105"/>
                    <a:pt x="125254" y="75152"/>
                  </a:cubicBezTo>
                  <a:lnTo>
                    <a:pt x="168878" y="50102"/>
                  </a:lnTo>
                  <a:cubicBezTo>
                    <a:pt x="170307" y="51340"/>
                    <a:pt x="172022" y="52388"/>
                    <a:pt x="173927" y="52959"/>
                  </a:cubicBezTo>
                  <a:lnTo>
                    <a:pt x="173927" y="96107"/>
                  </a:lnTo>
                  <a:cubicBezTo>
                    <a:pt x="173069" y="96393"/>
                    <a:pt x="172212" y="96774"/>
                    <a:pt x="171450" y="97250"/>
                  </a:cubicBezTo>
                  <a:close/>
                  <a:moveTo>
                    <a:pt x="49816" y="76009"/>
                  </a:moveTo>
                  <a:cubicBezTo>
                    <a:pt x="51530" y="76676"/>
                    <a:pt x="53340" y="77057"/>
                    <a:pt x="55340" y="77057"/>
                  </a:cubicBezTo>
                  <a:cubicBezTo>
                    <a:pt x="60388" y="77057"/>
                    <a:pt x="64865" y="74486"/>
                    <a:pt x="67532" y="70676"/>
                  </a:cubicBezTo>
                  <a:lnTo>
                    <a:pt x="93345" y="78105"/>
                  </a:lnTo>
                  <a:cubicBezTo>
                    <a:pt x="77629" y="82487"/>
                    <a:pt x="53340" y="89249"/>
                    <a:pt x="33433" y="95250"/>
                  </a:cubicBezTo>
                  <a:lnTo>
                    <a:pt x="49816" y="76009"/>
                  </a:lnTo>
                  <a:close/>
                  <a:moveTo>
                    <a:pt x="74581" y="24003"/>
                  </a:moveTo>
                  <a:lnTo>
                    <a:pt x="58960" y="47911"/>
                  </a:lnTo>
                  <a:cubicBezTo>
                    <a:pt x="57721" y="47625"/>
                    <a:pt x="56579" y="47339"/>
                    <a:pt x="55245" y="47339"/>
                  </a:cubicBezTo>
                  <a:cubicBezTo>
                    <a:pt x="53435" y="47339"/>
                    <a:pt x="51626" y="47720"/>
                    <a:pt x="50006" y="48292"/>
                  </a:cubicBezTo>
                  <a:lnTo>
                    <a:pt x="27908" y="21336"/>
                  </a:lnTo>
                  <a:cubicBezTo>
                    <a:pt x="28194" y="20765"/>
                    <a:pt x="28480" y="20193"/>
                    <a:pt x="28670" y="19526"/>
                  </a:cubicBezTo>
                  <a:lnTo>
                    <a:pt x="72104" y="19526"/>
                  </a:lnTo>
                  <a:cubicBezTo>
                    <a:pt x="72676" y="21146"/>
                    <a:pt x="73438" y="22574"/>
                    <a:pt x="74486" y="23908"/>
                  </a:cubicBezTo>
                  <a:close/>
                  <a:moveTo>
                    <a:pt x="21241" y="28194"/>
                  </a:moveTo>
                  <a:lnTo>
                    <a:pt x="42767" y="54388"/>
                  </a:lnTo>
                  <a:cubicBezTo>
                    <a:pt x="41338" y="56674"/>
                    <a:pt x="40481" y="59341"/>
                    <a:pt x="40481" y="62198"/>
                  </a:cubicBezTo>
                  <a:cubicBezTo>
                    <a:pt x="40481" y="65056"/>
                    <a:pt x="41338" y="67532"/>
                    <a:pt x="42672" y="69818"/>
                  </a:cubicBezTo>
                  <a:lnTo>
                    <a:pt x="20288" y="96107"/>
                  </a:lnTo>
                  <a:cubicBezTo>
                    <a:pt x="20288" y="96107"/>
                    <a:pt x="19621" y="95917"/>
                    <a:pt x="19240" y="95822"/>
                  </a:cubicBezTo>
                  <a:lnTo>
                    <a:pt x="19240" y="29051"/>
                  </a:lnTo>
                  <a:cubicBezTo>
                    <a:pt x="20003" y="28861"/>
                    <a:pt x="20669" y="28575"/>
                    <a:pt x="21336" y="28194"/>
                  </a:cubicBezTo>
                  <a:close/>
                  <a:moveTo>
                    <a:pt x="98584" y="86582"/>
                  </a:moveTo>
                  <a:cubicBezTo>
                    <a:pt x="101251" y="90488"/>
                    <a:pt x="105728" y="93059"/>
                    <a:pt x="110776" y="93059"/>
                  </a:cubicBezTo>
                  <a:cubicBezTo>
                    <a:pt x="115253" y="93059"/>
                    <a:pt x="119253" y="91059"/>
                    <a:pt x="121920" y="87916"/>
                  </a:cubicBezTo>
                  <a:lnTo>
                    <a:pt x="164878" y="105061"/>
                  </a:lnTo>
                  <a:cubicBezTo>
                    <a:pt x="164878" y="105061"/>
                    <a:pt x="164783" y="105442"/>
                    <a:pt x="164687" y="105537"/>
                  </a:cubicBezTo>
                  <a:lnTo>
                    <a:pt x="32385" y="105537"/>
                  </a:lnTo>
                  <a:cubicBezTo>
                    <a:pt x="53912" y="99060"/>
                    <a:pt x="82106" y="91154"/>
                    <a:pt x="98488" y="86582"/>
                  </a:cubicBezTo>
                  <a:close/>
                  <a:moveTo>
                    <a:pt x="178784" y="44387"/>
                  </a:moveTo>
                  <a:cubicBezTo>
                    <a:pt x="175832" y="44387"/>
                    <a:pt x="173450" y="42005"/>
                    <a:pt x="173450" y="39053"/>
                  </a:cubicBezTo>
                  <a:cubicBezTo>
                    <a:pt x="173450" y="36100"/>
                    <a:pt x="175832" y="33719"/>
                    <a:pt x="178784" y="33719"/>
                  </a:cubicBezTo>
                  <a:cubicBezTo>
                    <a:pt x="181737" y="33719"/>
                    <a:pt x="184118" y="36100"/>
                    <a:pt x="184118" y="39053"/>
                  </a:cubicBezTo>
                  <a:cubicBezTo>
                    <a:pt x="184118" y="42005"/>
                    <a:pt x="181737" y="44387"/>
                    <a:pt x="178784" y="44387"/>
                  </a:cubicBezTo>
                  <a:close/>
                  <a:moveTo>
                    <a:pt x="174022" y="25051"/>
                  </a:moveTo>
                  <a:cubicBezTo>
                    <a:pt x="169640" y="26575"/>
                    <a:pt x="166211" y="29908"/>
                    <a:pt x="164783" y="34290"/>
                  </a:cubicBezTo>
                  <a:lnTo>
                    <a:pt x="139065" y="34290"/>
                  </a:lnTo>
                  <a:cubicBezTo>
                    <a:pt x="137065" y="28384"/>
                    <a:pt x="131540" y="24194"/>
                    <a:pt x="125063" y="24194"/>
                  </a:cubicBezTo>
                  <a:cubicBezTo>
                    <a:pt x="121539" y="24194"/>
                    <a:pt x="118301" y="25527"/>
                    <a:pt x="115729" y="27623"/>
                  </a:cubicBezTo>
                  <a:lnTo>
                    <a:pt x="102965" y="19622"/>
                  </a:lnTo>
                  <a:lnTo>
                    <a:pt x="174117" y="19622"/>
                  </a:lnTo>
                  <a:lnTo>
                    <a:pt x="174117" y="25051"/>
                  </a:lnTo>
                  <a:close/>
                  <a:moveTo>
                    <a:pt x="86201" y="9525"/>
                  </a:moveTo>
                  <a:cubicBezTo>
                    <a:pt x="89154" y="9525"/>
                    <a:pt x="91535" y="11906"/>
                    <a:pt x="91535" y="14859"/>
                  </a:cubicBezTo>
                  <a:cubicBezTo>
                    <a:pt x="91535" y="17812"/>
                    <a:pt x="89154" y="20193"/>
                    <a:pt x="86201" y="20193"/>
                  </a:cubicBezTo>
                  <a:cubicBezTo>
                    <a:pt x="83249" y="20193"/>
                    <a:pt x="80867" y="17812"/>
                    <a:pt x="80867" y="14859"/>
                  </a:cubicBezTo>
                  <a:cubicBezTo>
                    <a:pt x="80867" y="11906"/>
                    <a:pt x="83249" y="9525"/>
                    <a:pt x="86201" y="9525"/>
                  </a:cubicBezTo>
                  <a:close/>
                  <a:moveTo>
                    <a:pt x="14764" y="9525"/>
                  </a:moveTo>
                  <a:cubicBezTo>
                    <a:pt x="17717" y="9525"/>
                    <a:pt x="20098" y="11906"/>
                    <a:pt x="20098" y="14859"/>
                  </a:cubicBezTo>
                  <a:cubicBezTo>
                    <a:pt x="20098" y="17812"/>
                    <a:pt x="17717" y="20193"/>
                    <a:pt x="14764" y="20193"/>
                  </a:cubicBezTo>
                  <a:cubicBezTo>
                    <a:pt x="11811" y="20193"/>
                    <a:pt x="9430" y="17812"/>
                    <a:pt x="9430" y="14859"/>
                  </a:cubicBezTo>
                  <a:cubicBezTo>
                    <a:pt x="9430" y="11906"/>
                    <a:pt x="11811" y="9525"/>
                    <a:pt x="14764" y="9525"/>
                  </a:cubicBezTo>
                  <a:close/>
                  <a:moveTo>
                    <a:pt x="14764" y="115253"/>
                  </a:moveTo>
                  <a:cubicBezTo>
                    <a:pt x="11811" y="115253"/>
                    <a:pt x="9430" y="112871"/>
                    <a:pt x="9430" y="109919"/>
                  </a:cubicBezTo>
                  <a:cubicBezTo>
                    <a:pt x="9430" y="106966"/>
                    <a:pt x="11811" y="104584"/>
                    <a:pt x="14764" y="104584"/>
                  </a:cubicBezTo>
                  <a:cubicBezTo>
                    <a:pt x="17717" y="104584"/>
                    <a:pt x="20098" y="106966"/>
                    <a:pt x="20098" y="109919"/>
                  </a:cubicBezTo>
                  <a:cubicBezTo>
                    <a:pt x="20098" y="112871"/>
                    <a:pt x="17717" y="115253"/>
                    <a:pt x="14764" y="11525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30" name="Google Shape;3030;p95"/>
            <p:cNvSpPr/>
            <p:nvPr/>
          </p:nvSpPr>
          <p:spPr>
            <a:xfrm>
              <a:off x="7362651" y="1300463"/>
              <a:ext cx="142303" cy="23812"/>
            </a:xfrm>
            <a:custGeom>
              <a:avLst/>
              <a:gdLst/>
              <a:ahLst/>
              <a:cxnLst/>
              <a:rect l="l" t="t" r="r" b="b"/>
              <a:pathLst>
                <a:path w="142303" h="23812" extrusionOk="0">
                  <a:moveTo>
                    <a:pt x="142304" y="11906"/>
                  </a:moveTo>
                  <a:cubicBezTo>
                    <a:pt x="142304" y="5334"/>
                    <a:pt x="136969" y="0"/>
                    <a:pt x="130397" y="0"/>
                  </a:cubicBezTo>
                  <a:lnTo>
                    <a:pt x="11906" y="0"/>
                  </a:lnTo>
                  <a:cubicBezTo>
                    <a:pt x="5334" y="0"/>
                    <a:pt x="0" y="5334"/>
                    <a:pt x="0" y="11906"/>
                  </a:cubicBezTo>
                  <a:cubicBezTo>
                    <a:pt x="0" y="18478"/>
                    <a:pt x="5334" y="23813"/>
                    <a:pt x="11906" y="23813"/>
                  </a:cubicBezTo>
                  <a:lnTo>
                    <a:pt x="130397" y="23813"/>
                  </a:lnTo>
                  <a:cubicBezTo>
                    <a:pt x="136969" y="23813"/>
                    <a:pt x="142304" y="18478"/>
                    <a:pt x="142304"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31" name="Google Shape;3031;p95"/>
            <p:cNvSpPr/>
            <p:nvPr/>
          </p:nvSpPr>
          <p:spPr>
            <a:xfrm>
              <a:off x="7362651" y="1355612"/>
              <a:ext cx="95154" cy="23812"/>
            </a:xfrm>
            <a:custGeom>
              <a:avLst/>
              <a:gdLst/>
              <a:ahLst/>
              <a:cxnLst/>
              <a:rect l="l" t="t" r="r" b="b"/>
              <a:pathLst>
                <a:path w="95154" h="23812" extrusionOk="0">
                  <a:moveTo>
                    <a:pt x="95155" y="11906"/>
                  </a:moveTo>
                  <a:cubicBezTo>
                    <a:pt x="95155" y="5334"/>
                    <a:pt x="89821" y="0"/>
                    <a:pt x="83249" y="0"/>
                  </a:cubicBezTo>
                  <a:lnTo>
                    <a:pt x="11906" y="0"/>
                  </a:lnTo>
                  <a:cubicBezTo>
                    <a:pt x="5334" y="0"/>
                    <a:pt x="0" y="5334"/>
                    <a:pt x="0" y="11906"/>
                  </a:cubicBezTo>
                  <a:cubicBezTo>
                    <a:pt x="0" y="18478"/>
                    <a:pt x="5334" y="23813"/>
                    <a:pt x="11906" y="23813"/>
                  </a:cubicBezTo>
                  <a:lnTo>
                    <a:pt x="83249" y="23813"/>
                  </a:lnTo>
                  <a:cubicBezTo>
                    <a:pt x="89821" y="23813"/>
                    <a:pt x="95155" y="18478"/>
                    <a:pt x="95155"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32" name="Google Shape;3032;p95"/>
            <p:cNvSpPr/>
            <p:nvPr/>
          </p:nvSpPr>
          <p:spPr>
            <a:xfrm>
              <a:off x="7362746" y="1410667"/>
              <a:ext cx="76485" cy="23812"/>
            </a:xfrm>
            <a:custGeom>
              <a:avLst/>
              <a:gdLst/>
              <a:ahLst/>
              <a:cxnLst/>
              <a:rect l="l" t="t" r="r" b="b"/>
              <a:pathLst>
                <a:path w="76485" h="23812" extrusionOk="0">
                  <a:moveTo>
                    <a:pt x="64579" y="0"/>
                  </a:moveTo>
                  <a:lnTo>
                    <a:pt x="11906" y="0"/>
                  </a:lnTo>
                  <a:cubicBezTo>
                    <a:pt x="5334" y="0"/>
                    <a:pt x="0" y="5334"/>
                    <a:pt x="0" y="11906"/>
                  </a:cubicBezTo>
                  <a:cubicBezTo>
                    <a:pt x="0" y="18479"/>
                    <a:pt x="5334" y="23813"/>
                    <a:pt x="11906" y="23813"/>
                  </a:cubicBezTo>
                  <a:lnTo>
                    <a:pt x="64579" y="23813"/>
                  </a:lnTo>
                  <a:cubicBezTo>
                    <a:pt x="71152" y="23813"/>
                    <a:pt x="76486" y="18479"/>
                    <a:pt x="76486" y="11906"/>
                  </a:cubicBezTo>
                  <a:cubicBezTo>
                    <a:pt x="76486" y="5334"/>
                    <a:pt x="71152" y="0"/>
                    <a:pt x="64579"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33" name="Google Shape;3033;p95"/>
            <p:cNvSpPr/>
            <p:nvPr/>
          </p:nvSpPr>
          <p:spPr>
            <a:xfrm>
              <a:off x="7362651" y="1465816"/>
              <a:ext cx="75818" cy="23812"/>
            </a:xfrm>
            <a:custGeom>
              <a:avLst/>
              <a:gdLst/>
              <a:ahLst/>
              <a:cxnLst/>
              <a:rect l="l" t="t" r="r" b="b"/>
              <a:pathLst>
                <a:path w="75818" h="23812" extrusionOk="0">
                  <a:moveTo>
                    <a:pt x="63913" y="0"/>
                  </a:moveTo>
                  <a:lnTo>
                    <a:pt x="11906" y="0"/>
                  </a:lnTo>
                  <a:cubicBezTo>
                    <a:pt x="5334" y="0"/>
                    <a:pt x="0" y="5334"/>
                    <a:pt x="0" y="11906"/>
                  </a:cubicBezTo>
                  <a:cubicBezTo>
                    <a:pt x="0" y="18479"/>
                    <a:pt x="5334" y="23813"/>
                    <a:pt x="11906" y="23813"/>
                  </a:cubicBezTo>
                  <a:lnTo>
                    <a:pt x="63913" y="23813"/>
                  </a:lnTo>
                  <a:cubicBezTo>
                    <a:pt x="70485" y="23813"/>
                    <a:pt x="75819" y="18479"/>
                    <a:pt x="75819" y="11906"/>
                  </a:cubicBezTo>
                  <a:cubicBezTo>
                    <a:pt x="75819" y="5334"/>
                    <a:pt x="70485" y="0"/>
                    <a:pt x="63913"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34" name="Google Shape;3034;p95"/>
            <p:cNvSpPr/>
            <p:nvPr/>
          </p:nvSpPr>
          <p:spPr>
            <a:xfrm>
              <a:off x="7306072" y="1108153"/>
              <a:ext cx="343947" cy="460533"/>
            </a:xfrm>
            <a:custGeom>
              <a:avLst/>
              <a:gdLst/>
              <a:ahLst/>
              <a:cxnLst/>
              <a:rect l="l" t="t" r="r" b="b"/>
              <a:pathLst>
                <a:path w="343947" h="460533" extrusionOk="0">
                  <a:moveTo>
                    <a:pt x="144685" y="422339"/>
                  </a:moveTo>
                  <a:lnTo>
                    <a:pt x="38100" y="422339"/>
                  </a:lnTo>
                  <a:lnTo>
                    <a:pt x="38100" y="143351"/>
                  </a:lnTo>
                  <a:lnTo>
                    <a:pt x="109728" y="143351"/>
                  </a:lnTo>
                  <a:cubicBezTo>
                    <a:pt x="120206" y="143351"/>
                    <a:pt x="128778" y="134779"/>
                    <a:pt x="128778" y="124301"/>
                  </a:cubicBezTo>
                  <a:lnTo>
                    <a:pt x="128778" y="38100"/>
                  </a:lnTo>
                  <a:lnTo>
                    <a:pt x="305848" y="38100"/>
                  </a:lnTo>
                  <a:lnTo>
                    <a:pt x="305848" y="164211"/>
                  </a:lnTo>
                  <a:cubicBezTo>
                    <a:pt x="305848" y="174689"/>
                    <a:pt x="314420" y="183261"/>
                    <a:pt x="324898" y="183261"/>
                  </a:cubicBezTo>
                  <a:cubicBezTo>
                    <a:pt x="335375" y="183261"/>
                    <a:pt x="343948" y="174689"/>
                    <a:pt x="343948" y="164211"/>
                  </a:cubicBezTo>
                  <a:lnTo>
                    <a:pt x="343948" y="19050"/>
                  </a:lnTo>
                  <a:cubicBezTo>
                    <a:pt x="343948" y="8572"/>
                    <a:pt x="335375" y="0"/>
                    <a:pt x="324898" y="0"/>
                  </a:cubicBezTo>
                  <a:lnTo>
                    <a:pt x="111728" y="0"/>
                  </a:lnTo>
                  <a:cubicBezTo>
                    <a:pt x="106394" y="0"/>
                    <a:pt x="101251" y="2286"/>
                    <a:pt x="97631" y="6191"/>
                  </a:cubicBezTo>
                  <a:lnTo>
                    <a:pt x="4953" y="107823"/>
                  </a:lnTo>
                  <a:cubicBezTo>
                    <a:pt x="1715" y="111347"/>
                    <a:pt x="0" y="115919"/>
                    <a:pt x="0" y="120682"/>
                  </a:cubicBezTo>
                  <a:lnTo>
                    <a:pt x="0" y="441484"/>
                  </a:lnTo>
                  <a:cubicBezTo>
                    <a:pt x="0" y="451961"/>
                    <a:pt x="8573" y="460534"/>
                    <a:pt x="19050" y="460534"/>
                  </a:cubicBezTo>
                  <a:lnTo>
                    <a:pt x="144685" y="460534"/>
                  </a:lnTo>
                  <a:cubicBezTo>
                    <a:pt x="155162" y="460534"/>
                    <a:pt x="163735" y="451961"/>
                    <a:pt x="163735" y="441484"/>
                  </a:cubicBezTo>
                  <a:cubicBezTo>
                    <a:pt x="163735" y="431006"/>
                    <a:pt x="155162" y="422434"/>
                    <a:pt x="144685" y="422434"/>
                  </a:cubicBezTo>
                  <a:close/>
                  <a:moveTo>
                    <a:pt x="58865" y="105251"/>
                  </a:moveTo>
                  <a:lnTo>
                    <a:pt x="90678" y="70390"/>
                  </a:lnTo>
                  <a:lnTo>
                    <a:pt x="90678" y="105251"/>
                  </a:lnTo>
                  <a:lnTo>
                    <a:pt x="58865" y="10525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035" name="Google Shape;3035;p95"/>
          <p:cNvGrpSpPr/>
          <p:nvPr/>
        </p:nvGrpSpPr>
        <p:grpSpPr>
          <a:xfrm>
            <a:off x="6801747" y="1004040"/>
            <a:ext cx="272498" cy="307927"/>
            <a:chOff x="5244179" y="3458503"/>
            <a:chExt cx="484441" cy="547425"/>
          </a:xfrm>
        </p:grpSpPr>
        <p:sp>
          <p:nvSpPr>
            <p:cNvPr id="3036" name="Google Shape;3036;p95"/>
            <p:cNvSpPr/>
            <p:nvPr/>
          </p:nvSpPr>
          <p:spPr>
            <a:xfrm>
              <a:off x="5244179" y="3458503"/>
              <a:ext cx="484441" cy="547425"/>
            </a:xfrm>
            <a:custGeom>
              <a:avLst/>
              <a:gdLst/>
              <a:ahLst/>
              <a:cxnLst/>
              <a:rect l="l" t="t" r="r" b="b"/>
              <a:pathLst>
                <a:path w="484441" h="547425" extrusionOk="0">
                  <a:moveTo>
                    <a:pt x="465392" y="122896"/>
                  </a:moveTo>
                  <a:lnTo>
                    <a:pt x="261271" y="5072"/>
                  </a:lnTo>
                  <a:cubicBezTo>
                    <a:pt x="249555" y="-1691"/>
                    <a:pt x="234887" y="-1691"/>
                    <a:pt x="223171" y="5072"/>
                  </a:cubicBezTo>
                  <a:lnTo>
                    <a:pt x="19050" y="122896"/>
                  </a:lnTo>
                  <a:cubicBezTo>
                    <a:pt x="7334" y="129659"/>
                    <a:pt x="0" y="142327"/>
                    <a:pt x="0" y="155853"/>
                  </a:cubicBezTo>
                  <a:lnTo>
                    <a:pt x="0" y="391597"/>
                  </a:lnTo>
                  <a:cubicBezTo>
                    <a:pt x="0" y="405122"/>
                    <a:pt x="7334" y="417790"/>
                    <a:pt x="19050" y="424553"/>
                  </a:cubicBezTo>
                  <a:lnTo>
                    <a:pt x="223171" y="542377"/>
                  </a:lnTo>
                  <a:cubicBezTo>
                    <a:pt x="229076" y="545806"/>
                    <a:pt x="235649" y="547426"/>
                    <a:pt x="242221" y="547426"/>
                  </a:cubicBezTo>
                  <a:cubicBezTo>
                    <a:pt x="248793" y="547426"/>
                    <a:pt x="255365" y="545711"/>
                    <a:pt x="261271" y="542377"/>
                  </a:cubicBezTo>
                  <a:lnTo>
                    <a:pt x="465392" y="424553"/>
                  </a:lnTo>
                  <a:cubicBezTo>
                    <a:pt x="477107" y="417790"/>
                    <a:pt x="484442" y="405122"/>
                    <a:pt x="484442" y="391597"/>
                  </a:cubicBezTo>
                  <a:lnTo>
                    <a:pt x="484442" y="155853"/>
                  </a:lnTo>
                  <a:cubicBezTo>
                    <a:pt x="484442" y="142327"/>
                    <a:pt x="477107" y="129659"/>
                    <a:pt x="465392" y="122896"/>
                  </a:cubicBezTo>
                  <a:close/>
                  <a:moveTo>
                    <a:pt x="446342" y="391597"/>
                  </a:moveTo>
                  <a:lnTo>
                    <a:pt x="242221" y="509421"/>
                  </a:lnTo>
                  <a:lnTo>
                    <a:pt x="38100" y="391597"/>
                  </a:lnTo>
                  <a:lnTo>
                    <a:pt x="38100" y="155853"/>
                  </a:lnTo>
                  <a:lnTo>
                    <a:pt x="242221" y="38029"/>
                  </a:lnTo>
                  <a:lnTo>
                    <a:pt x="446342" y="155853"/>
                  </a:lnTo>
                  <a:lnTo>
                    <a:pt x="446342" y="39159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37" name="Google Shape;3037;p95"/>
            <p:cNvSpPr/>
            <p:nvPr/>
          </p:nvSpPr>
          <p:spPr>
            <a:xfrm>
              <a:off x="5302662" y="3593401"/>
              <a:ext cx="367474" cy="293370"/>
            </a:xfrm>
            <a:custGeom>
              <a:avLst/>
              <a:gdLst/>
              <a:ahLst/>
              <a:cxnLst/>
              <a:rect l="l" t="t" r="r" b="b"/>
              <a:pathLst>
                <a:path w="367474" h="293370" extrusionOk="0">
                  <a:moveTo>
                    <a:pt x="183737" y="0"/>
                  </a:moveTo>
                  <a:cubicBezTo>
                    <a:pt x="108109" y="0"/>
                    <a:pt x="45911" y="58769"/>
                    <a:pt x="40386" y="133064"/>
                  </a:cubicBezTo>
                  <a:lnTo>
                    <a:pt x="11906" y="133064"/>
                  </a:lnTo>
                  <a:cubicBezTo>
                    <a:pt x="5334" y="133064"/>
                    <a:pt x="0" y="138398"/>
                    <a:pt x="0" y="144971"/>
                  </a:cubicBezTo>
                  <a:cubicBezTo>
                    <a:pt x="0" y="151543"/>
                    <a:pt x="5334" y="156877"/>
                    <a:pt x="11906" y="156877"/>
                  </a:cubicBezTo>
                  <a:lnTo>
                    <a:pt x="99155" y="156877"/>
                  </a:lnTo>
                  <a:cubicBezTo>
                    <a:pt x="101727" y="174498"/>
                    <a:pt x="109633" y="191357"/>
                    <a:pt x="123158" y="204883"/>
                  </a:cubicBezTo>
                  <a:cubicBezTo>
                    <a:pt x="139827" y="221552"/>
                    <a:pt x="161735" y="229934"/>
                    <a:pt x="183737" y="229934"/>
                  </a:cubicBezTo>
                  <a:cubicBezTo>
                    <a:pt x="194405" y="229934"/>
                    <a:pt x="205073" y="227933"/>
                    <a:pt x="215075" y="224028"/>
                  </a:cubicBezTo>
                  <a:lnTo>
                    <a:pt x="220313" y="229267"/>
                  </a:lnTo>
                  <a:lnTo>
                    <a:pt x="274130" y="283369"/>
                  </a:lnTo>
                  <a:cubicBezTo>
                    <a:pt x="280606" y="289846"/>
                    <a:pt x="289179" y="293370"/>
                    <a:pt x="298323" y="293370"/>
                  </a:cubicBezTo>
                  <a:cubicBezTo>
                    <a:pt x="307467" y="293370"/>
                    <a:pt x="316040" y="289846"/>
                    <a:pt x="322421" y="283369"/>
                  </a:cubicBezTo>
                  <a:lnTo>
                    <a:pt x="323088" y="282702"/>
                  </a:lnTo>
                  <a:cubicBezTo>
                    <a:pt x="336423" y="269367"/>
                    <a:pt x="336423" y="247745"/>
                    <a:pt x="323088" y="234410"/>
                  </a:cubicBezTo>
                  <a:lnTo>
                    <a:pt x="269367" y="180404"/>
                  </a:lnTo>
                  <a:lnTo>
                    <a:pt x="263747" y="174784"/>
                  </a:lnTo>
                  <a:cubicBezTo>
                    <a:pt x="265938" y="169069"/>
                    <a:pt x="267462" y="163068"/>
                    <a:pt x="268319" y="156972"/>
                  </a:cubicBezTo>
                  <a:lnTo>
                    <a:pt x="355568" y="156972"/>
                  </a:lnTo>
                  <a:cubicBezTo>
                    <a:pt x="362141" y="156972"/>
                    <a:pt x="367475" y="151638"/>
                    <a:pt x="367475" y="145066"/>
                  </a:cubicBezTo>
                  <a:cubicBezTo>
                    <a:pt x="367475" y="138493"/>
                    <a:pt x="362141" y="133160"/>
                    <a:pt x="355568" y="133160"/>
                  </a:cubicBezTo>
                  <a:lnTo>
                    <a:pt x="327089" y="133160"/>
                  </a:lnTo>
                  <a:cubicBezTo>
                    <a:pt x="321564" y="58865"/>
                    <a:pt x="259461" y="95"/>
                    <a:pt x="183737" y="95"/>
                  </a:cubicBezTo>
                  <a:close/>
                  <a:moveTo>
                    <a:pt x="140018" y="188119"/>
                  </a:moveTo>
                  <a:cubicBezTo>
                    <a:pt x="115919" y="164021"/>
                    <a:pt x="115919" y="124778"/>
                    <a:pt x="140018" y="100679"/>
                  </a:cubicBezTo>
                  <a:cubicBezTo>
                    <a:pt x="151733" y="88964"/>
                    <a:pt x="167259" y="82582"/>
                    <a:pt x="183737" y="82582"/>
                  </a:cubicBezTo>
                  <a:cubicBezTo>
                    <a:pt x="200216" y="82582"/>
                    <a:pt x="215741" y="89059"/>
                    <a:pt x="227457" y="100679"/>
                  </a:cubicBezTo>
                  <a:cubicBezTo>
                    <a:pt x="239173" y="112395"/>
                    <a:pt x="245555" y="127826"/>
                    <a:pt x="245555" y="144399"/>
                  </a:cubicBezTo>
                  <a:cubicBezTo>
                    <a:pt x="245555" y="160973"/>
                    <a:pt x="239173" y="176403"/>
                    <a:pt x="227457" y="188119"/>
                  </a:cubicBezTo>
                  <a:cubicBezTo>
                    <a:pt x="203359" y="212217"/>
                    <a:pt x="164116" y="212217"/>
                    <a:pt x="140018" y="188119"/>
                  </a:cubicBezTo>
                  <a:close/>
                  <a:moveTo>
                    <a:pt x="306324" y="251269"/>
                  </a:moveTo>
                  <a:cubicBezTo>
                    <a:pt x="310325" y="255270"/>
                    <a:pt x="310325" y="261842"/>
                    <a:pt x="306324" y="265843"/>
                  </a:cubicBezTo>
                  <a:lnTo>
                    <a:pt x="305562" y="266605"/>
                  </a:lnTo>
                  <a:cubicBezTo>
                    <a:pt x="303562" y="268605"/>
                    <a:pt x="300895" y="269653"/>
                    <a:pt x="298323" y="269653"/>
                  </a:cubicBezTo>
                  <a:cubicBezTo>
                    <a:pt x="295751" y="269653"/>
                    <a:pt x="293084" y="268605"/>
                    <a:pt x="291084" y="266605"/>
                  </a:cubicBezTo>
                  <a:lnTo>
                    <a:pt x="237268" y="212503"/>
                  </a:lnTo>
                  <a:lnTo>
                    <a:pt x="252603" y="197167"/>
                  </a:lnTo>
                  <a:lnTo>
                    <a:pt x="306419" y="251174"/>
                  </a:lnTo>
                  <a:close/>
                  <a:moveTo>
                    <a:pt x="268510" y="133160"/>
                  </a:moveTo>
                  <a:cubicBezTo>
                    <a:pt x="266033" y="114586"/>
                    <a:pt x="257747" y="97345"/>
                    <a:pt x="244221" y="83915"/>
                  </a:cubicBezTo>
                  <a:cubicBezTo>
                    <a:pt x="228029" y="67723"/>
                    <a:pt x="206502" y="58865"/>
                    <a:pt x="183642" y="58865"/>
                  </a:cubicBezTo>
                  <a:cubicBezTo>
                    <a:pt x="160782" y="58865"/>
                    <a:pt x="139256" y="67818"/>
                    <a:pt x="123063" y="83915"/>
                  </a:cubicBezTo>
                  <a:cubicBezTo>
                    <a:pt x="109252" y="97727"/>
                    <a:pt x="101251" y="115157"/>
                    <a:pt x="98870" y="133160"/>
                  </a:cubicBezTo>
                  <a:lnTo>
                    <a:pt x="64103" y="133160"/>
                  </a:lnTo>
                  <a:cubicBezTo>
                    <a:pt x="69628" y="72009"/>
                    <a:pt x="121063" y="23908"/>
                    <a:pt x="183642" y="23908"/>
                  </a:cubicBezTo>
                  <a:cubicBezTo>
                    <a:pt x="246221" y="23908"/>
                    <a:pt x="297371" y="71723"/>
                    <a:pt x="303181" y="133160"/>
                  </a:cubicBezTo>
                  <a:lnTo>
                    <a:pt x="268415" y="13316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038" name="Google Shape;3038;p95"/>
          <p:cNvGrpSpPr/>
          <p:nvPr/>
        </p:nvGrpSpPr>
        <p:grpSpPr>
          <a:xfrm>
            <a:off x="1242630" y="1770600"/>
            <a:ext cx="299983" cy="286857"/>
            <a:chOff x="245756" y="1799533"/>
            <a:chExt cx="533304" cy="509968"/>
          </a:xfrm>
        </p:grpSpPr>
        <p:grpSp>
          <p:nvGrpSpPr>
            <p:cNvPr id="3039" name="Google Shape;3039;p95"/>
            <p:cNvGrpSpPr/>
            <p:nvPr/>
          </p:nvGrpSpPr>
          <p:grpSpPr>
            <a:xfrm>
              <a:off x="245756" y="1799533"/>
              <a:ext cx="510063" cy="509968"/>
              <a:chOff x="245756" y="1799533"/>
              <a:chExt cx="510063" cy="509968"/>
            </a:xfrm>
          </p:grpSpPr>
          <p:sp>
            <p:nvSpPr>
              <p:cNvPr id="3040" name="Google Shape;3040;p95"/>
              <p:cNvSpPr/>
              <p:nvPr/>
            </p:nvSpPr>
            <p:spPr>
              <a:xfrm>
                <a:off x="450162" y="2128527"/>
                <a:ext cx="47910" cy="108108"/>
              </a:xfrm>
              <a:custGeom>
                <a:avLst/>
                <a:gdLst/>
                <a:ahLst/>
                <a:cxnLst/>
                <a:rect l="l" t="t" r="r" b="b"/>
                <a:pathLst>
                  <a:path w="47910" h="108108" extrusionOk="0">
                    <a:moveTo>
                      <a:pt x="24289" y="85725"/>
                    </a:moveTo>
                    <a:cubicBezTo>
                      <a:pt x="23241" y="85725"/>
                      <a:pt x="22384" y="84868"/>
                      <a:pt x="22384" y="83820"/>
                    </a:cubicBezTo>
                    <a:lnTo>
                      <a:pt x="22384" y="24384"/>
                    </a:lnTo>
                    <a:cubicBezTo>
                      <a:pt x="22384" y="23336"/>
                      <a:pt x="23241" y="22479"/>
                      <a:pt x="24289" y="22479"/>
                    </a:cubicBezTo>
                    <a:lnTo>
                      <a:pt x="29909" y="22479"/>
                    </a:lnTo>
                    <a:cubicBezTo>
                      <a:pt x="30290" y="14859"/>
                      <a:pt x="31052" y="7334"/>
                      <a:pt x="32385" y="0"/>
                    </a:cubicBezTo>
                    <a:lnTo>
                      <a:pt x="24384" y="0"/>
                    </a:lnTo>
                    <a:cubicBezTo>
                      <a:pt x="10954" y="0"/>
                      <a:pt x="0" y="10954"/>
                      <a:pt x="0" y="24289"/>
                    </a:cubicBezTo>
                    <a:lnTo>
                      <a:pt x="0" y="83725"/>
                    </a:lnTo>
                    <a:cubicBezTo>
                      <a:pt x="0" y="97155"/>
                      <a:pt x="10954" y="108109"/>
                      <a:pt x="24384" y="108109"/>
                    </a:cubicBezTo>
                    <a:lnTo>
                      <a:pt x="47911" y="108109"/>
                    </a:lnTo>
                    <a:cubicBezTo>
                      <a:pt x="44291" y="100870"/>
                      <a:pt x="41148" y="93440"/>
                      <a:pt x="38481" y="85630"/>
                    </a:cubicBezTo>
                    <a:lnTo>
                      <a:pt x="24289" y="8563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41" name="Google Shape;3041;p95"/>
              <p:cNvSpPr/>
              <p:nvPr/>
            </p:nvSpPr>
            <p:spPr>
              <a:xfrm>
                <a:off x="320432" y="2128622"/>
                <a:ext cx="108203" cy="108108"/>
              </a:xfrm>
              <a:custGeom>
                <a:avLst/>
                <a:gdLst/>
                <a:ahLst/>
                <a:cxnLst/>
                <a:rect l="l" t="t" r="r" b="b"/>
                <a:pathLst>
                  <a:path w="108203" h="108108" extrusionOk="0">
                    <a:moveTo>
                      <a:pt x="83820" y="0"/>
                    </a:moveTo>
                    <a:lnTo>
                      <a:pt x="24384" y="0"/>
                    </a:lnTo>
                    <a:cubicBezTo>
                      <a:pt x="10954" y="0"/>
                      <a:pt x="0" y="10954"/>
                      <a:pt x="0" y="24289"/>
                    </a:cubicBezTo>
                    <a:lnTo>
                      <a:pt x="0" y="83725"/>
                    </a:lnTo>
                    <a:cubicBezTo>
                      <a:pt x="0" y="97155"/>
                      <a:pt x="10954" y="108109"/>
                      <a:pt x="24384" y="108109"/>
                    </a:cubicBezTo>
                    <a:lnTo>
                      <a:pt x="83820" y="108109"/>
                    </a:lnTo>
                    <a:cubicBezTo>
                      <a:pt x="97250" y="108109"/>
                      <a:pt x="108204" y="97155"/>
                      <a:pt x="108204" y="83725"/>
                    </a:cubicBezTo>
                    <a:lnTo>
                      <a:pt x="108204" y="24289"/>
                    </a:lnTo>
                    <a:cubicBezTo>
                      <a:pt x="108204" y="10954"/>
                      <a:pt x="97250" y="0"/>
                      <a:pt x="83820" y="0"/>
                    </a:cubicBezTo>
                    <a:close/>
                    <a:moveTo>
                      <a:pt x="85725" y="83725"/>
                    </a:moveTo>
                    <a:cubicBezTo>
                      <a:pt x="85725" y="84772"/>
                      <a:pt x="84868" y="85630"/>
                      <a:pt x="83820" y="85630"/>
                    </a:cubicBezTo>
                    <a:lnTo>
                      <a:pt x="24384" y="85630"/>
                    </a:lnTo>
                    <a:cubicBezTo>
                      <a:pt x="23336" y="85630"/>
                      <a:pt x="22479" y="84772"/>
                      <a:pt x="22479" y="83725"/>
                    </a:cubicBezTo>
                    <a:lnTo>
                      <a:pt x="22479" y="24289"/>
                    </a:lnTo>
                    <a:cubicBezTo>
                      <a:pt x="22479" y="23241"/>
                      <a:pt x="23336" y="22384"/>
                      <a:pt x="24384" y="22384"/>
                    </a:cubicBezTo>
                    <a:lnTo>
                      <a:pt x="83820" y="22384"/>
                    </a:lnTo>
                    <a:cubicBezTo>
                      <a:pt x="84868" y="22384"/>
                      <a:pt x="85725" y="23241"/>
                      <a:pt x="85725" y="24289"/>
                    </a:cubicBezTo>
                    <a:lnTo>
                      <a:pt x="85725" y="8372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42" name="Google Shape;3042;p95"/>
              <p:cNvSpPr/>
              <p:nvPr/>
            </p:nvSpPr>
            <p:spPr>
              <a:xfrm>
                <a:off x="449972" y="1869256"/>
                <a:ext cx="108204" cy="108203"/>
              </a:xfrm>
              <a:custGeom>
                <a:avLst/>
                <a:gdLst/>
                <a:ahLst/>
                <a:cxnLst/>
                <a:rect l="l" t="t" r="r" b="b"/>
                <a:pathLst>
                  <a:path w="108204" h="108203" extrusionOk="0">
                    <a:moveTo>
                      <a:pt x="83820" y="0"/>
                    </a:moveTo>
                    <a:lnTo>
                      <a:pt x="24384" y="0"/>
                    </a:lnTo>
                    <a:cubicBezTo>
                      <a:pt x="10954" y="0"/>
                      <a:pt x="0" y="10954"/>
                      <a:pt x="0" y="24384"/>
                    </a:cubicBezTo>
                    <a:lnTo>
                      <a:pt x="0" y="83820"/>
                    </a:lnTo>
                    <a:cubicBezTo>
                      <a:pt x="0" y="97250"/>
                      <a:pt x="10954" y="108204"/>
                      <a:pt x="24384" y="108204"/>
                    </a:cubicBezTo>
                    <a:lnTo>
                      <a:pt x="83820" y="108204"/>
                    </a:lnTo>
                    <a:cubicBezTo>
                      <a:pt x="97250" y="108204"/>
                      <a:pt x="108204" y="97250"/>
                      <a:pt x="108204" y="83820"/>
                    </a:cubicBezTo>
                    <a:lnTo>
                      <a:pt x="108204" y="24384"/>
                    </a:lnTo>
                    <a:cubicBezTo>
                      <a:pt x="108204" y="10954"/>
                      <a:pt x="97250" y="0"/>
                      <a:pt x="83820" y="0"/>
                    </a:cubicBezTo>
                    <a:close/>
                    <a:moveTo>
                      <a:pt x="85630" y="83725"/>
                    </a:moveTo>
                    <a:cubicBezTo>
                      <a:pt x="85630" y="84773"/>
                      <a:pt x="84773" y="85630"/>
                      <a:pt x="83725" y="85630"/>
                    </a:cubicBezTo>
                    <a:lnTo>
                      <a:pt x="24289" y="85630"/>
                    </a:lnTo>
                    <a:cubicBezTo>
                      <a:pt x="23241" y="85630"/>
                      <a:pt x="22384" y="84773"/>
                      <a:pt x="22384" y="83725"/>
                    </a:cubicBezTo>
                    <a:lnTo>
                      <a:pt x="22384" y="24289"/>
                    </a:lnTo>
                    <a:cubicBezTo>
                      <a:pt x="22384" y="23241"/>
                      <a:pt x="23241" y="22384"/>
                      <a:pt x="24289" y="22384"/>
                    </a:cubicBezTo>
                    <a:lnTo>
                      <a:pt x="83725" y="22384"/>
                    </a:lnTo>
                    <a:cubicBezTo>
                      <a:pt x="84773" y="22384"/>
                      <a:pt x="85630" y="23241"/>
                      <a:pt x="85630" y="24289"/>
                    </a:cubicBezTo>
                    <a:lnTo>
                      <a:pt x="85630" y="8372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43" name="Google Shape;3043;p95"/>
              <p:cNvSpPr/>
              <p:nvPr/>
            </p:nvSpPr>
            <p:spPr>
              <a:xfrm>
                <a:off x="450162" y="1997844"/>
                <a:ext cx="107060" cy="108013"/>
              </a:xfrm>
              <a:custGeom>
                <a:avLst/>
                <a:gdLst/>
                <a:ahLst/>
                <a:cxnLst/>
                <a:rect l="l" t="t" r="r" b="b"/>
                <a:pathLst>
                  <a:path w="107060" h="108013" extrusionOk="0">
                    <a:moveTo>
                      <a:pt x="24289" y="85725"/>
                    </a:moveTo>
                    <a:cubicBezTo>
                      <a:pt x="23241" y="85725"/>
                      <a:pt x="22384" y="84868"/>
                      <a:pt x="22384" y="83820"/>
                    </a:cubicBezTo>
                    <a:lnTo>
                      <a:pt x="22384" y="24384"/>
                    </a:lnTo>
                    <a:cubicBezTo>
                      <a:pt x="22384" y="23336"/>
                      <a:pt x="23241" y="22479"/>
                      <a:pt x="24289" y="22479"/>
                    </a:cubicBezTo>
                    <a:lnTo>
                      <a:pt x="83725" y="22479"/>
                    </a:lnTo>
                    <a:cubicBezTo>
                      <a:pt x="84773" y="22479"/>
                      <a:pt x="85630" y="23336"/>
                      <a:pt x="85630" y="24384"/>
                    </a:cubicBezTo>
                    <a:lnTo>
                      <a:pt x="85630" y="34481"/>
                    </a:lnTo>
                    <a:cubicBezTo>
                      <a:pt x="92392" y="28385"/>
                      <a:pt x="99441" y="22670"/>
                      <a:pt x="107061" y="17621"/>
                    </a:cubicBezTo>
                    <a:cubicBezTo>
                      <a:pt x="104108" y="7525"/>
                      <a:pt x="94869" y="0"/>
                      <a:pt x="83820" y="0"/>
                    </a:cubicBezTo>
                    <a:lnTo>
                      <a:pt x="24384" y="0"/>
                    </a:lnTo>
                    <a:cubicBezTo>
                      <a:pt x="10954" y="0"/>
                      <a:pt x="0" y="10954"/>
                      <a:pt x="0" y="24289"/>
                    </a:cubicBezTo>
                    <a:lnTo>
                      <a:pt x="0" y="83725"/>
                    </a:lnTo>
                    <a:cubicBezTo>
                      <a:pt x="0" y="97060"/>
                      <a:pt x="10954" y="108014"/>
                      <a:pt x="24384" y="108014"/>
                    </a:cubicBezTo>
                    <a:lnTo>
                      <a:pt x="38100" y="108014"/>
                    </a:lnTo>
                    <a:cubicBezTo>
                      <a:pt x="40577" y="100298"/>
                      <a:pt x="43815" y="92774"/>
                      <a:pt x="47339" y="85535"/>
                    </a:cubicBezTo>
                    <a:lnTo>
                      <a:pt x="24479" y="8553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44" name="Google Shape;3044;p95"/>
              <p:cNvSpPr/>
              <p:nvPr/>
            </p:nvSpPr>
            <p:spPr>
              <a:xfrm>
                <a:off x="245756" y="1799533"/>
                <a:ext cx="510063" cy="509968"/>
              </a:xfrm>
              <a:custGeom>
                <a:avLst/>
                <a:gdLst/>
                <a:ahLst/>
                <a:cxnLst/>
                <a:rect l="l" t="t" r="r" b="b"/>
                <a:pathLst>
                  <a:path w="510063" h="509968" extrusionOk="0">
                    <a:moveTo>
                      <a:pt x="279273" y="476345"/>
                    </a:moveTo>
                    <a:lnTo>
                      <a:pt x="63437" y="476345"/>
                    </a:lnTo>
                    <a:cubicBezTo>
                      <a:pt x="46958" y="476345"/>
                      <a:pt x="33623" y="463010"/>
                      <a:pt x="33623" y="446532"/>
                    </a:cubicBezTo>
                    <a:lnTo>
                      <a:pt x="33623" y="63532"/>
                    </a:lnTo>
                    <a:cubicBezTo>
                      <a:pt x="33623" y="47054"/>
                      <a:pt x="46958" y="33719"/>
                      <a:pt x="63437" y="33719"/>
                    </a:cubicBezTo>
                    <a:lnTo>
                      <a:pt x="446532" y="33719"/>
                    </a:lnTo>
                    <a:cubicBezTo>
                      <a:pt x="463010" y="33719"/>
                      <a:pt x="476345" y="47054"/>
                      <a:pt x="476345" y="63532"/>
                    </a:cubicBezTo>
                    <a:lnTo>
                      <a:pt x="476345" y="202597"/>
                    </a:lnTo>
                    <a:cubicBezTo>
                      <a:pt x="488442" y="208026"/>
                      <a:pt x="499586" y="214694"/>
                      <a:pt x="510064" y="222599"/>
                    </a:cubicBezTo>
                    <a:lnTo>
                      <a:pt x="510064" y="63532"/>
                    </a:lnTo>
                    <a:cubicBezTo>
                      <a:pt x="510064" y="28480"/>
                      <a:pt x="481584" y="0"/>
                      <a:pt x="446627" y="0"/>
                    </a:cubicBezTo>
                    <a:lnTo>
                      <a:pt x="63437" y="0"/>
                    </a:lnTo>
                    <a:cubicBezTo>
                      <a:pt x="28385" y="0"/>
                      <a:pt x="0" y="28480"/>
                      <a:pt x="0" y="63532"/>
                    </a:cubicBezTo>
                    <a:lnTo>
                      <a:pt x="0" y="446532"/>
                    </a:lnTo>
                    <a:cubicBezTo>
                      <a:pt x="0" y="481584"/>
                      <a:pt x="28480" y="509969"/>
                      <a:pt x="63437" y="509969"/>
                    </a:cubicBezTo>
                    <a:lnTo>
                      <a:pt x="321659" y="509969"/>
                    </a:lnTo>
                    <a:cubicBezTo>
                      <a:pt x="305753" y="501110"/>
                      <a:pt x="291560" y="489680"/>
                      <a:pt x="279368" y="47634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45" name="Google Shape;3045;p95"/>
              <p:cNvSpPr/>
              <p:nvPr/>
            </p:nvSpPr>
            <p:spPr>
              <a:xfrm>
                <a:off x="579512" y="1869256"/>
                <a:ext cx="108204" cy="108203"/>
              </a:xfrm>
              <a:custGeom>
                <a:avLst/>
                <a:gdLst/>
                <a:ahLst/>
                <a:cxnLst/>
                <a:rect l="l" t="t" r="r" b="b"/>
                <a:pathLst>
                  <a:path w="108204" h="108203" extrusionOk="0">
                    <a:moveTo>
                      <a:pt x="83820" y="0"/>
                    </a:moveTo>
                    <a:lnTo>
                      <a:pt x="24384" y="0"/>
                    </a:lnTo>
                    <a:cubicBezTo>
                      <a:pt x="10954" y="0"/>
                      <a:pt x="0" y="10954"/>
                      <a:pt x="0" y="24384"/>
                    </a:cubicBezTo>
                    <a:lnTo>
                      <a:pt x="0" y="83820"/>
                    </a:lnTo>
                    <a:cubicBezTo>
                      <a:pt x="0" y="97250"/>
                      <a:pt x="10954" y="108204"/>
                      <a:pt x="24384" y="108204"/>
                    </a:cubicBezTo>
                    <a:lnTo>
                      <a:pt x="83820" y="108204"/>
                    </a:lnTo>
                    <a:cubicBezTo>
                      <a:pt x="97250" y="108204"/>
                      <a:pt x="108204" y="97250"/>
                      <a:pt x="108204" y="83820"/>
                    </a:cubicBezTo>
                    <a:lnTo>
                      <a:pt x="108204" y="24384"/>
                    </a:lnTo>
                    <a:cubicBezTo>
                      <a:pt x="108204" y="10954"/>
                      <a:pt x="97250" y="0"/>
                      <a:pt x="83820" y="0"/>
                    </a:cubicBezTo>
                    <a:close/>
                    <a:moveTo>
                      <a:pt x="85725" y="83725"/>
                    </a:moveTo>
                    <a:cubicBezTo>
                      <a:pt x="85725" y="84773"/>
                      <a:pt x="84868" y="85630"/>
                      <a:pt x="83820" y="85630"/>
                    </a:cubicBezTo>
                    <a:lnTo>
                      <a:pt x="24384" y="85630"/>
                    </a:lnTo>
                    <a:cubicBezTo>
                      <a:pt x="23336" y="85630"/>
                      <a:pt x="22479" y="84773"/>
                      <a:pt x="22479" y="83725"/>
                    </a:cubicBezTo>
                    <a:lnTo>
                      <a:pt x="22479" y="24289"/>
                    </a:lnTo>
                    <a:cubicBezTo>
                      <a:pt x="22479" y="23241"/>
                      <a:pt x="23336" y="22384"/>
                      <a:pt x="24384" y="22384"/>
                    </a:cubicBezTo>
                    <a:lnTo>
                      <a:pt x="83820" y="22384"/>
                    </a:lnTo>
                    <a:cubicBezTo>
                      <a:pt x="84868" y="22384"/>
                      <a:pt x="85725" y="23241"/>
                      <a:pt x="85725" y="24289"/>
                    </a:cubicBezTo>
                    <a:lnTo>
                      <a:pt x="85725" y="8372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46" name="Google Shape;3046;p95"/>
              <p:cNvSpPr/>
              <p:nvPr/>
            </p:nvSpPr>
            <p:spPr>
              <a:xfrm>
                <a:off x="320432" y="1869256"/>
                <a:ext cx="108203" cy="108203"/>
              </a:xfrm>
              <a:custGeom>
                <a:avLst/>
                <a:gdLst/>
                <a:ahLst/>
                <a:cxnLst/>
                <a:rect l="l" t="t" r="r" b="b"/>
                <a:pathLst>
                  <a:path w="108203" h="108203" extrusionOk="0">
                    <a:moveTo>
                      <a:pt x="83820" y="0"/>
                    </a:moveTo>
                    <a:lnTo>
                      <a:pt x="24384" y="0"/>
                    </a:lnTo>
                    <a:cubicBezTo>
                      <a:pt x="10954" y="0"/>
                      <a:pt x="0" y="10954"/>
                      <a:pt x="0" y="24384"/>
                    </a:cubicBezTo>
                    <a:lnTo>
                      <a:pt x="0" y="83820"/>
                    </a:lnTo>
                    <a:cubicBezTo>
                      <a:pt x="0" y="97250"/>
                      <a:pt x="10954" y="108204"/>
                      <a:pt x="24384" y="108204"/>
                    </a:cubicBezTo>
                    <a:lnTo>
                      <a:pt x="83820" y="108204"/>
                    </a:lnTo>
                    <a:cubicBezTo>
                      <a:pt x="97250" y="108204"/>
                      <a:pt x="108204" y="97250"/>
                      <a:pt x="108204" y="83820"/>
                    </a:cubicBezTo>
                    <a:lnTo>
                      <a:pt x="108204" y="24384"/>
                    </a:lnTo>
                    <a:cubicBezTo>
                      <a:pt x="108204" y="10954"/>
                      <a:pt x="97250" y="0"/>
                      <a:pt x="83820" y="0"/>
                    </a:cubicBezTo>
                    <a:close/>
                    <a:moveTo>
                      <a:pt x="85725" y="83725"/>
                    </a:moveTo>
                    <a:cubicBezTo>
                      <a:pt x="85725" y="84773"/>
                      <a:pt x="84868" y="85630"/>
                      <a:pt x="83820" y="85630"/>
                    </a:cubicBezTo>
                    <a:lnTo>
                      <a:pt x="24384" y="85630"/>
                    </a:lnTo>
                    <a:cubicBezTo>
                      <a:pt x="23336" y="85630"/>
                      <a:pt x="22479" y="84773"/>
                      <a:pt x="22479" y="83725"/>
                    </a:cubicBezTo>
                    <a:lnTo>
                      <a:pt x="22479" y="24289"/>
                    </a:lnTo>
                    <a:cubicBezTo>
                      <a:pt x="22479" y="23241"/>
                      <a:pt x="23336" y="22384"/>
                      <a:pt x="24384" y="22384"/>
                    </a:cubicBezTo>
                    <a:lnTo>
                      <a:pt x="83820" y="22384"/>
                    </a:lnTo>
                    <a:cubicBezTo>
                      <a:pt x="84868" y="22384"/>
                      <a:pt x="85725" y="23241"/>
                      <a:pt x="85725" y="24289"/>
                    </a:cubicBezTo>
                    <a:lnTo>
                      <a:pt x="85725" y="8372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47" name="Google Shape;3047;p95"/>
              <p:cNvSpPr/>
              <p:nvPr/>
            </p:nvSpPr>
            <p:spPr>
              <a:xfrm>
                <a:off x="320432" y="1998034"/>
                <a:ext cx="108203" cy="108013"/>
              </a:xfrm>
              <a:custGeom>
                <a:avLst/>
                <a:gdLst/>
                <a:ahLst/>
                <a:cxnLst/>
                <a:rect l="l" t="t" r="r" b="b"/>
                <a:pathLst>
                  <a:path w="108203" h="108013" extrusionOk="0">
                    <a:moveTo>
                      <a:pt x="83820" y="0"/>
                    </a:moveTo>
                    <a:lnTo>
                      <a:pt x="24384" y="0"/>
                    </a:lnTo>
                    <a:cubicBezTo>
                      <a:pt x="10954" y="0"/>
                      <a:pt x="0" y="10954"/>
                      <a:pt x="0" y="24289"/>
                    </a:cubicBezTo>
                    <a:lnTo>
                      <a:pt x="0" y="83725"/>
                    </a:lnTo>
                    <a:cubicBezTo>
                      <a:pt x="0" y="97060"/>
                      <a:pt x="10954" y="108014"/>
                      <a:pt x="24384" y="108014"/>
                    </a:cubicBezTo>
                    <a:lnTo>
                      <a:pt x="83820" y="108014"/>
                    </a:lnTo>
                    <a:cubicBezTo>
                      <a:pt x="97250" y="108014"/>
                      <a:pt x="108204" y="97060"/>
                      <a:pt x="108204" y="83725"/>
                    </a:cubicBezTo>
                    <a:lnTo>
                      <a:pt x="108204" y="24289"/>
                    </a:lnTo>
                    <a:cubicBezTo>
                      <a:pt x="108204" y="10954"/>
                      <a:pt x="97250" y="0"/>
                      <a:pt x="83820" y="0"/>
                    </a:cubicBezTo>
                    <a:close/>
                    <a:moveTo>
                      <a:pt x="85725" y="83725"/>
                    </a:moveTo>
                    <a:cubicBezTo>
                      <a:pt x="85725" y="84773"/>
                      <a:pt x="84868" y="85630"/>
                      <a:pt x="83820" y="85630"/>
                    </a:cubicBezTo>
                    <a:lnTo>
                      <a:pt x="24384" y="85630"/>
                    </a:lnTo>
                    <a:cubicBezTo>
                      <a:pt x="23336" y="85630"/>
                      <a:pt x="22479" y="84773"/>
                      <a:pt x="22479" y="83725"/>
                    </a:cubicBezTo>
                    <a:lnTo>
                      <a:pt x="22479" y="24289"/>
                    </a:lnTo>
                    <a:cubicBezTo>
                      <a:pt x="22479" y="23241"/>
                      <a:pt x="23336" y="22384"/>
                      <a:pt x="24384" y="22384"/>
                    </a:cubicBezTo>
                    <a:lnTo>
                      <a:pt x="83820" y="22384"/>
                    </a:lnTo>
                    <a:cubicBezTo>
                      <a:pt x="84868" y="22384"/>
                      <a:pt x="85725" y="23241"/>
                      <a:pt x="85725" y="24289"/>
                    </a:cubicBezTo>
                    <a:lnTo>
                      <a:pt x="85725" y="8372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048" name="Google Shape;3048;p95"/>
            <p:cNvGrpSpPr/>
            <p:nvPr/>
          </p:nvGrpSpPr>
          <p:grpSpPr>
            <a:xfrm>
              <a:off x="524648" y="2033467"/>
              <a:ext cx="254412" cy="252031"/>
              <a:chOff x="524648" y="2033467"/>
              <a:chExt cx="254412" cy="252031"/>
            </a:xfrm>
          </p:grpSpPr>
          <p:sp>
            <p:nvSpPr>
              <p:cNvPr id="3049" name="Google Shape;3049;p95"/>
              <p:cNvSpPr/>
              <p:nvPr/>
            </p:nvSpPr>
            <p:spPr>
              <a:xfrm>
                <a:off x="546651" y="2214157"/>
                <a:ext cx="57245" cy="59721"/>
              </a:xfrm>
              <a:custGeom>
                <a:avLst/>
                <a:gdLst/>
                <a:ahLst/>
                <a:cxnLst/>
                <a:rect l="l" t="t" r="r" b="b"/>
                <a:pathLst>
                  <a:path w="57245" h="59721" extrusionOk="0">
                    <a:moveTo>
                      <a:pt x="11240" y="59722"/>
                    </a:moveTo>
                    <a:cubicBezTo>
                      <a:pt x="5048" y="59722"/>
                      <a:pt x="0" y="54674"/>
                      <a:pt x="0" y="48482"/>
                    </a:cubicBezTo>
                    <a:lnTo>
                      <a:pt x="0" y="11240"/>
                    </a:lnTo>
                    <a:cubicBezTo>
                      <a:pt x="0" y="5048"/>
                      <a:pt x="5048" y="0"/>
                      <a:pt x="11240" y="0"/>
                    </a:cubicBezTo>
                    <a:lnTo>
                      <a:pt x="46006" y="0"/>
                    </a:lnTo>
                    <a:cubicBezTo>
                      <a:pt x="52197" y="0"/>
                      <a:pt x="57245" y="5048"/>
                      <a:pt x="57245" y="11240"/>
                    </a:cubicBezTo>
                    <a:cubicBezTo>
                      <a:pt x="57245" y="17431"/>
                      <a:pt x="52197" y="22479"/>
                      <a:pt x="46006" y="22479"/>
                    </a:cubicBezTo>
                    <a:lnTo>
                      <a:pt x="22479" y="22479"/>
                    </a:lnTo>
                    <a:lnTo>
                      <a:pt x="22479" y="48482"/>
                    </a:lnTo>
                    <a:cubicBezTo>
                      <a:pt x="22479" y="54769"/>
                      <a:pt x="17431" y="59722"/>
                      <a:pt x="11240" y="5972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50" name="Google Shape;3050;p95"/>
              <p:cNvSpPr/>
              <p:nvPr/>
            </p:nvSpPr>
            <p:spPr>
              <a:xfrm>
                <a:off x="561140" y="2110811"/>
                <a:ext cx="217920" cy="174687"/>
              </a:xfrm>
              <a:custGeom>
                <a:avLst/>
                <a:gdLst/>
                <a:ahLst/>
                <a:cxnLst/>
                <a:rect l="l" t="t" r="r" b="b"/>
                <a:pathLst>
                  <a:path w="217920" h="174687" extrusionOk="0">
                    <a:moveTo>
                      <a:pt x="91524" y="174687"/>
                    </a:moveTo>
                    <a:cubicBezTo>
                      <a:pt x="58377" y="174687"/>
                      <a:pt x="27135" y="162019"/>
                      <a:pt x="3418" y="138873"/>
                    </a:cubicBezTo>
                    <a:cubicBezTo>
                      <a:pt x="-1059" y="134587"/>
                      <a:pt x="-1154" y="127443"/>
                      <a:pt x="3227" y="122967"/>
                    </a:cubicBezTo>
                    <a:cubicBezTo>
                      <a:pt x="7514" y="118490"/>
                      <a:pt x="14657" y="118490"/>
                      <a:pt x="19134" y="122681"/>
                    </a:cubicBezTo>
                    <a:cubicBezTo>
                      <a:pt x="38660" y="141731"/>
                      <a:pt x="64378" y="152113"/>
                      <a:pt x="91619" y="152113"/>
                    </a:cubicBezTo>
                    <a:cubicBezTo>
                      <a:pt x="148865" y="152113"/>
                      <a:pt x="195442" y="105536"/>
                      <a:pt x="195442" y="48291"/>
                    </a:cubicBezTo>
                    <a:cubicBezTo>
                      <a:pt x="195442" y="36099"/>
                      <a:pt x="193442" y="23240"/>
                      <a:pt x="190203" y="15525"/>
                    </a:cubicBezTo>
                    <a:cubicBezTo>
                      <a:pt x="187822" y="9810"/>
                      <a:pt x="190584" y="3237"/>
                      <a:pt x="196299" y="856"/>
                    </a:cubicBezTo>
                    <a:cubicBezTo>
                      <a:pt x="202014" y="-1525"/>
                      <a:pt x="208586" y="1237"/>
                      <a:pt x="210968" y="6952"/>
                    </a:cubicBezTo>
                    <a:cubicBezTo>
                      <a:pt x="215349" y="17525"/>
                      <a:pt x="217921" y="32955"/>
                      <a:pt x="217921" y="48291"/>
                    </a:cubicBezTo>
                    <a:cubicBezTo>
                      <a:pt x="217826" y="118014"/>
                      <a:pt x="161152" y="174592"/>
                      <a:pt x="91524" y="17459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51" name="Google Shape;3051;p95"/>
              <p:cNvSpPr/>
              <p:nvPr/>
            </p:nvSpPr>
            <p:spPr>
              <a:xfrm>
                <a:off x="699366" y="2041361"/>
                <a:ext cx="56181" cy="61448"/>
              </a:xfrm>
              <a:custGeom>
                <a:avLst/>
                <a:gdLst/>
                <a:ahLst/>
                <a:cxnLst/>
                <a:rect l="l" t="t" r="r" b="b"/>
                <a:pathLst>
                  <a:path w="56181" h="61448" extrusionOk="0">
                    <a:moveTo>
                      <a:pt x="11210" y="61448"/>
                    </a:moveTo>
                    <a:cubicBezTo>
                      <a:pt x="5780" y="61448"/>
                      <a:pt x="1113" y="57543"/>
                      <a:pt x="161" y="52018"/>
                    </a:cubicBezTo>
                    <a:cubicBezTo>
                      <a:pt x="-887" y="45922"/>
                      <a:pt x="3304" y="40112"/>
                      <a:pt x="9400" y="39160"/>
                    </a:cubicBezTo>
                    <a:lnTo>
                      <a:pt x="33308" y="35159"/>
                    </a:lnTo>
                    <a:lnTo>
                      <a:pt x="32355" y="11728"/>
                    </a:lnTo>
                    <a:cubicBezTo>
                      <a:pt x="32069" y="5536"/>
                      <a:pt x="36927" y="298"/>
                      <a:pt x="43118" y="12"/>
                    </a:cubicBezTo>
                    <a:cubicBezTo>
                      <a:pt x="49310" y="-274"/>
                      <a:pt x="54548" y="4584"/>
                      <a:pt x="54834" y="10775"/>
                    </a:cubicBezTo>
                    <a:lnTo>
                      <a:pt x="56168" y="44017"/>
                    </a:lnTo>
                    <a:cubicBezTo>
                      <a:pt x="56453" y="49637"/>
                      <a:pt x="52358" y="54590"/>
                      <a:pt x="46833" y="55543"/>
                    </a:cubicBezTo>
                    <a:lnTo>
                      <a:pt x="13115" y="61162"/>
                    </a:lnTo>
                    <a:cubicBezTo>
                      <a:pt x="12448" y="61353"/>
                      <a:pt x="11876" y="61448"/>
                      <a:pt x="11210" y="6144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52" name="Google Shape;3052;p95"/>
              <p:cNvSpPr/>
              <p:nvPr/>
            </p:nvSpPr>
            <p:spPr>
              <a:xfrm>
                <a:off x="524648" y="2033467"/>
                <a:ext cx="229379" cy="174307"/>
              </a:xfrm>
              <a:custGeom>
                <a:avLst/>
                <a:gdLst/>
                <a:ahLst/>
                <a:cxnLst/>
                <a:rect l="l" t="t" r="r" b="b"/>
                <a:pathLst>
                  <a:path w="229379" h="174307" extrusionOk="0">
                    <a:moveTo>
                      <a:pt x="17335" y="174307"/>
                    </a:moveTo>
                    <a:cubicBezTo>
                      <a:pt x="13335" y="174307"/>
                      <a:pt x="9430" y="172117"/>
                      <a:pt x="7334" y="168307"/>
                    </a:cubicBezTo>
                    <a:cubicBezTo>
                      <a:pt x="0" y="154305"/>
                      <a:pt x="0" y="127349"/>
                      <a:pt x="0" y="126206"/>
                    </a:cubicBezTo>
                    <a:cubicBezTo>
                      <a:pt x="381" y="56579"/>
                      <a:pt x="57055" y="0"/>
                      <a:pt x="126301" y="0"/>
                    </a:cubicBezTo>
                    <a:cubicBezTo>
                      <a:pt x="157924" y="0"/>
                      <a:pt x="202597" y="15716"/>
                      <a:pt x="226886" y="45720"/>
                    </a:cubicBezTo>
                    <a:cubicBezTo>
                      <a:pt x="230791" y="50482"/>
                      <a:pt x="230029" y="57626"/>
                      <a:pt x="225171" y="61532"/>
                    </a:cubicBezTo>
                    <a:cubicBezTo>
                      <a:pt x="220313" y="65437"/>
                      <a:pt x="213265" y="64675"/>
                      <a:pt x="209360" y="59817"/>
                    </a:cubicBezTo>
                    <a:cubicBezTo>
                      <a:pt x="192119" y="38481"/>
                      <a:pt x="156305" y="22384"/>
                      <a:pt x="126206" y="22384"/>
                    </a:cubicBezTo>
                    <a:cubicBezTo>
                      <a:pt x="69342" y="22384"/>
                      <a:pt x="22669" y="68961"/>
                      <a:pt x="22384" y="126302"/>
                    </a:cubicBezTo>
                    <a:cubicBezTo>
                      <a:pt x="22384" y="135636"/>
                      <a:pt x="23908" y="151829"/>
                      <a:pt x="27146" y="157829"/>
                    </a:cubicBezTo>
                    <a:cubicBezTo>
                      <a:pt x="30004" y="163258"/>
                      <a:pt x="27908" y="170116"/>
                      <a:pt x="22479" y="172974"/>
                    </a:cubicBezTo>
                    <a:cubicBezTo>
                      <a:pt x="20765" y="173831"/>
                      <a:pt x="18955" y="174307"/>
                      <a:pt x="17240" y="17430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3053" name="Google Shape;3053;p95"/>
          <p:cNvGrpSpPr/>
          <p:nvPr/>
        </p:nvGrpSpPr>
        <p:grpSpPr>
          <a:xfrm>
            <a:off x="2034786" y="1770538"/>
            <a:ext cx="300099" cy="286964"/>
            <a:chOff x="4744131" y="2631300"/>
            <a:chExt cx="533509" cy="510158"/>
          </a:xfrm>
        </p:grpSpPr>
        <p:grpSp>
          <p:nvGrpSpPr>
            <p:cNvPr id="3054" name="Google Shape;3054;p95"/>
            <p:cNvGrpSpPr/>
            <p:nvPr/>
          </p:nvGrpSpPr>
          <p:grpSpPr>
            <a:xfrm>
              <a:off x="4744131" y="2631300"/>
              <a:ext cx="510063" cy="510158"/>
              <a:chOff x="4744131" y="2631300"/>
              <a:chExt cx="510063" cy="510158"/>
            </a:xfrm>
          </p:grpSpPr>
          <p:sp>
            <p:nvSpPr>
              <p:cNvPr id="3055" name="Google Shape;3055;p95"/>
              <p:cNvSpPr/>
              <p:nvPr/>
            </p:nvSpPr>
            <p:spPr>
              <a:xfrm>
                <a:off x="4744131" y="2631300"/>
                <a:ext cx="510063" cy="510158"/>
              </a:xfrm>
              <a:custGeom>
                <a:avLst/>
                <a:gdLst/>
                <a:ahLst/>
                <a:cxnLst/>
                <a:rect l="l" t="t" r="r" b="b"/>
                <a:pathLst>
                  <a:path w="510063" h="510158" extrusionOk="0">
                    <a:moveTo>
                      <a:pt x="249460" y="476441"/>
                    </a:moveTo>
                    <a:lnTo>
                      <a:pt x="63532" y="476441"/>
                    </a:lnTo>
                    <a:cubicBezTo>
                      <a:pt x="47149" y="476441"/>
                      <a:pt x="33719" y="463106"/>
                      <a:pt x="33719" y="446627"/>
                    </a:cubicBezTo>
                    <a:lnTo>
                      <a:pt x="33719" y="63532"/>
                    </a:lnTo>
                    <a:cubicBezTo>
                      <a:pt x="33719" y="47149"/>
                      <a:pt x="47053" y="33719"/>
                      <a:pt x="63532" y="33719"/>
                    </a:cubicBezTo>
                    <a:lnTo>
                      <a:pt x="446627" y="33719"/>
                    </a:lnTo>
                    <a:cubicBezTo>
                      <a:pt x="463010" y="33719"/>
                      <a:pt x="476441" y="47054"/>
                      <a:pt x="476441" y="63532"/>
                    </a:cubicBezTo>
                    <a:lnTo>
                      <a:pt x="476441" y="195834"/>
                    </a:lnTo>
                    <a:lnTo>
                      <a:pt x="483394" y="195834"/>
                    </a:lnTo>
                    <a:cubicBezTo>
                      <a:pt x="493109" y="195834"/>
                      <a:pt x="502063" y="198406"/>
                      <a:pt x="510064" y="202502"/>
                    </a:cubicBezTo>
                    <a:lnTo>
                      <a:pt x="510064" y="63532"/>
                    </a:lnTo>
                    <a:cubicBezTo>
                      <a:pt x="510064" y="28575"/>
                      <a:pt x="481584" y="0"/>
                      <a:pt x="446532" y="0"/>
                    </a:cubicBezTo>
                    <a:lnTo>
                      <a:pt x="63532" y="0"/>
                    </a:lnTo>
                    <a:cubicBezTo>
                      <a:pt x="28575" y="0"/>
                      <a:pt x="0" y="28480"/>
                      <a:pt x="0" y="63532"/>
                    </a:cubicBezTo>
                    <a:lnTo>
                      <a:pt x="0" y="446627"/>
                    </a:lnTo>
                    <a:cubicBezTo>
                      <a:pt x="0" y="481584"/>
                      <a:pt x="28480" y="510159"/>
                      <a:pt x="63532" y="510159"/>
                    </a:cubicBezTo>
                    <a:lnTo>
                      <a:pt x="254794" y="510159"/>
                    </a:lnTo>
                    <a:cubicBezTo>
                      <a:pt x="252317" y="503682"/>
                      <a:pt x="250793" y="496729"/>
                      <a:pt x="250793" y="489299"/>
                    </a:cubicBezTo>
                    <a:lnTo>
                      <a:pt x="249555" y="476441"/>
                    </a:lnTo>
                    <a:lnTo>
                      <a:pt x="249555" y="47644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56" name="Google Shape;3056;p95"/>
              <p:cNvSpPr/>
              <p:nvPr/>
            </p:nvSpPr>
            <p:spPr>
              <a:xfrm>
                <a:off x="4945203" y="2702642"/>
                <a:ext cx="108013" cy="108013"/>
              </a:xfrm>
              <a:custGeom>
                <a:avLst/>
                <a:gdLst/>
                <a:ahLst/>
                <a:cxnLst/>
                <a:rect l="l" t="t" r="r" b="b"/>
                <a:pathLst>
                  <a:path w="108013" h="108013" extrusionOk="0">
                    <a:moveTo>
                      <a:pt x="83725" y="0"/>
                    </a:moveTo>
                    <a:lnTo>
                      <a:pt x="24289" y="0"/>
                    </a:lnTo>
                    <a:cubicBezTo>
                      <a:pt x="10858" y="0"/>
                      <a:pt x="0" y="10954"/>
                      <a:pt x="0" y="24289"/>
                    </a:cubicBezTo>
                    <a:lnTo>
                      <a:pt x="0" y="83725"/>
                    </a:lnTo>
                    <a:cubicBezTo>
                      <a:pt x="0" y="97155"/>
                      <a:pt x="10954" y="108013"/>
                      <a:pt x="24289" y="108013"/>
                    </a:cubicBezTo>
                    <a:lnTo>
                      <a:pt x="83725" y="108013"/>
                    </a:lnTo>
                    <a:cubicBezTo>
                      <a:pt x="97155" y="108013"/>
                      <a:pt x="108014" y="97060"/>
                      <a:pt x="108014" y="83725"/>
                    </a:cubicBezTo>
                    <a:lnTo>
                      <a:pt x="108014" y="24289"/>
                    </a:lnTo>
                    <a:cubicBezTo>
                      <a:pt x="108014" y="10859"/>
                      <a:pt x="97060" y="0"/>
                      <a:pt x="83725" y="0"/>
                    </a:cubicBezTo>
                    <a:close/>
                    <a:moveTo>
                      <a:pt x="85534" y="83820"/>
                    </a:moveTo>
                    <a:cubicBezTo>
                      <a:pt x="85534" y="84868"/>
                      <a:pt x="84677" y="85725"/>
                      <a:pt x="83629" y="85725"/>
                    </a:cubicBezTo>
                    <a:lnTo>
                      <a:pt x="24193" y="85725"/>
                    </a:lnTo>
                    <a:cubicBezTo>
                      <a:pt x="23146" y="85725"/>
                      <a:pt x="22289" y="84868"/>
                      <a:pt x="22289" y="83820"/>
                    </a:cubicBezTo>
                    <a:lnTo>
                      <a:pt x="22289" y="24384"/>
                    </a:lnTo>
                    <a:cubicBezTo>
                      <a:pt x="22289" y="23336"/>
                      <a:pt x="23146" y="22479"/>
                      <a:pt x="24193" y="22479"/>
                    </a:cubicBezTo>
                    <a:lnTo>
                      <a:pt x="83629" y="22479"/>
                    </a:lnTo>
                    <a:cubicBezTo>
                      <a:pt x="84677" y="22479"/>
                      <a:pt x="85534" y="23336"/>
                      <a:pt x="85534" y="24384"/>
                    </a:cubicBezTo>
                    <a:lnTo>
                      <a:pt x="85534" y="8382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57" name="Google Shape;3057;p95"/>
              <p:cNvSpPr/>
              <p:nvPr/>
            </p:nvSpPr>
            <p:spPr>
              <a:xfrm>
                <a:off x="5074743" y="2702642"/>
                <a:ext cx="108013" cy="108013"/>
              </a:xfrm>
              <a:custGeom>
                <a:avLst/>
                <a:gdLst/>
                <a:ahLst/>
                <a:cxnLst/>
                <a:rect l="l" t="t" r="r" b="b"/>
                <a:pathLst>
                  <a:path w="108013" h="108013" extrusionOk="0">
                    <a:moveTo>
                      <a:pt x="83725" y="0"/>
                    </a:moveTo>
                    <a:lnTo>
                      <a:pt x="24289" y="0"/>
                    </a:lnTo>
                    <a:cubicBezTo>
                      <a:pt x="10858" y="0"/>
                      <a:pt x="0" y="10954"/>
                      <a:pt x="0" y="24289"/>
                    </a:cubicBezTo>
                    <a:lnTo>
                      <a:pt x="0" y="83725"/>
                    </a:lnTo>
                    <a:cubicBezTo>
                      <a:pt x="0" y="97155"/>
                      <a:pt x="10954" y="108013"/>
                      <a:pt x="24289" y="108013"/>
                    </a:cubicBezTo>
                    <a:lnTo>
                      <a:pt x="83725" y="108013"/>
                    </a:lnTo>
                    <a:cubicBezTo>
                      <a:pt x="97155" y="108013"/>
                      <a:pt x="108014" y="97060"/>
                      <a:pt x="108014" y="83725"/>
                    </a:cubicBezTo>
                    <a:lnTo>
                      <a:pt x="108014" y="24289"/>
                    </a:lnTo>
                    <a:cubicBezTo>
                      <a:pt x="108014" y="10859"/>
                      <a:pt x="97060" y="0"/>
                      <a:pt x="83725" y="0"/>
                    </a:cubicBezTo>
                    <a:close/>
                    <a:moveTo>
                      <a:pt x="85534" y="83820"/>
                    </a:moveTo>
                    <a:cubicBezTo>
                      <a:pt x="85534" y="84868"/>
                      <a:pt x="84677" y="85725"/>
                      <a:pt x="83630" y="85725"/>
                    </a:cubicBezTo>
                    <a:lnTo>
                      <a:pt x="24194" y="85725"/>
                    </a:lnTo>
                    <a:cubicBezTo>
                      <a:pt x="23146" y="85725"/>
                      <a:pt x="22289" y="84868"/>
                      <a:pt x="22289" y="83820"/>
                    </a:cubicBezTo>
                    <a:lnTo>
                      <a:pt x="22289" y="24384"/>
                    </a:lnTo>
                    <a:cubicBezTo>
                      <a:pt x="22289" y="23336"/>
                      <a:pt x="23146" y="22479"/>
                      <a:pt x="24194" y="22479"/>
                    </a:cubicBezTo>
                    <a:lnTo>
                      <a:pt x="83630" y="22479"/>
                    </a:lnTo>
                    <a:cubicBezTo>
                      <a:pt x="84677" y="22479"/>
                      <a:pt x="85534" y="23336"/>
                      <a:pt x="85534" y="24384"/>
                    </a:cubicBezTo>
                    <a:lnTo>
                      <a:pt x="85534" y="83820"/>
                    </a:lnTo>
                    <a:close/>
                  </a:path>
                </a:pathLst>
              </a:custGeom>
              <a:solidFill>
                <a:srgbClr val="29B5E8">
                  <a:alpha val="49800"/>
                </a:srgb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58" name="Google Shape;3058;p95"/>
              <p:cNvSpPr/>
              <p:nvPr/>
            </p:nvSpPr>
            <p:spPr>
              <a:xfrm>
                <a:off x="4815663" y="2702642"/>
                <a:ext cx="108013" cy="108013"/>
              </a:xfrm>
              <a:custGeom>
                <a:avLst/>
                <a:gdLst/>
                <a:ahLst/>
                <a:cxnLst/>
                <a:rect l="l" t="t" r="r" b="b"/>
                <a:pathLst>
                  <a:path w="108013" h="108013" extrusionOk="0">
                    <a:moveTo>
                      <a:pt x="83725" y="0"/>
                    </a:moveTo>
                    <a:lnTo>
                      <a:pt x="24289" y="0"/>
                    </a:lnTo>
                    <a:cubicBezTo>
                      <a:pt x="10858" y="0"/>
                      <a:pt x="0" y="10954"/>
                      <a:pt x="0" y="24289"/>
                    </a:cubicBezTo>
                    <a:lnTo>
                      <a:pt x="0" y="83725"/>
                    </a:lnTo>
                    <a:cubicBezTo>
                      <a:pt x="0" y="97155"/>
                      <a:pt x="10954" y="108013"/>
                      <a:pt x="24289" y="108013"/>
                    </a:cubicBezTo>
                    <a:lnTo>
                      <a:pt x="83725" y="108013"/>
                    </a:lnTo>
                    <a:cubicBezTo>
                      <a:pt x="97155" y="108013"/>
                      <a:pt x="108014" y="97060"/>
                      <a:pt x="108014" y="83725"/>
                    </a:cubicBezTo>
                    <a:lnTo>
                      <a:pt x="108014" y="24289"/>
                    </a:lnTo>
                    <a:cubicBezTo>
                      <a:pt x="108014" y="10859"/>
                      <a:pt x="97060" y="0"/>
                      <a:pt x="83725" y="0"/>
                    </a:cubicBezTo>
                    <a:close/>
                    <a:moveTo>
                      <a:pt x="85534" y="83820"/>
                    </a:moveTo>
                    <a:cubicBezTo>
                      <a:pt x="85534" y="84868"/>
                      <a:pt x="84677" y="85725"/>
                      <a:pt x="83630" y="85725"/>
                    </a:cubicBezTo>
                    <a:lnTo>
                      <a:pt x="24194" y="85725"/>
                    </a:lnTo>
                    <a:cubicBezTo>
                      <a:pt x="23146" y="85725"/>
                      <a:pt x="22289" y="84868"/>
                      <a:pt x="22289" y="83820"/>
                    </a:cubicBezTo>
                    <a:lnTo>
                      <a:pt x="22289" y="24384"/>
                    </a:lnTo>
                    <a:cubicBezTo>
                      <a:pt x="22289" y="23336"/>
                      <a:pt x="23146" y="22479"/>
                      <a:pt x="24194" y="22479"/>
                    </a:cubicBezTo>
                    <a:lnTo>
                      <a:pt x="83630" y="22479"/>
                    </a:lnTo>
                    <a:cubicBezTo>
                      <a:pt x="84677" y="22479"/>
                      <a:pt x="85534" y="23336"/>
                      <a:pt x="85534" y="24384"/>
                    </a:cubicBezTo>
                    <a:lnTo>
                      <a:pt x="85534" y="83820"/>
                    </a:lnTo>
                    <a:close/>
                  </a:path>
                </a:pathLst>
              </a:custGeom>
              <a:solidFill>
                <a:srgbClr val="29B5E8">
                  <a:alpha val="49800"/>
                </a:srgb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59" name="Google Shape;3059;p95"/>
              <p:cNvSpPr/>
              <p:nvPr/>
            </p:nvSpPr>
            <p:spPr>
              <a:xfrm>
                <a:off x="4945203" y="2832277"/>
                <a:ext cx="60769" cy="108013"/>
              </a:xfrm>
              <a:custGeom>
                <a:avLst/>
                <a:gdLst/>
                <a:ahLst/>
                <a:cxnLst/>
                <a:rect l="l" t="t" r="r" b="b"/>
                <a:pathLst>
                  <a:path w="60769" h="108013" extrusionOk="0">
                    <a:moveTo>
                      <a:pt x="24289" y="85725"/>
                    </a:moveTo>
                    <a:cubicBezTo>
                      <a:pt x="23241" y="85725"/>
                      <a:pt x="22384" y="84868"/>
                      <a:pt x="22384" y="83820"/>
                    </a:cubicBezTo>
                    <a:lnTo>
                      <a:pt x="22384" y="24384"/>
                    </a:lnTo>
                    <a:cubicBezTo>
                      <a:pt x="22384" y="23336"/>
                      <a:pt x="23241" y="22479"/>
                      <a:pt x="24289" y="22479"/>
                    </a:cubicBezTo>
                    <a:lnTo>
                      <a:pt x="35147" y="22479"/>
                    </a:lnTo>
                    <a:cubicBezTo>
                      <a:pt x="41339" y="12668"/>
                      <a:pt x="50197" y="4858"/>
                      <a:pt x="60769" y="0"/>
                    </a:cubicBezTo>
                    <a:lnTo>
                      <a:pt x="24289" y="0"/>
                    </a:lnTo>
                    <a:cubicBezTo>
                      <a:pt x="10858" y="0"/>
                      <a:pt x="0" y="10954"/>
                      <a:pt x="0" y="24289"/>
                    </a:cubicBezTo>
                    <a:lnTo>
                      <a:pt x="0" y="83725"/>
                    </a:lnTo>
                    <a:cubicBezTo>
                      <a:pt x="0" y="97155"/>
                      <a:pt x="10954" y="108014"/>
                      <a:pt x="24289" y="108014"/>
                    </a:cubicBezTo>
                    <a:lnTo>
                      <a:pt x="31623" y="108014"/>
                    </a:lnTo>
                    <a:lnTo>
                      <a:pt x="29337" y="85534"/>
                    </a:lnTo>
                    <a:lnTo>
                      <a:pt x="24289" y="85534"/>
                    </a:lnTo>
                    <a:close/>
                  </a:path>
                </a:pathLst>
              </a:custGeom>
              <a:solidFill>
                <a:srgbClr val="29B5E8">
                  <a:alpha val="49800"/>
                </a:srgbClr>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60" name="Google Shape;3060;p95"/>
              <p:cNvSpPr/>
              <p:nvPr/>
            </p:nvSpPr>
            <p:spPr>
              <a:xfrm>
                <a:off x="4815663" y="2832373"/>
                <a:ext cx="108013" cy="108013"/>
              </a:xfrm>
              <a:custGeom>
                <a:avLst/>
                <a:gdLst/>
                <a:ahLst/>
                <a:cxnLst/>
                <a:rect l="l" t="t" r="r" b="b"/>
                <a:pathLst>
                  <a:path w="108013" h="108013" extrusionOk="0">
                    <a:moveTo>
                      <a:pt x="83725" y="0"/>
                    </a:moveTo>
                    <a:lnTo>
                      <a:pt x="24289" y="0"/>
                    </a:lnTo>
                    <a:cubicBezTo>
                      <a:pt x="10858" y="0"/>
                      <a:pt x="0" y="10954"/>
                      <a:pt x="0" y="24289"/>
                    </a:cubicBezTo>
                    <a:lnTo>
                      <a:pt x="0" y="83725"/>
                    </a:lnTo>
                    <a:cubicBezTo>
                      <a:pt x="0" y="97155"/>
                      <a:pt x="10954" y="108013"/>
                      <a:pt x="24289" y="108013"/>
                    </a:cubicBezTo>
                    <a:lnTo>
                      <a:pt x="83725" y="108013"/>
                    </a:lnTo>
                    <a:cubicBezTo>
                      <a:pt x="97155" y="108013"/>
                      <a:pt x="108014" y="97060"/>
                      <a:pt x="108014" y="83725"/>
                    </a:cubicBezTo>
                    <a:lnTo>
                      <a:pt x="108014" y="24289"/>
                    </a:lnTo>
                    <a:cubicBezTo>
                      <a:pt x="108014" y="10858"/>
                      <a:pt x="97060" y="0"/>
                      <a:pt x="83725" y="0"/>
                    </a:cubicBezTo>
                    <a:close/>
                    <a:moveTo>
                      <a:pt x="85534" y="83725"/>
                    </a:moveTo>
                    <a:cubicBezTo>
                      <a:pt x="85534" y="84773"/>
                      <a:pt x="84677" y="85630"/>
                      <a:pt x="83630" y="85630"/>
                    </a:cubicBezTo>
                    <a:lnTo>
                      <a:pt x="24194" y="85630"/>
                    </a:lnTo>
                    <a:cubicBezTo>
                      <a:pt x="23146" y="85630"/>
                      <a:pt x="22289" y="84773"/>
                      <a:pt x="22289" y="83725"/>
                    </a:cubicBezTo>
                    <a:lnTo>
                      <a:pt x="22289" y="24289"/>
                    </a:lnTo>
                    <a:cubicBezTo>
                      <a:pt x="22289" y="23241"/>
                      <a:pt x="23146" y="22384"/>
                      <a:pt x="24194" y="22384"/>
                    </a:cubicBezTo>
                    <a:lnTo>
                      <a:pt x="83630" y="22384"/>
                    </a:lnTo>
                    <a:cubicBezTo>
                      <a:pt x="84677" y="22384"/>
                      <a:pt x="85534" y="23241"/>
                      <a:pt x="85534" y="24289"/>
                    </a:cubicBezTo>
                    <a:lnTo>
                      <a:pt x="85534" y="8372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61" name="Google Shape;3061;p95"/>
              <p:cNvSpPr/>
              <p:nvPr/>
            </p:nvSpPr>
            <p:spPr>
              <a:xfrm>
                <a:off x="4945203" y="2961817"/>
                <a:ext cx="44577" cy="108013"/>
              </a:xfrm>
              <a:custGeom>
                <a:avLst/>
                <a:gdLst/>
                <a:ahLst/>
                <a:cxnLst/>
                <a:rect l="l" t="t" r="r" b="b"/>
                <a:pathLst>
                  <a:path w="44577" h="108013" extrusionOk="0">
                    <a:moveTo>
                      <a:pt x="24289" y="85725"/>
                    </a:moveTo>
                    <a:cubicBezTo>
                      <a:pt x="23241" y="85725"/>
                      <a:pt x="22384" y="84868"/>
                      <a:pt x="22384" y="83820"/>
                    </a:cubicBezTo>
                    <a:lnTo>
                      <a:pt x="22384" y="24384"/>
                    </a:lnTo>
                    <a:cubicBezTo>
                      <a:pt x="22384" y="23336"/>
                      <a:pt x="23241" y="22479"/>
                      <a:pt x="24289" y="22479"/>
                    </a:cubicBezTo>
                    <a:lnTo>
                      <a:pt x="36004" y="22479"/>
                    </a:lnTo>
                    <a:lnTo>
                      <a:pt x="33718" y="0"/>
                    </a:lnTo>
                    <a:lnTo>
                      <a:pt x="24289" y="0"/>
                    </a:lnTo>
                    <a:cubicBezTo>
                      <a:pt x="10858" y="0"/>
                      <a:pt x="0" y="10954"/>
                      <a:pt x="0" y="24289"/>
                    </a:cubicBezTo>
                    <a:lnTo>
                      <a:pt x="0" y="83725"/>
                    </a:lnTo>
                    <a:cubicBezTo>
                      <a:pt x="0" y="97155"/>
                      <a:pt x="10954" y="108014"/>
                      <a:pt x="24289" y="108014"/>
                    </a:cubicBezTo>
                    <a:lnTo>
                      <a:pt x="44577" y="108014"/>
                    </a:lnTo>
                    <a:lnTo>
                      <a:pt x="42291" y="85535"/>
                    </a:lnTo>
                    <a:lnTo>
                      <a:pt x="24193" y="8553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62" name="Google Shape;3062;p95"/>
              <p:cNvSpPr/>
              <p:nvPr/>
            </p:nvSpPr>
            <p:spPr>
              <a:xfrm>
                <a:off x="4815663" y="2962008"/>
                <a:ext cx="108013" cy="108013"/>
              </a:xfrm>
              <a:custGeom>
                <a:avLst/>
                <a:gdLst/>
                <a:ahLst/>
                <a:cxnLst/>
                <a:rect l="l" t="t" r="r" b="b"/>
                <a:pathLst>
                  <a:path w="108013" h="108013" extrusionOk="0">
                    <a:moveTo>
                      <a:pt x="83725" y="0"/>
                    </a:moveTo>
                    <a:lnTo>
                      <a:pt x="24289" y="0"/>
                    </a:lnTo>
                    <a:cubicBezTo>
                      <a:pt x="10858" y="0"/>
                      <a:pt x="0" y="10954"/>
                      <a:pt x="0" y="24289"/>
                    </a:cubicBezTo>
                    <a:lnTo>
                      <a:pt x="0" y="83725"/>
                    </a:lnTo>
                    <a:cubicBezTo>
                      <a:pt x="0" y="97155"/>
                      <a:pt x="10954" y="108014"/>
                      <a:pt x="24289" y="108014"/>
                    </a:cubicBezTo>
                    <a:lnTo>
                      <a:pt x="83725" y="108014"/>
                    </a:lnTo>
                    <a:cubicBezTo>
                      <a:pt x="97155" y="108014"/>
                      <a:pt x="108014" y="97060"/>
                      <a:pt x="108014" y="83725"/>
                    </a:cubicBezTo>
                    <a:lnTo>
                      <a:pt x="108014" y="24289"/>
                    </a:lnTo>
                    <a:cubicBezTo>
                      <a:pt x="108014" y="10859"/>
                      <a:pt x="97060" y="0"/>
                      <a:pt x="83725" y="0"/>
                    </a:cubicBezTo>
                    <a:close/>
                    <a:moveTo>
                      <a:pt x="85534" y="83725"/>
                    </a:moveTo>
                    <a:cubicBezTo>
                      <a:pt x="85534" y="84773"/>
                      <a:pt x="84677" y="85630"/>
                      <a:pt x="83630" y="85630"/>
                    </a:cubicBezTo>
                    <a:lnTo>
                      <a:pt x="24194" y="85630"/>
                    </a:lnTo>
                    <a:cubicBezTo>
                      <a:pt x="23146" y="85630"/>
                      <a:pt x="22289" y="84773"/>
                      <a:pt x="22289" y="83725"/>
                    </a:cubicBezTo>
                    <a:lnTo>
                      <a:pt x="22289" y="24289"/>
                    </a:lnTo>
                    <a:cubicBezTo>
                      <a:pt x="22289" y="23241"/>
                      <a:pt x="23146" y="22384"/>
                      <a:pt x="24194" y="22384"/>
                    </a:cubicBezTo>
                    <a:lnTo>
                      <a:pt x="83630" y="22384"/>
                    </a:lnTo>
                    <a:cubicBezTo>
                      <a:pt x="84677" y="22384"/>
                      <a:pt x="85534" y="23241"/>
                      <a:pt x="85534" y="24289"/>
                    </a:cubicBezTo>
                    <a:lnTo>
                      <a:pt x="85534" y="8372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063" name="Google Shape;3063;p95"/>
            <p:cNvSpPr/>
            <p:nvPr/>
          </p:nvSpPr>
          <p:spPr>
            <a:xfrm>
              <a:off x="5021308" y="2869520"/>
              <a:ext cx="256332" cy="248126"/>
            </a:xfrm>
            <a:custGeom>
              <a:avLst/>
              <a:gdLst/>
              <a:ahLst/>
              <a:cxnLst/>
              <a:rect l="l" t="t" r="r" b="b"/>
              <a:pathLst>
                <a:path w="256332" h="248126" extrusionOk="0">
                  <a:moveTo>
                    <a:pt x="241078" y="115253"/>
                  </a:moveTo>
                  <a:cubicBezTo>
                    <a:pt x="235363" y="113348"/>
                    <a:pt x="229362" y="116300"/>
                    <a:pt x="227076" y="121729"/>
                  </a:cubicBezTo>
                  <a:lnTo>
                    <a:pt x="220409" y="117062"/>
                  </a:lnTo>
                  <a:lnTo>
                    <a:pt x="227267" y="39815"/>
                  </a:lnTo>
                  <a:lnTo>
                    <a:pt x="227838" y="39815"/>
                  </a:lnTo>
                  <a:cubicBezTo>
                    <a:pt x="234029" y="39815"/>
                    <a:pt x="239078" y="34766"/>
                    <a:pt x="239078" y="28575"/>
                  </a:cubicBezTo>
                  <a:cubicBezTo>
                    <a:pt x="239078" y="12764"/>
                    <a:pt x="226219" y="0"/>
                    <a:pt x="210503" y="0"/>
                  </a:cubicBezTo>
                  <a:lnTo>
                    <a:pt x="28575" y="0"/>
                  </a:lnTo>
                  <a:cubicBezTo>
                    <a:pt x="12764" y="0"/>
                    <a:pt x="0" y="12859"/>
                    <a:pt x="0" y="28575"/>
                  </a:cubicBezTo>
                  <a:cubicBezTo>
                    <a:pt x="0" y="34766"/>
                    <a:pt x="5048" y="39815"/>
                    <a:pt x="11240" y="39815"/>
                  </a:cubicBezTo>
                  <a:lnTo>
                    <a:pt x="12002" y="39815"/>
                  </a:lnTo>
                  <a:lnTo>
                    <a:pt x="28004" y="218408"/>
                  </a:lnTo>
                  <a:cubicBezTo>
                    <a:pt x="28004" y="234791"/>
                    <a:pt x="41339" y="248126"/>
                    <a:pt x="57817" y="248126"/>
                  </a:cubicBezTo>
                  <a:lnTo>
                    <a:pt x="181547" y="248126"/>
                  </a:lnTo>
                  <a:cubicBezTo>
                    <a:pt x="197930" y="248126"/>
                    <a:pt x="211265" y="234791"/>
                    <a:pt x="211265" y="219456"/>
                  </a:cubicBezTo>
                  <a:lnTo>
                    <a:pt x="217361" y="151733"/>
                  </a:lnTo>
                  <a:cubicBezTo>
                    <a:pt x="219837" y="154400"/>
                    <a:pt x="222885" y="156496"/>
                    <a:pt x="226409" y="157734"/>
                  </a:cubicBezTo>
                  <a:cubicBezTo>
                    <a:pt x="228886" y="158591"/>
                    <a:pt x="231362" y="158972"/>
                    <a:pt x="233744" y="158972"/>
                  </a:cubicBezTo>
                  <a:lnTo>
                    <a:pt x="233744" y="158972"/>
                  </a:lnTo>
                  <a:cubicBezTo>
                    <a:pt x="243078" y="158972"/>
                    <a:pt x="251841" y="153162"/>
                    <a:pt x="255080" y="143923"/>
                  </a:cubicBezTo>
                  <a:cubicBezTo>
                    <a:pt x="259175" y="132207"/>
                    <a:pt x="252889" y="119348"/>
                    <a:pt x="241173" y="115253"/>
                  </a:cubicBezTo>
                  <a:close/>
                  <a:moveTo>
                    <a:pt x="199168" y="102108"/>
                  </a:moveTo>
                  <a:lnTo>
                    <a:pt x="143923" y="63246"/>
                  </a:lnTo>
                  <a:cubicBezTo>
                    <a:pt x="143923" y="62484"/>
                    <a:pt x="144209" y="61627"/>
                    <a:pt x="144209" y="60770"/>
                  </a:cubicBezTo>
                  <a:lnTo>
                    <a:pt x="144209" y="48958"/>
                  </a:lnTo>
                  <a:cubicBezTo>
                    <a:pt x="144209" y="44291"/>
                    <a:pt x="140399" y="40577"/>
                    <a:pt x="135827" y="40577"/>
                  </a:cubicBezTo>
                  <a:cubicBezTo>
                    <a:pt x="131255" y="40577"/>
                    <a:pt x="127445" y="44387"/>
                    <a:pt x="127445" y="48958"/>
                  </a:cubicBezTo>
                  <a:lnTo>
                    <a:pt x="127445" y="51530"/>
                  </a:lnTo>
                  <a:lnTo>
                    <a:pt x="124682" y="49530"/>
                  </a:lnTo>
                  <a:cubicBezTo>
                    <a:pt x="120872" y="46863"/>
                    <a:pt x="115634" y="47816"/>
                    <a:pt x="112967" y="51530"/>
                  </a:cubicBezTo>
                  <a:cubicBezTo>
                    <a:pt x="112490" y="52197"/>
                    <a:pt x="112300" y="52959"/>
                    <a:pt x="112014" y="53626"/>
                  </a:cubicBezTo>
                  <a:lnTo>
                    <a:pt x="112014" y="39719"/>
                  </a:lnTo>
                  <a:lnTo>
                    <a:pt x="204883" y="39719"/>
                  </a:lnTo>
                  <a:lnTo>
                    <a:pt x="199358" y="102013"/>
                  </a:lnTo>
                  <a:close/>
                  <a:moveTo>
                    <a:pt x="111824" y="59246"/>
                  </a:moveTo>
                  <a:cubicBezTo>
                    <a:pt x="112395" y="60865"/>
                    <a:pt x="113252" y="62389"/>
                    <a:pt x="114776" y="63437"/>
                  </a:cubicBezTo>
                  <a:lnTo>
                    <a:pt x="118301" y="65913"/>
                  </a:lnTo>
                  <a:lnTo>
                    <a:pt x="116872" y="65913"/>
                  </a:lnTo>
                  <a:cubicBezTo>
                    <a:pt x="114110" y="65913"/>
                    <a:pt x="111824" y="63627"/>
                    <a:pt x="111824" y="60865"/>
                  </a:cubicBezTo>
                  <a:lnTo>
                    <a:pt x="111824" y="59246"/>
                  </a:lnTo>
                  <a:close/>
                  <a:moveTo>
                    <a:pt x="181451" y="225743"/>
                  </a:moveTo>
                  <a:lnTo>
                    <a:pt x="57722" y="225743"/>
                  </a:lnTo>
                  <a:cubicBezTo>
                    <a:pt x="53721" y="225743"/>
                    <a:pt x="50387" y="222409"/>
                    <a:pt x="50387" y="217456"/>
                  </a:cubicBezTo>
                  <a:lnTo>
                    <a:pt x="34481" y="39815"/>
                  </a:lnTo>
                  <a:lnTo>
                    <a:pt x="94964" y="39815"/>
                  </a:lnTo>
                  <a:lnTo>
                    <a:pt x="94964" y="60770"/>
                  </a:lnTo>
                  <a:cubicBezTo>
                    <a:pt x="94964" y="72866"/>
                    <a:pt x="104775" y="82677"/>
                    <a:pt x="116872" y="82677"/>
                  </a:cubicBezTo>
                  <a:lnTo>
                    <a:pt x="122206" y="82677"/>
                  </a:lnTo>
                  <a:cubicBezTo>
                    <a:pt x="127254" y="82677"/>
                    <a:pt x="131826" y="80867"/>
                    <a:pt x="135541" y="78010"/>
                  </a:cubicBezTo>
                  <a:lnTo>
                    <a:pt x="197358" y="121539"/>
                  </a:lnTo>
                  <a:lnTo>
                    <a:pt x="188690" y="218599"/>
                  </a:lnTo>
                  <a:cubicBezTo>
                    <a:pt x="188690" y="222599"/>
                    <a:pt x="185357" y="225838"/>
                    <a:pt x="181356" y="22583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064" name="Google Shape;3064;p95"/>
          <p:cNvGrpSpPr/>
          <p:nvPr/>
        </p:nvGrpSpPr>
        <p:grpSpPr>
          <a:xfrm>
            <a:off x="3618887" y="1772076"/>
            <a:ext cx="299984" cy="283857"/>
            <a:chOff x="5458487" y="2608913"/>
            <a:chExt cx="399978" cy="378475"/>
          </a:xfrm>
        </p:grpSpPr>
        <p:sp>
          <p:nvSpPr>
            <p:cNvPr id="3065" name="Google Shape;3065;p95"/>
            <p:cNvSpPr/>
            <p:nvPr/>
          </p:nvSpPr>
          <p:spPr>
            <a:xfrm>
              <a:off x="5458487" y="2608913"/>
              <a:ext cx="310253" cy="309896"/>
            </a:xfrm>
            <a:custGeom>
              <a:avLst/>
              <a:gdLst/>
              <a:ahLst/>
              <a:cxnLst/>
              <a:rect l="l" t="t" r="r" b="b"/>
              <a:pathLst>
                <a:path w="413670" h="413194" extrusionOk="0">
                  <a:moveTo>
                    <a:pt x="233267" y="385858"/>
                  </a:moveTo>
                  <a:lnTo>
                    <a:pt x="51435" y="385858"/>
                  </a:lnTo>
                  <a:cubicBezTo>
                    <a:pt x="38481" y="385858"/>
                    <a:pt x="27337" y="374714"/>
                    <a:pt x="27337" y="361759"/>
                  </a:cubicBezTo>
                  <a:lnTo>
                    <a:pt x="27337" y="51340"/>
                  </a:lnTo>
                  <a:cubicBezTo>
                    <a:pt x="27337" y="37910"/>
                    <a:pt x="38481" y="27242"/>
                    <a:pt x="51435" y="27242"/>
                  </a:cubicBezTo>
                  <a:lnTo>
                    <a:pt x="361950" y="27242"/>
                  </a:lnTo>
                  <a:cubicBezTo>
                    <a:pt x="375380" y="27242"/>
                    <a:pt x="386048" y="38005"/>
                    <a:pt x="386048" y="51340"/>
                  </a:cubicBezTo>
                  <a:lnTo>
                    <a:pt x="386048" y="165259"/>
                  </a:lnTo>
                  <a:cubicBezTo>
                    <a:pt x="386048" y="172879"/>
                    <a:pt x="392335" y="179070"/>
                    <a:pt x="399860" y="179070"/>
                  </a:cubicBezTo>
                  <a:cubicBezTo>
                    <a:pt x="407384" y="179070"/>
                    <a:pt x="413671" y="172784"/>
                    <a:pt x="413671" y="165259"/>
                  </a:cubicBezTo>
                  <a:lnTo>
                    <a:pt x="413671" y="51340"/>
                  </a:lnTo>
                  <a:cubicBezTo>
                    <a:pt x="413671" y="22765"/>
                    <a:pt x="390430" y="0"/>
                    <a:pt x="362331" y="0"/>
                  </a:cubicBezTo>
                  <a:lnTo>
                    <a:pt x="51816" y="0"/>
                  </a:lnTo>
                  <a:cubicBezTo>
                    <a:pt x="23241" y="0"/>
                    <a:pt x="0" y="22765"/>
                    <a:pt x="0" y="51340"/>
                  </a:cubicBezTo>
                  <a:lnTo>
                    <a:pt x="0" y="361855"/>
                  </a:lnTo>
                  <a:cubicBezTo>
                    <a:pt x="0" y="389954"/>
                    <a:pt x="23241" y="413195"/>
                    <a:pt x="51816" y="413195"/>
                  </a:cubicBezTo>
                  <a:lnTo>
                    <a:pt x="233172" y="413195"/>
                  </a:lnTo>
                  <a:cubicBezTo>
                    <a:pt x="240792" y="413195"/>
                    <a:pt x="246983" y="406908"/>
                    <a:pt x="246602" y="399383"/>
                  </a:cubicBezTo>
                  <a:cubicBezTo>
                    <a:pt x="246602" y="392240"/>
                    <a:pt x="240792" y="385953"/>
                    <a:pt x="233172" y="38595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66" name="Google Shape;3066;p95"/>
            <p:cNvSpPr/>
            <p:nvPr/>
          </p:nvSpPr>
          <p:spPr>
            <a:xfrm>
              <a:off x="5606863" y="2749145"/>
              <a:ext cx="251603" cy="111228"/>
            </a:xfrm>
            <a:custGeom>
              <a:avLst/>
              <a:gdLst/>
              <a:ahLst/>
              <a:cxnLst/>
              <a:rect l="l" t="t" r="r" b="b"/>
              <a:pathLst>
                <a:path w="335470" h="148304" extrusionOk="0">
                  <a:moveTo>
                    <a:pt x="326231" y="130112"/>
                  </a:moveTo>
                  <a:lnTo>
                    <a:pt x="286988" y="130112"/>
                  </a:lnTo>
                  <a:cubicBezTo>
                    <a:pt x="286798" y="129540"/>
                    <a:pt x="286703" y="128873"/>
                    <a:pt x="286417" y="128302"/>
                  </a:cubicBezTo>
                  <a:lnTo>
                    <a:pt x="252889" y="70676"/>
                  </a:lnTo>
                  <a:cubicBezTo>
                    <a:pt x="251555" y="68008"/>
                    <a:pt x="249269" y="66199"/>
                    <a:pt x="246221" y="66199"/>
                  </a:cubicBezTo>
                  <a:lnTo>
                    <a:pt x="219837" y="62579"/>
                  </a:lnTo>
                  <a:lnTo>
                    <a:pt x="182309" y="4477"/>
                  </a:lnTo>
                  <a:cubicBezTo>
                    <a:pt x="180499" y="1810"/>
                    <a:pt x="178308" y="476"/>
                    <a:pt x="175641" y="0"/>
                  </a:cubicBezTo>
                  <a:cubicBezTo>
                    <a:pt x="172974" y="0"/>
                    <a:pt x="169831" y="857"/>
                    <a:pt x="168021" y="2667"/>
                  </a:cubicBezTo>
                  <a:lnTo>
                    <a:pt x="130493" y="40195"/>
                  </a:lnTo>
                  <a:cubicBezTo>
                    <a:pt x="129635" y="41053"/>
                    <a:pt x="129159" y="42386"/>
                    <a:pt x="128683" y="43815"/>
                  </a:cubicBezTo>
                  <a:lnTo>
                    <a:pt x="115252" y="81344"/>
                  </a:lnTo>
                  <a:lnTo>
                    <a:pt x="76867" y="93821"/>
                  </a:lnTo>
                  <a:cubicBezTo>
                    <a:pt x="74676" y="94678"/>
                    <a:pt x="72866" y="95631"/>
                    <a:pt x="71914" y="97441"/>
                  </a:cubicBezTo>
                  <a:lnTo>
                    <a:pt x="51340" y="127349"/>
                  </a:lnTo>
                  <a:cubicBezTo>
                    <a:pt x="50864" y="128206"/>
                    <a:pt x="50578" y="129159"/>
                    <a:pt x="50387" y="130016"/>
                  </a:cubicBezTo>
                  <a:lnTo>
                    <a:pt x="8954" y="130016"/>
                  </a:lnTo>
                  <a:cubicBezTo>
                    <a:pt x="4001" y="130016"/>
                    <a:pt x="0" y="134017"/>
                    <a:pt x="0" y="138970"/>
                  </a:cubicBezTo>
                  <a:cubicBezTo>
                    <a:pt x="0" y="143923"/>
                    <a:pt x="4001" y="148304"/>
                    <a:pt x="8954" y="148304"/>
                  </a:cubicBezTo>
                  <a:lnTo>
                    <a:pt x="326136" y="148304"/>
                  </a:lnTo>
                  <a:cubicBezTo>
                    <a:pt x="331470" y="148304"/>
                    <a:pt x="335471" y="143827"/>
                    <a:pt x="335471" y="138970"/>
                  </a:cubicBezTo>
                  <a:cubicBezTo>
                    <a:pt x="335471" y="134112"/>
                    <a:pt x="331470" y="130016"/>
                    <a:pt x="326136" y="130016"/>
                  </a:cubicBezTo>
                  <a:close/>
                  <a:moveTo>
                    <a:pt x="213170" y="80105"/>
                  </a:moveTo>
                  <a:lnTo>
                    <a:pt x="239554" y="83725"/>
                  </a:lnTo>
                  <a:lnTo>
                    <a:pt x="266224" y="130207"/>
                  </a:lnTo>
                  <a:lnTo>
                    <a:pt x="226409" y="130207"/>
                  </a:lnTo>
                  <a:cubicBezTo>
                    <a:pt x="226219" y="129445"/>
                    <a:pt x="226028" y="128683"/>
                    <a:pt x="225647" y="128016"/>
                  </a:cubicBezTo>
                  <a:lnTo>
                    <a:pt x="213551" y="107442"/>
                  </a:lnTo>
                  <a:lnTo>
                    <a:pt x="187166" y="57436"/>
                  </a:lnTo>
                  <a:lnTo>
                    <a:pt x="183547" y="40672"/>
                  </a:lnTo>
                  <a:lnTo>
                    <a:pt x="206312" y="76200"/>
                  </a:lnTo>
                  <a:cubicBezTo>
                    <a:pt x="207645" y="78391"/>
                    <a:pt x="210312" y="79820"/>
                    <a:pt x="212979" y="80201"/>
                  </a:cubicBezTo>
                  <a:close/>
                  <a:moveTo>
                    <a:pt x="85439" y="110490"/>
                  </a:moveTo>
                  <a:lnTo>
                    <a:pt x="125158" y="97536"/>
                  </a:lnTo>
                  <a:cubicBezTo>
                    <a:pt x="127826" y="96679"/>
                    <a:pt x="130112" y="94393"/>
                    <a:pt x="130969" y="91726"/>
                  </a:cubicBezTo>
                  <a:lnTo>
                    <a:pt x="144780" y="51530"/>
                  </a:lnTo>
                  <a:lnTo>
                    <a:pt x="163354" y="33242"/>
                  </a:lnTo>
                  <a:lnTo>
                    <a:pt x="169354" y="62294"/>
                  </a:lnTo>
                  <a:cubicBezTo>
                    <a:pt x="169831" y="63151"/>
                    <a:pt x="169831" y="64103"/>
                    <a:pt x="170212" y="64960"/>
                  </a:cubicBezTo>
                  <a:lnTo>
                    <a:pt x="197453" y="116300"/>
                  </a:lnTo>
                  <a:lnTo>
                    <a:pt x="205740" y="130112"/>
                  </a:lnTo>
                  <a:lnTo>
                    <a:pt x="71819" y="130112"/>
                  </a:lnTo>
                  <a:lnTo>
                    <a:pt x="85344" y="11049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67" name="Google Shape;3067;p95"/>
            <p:cNvSpPr/>
            <p:nvPr/>
          </p:nvSpPr>
          <p:spPr>
            <a:xfrm>
              <a:off x="5649452" y="2865032"/>
              <a:ext cx="164720" cy="122356"/>
            </a:xfrm>
            <a:custGeom>
              <a:avLst/>
              <a:gdLst/>
              <a:ahLst/>
              <a:cxnLst/>
              <a:rect l="l" t="t" r="r" b="b"/>
              <a:pathLst>
                <a:path w="219627" h="163142" extrusionOk="0">
                  <a:moveTo>
                    <a:pt x="214487" y="1122"/>
                  </a:moveTo>
                  <a:cubicBezTo>
                    <a:pt x="209534" y="-1069"/>
                    <a:pt x="204201" y="646"/>
                    <a:pt x="202010" y="5123"/>
                  </a:cubicBezTo>
                  <a:lnTo>
                    <a:pt x="170768" y="72560"/>
                  </a:lnTo>
                  <a:lnTo>
                    <a:pt x="160957" y="72560"/>
                  </a:lnTo>
                  <a:cubicBezTo>
                    <a:pt x="157337" y="72560"/>
                    <a:pt x="153813" y="74750"/>
                    <a:pt x="152480" y="78370"/>
                  </a:cubicBezTo>
                  <a:lnTo>
                    <a:pt x="126572" y="140473"/>
                  </a:lnTo>
                  <a:lnTo>
                    <a:pt x="89043" y="114565"/>
                  </a:lnTo>
                  <a:lnTo>
                    <a:pt x="68945" y="55605"/>
                  </a:lnTo>
                  <a:cubicBezTo>
                    <a:pt x="68088" y="53795"/>
                    <a:pt x="66755" y="51986"/>
                    <a:pt x="64945" y="50652"/>
                  </a:cubicBezTo>
                  <a:lnTo>
                    <a:pt x="28274" y="29697"/>
                  </a:lnTo>
                  <a:lnTo>
                    <a:pt x="17510" y="5599"/>
                  </a:lnTo>
                  <a:cubicBezTo>
                    <a:pt x="15320" y="646"/>
                    <a:pt x="9890" y="-1069"/>
                    <a:pt x="5414" y="646"/>
                  </a:cubicBezTo>
                  <a:cubicBezTo>
                    <a:pt x="461" y="2837"/>
                    <a:pt x="-1254" y="8266"/>
                    <a:pt x="937" y="12743"/>
                  </a:cubicBezTo>
                  <a:lnTo>
                    <a:pt x="13034" y="39508"/>
                  </a:lnTo>
                  <a:cubicBezTo>
                    <a:pt x="13510" y="41318"/>
                    <a:pt x="14843" y="42651"/>
                    <a:pt x="16653" y="43508"/>
                  </a:cubicBezTo>
                  <a:lnTo>
                    <a:pt x="52848" y="64463"/>
                  </a:lnTo>
                  <a:lnTo>
                    <a:pt x="72470" y="122947"/>
                  </a:lnTo>
                  <a:cubicBezTo>
                    <a:pt x="73327" y="125138"/>
                    <a:pt x="74660" y="126566"/>
                    <a:pt x="76089" y="127900"/>
                  </a:cubicBezTo>
                  <a:lnTo>
                    <a:pt x="125714" y="161809"/>
                  </a:lnTo>
                  <a:cubicBezTo>
                    <a:pt x="127048" y="162666"/>
                    <a:pt x="128858" y="163142"/>
                    <a:pt x="130667" y="163142"/>
                  </a:cubicBezTo>
                  <a:lnTo>
                    <a:pt x="133811" y="163142"/>
                  </a:lnTo>
                  <a:cubicBezTo>
                    <a:pt x="136002" y="162285"/>
                    <a:pt x="138287" y="160475"/>
                    <a:pt x="139621" y="157808"/>
                  </a:cubicBezTo>
                  <a:lnTo>
                    <a:pt x="167339" y="90752"/>
                  </a:lnTo>
                  <a:lnTo>
                    <a:pt x="176292" y="90752"/>
                  </a:lnTo>
                  <a:cubicBezTo>
                    <a:pt x="179912" y="90752"/>
                    <a:pt x="183436" y="88943"/>
                    <a:pt x="184770" y="85418"/>
                  </a:cubicBezTo>
                  <a:lnTo>
                    <a:pt x="218679" y="13028"/>
                  </a:lnTo>
                  <a:cubicBezTo>
                    <a:pt x="220869" y="8075"/>
                    <a:pt x="219155" y="2741"/>
                    <a:pt x="214678" y="93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68" name="Google Shape;3068;p95"/>
            <p:cNvSpPr/>
            <p:nvPr/>
          </p:nvSpPr>
          <p:spPr>
            <a:xfrm>
              <a:off x="5580788" y="2652133"/>
              <a:ext cx="65650" cy="65651"/>
            </a:xfrm>
            <a:custGeom>
              <a:avLst/>
              <a:gdLst/>
              <a:ahLst/>
              <a:cxnLst/>
              <a:rect l="l" t="t" r="r" b="b"/>
              <a:pathLst>
                <a:path w="87534" h="87534" extrusionOk="0">
                  <a:moveTo>
                    <a:pt x="87535" y="19622"/>
                  </a:moveTo>
                  <a:cubicBezTo>
                    <a:pt x="87535" y="8858"/>
                    <a:pt x="78581" y="0"/>
                    <a:pt x="67913" y="0"/>
                  </a:cubicBezTo>
                  <a:lnTo>
                    <a:pt x="19621" y="0"/>
                  </a:lnTo>
                  <a:cubicBezTo>
                    <a:pt x="8858" y="0"/>
                    <a:pt x="0" y="8954"/>
                    <a:pt x="0" y="19622"/>
                  </a:cubicBezTo>
                  <a:lnTo>
                    <a:pt x="0" y="67913"/>
                  </a:lnTo>
                  <a:cubicBezTo>
                    <a:pt x="0" y="78677"/>
                    <a:pt x="8954" y="87535"/>
                    <a:pt x="19621" y="87535"/>
                  </a:cubicBezTo>
                  <a:lnTo>
                    <a:pt x="67913" y="87535"/>
                  </a:lnTo>
                  <a:cubicBezTo>
                    <a:pt x="78677" y="87535"/>
                    <a:pt x="87535" y="78581"/>
                    <a:pt x="87535" y="67913"/>
                  </a:cubicBezTo>
                  <a:lnTo>
                    <a:pt x="87535" y="19622"/>
                  </a:lnTo>
                  <a:close/>
                  <a:moveTo>
                    <a:pt x="69247" y="67818"/>
                  </a:moveTo>
                  <a:cubicBezTo>
                    <a:pt x="69247" y="68675"/>
                    <a:pt x="68770" y="69152"/>
                    <a:pt x="67913" y="69152"/>
                  </a:cubicBezTo>
                  <a:lnTo>
                    <a:pt x="19621" y="69152"/>
                  </a:lnTo>
                  <a:cubicBezTo>
                    <a:pt x="18764" y="69152"/>
                    <a:pt x="18288" y="68675"/>
                    <a:pt x="18288" y="67818"/>
                  </a:cubicBezTo>
                  <a:lnTo>
                    <a:pt x="18288" y="19526"/>
                  </a:lnTo>
                  <a:cubicBezTo>
                    <a:pt x="18288" y="18669"/>
                    <a:pt x="18764" y="18193"/>
                    <a:pt x="19621" y="18193"/>
                  </a:cubicBezTo>
                  <a:lnTo>
                    <a:pt x="67913" y="18193"/>
                  </a:lnTo>
                  <a:cubicBezTo>
                    <a:pt x="68770" y="18193"/>
                    <a:pt x="69247" y="18669"/>
                    <a:pt x="69247" y="19526"/>
                  </a:cubicBezTo>
                  <a:lnTo>
                    <a:pt x="69247" y="6781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69" name="Google Shape;3069;p95"/>
            <p:cNvSpPr/>
            <p:nvPr/>
          </p:nvSpPr>
          <p:spPr>
            <a:xfrm>
              <a:off x="5580788" y="2730499"/>
              <a:ext cx="65650" cy="65651"/>
            </a:xfrm>
            <a:custGeom>
              <a:avLst/>
              <a:gdLst/>
              <a:ahLst/>
              <a:cxnLst/>
              <a:rect l="l" t="t" r="r" b="b"/>
              <a:pathLst>
                <a:path w="87534" h="87534" extrusionOk="0">
                  <a:moveTo>
                    <a:pt x="67913" y="0"/>
                  </a:moveTo>
                  <a:lnTo>
                    <a:pt x="19621" y="0"/>
                  </a:lnTo>
                  <a:cubicBezTo>
                    <a:pt x="8858" y="0"/>
                    <a:pt x="0" y="8477"/>
                    <a:pt x="0" y="19622"/>
                  </a:cubicBezTo>
                  <a:lnTo>
                    <a:pt x="0" y="67913"/>
                  </a:lnTo>
                  <a:cubicBezTo>
                    <a:pt x="0" y="78677"/>
                    <a:pt x="8954" y="87535"/>
                    <a:pt x="19621" y="87535"/>
                  </a:cubicBezTo>
                  <a:lnTo>
                    <a:pt x="67913" y="87535"/>
                  </a:lnTo>
                  <a:cubicBezTo>
                    <a:pt x="78677" y="87535"/>
                    <a:pt x="87535" y="78581"/>
                    <a:pt x="87535" y="67913"/>
                  </a:cubicBezTo>
                  <a:lnTo>
                    <a:pt x="87535" y="19622"/>
                  </a:lnTo>
                  <a:cubicBezTo>
                    <a:pt x="87535" y="8477"/>
                    <a:pt x="78581" y="0"/>
                    <a:pt x="67913" y="0"/>
                  </a:cubicBezTo>
                  <a:close/>
                  <a:moveTo>
                    <a:pt x="69247" y="67913"/>
                  </a:moveTo>
                  <a:cubicBezTo>
                    <a:pt x="69247" y="67913"/>
                    <a:pt x="68770" y="69247"/>
                    <a:pt x="67913" y="69247"/>
                  </a:cubicBezTo>
                  <a:lnTo>
                    <a:pt x="19621" y="69247"/>
                  </a:lnTo>
                  <a:cubicBezTo>
                    <a:pt x="18764" y="69247"/>
                    <a:pt x="18288" y="68390"/>
                    <a:pt x="18288" y="67913"/>
                  </a:cubicBezTo>
                  <a:lnTo>
                    <a:pt x="18288" y="19622"/>
                  </a:lnTo>
                  <a:cubicBezTo>
                    <a:pt x="18288" y="18764"/>
                    <a:pt x="18764" y="17812"/>
                    <a:pt x="19621" y="17812"/>
                  </a:cubicBezTo>
                  <a:lnTo>
                    <a:pt x="67913" y="17812"/>
                  </a:lnTo>
                  <a:cubicBezTo>
                    <a:pt x="68770" y="17812"/>
                    <a:pt x="69247" y="18669"/>
                    <a:pt x="69247" y="19622"/>
                  </a:cubicBezTo>
                  <a:lnTo>
                    <a:pt x="69247" y="6791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70" name="Google Shape;3070;p95"/>
            <p:cNvSpPr/>
            <p:nvPr/>
          </p:nvSpPr>
          <p:spPr>
            <a:xfrm>
              <a:off x="5659584" y="2652062"/>
              <a:ext cx="65650" cy="65651"/>
            </a:xfrm>
            <a:custGeom>
              <a:avLst/>
              <a:gdLst/>
              <a:ahLst/>
              <a:cxnLst/>
              <a:rect l="l" t="t" r="r" b="b"/>
              <a:pathLst>
                <a:path w="87534" h="87534" extrusionOk="0">
                  <a:moveTo>
                    <a:pt x="19621" y="0"/>
                  </a:moveTo>
                  <a:cubicBezTo>
                    <a:pt x="8858" y="0"/>
                    <a:pt x="0" y="8954"/>
                    <a:pt x="0" y="19622"/>
                  </a:cubicBezTo>
                  <a:lnTo>
                    <a:pt x="0" y="67913"/>
                  </a:lnTo>
                  <a:cubicBezTo>
                    <a:pt x="0" y="78677"/>
                    <a:pt x="8953" y="87535"/>
                    <a:pt x="19621" y="87535"/>
                  </a:cubicBezTo>
                  <a:lnTo>
                    <a:pt x="67913" y="87535"/>
                  </a:lnTo>
                  <a:cubicBezTo>
                    <a:pt x="78676" y="87535"/>
                    <a:pt x="87535" y="78581"/>
                    <a:pt x="87535" y="67913"/>
                  </a:cubicBezTo>
                  <a:lnTo>
                    <a:pt x="87535" y="19622"/>
                  </a:lnTo>
                  <a:cubicBezTo>
                    <a:pt x="87535" y="8858"/>
                    <a:pt x="78581" y="0"/>
                    <a:pt x="67913" y="0"/>
                  </a:cubicBezTo>
                  <a:lnTo>
                    <a:pt x="19621" y="0"/>
                  </a:lnTo>
                  <a:close/>
                  <a:moveTo>
                    <a:pt x="69151" y="19717"/>
                  </a:moveTo>
                  <a:lnTo>
                    <a:pt x="69151" y="68008"/>
                  </a:lnTo>
                  <a:cubicBezTo>
                    <a:pt x="69151" y="68866"/>
                    <a:pt x="68675" y="69342"/>
                    <a:pt x="67818" y="69342"/>
                  </a:cubicBezTo>
                  <a:lnTo>
                    <a:pt x="19526" y="69342"/>
                  </a:lnTo>
                  <a:cubicBezTo>
                    <a:pt x="18669" y="69342"/>
                    <a:pt x="18193" y="68866"/>
                    <a:pt x="18193" y="68008"/>
                  </a:cubicBezTo>
                  <a:lnTo>
                    <a:pt x="18193" y="19717"/>
                  </a:lnTo>
                  <a:cubicBezTo>
                    <a:pt x="18193" y="18860"/>
                    <a:pt x="18669" y="18383"/>
                    <a:pt x="19526" y="18383"/>
                  </a:cubicBezTo>
                  <a:lnTo>
                    <a:pt x="67818" y="18383"/>
                  </a:lnTo>
                  <a:cubicBezTo>
                    <a:pt x="68675" y="18383"/>
                    <a:pt x="69151" y="18860"/>
                    <a:pt x="69151" y="1971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71" name="Google Shape;3071;p95"/>
            <p:cNvSpPr/>
            <p:nvPr/>
          </p:nvSpPr>
          <p:spPr>
            <a:xfrm>
              <a:off x="5502064" y="2652133"/>
              <a:ext cx="65650" cy="65651"/>
            </a:xfrm>
            <a:custGeom>
              <a:avLst/>
              <a:gdLst/>
              <a:ahLst/>
              <a:cxnLst/>
              <a:rect l="l" t="t" r="r" b="b"/>
              <a:pathLst>
                <a:path w="87534" h="87534" extrusionOk="0">
                  <a:moveTo>
                    <a:pt x="87535" y="19622"/>
                  </a:moveTo>
                  <a:cubicBezTo>
                    <a:pt x="87535" y="8858"/>
                    <a:pt x="78581" y="0"/>
                    <a:pt x="67913" y="0"/>
                  </a:cubicBezTo>
                  <a:lnTo>
                    <a:pt x="19622" y="0"/>
                  </a:lnTo>
                  <a:cubicBezTo>
                    <a:pt x="8858" y="0"/>
                    <a:pt x="0" y="8954"/>
                    <a:pt x="0" y="19622"/>
                  </a:cubicBezTo>
                  <a:lnTo>
                    <a:pt x="0" y="67913"/>
                  </a:lnTo>
                  <a:cubicBezTo>
                    <a:pt x="0" y="78677"/>
                    <a:pt x="8954" y="87535"/>
                    <a:pt x="19622" y="87535"/>
                  </a:cubicBezTo>
                  <a:lnTo>
                    <a:pt x="67913" y="87535"/>
                  </a:lnTo>
                  <a:cubicBezTo>
                    <a:pt x="78677" y="87535"/>
                    <a:pt x="87535" y="78581"/>
                    <a:pt x="87535" y="67913"/>
                  </a:cubicBezTo>
                  <a:lnTo>
                    <a:pt x="87535" y="19622"/>
                  </a:lnTo>
                  <a:close/>
                  <a:moveTo>
                    <a:pt x="69247" y="67818"/>
                  </a:moveTo>
                  <a:cubicBezTo>
                    <a:pt x="69247" y="68675"/>
                    <a:pt x="68770" y="69152"/>
                    <a:pt x="67913" y="69152"/>
                  </a:cubicBezTo>
                  <a:lnTo>
                    <a:pt x="19622" y="69152"/>
                  </a:lnTo>
                  <a:cubicBezTo>
                    <a:pt x="18764" y="69152"/>
                    <a:pt x="18288" y="68675"/>
                    <a:pt x="18288" y="67818"/>
                  </a:cubicBezTo>
                  <a:lnTo>
                    <a:pt x="18288" y="19526"/>
                  </a:lnTo>
                  <a:cubicBezTo>
                    <a:pt x="18288" y="18669"/>
                    <a:pt x="18764" y="18193"/>
                    <a:pt x="19622" y="18193"/>
                  </a:cubicBezTo>
                  <a:lnTo>
                    <a:pt x="67913" y="18193"/>
                  </a:lnTo>
                  <a:cubicBezTo>
                    <a:pt x="68770" y="18193"/>
                    <a:pt x="69247" y="18669"/>
                    <a:pt x="69247" y="19526"/>
                  </a:cubicBezTo>
                  <a:lnTo>
                    <a:pt x="69247" y="6781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72" name="Google Shape;3072;p95"/>
            <p:cNvSpPr/>
            <p:nvPr/>
          </p:nvSpPr>
          <p:spPr>
            <a:xfrm>
              <a:off x="5502064" y="2730499"/>
              <a:ext cx="65650" cy="65651"/>
            </a:xfrm>
            <a:custGeom>
              <a:avLst/>
              <a:gdLst/>
              <a:ahLst/>
              <a:cxnLst/>
              <a:rect l="l" t="t" r="r" b="b"/>
              <a:pathLst>
                <a:path w="87534" h="87534" extrusionOk="0">
                  <a:moveTo>
                    <a:pt x="87535" y="19622"/>
                  </a:moveTo>
                  <a:cubicBezTo>
                    <a:pt x="87535" y="8477"/>
                    <a:pt x="78581" y="0"/>
                    <a:pt x="67913" y="0"/>
                  </a:cubicBezTo>
                  <a:lnTo>
                    <a:pt x="19622" y="0"/>
                  </a:lnTo>
                  <a:cubicBezTo>
                    <a:pt x="8858" y="0"/>
                    <a:pt x="0" y="8477"/>
                    <a:pt x="0" y="19622"/>
                  </a:cubicBezTo>
                  <a:lnTo>
                    <a:pt x="0" y="67913"/>
                  </a:lnTo>
                  <a:cubicBezTo>
                    <a:pt x="0" y="78677"/>
                    <a:pt x="8954" y="87535"/>
                    <a:pt x="19622" y="87535"/>
                  </a:cubicBezTo>
                  <a:lnTo>
                    <a:pt x="67913" y="87535"/>
                  </a:lnTo>
                  <a:cubicBezTo>
                    <a:pt x="78677" y="87535"/>
                    <a:pt x="87535" y="78581"/>
                    <a:pt x="87535" y="67913"/>
                  </a:cubicBezTo>
                  <a:lnTo>
                    <a:pt x="87535" y="19622"/>
                  </a:lnTo>
                  <a:close/>
                  <a:moveTo>
                    <a:pt x="69247" y="67913"/>
                  </a:moveTo>
                  <a:cubicBezTo>
                    <a:pt x="69247" y="67913"/>
                    <a:pt x="68770" y="69247"/>
                    <a:pt x="67913" y="69247"/>
                  </a:cubicBezTo>
                  <a:lnTo>
                    <a:pt x="19622" y="69247"/>
                  </a:lnTo>
                  <a:cubicBezTo>
                    <a:pt x="18764" y="69247"/>
                    <a:pt x="18288" y="68390"/>
                    <a:pt x="18288" y="67913"/>
                  </a:cubicBezTo>
                  <a:lnTo>
                    <a:pt x="18288" y="19622"/>
                  </a:lnTo>
                  <a:cubicBezTo>
                    <a:pt x="18288" y="18764"/>
                    <a:pt x="18764" y="17812"/>
                    <a:pt x="19622" y="17812"/>
                  </a:cubicBezTo>
                  <a:lnTo>
                    <a:pt x="67913" y="17812"/>
                  </a:lnTo>
                  <a:cubicBezTo>
                    <a:pt x="68770" y="17812"/>
                    <a:pt x="69247" y="18669"/>
                    <a:pt x="69247" y="19622"/>
                  </a:cubicBezTo>
                  <a:lnTo>
                    <a:pt x="69247" y="6791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73" name="Google Shape;3073;p95"/>
            <p:cNvSpPr/>
            <p:nvPr/>
          </p:nvSpPr>
          <p:spPr>
            <a:xfrm>
              <a:off x="5502064" y="2809581"/>
              <a:ext cx="65650" cy="65651"/>
            </a:xfrm>
            <a:custGeom>
              <a:avLst/>
              <a:gdLst/>
              <a:ahLst/>
              <a:cxnLst/>
              <a:rect l="l" t="t" r="r" b="b"/>
              <a:pathLst>
                <a:path w="87534" h="87534" extrusionOk="0">
                  <a:moveTo>
                    <a:pt x="67913" y="0"/>
                  </a:moveTo>
                  <a:lnTo>
                    <a:pt x="19622" y="0"/>
                  </a:lnTo>
                  <a:cubicBezTo>
                    <a:pt x="8858" y="0"/>
                    <a:pt x="0" y="8477"/>
                    <a:pt x="0" y="19622"/>
                  </a:cubicBezTo>
                  <a:lnTo>
                    <a:pt x="0" y="67437"/>
                  </a:lnTo>
                  <a:cubicBezTo>
                    <a:pt x="0" y="78581"/>
                    <a:pt x="8954" y="87535"/>
                    <a:pt x="19622" y="87535"/>
                  </a:cubicBezTo>
                  <a:lnTo>
                    <a:pt x="67913" y="87535"/>
                  </a:lnTo>
                  <a:cubicBezTo>
                    <a:pt x="78677" y="87535"/>
                    <a:pt x="87535" y="78581"/>
                    <a:pt x="87535" y="67437"/>
                  </a:cubicBezTo>
                  <a:lnTo>
                    <a:pt x="87535" y="19622"/>
                  </a:lnTo>
                  <a:cubicBezTo>
                    <a:pt x="87535" y="8477"/>
                    <a:pt x="78581" y="0"/>
                    <a:pt x="67913" y="0"/>
                  </a:cubicBezTo>
                  <a:close/>
                  <a:moveTo>
                    <a:pt x="69247" y="67437"/>
                  </a:moveTo>
                  <a:cubicBezTo>
                    <a:pt x="69247" y="68294"/>
                    <a:pt x="68770" y="69247"/>
                    <a:pt x="67913" y="69247"/>
                  </a:cubicBezTo>
                  <a:lnTo>
                    <a:pt x="19622" y="69247"/>
                  </a:lnTo>
                  <a:cubicBezTo>
                    <a:pt x="18764" y="69247"/>
                    <a:pt x="18288" y="68390"/>
                    <a:pt x="18288" y="67437"/>
                  </a:cubicBezTo>
                  <a:lnTo>
                    <a:pt x="18288" y="19622"/>
                  </a:lnTo>
                  <a:cubicBezTo>
                    <a:pt x="18288" y="18764"/>
                    <a:pt x="18764" y="17812"/>
                    <a:pt x="19622" y="17812"/>
                  </a:cubicBezTo>
                  <a:lnTo>
                    <a:pt x="67913" y="17812"/>
                  </a:lnTo>
                  <a:cubicBezTo>
                    <a:pt x="68770" y="17812"/>
                    <a:pt x="69247" y="18669"/>
                    <a:pt x="69247" y="19622"/>
                  </a:cubicBezTo>
                  <a:lnTo>
                    <a:pt x="69247" y="6743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074" name="Google Shape;3074;p95"/>
          <p:cNvGrpSpPr/>
          <p:nvPr/>
        </p:nvGrpSpPr>
        <p:grpSpPr>
          <a:xfrm>
            <a:off x="2827029" y="1816195"/>
            <a:ext cx="299983" cy="195667"/>
            <a:chOff x="8514688" y="3468660"/>
            <a:chExt cx="533304" cy="347852"/>
          </a:xfrm>
        </p:grpSpPr>
        <p:sp>
          <p:nvSpPr>
            <p:cNvPr id="3075" name="Google Shape;3075;p95"/>
            <p:cNvSpPr/>
            <p:nvPr/>
          </p:nvSpPr>
          <p:spPr>
            <a:xfrm>
              <a:off x="8946646" y="3509618"/>
              <a:ext cx="61150" cy="61150"/>
            </a:xfrm>
            <a:custGeom>
              <a:avLst/>
              <a:gdLst/>
              <a:ahLst/>
              <a:cxnLst/>
              <a:rect l="l" t="t" r="r" b="b"/>
              <a:pathLst>
                <a:path w="61150" h="61150" extrusionOk="0">
                  <a:moveTo>
                    <a:pt x="44577" y="61150"/>
                  </a:moveTo>
                  <a:lnTo>
                    <a:pt x="16573" y="61150"/>
                  </a:lnTo>
                  <a:cubicBezTo>
                    <a:pt x="7429" y="61150"/>
                    <a:pt x="0" y="53721"/>
                    <a:pt x="0" y="44577"/>
                  </a:cubicBezTo>
                  <a:lnTo>
                    <a:pt x="0" y="16573"/>
                  </a:lnTo>
                  <a:cubicBezTo>
                    <a:pt x="0" y="7429"/>
                    <a:pt x="7429" y="0"/>
                    <a:pt x="16573" y="0"/>
                  </a:cubicBezTo>
                  <a:lnTo>
                    <a:pt x="44577" y="0"/>
                  </a:lnTo>
                  <a:cubicBezTo>
                    <a:pt x="53721" y="0"/>
                    <a:pt x="61150" y="7429"/>
                    <a:pt x="61150" y="16573"/>
                  </a:cubicBezTo>
                  <a:lnTo>
                    <a:pt x="61150" y="44577"/>
                  </a:lnTo>
                  <a:cubicBezTo>
                    <a:pt x="61150" y="53721"/>
                    <a:pt x="53721" y="61150"/>
                    <a:pt x="44577" y="61150"/>
                  </a:cubicBezTo>
                  <a:close/>
                  <a:moveTo>
                    <a:pt x="16573" y="15240"/>
                  </a:moveTo>
                  <a:cubicBezTo>
                    <a:pt x="15811" y="15240"/>
                    <a:pt x="15335" y="15811"/>
                    <a:pt x="15335" y="16478"/>
                  </a:cubicBezTo>
                  <a:lnTo>
                    <a:pt x="15335" y="44482"/>
                  </a:lnTo>
                  <a:cubicBezTo>
                    <a:pt x="15335" y="45244"/>
                    <a:pt x="15907" y="45720"/>
                    <a:pt x="16573" y="45720"/>
                  </a:cubicBezTo>
                  <a:lnTo>
                    <a:pt x="44577" y="45720"/>
                  </a:lnTo>
                  <a:cubicBezTo>
                    <a:pt x="45339" y="45720"/>
                    <a:pt x="45815" y="45148"/>
                    <a:pt x="45815" y="44482"/>
                  </a:cubicBezTo>
                  <a:lnTo>
                    <a:pt x="45815" y="16478"/>
                  </a:lnTo>
                  <a:cubicBezTo>
                    <a:pt x="45815" y="15716"/>
                    <a:pt x="45244" y="15240"/>
                    <a:pt x="44577" y="15240"/>
                  </a:cubicBezTo>
                  <a:lnTo>
                    <a:pt x="16573" y="1524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76" name="Google Shape;3076;p95"/>
            <p:cNvSpPr/>
            <p:nvPr/>
          </p:nvSpPr>
          <p:spPr>
            <a:xfrm>
              <a:off x="8700044" y="3468660"/>
              <a:ext cx="347948" cy="347852"/>
            </a:xfrm>
            <a:custGeom>
              <a:avLst/>
              <a:gdLst/>
              <a:ahLst/>
              <a:cxnLst/>
              <a:rect l="l" t="t" r="r" b="b"/>
              <a:pathLst>
                <a:path w="347948" h="347852" extrusionOk="0">
                  <a:moveTo>
                    <a:pt x="304610" y="347853"/>
                  </a:moveTo>
                  <a:lnTo>
                    <a:pt x="43339" y="347853"/>
                  </a:lnTo>
                  <a:cubicBezTo>
                    <a:pt x="19526" y="347853"/>
                    <a:pt x="0" y="328422"/>
                    <a:pt x="0" y="304610"/>
                  </a:cubicBezTo>
                  <a:cubicBezTo>
                    <a:pt x="0" y="298323"/>
                    <a:pt x="5144" y="293084"/>
                    <a:pt x="11525" y="293084"/>
                  </a:cubicBezTo>
                  <a:cubicBezTo>
                    <a:pt x="17907" y="293084"/>
                    <a:pt x="23051" y="298228"/>
                    <a:pt x="23051" y="304610"/>
                  </a:cubicBezTo>
                  <a:cubicBezTo>
                    <a:pt x="23051" y="315849"/>
                    <a:pt x="32195" y="324898"/>
                    <a:pt x="43434" y="324898"/>
                  </a:cubicBezTo>
                  <a:lnTo>
                    <a:pt x="304705" y="324898"/>
                  </a:lnTo>
                  <a:cubicBezTo>
                    <a:pt x="315944" y="324898"/>
                    <a:pt x="325088" y="315754"/>
                    <a:pt x="325088" y="304610"/>
                  </a:cubicBezTo>
                  <a:lnTo>
                    <a:pt x="325088" y="43339"/>
                  </a:lnTo>
                  <a:cubicBezTo>
                    <a:pt x="325088" y="32099"/>
                    <a:pt x="315944" y="22955"/>
                    <a:pt x="304705" y="22955"/>
                  </a:cubicBezTo>
                  <a:lnTo>
                    <a:pt x="43434" y="22955"/>
                  </a:lnTo>
                  <a:cubicBezTo>
                    <a:pt x="32195" y="22955"/>
                    <a:pt x="23051" y="32099"/>
                    <a:pt x="23051" y="43339"/>
                  </a:cubicBezTo>
                  <a:cubicBezTo>
                    <a:pt x="23051" y="49625"/>
                    <a:pt x="17907" y="54864"/>
                    <a:pt x="11525" y="54864"/>
                  </a:cubicBezTo>
                  <a:cubicBezTo>
                    <a:pt x="5144" y="54864"/>
                    <a:pt x="0" y="49720"/>
                    <a:pt x="0" y="43339"/>
                  </a:cubicBezTo>
                  <a:cubicBezTo>
                    <a:pt x="0" y="19526"/>
                    <a:pt x="19431" y="0"/>
                    <a:pt x="43339" y="0"/>
                  </a:cubicBezTo>
                  <a:lnTo>
                    <a:pt x="304610" y="0"/>
                  </a:lnTo>
                  <a:cubicBezTo>
                    <a:pt x="328422" y="0"/>
                    <a:pt x="347948" y="19431"/>
                    <a:pt x="347948" y="43339"/>
                  </a:cubicBezTo>
                  <a:lnTo>
                    <a:pt x="347948" y="304610"/>
                  </a:lnTo>
                  <a:cubicBezTo>
                    <a:pt x="347948" y="328422"/>
                    <a:pt x="328517" y="347853"/>
                    <a:pt x="304610" y="34785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77" name="Google Shape;3077;p95"/>
            <p:cNvSpPr/>
            <p:nvPr/>
          </p:nvSpPr>
          <p:spPr>
            <a:xfrm>
              <a:off x="8946646" y="3646111"/>
              <a:ext cx="61150" cy="61150"/>
            </a:xfrm>
            <a:custGeom>
              <a:avLst/>
              <a:gdLst/>
              <a:ahLst/>
              <a:cxnLst/>
              <a:rect l="l" t="t" r="r" b="b"/>
              <a:pathLst>
                <a:path w="61150" h="61150" extrusionOk="0">
                  <a:moveTo>
                    <a:pt x="44577" y="61151"/>
                  </a:moveTo>
                  <a:lnTo>
                    <a:pt x="16573" y="61151"/>
                  </a:lnTo>
                  <a:cubicBezTo>
                    <a:pt x="7429" y="61151"/>
                    <a:pt x="0" y="53721"/>
                    <a:pt x="0" y="44577"/>
                  </a:cubicBezTo>
                  <a:lnTo>
                    <a:pt x="0" y="16574"/>
                  </a:lnTo>
                  <a:cubicBezTo>
                    <a:pt x="0" y="7430"/>
                    <a:pt x="7429" y="0"/>
                    <a:pt x="16573" y="0"/>
                  </a:cubicBezTo>
                  <a:lnTo>
                    <a:pt x="44577" y="0"/>
                  </a:lnTo>
                  <a:cubicBezTo>
                    <a:pt x="53721" y="0"/>
                    <a:pt x="61150" y="7430"/>
                    <a:pt x="61150" y="16574"/>
                  </a:cubicBezTo>
                  <a:lnTo>
                    <a:pt x="61150" y="44577"/>
                  </a:lnTo>
                  <a:cubicBezTo>
                    <a:pt x="61150" y="53721"/>
                    <a:pt x="53721" y="61151"/>
                    <a:pt x="44577" y="61151"/>
                  </a:cubicBezTo>
                  <a:close/>
                  <a:moveTo>
                    <a:pt x="16573" y="15431"/>
                  </a:moveTo>
                  <a:cubicBezTo>
                    <a:pt x="15811" y="15431"/>
                    <a:pt x="15335" y="16002"/>
                    <a:pt x="15335" y="16669"/>
                  </a:cubicBezTo>
                  <a:lnTo>
                    <a:pt x="15335" y="44672"/>
                  </a:lnTo>
                  <a:cubicBezTo>
                    <a:pt x="15335" y="45434"/>
                    <a:pt x="15907" y="45910"/>
                    <a:pt x="16573" y="45910"/>
                  </a:cubicBezTo>
                  <a:lnTo>
                    <a:pt x="44577" y="45910"/>
                  </a:lnTo>
                  <a:cubicBezTo>
                    <a:pt x="45339" y="45910"/>
                    <a:pt x="45815" y="45339"/>
                    <a:pt x="45815" y="44672"/>
                  </a:cubicBezTo>
                  <a:lnTo>
                    <a:pt x="45815" y="16669"/>
                  </a:lnTo>
                  <a:cubicBezTo>
                    <a:pt x="45815" y="15907"/>
                    <a:pt x="45244" y="15431"/>
                    <a:pt x="44577" y="15431"/>
                  </a:cubicBezTo>
                  <a:lnTo>
                    <a:pt x="16573" y="1543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78" name="Google Shape;3078;p95"/>
            <p:cNvSpPr/>
            <p:nvPr/>
          </p:nvSpPr>
          <p:spPr>
            <a:xfrm>
              <a:off x="8946646" y="3577817"/>
              <a:ext cx="61150" cy="61150"/>
            </a:xfrm>
            <a:custGeom>
              <a:avLst/>
              <a:gdLst/>
              <a:ahLst/>
              <a:cxnLst/>
              <a:rect l="l" t="t" r="r" b="b"/>
              <a:pathLst>
                <a:path w="61150" h="61150" extrusionOk="0">
                  <a:moveTo>
                    <a:pt x="44577" y="61151"/>
                  </a:moveTo>
                  <a:lnTo>
                    <a:pt x="16573" y="61151"/>
                  </a:lnTo>
                  <a:cubicBezTo>
                    <a:pt x="7429" y="61151"/>
                    <a:pt x="0" y="53721"/>
                    <a:pt x="0" y="44577"/>
                  </a:cubicBezTo>
                  <a:lnTo>
                    <a:pt x="0" y="16573"/>
                  </a:lnTo>
                  <a:cubicBezTo>
                    <a:pt x="0" y="7429"/>
                    <a:pt x="7429" y="0"/>
                    <a:pt x="16573" y="0"/>
                  </a:cubicBezTo>
                  <a:lnTo>
                    <a:pt x="44577" y="0"/>
                  </a:lnTo>
                  <a:cubicBezTo>
                    <a:pt x="53721" y="0"/>
                    <a:pt x="61150" y="7429"/>
                    <a:pt x="61150" y="16573"/>
                  </a:cubicBezTo>
                  <a:lnTo>
                    <a:pt x="61150" y="44577"/>
                  </a:lnTo>
                  <a:cubicBezTo>
                    <a:pt x="61150" y="53721"/>
                    <a:pt x="53721" y="61151"/>
                    <a:pt x="44577" y="61151"/>
                  </a:cubicBezTo>
                  <a:close/>
                  <a:moveTo>
                    <a:pt x="16573" y="15430"/>
                  </a:moveTo>
                  <a:cubicBezTo>
                    <a:pt x="15811" y="15430"/>
                    <a:pt x="15335" y="16002"/>
                    <a:pt x="15335" y="16669"/>
                  </a:cubicBezTo>
                  <a:lnTo>
                    <a:pt x="15335" y="44672"/>
                  </a:lnTo>
                  <a:cubicBezTo>
                    <a:pt x="15335" y="45434"/>
                    <a:pt x="15907" y="45910"/>
                    <a:pt x="16573" y="45910"/>
                  </a:cubicBezTo>
                  <a:lnTo>
                    <a:pt x="44577" y="45910"/>
                  </a:lnTo>
                  <a:cubicBezTo>
                    <a:pt x="45339" y="45910"/>
                    <a:pt x="45815" y="45339"/>
                    <a:pt x="45815" y="44672"/>
                  </a:cubicBezTo>
                  <a:lnTo>
                    <a:pt x="45815" y="16669"/>
                  </a:lnTo>
                  <a:cubicBezTo>
                    <a:pt x="45815" y="15907"/>
                    <a:pt x="45244" y="15430"/>
                    <a:pt x="44577" y="15430"/>
                  </a:cubicBezTo>
                  <a:lnTo>
                    <a:pt x="16573" y="1543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79" name="Google Shape;3079;p95"/>
            <p:cNvSpPr/>
            <p:nvPr/>
          </p:nvSpPr>
          <p:spPr>
            <a:xfrm>
              <a:off x="8946646" y="3714405"/>
              <a:ext cx="61150" cy="61150"/>
            </a:xfrm>
            <a:custGeom>
              <a:avLst/>
              <a:gdLst/>
              <a:ahLst/>
              <a:cxnLst/>
              <a:rect l="l" t="t" r="r" b="b"/>
              <a:pathLst>
                <a:path w="61150" h="61150" extrusionOk="0">
                  <a:moveTo>
                    <a:pt x="44577" y="61150"/>
                  </a:moveTo>
                  <a:lnTo>
                    <a:pt x="16573" y="61150"/>
                  </a:lnTo>
                  <a:cubicBezTo>
                    <a:pt x="7429" y="61150"/>
                    <a:pt x="0" y="53721"/>
                    <a:pt x="0" y="44577"/>
                  </a:cubicBezTo>
                  <a:lnTo>
                    <a:pt x="0" y="16573"/>
                  </a:lnTo>
                  <a:cubicBezTo>
                    <a:pt x="0" y="7429"/>
                    <a:pt x="7429" y="0"/>
                    <a:pt x="16573" y="0"/>
                  </a:cubicBezTo>
                  <a:lnTo>
                    <a:pt x="44577" y="0"/>
                  </a:lnTo>
                  <a:cubicBezTo>
                    <a:pt x="53721" y="0"/>
                    <a:pt x="61150" y="7429"/>
                    <a:pt x="61150" y="16573"/>
                  </a:cubicBezTo>
                  <a:lnTo>
                    <a:pt x="61150" y="44577"/>
                  </a:lnTo>
                  <a:cubicBezTo>
                    <a:pt x="61150" y="53721"/>
                    <a:pt x="53721" y="61150"/>
                    <a:pt x="44577" y="61150"/>
                  </a:cubicBezTo>
                  <a:close/>
                  <a:moveTo>
                    <a:pt x="16573" y="15335"/>
                  </a:moveTo>
                  <a:cubicBezTo>
                    <a:pt x="15811" y="15335"/>
                    <a:pt x="15335" y="15907"/>
                    <a:pt x="15335" y="16573"/>
                  </a:cubicBezTo>
                  <a:lnTo>
                    <a:pt x="15335" y="44577"/>
                  </a:lnTo>
                  <a:cubicBezTo>
                    <a:pt x="15335" y="45339"/>
                    <a:pt x="15907" y="45815"/>
                    <a:pt x="16573" y="45815"/>
                  </a:cubicBezTo>
                  <a:lnTo>
                    <a:pt x="44577" y="45815"/>
                  </a:lnTo>
                  <a:cubicBezTo>
                    <a:pt x="45339" y="45815"/>
                    <a:pt x="45815" y="45244"/>
                    <a:pt x="45815" y="44577"/>
                  </a:cubicBezTo>
                  <a:lnTo>
                    <a:pt x="45815" y="16573"/>
                  </a:lnTo>
                  <a:cubicBezTo>
                    <a:pt x="45815" y="15811"/>
                    <a:pt x="45244" y="15335"/>
                    <a:pt x="44577" y="15335"/>
                  </a:cubicBezTo>
                  <a:lnTo>
                    <a:pt x="16573" y="1533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80" name="Google Shape;3080;p95"/>
            <p:cNvSpPr/>
            <p:nvPr/>
          </p:nvSpPr>
          <p:spPr>
            <a:xfrm>
              <a:off x="8878161" y="3509618"/>
              <a:ext cx="61150" cy="61150"/>
            </a:xfrm>
            <a:custGeom>
              <a:avLst/>
              <a:gdLst/>
              <a:ahLst/>
              <a:cxnLst/>
              <a:rect l="l" t="t" r="r" b="b"/>
              <a:pathLst>
                <a:path w="61150" h="61150" extrusionOk="0">
                  <a:moveTo>
                    <a:pt x="44577" y="61150"/>
                  </a:moveTo>
                  <a:lnTo>
                    <a:pt x="16574" y="61150"/>
                  </a:lnTo>
                  <a:cubicBezTo>
                    <a:pt x="7430" y="61150"/>
                    <a:pt x="0" y="53721"/>
                    <a:pt x="0" y="44577"/>
                  </a:cubicBezTo>
                  <a:lnTo>
                    <a:pt x="0" y="16573"/>
                  </a:lnTo>
                  <a:cubicBezTo>
                    <a:pt x="0" y="7429"/>
                    <a:pt x="7430" y="0"/>
                    <a:pt x="16574" y="0"/>
                  </a:cubicBezTo>
                  <a:lnTo>
                    <a:pt x="44577" y="0"/>
                  </a:lnTo>
                  <a:cubicBezTo>
                    <a:pt x="53721" y="0"/>
                    <a:pt x="61151" y="7429"/>
                    <a:pt x="61151" y="16573"/>
                  </a:cubicBezTo>
                  <a:lnTo>
                    <a:pt x="61151" y="44577"/>
                  </a:lnTo>
                  <a:cubicBezTo>
                    <a:pt x="61151" y="53721"/>
                    <a:pt x="53721" y="61150"/>
                    <a:pt x="44577" y="61150"/>
                  </a:cubicBezTo>
                  <a:close/>
                  <a:moveTo>
                    <a:pt x="16669" y="15240"/>
                  </a:moveTo>
                  <a:cubicBezTo>
                    <a:pt x="15907" y="15240"/>
                    <a:pt x="15431" y="15811"/>
                    <a:pt x="15431" y="16478"/>
                  </a:cubicBezTo>
                  <a:lnTo>
                    <a:pt x="15431" y="44482"/>
                  </a:lnTo>
                  <a:cubicBezTo>
                    <a:pt x="15431" y="45244"/>
                    <a:pt x="16002" y="45720"/>
                    <a:pt x="16669" y="45720"/>
                  </a:cubicBezTo>
                  <a:lnTo>
                    <a:pt x="44672" y="45720"/>
                  </a:lnTo>
                  <a:cubicBezTo>
                    <a:pt x="45434" y="45720"/>
                    <a:pt x="45910" y="45148"/>
                    <a:pt x="45910" y="44482"/>
                  </a:cubicBezTo>
                  <a:lnTo>
                    <a:pt x="45910" y="16478"/>
                  </a:lnTo>
                  <a:cubicBezTo>
                    <a:pt x="45910" y="15716"/>
                    <a:pt x="45339" y="15240"/>
                    <a:pt x="44672" y="15240"/>
                  </a:cubicBezTo>
                  <a:lnTo>
                    <a:pt x="16669" y="1524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81" name="Google Shape;3081;p95"/>
            <p:cNvSpPr/>
            <p:nvPr/>
          </p:nvSpPr>
          <p:spPr>
            <a:xfrm>
              <a:off x="8878161" y="3646111"/>
              <a:ext cx="61150" cy="61150"/>
            </a:xfrm>
            <a:custGeom>
              <a:avLst/>
              <a:gdLst/>
              <a:ahLst/>
              <a:cxnLst/>
              <a:rect l="l" t="t" r="r" b="b"/>
              <a:pathLst>
                <a:path w="61150" h="61150" extrusionOk="0">
                  <a:moveTo>
                    <a:pt x="44577" y="61151"/>
                  </a:moveTo>
                  <a:lnTo>
                    <a:pt x="16574" y="61151"/>
                  </a:lnTo>
                  <a:cubicBezTo>
                    <a:pt x="7430" y="61151"/>
                    <a:pt x="0" y="53721"/>
                    <a:pt x="0" y="44577"/>
                  </a:cubicBezTo>
                  <a:lnTo>
                    <a:pt x="0" y="16574"/>
                  </a:lnTo>
                  <a:cubicBezTo>
                    <a:pt x="0" y="7430"/>
                    <a:pt x="7430" y="0"/>
                    <a:pt x="16574" y="0"/>
                  </a:cubicBezTo>
                  <a:lnTo>
                    <a:pt x="44577" y="0"/>
                  </a:lnTo>
                  <a:cubicBezTo>
                    <a:pt x="53721" y="0"/>
                    <a:pt x="61151" y="7430"/>
                    <a:pt x="61151" y="16574"/>
                  </a:cubicBezTo>
                  <a:lnTo>
                    <a:pt x="61151" y="44577"/>
                  </a:lnTo>
                  <a:cubicBezTo>
                    <a:pt x="61151" y="53721"/>
                    <a:pt x="53721" y="61151"/>
                    <a:pt x="44577" y="61151"/>
                  </a:cubicBezTo>
                  <a:close/>
                  <a:moveTo>
                    <a:pt x="16669" y="15431"/>
                  </a:moveTo>
                  <a:cubicBezTo>
                    <a:pt x="15907" y="15431"/>
                    <a:pt x="15431" y="16002"/>
                    <a:pt x="15431" y="16669"/>
                  </a:cubicBezTo>
                  <a:lnTo>
                    <a:pt x="15431" y="44672"/>
                  </a:lnTo>
                  <a:cubicBezTo>
                    <a:pt x="15431" y="45434"/>
                    <a:pt x="16002" y="45910"/>
                    <a:pt x="16669" y="45910"/>
                  </a:cubicBezTo>
                  <a:lnTo>
                    <a:pt x="44672" y="45910"/>
                  </a:lnTo>
                  <a:cubicBezTo>
                    <a:pt x="45434" y="45910"/>
                    <a:pt x="45910" y="45339"/>
                    <a:pt x="45910" y="44672"/>
                  </a:cubicBezTo>
                  <a:lnTo>
                    <a:pt x="45910" y="16669"/>
                  </a:lnTo>
                  <a:cubicBezTo>
                    <a:pt x="45910" y="15907"/>
                    <a:pt x="45339" y="15431"/>
                    <a:pt x="44672" y="15431"/>
                  </a:cubicBezTo>
                  <a:lnTo>
                    <a:pt x="16669" y="1543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82" name="Google Shape;3082;p95"/>
            <p:cNvSpPr/>
            <p:nvPr/>
          </p:nvSpPr>
          <p:spPr>
            <a:xfrm>
              <a:off x="8878161" y="3577817"/>
              <a:ext cx="61150" cy="61150"/>
            </a:xfrm>
            <a:custGeom>
              <a:avLst/>
              <a:gdLst/>
              <a:ahLst/>
              <a:cxnLst/>
              <a:rect l="l" t="t" r="r" b="b"/>
              <a:pathLst>
                <a:path w="61150" h="61150" extrusionOk="0">
                  <a:moveTo>
                    <a:pt x="44577" y="61151"/>
                  </a:moveTo>
                  <a:lnTo>
                    <a:pt x="16574" y="61151"/>
                  </a:lnTo>
                  <a:cubicBezTo>
                    <a:pt x="7430" y="61151"/>
                    <a:pt x="0" y="53721"/>
                    <a:pt x="0" y="44577"/>
                  </a:cubicBezTo>
                  <a:lnTo>
                    <a:pt x="0" y="16573"/>
                  </a:lnTo>
                  <a:cubicBezTo>
                    <a:pt x="0" y="7429"/>
                    <a:pt x="7430" y="0"/>
                    <a:pt x="16574" y="0"/>
                  </a:cubicBezTo>
                  <a:lnTo>
                    <a:pt x="44577" y="0"/>
                  </a:lnTo>
                  <a:cubicBezTo>
                    <a:pt x="53721" y="0"/>
                    <a:pt x="61151" y="7429"/>
                    <a:pt x="61151" y="16573"/>
                  </a:cubicBezTo>
                  <a:lnTo>
                    <a:pt x="61151" y="44577"/>
                  </a:lnTo>
                  <a:cubicBezTo>
                    <a:pt x="61151" y="53721"/>
                    <a:pt x="53721" y="61151"/>
                    <a:pt x="44577" y="61151"/>
                  </a:cubicBezTo>
                  <a:close/>
                  <a:moveTo>
                    <a:pt x="16669" y="15430"/>
                  </a:moveTo>
                  <a:cubicBezTo>
                    <a:pt x="15907" y="15430"/>
                    <a:pt x="15431" y="16002"/>
                    <a:pt x="15431" y="16669"/>
                  </a:cubicBezTo>
                  <a:lnTo>
                    <a:pt x="15431" y="44672"/>
                  </a:lnTo>
                  <a:cubicBezTo>
                    <a:pt x="15431" y="45434"/>
                    <a:pt x="16002" y="45910"/>
                    <a:pt x="16669" y="45910"/>
                  </a:cubicBezTo>
                  <a:lnTo>
                    <a:pt x="44672" y="45910"/>
                  </a:lnTo>
                  <a:cubicBezTo>
                    <a:pt x="45434" y="45910"/>
                    <a:pt x="45910" y="45339"/>
                    <a:pt x="45910" y="44672"/>
                  </a:cubicBezTo>
                  <a:lnTo>
                    <a:pt x="45910" y="16669"/>
                  </a:lnTo>
                  <a:cubicBezTo>
                    <a:pt x="45910" y="15907"/>
                    <a:pt x="45339" y="15430"/>
                    <a:pt x="44672" y="15430"/>
                  </a:cubicBezTo>
                  <a:lnTo>
                    <a:pt x="16669" y="1543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83" name="Google Shape;3083;p95"/>
            <p:cNvSpPr/>
            <p:nvPr/>
          </p:nvSpPr>
          <p:spPr>
            <a:xfrm>
              <a:off x="8878161" y="3714405"/>
              <a:ext cx="61150" cy="61150"/>
            </a:xfrm>
            <a:custGeom>
              <a:avLst/>
              <a:gdLst/>
              <a:ahLst/>
              <a:cxnLst/>
              <a:rect l="l" t="t" r="r" b="b"/>
              <a:pathLst>
                <a:path w="61150" h="61150" extrusionOk="0">
                  <a:moveTo>
                    <a:pt x="44577" y="61150"/>
                  </a:moveTo>
                  <a:lnTo>
                    <a:pt x="16574" y="61150"/>
                  </a:lnTo>
                  <a:cubicBezTo>
                    <a:pt x="7430" y="61150"/>
                    <a:pt x="0" y="53721"/>
                    <a:pt x="0" y="44577"/>
                  </a:cubicBezTo>
                  <a:lnTo>
                    <a:pt x="0" y="16573"/>
                  </a:lnTo>
                  <a:cubicBezTo>
                    <a:pt x="0" y="7429"/>
                    <a:pt x="7430" y="0"/>
                    <a:pt x="16574" y="0"/>
                  </a:cubicBezTo>
                  <a:lnTo>
                    <a:pt x="44577" y="0"/>
                  </a:lnTo>
                  <a:cubicBezTo>
                    <a:pt x="53721" y="0"/>
                    <a:pt x="61151" y="7429"/>
                    <a:pt x="61151" y="16573"/>
                  </a:cubicBezTo>
                  <a:lnTo>
                    <a:pt x="61151" y="44577"/>
                  </a:lnTo>
                  <a:cubicBezTo>
                    <a:pt x="61151" y="53721"/>
                    <a:pt x="53721" y="61150"/>
                    <a:pt x="44577" y="61150"/>
                  </a:cubicBezTo>
                  <a:close/>
                  <a:moveTo>
                    <a:pt x="16669" y="15335"/>
                  </a:moveTo>
                  <a:cubicBezTo>
                    <a:pt x="15907" y="15335"/>
                    <a:pt x="15431" y="15907"/>
                    <a:pt x="15431" y="16573"/>
                  </a:cubicBezTo>
                  <a:lnTo>
                    <a:pt x="15431" y="44577"/>
                  </a:lnTo>
                  <a:cubicBezTo>
                    <a:pt x="15431" y="45339"/>
                    <a:pt x="16002" y="45815"/>
                    <a:pt x="16669" y="45815"/>
                  </a:cubicBezTo>
                  <a:lnTo>
                    <a:pt x="44672" y="45815"/>
                  </a:lnTo>
                  <a:cubicBezTo>
                    <a:pt x="45434" y="45815"/>
                    <a:pt x="45910" y="45244"/>
                    <a:pt x="45910" y="44577"/>
                  </a:cubicBezTo>
                  <a:lnTo>
                    <a:pt x="45910" y="16573"/>
                  </a:lnTo>
                  <a:cubicBezTo>
                    <a:pt x="45910" y="15811"/>
                    <a:pt x="45339" y="15335"/>
                    <a:pt x="44672" y="15335"/>
                  </a:cubicBezTo>
                  <a:lnTo>
                    <a:pt x="16669" y="1533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084" name="Google Shape;3084;p95"/>
            <p:cNvGrpSpPr/>
            <p:nvPr/>
          </p:nvGrpSpPr>
          <p:grpSpPr>
            <a:xfrm>
              <a:off x="8514688" y="3572197"/>
              <a:ext cx="341851" cy="140874"/>
              <a:chOff x="8514688" y="3572197"/>
              <a:chExt cx="341851" cy="140874"/>
            </a:xfrm>
          </p:grpSpPr>
          <p:sp>
            <p:nvSpPr>
              <p:cNvPr id="3085" name="Google Shape;3085;p95"/>
              <p:cNvSpPr/>
              <p:nvPr/>
            </p:nvSpPr>
            <p:spPr>
              <a:xfrm>
                <a:off x="8565932" y="3572197"/>
                <a:ext cx="59721" cy="15239"/>
              </a:xfrm>
              <a:custGeom>
                <a:avLst/>
                <a:gdLst/>
                <a:ahLst/>
                <a:cxnLst/>
                <a:rect l="l" t="t" r="r" b="b"/>
                <a:pathLst>
                  <a:path w="59721" h="15239" extrusionOk="0">
                    <a:moveTo>
                      <a:pt x="52102" y="15240"/>
                    </a:moveTo>
                    <a:lnTo>
                      <a:pt x="7620" y="15240"/>
                    </a:lnTo>
                    <a:cubicBezTo>
                      <a:pt x="3429" y="15240"/>
                      <a:pt x="0" y="11811"/>
                      <a:pt x="0" y="7620"/>
                    </a:cubicBezTo>
                    <a:cubicBezTo>
                      <a:pt x="0" y="3429"/>
                      <a:pt x="3429" y="0"/>
                      <a:pt x="7620" y="0"/>
                    </a:cubicBezTo>
                    <a:lnTo>
                      <a:pt x="52102" y="0"/>
                    </a:lnTo>
                    <a:cubicBezTo>
                      <a:pt x="56293" y="0"/>
                      <a:pt x="59722" y="3429"/>
                      <a:pt x="59722" y="7620"/>
                    </a:cubicBezTo>
                    <a:cubicBezTo>
                      <a:pt x="59722" y="11811"/>
                      <a:pt x="56293" y="15240"/>
                      <a:pt x="52102" y="152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86" name="Google Shape;3086;p95"/>
              <p:cNvSpPr/>
              <p:nvPr/>
            </p:nvSpPr>
            <p:spPr>
              <a:xfrm>
                <a:off x="8646990" y="3572197"/>
                <a:ext cx="85248" cy="15239"/>
              </a:xfrm>
              <a:custGeom>
                <a:avLst/>
                <a:gdLst/>
                <a:ahLst/>
                <a:cxnLst/>
                <a:rect l="l" t="t" r="r" b="b"/>
                <a:pathLst>
                  <a:path w="85248" h="15239" extrusionOk="0">
                    <a:moveTo>
                      <a:pt x="77629" y="15240"/>
                    </a:moveTo>
                    <a:lnTo>
                      <a:pt x="7620" y="15240"/>
                    </a:lnTo>
                    <a:cubicBezTo>
                      <a:pt x="3429" y="15240"/>
                      <a:pt x="0" y="11811"/>
                      <a:pt x="0" y="7620"/>
                    </a:cubicBezTo>
                    <a:cubicBezTo>
                      <a:pt x="0" y="3429"/>
                      <a:pt x="3429" y="0"/>
                      <a:pt x="7620" y="0"/>
                    </a:cubicBezTo>
                    <a:lnTo>
                      <a:pt x="77629" y="0"/>
                    </a:lnTo>
                    <a:cubicBezTo>
                      <a:pt x="81820" y="0"/>
                      <a:pt x="85249" y="3429"/>
                      <a:pt x="85249" y="7620"/>
                    </a:cubicBezTo>
                    <a:cubicBezTo>
                      <a:pt x="85249" y="11811"/>
                      <a:pt x="81820" y="15240"/>
                      <a:pt x="77629" y="152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87" name="Google Shape;3087;p95"/>
              <p:cNvSpPr/>
              <p:nvPr/>
            </p:nvSpPr>
            <p:spPr>
              <a:xfrm>
                <a:off x="8751574" y="3572197"/>
                <a:ext cx="76009" cy="15239"/>
              </a:xfrm>
              <a:custGeom>
                <a:avLst/>
                <a:gdLst/>
                <a:ahLst/>
                <a:cxnLst/>
                <a:rect l="l" t="t" r="r" b="b"/>
                <a:pathLst>
                  <a:path w="76009" h="15239" extrusionOk="0">
                    <a:moveTo>
                      <a:pt x="68390" y="15240"/>
                    </a:moveTo>
                    <a:lnTo>
                      <a:pt x="7620" y="15240"/>
                    </a:lnTo>
                    <a:cubicBezTo>
                      <a:pt x="3429" y="15240"/>
                      <a:pt x="0" y="11811"/>
                      <a:pt x="0" y="7620"/>
                    </a:cubicBezTo>
                    <a:cubicBezTo>
                      <a:pt x="0" y="3429"/>
                      <a:pt x="3429" y="0"/>
                      <a:pt x="7620" y="0"/>
                    </a:cubicBezTo>
                    <a:lnTo>
                      <a:pt x="68390" y="0"/>
                    </a:lnTo>
                    <a:cubicBezTo>
                      <a:pt x="72581" y="0"/>
                      <a:pt x="76010" y="3429"/>
                      <a:pt x="76010" y="7620"/>
                    </a:cubicBezTo>
                    <a:cubicBezTo>
                      <a:pt x="76010" y="11811"/>
                      <a:pt x="72581" y="15240"/>
                      <a:pt x="68390" y="152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88" name="Google Shape;3088;p95"/>
              <p:cNvSpPr/>
              <p:nvPr/>
            </p:nvSpPr>
            <p:spPr>
              <a:xfrm>
                <a:off x="8586887" y="3613630"/>
                <a:ext cx="175355" cy="15240"/>
              </a:xfrm>
              <a:custGeom>
                <a:avLst/>
                <a:gdLst/>
                <a:ahLst/>
                <a:cxnLst/>
                <a:rect l="l" t="t" r="r" b="b"/>
                <a:pathLst>
                  <a:path w="175355" h="15240" extrusionOk="0">
                    <a:moveTo>
                      <a:pt x="167735" y="15240"/>
                    </a:moveTo>
                    <a:lnTo>
                      <a:pt x="7620" y="15240"/>
                    </a:lnTo>
                    <a:cubicBezTo>
                      <a:pt x="3429" y="15240"/>
                      <a:pt x="0" y="11811"/>
                      <a:pt x="0" y="7620"/>
                    </a:cubicBezTo>
                    <a:cubicBezTo>
                      <a:pt x="0" y="3429"/>
                      <a:pt x="3429" y="0"/>
                      <a:pt x="7620" y="0"/>
                    </a:cubicBezTo>
                    <a:lnTo>
                      <a:pt x="167735" y="0"/>
                    </a:lnTo>
                    <a:cubicBezTo>
                      <a:pt x="171926" y="0"/>
                      <a:pt x="175355" y="3429"/>
                      <a:pt x="175355" y="7620"/>
                    </a:cubicBezTo>
                    <a:cubicBezTo>
                      <a:pt x="175355" y="11811"/>
                      <a:pt x="171926" y="15240"/>
                      <a:pt x="167735" y="152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89" name="Google Shape;3089;p95"/>
              <p:cNvSpPr/>
              <p:nvPr/>
            </p:nvSpPr>
            <p:spPr>
              <a:xfrm>
                <a:off x="8514688" y="3613630"/>
                <a:ext cx="53244" cy="15240"/>
              </a:xfrm>
              <a:custGeom>
                <a:avLst/>
                <a:gdLst/>
                <a:ahLst/>
                <a:cxnLst/>
                <a:rect l="l" t="t" r="r" b="b"/>
                <a:pathLst>
                  <a:path w="53244" h="15240" extrusionOk="0">
                    <a:moveTo>
                      <a:pt x="45625" y="15240"/>
                    </a:moveTo>
                    <a:lnTo>
                      <a:pt x="7620" y="15240"/>
                    </a:lnTo>
                    <a:cubicBezTo>
                      <a:pt x="3429" y="15240"/>
                      <a:pt x="0" y="11811"/>
                      <a:pt x="0" y="7620"/>
                    </a:cubicBezTo>
                    <a:cubicBezTo>
                      <a:pt x="0" y="3429"/>
                      <a:pt x="3429" y="0"/>
                      <a:pt x="7620" y="0"/>
                    </a:cubicBezTo>
                    <a:lnTo>
                      <a:pt x="45625" y="0"/>
                    </a:lnTo>
                    <a:cubicBezTo>
                      <a:pt x="49816" y="0"/>
                      <a:pt x="53245" y="3429"/>
                      <a:pt x="53245" y="7620"/>
                    </a:cubicBezTo>
                    <a:cubicBezTo>
                      <a:pt x="53245" y="11811"/>
                      <a:pt x="49816" y="15240"/>
                      <a:pt x="45625" y="152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90" name="Google Shape;3090;p95"/>
              <p:cNvSpPr/>
              <p:nvPr/>
            </p:nvSpPr>
            <p:spPr>
              <a:xfrm>
                <a:off x="8559550" y="3655731"/>
                <a:ext cx="124396" cy="15239"/>
              </a:xfrm>
              <a:custGeom>
                <a:avLst/>
                <a:gdLst/>
                <a:ahLst/>
                <a:cxnLst/>
                <a:rect l="l" t="t" r="r" b="b"/>
                <a:pathLst>
                  <a:path w="124396" h="15239" extrusionOk="0">
                    <a:moveTo>
                      <a:pt x="116777" y="15240"/>
                    </a:moveTo>
                    <a:lnTo>
                      <a:pt x="7620" y="15240"/>
                    </a:lnTo>
                    <a:cubicBezTo>
                      <a:pt x="3429" y="15240"/>
                      <a:pt x="0" y="11811"/>
                      <a:pt x="0" y="7620"/>
                    </a:cubicBezTo>
                    <a:cubicBezTo>
                      <a:pt x="0" y="3429"/>
                      <a:pt x="3429" y="0"/>
                      <a:pt x="7620" y="0"/>
                    </a:cubicBezTo>
                    <a:lnTo>
                      <a:pt x="116777" y="0"/>
                    </a:lnTo>
                    <a:cubicBezTo>
                      <a:pt x="120968" y="0"/>
                      <a:pt x="124396" y="3429"/>
                      <a:pt x="124396" y="7620"/>
                    </a:cubicBezTo>
                    <a:cubicBezTo>
                      <a:pt x="124396" y="11811"/>
                      <a:pt x="120968" y="15240"/>
                      <a:pt x="116777" y="152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91" name="Google Shape;3091;p95"/>
              <p:cNvSpPr/>
              <p:nvPr/>
            </p:nvSpPr>
            <p:spPr>
              <a:xfrm>
                <a:off x="8705378" y="3655731"/>
                <a:ext cx="151161" cy="15239"/>
              </a:xfrm>
              <a:custGeom>
                <a:avLst/>
                <a:gdLst/>
                <a:ahLst/>
                <a:cxnLst/>
                <a:rect l="l" t="t" r="r" b="b"/>
                <a:pathLst>
                  <a:path w="151161" h="15239" extrusionOk="0">
                    <a:moveTo>
                      <a:pt x="143542" y="15240"/>
                    </a:moveTo>
                    <a:lnTo>
                      <a:pt x="7620" y="15240"/>
                    </a:lnTo>
                    <a:cubicBezTo>
                      <a:pt x="3429" y="15240"/>
                      <a:pt x="0" y="11811"/>
                      <a:pt x="0" y="7620"/>
                    </a:cubicBezTo>
                    <a:cubicBezTo>
                      <a:pt x="0" y="3429"/>
                      <a:pt x="3429" y="0"/>
                      <a:pt x="7620" y="0"/>
                    </a:cubicBezTo>
                    <a:lnTo>
                      <a:pt x="143542" y="0"/>
                    </a:lnTo>
                    <a:cubicBezTo>
                      <a:pt x="147733" y="0"/>
                      <a:pt x="151162" y="3429"/>
                      <a:pt x="151162" y="7620"/>
                    </a:cubicBezTo>
                    <a:cubicBezTo>
                      <a:pt x="151162" y="11811"/>
                      <a:pt x="147733" y="15240"/>
                      <a:pt x="143542" y="152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92" name="Google Shape;3092;p95"/>
              <p:cNvSpPr/>
              <p:nvPr/>
            </p:nvSpPr>
            <p:spPr>
              <a:xfrm>
                <a:off x="8779292" y="3613511"/>
                <a:ext cx="15335" cy="15359"/>
              </a:xfrm>
              <a:custGeom>
                <a:avLst/>
                <a:gdLst/>
                <a:ahLst/>
                <a:cxnLst/>
                <a:rect l="l" t="t" r="r" b="b"/>
                <a:pathLst>
                  <a:path w="15335" h="15359" extrusionOk="0">
                    <a:moveTo>
                      <a:pt x="7715" y="15359"/>
                    </a:moveTo>
                    <a:cubicBezTo>
                      <a:pt x="5715" y="15359"/>
                      <a:pt x="3715" y="14597"/>
                      <a:pt x="2286" y="13168"/>
                    </a:cubicBezTo>
                    <a:cubicBezTo>
                      <a:pt x="953" y="11644"/>
                      <a:pt x="0" y="9835"/>
                      <a:pt x="0" y="7644"/>
                    </a:cubicBezTo>
                    <a:cubicBezTo>
                      <a:pt x="0" y="5644"/>
                      <a:pt x="953" y="3643"/>
                      <a:pt x="2286" y="2215"/>
                    </a:cubicBezTo>
                    <a:cubicBezTo>
                      <a:pt x="5239" y="-738"/>
                      <a:pt x="10287" y="-738"/>
                      <a:pt x="13144" y="2215"/>
                    </a:cubicBezTo>
                    <a:cubicBezTo>
                      <a:pt x="14478" y="3548"/>
                      <a:pt x="15335" y="5548"/>
                      <a:pt x="15335" y="7644"/>
                    </a:cubicBezTo>
                    <a:cubicBezTo>
                      <a:pt x="15335" y="9739"/>
                      <a:pt x="14573" y="11644"/>
                      <a:pt x="13144" y="13168"/>
                    </a:cubicBezTo>
                    <a:cubicBezTo>
                      <a:pt x="11620" y="14502"/>
                      <a:pt x="9811" y="15359"/>
                      <a:pt x="7620" y="1535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93" name="Google Shape;3093;p95"/>
              <p:cNvSpPr/>
              <p:nvPr/>
            </p:nvSpPr>
            <p:spPr>
              <a:xfrm>
                <a:off x="8626797" y="3697831"/>
                <a:ext cx="121729" cy="15240"/>
              </a:xfrm>
              <a:custGeom>
                <a:avLst/>
                <a:gdLst/>
                <a:ahLst/>
                <a:cxnLst/>
                <a:rect l="l" t="t" r="r" b="b"/>
                <a:pathLst>
                  <a:path w="121729" h="15240" extrusionOk="0">
                    <a:moveTo>
                      <a:pt x="114110" y="15240"/>
                    </a:moveTo>
                    <a:lnTo>
                      <a:pt x="7620" y="15240"/>
                    </a:lnTo>
                    <a:cubicBezTo>
                      <a:pt x="3429" y="15240"/>
                      <a:pt x="0" y="11811"/>
                      <a:pt x="0" y="7620"/>
                    </a:cubicBezTo>
                    <a:cubicBezTo>
                      <a:pt x="0" y="3429"/>
                      <a:pt x="3429" y="0"/>
                      <a:pt x="7620" y="0"/>
                    </a:cubicBezTo>
                    <a:lnTo>
                      <a:pt x="114110" y="0"/>
                    </a:lnTo>
                    <a:cubicBezTo>
                      <a:pt x="118300" y="0"/>
                      <a:pt x="121730" y="3429"/>
                      <a:pt x="121730" y="7620"/>
                    </a:cubicBezTo>
                    <a:cubicBezTo>
                      <a:pt x="121730" y="11811"/>
                      <a:pt x="118300" y="15240"/>
                      <a:pt x="114110" y="152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94" name="Google Shape;3094;p95"/>
              <p:cNvSpPr/>
              <p:nvPr/>
            </p:nvSpPr>
            <p:spPr>
              <a:xfrm>
                <a:off x="8767767" y="3697831"/>
                <a:ext cx="76009" cy="15240"/>
              </a:xfrm>
              <a:custGeom>
                <a:avLst/>
                <a:gdLst/>
                <a:ahLst/>
                <a:cxnLst/>
                <a:rect l="l" t="t" r="r" b="b"/>
                <a:pathLst>
                  <a:path w="76009" h="15240" extrusionOk="0">
                    <a:moveTo>
                      <a:pt x="68389" y="15240"/>
                    </a:moveTo>
                    <a:lnTo>
                      <a:pt x="7620" y="15240"/>
                    </a:lnTo>
                    <a:cubicBezTo>
                      <a:pt x="3429" y="15240"/>
                      <a:pt x="0" y="11811"/>
                      <a:pt x="0" y="7620"/>
                    </a:cubicBezTo>
                    <a:cubicBezTo>
                      <a:pt x="0" y="3429"/>
                      <a:pt x="3429" y="0"/>
                      <a:pt x="7620" y="0"/>
                    </a:cubicBezTo>
                    <a:lnTo>
                      <a:pt x="68389" y="0"/>
                    </a:lnTo>
                    <a:cubicBezTo>
                      <a:pt x="72581" y="0"/>
                      <a:pt x="76010" y="3429"/>
                      <a:pt x="76010" y="7620"/>
                    </a:cubicBezTo>
                    <a:cubicBezTo>
                      <a:pt x="76010" y="11811"/>
                      <a:pt x="72581" y="15240"/>
                      <a:pt x="68389" y="152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3095" name="Google Shape;3095;p95"/>
          <p:cNvGrpSpPr/>
          <p:nvPr/>
        </p:nvGrpSpPr>
        <p:grpSpPr>
          <a:xfrm>
            <a:off x="7579784" y="1023583"/>
            <a:ext cx="300252" cy="268855"/>
            <a:chOff x="1071328" y="327944"/>
            <a:chExt cx="533781" cy="477964"/>
          </a:xfrm>
        </p:grpSpPr>
        <p:sp>
          <p:nvSpPr>
            <p:cNvPr id="3096" name="Google Shape;3096;p95"/>
            <p:cNvSpPr/>
            <p:nvPr/>
          </p:nvSpPr>
          <p:spPr>
            <a:xfrm>
              <a:off x="1071328" y="327944"/>
              <a:ext cx="503396" cy="471678"/>
            </a:xfrm>
            <a:custGeom>
              <a:avLst/>
              <a:gdLst/>
              <a:ahLst/>
              <a:cxnLst/>
              <a:rect l="l" t="t" r="r" b="b"/>
              <a:pathLst>
                <a:path w="503396" h="471678" extrusionOk="0">
                  <a:moveTo>
                    <a:pt x="200882" y="379190"/>
                  </a:moveTo>
                  <a:lnTo>
                    <a:pt x="157544" y="423196"/>
                  </a:lnTo>
                  <a:lnTo>
                    <a:pt x="157544" y="364808"/>
                  </a:lnTo>
                  <a:cubicBezTo>
                    <a:pt x="157544" y="340614"/>
                    <a:pt x="137827" y="320897"/>
                    <a:pt x="113633" y="320897"/>
                  </a:cubicBezTo>
                  <a:lnTo>
                    <a:pt x="54959" y="320897"/>
                  </a:lnTo>
                  <a:cubicBezTo>
                    <a:pt x="45625" y="320897"/>
                    <a:pt x="38100" y="313373"/>
                    <a:pt x="38100" y="304038"/>
                  </a:cubicBezTo>
                  <a:lnTo>
                    <a:pt x="38100" y="54959"/>
                  </a:lnTo>
                  <a:cubicBezTo>
                    <a:pt x="38100" y="45625"/>
                    <a:pt x="45625" y="38100"/>
                    <a:pt x="54959" y="38100"/>
                  </a:cubicBezTo>
                  <a:lnTo>
                    <a:pt x="448437" y="38100"/>
                  </a:lnTo>
                  <a:cubicBezTo>
                    <a:pt x="457772" y="38100"/>
                    <a:pt x="465296" y="45625"/>
                    <a:pt x="465296" y="54959"/>
                  </a:cubicBezTo>
                  <a:lnTo>
                    <a:pt x="465296" y="172403"/>
                  </a:lnTo>
                  <a:cubicBezTo>
                    <a:pt x="465296" y="182880"/>
                    <a:pt x="473869" y="191453"/>
                    <a:pt x="484346" y="191453"/>
                  </a:cubicBezTo>
                  <a:cubicBezTo>
                    <a:pt x="494824" y="191453"/>
                    <a:pt x="503396" y="182880"/>
                    <a:pt x="503396" y="172403"/>
                  </a:cubicBezTo>
                  <a:lnTo>
                    <a:pt x="503396" y="54959"/>
                  </a:lnTo>
                  <a:cubicBezTo>
                    <a:pt x="503396" y="24670"/>
                    <a:pt x="478727" y="0"/>
                    <a:pt x="448437" y="0"/>
                  </a:cubicBezTo>
                  <a:lnTo>
                    <a:pt x="54959" y="0"/>
                  </a:lnTo>
                  <a:cubicBezTo>
                    <a:pt x="24670" y="0"/>
                    <a:pt x="0" y="24670"/>
                    <a:pt x="0" y="54959"/>
                  </a:cubicBezTo>
                  <a:lnTo>
                    <a:pt x="0" y="304038"/>
                  </a:lnTo>
                  <a:cubicBezTo>
                    <a:pt x="0" y="334328"/>
                    <a:pt x="24670" y="358997"/>
                    <a:pt x="54959" y="358997"/>
                  </a:cubicBezTo>
                  <a:lnTo>
                    <a:pt x="113633" y="358997"/>
                  </a:lnTo>
                  <a:cubicBezTo>
                    <a:pt x="116872" y="358997"/>
                    <a:pt x="119444" y="361569"/>
                    <a:pt x="119444" y="364808"/>
                  </a:cubicBezTo>
                  <a:lnTo>
                    <a:pt x="119444" y="440531"/>
                  </a:lnTo>
                  <a:cubicBezTo>
                    <a:pt x="119444" y="452533"/>
                    <a:pt x="126778" y="466725"/>
                    <a:pt x="140780" y="470440"/>
                  </a:cubicBezTo>
                  <a:cubicBezTo>
                    <a:pt x="143637" y="471202"/>
                    <a:pt x="146971" y="471678"/>
                    <a:pt x="150495" y="471678"/>
                  </a:cubicBezTo>
                  <a:cubicBezTo>
                    <a:pt x="157734" y="471678"/>
                    <a:pt x="165545" y="469583"/>
                    <a:pt x="171164" y="463582"/>
                  </a:cubicBezTo>
                  <a:lnTo>
                    <a:pt x="228029" y="405860"/>
                  </a:lnTo>
                  <a:cubicBezTo>
                    <a:pt x="235458" y="398336"/>
                    <a:pt x="235363" y="386334"/>
                    <a:pt x="227838" y="378905"/>
                  </a:cubicBezTo>
                  <a:cubicBezTo>
                    <a:pt x="220313" y="371475"/>
                    <a:pt x="208312" y="371570"/>
                    <a:pt x="200882" y="37909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97" name="Google Shape;3097;p95"/>
            <p:cNvSpPr/>
            <p:nvPr/>
          </p:nvSpPr>
          <p:spPr>
            <a:xfrm>
              <a:off x="1143051" y="459961"/>
              <a:ext cx="348805" cy="23812"/>
            </a:xfrm>
            <a:custGeom>
              <a:avLst/>
              <a:gdLst/>
              <a:ahLst/>
              <a:cxnLst/>
              <a:rect l="l" t="t" r="r" b="b"/>
              <a:pathLst>
                <a:path w="348805" h="23812" extrusionOk="0">
                  <a:moveTo>
                    <a:pt x="11906" y="0"/>
                  </a:moveTo>
                  <a:cubicBezTo>
                    <a:pt x="5334" y="0"/>
                    <a:pt x="0" y="5334"/>
                    <a:pt x="0" y="11906"/>
                  </a:cubicBezTo>
                  <a:cubicBezTo>
                    <a:pt x="0" y="18478"/>
                    <a:pt x="5334" y="23813"/>
                    <a:pt x="11906" y="23813"/>
                  </a:cubicBezTo>
                  <a:lnTo>
                    <a:pt x="336899" y="23813"/>
                  </a:lnTo>
                  <a:cubicBezTo>
                    <a:pt x="343472" y="23813"/>
                    <a:pt x="348806" y="18478"/>
                    <a:pt x="348806" y="11906"/>
                  </a:cubicBezTo>
                  <a:cubicBezTo>
                    <a:pt x="348806" y="5334"/>
                    <a:pt x="343472" y="0"/>
                    <a:pt x="336899" y="0"/>
                  </a:cubicBezTo>
                  <a:lnTo>
                    <a:pt x="11906"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98" name="Google Shape;3098;p95"/>
            <p:cNvSpPr/>
            <p:nvPr/>
          </p:nvSpPr>
          <p:spPr>
            <a:xfrm>
              <a:off x="1143051" y="536256"/>
              <a:ext cx="164687" cy="23812"/>
            </a:xfrm>
            <a:custGeom>
              <a:avLst/>
              <a:gdLst/>
              <a:ahLst/>
              <a:cxnLst/>
              <a:rect l="l" t="t" r="r" b="b"/>
              <a:pathLst>
                <a:path w="164687" h="23812" extrusionOk="0">
                  <a:moveTo>
                    <a:pt x="152781" y="0"/>
                  </a:moveTo>
                  <a:lnTo>
                    <a:pt x="11906" y="0"/>
                  </a:lnTo>
                  <a:cubicBezTo>
                    <a:pt x="5334" y="0"/>
                    <a:pt x="0" y="5334"/>
                    <a:pt x="0" y="11906"/>
                  </a:cubicBezTo>
                  <a:cubicBezTo>
                    <a:pt x="0" y="18478"/>
                    <a:pt x="5334" y="23813"/>
                    <a:pt x="11906" y="23813"/>
                  </a:cubicBezTo>
                  <a:lnTo>
                    <a:pt x="152781" y="23813"/>
                  </a:lnTo>
                  <a:cubicBezTo>
                    <a:pt x="159353" y="23813"/>
                    <a:pt x="164687" y="18478"/>
                    <a:pt x="164687" y="11906"/>
                  </a:cubicBezTo>
                  <a:cubicBezTo>
                    <a:pt x="164687" y="5334"/>
                    <a:pt x="159353" y="0"/>
                    <a:pt x="152781"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099" name="Google Shape;3099;p95"/>
            <p:cNvSpPr/>
            <p:nvPr/>
          </p:nvSpPr>
          <p:spPr>
            <a:xfrm>
              <a:off x="1312501" y="513301"/>
              <a:ext cx="292608" cy="292607"/>
            </a:xfrm>
            <a:custGeom>
              <a:avLst/>
              <a:gdLst/>
              <a:ahLst/>
              <a:cxnLst/>
              <a:rect l="l" t="t" r="r" b="b"/>
              <a:pathLst>
                <a:path w="292608" h="292607" extrusionOk="0">
                  <a:moveTo>
                    <a:pt x="146304" y="0"/>
                  </a:moveTo>
                  <a:cubicBezTo>
                    <a:pt x="65532" y="0"/>
                    <a:pt x="0" y="65532"/>
                    <a:pt x="0" y="146304"/>
                  </a:cubicBezTo>
                  <a:cubicBezTo>
                    <a:pt x="0" y="227076"/>
                    <a:pt x="65532" y="292608"/>
                    <a:pt x="146304" y="292608"/>
                  </a:cubicBezTo>
                  <a:cubicBezTo>
                    <a:pt x="227076" y="292608"/>
                    <a:pt x="292608" y="227076"/>
                    <a:pt x="292608" y="146304"/>
                  </a:cubicBezTo>
                  <a:cubicBezTo>
                    <a:pt x="292608" y="65532"/>
                    <a:pt x="227076" y="0"/>
                    <a:pt x="146304" y="0"/>
                  </a:cubicBezTo>
                  <a:close/>
                  <a:moveTo>
                    <a:pt x="146304" y="268796"/>
                  </a:moveTo>
                  <a:cubicBezTo>
                    <a:pt x="78772" y="268796"/>
                    <a:pt x="23813" y="213836"/>
                    <a:pt x="23813" y="146304"/>
                  </a:cubicBezTo>
                  <a:cubicBezTo>
                    <a:pt x="23813" y="78772"/>
                    <a:pt x="78772" y="23813"/>
                    <a:pt x="146304" y="23813"/>
                  </a:cubicBezTo>
                  <a:cubicBezTo>
                    <a:pt x="213836" y="23813"/>
                    <a:pt x="268796" y="78772"/>
                    <a:pt x="268796" y="146304"/>
                  </a:cubicBezTo>
                  <a:cubicBezTo>
                    <a:pt x="268796" y="213836"/>
                    <a:pt x="213836" y="268796"/>
                    <a:pt x="146304" y="26879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00" name="Google Shape;3100;p95"/>
            <p:cNvSpPr/>
            <p:nvPr/>
          </p:nvSpPr>
          <p:spPr>
            <a:xfrm>
              <a:off x="1362031" y="593787"/>
              <a:ext cx="193738" cy="125158"/>
            </a:xfrm>
            <a:custGeom>
              <a:avLst/>
              <a:gdLst/>
              <a:ahLst/>
              <a:cxnLst/>
              <a:rect l="l" t="t" r="r" b="b"/>
              <a:pathLst>
                <a:path w="193738" h="125158" extrusionOk="0">
                  <a:moveTo>
                    <a:pt x="183547" y="96202"/>
                  </a:moveTo>
                  <a:lnTo>
                    <a:pt x="183547" y="53054"/>
                  </a:lnTo>
                  <a:cubicBezTo>
                    <a:pt x="189452" y="51054"/>
                    <a:pt x="193643" y="45529"/>
                    <a:pt x="193643" y="39052"/>
                  </a:cubicBezTo>
                  <a:cubicBezTo>
                    <a:pt x="193643" y="32576"/>
                    <a:pt x="189357" y="27051"/>
                    <a:pt x="183547" y="25051"/>
                  </a:cubicBezTo>
                  <a:lnTo>
                    <a:pt x="183547" y="10097"/>
                  </a:lnTo>
                  <a:lnTo>
                    <a:pt x="100298" y="10097"/>
                  </a:lnTo>
                  <a:cubicBezTo>
                    <a:pt x="98298" y="4286"/>
                    <a:pt x="92774" y="0"/>
                    <a:pt x="86297" y="0"/>
                  </a:cubicBezTo>
                  <a:cubicBezTo>
                    <a:pt x="79820" y="0"/>
                    <a:pt x="74295" y="4286"/>
                    <a:pt x="72295" y="10097"/>
                  </a:cubicBezTo>
                  <a:lnTo>
                    <a:pt x="28861" y="10097"/>
                  </a:lnTo>
                  <a:cubicBezTo>
                    <a:pt x="26860" y="4286"/>
                    <a:pt x="21336" y="0"/>
                    <a:pt x="14859" y="0"/>
                  </a:cubicBezTo>
                  <a:cubicBezTo>
                    <a:pt x="6668" y="0"/>
                    <a:pt x="0" y="6668"/>
                    <a:pt x="0" y="14859"/>
                  </a:cubicBezTo>
                  <a:cubicBezTo>
                    <a:pt x="0" y="21241"/>
                    <a:pt x="4096" y="26670"/>
                    <a:pt x="9716" y="28766"/>
                  </a:cubicBezTo>
                  <a:lnTo>
                    <a:pt x="9716" y="96012"/>
                  </a:lnTo>
                  <a:cubicBezTo>
                    <a:pt x="4000" y="98107"/>
                    <a:pt x="0" y="103537"/>
                    <a:pt x="0" y="109919"/>
                  </a:cubicBezTo>
                  <a:cubicBezTo>
                    <a:pt x="0" y="118110"/>
                    <a:pt x="6668" y="124777"/>
                    <a:pt x="14859" y="124777"/>
                  </a:cubicBezTo>
                  <a:cubicBezTo>
                    <a:pt x="21241" y="124777"/>
                    <a:pt x="26670" y="120682"/>
                    <a:pt x="28766" y="115062"/>
                  </a:cubicBezTo>
                  <a:lnTo>
                    <a:pt x="164878" y="115062"/>
                  </a:lnTo>
                  <a:cubicBezTo>
                    <a:pt x="166878" y="120872"/>
                    <a:pt x="172402" y="125158"/>
                    <a:pt x="178879" y="125158"/>
                  </a:cubicBezTo>
                  <a:cubicBezTo>
                    <a:pt x="187071" y="125158"/>
                    <a:pt x="193739" y="118491"/>
                    <a:pt x="193739" y="110300"/>
                  </a:cubicBezTo>
                  <a:cubicBezTo>
                    <a:pt x="193739" y="103727"/>
                    <a:pt x="189452" y="98298"/>
                    <a:pt x="183642" y="96298"/>
                  </a:cubicBezTo>
                  <a:close/>
                  <a:moveTo>
                    <a:pt x="86297" y="29718"/>
                  </a:moveTo>
                  <a:cubicBezTo>
                    <a:pt x="89821" y="29718"/>
                    <a:pt x="93059" y="28384"/>
                    <a:pt x="95631" y="26289"/>
                  </a:cubicBezTo>
                  <a:lnTo>
                    <a:pt x="110585" y="35624"/>
                  </a:lnTo>
                  <a:cubicBezTo>
                    <a:pt x="110300" y="36767"/>
                    <a:pt x="110109" y="37814"/>
                    <a:pt x="110109" y="39052"/>
                  </a:cubicBezTo>
                  <a:cubicBezTo>
                    <a:pt x="110109" y="43720"/>
                    <a:pt x="112300" y="47911"/>
                    <a:pt x="115729" y="50578"/>
                  </a:cubicBezTo>
                  <a:lnTo>
                    <a:pt x="111157" y="63246"/>
                  </a:lnTo>
                  <a:cubicBezTo>
                    <a:pt x="111157" y="63246"/>
                    <a:pt x="110966" y="63246"/>
                    <a:pt x="110776" y="63246"/>
                  </a:cubicBezTo>
                  <a:cubicBezTo>
                    <a:pt x="105727" y="63246"/>
                    <a:pt x="101155" y="65818"/>
                    <a:pt x="98489" y="69723"/>
                  </a:cubicBezTo>
                  <a:lnTo>
                    <a:pt x="70104" y="61531"/>
                  </a:lnTo>
                  <a:cubicBezTo>
                    <a:pt x="69914" y="58388"/>
                    <a:pt x="68771" y="55435"/>
                    <a:pt x="66961" y="53054"/>
                  </a:cubicBezTo>
                  <a:lnTo>
                    <a:pt x="82582" y="29147"/>
                  </a:lnTo>
                  <a:cubicBezTo>
                    <a:pt x="83725" y="29432"/>
                    <a:pt x="84963" y="29623"/>
                    <a:pt x="86297" y="29623"/>
                  </a:cubicBezTo>
                  <a:close/>
                  <a:moveTo>
                    <a:pt x="160973" y="43815"/>
                  </a:moveTo>
                  <a:lnTo>
                    <a:pt x="120587" y="67056"/>
                  </a:lnTo>
                  <a:cubicBezTo>
                    <a:pt x="120587" y="67056"/>
                    <a:pt x="120205" y="66770"/>
                    <a:pt x="120015" y="66580"/>
                  </a:cubicBezTo>
                  <a:lnTo>
                    <a:pt x="124587" y="53816"/>
                  </a:lnTo>
                  <a:cubicBezTo>
                    <a:pt x="124587" y="53816"/>
                    <a:pt x="124777" y="53816"/>
                    <a:pt x="124873" y="53816"/>
                  </a:cubicBezTo>
                  <a:cubicBezTo>
                    <a:pt x="131445" y="53816"/>
                    <a:pt x="136874" y="49530"/>
                    <a:pt x="138875" y="43720"/>
                  </a:cubicBezTo>
                  <a:lnTo>
                    <a:pt x="160877" y="43720"/>
                  </a:lnTo>
                  <a:close/>
                  <a:moveTo>
                    <a:pt x="171450" y="97346"/>
                  </a:moveTo>
                  <a:lnTo>
                    <a:pt x="125540" y="79057"/>
                  </a:lnTo>
                  <a:cubicBezTo>
                    <a:pt x="125540" y="79057"/>
                    <a:pt x="125540" y="78486"/>
                    <a:pt x="125540" y="78105"/>
                  </a:cubicBezTo>
                  <a:cubicBezTo>
                    <a:pt x="125540" y="77057"/>
                    <a:pt x="125444" y="76105"/>
                    <a:pt x="125254" y="75152"/>
                  </a:cubicBezTo>
                  <a:lnTo>
                    <a:pt x="168878" y="50102"/>
                  </a:lnTo>
                  <a:cubicBezTo>
                    <a:pt x="170307" y="51340"/>
                    <a:pt x="172022" y="52388"/>
                    <a:pt x="173926" y="52959"/>
                  </a:cubicBezTo>
                  <a:lnTo>
                    <a:pt x="173926" y="96107"/>
                  </a:lnTo>
                  <a:cubicBezTo>
                    <a:pt x="173069" y="96393"/>
                    <a:pt x="172212" y="96774"/>
                    <a:pt x="171450" y="97250"/>
                  </a:cubicBezTo>
                  <a:close/>
                  <a:moveTo>
                    <a:pt x="49816" y="76009"/>
                  </a:moveTo>
                  <a:cubicBezTo>
                    <a:pt x="51530" y="76676"/>
                    <a:pt x="53340" y="77057"/>
                    <a:pt x="55340" y="77057"/>
                  </a:cubicBezTo>
                  <a:cubicBezTo>
                    <a:pt x="60389" y="77057"/>
                    <a:pt x="64865" y="74486"/>
                    <a:pt x="67532" y="70676"/>
                  </a:cubicBezTo>
                  <a:lnTo>
                    <a:pt x="93345" y="78105"/>
                  </a:lnTo>
                  <a:cubicBezTo>
                    <a:pt x="77629" y="82487"/>
                    <a:pt x="53340" y="89249"/>
                    <a:pt x="33433" y="95250"/>
                  </a:cubicBezTo>
                  <a:lnTo>
                    <a:pt x="49816" y="76009"/>
                  </a:lnTo>
                  <a:close/>
                  <a:moveTo>
                    <a:pt x="74581" y="23908"/>
                  </a:moveTo>
                  <a:lnTo>
                    <a:pt x="58960" y="47816"/>
                  </a:lnTo>
                  <a:cubicBezTo>
                    <a:pt x="57722" y="47530"/>
                    <a:pt x="56578" y="47244"/>
                    <a:pt x="55245" y="47244"/>
                  </a:cubicBezTo>
                  <a:cubicBezTo>
                    <a:pt x="53435" y="47244"/>
                    <a:pt x="51625" y="47625"/>
                    <a:pt x="50006" y="48197"/>
                  </a:cubicBezTo>
                  <a:lnTo>
                    <a:pt x="27908" y="21241"/>
                  </a:lnTo>
                  <a:cubicBezTo>
                    <a:pt x="28194" y="20669"/>
                    <a:pt x="28480" y="20098"/>
                    <a:pt x="28670" y="19431"/>
                  </a:cubicBezTo>
                  <a:lnTo>
                    <a:pt x="72104" y="19431"/>
                  </a:lnTo>
                  <a:cubicBezTo>
                    <a:pt x="72676" y="21050"/>
                    <a:pt x="73438" y="22479"/>
                    <a:pt x="74486" y="23813"/>
                  </a:cubicBezTo>
                  <a:close/>
                  <a:moveTo>
                    <a:pt x="21241" y="28099"/>
                  </a:moveTo>
                  <a:lnTo>
                    <a:pt x="42767" y="54293"/>
                  </a:lnTo>
                  <a:cubicBezTo>
                    <a:pt x="41339" y="56578"/>
                    <a:pt x="40481" y="59246"/>
                    <a:pt x="40481" y="62103"/>
                  </a:cubicBezTo>
                  <a:cubicBezTo>
                    <a:pt x="40481" y="64960"/>
                    <a:pt x="41339" y="67437"/>
                    <a:pt x="42672" y="69723"/>
                  </a:cubicBezTo>
                  <a:lnTo>
                    <a:pt x="20288" y="96012"/>
                  </a:lnTo>
                  <a:cubicBezTo>
                    <a:pt x="20288" y="96012"/>
                    <a:pt x="19622" y="95822"/>
                    <a:pt x="19241" y="95726"/>
                  </a:cubicBezTo>
                  <a:lnTo>
                    <a:pt x="19241" y="28956"/>
                  </a:lnTo>
                  <a:cubicBezTo>
                    <a:pt x="20002" y="28766"/>
                    <a:pt x="20669" y="28480"/>
                    <a:pt x="21336" y="28099"/>
                  </a:cubicBezTo>
                  <a:close/>
                  <a:moveTo>
                    <a:pt x="98584" y="86582"/>
                  </a:moveTo>
                  <a:cubicBezTo>
                    <a:pt x="101251" y="90488"/>
                    <a:pt x="105727" y="93059"/>
                    <a:pt x="110776" y="93059"/>
                  </a:cubicBezTo>
                  <a:cubicBezTo>
                    <a:pt x="115252" y="93059"/>
                    <a:pt x="119253" y="91059"/>
                    <a:pt x="121920" y="87916"/>
                  </a:cubicBezTo>
                  <a:lnTo>
                    <a:pt x="164878" y="105061"/>
                  </a:lnTo>
                  <a:cubicBezTo>
                    <a:pt x="164878" y="105061"/>
                    <a:pt x="164783" y="105442"/>
                    <a:pt x="164687" y="105537"/>
                  </a:cubicBezTo>
                  <a:lnTo>
                    <a:pt x="32385" y="105537"/>
                  </a:lnTo>
                  <a:cubicBezTo>
                    <a:pt x="53912" y="99060"/>
                    <a:pt x="82105" y="91154"/>
                    <a:pt x="98489" y="86582"/>
                  </a:cubicBezTo>
                  <a:close/>
                  <a:moveTo>
                    <a:pt x="178784" y="44387"/>
                  </a:moveTo>
                  <a:cubicBezTo>
                    <a:pt x="175831" y="44387"/>
                    <a:pt x="173450" y="42005"/>
                    <a:pt x="173450" y="39052"/>
                  </a:cubicBezTo>
                  <a:cubicBezTo>
                    <a:pt x="173450" y="36100"/>
                    <a:pt x="175831" y="33719"/>
                    <a:pt x="178784" y="33719"/>
                  </a:cubicBezTo>
                  <a:cubicBezTo>
                    <a:pt x="181737" y="33719"/>
                    <a:pt x="184118" y="36100"/>
                    <a:pt x="184118" y="39052"/>
                  </a:cubicBezTo>
                  <a:cubicBezTo>
                    <a:pt x="184118" y="42005"/>
                    <a:pt x="181737" y="44387"/>
                    <a:pt x="178784" y="44387"/>
                  </a:cubicBezTo>
                  <a:close/>
                  <a:moveTo>
                    <a:pt x="174022" y="25051"/>
                  </a:moveTo>
                  <a:cubicBezTo>
                    <a:pt x="169640" y="26575"/>
                    <a:pt x="166211" y="29908"/>
                    <a:pt x="164783" y="34290"/>
                  </a:cubicBezTo>
                  <a:lnTo>
                    <a:pt x="139065" y="34290"/>
                  </a:lnTo>
                  <a:cubicBezTo>
                    <a:pt x="137065" y="28480"/>
                    <a:pt x="131540" y="24194"/>
                    <a:pt x="125063" y="24194"/>
                  </a:cubicBezTo>
                  <a:cubicBezTo>
                    <a:pt x="121539" y="24194"/>
                    <a:pt x="118300" y="25527"/>
                    <a:pt x="115729" y="27623"/>
                  </a:cubicBezTo>
                  <a:lnTo>
                    <a:pt x="102965" y="19622"/>
                  </a:lnTo>
                  <a:lnTo>
                    <a:pt x="174117" y="19622"/>
                  </a:lnTo>
                  <a:lnTo>
                    <a:pt x="174117" y="25051"/>
                  </a:lnTo>
                  <a:close/>
                  <a:moveTo>
                    <a:pt x="86297" y="9430"/>
                  </a:moveTo>
                  <a:cubicBezTo>
                    <a:pt x="89249" y="9430"/>
                    <a:pt x="91630" y="11811"/>
                    <a:pt x="91630" y="14764"/>
                  </a:cubicBezTo>
                  <a:cubicBezTo>
                    <a:pt x="91630" y="17717"/>
                    <a:pt x="89249" y="20098"/>
                    <a:pt x="86297" y="20098"/>
                  </a:cubicBezTo>
                  <a:cubicBezTo>
                    <a:pt x="83344" y="20098"/>
                    <a:pt x="80963" y="17717"/>
                    <a:pt x="80963" y="14764"/>
                  </a:cubicBezTo>
                  <a:cubicBezTo>
                    <a:pt x="80963" y="11811"/>
                    <a:pt x="83344" y="9430"/>
                    <a:pt x="86297" y="9430"/>
                  </a:cubicBezTo>
                  <a:close/>
                  <a:moveTo>
                    <a:pt x="14764" y="9430"/>
                  </a:moveTo>
                  <a:cubicBezTo>
                    <a:pt x="17717" y="9430"/>
                    <a:pt x="20098" y="11811"/>
                    <a:pt x="20098" y="14764"/>
                  </a:cubicBezTo>
                  <a:cubicBezTo>
                    <a:pt x="20098" y="17717"/>
                    <a:pt x="17717" y="20098"/>
                    <a:pt x="14764" y="20098"/>
                  </a:cubicBezTo>
                  <a:cubicBezTo>
                    <a:pt x="11811" y="20098"/>
                    <a:pt x="9430" y="17717"/>
                    <a:pt x="9430" y="14764"/>
                  </a:cubicBezTo>
                  <a:cubicBezTo>
                    <a:pt x="9430" y="11811"/>
                    <a:pt x="11811" y="9430"/>
                    <a:pt x="14764" y="9430"/>
                  </a:cubicBezTo>
                  <a:close/>
                  <a:moveTo>
                    <a:pt x="14764" y="115157"/>
                  </a:moveTo>
                  <a:cubicBezTo>
                    <a:pt x="11811" y="115157"/>
                    <a:pt x="9430" y="112776"/>
                    <a:pt x="9430" y="109823"/>
                  </a:cubicBezTo>
                  <a:cubicBezTo>
                    <a:pt x="9430" y="106871"/>
                    <a:pt x="11811" y="104489"/>
                    <a:pt x="14764" y="104489"/>
                  </a:cubicBezTo>
                  <a:cubicBezTo>
                    <a:pt x="17717" y="104489"/>
                    <a:pt x="20098" y="106871"/>
                    <a:pt x="20098" y="109823"/>
                  </a:cubicBezTo>
                  <a:cubicBezTo>
                    <a:pt x="20098" y="112776"/>
                    <a:pt x="17717" y="115157"/>
                    <a:pt x="14764" y="11515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101" name="Google Shape;3101;p95"/>
          <p:cNvGrpSpPr/>
          <p:nvPr/>
        </p:nvGrpSpPr>
        <p:grpSpPr>
          <a:xfrm>
            <a:off x="4424661" y="1784069"/>
            <a:ext cx="294679" cy="259908"/>
            <a:chOff x="6441281" y="1975842"/>
            <a:chExt cx="523874" cy="462058"/>
          </a:xfrm>
        </p:grpSpPr>
        <p:sp>
          <p:nvSpPr>
            <p:cNvPr id="3102" name="Google Shape;3102;p95"/>
            <p:cNvSpPr/>
            <p:nvPr/>
          </p:nvSpPr>
          <p:spPr>
            <a:xfrm>
              <a:off x="6536531" y="2161580"/>
              <a:ext cx="71437" cy="14287"/>
            </a:xfrm>
            <a:custGeom>
              <a:avLst/>
              <a:gdLst/>
              <a:ahLst/>
              <a:cxnLst/>
              <a:rect l="l" t="t" r="r" b="b"/>
              <a:pathLst>
                <a:path w="71437" h="14287" extrusionOk="0">
                  <a:moveTo>
                    <a:pt x="64294" y="14288"/>
                  </a:moveTo>
                  <a:cubicBezTo>
                    <a:pt x="68199" y="14288"/>
                    <a:pt x="71438" y="11049"/>
                    <a:pt x="71438" y="7144"/>
                  </a:cubicBezTo>
                  <a:cubicBezTo>
                    <a:pt x="71438" y="3238"/>
                    <a:pt x="68199" y="0"/>
                    <a:pt x="64294" y="0"/>
                  </a:cubicBezTo>
                  <a:lnTo>
                    <a:pt x="7144" y="0"/>
                  </a:lnTo>
                  <a:cubicBezTo>
                    <a:pt x="3239" y="0"/>
                    <a:pt x="0" y="3238"/>
                    <a:pt x="0" y="7144"/>
                  </a:cubicBezTo>
                  <a:cubicBezTo>
                    <a:pt x="0" y="11049"/>
                    <a:pt x="3239" y="14288"/>
                    <a:pt x="7144" y="14288"/>
                  </a:cubicBezTo>
                  <a:lnTo>
                    <a:pt x="64294" y="1428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03" name="Google Shape;3103;p95"/>
            <p:cNvSpPr/>
            <p:nvPr/>
          </p:nvSpPr>
          <p:spPr>
            <a:xfrm>
              <a:off x="6460331" y="2161580"/>
              <a:ext cx="52387" cy="14287"/>
            </a:xfrm>
            <a:custGeom>
              <a:avLst/>
              <a:gdLst/>
              <a:ahLst/>
              <a:cxnLst/>
              <a:rect l="l" t="t" r="r" b="b"/>
              <a:pathLst>
                <a:path w="52387" h="14287" extrusionOk="0">
                  <a:moveTo>
                    <a:pt x="7144" y="14288"/>
                  </a:moveTo>
                  <a:lnTo>
                    <a:pt x="45244" y="14288"/>
                  </a:lnTo>
                  <a:cubicBezTo>
                    <a:pt x="49149" y="14288"/>
                    <a:pt x="52388" y="11049"/>
                    <a:pt x="52388" y="7144"/>
                  </a:cubicBezTo>
                  <a:cubicBezTo>
                    <a:pt x="52388" y="3238"/>
                    <a:pt x="49149" y="0"/>
                    <a:pt x="45244" y="0"/>
                  </a:cubicBezTo>
                  <a:lnTo>
                    <a:pt x="7144" y="0"/>
                  </a:lnTo>
                  <a:cubicBezTo>
                    <a:pt x="3239" y="0"/>
                    <a:pt x="0" y="3238"/>
                    <a:pt x="0" y="7144"/>
                  </a:cubicBezTo>
                  <a:cubicBezTo>
                    <a:pt x="0" y="11049"/>
                    <a:pt x="3239" y="14288"/>
                    <a:pt x="7144" y="142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04" name="Google Shape;3104;p95"/>
            <p:cNvSpPr/>
            <p:nvPr/>
          </p:nvSpPr>
          <p:spPr>
            <a:xfrm>
              <a:off x="6622065" y="2199694"/>
              <a:ext cx="14287" cy="14273"/>
            </a:xfrm>
            <a:custGeom>
              <a:avLst/>
              <a:gdLst/>
              <a:ahLst/>
              <a:cxnLst/>
              <a:rect l="l" t="t" r="r" b="b"/>
              <a:pathLst>
                <a:path w="14287" h="14273" extrusionOk="0">
                  <a:moveTo>
                    <a:pt x="4382" y="13702"/>
                  </a:moveTo>
                  <a:cubicBezTo>
                    <a:pt x="5334" y="14083"/>
                    <a:pt x="6191" y="14273"/>
                    <a:pt x="7144" y="14273"/>
                  </a:cubicBezTo>
                  <a:cubicBezTo>
                    <a:pt x="8096" y="14273"/>
                    <a:pt x="9049" y="14083"/>
                    <a:pt x="9906" y="13702"/>
                  </a:cubicBezTo>
                  <a:cubicBezTo>
                    <a:pt x="10763" y="13416"/>
                    <a:pt x="11525" y="12845"/>
                    <a:pt x="12192" y="12178"/>
                  </a:cubicBezTo>
                  <a:cubicBezTo>
                    <a:pt x="12859" y="11511"/>
                    <a:pt x="13335" y="10749"/>
                    <a:pt x="13716" y="9892"/>
                  </a:cubicBezTo>
                  <a:cubicBezTo>
                    <a:pt x="14097" y="8939"/>
                    <a:pt x="14288" y="8082"/>
                    <a:pt x="14288" y="7130"/>
                  </a:cubicBezTo>
                  <a:cubicBezTo>
                    <a:pt x="14288" y="6177"/>
                    <a:pt x="14097" y="5320"/>
                    <a:pt x="13716" y="4367"/>
                  </a:cubicBezTo>
                  <a:cubicBezTo>
                    <a:pt x="13430" y="3510"/>
                    <a:pt x="12859" y="2748"/>
                    <a:pt x="12192" y="2081"/>
                  </a:cubicBezTo>
                  <a:cubicBezTo>
                    <a:pt x="11525" y="1415"/>
                    <a:pt x="10763" y="938"/>
                    <a:pt x="9906" y="557"/>
                  </a:cubicBezTo>
                  <a:cubicBezTo>
                    <a:pt x="7239" y="-586"/>
                    <a:pt x="4096" y="81"/>
                    <a:pt x="2096" y="2081"/>
                  </a:cubicBezTo>
                  <a:cubicBezTo>
                    <a:pt x="1429" y="2748"/>
                    <a:pt x="953" y="3510"/>
                    <a:pt x="572" y="4367"/>
                  </a:cubicBezTo>
                  <a:cubicBezTo>
                    <a:pt x="191" y="5320"/>
                    <a:pt x="0" y="6177"/>
                    <a:pt x="0" y="7130"/>
                  </a:cubicBezTo>
                  <a:cubicBezTo>
                    <a:pt x="0" y="8082"/>
                    <a:pt x="191" y="8939"/>
                    <a:pt x="572" y="9892"/>
                  </a:cubicBezTo>
                  <a:cubicBezTo>
                    <a:pt x="953" y="10749"/>
                    <a:pt x="1429" y="11511"/>
                    <a:pt x="2096" y="12178"/>
                  </a:cubicBezTo>
                  <a:cubicBezTo>
                    <a:pt x="2762" y="12845"/>
                    <a:pt x="3524" y="13416"/>
                    <a:pt x="4382" y="1370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05" name="Google Shape;3105;p95"/>
            <p:cNvSpPr/>
            <p:nvPr/>
          </p:nvSpPr>
          <p:spPr>
            <a:xfrm>
              <a:off x="6526815" y="2199775"/>
              <a:ext cx="71437" cy="14287"/>
            </a:xfrm>
            <a:custGeom>
              <a:avLst/>
              <a:gdLst/>
              <a:ahLst/>
              <a:cxnLst/>
              <a:rect l="l" t="t" r="r" b="b"/>
              <a:pathLst>
                <a:path w="71437" h="14287" extrusionOk="0">
                  <a:moveTo>
                    <a:pt x="0" y="7144"/>
                  </a:moveTo>
                  <a:cubicBezTo>
                    <a:pt x="0" y="11049"/>
                    <a:pt x="3239" y="14288"/>
                    <a:pt x="7144" y="14288"/>
                  </a:cubicBezTo>
                  <a:lnTo>
                    <a:pt x="64294" y="14288"/>
                  </a:lnTo>
                  <a:cubicBezTo>
                    <a:pt x="68199" y="14288"/>
                    <a:pt x="71438" y="11049"/>
                    <a:pt x="71438" y="7144"/>
                  </a:cubicBezTo>
                  <a:cubicBezTo>
                    <a:pt x="71438" y="3239"/>
                    <a:pt x="68199" y="0"/>
                    <a:pt x="64294" y="0"/>
                  </a:cubicBezTo>
                  <a:lnTo>
                    <a:pt x="7144" y="0"/>
                  </a:lnTo>
                  <a:cubicBezTo>
                    <a:pt x="3239" y="0"/>
                    <a:pt x="0" y="3239"/>
                    <a:pt x="0" y="71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06" name="Google Shape;3106;p95"/>
            <p:cNvSpPr/>
            <p:nvPr/>
          </p:nvSpPr>
          <p:spPr>
            <a:xfrm>
              <a:off x="6469665" y="2199775"/>
              <a:ext cx="42862" cy="14287"/>
            </a:xfrm>
            <a:custGeom>
              <a:avLst/>
              <a:gdLst/>
              <a:ahLst/>
              <a:cxnLst/>
              <a:rect l="l" t="t" r="r" b="b"/>
              <a:pathLst>
                <a:path w="42862" h="14287" extrusionOk="0">
                  <a:moveTo>
                    <a:pt x="35719" y="0"/>
                  </a:moveTo>
                  <a:lnTo>
                    <a:pt x="7144" y="0"/>
                  </a:lnTo>
                  <a:cubicBezTo>
                    <a:pt x="3239" y="0"/>
                    <a:pt x="0" y="3239"/>
                    <a:pt x="0" y="7144"/>
                  </a:cubicBezTo>
                  <a:cubicBezTo>
                    <a:pt x="0" y="11049"/>
                    <a:pt x="3239" y="14288"/>
                    <a:pt x="7144" y="14288"/>
                  </a:cubicBezTo>
                  <a:lnTo>
                    <a:pt x="35719" y="14288"/>
                  </a:lnTo>
                  <a:cubicBezTo>
                    <a:pt x="39624" y="14288"/>
                    <a:pt x="42862" y="11049"/>
                    <a:pt x="42862" y="7144"/>
                  </a:cubicBezTo>
                  <a:cubicBezTo>
                    <a:pt x="42862" y="3239"/>
                    <a:pt x="39624" y="0"/>
                    <a:pt x="35719"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07" name="Google Shape;3107;p95"/>
            <p:cNvSpPr/>
            <p:nvPr/>
          </p:nvSpPr>
          <p:spPr>
            <a:xfrm>
              <a:off x="6441281" y="2237875"/>
              <a:ext cx="90487" cy="14287"/>
            </a:xfrm>
            <a:custGeom>
              <a:avLst/>
              <a:gdLst/>
              <a:ahLst/>
              <a:cxnLst/>
              <a:rect l="l" t="t" r="r" b="b"/>
              <a:pathLst>
                <a:path w="90487" h="14287" extrusionOk="0">
                  <a:moveTo>
                    <a:pt x="90488" y="7144"/>
                  </a:moveTo>
                  <a:cubicBezTo>
                    <a:pt x="90488" y="3239"/>
                    <a:pt x="87249" y="0"/>
                    <a:pt x="83344" y="0"/>
                  </a:cubicBezTo>
                  <a:lnTo>
                    <a:pt x="7144" y="0"/>
                  </a:lnTo>
                  <a:cubicBezTo>
                    <a:pt x="3239" y="0"/>
                    <a:pt x="0" y="3239"/>
                    <a:pt x="0" y="7144"/>
                  </a:cubicBezTo>
                  <a:cubicBezTo>
                    <a:pt x="0" y="11049"/>
                    <a:pt x="3239" y="14288"/>
                    <a:pt x="7144" y="14288"/>
                  </a:cubicBezTo>
                  <a:lnTo>
                    <a:pt x="83344" y="14288"/>
                  </a:lnTo>
                  <a:cubicBezTo>
                    <a:pt x="87249" y="14288"/>
                    <a:pt x="90488" y="11049"/>
                    <a:pt x="90488" y="71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08" name="Google Shape;3108;p95"/>
            <p:cNvSpPr/>
            <p:nvPr/>
          </p:nvSpPr>
          <p:spPr>
            <a:xfrm>
              <a:off x="6555581" y="2237875"/>
              <a:ext cx="71437" cy="14287"/>
            </a:xfrm>
            <a:custGeom>
              <a:avLst/>
              <a:gdLst/>
              <a:ahLst/>
              <a:cxnLst/>
              <a:rect l="l" t="t" r="r" b="b"/>
              <a:pathLst>
                <a:path w="71437" h="14287" extrusionOk="0">
                  <a:moveTo>
                    <a:pt x="7144" y="14288"/>
                  </a:moveTo>
                  <a:lnTo>
                    <a:pt x="64294" y="14288"/>
                  </a:lnTo>
                  <a:cubicBezTo>
                    <a:pt x="68199" y="14288"/>
                    <a:pt x="71438" y="11049"/>
                    <a:pt x="71438" y="7144"/>
                  </a:cubicBezTo>
                  <a:cubicBezTo>
                    <a:pt x="71438" y="3239"/>
                    <a:pt x="68199" y="0"/>
                    <a:pt x="64294" y="0"/>
                  </a:cubicBezTo>
                  <a:lnTo>
                    <a:pt x="7144" y="0"/>
                  </a:lnTo>
                  <a:cubicBezTo>
                    <a:pt x="3239" y="0"/>
                    <a:pt x="0" y="3239"/>
                    <a:pt x="0" y="7144"/>
                  </a:cubicBezTo>
                  <a:cubicBezTo>
                    <a:pt x="0" y="11049"/>
                    <a:pt x="3239" y="14288"/>
                    <a:pt x="7144" y="142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09" name="Google Shape;3109;p95"/>
            <p:cNvSpPr/>
            <p:nvPr/>
          </p:nvSpPr>
          <p:spPr>
            <a:xfrm>
              <a:off x="6574631" y="2037850"/>
              <a:ext cx="80962" cy="80962"/>
            </a:xfrm>
            <a:custGeom>
              <a:avLst/>
              <a:gdLst/>
              <a:ahLst/>
              <a:cxnLst/>
              <a:rect l="l" t="t" r="r" b="b"/>
              <a:pathLst>
                <a:path w="80962" h="80962" extrusionOk="0">
                  <a:moveTo>
                    <a:pt x="80963" y="7144"/>
                  </a:moveTo>
                  <a:cubicBezTo>
                    <a:pt x="80963" y="3239"/>
                    <a:pt x="77724" y="0"/>
                    <a:pt x="73819" y="0"/>
                  </a:cubicBezTo>
                  <a:lnTo>
                    <a:pt x="7144" y="0"/>
                  </a:lnTo>
                  <a:cubicBezTo>
                    <a:pt x="3239" y="0"/>
                    <a:pt x="0" y="3239"/>
                    <a:pt x="0" y="7144"/>
                  </a:cubicBezTo>
                  <a:lnTo>
                    <a:pt x="0" y="73819"/>
                  </a:lnTo>
                  <a:cubicBezTo>
                    <a:pt x="0" y="77724"/>
                    <a:pt x="3239" y="80962"/>
                    <a:pt x="7144" y="80962"/>
                  </a:cubicBezTo>
                  <a:lnTo>
                    <a:pt x="73819" y="80962"/>
                  </a:lnTo>
                  <a:cubicBezTo>
                    <a:pt x="77724" y="80962"/>
                    <a:pt x="80963" y="77724"/>
                    <a:pt x="80963" y="73819"/>
                  </a:cubicBezTo>
                  <a:lnTo>
                    <a:pt x="80963" y="7144"/>
                  </a:lnTo>
                  <a:close/>
                  <a:moveTo>
                    <a:pt x="66675" y="66675"/>
                  </a:moveTo>
                  <a:lnTo>
                    <a:pt x="14288" y="66675"/>
                  </a:lnTo>
                  <a:lnTo>
                    <a:pt x="14288" y="14288"/>
                  </a:lnTo>
                  <a:lnTo>
                    <a:pt x="66675" y="14288"/>
                  </a:lnTo>
                  <a:lnTo>
                    <a:pt x="66675" y="666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10" name="Google Shape;3110;p95"/>
            <p:cNvSpPr/>
            <p:nvPr/>
          </p:nvSpPr>
          <p:spPr>
            <a:xfrm>
              <a:off x="6679406" y="2037850"/>
              <a:ext cx="80962" cy="80962"/>
            </a:xfrm>
            <a:custGeom>
              <a:avLst/>
              <a:gdLst/>
              <a:ahLst/>
              <a:cxnLst/>
              <a:rect l="l" t="t" r="r" b="b"/>
              <a:pathLst>
                <a:path w="80962" h="80962" extrusionOk="0">
                  <a:moveTo>
                    <a:pt x="80963" y="7144"/>
                  </a:moveTo>
                  <a:cubicBezTo>
                    <a:pt x="80963" y="3239"/>
                    <a:pt x="77724" y="0"/>
                    <a:pt x="73819" y="0"/>
                  </a:cubicBezTo>
                  <a:lnTo>
                    <a:pt x="7144" y="0"/>
                  </a:lnTo>
                  <a:cubicBezTo>
                    <a:pt x="3239" y="0"/>
                    <a:pt x="0" y="3239"/>
                    <a:pt x="0" y="7144"/>
                  </a:cubicBezTo>
                  <a:lnTo>
                    <a:pt x="0" y="73819"/>
                  </a:lnTo>
                  <a:cubicBezTo>
                    <a:pt x="0" y="77724"/>
                    <a:pt x="3239" y="80962"/>
                    <a:pt x="7144" y="80962"/>
                  </a:cubicBezTo>
                  <a:lnTo>
                    <a:pt x="73819" y="80962"/>
                  </a:lnTo>
                  <a:cubicBezTo>
                    <a:pt x="77724" y="80962"/>
                    <a:pt x="80963" y="77724"/>
                    <a:pt x="80963" y="73819"/>
                  </a:cubicBezTo>
                  <a:lnTo>
                    <a:pt x="80963" y="7144"/>
                  </a:lnTo>
                  <a:close/>
                  <a:moveTo>
                    <a:pt x="66675" y="66675"/>
                  </a:moveTo>
                  <a:lnTo>
                    <a:pt x="14288" y="66675"/>
                  </a:lnTo>
                  <a:lnTo>
                    <a:pt x="14288" y="14288"/>
                  </a:lnTo>
                  <a:lnTo>
                    <a:pt x="66675" y="14288"/>
                  </a:lnTo>
                  <a:lnTo>
                    <a:pt x="66675" y="666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11" name="Google Shape;3111;p95"/>
            <p:cNvSpPr/>
            <p:nvPr/>
          </p:nvSpPr>
          <p:spPr>
            <a:xfrm>
              <a:off x="6784181" y="2037850"/>
              <a:ext cx="80962" cy="80962"/>
            </a:xfrm>
            <a:custGeom>
              <a:avLst/>
              <a:gdLst/>
              <a:ahLst/>
              <a:cxnLst/>
              <a:rect l="l" t="t" r="r" b="b"/>
              <a:pathLst>
                <a:path w="80962" h="80962" extrusionOk="0">
                  <a:moveTo>
                    <a:pt x="80963" y="7144"/>
                  </a:moveTo>
                  <a:cubicBezTo>
                    <a:pt x="80963" y="3239"/>
                    <a:pt x="77724" y="0"/>
                    <a:pt x="73819" y="0"/>
                  </a:cubicBezTo>
                  <a:lnTo>
                    <a:pt x="7144" y="0"/>
                  </a:lnTo>
                  <a:cubicBezTo>
                    <a:pt x="3239" y="0"/>
                    <a:pt x="0" y="3239"/>
                    <a:pt x="0" y="7144"/>
                  </a:cubicBezTo>
                  <a:lnTo>
                    <a:pt x="0" y="73819"/>
                  </a:lnTo>
                  <a:cubicBezTo>
                    <a:pt x="0" y="77724"/>
                    <a:pt x="3239" y="80962"/>
                    <a:pt x="7144" y="80962"/>
                  </a:cubicBezTo>
                  <a:lnTo>
                    <a:pt x="73819" y="80962"/>
                  </a:lnTo>
                  <a:cubicBezTo>
                    <a:pt x="77724" y="80962"/>
                    <a:pt x="80963" y="77724"/>
                    <a:pt x="80963" y="73819"/>
                  </a:cubicBezTo>
                  <a:lnTo>
                    <a:pt x="80963" y="7144"/>
                  </a:lnTo>
                  <a:close/>
                  <a:moveTo>
                    <a:pt x="66675" y="66675"/>
                  </a:moveTo>
                  <a:lnTo>
                    <a:pt x="14288" y="66675"/>
                  </a:lnTo>
                  <a:lnTo>
                    <a:pt x="14288" y="14288"/>
                  </a:lnTo>
                  <a:lnTo>
                    <a:pt x="66675" y="14288"/>
                  </a:lnTo>
                  <a:lnTo>
                    <a:pt x="66675" y="666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12" name="Google Shape;3112;p95"/>
            <p:cNvSpPr/>
            <p:nvPr/>
          </p:nvSpPr>
          <p:spPr>
            <a:xfrm>
              <a:off x="6679406" y="2142625"/>
              <a:ext cx="80962" cy="80962"/>
            </a:xfrm>
            <a:custGeom>
              <a:avLst/>
              <a:gdLst/>
              <a:ahLst/>
              <a:cxnLst/>
              <a:rect l="l" t="t" r="r" b="b"/>
              <a:pathLst>
                <a:path w="80962" h="80962" extrusionOk="0">
                  <a:moveTo>
                    <a:pt x="73819" y="0"/>
                  </a:moveTo>
                  <a:lnTo>
                    <a:pt x="7144" y="0"/>
                  </a:lnTo>
                  <a:cubicBezTo>
                    <a:pt x="3239" y="0"/>
                    <a:pt x="0" y="3239"/>
                    <a:pt x="0" y="7144"/>
                  </a:cubicBezTo>
                  <a:lnTo>
                    <a:pt x="0" y="73819"/>
                  </a:lnTo>
                  <a:cubicBezTo>
                    <a:pt x="0" y="77724"/>
                    <a:pt x="3239" y="80963"/>
                    <a:pt x="7144" y="80963"/>
                  </a:cubicBezTo>
                  <a:lnTo>
                    <a:pt x="73819" y="80963"/>
                  </a:lnTo>
                  <a:cubicBezTo>
                    <a:pt x="77724" y="80963"/>
                    <a:pt x="80963" y="77724"/>
                    <a:pt x="80963" y="73819"/>
                  </a:cubicBezTo>
                  <a:lnTo>
                    <a:pt x="80963" y="7144"/>
                  </a:lnTo>
                  <a:cubicBezTo>
                    <a:pt x="80963" y="3239"/>
                    <a:pt x="77724" y="0"/>
                    <a:pt x="73819" y="0"/>
                  </a:cubicBezTo>
                  <a:close/>
                  <a:moveTo>
                    <a:pt x="66675" y="66675"/>
                  </a:moveTo>
                  <a:lnTo>
                    <a:pt x="14288" y="66675"/>
                  </a:lnTo>
                  <a:lnTo>
                    <a:pt x="14288" y="14288"/>
                  </a:lnTo>
                  <a:lnTo>
                    <a:pt x="66675" y="14288"/>
                  </a:lnTo>
                  <a:lnTo>
                    <a:pt x="66675" y="666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13" name="Google Shape;3113;p95"/>
            <p:cNvSpPr/>
            <p:nvPr/>
          </p:nvSpPr>
          <p:spPr>
            <a:xfrm>
              <a:off x="6512718" y="1975842"/>
              <a:ext cx="414337" cy="229742"/>
            </a:xfrm>
            <a:custGeom>
              <a:avLst/>
              <a:gdLst/>
              <a:ahLst/>
              <a:cxnLst/>
              <a:rect l="l" t="t" r="r" b="b"/>
              <a:pathLst>
                <a:path w="414337" h="229742" extrusionOk="0">
                  <a:moveTo>
                    <a:pt x="23813" y="31433"/>
                  </a:moveTo>
                  <a:cubicBezTo>
                    <a:pt x="23813" y="27241"/>
                    <a:pt x="27241" y="23813"/>
                    <a:pt x="31433" y="23813"/>
                  </a:cubicBezTo>
                  <a:lnTo>
                    <a:pt x="382905" y="23813"/>
                  </a:lnTo>
                  <a:cubicBezTo>
                    <a:pt x="387096" y="23813"/>
                    <a:pt x="390525" y="27241"/>
                    <a:pt x="390525" y="31433"/>
                  </a:cubicBezTo>
                  <a:lnTo>
                    <a:pt x="390525" y="219361"/>
                  </a:lnTo>
                  <a:cubicBezTo>
                    <a:pt x="398812" y="222123"/>
                    <a:pt x="406813" y="225552"/>
                    <a:pt x="414338" y="229743"/>
                  </a:cubicBezTo>
                  <a:lnTo>
                    <a:pt x="414338" y="31433"/>
                  </a:lnTo>
                  <a:cubicBezTo>
                    <a:pt x="414338" y="14097"/>
                    <a:pt x="400241" y="0"/>
                    <a:pt x="382905" y="0"/>
                  </a:cubicBezTo>
                  <a:lnTo>
                    <a:pt x="31433" y="0"/>
                  </a:lnTo>
                  <a:cubicBezTo>
                    <a:pt x="14097" y="0"/>
                    <a:pt x="0" y="14097"/>
                    <a:pt x="0" y="31433"/>
                  </a:cubicBezTo>
                  <a:lnTo>
                    <a:pt x="0" y="145256"/>
                  </a:lnTo>
                  <a:lnTo>
                    <a:pt x="23813" y="145256"/>
                  </a:lnTo>
                  <a:lnTo>
                    <a:pt x="23813" y="3143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14" name="Google Shape;3114;p95"/>
            <p:cNvSpPr/>
            <p:nvPr/>
          </p:nvSpPr>
          <p:spPr>
            <a:xfrm>
              <a:off x="6512718" y="2292644"/>
              <a:ext cx="215360" cy="97631"/>
            </a:xfrm>
            <a:custGeom>
              <a:avLst/>
              <a:gdLst/>
              <a:ahLst/>
              <a:cxnLst/>
              <a:rect l="l" t="t" r="r" b="b"/>
              <a:pathLst>
                <a:path w="215360" h="97631" extrusionOk="0">
                  <a:moveTo>
                    <a:pt x="31433" y="73819"/>
                  </a:moveTo>
                  <a:cubicBezTo>
                    <a:pt x="27241" y="73819"/>
                    <a:pt x="23813" y="70390"/>
                    <a:pt x="23813" y="66199"/>
                  </a:cubicBezTo>
                  <a:lnTo>
                    <a:pt x="23813" y="0"/>
                  </a:lnTo>
                  <a:lnTo>
                    <a:pt x="0" y="0"/>
                  </a:lnTo>
                  <a:lnTo>
                    <a:pt x="0" y="66199"/>
                  </a:lnTo>
                  <a:cubicBezTo>
                    <a:pt x="0" y="83534"/>
                    <a:pt x="14097" y="97631"/>
                    <a:pt x="31433" y="97631"/>
                  </a:cubicBezTo>
                  <a:lnTo>
                    <a:pt x="215360" y="97631"/>
                  </a:lnTo>
                  <a:cubicBezTo>
                    <a:pt x="211836" y="90011"/>
                    <a:pt x="209074" y="82105"/>
                    <a:pt x="206883" y="73819"/>
                  </a:cubicBezTo>
                  <a:lnTo>
                    <a:pt x="31433" y="7381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15" name="Google Shape;3115;p95"/>
            <p:cNvSpPr/>
            <p:nvPr/>
          </p:nvSpPr>
          <p:spPr>
            <a:xfrm>
              <a:off x="6750843" y="2223588"/>
              <a:ext cx="214312" cy="214312"/>
            </a:xfrm>
            <a:custGeom>
              <a:avLst/>
              <a:gdLst/>
              <a:ahLst/>
              <a:cxnLst/>
              <a:rect l="l" t="t" r="r" b="b"/>
              <a:pathLst>
                <a:path w="214312" h="214312" extrusionOk="0">
                  <a:moveTo>
                    <a:pt x="107156" y="0"/>
                  </a:moveTo>
                  <a:cubicBezTo>
                    <a:pt x="48101" y="0"/>
                    <a:pt x="0" y="48101"/>
                    <a:pt x="0" y="107156"/>
                  </a:cubicBezTo>
                  <a:cubicBezTo>
                    <a:pt x="0" y="166211"/>
                    <a:pt x="48101" y="214313"/>
                    <a:pt x="107156" y="214313"/>
                  </a:cubicBezTo>
                  <a:cubicBezTo>
                    <a:pt x="166211" y="214313"/>
                    <a:pt x="214313" y="166211"/>
                    <a:pt x="214313" y="107156"/>
                  </a:cubicBezTo>
                  <a:cubicBezTo>
                    <a:pt x="214313" y="48101"/>
                    <a:pt x="166211" y="0"/>
                    <a:pt x="107156" y="0"/>
                  </a:cubicBezTo>
                  <a:close/>
                  <a:moveTo>
                    <a:pt x="107156" y="190500"/>
                  </a:moveTo>
                  <a:cubicBezTo>
                    <a:pt x="61150" y="190500"/>
                    <a:pt x="23813" y="153162"/>
                    <a:pt x="23813" y="107156"/>
                  </a:cubicBezTo>
                  <a:cubicBezTo>
                    <a:pt x="23813" y="61150"/>
                    <a:pt x="61150" y="23813"/>
                    <a:pt x="107156" y="23813"/>
                  </a:cubicBezTo>
                  <a:cubicBezTo>
                    <a:pt x="153162" y="23813"/>
                    <a:pt x="190500" y="61150"/>
                    <a:pt x="190500" y="107156"/>
                  </a:cubicBezTo>
                  <a:cubicBezTo>
                    <a:pt x="190500" y="153162"/>
                    <a:pt x="153162" y="190500"/>
                    <a:pt x="107156" y="19050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16" name="Google Shape;3116;p95"/>
            <p:cNvSpPr/>
            <p:nvPr/>
          </p:nvSpPr>
          <p:spPr>
            <a:xfrm>
              <a:off x="6820532" y="2273571"/>
              <a:ext cx="75601" cy="114249"/>
            </a:xfrm>
            <a:custGeom>
              <a:avLst/>
              <a:gdLst/>
              <a:ahLst/>
              <a:cxnLst/>
              <a:rect l="l" t="t" r="r" b="b"/>
              <a:pathLst>
                <a:path w="75601" h="114249" extrusionOk="0">
                  <a:moveTo>
                    <a:pt x="66518" y="48981"/>
                  </a:moveTo>
                  <a:lnTo>
                    <a:pt x="45373" y="48981"/>
                  </a:lnTo>
                  <a:lnTo>
                    <a:pt x="45373" y="9833"/>
                  </a:lnTo>
                  <a:cubicBezTo>
                    <a:pt x="45373" y="23"/>
                    <a:pt x="33562" y="-3692"/>
                    <a:pt x="28704" y="4499"/>
                  </a:cubicBezTo>
                  <a:lnTo>
                    <a:pt x="1463" y="50219"/>
                  </a:lnTo>
                  <a:cubicBezTo>
                    <a:pt x="-2443" y="56696"/>
                    <a:pt x="1939" y="65269"/>
                    <a:pt x="9083" y="65269"/>
                  </a:cubicBezTo>
                  <a:lnTo>
                    <a:pt x="30228" y="65269"/>
                  </a:lnTo>
                  <a:lnTo>
                    <a:pt x="30228" y="104417"/>
                  </a:lnTo>
                  <a:cubicBezTo>
                    <a:pt x="30228" y="114227"/>
                    <a:pt x="42039" y="117942"/>
                    <a:pt x="46897" y="109751"/>
                  </a:cubicBezTo>
                  <a:lnTo>
                    <a:pt x="74138" y="64031"/>
                  </a:lnTo>
                  <a:cubicBezTo>
                    <a:pt x="78044" y="57554"/>
                    <a:pt x="73662" y="48981"/>
                    <a:pt x="66518" y="4898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17" name="Google Shape;3117;p95"/>
            <p:cNvSpPr/>
            <p:nvPr/>
          </p:nvSpPr>
          <p:spPr>
            <a:xfrm>
              <a:off x="6574631" y="2292644"/>
              <a:ext cx="80962" cy="35718"/>
            </a:xfrm>
            <a:custGeom>
              <a:avLst/>
              <a:gdLst/>
              <a:ahLst/>
              <a:cxnLst/>
              <a:rect l="l" t="t" r="r" b="b"/>
              <a:pathLst>
                <a:path w="80962" h="35718" extrusionOk="0">
                  <a:moveTo>
                    <a:pt x="7144" y="35719"/>
                  </a:moveTo>
                  <a:lnTo>
                    <a:pt x="73819" y="35719"/>
                  </a:lnTo>
                  <a:cubicBezTo>
                    <a:pt x="77724" y="35719"/>
                    <a:pt x="80963" y="32480"/>
                    <a:pt x="80963" y="28575"/>
                  </a:cubicBezTo>
                  <a:lnTo>
                    <a:pt x="80963" y="0"/>
                  </a:lnTo>
                  <a:lnTo>
                    <a:pt x="66675" y="0"/>
                  </a:lnTo>
                  <a:lnTo>
                    <a:pt x="66675" y="21431"/>
                  </a:lnTo>
                  <a:lnTo>
                    <a:pt x="14288" y="21431"/>
                  </a:lnTo>
                  <a:lnTo>
                    <a:pt x="14288" y="0"/>
                  </a:lnTo>
                  <a:lnTo>
                    <a:pt x="0" y="0"/>
                  </a:lnTo>
                  <a:lnTo>
                    <a:pt x="0" y="28575"/>
                  </a:lnTo>
                  <a:cubicBezTo>
                    <a:pt x="0" y="32480"/>
                    <a:pt x="3239" y="35719"/>
                    <a:pt x="7144" y="357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18" name="Google Shape;3118;p95"/>
            <p:cNvSpPr/>
            <p:nvPr/>
          </p:nvSpPr>
          <p:spPr>
            <a:xfrm>
              <a:off x="6679406" y="2247400"/>
              <a:ext cx="62674" cy="80962"/>
            </a:xfrm>
            <a:custGeom>
              <a:avLst/>
              <a:gdLst/>
              <a:ahLst/>
              <a:cxnLst/>
              <a:rect l="l" t="t" r="r" b="b"/>
              <a:pathLst>
                <a:path w="62674" h="80962" extrusionOk="0">
                  <a:moveTo>
                    <a:pt x="0" y="7144"/>
                  </a:moveTo>
                  <a:lnTo>
                    <a:pt x="0" y="73819"/>
                  </a:lnTo>
                  <a:cubicBezTo>
                    <a:pt x="0" y="77724"/>
                    <a:pt x="3239" y="80963"/>
                    <a:pt x="7144" y="80963"/>
                  </a:cubicBezTo>
                  <a:lnTo>
                    <a:pt x="35719" y="80963"/>
                  </a:lnTo>
                  <a:cubicBezTo>
                    <a:pt x="35719" y="76105"/>
                    <a:pt x="36100" y="71342"/>
                    <a:pt x="36671" y="66675"/>
                  </a:cubicBezTo>
                  <a:lnTo>
                    <a:pt x="14383" y="66675"/>
                  </a:lnTo>
                  <a:lnTo>
                    <a:pt x="14383" y="14288"/>
                  </a:lnTo>
                  <a:lnTo>
                    <a:pt x="53530" y="14288"/>
                  </a:lnTo>
                  <a:cubicBezTo>
                    <a:pt x="56293" y="9334"/>
                    <a:pt x="59436" y="4572"/>
                    <a:pt x="62675" y="0"/>
                  </a:cubicBezTo>
                  <a:lnTo>
                    <a:pt x="7239" y="0"/>
                  </a:lnTo>
                  <a:cubicBezTo>
                    <a:pt x="3334" y="0"/>
                    <a:pt x="95" y="3239"/>
                    <a:pt x="95" y="71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19" name="Google Shape;3119;p95"/>
            <p:cNvSpPr/>
            <p:nvPr/>
          </p:nvSpPr>
          <p:spPr>
            <a:xfrm>
              <a:off x="6784181" y="2142625"/>
              <a:ext cx="80962" cy="65913"/>
            </a:xfrm>
            <a:custGeom>
              <a:avLst/>
              <a:gdLst/>
              <a:ahLst/>
              <a:cxnLst/>
              <a:rect l="l" t="t" r="r" b="b"/>
              <a:pathLst>
                <a:path w="80962" h="65913" extrusionOk="0">
                  <a:moveTo>
                    <a:pt x="73819" y="45244"/>
                  </a:moveTo>
                  <a:cubicBezTo>
                    <a:pt x="76200" y="45244"/>
                    <a:pt x="78581" y="45530"/>
                    <a:pt x="80963" y="45625"/>
                  </a:cubicBezTo>
                  <a:lnTo>
                    <a:pt x="80963" y="7144"/>
                  </a:lnTo>
                  <a:cubicBezTo>
                    <a:pt x="80963" y="3239"/>
                    <a:pt x="77724" y="0"/>
                    <a:pt x="73819" y="0"/>
                  </a:cubicBezTo>
                  <a:lnTo>
                    <a:pt x="7144" y="0"/>
                  </a:lnTo>
                  <a:cubicBezTo>
                    <a:pt x="3239" y="0"/>
                    <a:pt x="0" y="3239"/>
                    <a:pt x="0" y="7144"/>
                  </a:cubicBezTo>
                  <a:lnTo>
                    <a:pt x="0" y="65913"/>
                  </a:lnTo>
                  <a:cubicBezTo>
                    <a:pt x="4572" y="63151"/>
                    <a:pt x="9334" y="60579"/>
                    <a:pt x="14288" y="58293"/>
                  </a:cubicBezTo>
                  <a:lnTo>
                    <a:pt x="14288" y="14288"/>
                  </a:lnTo>
                  <a:lnTo>
                    <a:pt x="66675" y="14288"/>
                  </a:lnTo>
                  <a:lnTo>
                    <a:pt x="66675" y="45625"/>
                  </a:lnTo>
                  <a:cubicBezTo>
                    <a:pt x="69056" y="45530"/>
                    <a:pt x="71438" y="45244"/>
                    <a:pt x="73819" y="452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120" name="Google Shape;3120;p95"/>
          <p:cNvGrpSpPr/>
          <p:nvPr/>
        </p:nvGrpSpPr>
        <p:grpSpPr>
          <a:xfrm>
            <a:off x="5997032" y="1801186"/>
            <a:ext cx="295054" cy="225617"/>
            <a:chOff x="4366643" y="3596798"/>
            <a:chExt cx="524540" cy="401097"/>
          </a:xfrm>
        </p:grpSpPr>
        <p:grpSp>
          <p:nvGrpSpPr>
            <p:cNvPr id="3121" name="Google Shape;3121;p95"/>
            <p:cNvGrpSpPr/>
            <p:nvPr/>
          </p:nvGrpSpPr>
          <p:grpSpPr>
            <a:xfrm>
              <a:off x="4366643" y="3603847"/>
              <a:ext cx="524540" cy="246030"/>
              <a:chOff x="4366643" y="3603847"/>
              <a:chExt cx="524540" cy="246030"/>
            </a:xfrm>
          </p:grpSpPr>
          <p:sp>
            <p:nvSpPr>
              <p:cNvPr id="3122" name="Google Shape;3122;p95"/>
              <p:cNvSpPr/>
              <p:nvPr/>
            </p:nvSpPr>
            <p:spPr>
              <a:xfrm>
                <a:off x="4366643" y="3603847"/>
                <a:ext cx="186451" cy="245840"/>
              </a:xfrm>
              <a:custGeom>
                <a:avLst/>
                <a:gdLst/>
                <a:ahLst/>
                <a:cxnLst/>
                <a:rect l="l" t="t" r="r" b="b"/>
                <a:pathLst>
                  <a:path w="186451" h="245840" extrusionOk="0">
                    <a:moveTo>
                      <a:pt x="178784" y="11525"/>
                    </a:moveTo>
                    <a:cubicBezTo>
                      <a:pt x="159449" y="4096"/>
                      <a:pt x="134017" y="0"/>
                      <a:pt x="107156" y="0"/>
                    </a:cubicBezTo>
                    <a:cubicBezTo>
                      <a:pt x="53912" y="0"/>
                      <a:pt x="0" y="16669"/>
                      <a:pt x="0" y="48482"/>
                    </a:cubicBezTo>
                    <a:lnTo>
                      <a:pt x="0" y="197358"/>
                    </a:lnTo>
                    <a:cubicBezTo>
                      <a:pt x="0" y="229172"/>
                      <a:pt x="53912" y="245840"/>
                      <a:pt x="107156" y="245840"/>
                    </a:cubicBezTo>
                    <a:cubicBezTo>
                      <a:pt x="113728" y="245840"/>
                      <a:pt x="119063" y="240506"/>
                      <a:pt x="119063" y="233934"/>
                    </a:cubicBezTo>
                    <a:cubicBezTo>
                      <a:pt x="119063" y="227362"/>
                      <a:pt x="113728" y="222028"/>
                      <a:pt x="107156" y="222028"/>
                    </a:cubicBezTo>
                    <a:cubicBezTo>
                      <a:pt x="52197" y="222028"/>
                      <a:pt x="23813" y="204692"/>
                      <a:pt x="23813" y="197358"/>
                    </a:cubicBezTo>
                    <a:lnTo>
                      <a:pt x="23813" y="179165"/>
                    </a:lnTo>
                    <a:cubicBezTo>
                      <a:pt x="44482" y="190310"/>
                      <a:pt x="75914" y="196120"/>
                      <a:pt x="107156" y="196120"/>
                    </a:cubicBezTo>
                    <a:cubicBezTo>
                      <a:pt x="113728" y="196120"/>
                      <a:pt x="119063" y="190786"/>
                      <a:pt x="119063" y="184214"/>
                    </a:cubicBezTo>
                    <a:cubicBezTo>
                      <a:pt x="119063" y="177641"/>
                      <a:pt x="113728" y="172307"/>
                      <a:pt x="107156" y="172307"/>
                    </a:cubicBezTo>
                    <a:cubicBezTo>
                      <a:pt x="52197" y="172307"/>
                      <a:pt x="23813" y="154972"/>
                      <a:pt x="23813" y="147638"/>
                    </a:cubicBezTo>
                    <a:lnTo>
                      <a:pt x="23813" y="129635"/>
                    </a:lnTo>
                    <a:cubicBezTo>
                      <a:pt x="44482" y="140780"/>
                      <a:pt x="75914" y="146590"/>
                      <a:pt x="107156" y="146590"/>
                    </a:cubicBezTo>
                    <a:cubicBezTo>
                      <a:pt x="113728" y="146590"/>
                      <a:pt x="119063" y="141256"/>
                      <a:pt x="119063" y="134684"/>
                    </a:cubicBezTo>
                    <a:cubicBezTo>
                      <a:pt x="119063" y="128111"/>
                      <a:pt x="113728" y="122777"/>
                      <a:pt x="107156" y="122777"/>
                    </a:cubicBezTo>
                    <a:cubicBezTo>
                      <a:pt x="52197" y="122777"/>
                      <a:pt x="23813" y="105442"/>
                      <a:pt x="23813" y="98108"/>
                    </a:cubicBezTo>
                    <a:lnTo>
                      <a:pt x="23813" y="79915"/>
                    </a:lnTo>
                    <a:cubicBezTo>
                      <a:pt x="44482" y="91059"/>
                      <a:pt x="75914" y="96869"/>
                      <a:pt x="107156" y="96869"/>
                    </a:cubicBezTo>
                    <a:cubicBezTo>
                      <a:pt x="113728" y="96869"/>
                      <a:pt x="119063" y="91535"/>
                      <a:pt x="119063" y="84963"/>
                    </a:cubicBezTo>
                    <a:cubicBezTo>
                      <a:pt x="119063" y="78391"/>
                      <a:pt x="113728" y="73057"/>
                      <a:pt x="107156" y="73057"/>
                    </a:cubicBezTo>
                    <a:cubicBezTo>
                      <a:pt x="52197" y="73057"/>
                      <a:pt x="23813" y="55721"/>
                      <a:pt x="23813" y="48387"/>
                    </a:cubicBezTo>
                    <a:cubicBezTo>
                      <a:pt x="23813" y="41053"/>
                      <a:pt x="52197" y="23717"/>
                      <a:pt x="107156" y="23717"/>
                    </a:cubicBezTo>
                    <a:cubicBezTo>
                      <a:pt x="131159" y="23717"/>
                      <a:pt x="153543" y="27242"/>
                      <a:pt x="170212" y="33623"/>
                    </a:cubicBezTo>
                    <a:cubicBezTo>
                      <a:pt x="176308" y="36005"/>
                      <a:pt x="183261" y="32957"/>
                      <a:pt x="185642" y="26765"/>
                    </a:cubicBezTo>
                    <a:cubicBezTo>
                      <a:pt x="188024" y="20669"/>
                      <a:pt x="184976" y="13716"/>
                      <a:pt x="178784" y="1133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23" name="Google Shape;3123;p95"/>
              <p:cNvSpPr/>
              <p:nvPr/>
            </p:nvSpPr>
            <p:spPr>
              <a:xfrm>
                <a:off x="4423955" y="3631946"/>
                <a:ext cx="43271" cy="15049"/>
              </a:xfrm>
              <a:custGeom>
                <a:avLst/>
                <a:gdLst/>
                <a:ahLst/>
                <a:cxnLst/>
                <a:rect l="l" t="t" r="r" b="b"/>
                <a:pathLst>
                  <a:path w="43271" h="15049" extrusionOk="0">
                    <a:moveTo>
                      <a:pt x="31175" y="14669"/>
                    </a:moveTo>
                    <a:cubicBezTo>
                      <a:pt x="32699" y="14954"/>
                      <a:pt x="34223" y="15049"/>
                      <a:pt x="35842" y="15049"/>
                    </a:cubicBezTo>
                    <a:cubicBezTo>
                      <a:pt x="39938" y="14954"/>
                      <a:pt x="43272" y="13907"/>
                      <a:pt x="43272" y="12478"/>
                    </a:cubicBezTo>
                    <a:lnTo>
                      <a:pt x="43272" y="2572"/>
                    </a:lnTo>
                    <a:cubicBezTo>
                      <a:pt x="43272" y="1143"/>
                      <a:pt x="39652" y="0"/>
                      <a:pt x="35271" y="0"/>
                    </a:cubicBezTo>
                    <a:cubicBezTo>
                      <a:pt x="30889" y="0"/>
                      <a:pt x="27270" y="1143"/>
                      <a:pt x="27270" y="2572"/>
                    </a:cubicBezTo>
                    <a:lnTo>
                      <a:pt x="27270" y="8096"/>
                    </a:lnTo>
                    <a:lnTo>
                      <a:pt x="12030" y="5334"/>
                    </a:lnTo>
                    <a:cubicBezTo>
                      <a:pt x="8220" y="4667"/>
                      <a:pt x="3267" y="5048"/>
                      <a:pt x="1076" y="6286"/>
                    </a:cubicBezTo>
                    <a:cubicBezTo>
                      <a:pt x="-1115" y="7525"/>
                      <a:pt x="124" y="9049"/>
                      <a:pt x="4029" y="9811"/>
                    </a:cubicBezTo>
                    <a:lnTo>
                      <a:pt x="31270" y="1476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24" name="Google Shape;3124;p95"/>
              <p:cNvSpPr/>
              <p:nvPr/>
            </p:nvSpPr>
            <p:spPr>
              <a:xfrm>
                <a:off x="4480371" y="3631946"/>
                <a:ext cx="30384" cy="14954"/>
              </a:xfrm>
              <a:custGeom>
                <a:avLst/>
                <a:gdLst/>
                <a:ahLst/>
                <a:cxnLst/>
                <a:rect l="l" t="t" r="r" b="b"/>
                <a:pathLst>
                  <a:path w="30384" h="14954" extrusionOk="0">
                    <a:moveTo>
                      <a:pt x="16002" y="2572"/>
                    </a:moveTo>
                    <a:cubicBezTo>
                      <a:pt x="16002" y="1143"/>
                      <a:pt x="12383" y="0"/>
                      <a:pt x="8001" y="0"/>
                    </a:cubicBezTo>
                    <a:cubicBezTo>
                      <a:pt x="3620" y="0"/>
                      <a:pt x="0" y="1143"/>
                      <a:pt x="0" y="2572"/>
                    </a:cubicBezTo>
                    <a:lnTo>
                      <a:pt x="0" y="12478"/>
                    </a:lnTo>
                    <a:cubicBezTo>
                      <a:pt x="0" y="13811"/>
                      <a:pt x="3239" y="14859"/>
                      <a:pt x="7430" y="14954"/>
                    </a:cubicBezTo>
                    <a:cubicBezTo>
                      <a:pt x="8954" y="14954"/>
                      <a:pt x="10668" y="14954"/>
                      <a:pt x="12097" y="14573"/>
                    </a:cubicBezTo>
                    <a:lnTo>
                      <a:pt x="14859" y="14097"/>
                    </a:lnTo>
                    <a:cubicBezTo>
                      <a:pt x="19431" y="11049"/>
                      <a:pt x="24575" y="8096"/>
                      <a:pt x="30385" y="5429"/>
                    </a:cubicBezTo>
                    <a:lnTo>
                      <a:pt x="16097" y="8001"/>
                    </a:lnTo>
                    <a:lnTo>
                      <a:pt x="16097" y="247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25" name="Google Shape;3125;p95"/>
              <p:cNvSpPr/>
              <p:nvPr/>
            </p:nvSpPr>
            <p:spPr>
              <a:xfrm>
                <a:off x="4423880" y="3657758"/>
                <a:ext cx="43346" cy="15049"/>
              </a:xfrm>
              <a:custGeom>
                <a:avLst/>
                <a:gdLst/>
                <a:ahLst/>
                <a:cxnLst/>
                <a:rect l="l" t="t" r="r" b="b"/>
                <a:pathLst>
                  <a:path w="43346" h="15049" extrusionOk="0">
                    <a:moveTo>
                      <a:pt x="35345" y="15049"/>
                    </a:moveTo>
                    <a:cubicBezTo>
                      <a:pt x="39822" y="15049"/>
                      <a:pt x="43346" y="13906"/>
                      <a:pt x="43346" y="12478"/>
                    </a:cubicBezTo>
                    <a:lnTo>
                      <a:pt x="43346" y="2572"/>
                    </a:lnTo>
                    <a:cubicBezTo>
                      <a:pt x="43346" y="1238"/>
                      <a:pt x="40012" y="191"/>
                      <a:pt x="35917" y="0"/>
                    </a:cubicBezTo>
                    <a:cubicBezTo>
                      <a:pt x="34297" y="0"/>
                      <a:pt x="32678" y="0"/>
                      <a:pt x="31249" y="381"/>
                    </a:cubicBezTo>
                    <a:lnTo>
                      <a:pt x="4008" y="5334"/>
                    </a:lnTo>
                    <a:cubicBezTo>
                      <a:pt x="198" y="6001"/>
                      <a:pt x="-1136" y="7620"/>
                      <a:pt x="1055" y="8763"/>
                    </a:cubicBezTo>
                    <a:cubicBezTo>
                      <a:pt x="3246" y="10001"/>
                      <a:pt x="8199" y="10382"/>
                      <a:pt x="12009" y="9716"/>
                    </a:cubicBezTo>
                    <a:lnTo>
                      <a:pt x="27249" y="6953"/>
                    </a:lnTo>
                    <a:lnTo>
                      <a:pt x="27249" y="12478"/>
                    </a:lnTo>
                    <a:cubicBezTo>
                      <a:pt x="27249" y="13906"/>
                      <a:pt x="30868" y="15049"/>
                      <a:pt x="35250" y="1504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26" name="Google Shape;3126;p95"/>
              <p:cNvSpPr/>
              <p:nvPr/>
            </p:nvSpPr>
            <p:spPr>
              <a:xfrm>
                <a:off x="4409477" y="3644956"/>
                <a:ext cx="43271" cy="14936"/>
              </a:xfrm>
              <a:custGeom>
                <a:avLst/>
                <a:gdLst/>
                <a:ahLst/>
                <a:cxnLst/>
                <a:rect l="l" t="t" r="r" b="b"/>
                <a:pathLst>
                  <a:path w="43271" h="14936" extrusionOk="0">
                    <a:moveTo>
                      <a:pt x="1076" y="13660"/>
                    </a:moveTo>
                    <a:cubicBezTo>
                      <a:pt x="3267" y="14898"/>
                      <a:pt x="8220" y="15279"/>
                      <a:pt x="12030" y="14612"/>
                    </a:cubicBezTo>
                    <a:lnTo>
                      <a:pt x="39271" y="9659"/>
                    </a:lnTo>
                    <a:cubicBezTo>
                      <a:pt x="41081" y="9373"/>
                      <a:pt x="42319" y="8802"/>
                      <a:pt x="42891" y="8230"/>
                    </a:cubicBezTo>
                    <a:cubicBezTo>
                      <a:pt x="43177" y="7945"/>
                      <a:pt x="43272" y="7659"/>
                      <a:pt x="43272" y="7373"/>
                    </a:cubicBezTo>
                    <a:cubicBezTo>
                      <a:pt x="43272" y="7183"/>
                      <a:pt x="43177" y="6992"/>
                      <a:pt x="42986" y="6802"/>
                    </a:cubicBezTo>
                    <a:cubicBezTo>
                      <a:pt x="42415" y="6230"/>
                      <a:pt x="41176" y="5659"/>
                      <a:pt x="39271" y="5278"/>
                    </a:cubicBezTo>
                    <a:lnTo>
                      <a:pt x="12030" y="325"/>
                    </a:lnTo>
                    <a:cubicBezTo>
                      <a:pt x="8220" y="-342"/>
                      <a:pt x="3267" y="39"/>
                      <a:pt x="1076" y="1277"/>
                    </a:cubicBezTo>
                    <a:cubicBezTo>
                      <a:pt x="-1115" y="2515"/>
                      <a:pt x="123" y="4039"/>
                      <a:pt x="4029" y="4706"/>
                    </a:cubicBezTo>
                    <a:lnTo>
                      <a:pt x="19269" y="7468"/>
                    </a:lnTo>
                    <a:lnTo>
                      <a:pt x="4029" y="10231"/>
                    </a:lnTo>
                    <a:cubicBezTo>
                      <a:pt x="219" y="10897"/>
                      <a:pt x="-1115" y="12517"/>
                      <a:pt x="1076" y="1366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27" name="Google Shape;3127;p95"/>
              <p:cNvSpPr/>
              <p:nvPr/>
            </p:nvSpPr>
            <p:spPr>
              <a:xfrm>
                <a:off x="4458844" y="3647662"/>
                <a:ext cx="29432" cy="9429"/>
              </a:xfrm>
              <a:custGeom>
                <a:avLst/>
                <a:gdLst/>
                <a:ahLst/>
                <a:cxnLst/>
                <a:rect l="l" t="t" r="r" b="b"/>
                <a:pathLst>
                  <a:path w="29432" h="9429" extrusionOk="0">
                    <a:moveTo>
                      <a:pt x="13335" y="9430"/>
                    </a:moveTo>
                    <a:lnTo>
                      <a:pt x="16669" y="9430"/>
                    </a:lnTo>
                    <a:cubicBezTo>
                      <a:pt x="16669" y="9430"/>
                      <a:pt x="17812" y="9430"/>
                      <a:pt x="18098" y="9239"/>
                    </a:cubicBezTo>
                    <a:lnTo>
                      <a:pt x="26289" y="6667"/>
                    </a:lnTo>
                    <a:cubicBezTo>
                      <a:pt x="27241" y="5715"/>
                      <a:pt x="28289" y="4667"/>
                      <a:pt x="29432" y="3715"/>
                    </a:cubicBezTo>
                    <a:cubicBezTo>
                      <a:pt x="29432" y="3715"/>
                      <a:pt x="29432" y="3715"/>
                      <a:pt x="29432" y="3715"/>
                    </a:cubicBezTo>
                    <a:lnTo>
                      <a:pt x="18098" y="190"/>
                    </a:lnTo>
                    <a:cubicBezTo>
                      <a:pt x="18098" y="190"/>
                      <a:pt x="17145" y="0"/>
                      <a:pt x="16669" y="0"/>
                    </a:cubicBezTo>
                    <a:lnTo>
                      <a:pt x="13335" y="0"/>
                    </a:lnTo>
                    <a:cubicBezTo>
                      <a:pt x="13335" y="0"/>
                      <a:pt x="12192" y="0"/>
                      <a:pt x="11906" y="190"/>
                    </a:cubicBezTo>
                    <a:lnTo>
                      <a:pt x="572" y="3715"/>
                    </a:lnTo>
                    <a:cubicBezTo>
                      <a:pt x="572" y="3715"/>
                      <a:pt x="0" y="4000"/>
                      <a:pt x="0" y="4191"/>
                    </a:cubicBezTo>
                    <a:lnTo>
                      <a:pt x="0" y="5239"/>
                    </a:lnTo>
                    <a:cubicBezTo>
                      <a:pt x="0" y="5239"/>
                      <a:pt x="286" y="5620"/>
                      <a:pt x="572" y="5715"/>
                    </a:cubicBezTo>
                    <a:lnTo>
                      <a:pt x="11906" y="9239"/>
                    </a:lnTo>
                    <a:cubicBezTo>
                      <a:pt x="11906" y="9239"/>
                      <a:pt x="12859" y="9430"/>
                      <a:pt x="13335" y="9430"/>
                    </a:cubicBezTo>
                    <a:close/>
                    <a:moveTo>
                      <a:pt x="9620" y="4763"/>
                    </a:moveTo>
                    <a:lnTo>
                      <a:pt x="9620" y="4763"/>
                    </a:lnTo>
                    <a:cubicBezTo>
                      <a:pt x="9620" y="4763"/>
                      <a:pt x="9906" y="4381"/>
                      <a:pt x="10192" y="4286"/>
                    </a:cubicBezTo>
                    <a:lnTo>
                      <a:pt x="13430" y="3238"/>
                    </a:lnTo>
                    <a:cubicBezTo>
                      <a:pt x="13430" y="3238"/>
                      <a:pt x="14383" y="3048"/>
                      <a:pt x="14859" y="3048"/>
                    </a:cubicBezTo>
                    <a:lnTo>
                      <a:pt x="14954" y="3048"/>
                    </a:lnTo>
                    <a:cubicBezTo>
                      <a:pt x="14954" y="3048"/>
                      <a:pt x="16097" y="3048"/>
                      <a:pt x="16383" y="3238"/>
                    </a:cubicBezTo>
                    <a:lnTo>
                      <a:pt x="19622" y="4286"/>
                    </a:lnTo>
                    <a:cubicBezTo>
                      <a:pt x="19622" y="4286"/>
                      <a:pt x="20193" y="4572"/>
                      <a:pt x="20193" y="4763"/>
                    </a:cubicBezTo>
                    <a:lnTo>
                      <a:pt x="20193" y="4763"/>
                    </a:lnTo>
                    <a:cubicBezTo>
                      <a:pt x="20193" y="4763"/>
                      <a:pt x="19907" y="5143"/>
                      <a:pt x="19622" y="5239"/>
                    </a:cubicBezTo>
                    <a:lnTo>
                      <a:pt x="16383" y="6286"/>
                    </a:lnTo>
                    <a:cubicBezTo>
                      <a:pt x="16383" y="6286"/>
                      <a:pt x="15430" y="6477"/>
                      <a:pt x="14954" y="6477"/>
                    </a:cubicBezTo>
                    <a:lnTo>
                      <a:pt x="14859" y="6477"/>
                    </a:lnTo>
                    <a:cubicBezTo>
                      <a:pt x="14859" y="6477"/>
                      <a:pt x="13811" y="6477"/>
                      <a:pt x="13430" y="6286"/>
                    </a:cubicBezTo>
                    <a:lnTo>
                      <a:pt x="10192" y="5239"/>
                    </a:lnTo>
                    <a:cubicBezTo>
                      <a:pt x="10192" y="5239"/>
                      <a:pt x="9620" y="4953"/>
                      <a:pt x="9620" y="476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28" name="Google Shape;3128;p95"/>
              <p:cNvSpPr/>
              <p:nvPr/>
            </p:nvSpPr>
            <p:spPr>
              <a:xfrm>
                <a:off x="4790600" y="3631850"/>
                <a:ext cx="43346" cy="15049"/>
              </a:xfrm>
              <a:custGeom>
                <a:avLst/>
                <a:gdLst/>
                <a:ahLst/>
                <a:cxnLst/>
                <a:rect l="l" t="t" r="r" b="b"/>
                <a:pathLst>
                  <a:path w="43346" h="15049" extrusionOk="0">
                    <a:moveTo>
                      <a:pt x="8001" y="95"/>
                    </a:moveTo>
                    <a:cubicBezTo>
                      <a:pt x="3524" y="95"/>
                      <a:pt x="0" y="1238"/>
                      <a:pt x="0" y="2667"/>
                    </a:cubicBezTo>
                    <a:lnTo>
                      <a:pt x="0" y="12573"/>
                    </a:lnTo>
                    <a:cubicBezTo>
                      <a:pt x="0" y="13907"/>
                      <a:pt x="3239" y="14954"/>
                      <a:pt x="7429" y="15049"/>
                    </a:cubicBezTo>
                    <a:cubicBezTo>
                      <a:pt x="8953" y="15049"/>
                      <a:pt x="10668" y="15049"/>
                      <a:pt x="12097" y="14669"/>
                    </a:cubicBezTo>
                    <a:lnTo>
                      <a:pt x="39338" y="9715"/>
                    </a:lnTo>
                    <a:cubicBezTo>
                      <a:pt x="43148" y="9049"/>
                      <a:pt x="44482" y="7429"/>
                      <a:pt x="42291" y="6286"/>
                    </a:cubicBezTo>
                    <a:cubicBezTo>
                      <a:pt x="40100" y="5048"/>
                      <a:pt x="35147" y="4667"/>
                      <a:pt x="31337" y="5334"/>
                    </a:cubicBezTo>
                    <a:lnTo>
                      <a:pt x="16097" y="8096"/>
                    </a:lnTo>
                    <a:lnTo>
                      <a:pt x="16097" y="2572"/>
                    </a:lnTo>
                    <a:cubicBezTo>
                      <a:pt x="16097" y="1143"/>
                      <a:pt x="12478" y="0"/>
                      <a:pt x="809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29" name="Google Shape;3129;p95"/>
              <p:cNvSpPr/>
              <p:nvPr/>
            </p:nvSpPr>
            <p:spPr>
              <a:xfrm>
                <a:off x="4752786" y="3631946"/>
                <a:ext cx="24765" cy="14954"/>
              </a:xfrm>
              <a:custGeom>
                <a:avLst/>
                <a:gdLst/>
                <a:ahLst/>
                <a:cxnLst/>
                <a:rect l="l" t="t" r="r" b="b"/>
                <a:pathLst>
                  <a:path w="24765" h="14954" extrusionOk="0">
                    <a:moveTo>
                      <a:pt x="24765" y="12478"/>
                    </a:moveTo>
                    <a:lnTo>
                      <a:pt x="24765" y="2572"/>
                    </a:lnTo>
                    <a:cubicBezTo>
                      <a:pt x="24765" y="1143"/>
                      <a:pt x="21146" y="0"/>
                      <a:pt x="16764" y="0"/>
                    </a:cubicBezTo>
                    <a:cubicBezTo>
                      <a:pt x="12382" y="0"/>
                      <a:pt x="8763" y="1143"/>
                      <a:pt x="8763" y="2572"/>
                    </a:cubicBezTo>
                    <a:lnTo>
                      <a:pt x="8763" y="8096"/>
                    </a:lnTo>
                    <a:lnTo>
                      <a:pt x="0" y="6477"/>
                    </a:lnTo>
                    <a:cubicBezTo>
                      <a:pt x="5334" y="9049"/>
                      <a:pt x="10192" y="11811"/>
                      <a:pt x="14383" y="14764"/>
                    </a:cubicBezTo>
                    <a:cubicBezTo>
                      <a:pt x="15335" y="14859"/>
                      <a:pt x="16383" y="14954"/>
                      <a:pt x="17335" y="14954"/>
                    </a:cubicBezTo>
                    <a:cubicBezTo>
                      <a:pt x="21431" y="14859"/>
                      <a:pt x="24765" y="13811"/>
                      <a:pt x="24765" y="1238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30" name="Google Shape;3130;p95"/>
              <p:cNvSpPr/>
              <p:nvPr/>
            </p:nvSpPr>
            <p:spPr>
              <a:xfrm>
                <a:off x="4790600" y="3657758"/>
                <a:ext cx="43271" cy="15049"/>
              </a:xfrm>
              <a:custGeom>
                <a:avLst/>
                <a:gdLst/>
                <a:ahLst/>
                <a:cxnLst/>
                <a:rect l="l" t="t" r="r" b="b"/>
                <a:pathLst>
                  <a:path w="43271" h="15049" extrusionOk="0">
                    <a:moveTo>
                      <a:pt x="12097" y="381"/>
                    </a:moveTo>
                    <a:cubicBezTo>
                      <a:pt x="10573" y="95"/>
                      <a:pt x="9049" y="0"/>
                      <a:pt x="7429" y="0"/>
                    </a:cubicBezTo>
                    <a:cubicBezTo>
                      <a:pt x="3239" y="95"/>
                      <a:pt x="0" y="1143"/>
                      <a:pt x="0" y="2572"/>
                    </a:cubicBezTo>
                    <a:lnTo>
                      <a:pt x="0" y="12478"/>
                    </a:lnTo>
                    <a:cubicBezTo>
                      <a:pt x="0" y="13906"/>
                      <a:pt x="3620" y="15049"/>
                      <a:pt x="8001" y="15049"/>
                    </a:cubicBezTo>
                    <a:cubicBezTo>
                      <a:pt x="12382" y="15049"/>
                      <a:pt x="16002" y="13906"/>
                      <a:pt x="16002" y="12478"/>
                    </a:cubicBezTo>
                    <a:lnTo>
                      <a:pt x="16002" y="6953"/>
                    </a:lnTo>
                    <a:lnTo>
                      <a:pt x="31242" y="9716"/>
                    </a:lnTo>
                    <a:cubicBezTo>
                      <a:pt x="35052" y="10382"/>
                      <a:pt x="40005" y="10001"/>
                      <a:pt x="42196" y="8763"/>
                    </a:cubicBezTo>
                    <a:cubicBezTo>
                      <a:pt x="44387" y="7620"/>
                      <a:pt x="43148" y="6001"/>
                      <a:pt x="39243" y="5334"/>
                    </a:cubicBezTo>
                    <a:lnTo>
                      <a:pt x="12001" y="38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31" name="Google Shape;3131;p95"/>
              <p:cNvSpPr/>
              <p:nvPr/>
            </p:nvSpPr>
            <p:spPr>
              <a:xfrm>
                <a:off x="4805078" y="3644861"/>
                <a:ext cx="43314" cy="14936"/>
              </a:xfrm>
              <a:custGeom>
                <a:avLst/>
                <a:gdLst/>
                <a:ahLst/>
                <a:cxnLst/>
                <a:rect l="l" t="t" r="r" b="b"/>
                <a:pathLst>
                  <a:path w="43314" h="14936" extrusionOk="0">
                    <a:moveTo>
                      <a:pt x="42196" y="1277"/>
                    </a:moveTo>
                    <a:cubicBezTo>
                      <a:pt x="39910" y="39"/>
                      <a:pt x="35052" y="-342"/>
                      <a:pt x="31242" y="325"/>
                    </a:cubicBezTo>
                    <a:lnTo>
                      <a:pt x="4000" y="5278"/>
                    </a:lnTo>
                    <a:cubicBezTo>
                      <a:pt x="2095" y="5659"/>
                      <a:pt x="857" y="6230"/>
                      <a:pt x="286" y="6802"/>
                    </a:cubicBezTo>
                    <a:cubicBezTo>
                      <a:pt x="95" y="6992"/>
                      <a:pt x="0" y="7183"/>
                      <a:pt x="0" y="7373"/>
                    </a:cubicBezTo>
                    <a:cubicBezTo>
                      <a:pt x="0" y="7659"/>
                      <a:pt x="95" y="7945"/>
                      <a:pt x="381" y="8230"/>
                    </a:cubicBezTo>
                    <a:cubicBezTo>
                      <a:pt x="952" y="8802"/>
                      <a:pt x="2191" y="9373"/>
                      <a:pt x="4000" y="9659"/>
                    </a:cubicBezTo>
                    <a:lnTo>
                      <a:pt x="31242" y="14612"/>
                    </a:lnTo>
                    <a:cubicBezTo>
                      <a:pt x="35052" y="15279"/>
                      <a:pt x="40005" y="14898"/>
                      <a:pt x="42196" y="13660"/>
                    </a:cubicBezTo>
                    <a:cubicBezTo>
                      <a:pt x="44482" y="12421"/>
                      <a:pt x="43148" y="10897"/>
                      <a:pt x="39243" y="10231"/>
                    </a:cubicBezTo>
                    <a:lnTo>
                      <a:pt x="24003" y="7468"/>
                    </a:lnTo>
                    <a:lnTo>
                      <a:pt x="39243" y="4706"/>
                    </a:lnTo>
                    <a:cubicBezTo>
                      <a:pt x="43053" y="4039"/>
                      <a:pt x="44387" y="2420"/>
                      <a:pt x="42196" y="118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32" name="Google Shape;3132;p95"/>
              <p:cNvSpPr/>
              <p:nvPr/>
            </p:nvSpPr>
            <p:spPr>
              <a:xfrm>
                <a:off x="4772217" y="3647662"/>
                <a:ext cx="26955" cy="9525"/>
              </a:xfrm>
              <a:custGeom>
                <a:avLst/>
                <a:gdLst/>
                <a:ahLst/>
                <a:cxnLst/>
                <a:rect l="l" t="t" r="r" b="b"/>
                <a:pathLst>
                  <a:path w="26955" h="9525" extrusionOk="0">
                    <a:moveTo>
                      <a:pt x="13525" y="0"/>
                    </a:moveTo>
                    <a:lnTo>
                      <a:pt x="10192" y="0"/>
                    </a:lnTo>
                    <a:cubicBezTo>
                      <a:pt x="10192" y="0"/>
                      <a:pt x="9049" y="0"/>
                      <a:pt x="8763" y="190"/>
                    </a:cubicBezTo>
                    <a:lnTo>
                      <a:pt x="0" y="2953"/>
                    </a:lnTo>
                    <a:cubicBezTo>
                      <a:pt x="2096" y="4667"/>
                      <a:pt x="3905" y="6477"/>
                      <a:pt x="5620" y="8287"/>
                    </a:cubicBezTo>
                    <a:lnTo>
                      <a:pt x="8858" y="9334"/>
                    </a:lnTo>
                    <a:cubicBezTo>
                      <a:pt x="8858" y="9334"/>
                      <a:pt x="9811" y="9525"/>
                      <a:pt x="10287" y="9525"/>
                    </a:cubicBezTo>
                    <a:lnTo>
                      <a:pt x="13621" y="9525"/>
                    </a:lnTo>
                    <a:cubicBezTo>
                      <a:pt x="13621" y="9525"/>
                      <a:pt x="14764" y="9525"/>
                      <a:pt x="15049" y="9334"/>
                    </a:cubicBezTo>
                    <a:lnTo>
                      <a:pt x="26384" y="5810"/>
                    </a:lnTo>
                    <a:cubicBezTo>
                      <a:pt x="26384" y="5810"/>
                      <a:pt x="26956" y="5524"/>
                      <a:pt x="26956" y="5334"/>
                    </a:cubicBezTo>
                    <a:lnTo>
                      <a:pt x="26956" y="4286"/>
                    </a:lnTo>
                    <a:cubicBezTo>
                      <a:pt x="26956" y="4286"/>
                      <a:pt x="26670" y="3905"/>
                      <a:pt x="26384" y="3810"/>
                    </a:cubicBezTo>
                    <a:lnTo>
                      <a:pt x="15049" y="286"/>
                    </a:lnTo>
                    <a:cubicBezTo>
                      <a:pt x="15049" y="286"/>
                      <a:pt x="14097" y="95"/>
                      <a:pt x="13621" y="95"/>
                    </a:cubicBezTo>
                    <a:close/>
                    <a:moveTo>
                      <a:pt x="17145" y="4667"/>
                    </a:moveTo>
                    <a:lnTo>
                      <a:pt x="17145" y="4667"/>
                    </a:lnTo>
                    <a:cubicBezTo>
                      <a:pt x="17145" y="4667"/>
                      <a:pt x="16859" y="5048"/>
                      <a:pt x="16573" y="5143"/>
                    </a:cubicBezTo>
                    <a:lnTo>
                      <a:pt x="13335" y="6191"/>
                    </a:lnTo>
                    <a:cubicBezTo>
                      <a:pt x="13335" y="6191"/>
                      <a:pt x="12382" y="6382"/>
                      <a:pt x="11906" y="6382"/>
                    </a:cubicBezTo>
                    <a:lnTo>
                      <a:pt x="11811" y="6382"/>
                    </a:lnTo>
                    <a:cubicBezTo>
                      <a:pt x="11811" y="6382"/>
                      <a:pt x="10763" y="6382"/>
                      <a:pt x="10382" y="6191"/>
                    </a:cubicBezTo>
                    <a:lnTo>
                      <a:pt x="7144" y="5143"/>
                    </a:lnTo>
                    <a:cubicBezTo>
                      <a:pt x="7144" y="5143"/>
                      <a:pt x="6572" y="4858"/>
                      <a:pt x="6572" y="4667"/>
                    </a:cubicBezTo>
                    <a:lnTo>
                      <a:pt x="6572" y="4667"/>
                    </a:lnTo>
                    <a:cubicBezTo>
                      <a:pt x="6572" y="4667"/>
                      <a:pt x="6858" y="4286"/>
                      <a:pt x="7144" y="4191"/>
                    </a:cubicBezTo>
                    <a:lnTo>
                      <a:pt x="10382" y="3143"/>
                    </a:lnTo>
                    <a:cubicBezTo>
                      <a:pt x="10382" y="3143"/>
                      <a:pt x="11335" y="2953"/>
                      <a:pt x="11811" y="2953"/>
                    </a:cubicBezTo>
                    <a:lnTo>
                      <a:pt x="11906" y="2953"/>
                    </a:lnTo>
                    <a:cubicBezTo>
                      <a:pt x="11906" y="2953"/>
                      <a:pt x="13049" y="2953"/>
                      <a:pt x="13335" y="3143"/>
                    </a:cubicBezTo>
                    <a:lnTo>
                      <a:pt x="16573" y="4191"/>
                    </a:lnTo>
                    <a:cubicBezTo>
                      <a:pt x="16573" y="4191"/>
                      <a:pt x="17145" y="4477"/>
                      <a:pt x="17145" y="466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33" name="Google Shape;3133;p95"/>
              <p:cNvSpPr/>
              <p:nvPr/>
            </p:nvSpPr>
            <p:spPr>
              <a:xfrm>
                <a:off x="4704744" y="3603847"/>
                <a:ext cx="186439" cy="246030"/>
              </a:xfrm>
              <a:custGeom>
                <a:avLst/>
                <a:gdLst/>
                <a:ahLst/>
                <a:cxnLst/>
                <a:rect l="l" t="t" r="r" b="b"/>
                <a:pathLst>
                  <a:path w="186439" h="246030" extrusionOk="0">
                    <a:moveTo>
                      <a:pt x="79284" y="0"/>
                    </a:moveTo>
                    <a:cubicBezTo>
                      <a:pt x="52423" y="0"/>
                      <a:pt x="26991" y="4096"/>
                      <a:pt x="7656" y="11525"/>
                    </a:cubicBezTo>
                    <a:cubicBezTo>
                      <a:pt x="1560" y="13907"/>
                      <a:pt x="-1584" y="20765"/>
                      <a:pt x="798" y="26956"/>
                    </a:cubicBezTo>
                    <a:cubicBezTo>
                      <a:pt x="3179" y="33147"/>
                      <a:pt x="10037" y="36195"/>
                      <a:pt x="16228" y="33814"/>
                    </a:cubicBezTo>
                    <a:cubicBezTo>
                      <a:pt x="32611" y="27527"/>
                      <a:pt x="55662" y="23908"/>
                      <a:pt x="79284" y="23908"/>
                    </a:cubicBezTo>
                    <a:cubicBezTo>
                      <a:pt x="134243" y="23908"/>
                      <a:pt x="162627" y="41243"/>
                      <a:pt x="162627" y="48578"/>
                    </a:cubicBezTo>
                    <a:cubicBezTo>
                      <a:pt x="162627" y="55912"/>
                      <a:pt x="134243" y="73247"/>
                      <a:pt x="79284" y="73247"/>
                    </a:cubicBezTo>
                    <a:cubicBezTo>
                      <a:pt x="72711" y="73247"/>
                      <a:pt x="67377" y="78581"/>
                      <a:pt x="67377" y="85153"/>
                    </a:cubicBezTo>
                    <a:cubicBezTo>
                      <a:pt x="67377" y="91726"/>
                      <a:pt x="72711" y="97060"/>
                      <a:pt x="79284" y="97060"/>
                    </a:cubicBezTo>
                    <a:cubicBezTo>
                      <a:pt x="110526" y="97060"/>
                      <a:pt x="141958" y="91250"/>
                      <a:pt x="162627" y="80105"/>
                    </a:cubicBezTo>
                    <a:lnTo>
                      <a:pt x="162627" y="98298"/>
                    </a:lnTo>
                    <a:cubicBezTo>
                      <a:pt x="162627" y="105632"/>
                      <a:pt x="134243" y="122968"/>
                      <a:pt x="79284" y="122968"/>
                    </a:cubicBezTo>
                    <a:cubicBezTo>
                      <a:pt x="72711" y="122968"/>
                      <a:pt x="67377" y="128302"/>
                      <a:pt x="67377" y="134874"/>
                    </a:cubicBezTo>
                    <a:cubicBezTo>
                      <a:pt x="67377" y="141446"/>
                      <a:pt x="72711" y="146780"/>
                      <a:pt x="79284" y="146780"/>
                    </a:cubicBezTo>
                    <a:cubicBezTo>
                      <a:pt x="110526" y="146780"/>
                      <a:pt x="141958" y="140970"/>
                      <a:pt x="162627" y="129826"/>
                    </a:cubicBezTo>
                    <a:lnTo>
                      <a:pt x="162627" y="147828"/>
                    </a:lnTo>
                    <a:cubicBezTo>
                      <a:pt x="162627" y="155162"/>
                      <a:pt x="134243" y="172498"/>
                      <a:pt x="79284" y="172498"/>
                    </a:cubicBezTo>
                    <a:cubicBezTo>
                      <a:pt x="72711" y="172498"/>
                      <a:pt x="67377" y="177832"/>
                      <a:pt x="67377" y="184404"/>
                    </a:cubicBezTo>
                    <a:cubicBezTo>
                      <a:pt x="67377" y="190976"/>
                      <a:pt x="72711" y="196310"/>
                      <a:pt x="79284" y="196310"/>
                    </a:cubicBezTo>
                    <a:cubicBezTo>
                      <a:pt x="110526" y="196310"/>
                      <a:pt x="141958" y="190500"/>
                      <a:pt x="162627" y="179356"/>
                    </a:cubicBezTo>
                    <a:lnTo>
                      <a:pt x="162627" y="197549"/>
                    </a:lnTo>
                    <a:cubicBezTo>
                      <a:pt x="162627" y="204883"/>
                      <a:pt x="134243" y="222218"/>
                      <a:pt x="79284" y="222218"/>
                    </a:cubicBezTo>
                    <a:cubicBezTo>
                      <a:pt x="72711" y="222218"/>
                      <a:pt x="67377" y="227552"/>
                      <a:pt x="67377" y="234125"/>
                    </a:cubicBezTo>
                    <a:cubicBezTo>
                      <a:pt x="67377" y="240697"/>
                      <a:pt x="72711" y="246031"/>
                      <a:pt x="79284" y="246031"/>
                    </a:cubicBezTo>
                    <a:cubicBezTo>
                      <a:pt x="132528" y="246031"/>
                      <a:pt x="186440" y="229362"/>
                      <a:pt x="186440" y="197549"/>
                    </a:cubicBezTo>
                    <a:lnTo>
                      <a:pt x="186440" y="48673"/>
                    </a:lnTo>
                    <a:cubicBezTo>
                      <a:pt x="186440" y="16859"/>
                      <a:pt x="132528" y="191"/>
                      <a:pt x="79284" y="19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134" name="Google Shape;3134;p95"/>
            <p:cNvGrpSpPr/>
            <p:nvPr/>
          </p:nvGrpSpPr>
          <p:grpSpPr>
            <a:xfrm>
              <a:off x="4455892" y="3596798"/>
              <a:ext cx="349567" cy="401097"/>
              <a:chOff x="4455892" y="3596798"/>
              <a:chExt cx="349567" cy="401097"/>
            </a:xfrm>
          </p:grpSpPr>
          <p:sp>
            <p:nvSpPr>
              <p:cNvPr id="3135" name="Google Shape;3135;p95"/>
              <p:cNvSpPr/>
              <p:nvPr/>
            </p:nvSpPr>
            <p:spPr>
              <a:xfrm>
                <a:off x="4455892" y="3596798"/>
                <a:ext cx="349567" cy="401097"/>
              </a:xfrm>
              <a:custGeom>
                <a:avLst/>
                <a:gdLst/>
                <a:ahLst/>
                <a:cxnLst/>
                <a:rect l="l" t="t" r="r" b="b"/>
                <a:pathLst>
                  <a:path w="349567" h="401097" extrusionOk="0">
                    <a:moveTo>
                      <a:pt x="349187" y="74867"/>
                    </a:moveTo>
                    <a:cubicBezTo>
                      <a:pt x="344710" y="25717"/>
                      <a:pt x="259366" y="0"/>
                      <a:pt x="174784" y="0"/>
                    </a:cubicBezTo>
                    <a:cubicBezTo>
                      <a:pt x="90202" y="0"/>
                      <a:pt x="4858" y="25717"/>
                      <a:pt x="381" y="74867"/>
                    </a:cubicBezTo>
                    <a:cubicBezTo>
                      <a:pt x="95" y="76105"/>
                      <a:pt x="0" y="77438"/>
                      <a:pt x="0" y="78867"/>
                    </a:cubicBezTo>
                    <a:lnTo>
                      <a:pt x="0" y="322231"/>
                    </a:lnTo>
                    <a:cubicBezTo>
                      <a:pt x="0" y="374047"/>
                      <a:pt x="87916" y="401098"/>
                      <a:pt x="174784" y="401098"/>
                    </a:cubicBezTo>
                    <a:cubicBezTo>
                      <a:pt x="261652" y="401098"/>
                      <a:pt x="349567" y="374047"/>
                      <a:pt x="349567" y="322231"/>
                    </a:cubicBezTo>
                    <a:lnTo>
                      <a:pt x="349567" y="78867"/>
                    </a:lnTo>
                    <a:cubicBezTo>
                      <a:pt x="349567" y="77534"/>
                      <a:pt x="349377" y="76200"/>
                      <a:pt x="349187" y="74867"/>
                    </a:cubicBezTo>
                    <a:close/>
                    <a:moveTo>
                      <a:pt x="311467" y="240983"/>
                    </a:moveTo>
                    <a:cubicBezTo>
                      <a:pt x="311467" y="253174"/>
                      <a:pt x="264986" y="281750"/>
                      <a:pt x="174784" y="281750"/>
                    </a:cubicBezTo>
                    <a:cubicBezTo>
                      <a:pt x="84582" y="281750"/>
                      <a:pt x="38100" y="253174"/>
                      <a:pt x="38100" y="240983"/>
                    </a:cubicBezTo>
                    <a:lnTo>
                      <a:pt x="38100" y="210884"/>
                    </a:lnTo>
                    <a:cubicBezTo>
                      <a:pt x="71819" y="229362"/>
                      <a:pt x="123444" y="238887"/>
                      <a:pt x="174784" y="238887"/>
                    </a:cubicBezTo>
                    <a:cubicBezTo>
                      <a:pt x="226123" y="238887"/>
                      <a:pt x="277749" y="229362"/>
                      <a:pt x="311467" y="210884"/>
                    </a:cubicBezTo>
                    <a:lnTo>
                      <a:pt x="311467" y="240983"/>
                    </a:lnTo>
                    <a:close/>
                    <a:moveTo>
                      <a:pt x="311467" y="160020"/>
                    </a:moveTo>
                    <a:cubicBezTo>
                      <a:pt x="311467" y="172212"/>
                      <a:pt x="264986" y="200787"/>
                      <a:pt x="174784" y="200787"/>
                    </a:cubicBezTo>
                    <a:cubicBezTo>
                      <a:pt x="84582" y="200787"/>
                      <a:pt x="38100" y="172212"/>
                      <a:pt x="38100" y="160020"/>
                    </a:cubicBezTo>
                    <a:lnTo>
                      <a:pt x="38100" y="129635"/>
                    </a:lnTo>
                    <a:cubicBezTo>
                      <a:pt x="71819" y="148114"/>
                      <a:pt x="123444" y="157639"/>
                      <a:pt x="174784" y="157639"/>
                    </a:cubicBezTo>
                    <a:cubicBezTo>
                      <a:pt x="226123" y="157639"/>
                      <a:pt x="277749" y="148114"/>
                      <a:pt x="311467" y="129635"/>
                    </a:cubicBezTo>
                    <a:lnTo>
                      <a:pt x="311467" y="160020"/>
                    </a:lnTo>
                    <a:close/>
                    <a:moveTo>
                      <a:pt x="174784" y="38005"/>
                    </a:moveTo>
                    <a:cubicBezTo>
                      <a:pt x="264986" y="38005"/>
                      <a:pt x="311467" y="66580"/>
                      <a:pt x="311467" y="78772"/>
                    </a:cubicBezTo>
                    <a:cubicBezTo>
                      <a:pt x="311467" y="90964"/>
                      <a:pt x="264986" y="119539"/>
                      <a:pt x="174784" y="119539"/>
                    </a:cubicBezTo>
                    <a:cubicBezTo>
                      <a:pt x="84582" y="119539"/>
                      <a:pt x="38100" y="90964"/>
                      <a:pt x="38100" y="78772"/>
                    </a:cubicBezTo>
                    <a:cubicBezTo>
                      <a:pt x="38100" y="66580"/>
                      <a:pt x="84582" y="38005"/>
                      <a:pt x="174784" y="38005"/>
                    </a:cubicBezTo>
                    <a:close/>
                    <a:moveTo>
                      <a:pt x="174784" y="362998"/>
                    </a:moveTo>
                    <a:cubicBezTo>
                      <a:pt x="84582" y="362998"/>
                      <a:pt x="38100" y="334423"/>
                      <a:pt x="38100" y="322231"/>
                    </a:cubicBezTo>
                    <a:lnTo>
                      <a:pt x="38100" y="291846"/>
                    </a:lnTo>
                    <a:cubicBezTo>
                      <a:pt x="71819" y="310325"/>
                      <a:pt x="123444" y="319850"/>
                      <a:pt x="174784" y="319850"/>
                    </a:cubicBezTo>
                    <a:cubicBezTo>
                      <a:pt x="226123" y="319850"/>
                      <a:pt x="277749" y="310325"/>
                      <a:pt x="311467" y="291846"/>
                    </a:cubicBezTo>
                    <a:lnTo>
                      <a:pt x="311467" y="322231"/>
                    </a:lnTo>
                    <a:cubicBezTo>
                      <a:pt x="311467" y="334423"/>
                      <a:pt x="264986" y="362998"/>
                      <a:pt x="174784" y="36299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36" name="Google Shape;3136;p95"/>
              <p:cNvSpPr/>
              <p:nvPr/>
            </p:nvSpPr>
            <p:spPr>
              <a:xfrm>
                <a:off x="4525421" y="3663487"/>
                <a:ext cx="70893" cy="24355"/>
              </a:xfrm>
              <a:custGeom>
                <a:avLst/>
                <a:gdLst/>
                <a:ahLst/>
                <a:cxnLst/>
                <a:rect l="l" t="t" r="r" b="b"/>
                <a:pathLst>
                  <a:path w="70893" h="24355" extrusionOk="0">
                    <a:moveTo>
                      <a:pt x="1813" y="22274"/>
                    </a:moveTo>
                    <a:cubicBezTo>
                      <a:pt x="5433" y="24275"/>
                      <a:pt x="13434" y="24941"/>
                      <a:pt x="19720" y="23798"/>
                    </a:cubicBezTo>
                    <a:lnTo>
                      <a:pt x="64297" y="15702"/>
                    </a:lnTo>
                    <a:cubicBezTo>
                      <a:pt x="67345" y="15226"/>
                      <a:pt x="69346" y="14369"/>
                      <a:pt x="70298" y="13416"/>
                    </a:cubicBezTo>
                    <a:cubicBezTo>
                      <a:pt x="70774" y="12940"/>
                      <a:pt x="70965" y="12464"/>
                      <a:pt x="70870" y="12083"/>
                    </a:cubicBezTo>
                    <a:cubicBezTo>
                      <a:pt x="70870" y="11702"/>
                      <a:pt x="70679" y="11416"/>
                      <a:pt x="70393" y="11130"/>
                    </a:cubicBezTo>
                    <a:cubicBezTo>
                      <a:pt x="69536" y="10178"/>
                      <a:pt x="67441" y="9225"/>
                      <a:pt x="64297" y="8654"/>
                    </a:cubicBezTo>
                    <a:lnTo>
                      <a:pt x="19720" y="557"/>
                    </a:lnTo>
                    <a:cubicBezTo>
                      <a:pt x="13434" y="-586"/>
                      <a:pt x="5433" y="81"/>
                      <a:pt x="1813" y="2081"/>
                    </a:cubicBezTo>
                    <a:cubicBezTo>
                      <a:pt x="-1806" y="4082"/>
                      <a:pt x="289" y="6558"/>
                      <a:pt x="6576" y="7701"/>
                    </a:cubicBezTo>
                    <a:lnTo>
                      <a:pt x="31436" y="12273"/>
                    </a:lnTo>
                    <a:lnTo>
                      <a:pt x="6576" y="16845"/>
                    </a:lnTo>
                    <a:cubicBezTo>
                      <a:pt x="289" y="17988"/>
                      <a:pt x="-1901" y="20465"/>
                      <a:pt x="1813" y="2246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37" name="Google Shape;3137;p95"/>
              <p:cNvSpPr/>
              <p:nvPr/>
            </p:nvSpPr>
            <p:spPr>
              <a:xfrm>
                <a:off x="4549180" y="3684428"/>
                <a:ext cx="70922" cy="24479"/>
              </a:xfrm>
              <a:custGeom>
                <a:avLst/>
                <a:gdLst/>
                <a:ahLst/>
                <a:cxnLst/>
                <a:rect l="l" t="t" r="r" b="b"/>
                <a:pathLst>
                  <a:path w="70922" h="24479" extrusionOk="0">
                    <a:moveTo>
                      <a:pt x="58731" y="0"/>
                    </a:moveTo>
                    <a:cubicBezTo>
                      <a:pt x="56159" y="0"/>
                      <a:pt x="53492" y="0"/>
                      <a:pt x="51111" y="571"/>
                    </a:cubicBezTo>
                    <a:lnTo>
                      <a:pt x="6534" y="8668"/>
                    </a:lnTo>
                    <a:cubicBezTo>
                      <a:pt x="247" y="9811"/>
                      <a:pt x="-1848" y="12383"/>
                      <a:pt x="1771" y="14288"/>
                    </a:cubicBezTo>
                    <a:cubicBezTo>
                      <a:pt x="5391" y="16288"/>
                      <a:pt x="13392" y="16955"/>
                      <a:pt x="19678" y="15811"/>
                    </a:cubicBezTo>
                    <a:lnTo>
                      <a:pt x="44634" y="11240"/>
                    </a:lnTo>
                    <a:lnTo>
                      <a:pt x="44634" y="20384"/>
                    </a:lnTo>
                    <a:cubicBezTo>
                      <a:pt x="44634" y="22670"/>
                      <a:pt x="50539" y="24479"/>
                      <a:pt x="57778" y="24479"/>
                    </a:cubicBezTo>
                    <a:cubicBezTo>
                      <a:pt x="65017" y="24479"/>
                      <a:pt x="70923" y="22670"/>
                      <a:pt x="70923" y="20384"/>
                    </a:cubicBezTo>
                    <a:lnTo>
                      <a:pt x="70923" y="4096"/>
                    </a:lnTo>
                    <a:cubicBezTo>
                      <a:pt x="70923" y="1905"/>
                      <a:pt x="65493" y="95"/>
                      <a:pt x="58731"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38" name="Google Shape;3138;p95"/>
              <p:cNvSpPr/>
              <p:nvPr/>
            </p:nvSpPr>
            <p:spPr>
              <a:xfrm>
                <a:off x="4641343" y="3642328"/>
                <a:ext cx="70922" cy="24479"/>
              </a:xfrm>
              <a:custGeom>
                <a:avLst/>
                <a:gdLst/>
                <a:ahLst/>
                <a:cxnLst/>
                <a:rect l="l" t="t" r="r" b="b"/>
                <a:pathLst>
                  <a:path w="70922" h="24479" extrusionOk="0">
                    <a:moveTo>
                      <a:pt x="12192" y="24479"/>
                    </a:moveTo>
                    <a:cubicBezTo>
                      <a:pt x="14764" y="24479"/>
                      <a:pt x="17431" y="24479"/>
                      <a:pt x="19812" y="23908"/>
                    </a:cubicBezTo>
                    <a:lnTo>
                      <a:pt x="64389" y="15811"/>
                    </a:lnTo>
                    <a:cubicBezTo>
                      <a:pt x="70676" y="14669"/>
                      <a:pt x="72771" y="12192"/>
                      <a:pt x="69152" y="10192"/>
                    </a:cubicBezTo>
                    <a:cubicBezTo>
                      <a:pt x="65532" y="8192"/>
                      <a:pt x="57531" y="7525"/>
                      <a:pt x="51245" y="8668"/>
                    </a:cubicBezTo>
                    <a:lnTo>
                      <a:pt x="26289" y="13240"/>
                    </a:lnTo>
                    <a:lnTo>
                      <a:pt x="26289" y="4096"/>
                    </a:lnTo>
                    <a:cubicBezTo>
                      <a:pt x="26289" y="1810"/>
                      <a:pt x="20383" y="0"/>
                      <a:pt x="13145" y="0"/>
                    </a:cubicBezTo>
                    <a:cubicBezTo>
                      <a:pt x="5906" y="0"/>
                      <a:pt x="0" y="1810"/>
                      <a:pt x="0" y="4096"/>
                    </a:cubicBezTo>
                    <a:lnTo>
                      <a:pt x="0" y="20384"/>
                    </a:lnTo>
                    <a:cubicBezTo>
                      <a:pt x="0" y="22574"/>
                      <a:pt x="5334" y="24289"/>
                      <a:pt x="12192" y="2447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39" name="Google Shape;3139;p95"/>
              <p:cNvSpPr/>
              <p:nvPr/>
            </p:nvSpPr>
            <p:spPr>
              <a:xfrm>
                <a:off x="4549085" y="3642328"/>
                <a:ext cx="70922" cy="24479"/>
              </a:xfrm>
              <a:custGeom>
                <a:avLst/>
                <a:gdLst/>
                <a:ahLst/>
                <a:cxnLst/>
                <a:rect l="l" t="t" r="r" b="b"/>
                <a:pathLst>
                  <a:path w="70922" h="24479" extrusionOk="0">
                    <a:moveTo>
                      <a:pt x="6534" y="15811"/>
                    </a:moveTo>
                    <a:lnTo>
                      <a:pt x="51110" y="23908"/>
                    </a:lnTo>
                    <a:cubicBezTo>
                      <a:pt x="53492" y="24384"/>
                      <a:pt x="56159" y="24479"/>
                      <a:pt x="58731" y="24479"/>
                    </a:cubicBezTo>
                    <a:cubicBezTo>
                      <a:pt x="65493" y="24289"/>
                      <a:pt x="70923" y="22574"/>
                      <a:pt x="70923" y="20384"/>
                    </a:cubicBezTo>
                    <a:lnTo>
                      <a:pt x="70923" y="4096"/>
                    </a:lnTo>
                    <a:cubicBezTo>
                      <a:pt x="70923" y="1810"/>
                      <a:pt x="65017" y="0"/>
                      <a:pt x="57778" y="0"/>
                    </a:cubicBezTo>
                    <a:cubicBezTo>
                      <a:pt x="50539" y="0"/>
                      <a:pt x="44634" y="1810"/>
                      <a:pt x="44634" y="4096"/>
                    </a:cubicBezTo>
                    <a:lnTo>
                      <a:pt x="44634" y="13240"/>
                    </a:lnTo>
                    <a:lnTo>
                      <a:pt x="19678" y="8668"/>
                    </a:lnTo>
                    <a:cubicBezTo>
                      <a:pt x="13392" y="7525"/>
                      <a:pt x="5391" y="8192"/>
                      <a:pt x="1771" y="10192"/>
                    </a:cubicBezTo>
                    <a:cubicBezTo>
                      <a:pt x="-1848" y="12192"/>
                      <a:pt x="247" y="14764"/>
                      <a:pt x="6534" y="1590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40" name="Google Shape;3140;p95"/>
              <p:cNvSpPr/>
              <p:nvPr/>
            </p:nvSpPr>
            <p:spPr>
              <a:xfrm>
                <a:off x="4606196" y="3667855"/>
                <a:ext cx="49053" cy="15430"/>
              </a:xfrm>
              <a:custGeom>
                <a:avLst/>
                <a:gdLst/>
                <a:ahLst/>
                <a:cxnLst/>
                <a:rect l="l" t="t" r="r" b="b"/>
                <a:pathLst>
                  <a:path w="49053" h="15430" extrusionOk="0">
                    <a:moveTo>
                      <a:pt x="0" y="6858"/>
                    </a:moveTo>
                    <a:lnTo>
                      <a:pt x="0" y="8572"/>
                    </a:lnTo>
                    <a:cubicBezTo>
                      <a:pt x="0" y="8572"/>
                      <a:pt x="476" y="9144"/>
                      <a:pt x="953" y="9334"/>
                    </a:cubicBezTo>
                    <a:lnTo>
                      <a:pt x="19526" y="15145"/>
                    </a:lnTo>
                    <a:cubicBezTo>
                      <a:pt x="20003" y="15335"/>
                      <a:pt x="21145" y="15431"/>
                      <a:pt x="21812" y="15431"/>
                    </a:cubicBezTo>
                    <a:lnTo>
                      <a:pt x="27242" y="15431"/>
                    </a:lnTo>
                    <a:cubicBezTo>
                      <a:pt x="28003" y="15431"/>
                      <a:pt x="29051" y="15335"/>
                      <a:pt x="29527" y="15145"/>
                    </a:cubicBezTo>
                    <a:lnTo>
                      <a:pt x="48101" y="9334"/>
                    </a:lnTo>
                    <a:cubicBezTo>
                      <a:pt x="48577" y="9144"/>
                      <a:pt x="49054" y="8858"/>
                      <a:pt x="49054" y="8572"/>
                    </a:cubicBezTo>
                    <a:lnTo>
                      <a:pt x="49054" y="6858"/>
                    </a:lnTo>
                    <a:cubicBezTo>
                      <a:pt x="49054" y="6858"/>
                      <a:pt x="48577" y="6286"/>
                      <a:pt x="48101" y="6096"/>
                    </a:cubicBezTo>
                    <a:lnTo>
                      <a:pt x="29527" y="286"/>
                    </a:lnTo>
                    <a:cubicBezTo>
                      <a:pt x="29051" y="95"/>
                      <a:pt x="27908" y="0"/>
                      <a:pt x="27242" y="0"/>
                    </a:cubicBezTo>
                    <a:lnTo>
                      <a:pt x="21812" y="0"/>
                    </a:lnTo>
                    <a:cubicBezTo>
                      <a:pt x="21050" y="0"/>
                      <a:pt x="20003" y="95"/>
                      <a:pt x="19526" y="286"/>
                    </a:cubicBezTo>
                    <a:lnTo>
                      <a:pt x="953" y="6096"/>
                    </a:lnTo>
                    <a:cubicBezTo>
                      <a:pt x="476" y="6286"/>
                      <a:pt x="0" y="6572"/>
                      <a:pt x="0" y="6858"/>
                    </a:cubicBezTo>
                    <a:close/>
                    <a:moveTo>
                      <a:pt x="15716" y="7715"/>
                    </a:moveTo>
                    <a:cubicBezTo>
                      <a:pt x="15716" y="7715"/>
                      <a:pt x="16193" y="7144"/>
                      <a:pt x="16669" y="6953"/>
                    </a:cubicBezTo>
                    <a:lnTo>
                      <a:pt x="22003" y="5239"/>
                    </a:lnTo>
                    <a:cubicBezTo>
                      <a:pt x="22479" y="5048"/>
                      <a:pt x="23527" y="4953"/>
                      <a:pt x="24289" y="4953"/>
                    </a:cubicBezTo>
                    <a:lnTo>
                      <a:pt x="24479" y="4953"/>
                    </a:lnTo>
                    <a:cubicBezTo>
                      <a:pt x="25241" y="4953"/>
                      <a:pt x="26289" y="5048"/>
                      <a:pt x="26765" y="5239"/>
                    </a:cubicBezTo>
                    <a:lnTo>
                      <a:pt x="32099" y="6953"/>
                    </a:lnTo>
                    <a:cubicBezTo>
                      <a:pt x="32575" y="7144"/>
                      <a:pt x="33052" y="7430"/>
                      <a:pt x="33052" y="7715"/>
                    </a:cubicBezTo>
                    <a:lnTo>
                      <a:pt x="33052" y="7715"/>
                    </a:lnTo>
                    <a:cubicBezTo>
                      <a:pt x="33052" y="7715"/>
                      <a:pt x="32575" y="8382"/>
                      <a:pt x="32099" y="8572"/>
                    </a:cubicBezTo>
                    <a:lnTo>
                      <a:pt x="26765" y="10287"/>
                    </a:lnTo>
                    <a:cubicBezTo>
                      <a:pt x="26289" y="10478"/>
                      <a:pt x="25241" y="10573"/>
                      <a:pt x="24479" y="10573"/>
                    </a:cubicBezTo>
                    <a:lnTo>
                      <a:pt x="24289" y="10573"/>
                    </a:lnTo>
                    <a:cubicBezTo>
                      <a:pt x="23527" y="10573"/>
                      <a:pt x="22479" y="10478"/>
                      <a:pt x="22003" y="10287"/>
                    </a:cubicBezTo>
                    <a:lnTo>
                      <a:pt x="16669" y="8572"/>
                    </a:lnTo>
                    <a:cubicBezTo>
                      <a:pt x="16193" y="8382"/>
                      <a:pt x="15716" y="8096"/>
                      <a:pt x="15716" y="7810"/>
                    </a:cubicBezTo>
                    <a:lnTo>
                      <a:pt x="15716" y="781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41" name="Google Shape;3141;p95"/>
              <p:cNvSpPr/>
              <p:nvPr/>
            </p:nvSpPr>
            <p:spPr>
              <a:xfrm>
                <a:off x="4641343" y="3684428"/>
                <a:ext cx="70922" cy="24479"/>
              </a:xfrm>
              <a:custGeom>
                <a:avLst/>
                <a:gdLst/>
                <a:ahLst/>
                <a:cxnLst/>
                <a:rect l="l" t="t" r="r" b="b"/>
                <a:pathLst>
                  <a:path w="70922" h="24479" extrusionOk="0">
                    <a:moveTo>
                      <a:pt x="64389" y="8668"/>
                    </a:moveTo>
                    <a:lnTo>
                      <a:pt x="19812" y="571"/>
                    </a:lnTo>
                    <a:cubicBezTo>
                      <a:pt x="17431" y="95"/>
                      <a:pt x="14764" y="0"/>
                      <a:pt x="12192" y="0"/>
                    </a:cubicBezTo>
                    <a:cubicBezTo>
                      <a:pt x="5334" y="191"/>
                      <a:pt x="0" y="1905"/>
                      <a:pt x="0" y="4096"/>
                    </a:cubicBezTo>
                    <a:lnTo>
                      <a:pt x="0" y="20384"/>
                    </a:lnTo>
                    <a:cubicBezTo>
                      <a:pt x="0" y="22670"/>
                      <a:pt x="5906" y="24479"/>
                      <a:pt x="13145" y="24479"/>
                    </a:cubicBezTo>
                    <a:cubicBezTo>
                      <a:pt x="20383" y="24479"/>
                      <a:pt x="26289" y="22670"/>
                      <a:pt x="26289" y="20384"/>
                    </a:cubicBezTo>
                    <a:lnTo>
                      <a:pt x="26289" y="11240"/>
                    </a:lnTo>
                    <a:lnTo>
                      <a:pt x="51245" y="15811"/>
                    </a:lnTo>
                    <a:cubicBezTo>
                      <a:pt x="57531" y="16955"/>
                      <a:pt x="65532" y="16288"/>
                      <a:pt x="69152" y="14288"/>
                    </a:cubicBezTo>
                    <a:cubicBezTo>
                      <a:pt x="72771" y="12383"/>
                      <a:pt x="70676" y="9811"/>
                      <a:pt x="64389" y="866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42" name="Google Shape;3142;p95"/>
              <p:cNvSpPr/>
              <p:nvPr/>
            </p:nvSpPr>
            <p:spPr>
              <a:xfrm>
                <a:off x="4664965" y="3663202"/>
                <a:ext cx="70869" cy="24641"/>
              </a:xfrm>
              <a:custGeom>
                <a:avLst/>
                <a:gdLst/>
                <a:ahLst/>
                <a:cxnLst/>
                <a:rect l="l" t="t" r="r" b="b"/>
                <a:pathLst>
                  <a:path w="70869" h="24641" extrusionOk="0">
                    <a:moveTo>
                      <a:pt x="476" y="11321"/>
                    </a:moveTo>
                    <a:cubicBezTo>
                      <a:pt x="476" y="11321"/>
                      <a:pt x="0" y="11987"/>
                      <a:pt x="0" y="12273"/>
                    </a:cubicBezTo>
                    <a:cubicBezTo>
                      <a:pt x="0" y="12749"/>
                      <a:pt x="191" y="13226"/>
                      <a:pt x="572" y="13607"/>
                    </a:cubicBezTo>
                    <a:cubicBezTo>
                      <a:pt x="1524" y="14559"/>
                      <a:pt x="3524" y="15416"/>
                      <a:pt x="6572" y="15988"/>
                    </a:cubicBezTo>
                    <a:lnTo>
                      <a:pt x="51149" y="24084"/>
                    </a:lnTo>
                    <a:cubicBezTo>
                      <a:pt x="57436" y="25227"/>
                      <a:pt x="65437" y="24560"/>
                      <a:pt x="69056" y="22560"/>
                    </a:cubicBezTo>
                    <a:cubicBezTo>
                      <a:pt x="72771" y="20560"/>
                      <a:pt x="70580" y="18083"/>
                      <a:pt x="64294" y="16940"/>
                    </a:cubicBezTo>
                    <a:lnTo>
                      <a:pt x="39434" y="12368"/>
                    </a:lnTo>
                    <a:lnTo>
                      <a:pt x="64294" y="7796"/>
                    </a:lnTo>
                    <a:cubicBezTo>
                      <a:pt x="70580" y="6653"/>
                      <a:pt x="72771" y="4082"/>
                      <a:pt x="69056" y="2081"/>
                    </a:cubicBezTo>
                    <a:cubicBezTo>
                      <a:pt x="65342" y="81"/>
                      <a:pt x="57341" y="-586"/>
                      <a:pt x="51149" y="557"/>
                    </a:cubicBezTo>
                    <a:lnTo>
                      <a:pt x="6572" y="8654"/>
                    </a:lnTo>
                    <a:cubicBezTo>
                      <a:pt x="3429" y="9225"/>
                      <a:pt x="1429" y="10178"/>
                      <a:pt x="476" y="1113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3143" name="Google Shape;3143;p95"/>
          <p:cNvGrpSpPr/>
          <p:nvPr/>
        </p:nvGrpSpPr>
        <p:grpSpPr>
          <a:xfrm>
            <a:off x="5225216" y="1766724"/>
            <a:ext cx="255782" cy="294626"/>
            <a:chOff x="6630638" y="3586449"/>
            <a:chExt cx="454723" cy="523779"/>
          </a:xfrm>
        </p:grpSpPr>
        <p:sp>
          <p:nvSpPr>
            <p:cNvPr id="3144" name="Google Shape;3144;p95"/>
            <p:cNvSpPr/>
            <p:nvPr/>
          </p:nvSpPr>
          <p:spPr>
            <a:xfrm>
              <a:off x="6630638" y="3586449"/>
              <a:ext cx="454723" cy="523779"/>
            </a:xfrm>
            <a:custGeom>
              <a:avLst/>
              <a:gdLst/>
              <a:ahLst/>
              <a:cxnLst/>
              <a:rect l="l" t="t" r="r" b="b"/>
              <a:pathLst>
                <a:path w="454723" h="523779" extrusionOk="0">
                  <a:moveTo>
                    <a:pt x="227362" y="95"/>
                  </a:moveTo>
                  <a:cubicBezTo>
                    <a:pt x="78105" y="95"/>
                    <a:pt x="0" y="49911"/>
                    <a:pt x="0" y="99155"/>
                  </a:cubicBezTo>
                  <a:lnTo>
                    <a:pt x="0" y="424720"/>
                  </a:lnTo>
                  <a:cubicBezTo>
                    <a:pt x="0" y="473964"/>
                    <a:pt x="78105" y="523780"/>
                    <a:pt x="227362" y="523780"/>
                  </a:cubicBezTo>
                  <a:cubicBezTo>
                    <a:pt x="376618" y="523780"/>
                    <a:pt x="454724" y="473964"/>
                    <a:pt x="454724" y="424720"/>
                  </a:cubicBezTo>
                  <a:lnTo>
                    <a:pt x="454724" y="99060"/>
                  </a:lnTo>
                  <a:cubicBezTo>
                    <a:pt x="454724" y="49816"/>
                    <a:pt x="376618" y="0"/>
                    <a:pt x="227362" y="0"/>
                  </a:cubicBezTo>
                  <a:close/>
                  <a:moveTo>
                    <a:pt x="416624" y="316040"/>
                  </a:moveTo>
                  <a:cubicBezTo>
                    <a:pt x="416624" y="340900"/>
                    <a:pt x="342900" y="377000"/>
                    <a:pt x="227362" y="377000"/>
                  </a:cubicBezTo>
                  <a:cubicBezTo>
                    <a:pt x="111824" y="377000"/>
                    <a:pt x="38100" y="340900"/>
                    <a:pt x="38100" y="316040"/>
                  </a:cubicBezTo>
                  <a:lnTo>
                    <a:pt x="38100" y="264319"/>
                  </a:lnTo>
                  <a:cubicBezTo>
                    <a:pt x="75057" y="288989"/>
                    <a:pt x="138494" y="306705"/>
                    <a:pt x="227362" y="306705"/>
                  </a:cubicBezTo>
                  <a:cubicBezTo>
                    <a:pt x="316230" y="306705"/>
                    <a:pt x="379667" y="288989"/>
                    <a:pt x="416624" y="264319"/>
                  </a:cubicBezTo>
                  <a:lnTo>
                    <a:pt x="416624" y="316040"/>
                  </a:lnTo>
                  <a:close/>
                  <a:moveTo>
                    <a:pt x="416624" y="207740"/>
                  </a:moveTo>
                  <a:cubicBezTo>
                    <a:pt x="416624" y="232601"/>
                    <a:pt x="342900" y="268700"/>
                    <a:pt x="227362" y="268700"/>
                  </a:cubicBezTo>
                  <a:cubicBezTo>
                    <a:pt x="111824" y="268700"/>
                    <a:pt x="38100" y="232601"/>
                    <a:pt x="38100" y="207740"/>
                  </a:cubicBezTo>
                  <a:lnTo>
                    <a:pt x="38100" y="155734"/>
                  </a:lnTo>
                  <a:cubicBezTo>
                    <a:pt x="75057" y="180403"/>
                    <a:pt x="138494" y="198120"/>
                    <a:pt x="227362" y="198120"/>
                  </a:cubicBezTo>
                  <a:cubicBezTo>
                    <a:pt x="316230" y="198120"/>
                    <a:pt x="379667" y="180403"/>
                    <a:pt x="416624" y="155734"/>
                  </a:cubicBezTo>
                  <a:lnTo>
                    <a:pt x="416624" y="207740"/>
                  </a:lnTo>
                  <a:close/>
                  <a:moveTo>
                    <a:pt x="227362" y="38195"/>
                  </a:moveTo>
                  <a:cubicBezTo>
                    <a:pt x="342900" y="38195"/>
                    <a:pt x="416624" y="74295"/>
                    <a:pt x="416624" y="99155"/>
                  </a:cubicBezTo>
                  <a:cubicBezTo>
                    <a:pt x="416624" y="124015"/>
                    <a:pt x="342900" y="160115"/>
                    <a:pt x="227362" y="160115"/>
                  </a:cubicBezTo>
                  <a:cubicBezTo>
                    <a:pt x="111824" y="160115"/>
                    <a:pt x="38100" y="124015"/>
                    <a:pt x="38100" y="99155"/>
                  </a:cubicBezTo>
                  <a:cubicBezTo>
                    <a:pt x="38100" y="74295"/>
                    <a:pt x="111824" y="38195"/>
                    <a:pt x="227362" y="38195"/>
                  </a:cubicBezTo>
                  <a:close/>
                  <a:moveTo>
                    <a:pt x="227362" y="485584"/>
                  </a:moveTo>
                  <a:cubicBezTo>
                    <a:pt x="111824" y="485584"/>
                    <a:pt x="38100" y="449485"/>
                    <a:pt x="38100" y="424625"/>
                  </a:cubicBezTo>
                  <a:lnTo>
                    <a:pt x="38100" y="372618"/>
                  </a:lnTo>
                  <a:cubicBezTo>
                    <a:pt x="75057" y="397288"/>
                    <a:pt x="138494" y="415004"/>
                    <a:pt x="227362" y="415004"/>
                  </a:cubicBezTo>
                  <a:cubicBezTo>
                    <a:pt x="316230" y="415004"/>
                    <a:pt x="379667" y="397288"/>
                    <a:pt x="416624" y="372618"/>
                  </a:cubicBezTo>
                  <a:lnTo>
                    <a:pt x="416624" y="424625"/>
                  </a:lnTo>
                  <a:cubicBezTo>
                    <a:pt x="416624" y="449485"/>
                    <a:pt x="342900" y="485584"/>
                    <a:pt x="227362" y="48558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45" name="Google Shape;3145;p95"/>
            <p:cNvSpPr/>
            <p:nvPr/>
          </p:nvSpPr>
          <p:spPr>
            <a:xfrm>
              <a:off x="6717192" y="3669041"/>
              <a:ext cx="94915" cy="32882"/>
            </a:xfrm>
            <a:custGeom>
              <a:avLst/>
              <a:gdLst/>
              <a:ahLst/>
              <a:cxnLst/>
              <a:rect l="l" t="t" r="r" b="b"/>
              <a:pathLst>
                <a:path w="94915" h="32882" extrusionOk="0">
                  <a:moveTo>
                    <a:pt x="2505" y="30088"/>
                  </a:moveTo>
                  <a:cubicBezTo>
                    <a:pt x="7363" y="32755"/>
                    <a:pt x="18126" y="33708"/>
                    <a:pt x="26508" y="32089"/>
                  </a:cubicBezTo>
                  <a:lnTo>
                    <a:pt x="86134" y="21230"/>
                  </a:lnTo>
                  <a:cubicBezTo>
                    <a:pt x="90135" y="20563"/>
                    <a:pt x="92897" y="19420"/>
                    <a:pt x="94135" y="18087"/>
                  </a:cubicBezTo>
                  <a:cubicBezTo>
                    <a:pt x="94707" y="17515"/>
                    <a:pt x="94993" y="16849"/>
                    <a:pt x="94897" y="16277"/>
                  </a:cubicBezTo>
                  <a:cubicBezTo>
                    <a:pt x="94897" y="15801"/>
                    <a:pt x="94707" y="15420"/>
                    <a:pt x="94231" y="14944"/>
                  </a:cubicBezTo>
                  <a:cubicBezTo>
                    <a:pt x="93088" y="13610"/>
                    <a:pt x="90230" y="12372"/>
                    <a:pt x="86039" y="11610"/>
                  </a:cubicBezTo>
                  <a:lnTo>
                    <a:pt x="26413" y="751"/>
                  </a:lnTo>
                  <a:cubicBezTo>
                    <a:pt x="18031" y="-773"/>
                    <a:pt x="7267" y="85"/>
                    <a:pt x="2410" y="2752"/>
                  </a:cubicBezTo>
                  <a:cubicBezTo>
                    <a:pt x="-2448" y="5419"/>
                    <a:pt x="409" y="8752"/>
                    <a:pt x="8791" y="10276"/>
                  </a:cubicBezTo>
                  <a:lnTo>
                    <a:pt x="42129" y="16372"/>
                  </a:lnTo>
                  <a:lnTo>
                    <a:pt x="8791" y="22468"/>
                  </a:lnTo>
                  <a:cubicBezTo>
                    <a:pt x="409" y="23992"/>
                    <a:pt x="-2543" y="27326"/>
                    <a:pt x="2410" y="2999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46" name="Google Shape;3146;p95"/>
            <p:cNvSpPr/>
            <p:nvPr/>
          </p:nvSpPr>
          <p:spPr>
            <a:xfrm>
              <a:off x="6748952" y="3697297"/>
              <a:ext cx="94950" cy="32789"/>
            </a:xfrm>
            <a:custGeom>
              <a:avLst/>
              <a:gdLst/>
              <a:ahLst/>
              <a:cxnLst/>
              <a:rect l="l" t="t" r="r" b="b"/>
              <a:pathLst>
                <a:path w="94950" h="32789" extrusionOk="0">
                  <a:moveTo>
                    <a:pt x="78567" y="23"/>
                  </a:moveTo>
                  <a:cubicBezTo>
                    <a:pt x="75138" y="-72"/>
                    <a:pt x="71614" y="118"/>
                    <a:pt x="68376" y="785"/>
                  </a:cubicBezTo>
                  <a:lnTo>
                    <a:pt x="8749" y="11643"/>
                  </a:lnTo>
                  <a:cubicBezTo>
                    <a:pt x="367" y="13167"/>
                    <a:pt x="-2490" y="16596"/>
                    <a:pt x="2367" y="19168"/>
                  </a:cubicBezTo>
                  <a:cubicBezTo>
                    <a:pt x="7225" y="21835"/>
                    <a:pt x="17988" y="22788"/>
                    <a:pt x="26370" y="21168"/>
                  </a:cubicBezTo>
                  <a:lnTo>
                    <a:pt x="59803" y="15072"/>
                  </a:lnTo>
                  <a:lnTo>
                    <a:pt x="59803" y="27265"/>
                  </a:lnTo>
                  <a:cubicBezTo>
                    <a:pt x="59803" y="30313"/>
                    <a:pt x="67614" y="32789"/>
                    <a:pt x="77424" y="32789"/>
                  </a:cubicBezTo>
                  <a:cubicBezTo>
                    <a:pt x="87235" y="32789"/>
                    <a:pt x="94950" y="30313"/>
                    <a:pt x="94950" y="27265"/>
                  </a:cubicBezTo>
                  <a:lnTo>
                    <a:pt x="94950" y="5547"/>
                  </a:lnTo>
                  <a:cubicBezTo>
                    <a:pt x="94950" y="2690"/>
                    <a:pt x="87711" y="214"/>
                    <a:pt x="78663" y="2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47" name="Google Shape;3147;p95"/>
            <p:cNvSpPr/>
            <p:nvPr/>
          </p:nvSpPr>
          <p:spPr>
            <a:xfrm>
              <a:off x="6872287" y="3641027"/>
              <a:ext cx="94855" cy="32788"/>
            </a:xfrm>
            <a:custGeom>
              <a:avLst/>
              <a:gdLst/>
              <a:ahLst/>
              <a:cxnLst/>
              <a:rect l="l" t="t" r="r" b="b"/>
              <a:pathLst>
                <a:path w="94855" h="32788" extrusionOk="0">
                  <a:moveTo>
                    <a:pt x="16288" y="32766"/>
                  </a:moveTo>
                  <a:cubicBezTo>
                    <a:pt x="19717" y="32861"/>
                    <a:pt x="23241" y="32671"/>
                    <a:pt x="26479" y="32004"/>
                  </a:cubicBezTo>
                  <a:lnTo>
                    <a:pt x="86106" y="21145"/>
                  </a:lnTo>
                  <a:cubicBezTo>
                    <a:pt x="94488" y="19621"/>
                    <a:pt x="97346" y="16288"/>
                    <a:pt x="92488" y="13621"/>
                  </a:cubicBezTo>
                  <a:cubicBezTo>
                    <a:pt x="87630" y="10954"/>
                    <a:pt x="76867" y="10001"/>
                    <a:pt x="68580" y="11620"/>
                  </a:cubicBezTo>
                  <a:lnTo>
                    <a:pt x="35147" y="17716"/>
                  </a:lnTo>
                  <a:lnTo>
                    <a:pt x="35147" y="5524"/>
                  </a:lnTo>
                  <a:cubicBezTo>
                    <a:pt x="35147" y="2477"/>
                    <a:pt x="27337" y="0"/>
                    <a:pt x="17526" y="0"/>
                  </a:cubicBezTo>
                  <a:cubicBezTo>
                    <a:pt x="7715" y="0"/>
                    <a:pt x="0" y="2477"/>
                    <a:pt x="0" y="5524"/>
                  </a:cubicBezTo>
                  <a:lnTo>
                    <a:pt x="0" y="27241"/>
                  </a:lnTo>
                  <a:cubicBezTo>
                    <a:pt x="0" y="30099"/>
                    <a:pt x="7144" y="32480"/>
                    <a:pt x="16288" y="3276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48" name="Google Shape;3148;p95"/>
            <p:cNvSpPr/>
            <p:nvPr/>
          </p:nvSpPr>
          <p:spPr>
            <a:xfrm>
              <a:off x="6748762" y="3641027"/>
              <a:ext cx="94950" cy="32765"/>
            </a:xfrm>
            <a:custGeom>
              <a:avLst/>
              <a:gdLst/>
              <a:ahLst/>
              <a:cxnLst/>
              <a:rect l="l" t="t" r="r" b="b"/>
              <a:pathLst>
                <a:path w="94950" h="32765" extrusionOk="0">
                  <a:moveTo>
                    <a:pt x="8844" y="21145"/>
                  </a:moveTo>
                  <a:lnTo>
                    <a:pt x="68471" y="32004"/>
                  </a:lnTo>
                  <a:cubicBezTo>
                    <a:pt x="71709" y="32576"/>
                    <a:pt x="75234" y="32766"/>
                    <a:pt x="78663" y="32766"/>
                  </a:cubicBezTo>
                  <a:cubicBezTo>
                    <a:pt x="87711" y="32576"/>
                    <a:pt x="94950" y="30194"/>
                    <a:pt x="94950" y="27241"/>
                  </a:cubicBezTo>
                  <a:lnTo>
                    <a:pt x="94950" y="5524"/>
                  </a:lnTo>
                  <a:cubicBezTo>
                    <a:pt x="94950" y="2477"/>
                    <a:pt x="87045" y="0"/>
                    <a:pt x="77424" y="0"/>
                  </a:cubicBezTo>
                  <a:cubicBezTo>
                    <a:pt x="67804" y="0"/>
                    <a:pt x="59803" y="2477"/>
                    <a:pt x="59803" y="5524"/>
                  </a:cubicBezTo>
                  <a:lnTo>
                    <a:pt x="59803" y="17716"/>
                  </a:lnTo>
                  <a:lnTo>
                    <a:pt x="26370" y="11620"/>
                  </a:lnTo>
                  <a:cubicBezTo>
                    <a:pt x="17988" y="10096"/>
                    <a:pt x="7225" y="10954"/>
                    <a:pt x="2367" y="13621"/>
                  </a:cubicBezTo>
                  <a:cubicBezTo>
                    <a:pt x="-2490" y="16288"/>
                    <a:pt x="367" y="19717"/>
                    <a:pt x="8749" y="2124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49" name="Google Shape;3149;p95"/>
            <p:cNvSpPr/>
            <p:nvPr/>
          </p:nvSpPr>
          <p:spPr>
            <a:xfrm>
              <a:off x="6825233" y="3675317"/>
              <a:ext cx="65531" cy="20574"/>
            </a:xfrm>
            <a:custGeom>
              <a:avLst/>
              <a:gdLst/>
              <a:ahLst/>
              <a:cxnLst/>
              <a:rect l="l" t="t" r="r" b="b"/>
              <a:pathLst>
                <a:path w="65531" h="20574" extrusionOk="0">
                  <a:moveTo>
                    <a:pt x="0" y="9144"/>
                  </a:moveTo>
                  <a:lnTo>
                    <a:pt x="0" y="11430"/>
                  </a:lnTo>
                  <a:cubicBezTo>
                    <a:pt x="0" y="11430"/>
                    <a:pt x="572" y="12192"/>
                    <a:pt x="1238" y="12383"/>
                  </a:cubicBezTo>
                  <a:lnTo>
                    <a:pt x="26003" y="20193"/>
                  </a:lnTo>
                  <a:cubicBezTo>
                    <a:pt x="26670" y="20384"/>
                    <a:pt x="28099" y="20574"/>
                    <a:pt x="29147" y="20574"/>
                  </a:cubicBezTo>
                  <a:lnTo>
                    <a:pt x="36386" y="20574"/>
                  </a:lnTo>
                  <a:cubicBezTo>
                    <a:pt x="37433" y="20574"/>
                    <a:pt x="38767" y="20384"/>
                    <a:pt x="39529" y="20193"/>
                  </a:cubicBezTo>
                  <a:lnTo>
                    <a:pt x="64294" y="12383"/>
                  </a:lnTo>
                  <a:cubicBezTo>
                    <a:pt x="64961" y="12192"/>
                    <a:pt x="65532" y="11716"/>
                    <a:pt x="65532" y="11430"/>
                  </a:cubicBezTo>
                  <a:lnTo>
                    <a:pt x="65532" y="9144"/>
                  </a:lnTo>
                  <a:cubicBezTo>
                    <a:pt x="65532" y="9144"/>
                    <a:pt x="64961" y="8382"/>
                    <a:pt x="64294" y="8192"/>
                  </a:cubicBezTo>
                  <a:lnTo>
                    <a:pt x="39529" y="381"/>
                  </a:lnTo>
                  <a:cubicBezTo>
                    <a:pt x="38862" y="191"/>
                    <a:pt x="37433" y="0"/>
                    <a:pt x="36386" y="0"/>
                  </a:cubicBezTo>
                  <a:lnTo>
                    <a:pt x="29147" y="0"/>
                  </a:lnTo>
                  <a:cubicBezTo>
                    <a:pt x="28194" y="0"/>
                    <a:pt x="26765" y="191"/>
                    <a:pt x="26003" y="381"/>
                  </a:cubicBezTo>
                  <a:lnTo>
                    <a:pt x="1238" y="8192"/>
                  </a:lnTo>
                  <a:cubicBezTo>
                    <a:pt x="572" y="8382"/>
                    <a:pt x="0" y="8858"/>
                    <a:pt x="0" y="9144"/>
                  </a:cubicBezTo>
                  <a:close/>
                  <a:moveTo>
                    <a:pt x="21050" y="10192"/>
                  </a:moveTo>
                  <a:cubicBezTo>
                    <a:pt x="21050" y="10192"/>
                    <a:pt x="21622" y="9430"/>
                    <a:pt x="22289" y="9239"/>
                  </a:cubicBezTo>
                  <a:lnTo>
                    <a:pt x="29432" y="6953"/>
                  </a:lnTo>
                  <a:cubicBezTo>
                    <a:pt x="30099" y="6763"/>
                    <a:pt x="31528" y="6572"/>
                    <a:pt x="32576" y="6572"/>
                  </a:cubicBezTo>
                  <a:lnTo>
                    <a:pt x="32861" y="6572"/>
                  </a:lnTo>
                  <a:cubicBezTo>
                    <a:pt x="33814" y="6572"/>
                    <a:pt x="35242" y="6763"/>
                    <a:pt x="36005" y="6953"/>
                  </a:cubicBezTo>
                  <a:lnTo>
                    <a:pt x="43148" y="9239"/>
                  </a:lnTo>
                  <a:cubicBezTo>
                    <a:pt x="43815" y="9430"/>
                    <a:pt x="44482" y="9906"/>
                    <a:pt x="44482" y="10192"/>
                  </a:cubicBezTo>
                  <a:lnTo>
                    <a:pt x="44482" y="10192"/>
                  </a:lnTo>
                  <a:cubicBezTo>
                    <a:pt x="44482" y="10192"/>
                    <a:pt x="43910" y="11049"/>
                    <a:pt x="43148" y="11335"/>
                  </a:cubicBezTo>
                  <a:lnTo>
                    <a:pt x="36005" y="13621"/>
                  </a:lnTo>
                  <a:cubicBezTo>
                    <a:pt x="35338" y="13811"/>
                    <a:pt x="33909" y="14002"/>
                    <a:pt x="32861" y="14002"/>
                  </a:cubicBezTo>
                  <a:lnTo>
                    <a:pt x="32576" y="14002"/>
                  </a:lnTo>
                  <a:cubicBezTo>
                    <a:pt x="31623" y="14002"/>
                    <a:pt x="30194" y="13811"/>
                    <a:pt x="29432" y="13621"/>
                  </a:cubicBezTo>
                  <a:lnTo>
                    <a:pt x="22289" y="11335"/>
                  </a:lnTo>
                  <a:cubicBezTo>
                    <a:pt x="21622" y="11144"/>
                    <a:pt x="21050" y="10668"/>
                    <a:pt x="21050" y="10382"/>
                  </a:cubicBezTo>
                  <a:lnTo>
                    <a:pt x="21050" y="1038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50" name="Google Shape;3150;p95"/>
            <p:cNvSpPr/>
            <p:nvPr/>
          </p:nvSpPr>
          <p:spPr>
            <a:xfrm>
              <a:off x="6872287" y="3697320"/>
              <a:ext cx="94855" cy="32766"/>
            </a:xfrm>
            <a:custGeom>
              <a:avLst/>
              <a:gdLst/>
              <a:ahLst/>
              <a:cxnLst/>
              <a:rect l="l" t="t" r="r" b="b"/>
              <a:pathLst>
                <a:path w="94855" h="32766" extrusionOk="0">
                  <a:moveTo>
                    <a:pt x="86106" y="11620"/>
                  </a:moveTo>
                  <a:lnTo>
                    <a:pt x="26479" y="762"/>
                  </a:lnTo>
                  <a:cubicBezTo>
                    <a:pt x="23241" y="191"/>
                    <a:pt x="19717" y="0"/>
                    <a:pt x="16288" y="0"/>
                  </a:cubicBezTo>
                  <a:cubicBezTo>
                    <a:pt x="7144" y="191"/>
                    <a:pt x="0" y="2572"/>
                    <a:pt x="0" y="5524"/>
                  </a:cubicBezTo>
                  <a:lnTo>
                    <a:pt x="0" y="27242"/>
                  </a:lnTo>
                  <a:cubicBezTo>
                    <a:pt x="0" y="30290"/>
                    <a:pt x="7810" y="32766"/>
                    <a:pt x="17526" y="32766"/>
                  </a:cubicBezTo>
                  <a:cubicBezTo>
                    <a:pt x="27242" y="32766"/>
                    <a:pt x="35147" y="30290"/>
                    <a:pt x="35147" y="27242"/>
                  </a:cubicBezTo>
                  <a:lnTo>
                    <a:pt x="35147" y="15049"/>
                  </a:lnTo>
                  <a:lnTo>
                    <a:pt x="68580" y="21145"/>
                  </a:lnTo>
                  <a:cubicBezTo>
                    <a:pt x="76962" y="22669"/>
                    <a:pt x="87725" y="21812"/>
                    <a:pt x="92488" y="19145"/>
                  </a:cubicBezTo>
                  <a:cubicBezTo>
                    <a:pt x="97346" y="16573"/>
                    <a:pt x="94488" y="13144"/>
                    <a:pt x="86106" y="1162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51" name="Google Shape;3151;p95"/>
            <p:cNvSpPr/>
            <p:nvPr/>
          </p:nvSpPr>
          <p:spPr>
            <a:xfrm>
              <a:off x="6903910" y="3669094"/>
              <a:ext cx="94802" cy="32882"/>
            </a:xfrm>
            <a:custGeom>
              <a:avLst/>
              <a:gdLst/>
              <a:ahLst/>
              <a:cxnLst/>
              <a:rect l="l" t="t" r="r" b="b"/>
              <a:pathLst>
                <a:path w="94802" h="32882" extrusionOk="0">
                  <a:moveTo>
                    <a:pt x="667" y="14986"/>
                  </a:moveTo>
                  <a:cubicBezTo>
                    <a:pt x="667" y="14986"/>
                    <a:pt x="95" y="15843"/>
                    <a:pt x="0" y="16320"/>
                  </a:cubicBezTo>
                  <a:cubicBezTo>
                    <a:pt x="0" y="16891"/>
                    <a:pt x="191" y="17558"/>
                    <a:pt x="762" y="18129"/>
                  </a:cubicBezTo>
                  <a:cubicBezTo>
                    <a:pt x="2000" y="19367"/>
                    <a:pt x="4763" y="20510"/>
                    <a:pt x="8763" y="21272"/>
                  </a:cubicBezTo>
                  <a:lnTo>
                    <a:pt x="68390" y="32131"/>
                  </a:lnTo>
                  <a:cubicBezTo>
                    <a:pt x="76772" y="33655"/>
                    <a:pt x="87535" y="32798"/>
                    <a:pt x="92393" y="30131"/>
                  </a:cubicBezTo>
                  <a:cubicBezTo>
                    <a:pt x="97250" y="27464"/>
                    <a:pt x="94393" y="24130"/>
                    <a:pt x="86011" y="22606"/>
                  </a:cubicBezTo>
                  <a:lnTo>
                    <a:pt x="52673" y="16510"/>
                  </a:lnTo>
                  <a:lnTo>
                    <a:pt x="86011" y="10414"/>
                  </a:lnTo>
                  <a:cubicBezTo>
                    <a:pt x="94393" y="8890"/>
                    <a:pt x="97346" y="5461"/>
                    <a:pt x="92393" y="2794"/>
                  </a:cubicBezTo>
                  <a:cubicBezTo>
                    <a:pt x="87535" y="127"/>
                    <a:pt x="76772" y="-826"/>
                    <a:pt x="68390" y="794"/>
                  </a:cubicBezTo>
                  <a:lnTo>
                    <a:pt x="8763" y="11652"/>
                  </a:lnTo>
                  <a:cubicBezTo>
                    <a:pt x="4572" y="12414"/>
                    <a:pt x="1810" y="13653"/>
                    <a:pt x="667" y="1498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152" name="Google Shape;3152;p95"/>
          <p:cNvGrpSpPr/>
          <p:nvPr/>
        </p:nvGrpSpPr>
        <p:grpSpPr>
          <a:xfrm>
            <a:off x="6803052" y="1763938"/>
            <a:ext cx="268587" cy="300091"/>
            <a:chOff x="2860103" y="1130300"/>
            <a:chExt cx="477488" cy="533495"/>
          </a:xfrm>
        </p:grpSpPr>
        <p:sp>
          <p:nvSpPr>
            <p:cNvPr id="3153" name="Google Shape;3153;p95"/>
            <p:cNvSpPr/>
            <p:nvPr/>
          </p:nvSpPr>
          <p:spPr>
            <a:xfrm>
              <a:off x="2860103" y="1130300"/>
              <a:ext cx="477488" cy="533495"/>
            </a:xfrm>
            <a:custGeom>
              <a:avLst/>
              <a:gdLst/>
              <a:ahLst/>
              <a:cxnLst/>
              <a:rect l="l" t="t" r="r" b="b"/>
              <a:pathLst>
                <a:path w="477488" h="533495" extrusionOk="0">
                  <a:moveTo>
                    <a:pt x="477107" y="100679"/>
                  </a:moveTo>
                  <a:cubicBezTo>
                    <a:pt x="473869" y="35243"/>
                    <a:pt x="352711" y="0"/>
                    <a:pt x="238601" y="0"/>
                  </a:cubicBezTo>
                  <a:cubicBezTo>
                    <a:pt x="124492" y="0"/>
                    <a:pt x="0" y="36195"/>
                    <a:pt x="0" y="103442"/>
                  </a:cubicBezTo>
                  <a:lnTo>
                    <a:pt x="0" y="430054"/>
                  </a:lnTo>
                  <a:cubicBezTo>
                    <a:pt x="0" y="497205"/>
                    <a:pt x="122968" y="533495"/>
                    <a:pt x="238697" y="533495"/>
                  </a:cubicBezTo>
                  <a:cubicBezTo>
                    <a:pt x="354425" y="533495"/>
                    <a:pt x="477393" y="497300"/>
                    <a:pt x="477488" y="430054"/>
                  </a:cubicBezTo>
                  <a:lnTo>
                    <a:pt x="477488" y="103442"/>
                  </a:lnTo>
                  <a:cubicBezTo>
                    <a:pt x="477488" y="102489"/>
                    <a:pt x="477298" y="101632"/>
                    <a:pt x="477203" y="100775"/>
                  </a:cubicBezTo>
                  <a:close/>
                  <a:moveTo>
                    <a:pt x="238601" y="38195"/>
                  </a:moveTo>
                  <a:cubicBezTo>
                    <a:pt x="360998" y="38195"/>
                    <a:pt x="439103" y="76772"/>
                    <a:pt x="439103" y="103442"/>
                  </a:cubicBezTo>
                  <a:cubicBezTo>
                    <a:pt x="439103" y="130112"/>
                    <a:pt x="360998" y="168688"/>
                    <a:pt x="238601" y="168688"/>
                  </a:cubicBezTo>
                  <a:cubicBezTo>
                    <a:pt x="116205" y="168688"/>
                    <a:pt x="38767" y="130397"/>
                    <a:pt x="38100" y="103823"/>
                  </a:cubicBezTo>
                  <a:lnTo>
                    <a:pt x="38100" y="103537"/>
                  </a:lnTo>
                  <a:cubicBezTo>
                    <a:pt x="38100" y="103537"/>
                    <a:pt x="38100" y="103442"/>
                    <a:pt x="38100" y="103346"/>
                  </a:cubicBezTo>
                  <a:cubicBezTo>
                    <a:pt x="38481" y="76772"/>
                    <a:pt x="116491" y="38386"/>
                    <a:pt x="238601" y="38386"/>
                  </a:cubicBezTo>
                  <a:close/>
                  <a:moveTo>
                    <a:pt x="238697" y="495300"/>
                  </a:moveTo>
                  <a:cubicBezTo>
                    <a:pt x="116300" y="495300"/>
                    <a:pt x="38195" y="456629"/>
                    <a:pt x="38195" y="430054"/>
                  </a:cubicBezTo>
                  <a:lnTo>
                    <a:pt x="38195" y="161449"/>
                  </a:lnTo>
                  <a:cubicBezTo>
                    <a:pt x="83534" y="191167"/>
                    <a:pt x="162687" y="206883"/>
                    <a:pt x="238697" y="206883"/>
                  </a:cubicBezTo>
                  <a:cubicBezTo>
                    <a:pt x="314706" y="206883"/>
                    <a:pt x="393954" y="191262"/>
                    <a:pt x="439293" y="161449"/>
                  </a:cubicBezTo>
                  <a:lnTo>
                    <a:pt x="439293" y="430149"/>
                  </a:lnTo>
                  <a:cubicBezTo>
                    <a:pt x="439293" y="456724"/>
                    <a:pt x="361188" y="495395"/>
                    <a:pt x="238792" y="49539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54" name="Google Shape;3154;p95"/>
            <p:cNvSpPr/>
            <p:nvPr/>
          </p:nvSpPr>
          <p:spPr>
            <a:xfrm>
              <a:off x="3142601" y="1409212"/>
              <a:ext cx="96226" cy="105992"/>
            </a:xfrm>
            <a:custGeom>
              <a:avLst/>
              <a:gdLst/>
              <a:ahLst/>
              <a:cxnLst/>
              <a:rect l="l" t="t" r="r" b="b"/>
              <a:pathLst>
                <a:path w="96226" h="105992" extrusionOk="0">
                  <a:moveTo>
                    <a:pt x="90120" y="41604"/>
                  </a:moveTo>
                  <a:lnTo>
                    <a:pt x="17921" y="1503"/>
                  </a:lnTo>
                  <a:cubicBezTo>
                    <a:pt x="16492" y="741"/>
                    <a:pt x="15063" y="265"/>
                    <a:pt x="13444" y="75"/>
                  </a:cubicBezTo>
                  <a:cubicBezTo>
                    <a:pt x="11920" y="-116"/>
                    <a:pt x="10301" y="75"/>
                    <a:pt x="8777" y="456"/>
                  </a:cubicBezTo>
                  <a:cubicBezTo>
                    <a:pt x="7253" y="932"/>
                    <a:pt x="5824" y="1599"/>
                    <a:pt x="4586" y="2551"/>
                  </a:cubicBezTo>
                  <a:cubicBezTo>
                    <a:pt x="3347" y="3504"/>
                    <a:pt x="2300" y="4742"/>
                    <a:pt x="1538" y="6171"/>
                  </a:cubicBezTo>
                  <a:cubicBezTo>
                    <a:pt x="776" y="7599"/>
                    <a:pt x="299" y="9028"/>
                    <a:pt x="109" y="10647"/>
                  </a:cubicBezTo>
                  <a:cubicBezTo>
                    <a:pt x="-82" y="12171"/>
                    <a:pt x="109" y="13791"/>
                    <a:pt x="490" y="15315"/>
                  </a:cubicBezTo>
                  <a:cubicBezTo>
                    <a:pt x="966" y="16839"/>
                    <a:pt x="1633" y="18267"/>
                    <a:pt x="2585" y="19506"/>
                  </a:cubicBezTo>
                  <a:cubicBezTo>
                    <a:pt x="3538" y="20744"/>
                    <a:pt x="4776" y="21792"/>
                    <a:pt x="6205" y="22554"/>
                  </a:cubicBezTo>
                  <a:lnTo>
                    <a:pt x="59831" y="52367"/>
                  </a:lnTo>
                  <a:lnTo>
                    <a:pt x="5919" y="83609"/>
                  </a:lnTo>
                  <a:cubicBezTo>
                    <a:pt x="3633" y="84942"/>
                    <a:pt x="1823" y="87038"/>
                    <a:pt x="871" y="89419"/>
                  </a:cubicBezTo>
                  <a:cubicBezTo>
                    <a:pt x="-82" y="91800"/>
                    <a:pt x="-272" y="94563"/>
                    <a:pt x="395" y="97134"/>
                  </a:cubicBezTo>
                  <a:cubicBezTo>
                    <a:pt x="1061" y="99706"/>
                    <a:pt x="2585" y="101897"/>
                    <a:pt x="4681" y="103516"/>
                  </a:cubicBezTo>
                  <a:cubicBezTo>
                    <a:pt x="6776" y="105135"/>
                    <a:pt x="9348" y="105993"/>
                    <a:pt x="12015" y="105993"/>
                  </a:cubicBezTo>
                  <a:cubicBezTo>
                    <a:pt x="14111" y="105993"/>
                    <a:pt x="16206" y="105421"/>
                    <a:pt x="18016" y="104373"/>
                  </a:cubicBezTo>
                  <a:lnTo>
                    <a:pt x="90215" y="62463"/>
                  </a:lnTo>
                  <a:cubicBezTo>
                    <a:pt x="92025" y="61416"/>
                    <a:pt x="93549" y="59892"/>
                    <a:pt x="94692" y="57987"/>
                  </a:cubicBezTo>
                  <a:cubicBezTo>
                    <a:pt x="95740" y="56177"/>
                    <a:pt x="96311" y="54081"/>
                    <a:pt x="96216" y="51891"/>
                  </a:cubicBezTo>
                  <a:cubicBezTo>
                    <a:pt x="96216" y="49795"/>
                    <a:pt x="95645" y="47700"/>
                    <a:pt x="94502" y="45795"/>
                  </a:cubicBezTo>
                  <a:cubicBezTo>
                    <a:pt x="93454" y="43890"/>
                    <a:pt x="91930" y="42366"/>
                    <a:pt x="90025" y="4131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55" name="Google Shape;3155;p95"/>
            <p:cNvSpPr/>
            <p:nvPr/>
          </p:nvSpPr>
          <p:spPr>
            <a:xfrm>
              <a:off x="2958581" y="1409096"/>
              <a:ext cx="96308" cy="106176"/>
            </a:xfrm>
            <a:custGeom>
              <a:avLst/>
              <a:gdLst/>
              <a:ahLst/>
              <a:cxnLst/>
              <a:rect l="l" t="t" r="r" b="b"/>
              <a:pathLst>
                <a:path w="96308" h="106176" extrusionOk="0">
                  <a:moveTo>
                    <a:pt x="90022" y="83534"/>
                  </a:moveTo>
                  <a:lnTo>
                    <a:pt x="36396" y="53721"/>
                  </a:lnTo>
                  <a:lnTo>
                    <a:pt x="90307" y="22479"/>
                  </a:lnTo>
                  <a:cubicBezTo>
                    <a:pt x="91736" y="21717"/>
                    <a:pt x="92879" y="20669"/>
                    <a:pt x="93832" y="19336"/>
                  </a:cubicBezTo>
                  <a:cubicBezTo>
                    <a:pt x="94784" y="18097"/>
                    <a:pt x="95546" y="16669"/>
                    <a:pt x="95927" y="15145"/>
                  </a:cubicBezTo>
                  <a:cubicBezTo>
                    <a:pt x="96308" y="13621"/>
                    <a:pt x="96403" y="12001"/>
                    <a:pt x="96213" y="10477"/>
                  </a:cubicBezTo>
                  <a:cubicBezTo>
                    <a:pt x="96022" y="8954"/>
                    <a:pt x="95451" y="7430"/>
                    <a:pt x="94689" y="6001"/>
                  </a:cubicBezTo>
                  <a:cubicBezTo>
                    <a:pt x="93927" y="4572"/>
                    <a:pt x="92879" y="3429"/>
                    <a:pt x="91546" y="2476"/>
                  </a:cubicBezTo>
                  <a:cubicBezTo>
                    <a:pt x="90307" y="1524"/>
                    <a:pt x="88879" y="762"/>
                    <a:pt x="87355" y="381"/>
                  </a:cubicBezTo>
                  <a:cubicBezTo>
                    <a:pt x="85831" y="0"/>
                    <a:pt x="84211" y="-95"/>
                    <a:pt x="82687" y="95"/>
                  </a:cubicBezTo>
                  <a:cubicBezTo>
                    <a:pt x="81163" y="286"/>
                    <a:pt x="79639" y="857"/>
                    <a:pt x="78211" y="1619"/>
                  </a:cubicBezTo>
                  <a:lnTo>
                    <a:pt x="6011" y="43529"/>
                  </a:lnTo>
                  <a:cubicBezTo>
                    <a:pt x="4201" y="44577"/>
                    <a:pt x="2677" y="46101"/>
                    <a:pt x="1534" y="48006"/>
                  </a:cubicBezTo>
                  <a:cubicBezTo>
                    <a:pt x="487" y="49816"/>
                    <a:pt x="-85" y="51911"/>
                    <a:pt x="10" y="54102"/>
                  </a:cubicBezTo>
                  <a:cubicBezTo>
                    <a:pt x="10" y="56197"/>
                    <a:pt x="582" y="58293"/>
                    <a:pt x="1725" y="60198"/>
                  </a:cubicBezTo>
                  <a:cubicBezTo>
                    <a:pt x="2773" y="62008"/>
                    <a:pt x="4392" y="63532"/>
                    <a:pt x="6202" y="64580"/>
                  </a:cubicBezTo>
                  <a:lnTo>
                    <a:pt x="78401" y="104680"/>
                  </a:lnTo>
                  <a:cubicBezTo>
                    <a:pt x="81163" y="106204"/>
                    <a:pt x="84497" y="106585"/>
                    <a:pt x="87545" y="105728"/>
                  </a:cubicBezTo>
                  <a:cubicBezTo>
                    <a:pt x="90593" y="104870"/>
                    <a:pt x="93165" y="102775"/>
                    <a:pt x="94784" y="100013"/>
                  </a:cubicBezTo>
                  <a:cubicBezTo>
                    <a:pt x="96403" y="97250"/>
                    <a:pt x="96689" y="93917"/>
                    <a:pt x="95832" y="90869"/>
                  </a:cubicBezTo>
                  <a:cubicBezTo>
                    <a:pt x="94879" y="87821"/>
                    <a:pt x="92784" y="85249"/>
                    <a:pt x="90022" y="837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56" name="Google Shape;3156;p95"/>
            <p:cNvSpPr/>
            <p:nvPr/>
          </p:nvSpPr>
          <p:spPr>
            <a:xfrm>
              <a:off x="3072576" y="1388969"/>
              <a:ext cx="52447" cy="146333"/>
            </a:xfrm>
            <a:custGeom>
              <a:avLst/>
              <a:gdLst/>
              <a:ahLst/>
              <a:cxnLst/>
              <a:rect l="l" t="t" r="r" b="b"/>
              <a:pathLst>
                <a:path w="52447" h="146333" extrusionOk="0">
                  <a:moveTo>
                    <a:pt x="47369" y="2221"/>
                  </a:moveTo>
                  <a:cubicBezTo>
                    <a:pt x="46036" y="1363"/>
                    <a:pt x="44607" y="697"/>
                    <a:pt x="43083" y="316"/>
                  </a:cubicBezTo>
                  <a:cubicBezTo>
                    <a:pt x="41559" y="-65"/>
                    <a:pt x="39940" y="-65"/>
                    <a:pt x="38416" y="125"/>
                  </a:cubicBezTo>
                  <a:cubicBezTo>
                    <a:pt x="36892" y="316"/>
                    <a:pt x="35368" y="887"/>
                    <a:pt x="34034" y="1840"/>
                  </a:cubicBezTo>
                  <a:cubicBezTo>
                    <a:pt x="32701" y="2602"/>
                    <a:pt x="31558" y="3745"/>
                    <a:pt x="30605" y="5078"/>
                  </a:cubicBezTo>
                  <a:cubicBezTo>
                    <a:pt x="29653" y="6316"/>
                    <a:pt x="29081" y="7840"/>
                    <a:pt x="28700" y="9364"/>
                  </a:cubicBezTo>
                  <a:lnTo>
                    <a:pt x="316" y="131570"/>
                  </a:lnTo>
                  <a:cubicBezTo>
                    <a:pt x="-65" y="133094"/>
                    <a:pt x="-65" y="134713"/>
                    <a:pt x="125" y="136333"/>
                  </a:cubicBezTo>
                  <a:cubicBezTo>
                    <a:pt x="411" y="137857"/>
                    <a:pt x="887" y="139381"/>
                    <a:pt x="1840" y="140714"/>
                  </a:cubicBezTo>
                  <a:cubicBezTo>
                    <a:pt x="2697" y="142048"/>
                    <a:pt x="3840" y="143191"/>
                    <a:pt x="5078" y="144143"/>
                  </a:cubicBezTo>
                  <a:cubicBezTo>
                    <a:pt x="6316" y="145096"/>
                    <a:pt x="7840" y="145667"/>
                    <a:pt x="9364" y="146048"/>
                  </a:cubicBezTo>
                  <a:lnTo>
                    <a:pt x="12031" y="146334"/>
                  </a:lnTo>
                  <a:cubicBezTo>
                    <a:pt x="14698" y="146334"/>
                    <a:pt x="17365" y="145381"/>
                    <a:pt x="19556" y="143762"/>
                  </a:cubicBezTo>
                  <a:cubicBezTo>
                    <a:pt x="21652" y="142048"/>
                    <a:pt x="23176" y="139762"/>
                    <a:pt x="23747" y="137095"/>
                  </a:cubicBezTo>
                  <a:lnTo>
                    <a:pt x="52132" y="14889"/>
                  </a:lnTo>
                  <a:cubicBezTo>
                    <a:pt x="52513" y="13365"/>
                    <a:pt x="52513" y="11746"/>
                    <a:pt x="52322" y="10126"/>
                  </a:cubicBezTo>
                  <a:cubicBezTo>
                    <a:pt x="52036" y="8602"/>
                    <a:pt x="51560" y="7078"/>
                    <a:pt x="50608" y="5745"/>
                  </a:cubicBezTo>
                  <a:cubicBezTo>
                    <a:pt x="49750" y="4411"/>
                    <a:pt x="48607" y="3268"/>
                    <a:pt x="47369" y="231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57" name="Google Shape;3157;p95"/>
            <p:cNvSpPr/>
            <p:nvPr/>
          </p:nvSpPr>
          <p:spPr>
            <a:xfrm>
              <a:off x="2957896" y="1213749"/>
              <a:ext cx="94915" cy="32882"/>
            </a:xfrm>
            <a:custGeom>
              <a:avLst/>
              <a:gdLst/>
              <a:ahLst/>
              <a:cxnLst/>
              <a:rect l="l" t="t" r="r" b="b"/>
              <a:pathLst>
                <a:path w="94915" h="32882" extrusionOk="0">
                  <a:moveTo>
                    <a:pt x="2505" y="30088"/>
                  </a:moveTo>
                  <a:cubicBezTo>
                    <a:pt x="7363" y="32755"/>
                    <a:pt x="18126" y="33708"/>
                    <a:pt x="26508" y="32089"/>
                  </a:cubicBezTo>
                  <a:lnTo>
                    <a:pt x="86134" y="21230"/>
                  </a:lnTo>
                  <a:cubicBezTo>
                    <a:pt x="90135" y="20563"/>
                    <a:pt x="92897" y="19420"/>
                    <a:pt x="94135" y="18087"/>
                  </a:cubicBezTo>
                  <a:cubicBezTo>
                    <a:pt x="94707" y="17515"/>
                    <a:pt x="94993" y="16849"/>
                    <a:pt x="94897" y="16277"/>
                  </a:cubicBezTo>
                  <a:cubicBezTo>
                    <a:pt x="94897" y="15801"/>
                    <a:pt x="94707" y="15420"/>
                    <a:pt x="94231" y="14944"/>
                  </a:cubicBezTo>
                  <a:cubicBezTo>
                    <a:pt x="93088" y="13610"/>
                    <a:pt x="90230" y="12372"/>
                    <a:pt x="86039" y="11610"/>
                  </a:cubicBezTo>
                  <a:lnTo>
                    <a:pt x="26413" y="751"/>
                  </a:lnTo>
                  <a:cubicBezTo>
                    <a:pt x="18031" y="-773"/>
                    <a:pt x="7267" y="85"/>
                    <a:pt x="2410" y="2752"/>
                  </a:cubicBezTo>
                  <a:cubicBezTo>
                    <a:pt x="-2448" y="5419"/>
                    <a:pt x="409" y="8752"/>
                    <a:pt x="8791" y="10276"/>
                  </a:cubicBezTo>
                  <a:lnTo>
                    <a:pt x="42129" y="16372"/>
                  </a:lnTo>
                  <a:lnTo>
                    <a:pt x="8791" y="22468"/>
                  </a:lnTo>
                  <a:cubicBezTo>
                    <a:pt x="409" y="23992"/>
                    <a:pt x="-2543" y="27326"/>
                    <a:pt x="2410" y="2999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58" name="Google Shape;3158;p95"/>
            <p:cNvSpPr/>
            <p:nvPr/>
          </p:nvSpPr>
          <p:spPr>
            <a:xfrm>
              <a:off x="2989657" y="1242005"/>
              <a:ext cx="94950" cy="32788"/>
            </a:xfrm>
            <a:custGeom>
              <a:avLst/>
              <a:gdLst/>
              <a:ahLst/>
              <a:cxnLst/>
              <a:rect l="l" t="t" r="r" b="b"/>
              <a:pathLst>
                <a:path w="94950" h="32788" extrusionOk="0">
                  <a:moveTo>
                    <a:pt x="78567" y="23"/>
                  </a:moveTo>
                  <a:cubicBezTo>
                    <a:pt x="75138" y="-72"/>
                    <a:pt x="71614" y="118"/>
                    <a:pt x="68376" y="785"/>
                  </a:cubicBezTo>
                  <a:lnTo>
                    <a:pt x="8749" y="11644"/>
                  </a:lnTo>
                  <a:cubicBezTo>
                    <a:pt x="367" y="13168"/>
                    <a:pt x="-2490" y="16596"/>
                    <a:pt x="2367" y="19168"/>
                  </a:cubicBezTo>
                  <a:cubicBezTo>
                    <a:pt x="7225" y="21740"/>
                    <a:pt x="17988" y="22788"/>
                    <a:pt x="26370" y="21169"/>
                  </a:cubicBezTo>
                  <a:lnTo>
                    <a:pt x="59803" y="15072"/>
                  </a:lnTo>
                  <a:lnTo>
                    <a:pt x="59803" y="27265"/>
                  </a:lnTo>
                  <a:cubicBezTo>
                    <a:pt x="59803" y="30312"/>
                    <a:pt x="67614" y="32789"/>
                    <a:pt x="77424" y="32789"/>
                  </a:cubicBezTo>
                  <a:cubicBezTo>
                    <a:pt x="87235" y="32789"/>
                    <a:pt x="94950" y="30312"/>
                    <a:pt x="94950" y="27265"/>
                  </a:cubicBezTo>
                  <a:lnTo>
                    <a:pt x="94950" y="5547"/>
                  </a:lnTo>
                  <a:cubicBezTo>
                    <a:pt x="94950" y="2690"/>
                    <a:pt x="87711" y="213"/>
                    <a:pt x="78663" y="2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59" name="Google Shape;3159;p95"/>
            <p:cNvSpPr/>
            <p:nvPr/>
          </p:nvSpPr>
          <p:spPr>
            <a:xfrm>
              <a:off x="3112992" y="1185640"/>
              <a:ext cx="94855" cy="32788"/>
            </a:xfrm>
            <a:custGeom>
              <a:avLst/>
              <a:gdLst/>
              <a:ahLst/>
              <a:cxnLst/>
              <a:rect l="l" t="t" r="r" b="b"/>
              <a:pathLst>
                <a:path w="94855" h="32788" extrusionOk="0">
                  <a:moveTo>
                    <a:pt x="16288" y="32766"/>
                  </a:moveTo>
                  <a:cubicBezTo>
                    <a:pt x="19717" y="32861"/>
                    <a:pt x="23241" y="32671"/>
                    <a:pt x="26479" y="32004"/>
                  </a:cubicBezTo>
                  <a:lnTo>
                    <a:pt x="86106" y="21145"/>
                  </a:lnTo>
                  <a:cubicBezTo>
                    <a:pt x="94488" y="19621"/>
                    <a:pt x="97345" y="16288"/>
                    <a:pt x="92488" y="13621"/>
                  </a:cubicBezTo>
                  <a:cubicBezTo>
                    <a:pt x="87630" y="10954"/>
                    <a:pt x="76867" y="10001"/>
                    <a:pt x="68580" y="11620"/>
                  </a:cubicBezTo>
                  <a:lnTo>
                    <a:pt x="35147" y="17716"/>
                  </a:lnTo>
                  <a:lnTo>
                    <a:pt x="35147" y="5524"/>
                  </a:lnTo>
                  <a:cubicBezTo>
                    <a:pt x="35147" y="2476"/>
                    <a:pt x="27337" y="0"/>
                    <a:pt x="17526" y="0"/>
                  </a:cubicBezTo>
                  <a:cubicBezTo>
                    <a:pt x="7715" y="0"/>
                    <a:pt x="0" y="2476"/>
                    <a:pt x="0" y="5524"/>
                  </a:cubicBezTo>
                  <a:lnTo>
                    <a:pt x="0" y="27241"/>
                  </a:lnTo>
                  <a:cubicBezTo>
                    <a:pt x="0" y="30099"/>
                    <a:pt x="7144" y="32480"/>
                    <a:pt x="16288" y="3276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60" name="Google Shape;3160;p95"/>
            <p:cNvSpPr/>
            <p:nvPr/>
          </p:nvSpPr>
          <p:spPr>
            <a:xfrm>
              <a:off x="2989466" y="1185640"/>
              <a:ext cx="94950" cy="32765"/>
            </a:xfrm>
            <a:custGeom>
              <a:avLst/>
              <a:gdLst/>
              <a:ahLst/>
              <a:cxnLst/>
              <a:rect l="l" t="t" r="r" b="b"/>
              <a:pathLst>
                <a:path w="94950" h="32765" extrusionOk="0">
                  <a:moveTo>
                    <a:pt x="8844" y="21145"/>
                  </a:moveTo>
                  <a:lnTo>
                    <a:pt x="68471" y="32004"/>
                  </a:lnTo>
                  <a:cubicBezTo>
                    <a:pt x="71709" y="32575"/>
                    <a:pt x="75234" y="32766"/>
                    <a:pt x="78663" y="32766"/>
                  </a:cubicBezTo>
                  <a:cubicBezTo>
                    <a:pt x="87711" y="32575"/>
                    <a:pt x="94950" y="30194"/>
                    <a:pt x="94950" y="27241"/>
                  </a:cubicBezTo>
                  <a:lnTo>
                    <a:pt x="94950" y="5524"/>
                  </a:lnTo>
                  <a:cubicBezTo>
                    <a:pt x="94950" y="2476"/>
                    <a:pt x="87045" y="0"/>
                    <a:pt x="77424" y="0"/>
                  </a:cubicBezTo>
                  <a:cubicBezTo>
                    <a:pt x="67804" y="0"/>
                    <a:pt x="59803" y="2476"/>
                    <a:pt x="59803" y="5524"/>
                  </a:cubicBezTo>
                  <a:lnTo>
                    <a:pt x="59803" y="17716"/>
                  </a:lnTo>
                  <a:lnTo>
                    <a:pt x="26370" y="11620"/>
                  </a:lnTo>
                  <a:cubicBezTo>
                    <a:pt x="17988" y="10096"/>
                    <a:pt x="7225" y="10954"/>
                    <a:pt x="2367" y="13621"/>
                  </a:cubicBezTo>
                  <a:cubicBezTo>
                    <a:pt x="-2490" y="16288"/>
                    <a:pt x="367" y="19717"/>
                    <a:pt x="8749" y="2124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61" name="Google Shape;3161;p95"/>
            <p:cNvSpPr/>
            <p:nvPr/>
          </p:nvSpPr>
          <p:spPr>
            <a:xfrm>
              <a:off x="3065938" y="1219930"/>
              <a:ext cx="65532" cy="20573"/>
            </a:xfrm>
            <a:custGeom>
              <a:avLst/>
              <a:gdLst/>
              <a:ahLst/>
              <a:cxnLst/>
              <a:rect l="l" t="t" r="r" b="b"/>
              <a:pathLst>
                <a:path w="65532" h="20573" extrusionOk="0">
                  <a:moveTo>
                    <a:pt x="0" y="9144"/>
                  </a:moveTo>
                  <a:lnTo>
                    <a:pt x="0" y="11430"/>
                  </a:lnTo>
                  <a:cubicBezTo>
                    <a:pt x="0" y="11430"/>
                    <a:pt x="572" y="12192"/>
                    <a:pt x="1238" y="12383"/>
                  </a:cubicBezTo>
                  <a:lnTo>
                    <a:pt x="26003" y="20193"/>
                  </a:lnTo>
                  <a:cubicBezTo>
                    <a:pt x="26670" y="20384"/>
                    <a:pt x="28099" y="20574"/>
                    <a:pt x="29147" y="20574"/>
                  </a:cubicBezTo>
                  <a:lnTo>
                    <a:pt x="36385" y="20574"/>
                  </a:lnTo>
                  <a:cubicBezTo>
                    <a:pt x="37433" y="20574"/>
                    <a:pt x="38767" y="20384"/>
                    <a:pt x="39529" y="20193"/>
                  </a:cubicBezTo>
                  <a:lnTo>
                    <a:pt x="64294" y="12383"/>
                  </a:lnTo>
                  <a:cubicBezTo>
                    <a:pt x="64960" y="12192"/>
                    <a:pt x="65532" y="11716"/>
                    <a:pt x="65532" y="11430"/>
                  </a:cubicBezTo>
                  <a:lnTo>
                    <a:pt x="65532" y="9144"/>
                  </a:lnTo>
                  <a:cubicBezTo>
                    <a:pt x="65532" y="9144"/>
                    <a:pt x="64960" y="8382"/>
                    <a:pt x="64294" y="8192"/>
                  </a:cubicBezTo>
                  <a:lnTo>
                    <a:pt x="39529" y="381"/>
                  </a:lnTo>
                  <a:cubicBezTo>
                    <a:pt x="38862" y="191"/>
                    <a:pt x="37433" y="0"/>
                    <a:pt x="36385" y="0"/>
                  </a:cubicBezTo>
                  <a:lnTo>
                    <a:pt x="29147" y="0"/>
                  </a:lnTo>
                  <a:cubicBezTo>
                    <a:pt x="28194" y="0"/>
                    <a:pt x="26765" y="191"/>
                    <a:pt x="26003" y="381"/>
                  </a:cubicBezTo>
                  <a:lnTo>
                    <a:pt x="1238" y="8192"/>
                  </a:lnTo>
                  <a:cubicBezTo>
                    <a:pt x="572" y="8382"/>
                    <a:pt x="0" y="8858"/>
                    <a:pt x="0" y="9144"/>
                  </a:cubicBezTo>
                  <a:close/>
                  <a:moveTo>
                    <a:pt x="21050" y="10287"/>
                  </a:moveTo>
                  <a:cubicBezTo>
                    <a:pt x="21050" y="10287"/>
                    <a:pt x="21622" y="9525"/>
                    <a:pt x="22289" y="9335"/>
                  </a:cubicBezTo>
                  <a:lnTo>
                    <a:pt x="29432" y="7048"/>
                  </a:lnTo>
                  <a:cubicBezTo>
                    <a:pt x="30099" y="6858"/>
                    <a:pt x="31528" y="6667"/>
                    <a:pt x="32576" y="6667"/>
                  </a:cubicBezTo>
                  <a:lnTo>
                    <a:pt x="32861" y="6667"/>
                  </a:lnTo>
                  <a:cubicBezTo>
                    <a:pt x="33814" y="6667"/>
                    <a:pt x="35243" y="6858"/>
                    <a:pt x="36005" y="7048"/>
                  </a:cubicBezTo>
                  <a:lnTo>
                    <a:pt x="43148" y="9335"/>
                  </a:lnTo>
                  <a:cubicBezTo>
                    <a:pt x="43815" y="9525"/>
                    <a:pt x="44482" y="10001"/>
                    <a:pt x="44482" y="10287"/>
                  </a:cubicBezTo>
                  <a:lnTo>
                    <a:pt x="44482" y="10287"/>
                  </a:lnTo>
                  <a:cubicBezTo>
                    <a:pt x="44482" y="10287"/>
                    <a:pt x="43910" y="11144"/>
                    <a:pt x="43148" y="11430"/>
                  </a:cubicBezTo>
                  <a:lnTo>
                    <a:pt x="36005" y="13716"/>
                  </a:lnTo>
                  <a:cubicBezTo>
                    <a:pt x="35338" y="13907"/>
                    <a:pt x="33909" y="14097"/>
                    <a:pt x="32861" y="14097"/>
                  </a:cubicBezTo>
                  <a:lnTo>
                    <a:pt x="32576" y="14097"/>
                  </a:lnTo>
                  <a:cubicBezTo>
                    <a:pt x="31623" y="14097"/>
                    <a:pt x="30194" y="13907"/>
                    <a:pt x="29432" y="13716"/>
                  </a:cubicBezTo>
                  <a:lnTo>
                    <a:pt x="22289" y="11430"/>
                  </a:lnTo>
                  <a:cubicBezTo>
                    <a:pt x="21622" y="11240"/>
                    <a:pt x="21050" y="10763"/>
                    <a:pt x="21050" y="10478"/>
                  </a:cubicBezTo>
                  <a:lnTo>
                    <a:pt x="21050" y="1047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62" name="Google Shape;3162;p95"/>
            <p:cNvSpPr/>
            <p:nvPr/>
          </p:nvSpPr>
          <p:spPr>
            <a:xfrm>
              <a:off x="3112992" y="1242028"/>
              <a:ext cx="94855" cy="32766"/>
            </a:xfrm>
            <a:custGeom>
              <a:avLst/>
              <a:gdLst/>
              <a:ahLst/>
              <a:cxnLst/>
              <a:rect l="l" t="t" r="r" b="b"/>
              <a:pathLst>
                <a:path w="94855" h="32766" extrusionOk="0">
                  <a:moveTo>
                    <a:pt x="86106" y="11621"/>
                  </a:moveTo>
                  <a:lnTo>
                    <a:pt x="26479" y="762"/>
                  </a:lnTo>
                  <a:cubicBezTo>
                    <a:pt x="23241" y="191"/>
                    <a:pt x="19717" y="0"/>
                    <a:pt x="16288" y="0"/>
                  </a:cubicBezTo>
                  <a:cubicBezTo>
                    <a:pt x="7144" y="191"/>
                    <a:pt x="0" y="2572"/>
                    <a:pt x="0" y="5524"/>
                  </a:cubicBezTo>
                  <a:lnTo>
                    <a:pt x="0" y="27242"/>
                  </a:lnTo>
                  <a:cubicBezTo>
                    <a:pt x="0" y="30290"/>
                    <a:pt x="7810" y="32766"/>
                    <a:pt x="17526" y="32766"/>
                  </a:cubicBezTo>
                  <a:cubicBezTo>
                    <a:pt x="27241" y="32766"/>
                    <a:pt x="35147" y="30290"/>
                    <a:pt x="35147" y="27242"/>
                  </a:cubicBezTo>
                  <a:lnTo>
                    <a:pt x="35147" y="15049"/>
                  </a:lnTo>
                  <a:lnTo>
                    <a:pt x="68580" y="21146"/>
                  </a:lnTo>
                  <a:cubicBezTo>
                    <a:pt x="76962" y="22670"/>
                    <a:pt x="87725" y="21812"/>
                    <a:pt x="92488" y="19145"/>
                  </a:cubicBezTo>
                  <a:cubicBezTo>
                    <a:pt x="97345" y="16573"/>
                    <a:pt x="94488" y="13145"/>
                    <a:pt x="86106" y="1162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63" name="Google Shape;3163;p95"/>
            <p:cNvSpPr/>
            <p:nvPr/>
          </p:nvSpPr>
          <p:spPr>
            <a:xfrm>
              <a:off x="3144615" y="1213707"/>
              <a:ext cx="94802" cy="32882"/>
            </a:xfrm>
            <a:custGeom>
              <a:avLst/>
              <a:gdLst/>
              <a:ahLst/>
              <a:cxnLst/>
              <a:rect l="l" t="t" r="r" b="b"/>
              <a:pathLst>
                <a:path w="94802" h="32882" extrusionOk="0">
                  <a:moveTo>
                    <a:pt x="667" y="14986"/>
                  </a:moveTo>
                  <a:cubicBezTo>
                    <a:pt x="667" y="14986"/>
                    <a:pt x="95" y="15843"/>
                    <a:pt x="0" y="16320"/>
                  </a:cubicBezTo>
                  <a:cubicBezTo>
                    <a:pt x="0" y="16891"/>
                    <a:pt x="191" y="17558"/>
                    <a:pt x="762" y="18129"/>
                  </a:cubicBezTo>
                  <a:cubicBezTo>
                    <a:pt x="2000" y="19367"/>
                    <a:pt x="4763" y="20510"/>
                    <a:pt x="8763" y="21272"/>
                  </a:cubicBezTo>
                  <a:lnTo>
                    <a:pt x="68390" y="32131"/>
                  </a:lnTo>
                  <a:cubicBezTo>
                    <a:pt x="76771" y="33655"/>
                    <a:pt x="87535" y="32798"/>
                    <a:pt x="92392" y="30131"/>
                  </a:cubicBezTo>
                  <a:cubicBezTo>
                    <a:pt x="97250" y="27464"/>
                    <a:pt x="94393" y="24130"/>
                    <a:pt x="86011" y="22606"/>
                  </a:cubicBezTo>
                  <a:lnTo>
                    <a:pt x="52673" y="16510"/>
                  </a:lnTo>
                  <a:lnTo>
                    <a:pt x="86011" y="10414"/>
                  </a:lnTo>
                  <a:cubicBezTo>
                    <a:pt x="94393" y="8890"/>
                    <a:pt x="97345" y="5461"/>
                    <a:pt x="92392" y="2794"/>
                  </a:cubicBezTo>
                  <a:cubicBezTo>
                    <a:pt x="87535" y="127"/>
                    <a:pt x="76771" y="-826"/>
                    <a:pt x="68390" y="794"/>
                  </a:cubicBezTo>
                  <a:lnTo>
                    <a:pt x="8763" y="11652"/>
                  </a:lnTo>
                  <a:cubicBezTo>
                    <a:pt x="4572" y="12414"/>
                    <a:pt x="1810" y="13652"/>
                    <a:pt x="667" y="1498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164" name="Google Shape;3164;p95"/>
          <p:cNvGrpSpPr/>
          <p:nvPr/>
        </p:nvGrpSpPr>
        <p:grpSpPr>
          <a:xfrm>
            <a:off x="7579225" y="1764237"/>
            <a:ext cx="300091" cy="299608"/>
            <a:chOff x="9588900" y="4305732"/>
            <a:chExt cx="533495" cy="532637"/>
          </a:xfrm>
        </p:grpSpPr>
        <p:sp>
          <p:nvSpPr>
            <p:cNvPr id="3165" name="Google Shape;3165;p95"/>
            <p:cNvSpPr/>
            <p:nvPr/>
          </p:nvSpPr>
          <p:spPr>
            <a:xfrm>
              <a:off x="9588900" y="4305732"/>
              <a:ext cx="533495" cy="532637"/>
            </a:xfrm>
            <a:custGeom>
              <a:avLst/>
              <a:gdLst/>
              <a:ahLst/>
              <a:cxnLst/>
              <a:rect l="l" t="t" r="r" b="b"/>
              <a:pathLst>
                <a:path w="533495" h="532637" extrusionOk="0">
                  <a:moveTo>
                    <a:pt x="294704" y="532543"/>
                  </a:moveTo>
                  <a:lnTo>
                    <a:pt x="238697" y="532543"/>
                  </a:lnTo>
                  <a:cubicBezTo>
                    <a:pt x="227076" y="532543"/>
                    <a:pt x="212693" y="526447"/>
                    <a:pt x="204406" y="518065"/>
                  </a:cubicBezTo>
                  <a:lnTo>
                    <a:pt x="14097" y="328232"/>
                  </a:lnTo>
                  <a:cubicBezTo>
                    <a:pt x="5905" y="320040"/>
                    <a:pt x="0" y="305753"/>
                    <a:pt x="0" y="294227"/>
                  </a:cubicBezTo>
                  <a:lnTo>
                    <a:pt x="0" y="238220"/>
                  </a:lnTo>
                  <a:cubicBezTo>
                    <a:pt x="0" y="226600"/>
                    <a:pt x="5810" y="212312"/>
                    <a:pt x="13907" y="204121"/>
                  </a:cubicBezTo>
                  <a:lnTo>
                    <a:pt x="204597" y="14192"/>
                  </a:lnTo>
                  <a:cubicBezTo>
                    <a:pt x="212503" y="6001"/>
                    <a:pt x="226886" y="0"/>
                    <a:pt x="238697" y="0"/>
                  </a:cubicBezTo>
                  <a:lnTo>
                    <a:pt x="294704" y="0"/>
                  </a:lnTo>
                  <a:cubicBezTo>
                    <a:pt x="306515" y="0"/>
                    <a:pt x="320993" y="6096"/>
                    <a:pt x="329089" y="14383"/>
                  </a:cubicBezTo>
                  <a:lnTo>
                    <a:pt x="519398" y="204025"/>
                  </a:lnTo>
                  <a:cubicBezTo>
                    <a:pt x="519398" y="204025"/>
                    <a:pt x="519494" y="204121"/>
                    <a:pt x="519589" y="204216"/>
                  </a:cubicBezTo>
                  <a:cubicBezTo>
                    <a:pt x="527685" y="212503"/>
                    <a:pt x="533495" y="226790"/>
                    <a:pt x="533495" y="238316"/>
                  </a:cubicBezTo>
                  <a:lnTo>
                    <a:pt x="533495" y="294323"/>
                  </a:lnTo>
                  <a:cubicBezTo>
                    <a:pt x="533495" y="305753"/>
                    <a:pt x="527590" y="320040"/>
                    <a:pt x="519494" y="328232"/>
                  </a:cubicBezTo>
                  <a:lnTo>
                    <a:pt x="328898" y="518255"/>
                  </a:lnTo>
                  <a:cubicBezTo>
                    <a:pt x="320802" y="526542"/>
                    <a:pt x="306324" y="532638"/>
                    <a:pt x="294799" y="532638"/>
                  </a:cubicBezTo>
                  <a:lnTo>
                    <a:pt x="294799" y="532638"/>
                  </a:lnTo>
                  <a:close/>
                  <a:moveTo>
                    <a:pt x="238697" y="28956"/>
                  </a:moveTo>
                  <a:cubicBezTo>
                    <a:pt x="234791" y="28956"/>
                    <a:pt x="227743" y="31814"/>
                    <a:pt x="225076" y="34481"/>
                  </a:cubicBezTo>
                  <a:lnTo>
                    <a:pt x="34481" y="224504"/>
                  </a:lnTo>
                  <a:cubicBezTo>
                    <a:pt x="31814" y="227171"/>
                    <a:pt x="28956" y="234315"/>
                    <a:pt x="28956" y="238220"/>
                  </a:cubicBezTo>
                  <a:lnTo>
                    <a:pt x="28956" y="294227"/>
                  </a:lnTo>
                  <a:cubicBezTo>
                    <a:pt x="28956" y="298037"/>
                    <a:pt x="31909" y="305086"/>
                    <a:pt x="34481" y="307753"/>
                  </a:cubicBezTo>
                  <a:lnTo>
                    <a:pt x="224981" y="497681"/>
                  </a:lnTo>
                  <a:cubicBezTo>
                    <a:pt x="227838" y="500634"/>
                    <a:pt x="234887" y="503587"/>
                    <a:pt x="238697" y="503587"/>
                  </a:cubicBezTo>
                  <a:lnTo>
                    <a:pt x="294704" y="503587"/>
                  </a:lnTo>
                  <a:cubicBezTo>
                    <a:pt x="298609" y="503587"/>
                    <a:pt x="305562" y="500634"/>
                    <a:pt x="308324" y="497777"/>
                  </a:cubicBezTo>
                  <a:lnTo>
                    <a:pt x="498920" y="307753"/>
                  </a:lnTo>
                  <a:cubicBezTo>
                    <a:pt x="501491" y="305086"/>
                    <a:pt x="504444" y="298037"/>
                    <a:pt x="504444" y="294323"/>
                  </a:cubicBezTo>
                  <a:lnTo>
                    <a:pt x="504444" y="238316"/>
                  </a:lnTo>
                  <a:cubicBezTo>
                    <a:pt x="504444" y="234410"/>
                    <a:pt x="501587" y="227362"/>
                    <a:pt x="498824" y="224504"/>
                  </a:cubicBezTo>
                  <a:lnTo>
                    <a:pt x="308515" y="34671"/>
                  </a:lnTo>
                  <a:cubicBezTo>
                    <a:pt x="305657" y="31718"/>
                    <a:pt x="298704" y="28861"/>
                    <a:pt x="294799" y="28861"/>
                  </a:cubicBezTo>
                  <a:lnTo>
                    <a:pt x="238792" y="2886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166" name="Google Shape;3166;p95"/>
            <p:cNvGrpSpPr/>
            <p:nvPr/>
          </p:nvGrpSpPr>
          <p:grpSpPr>
            <a:xfrm>
              <a:off x="9707603" y="4491446"/>
              <a:ext cx="296040" cy="161103"/>
              <a:chOff x="9707603" y="4491446"/>
              <a:chExt cx="296040" cy="161103"/>
            </a:xfrm>
          </p:grpSpPr>
          <p:sp>
            <p:nvSpPr>
              <p:cNvPr id="3167" name="Google Shape;3167;p95"/>
              <p:cNvSpPr/>
              <p:nvPr/>
            </p:nvSpPr>
            <p:spPr>
              <a:xfrm>
                <a:off x="9707603" y="4517283"/>
                <a:ext cx="247533" cy="135266"/>
              </a:xfrm>
              <a:custGeom>
                <a:avLst/>
                <a:gdLst/>
                <a:ahLst/>
                <a:cxnLst/>
                <a:rect l="l" t="t" r="r" b="b"/>
                <a:pathLst>
                  <a:path w="247533" h="135266" extrusionOk="0">
                    <a:moveTo>
                      <a:pt x="148568" y="74390"/>
                    </a:moveTo>
                    <a:lnTo>
                      <a:pt x="96467" y="47339"/>
                    </a:lnTo>
                    <a:lnTo>
                      <a:pt x="5979" y="380"/>
                    </a:lnTo>
                    <a:cubicBezTo>
                      <a:pt x="5979" y="380"/>
                      <a:pt x="5693" y="380"/>
                      <a:pt x="5693" y="380"/>
                    </a:cubicBezTo>
                    <a:cubicBezTo>
                      <a:pt x="2360" y="-1144"/>
                      <a:pt x="-974" y="2190"/>
                      <a:pt x="264" y="5429"/>
                    </a:cubicBezTo>
                    <a:lnTo>
                      <a:pt x="47127" y="122205"/>
                    </a:lnTo>
                    <a:lnTo>
                      <a:pt x="47127" y="122205"/>
                    </a:lnTo>
                    <a:cubicBezTo>
                      <a:pt x="47127" y="122205"/>
                      <a:pt x="47222" y="122491"/>
                      <a:pt x="47318" y="122586"/>
                    </a:cubicBezTo>
                    <a:cubicBezTo>
                      <a:pt x="49223" y="126968"/>
                      <a:pt x="53414" y="129635"/>
                      <a:pt x="57890" y="130682"/>
                    </a:cubicBezTo>
                    <a:cubicBezTo>
                      <a:pt x="58271" y="130682"/>
                      <a:pt x="58557" y="130873"/>
                      <a:pt x="58938" y="130873"/>
                    </a:cubicBezTo>
                    <a:cubicBezTo>
                      <a:pt x="59414" y="130968"/>
                      <a:pt x="59986" y="131063"/>
                      <a:pt x="60557" y="131159"/>
                    </a:cubicBezTo>
                    <a:lnTo>
                      <a:pt x="61700" y="131159"/>
                    </a:lnTo>
                    <a:cubicBezTo>
                      <a:pt x="119898" y="137064"/>
                      <a:pt x="178572" y="136588"/>
                      <a:pt x="236675" y="129825"/>
                    </a:cubicBezTo>
                    <a:lnTo>
                      <a:pt x="236675" y="129825"/>
                    </a:lnTo>
                    <a:cubicBezTo>
                      <a:pt x="237341" y="129825"/>
                      <a:pt x="238103" y="129825"/>
                      <a:pt x="238770" y="129730"/>
                    </a:cubicBezTo>
                    <a:cubicBezTo>
                      <a:pt x="238961" y="129730"/>
                      <a:pt x="239246" y="129730"/>
                      <a:pt x="239437" y="129730"/>
                    </a:cubicBezTo>
                    <a:lnTo>
                      <a:pt x="239532" y="129730"/>
                    </a:lnTo>
                    <a:cubicBezTo>
                      <a:pt x="239532" y="129730"/>
                      <a:pt x="239818" y="129730"/>
                      <a:pt x="240008" y="129730"/>
                    </a:cubicBezTo>
                    <a:cubicBezTo>
                      <a:pt x="240199" y="129730"/>
                      <a:pt x="240485" y="129730"/>
                      <a:pt x="240580" y="129635"/>
                    </a:cubicBezTo>
                    <a:cubicBezTo>
                      <a:pt x="241056" y="129539"/>
                      <a:pt x="241151" y="129444"/>
                      <a:pt x="241723" y="129254"/>
                    </a:cubicBezTo>
                    <a:cubicBezTo>
                      <a:pt x="242294" y="129063"/>
                      <a:pt x="243152" y="128682"/>
                      <a:pt x="243818" y="128396"/>
                    </a:cubicBezTo>
                    <a:cubicBezTo>
                      <a:pt x="244390" y="128111"/>
                      <a:pt x="244771" y="127825"/>
                      <a:pt x="245247" y="127539"/>
                    </a:cubicBezTo>
                    <a:cubicBezTo>
                      <a:pt x="245819" y="127158"/>
                      <a:pt x="246390" y="126777"/>
                      <a:pt x="246962" y="126396"/>
                    </a:cubicBezTo>
                    <a:cubicBezTo>
                      <a:pt x="247247" y="126206"/>
                      <a:pt x="247438" y="126110"/>
                      <a:pt x="247533" y="125920"/>
                    </a:cubicBezTo>
                    <a:lnTo>
                      <a:pt x="247438" y="125920"/>
                    </a:lnTo>
                    <a:lnTo>
                      <a:pt x="148759" y="74675"/>
                    </a:lnTo>
                    <a:lnTo>
                      <a:pt x="148759" y="746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68" name="Google Shape;3168;p95"/>
              <p:cNvSpPr/>
              <p:nvPr/>
            </p:nvSpPr>
            <p:spPr>
              <a:xfrm>
                <a:off x="9907892" y="4515182"/>
                <a:ext cx="95751" cy="123067"/>
              </a:xfrm>
              <a:custGeom>
                <a:avLst/>
                <a:gdLst/>
                <a:ahLst/>
                <a:cxnLst/>
                <a:rect l="l" t="t" r="r" b="b"/>
                <a:pathLst>
                  <a:path w="95751" h="123067" extrusionOk="0">
                    <a:moveTo>
                      <a:pt x="89916" y="386"/>
                    </a:moveTo>
                    <a:lnTo>
                      <a:pt x="89821" y="386"/>
                    </a:lnTo>
                    <a:lnTo>
                      <a:pt x="0" y="48773"/>
                    </a:lnTo>
                    <a:lnTo>
                      <a:pt x="50673" y="123068"/>
                    </a:lnTo>
                    <a:lnTo>
                      <a:pt x="95536" y="5434"/>
                    </a:lnTo>
                    <a:lnTo>
                      <a:pt x="95536" y="5244"/>
                    </a:lnTo>
                    <a:cubicBezTo>
                      <a:pt x="96679" y="1815"/>
                      <a:pt x="93059" y="-1329"/>
                      <a:pt x="89821" y="576"/>
                    </a:cubicBezTo>
                  </a:path>
                </a:pathLst>
              </a:custGeom>
              <a:solidFill>
                <a:srgbClr val="7FD3F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69" name="Google Shape;3169;p95"/>
              <p:cNvSpPr/>
              <p:nvPr/>
            </p:nvSpPr>
            <p:spPr>
              <a:xfrm>
                <a:off x="9804165" y="4491446"/>
                <a:ext cx="154495" cy="151471"/>
              </a:xfrm>
              <a:custGeom>
                <a:avLst/>
                <a:gdLst/>
                <a:ahLst/>
                <a:cxnLst/>
                <a:rect l="l" t="t" r="r" b="b"/>
                <a:pathLst>
                  <a:path w="154495" h="151471" extrusionOk="0">
                    <a:moveTo>
                      <a:pt x="56102" y="2500"/>
                    </a:moveTo>
                    <a:cubicBezTo>
                      <a:pt x="53816" y="-833"/>
                      <a:pt x="48768" y="-833"/>
                      <a:pt x="46577" y="2500"/>
                    </a:cubicBezTo>
                    <a:lnTo>
                      <a:pt x="0" y="73176"/>
                    </a:lnTo>
                    <a:lnTo>
                      <a:pt x="52102" y="100227"/>
                    </a:lnTo>
                    <a:lnTo>
                      <a:pt x="150876" y="151471"/>
                    </a:lnTo>
                    <a:cubicBezTo>
                      <a:pt x="151448" y="150900"/>
                      <a:pt x="151924" y="150328"/>
                      <a:pt x="152495" y="149662"/>
                    </a:cubicBezTo>
                    <a:cubicBezTo>
                      <a:pt x="153257" y="148709"/>
                      <a:pt x="153924" y="147757"/>
                      <a:pt x="154496" y="146614"/>
                    </a:cubicBezTo>
                    <a:lnTo>
                      <a:pt x="103823" y="72319"/>
                    </a:lnTo>
                    <a:lnTo>
                      <a:pt x="56102" y="2405"/>
                    </a:lnTo>
                    <a:lnTo>
                      <a:pt x="56102" y="2405"/>
                    </a:lnTo>
                    <a:close/>
                  </a:path>
                </a:pathLst>
              </a:custGeom>
              <a:solidFill>
                <a:srgbClr val="52C3E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3170" name="Google Shape;3170;p95"/>
          <p:cNvGrpSpPr/>
          <p:nvPr/>
        </p:nvGrpSpPr>
        <p:grpSpPr>
          <a:xfrm>
            <a:off x="1244412" y="2541748"/>
            <a:ext cx="293929" cy="299984"/>
            <a:chOff x="603666" y="4256881"/>
            <a:chExt cx="522541" cy="533304"/>
          </a:xfrm>
        </p:grpSpPr>
        <p:sp>
          <p:nvSpPr>
            <p:cNvPr id="3171" name="Google Shape;3171;p95"/>
            <p:cNvSpPr/>
            <p:nvPr/>
          </p:nvSpPr>
          <p:spPr>
            <a:xfrm>
              <a:off x="623955" y="4256881"/>
              <a:ext cx="215836" cy="215836"/>
            </a:xfrm>
            <a:custGeom>
              <a:avLst/>
              <a:gdLst/>
              <a:ahLst/>
              <a:cxnLst/>
              <a:rect l="l" t="t" r="r" b="b"/>
              <a:pathLst>
                <a:path w="215836" h="215836" extrusionOk="0">
                  <a:moveTo>
                    <a:pt x="194119" y="215741"/>
                  </a:moveTo>
                  <a:lnTo>
                    <a:pt x="21717" y="215741"/>
                  </a:lnTo>
                  <a:cubicBezTo>
                    <a:pt x="9716" y="215741"/>
                    <a:pt x="0" y="206026"/>
                    <a:pt x="0" y="194024"/>
                  </a:cubicBezTo>
                  <a:lnTo>
                    <a:pt x="0" y="21717"/>
                  </a:lnTo>
                  <a:cubicBezTo>
                    <a:pt x="0" y="9716"/>
                    <a:pt x="9716" y="0"/>
                    <a:pt x="21717" y="0"/>
                  </a:cubicBezTo>
                  <a:lnTo>
                    <a:pt x="194119" y="0"/>
                  </a:lnTo>
                  <a:cubicBezTo>
                    <a:pt x="206121" y="0"/>
                    <a:pt x="215837" y="9716"/>
                    <a:pt x="215837" y="21717"/>
                  </a:cubicBezTo>
                  <a:lnTo>
                    <a:pt x="215837" y="194119"/>
                  </a:lnTo>
                  <a:cubicBezTo>
                    <a:pt x="215837" y="206121"/>
                    <a:pt x="206121" y="215837"/>
                    <a:pt x="194119" y="215837"/>
                  </a:cubicBezTo>
                  <a:close/>
                  <a:moveTo>
                    <a:pt x="21717" y="20003"/>
                  </a:moveTo>
                  <a:cubicBezTo>
                    <a:pt x="20765" y="20003"/>
                    <a:pt x="20002" y="20764"/>
                    <a:pt x="20002" y="21717"/>
                  </a:cubicBezTo>
                  <a:lnTo>
                    <a:pt x="20002" y="194119"/>
                  </a:lnTo>
                  <a:cubicBezTo>
                    <a:pt x="20002" y="195072"/>
                    <a:pt x="20765" y="195834"/>
                    <a:pt x="21717" y="195834"/>
                  </a:cubicBezTo>
                  <a:lnTo>
                    <a:pt x="194119" y="195834"/>
                  </a:lnTo>
                  <a:cubicBezTo>
                    <a:pt x="195072" y="195834"/>
                    <a:pt x="195834" y="195072"/>
                    <a:pt x="195834" y="194119"/>
                  </a:cubicBezTo>
                  <a:lnTo>
                    <a:pt x="195834" y="21717"/>
                  </a:lnTo>
                  <a:cubicBezTo>
                    <a:pt x="195834" y="20764"/>
                    <a:pt x="195072" y="20003"/>
                    <a:pt x="194119" y="20003"/>
                  </a:cubicBezTo>
                  <a:lnTo>
                    <a:pt x="21717" y="2000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72" name="Google Shape;3172;p95"/>
            <p:cNvSpPr/>
            <p:nvPr/>
          </p:nvSpPr>
          <p:spPr>
            <a:xfrm>
              <a:off x="624336" y="4504435"/>
              <a:ext cx="215836" cy="215836"/>
            </a:xfrm>
            <a:custGeom>
              <a:avLst/>
              <a:gdLst/>
              <a:ahLst/>
              <a:cxnLst/>
              <a:rect l="l" t="t" r="r" b="b"/>
              <a:pathLst>
                <a:path w="215836" h="215836" extrusionOk="0">
                  <a:moveTo>
                    <a:pt x="194120" y="215837"/>
                  </a:moveTo>
                  <a:lnTo>
                    <a:pt x="21717" y="215837"/>
                  </a:lnTo>
                  <a:cubicBezTo>
                    <a:pt x="9716" y="215837"/>
                    <a:pt x="0" y="206121"/>
                    <a:pt x="0" y="194119"/>
                  </a:cubicBezTo>
                  <a:lnTo>
                    <a:pt x="0" y="21717"/>
                  </a:lnTo>
                  <a:cubicBezTo>
                    <a:pt x="0" y="9716"/>
                    <a:pt x="9716" y="0"/>
                    <a:pt x="21717" y="0"/>
                  </a:cubicBezTo>
                  <a:lnTo>
                    <a:pt x="194120" y="0"/>
                  </a:lnTo>
                  <a:cubicBezTo>
                    <a:pt x="206121" y="0"/>
                    <a:pt x="215837" y="9716"/>
                    <a:pt x="215837" y="21717"/>
                  </a:cubicBezTo>
                  <a:lnTo>
                    <a:pt x="215837" y="194119"/>
                  </a:lnTo>
                  <a:cubicBezTo>
                    <a:pt x="215837" y="206121"/>
                    <a:pt x="206121" y="215837"/>
                    <a:pt x="194120" y="215837"/>
                  </a:cubicBezTo>
                  <a:close/>
                  <a:moveTo>
                    <a:pt x="21717" y="20003"/>
                  </a:moveTo>
                  <a:cubicBezTo>
                    <a:pt x="20765" y="20003"/>
                    <a:pt x="20002" y="20764"/>
                    <a:pt x="20002" y="21717"/>
                  </a:cubicBezTo>
                  <a:lnTo>
                    <a:pt x="20002" y="194119"/>
                  </a:lnTo>
                  <a:cubicBezTo>
                    <a:pt x="20002" y="195072"/>
                    <a:pt x="20765" y="195834"/>
                    <a:pt x="21717" y="195834"/>
                  </a:cubicBezTo>
                  <a:lnTo>
                    <a:pt x="194120" y="195834"/>
                  </a:lnTo>
                  <a:cubicBezTo>
                    <a:pt x="195072" y="195834"/>
                    <a:pt x="195834" y="195072"/>
                    <a:pt x="195834" y="194119"/>
                  </a:cubicBezTo>
                  <a:lnTo>
                    <a:pt x="195834" y="21717"/>
                  </a:lnTo>
                  <a:cubicBezTo>
                    <a:pt x="195834" y="20764"/>
                    <a:pt x="195072" y="20003"/>
                    <a:pt x="194120" y="20003"/>
                  </a:cubicBezTo>
                  <a:lnTo>
                    <a:pt x="21717" y="2000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73" name="Google Shape;3173;p95"/>
            <p:cNvSpPr/>
            <p:nvPr/>
          </p:nvSpPr>
          <p:spPr>
            <a:xfrm>
              <a:off x="874748" y="4504435"/>
              <a:ext cx="215836" cy="215836"/>
            </a:xfrm>
            <a:custGeom>
              <a:avLst/>
              <a:gdLst/>
              <a:ahLst/>
              <a:cxnLst/>
              <a:rect l="l" t="t" r="r" b="b"/>
              <a:pathLst>
                <a:path w="215836" h="215836" extrusionOk="0">
                  <a:moveTo>
                    <a:pt x="194120" y="215837"/>
                  </a:moveTo>
                  <a:lnTo>
                    <a:pt x="21717" y="215837"/>
                  </a:lnTo>
                  <a:cubicBezTo>
                    <a:pt x="9716" y="215837"/>
                    <a:pt x="0" y="206121"/>
                    <a:pt x="0" y="194119"/>
                  </a:cubicBezTo>
                  <a:lnTo>
                    <a:pt x="0" y="21717"/>
                  </a:lnTo>
                  <a:cubicBezTo>
                    <a:pt x="0" y="9716"/>
                    <a:pt x="9716" y="0"/>
                    <a:pt x="21717" y="0"/>
                  </a:cubicBezTo>
                  <a:lnTo>
                    <a:pt x="194120" y="0"/>
                  </a:lnTo>
                  <a:cubicBezTo>
                    <a:pt x="206121" y="0"/>
                    <a:pt x="215837" y="9716"/>
                    <a:pt x="215837" y="21717"/>
                  </a:cubicBezTo>
                  <a:lnTo>
                    <a:pt x="215837" y="194119"/>
                  </a:lnTo>
                  <a:cubicBezTo>
                    <a:pt x="215837" y="206121"/>
                    <a:pt x="206121" y="215837"/>
                    <a:pt x="194120" y="215837"/>
                  </a:cubicBezTo>
                  <a:close/>
                  <a:moveTo>
                    <a:pt x="21812" y="20003"/>
                  </a:moveTo>
                  <a:cubicBezTo>
                    <a:pt x="20860" y="20003"/>
                    <a:pt x="20098" y="20764"/>
                    <a:pt x="20098" y="21717"/>
                  </a:cubicBezTo>
                  <a:lnTo>
                    <a:pt x="20098" y="194119"/>
                  </a:lnTo>
                  <a:cubicBezTo>
                    <a:pt x="20098" y="195072"/>
                    <a:pt x="20860" y="195834"/>
                    <a:pt x="21812" y="195834"/>
                  </a:cubicBezTo>
                  <a:lnTo>
                    <a:pt x="194215" y="195834"/>
                  </a:lnTo>
                  <a:cubicBezTo>
                    <a:pt x="195167" y="195834"/>
                    <a:pt x="195929" y="195072"/>
                    <a:pt x="195929" y="194119"/>
                  </a:cubicBezTo>
                  <a:lnTo>
                    <a:pt x="195929" y="21717"/>
                  </a:lnTo>
                  <a:cubicBezTo>
                    <a:pt x="195929" y="20764"/>
                    <a:pt x="195167" y="20003"/>
                    <a:pt x="194215" y="20003"/>
                  </a:cubicBezTo>
                  <a:lnTo>
                    <a:pt x="21812" y="2000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74" name="Google Shape;3174;p95"/>
            <p:cNvSpPr/>
            <p:nvPr/>
          </p:nvSpPr>
          <p:spPr>
            <a:xfrm>
              <a:off x="603666" y="4760087"/>
              <a:ext cx="522541" cy="30098"/>
            </a:xfrm>
            <a:custGeom>
              <a:avLst/>
              <a:gdLst/>
              <a:ahLst/>
              <a:cxnLst/>
              <a:rect l="l" t="t" r="r" b="b"/>
              <a:pathLst>
                <a:path w="522541" h="30098" extrusionOk="0">
                  <a:moveTo>
                    <a:pt x="507587" y="30099"/>
                  </a:moveTo>
                  <a:lnTo>
                    <a:pt x="15049" y="30099"/>
                  </a:lnTo>
                  <a:cubicBezTo>
                    <a:pt x="6667" y="30099"/>
                    <a:pt x="0" y="23336"/>
                    <a:pt x="0" y="15049"/>
                  </a:cubicBezTo>
                  <a:cubicBezTo>
                    <a:pt x="0" y="6763"/>
                    <a:pt x="6763" y="0"/>
                    <a:pt x="15049" y="0"/>
                  </a:cubicBezTo>
                  <a:lnTo>
                    <a:pt x="507492" y="0"/>
                  </a:lnTo>
                  <a:cubicBezTo>
                    <a:pt x="515874" y="0"/>
                    <a:pt x="522542" y="6763"/>
                    <a:pt x="522542" y="15049"/>
                  </a:cubicBezTo>
                  <a:cubicBezTo>
                    <a:pt x="522542" y="23336"/>
                    <a:pt x="515779" y="30099"/>
                    <a:pt x="507492" y="3009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175" name="Google Shape;3175;p95"/>
            <p:cNvGrpSpPr/>
            <p:nvPr/>
          </p:nvGrpSpPr>
          <p:grpSpPr>
            <a:xfrm>
              <a:off x="674056" y="4560919"/>
              <a:ext cx="116491" cy="103441"/>
              <a:chOff x="674056" y="4560919"/>
              <a:chExt cx="116491" cy="103441"/>
            </a:xfrm>
          </p:grpSpPr>
          <p:sp>
            <p:nvSpPr>
              <p:cNvPr id="3176" name="Google Shape;3176;p95"/>
              <p:cNvSpPr/>
              <p:nvPr/>
            </p:nvSpPr>
            <p:spPr>
              <a:xfrm>
                <a:off x="674056" y="4560919"/>
                <a:ext cx="20192" cy="103441"/>
              </a:xfrm>
              <a:custGeom>
                <a:avLst/>
                <a:gdLst/>
                <a:ahLst/>
                <a:cxnLst/>
                <a:rect l="l" t="t" r="r" b="b"/>
                <a:pathLst>
                  <a:path w="20192" h="103441" extrusionOk="0">
                    <a:moveTo>
                      <a:pt x="10096" y="103442"/>
                    </a:moveTo>
                    <a:cubicBezTo>
                      <a:pt x="4572" y="103442"/>
                      <a:pt x="0" y="98965"/>
                      <a:pt x="0" y="93345"/>
                    </a:cubicBezTo>
                    <a:lnTo>
                      <a:pt x="0" y="10097"/>
                    </a:lnTo>
                    <a:cubicBezTo>
                      <a:pt x="0" y="4572"/>
                      <a:pt x="4477" y="0"/>
                      <a:pt x="10096" y="0"/>
                    </a:cubicBezTo>
                    <a:cubicBezTo>
                      <a:pt x="15716" y="0"/>
                      <a:pt x="20193" y="4477"/>
                      <a:pt x="20193" y="10097"/>
                    </a:cubicBezTo>
                    <a:lnTo>
                      <a:pt x="20193" y="93345"/>
                    </a:lnTo>
                    <a:cubicBezTo>
                      <a:pt x="20193" y="98870"/>
                      <a:pt x="15716" y="103442"/>
                      <a:pt x="10096" y="10344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77" name="Google Shape;3177;p95"/>
              <p:cNvSpPr/>
              <p:nvPr/>
            </p:nvSpPr>
            <p:spPr>
              <a:xfrm>
                <a:off x="722157" y="4560919"/>
                <a:ext cx="20193" cy="103441"/>
              </a:xfrm>
              <a:custGeom>
                <a:avLst/>
                <a:gdLst/>
                <a:ahLst/>
                <a:cxnLst/>
                <a:rect l="l" t="t" r="r" b="b"/>
                <a:pathLst>
                  <a:path w="20193" h="103441" extrusionOk="0">
                    <a:moveTo>
                      <a:pt x="10096" y="103442"/>
                    </a:moveTo>
                    <a:cubicBezTo>
                      <a:pt x="4572" y="103442"/>
                      <a:pt x="0" y="98965"/>
                      <a:pt x="0" y="93345"/>
                    </a:cubicBezTo>
                    <a:lnTo>
                      <a:pt x="0" y="10097"/>
                    </a:lnTo>
                    <a:cubicBezTo>
                      <a:pt x="0" y="4572"/>
                      <a:pt x="4477" y="0"/>
                      <a:pt x="10096" y="0"/>
                    </a:cubicBezTo>
                    <a:cubicBezTo>
                      <a:pt x="15716" y="0"/>
                      <a:pt x="20193" y="4477"/>
                      <a:pt x="20193" y="10097"/>
                    </a:cubicBezTo>
                    <a:lnTo>
                      <a:pt x="20193" y="93345"/>
                    </a:lnTo>
                    <a:cubicBezTo>
                      <a:pt x="20193" y="98870"/>
                      <a:pt x="15716" y="103442"/>
                      <a:pt x="10096" y="10344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78" name="Google Shape;3178;p95"/>
              <p:cNvSpPr/>
              <p:nvPr/>
            </p:nvSpPr>
            <p:spPr>
              <a:xfrm>
                <a:off x="770354" y="4560919"/>
                <a:ext cx="20193" cy="103441"/>
              </a:xfrm>
              <a:custGeom>
                <a:avLst/>
                <a:gdLst/>
                <a:ahLst/>
                <a:cxnLst/>
                <a:rect l="l" t="t" r="r" b="b"/>
                <a:pathLst>
                  <a:path w="20193" h="103441" extrusionOk="0">
                    <a:moveTo>
                      <a:pt x="10097" y="103442"/>
                    </a:moveTo>
                    <a:cubicBezTo>
                      <a:pt x="4572" y="103442"/>
                      <a:pt x="0" y="98965"/>
                      <a:pt x="0" y="93345"/>
                    </a:cubicBezTo>
                    <a:lnTo>
                      <a:pt x="0" y="10097"/>
                    </a:lnTo>
                    <a:cubicBezTo>
                      <a:pt x="0" y="4572"/>
                      <a:pt x="4477" y="0"/>
                      <a:pt x="10097" y="0"/>
                    </a:cubicBezTo>
                    <a:cubicBezTo>
                      <a:pt x="15716" y="0"/>
                      <a:pt x="20193" y="4477"/>
                      <a:pt x="20193" y="10097"/>
                    </a:cubicBezTo>
                    <a:lnTo>
                      <a:pt x="20193" y="93345"/>
                    </a:lnTo>
                    <a:cubicBezTo>
                      <a:pt x="20193" y="98870"/>
                      <a:pt x="15716" y="103442"/>
                      <a:pt x="10097" y="10344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179" name="Google Shape;3179;p95"/>
            <p:cNvGrpSpPr/>
            <p:nvPr/>
          </p:nvGrpSpPr>
          <p:grpSpPr>
            <a:xfrm>
              <a:off x="924468" y="4560919"/>
              <a:ext cx="116490" cy="103441"/>
              <a:chOff x="924468" y="4560919"/>
              <a:chExt cx="116490" cy="103441"/>
            </a:xfrm>
          </p:grpSpPr>
          <p:sp>
            <p:nvSpPr>
              <p:cNvPr id="3180" name="Google Shape;3180;p95"/>
              <p:cNvSpPr/>
              <p:nvPr/>
            </p:nvSpPr>
            <p:spPr>
              <a:xfrm>
                <a:off x="924468" y="4560919"/>
                <a:ext cx="20192" cy="103441"/>
              </a:xfrm>
              <a:custGeom>
                <a:avLst/>
                <a:gdLst/>
                <a:ahLst/>
                <a:cxnLst/>
                <a:rect l="l" t="t" r="r" b="b"/>
                <a:pathLst>
                  <a:path w="20192" h="103441" extrusionOk="0">
                    <a:moveTo>
                      <a:pt x="10097" y="103442"/>
                    </a:moveTo>
                    <a:cubicBezTo>
                      <a:pt x="4572" y="103442"/>
                      <a:pt x="0" y="98965"/>
                      <a:pt x="0" y="93345"/>
                    </a:cubicBezTo>
                    <a:lnTo>
                      <a:pt x="0" y="10097"/>
                    </a:lnTo>
                    <a:cubicBezTo>
                      <a:pt x="0" y="4572"/>
                      <a:pt x="4477" y="0"/>
                      <a:pt x="10097" y="0"/>
                    </a:cubicBezTo>
                    <a:cubicBezTo>
                      <a:pt x="15716" y="0"/>
                      <a:pt x="20193" y="4477"/>
                      <a:pt x="20193" y="10097"/>
                    </a:cubicBezTo>
                    <a:lnTo>
                      <a:pt x="20193" y="93345"/>
                    </a:lnTo>
                    <a:cubicBezTo>
                      <a:pt x="20193" y="98870"/>
                      <a:pt x="15716" y="103442"/>
                      <a:pt x="10097" y="10344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81" name="Google Shape;3181;p95"/>
              <p:cNvSpPr/>
              <p:nvPr/>
            </p:nvSpPr>
            <p:spPr>
              <a:xfrm>
                <a:off x="972569" y="4560919"/>
                <a:ext cx="20193" cy="103441"/>
              </a:xfrm>
              <a:custGeom>
                <a:avLst/>
                <a:gdLst/>
                <a:ahLst/>
                <a:cxnLst/>
                <a:rect l="l" t="t" r="r" b="b"/>
                <a:pathLst>
                  <a:path w="20193" h="103441" extrusionOk="0">
                    <a:moveTo>
                      <a:pt x="10097" y="103442"/>
                    </a:moveTo>
                    <a:cubicBezTo>
                      <a:pt x="4572" y="103442"/>
                      <a:pt x="0" y="98965"/>
                      <a:pt x="0" y="93345"/>
                    </a:cubicBezTo>
                    <a:lnTo>
                      <a:pt x="0" y="10097"/>
                    </a:lnTo>
                    <a:cubicBezTo>
                      <a:pt x="0" y="4572"/>
                      <a:pt x="4477" y="0"/>
                      <a:pt x="10097" y="0"/>
                    </a:cubicBezTo>
                    <a:cubicBezTo>
                      <a:pt x="15716" y="0"/>
                      <a:pt x="20193" y="4477"/>
                      <a:pt x="20193" y="10097"/>
                    </a:cubicBezTo>
                    <a:lnTo>
                      <a:pt x="20193" y="93345"/>
                    </a:lnTo>
                    <a:cubicBezTo>
                      <a:pt x="20193" y="98870"/>
                      <a:pt x="15716" y="103442"/>
                      <a:pt x="10097" y="10344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82" name="Google Shape;3182;p95"/>
              <p:cNvSpPr/>
              <p:nvPr/>
            </p:nvSpPr>
            <p:spPr>
              <a:xfrm>
                <a:off x="1020766" y="4560919"/>
                <a:ext cx="20192" cy="103441"/>
              </a:xfrm>
              <a:custGeom>
                <a:avLst/>
                <a:gdLst/>
                <a:ahLst/>
                <a:cxnLst/>
                <a:rect l="l" t="t" r="r" b="b"/>
                <a:pathLst>
                  <a:path w="20192" h="103441" extrusionOk="0">
                    <a:moveTo>
                      <a:pt x="10097" y="103442"/>
                    </a:moveTo>
                    <a:cubicBezTo>
                      <a:pt x="4572" y="103442"/>
                      <a:pt x="0" y="98965"/>
                      <a:pt x="0" y="93345"/>
                    </a:cubicBezTo>
                    <a:lnTo>
                      <a:pt x="0" y="10097"/>
                    </a:lnTo>
                    <a:cubicBezTo>
                      <a:pt x="0" y="4572"/>
                      <a:pt x="4477" y="0"/>
                      <a:pt x="10097" y="0"/>
                    </a:cubicBezTo>
                    <a:cubicBezTo>
                      <a:pt x="15716" y="0"/>
                      <a:pt x="20193" y="4477"/>
                      <a:pt x="20193" y="10097"/>
                    </a:cubicBezTo>
                    <a:lnTo>
                      <a:pt x="20193" y="93345"/>
                    </a:lnTo>
                    <a:cubicBezTo>
                      <a:pt x="20193" y="98870"/>
                      <a:pt x="15716" y="103442"/>
                      <a:pt x="10097" y="10344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183" name="Google Shape;3183;p95"/>
            <p:cNvGrpSpPr/>
            <p:nvPr/>
          </p:nvGrpSpPr>
          <p:grpSpPr>
            <a:xfrm>
              <a:off x="674056" y="4312983"/>
              <a:ext cx="116491" cy="103441"/>
              <a:chOff x="674056" y="4312983"/>
              <a:chExt cx="116491" cy="103441"/>
            </a:xfrm>
          </p:grpSpPr>
          <p:sp>
            <p:nvSpPr>
              <p:cNvPr id="3184" name="Google Shape;3184;p95"/>
              <p:cNvSpPr/>
              <p:nvPr/>
            </p:nvSpPr>
            <p:spPr>
              <a:xfrm>
                <a:off x="674056" y="4312983"/>
                <a:ext cx="20192" cy="103441"/>
              </a:xfrm>
              <a:custGeom>
                <a:avLst/>
                <a:gdLst/>
                <a:ahLst/>
                <a:cxnLst/>
                <a:rect l="l" t="t" r="r" b="b"/>
                <a:pathLst>
                  <a:path w="20192" h="103441" extrusionOk="0">
                    <a:moveTo>
                      <a:pt x="10096" y="103442"/>
                    </a:moveTo>
                    <a:cubicBezTo>
                      <a:pt x="4572" y="103442"/>
                      <a:pt x="0" y="98965"/>
                      <a:pt x="0" y="93345"/>
                    </a:cubicBezTo>
                    <a:lnTo>
                      <a:pt x="0" y="10096"/>
                    </a:lnTo>
                    <a:cubicBezTo>
                      <a:pt x="0" y="4572"/>
                      <a:pt x="4477" y="0"/>
                      <a:pt x="10096" y="0"/>
                    </a:cubicBezTo>
                    <a:cubicBezTo>
                      <a:pt x="15716" y="0"/>
                      <a:pt x="20193" y="4477"/>
                      <a:pt x="20193" y="10096"/>
                    </a:cubicBezTo>
                    <a:lnTo>
                      <a:pt x="20193" y="93345"/>
                    </a:lnTo>
                    <a:cubicBezTo>
                      <a:pt x="20193" y="98965"/>
                      <a:pt x="15716" y="103442"/>
                      <a:pt x="10096" y="10344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85" name="Google Shape;3185;p95"/>
              <p:cNvSpPr/>
              <p:nvPr/>
            </p:nvSpPr>
            <p:spPr>
              <a:xfrm>
                <a:off x="722157" y="4312983"/>
                <a:ext cx="20193" cy="103441"/>
              </a:xfrm>
              <a:custGeom>
                <a:avLst/>
                <a:gdLst/>
                <a:ahLst/>
                <a:cxnLst/>
                <a:rect l="l" t="t" r="r" b="b"/>
                <a:pathLst>
                  <a:path w="20193" h="103441" extrusionOk="0">
                    <a:moveTo>
                      <a:pt x="10096" y="103442"/>
                    </a:moveTo>
                    <a:cubicBezTo>
                      <a:pt x="4572" y="103442"/>
                      <a:pt x="0" y="98965"/>
                      <a:pt x="0" y="93345"/>
                    </a:cubicBezTo>
                    <a:lnTo>
                      <a:pt x="0" y="10096"/>
                    </a:lnTo>
                    <a:cubicBezTo>
                      <a:pt x="0" y="4572"/>
                      <a:pt x="4477" y="0"/>
                      <a:pt x="10096" y="0"/>
                    </a:cubicBezTo>
                    <a:cubicBezTo>
                      <a:pt x="15716" y="0"/>
                      <a:pt x="20193" y="4477"/>
                      <a:pt x="20193" y="10096"/>
                    </a:cubicBezTo>
                    <a:lnTo>
                      <a:pt x="20193" y="93345"/>
                    </a:lnTo>
                    <a:cubicBezTo>
                      <a:pt x="20193" y="98965"/>
                      <a:pt x="15716" y="103442"/>
                      <a:pt x="10096" y="10344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86" name="Google Shape;3186;p95"/>
              <p:cNvSpPr/>
              <p:nvPr/>
            </p:nvSpPr>
            <p:spPr>
              <a:xfrm>
                <a:off x="770354" y="4312983"/>
                <a:ext cx="20193" cy="103441"/>
              </a:xfrm>
              <a:custGeom>
                <a:avLst/>
                <a:gdLst/>
                <a:ahLst/>
                <a:cxnLst/>
                <a:rect l="l" t="t" r="r" b="b"/>
                <a:pathLst>
                  <a:path w="20193" h="103441" extrusionOk="0">
                    <a:moveTo>
                      <a:pt x="10097" y="103442"/>
                    </a:moveTo>
                    <a:cubicBezTo>
                      <a:pt x="4572" y="103442"/>
                      <a:pt x="0" y="98965"/>
                      <a:pt x="0" y="93345"/>
                    </a:cubicBezTo>
                    <a:lnTo>
                      <a:pt x="0" y="10096"/>
                    </a:lnTo>
                    <a:cubicBezTo>
                      <a:pt x="0" y="4572"/>
                      <a:pt x="4477" y="0"/>
                      <a:pt x="10097" y="0"/>
                    </a:cubicBezTo>
                    <a:cubicBezTo>
                      <a:pt x="15716" y="0"/>
                      <a:pt x="20193" y="4477"/>
                      <a:pt x="20193" y="10096"/>
                    </a:cubicBezTo>
                    <a:lnTo>
                      <a:pt x="20193" y="93345"/>
                    </a:lnTo>
                    <a:cubicBezTo>
                      <a:pt x="20193" y="98965"/>
                      <a:pt x="15716" y="103442"/>
                      <a:pt x="10097" y="10344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187" name="Google Shape;3187;p95"/>
            <p:cNvGrpSpPr/>
            <p:nvPr/>
          </p:nvGrpSpPr>
          <p:grpSpPr>
            <a:xfrm>
              <a:off x="855170" y="4281193"/>
              <a:ext cx="230365" cy="188095"/>
              <a:chOff x="855170" y="4281193"/>
              <a:chExt cx="230365" cy="188095"/>
            </a:xfrm>
          </p:grpSpPr>
          <p:sp>
            <p:nvSpPr>
              <p:cNvPr id="3188" name="Google Shape;3188;p95"/>
              <p:cNvSpPr/>
              <p:nvPr/>
            </p:nvSpPr>
            <p:spPr>
              <a:xfrm>
                <a:off x="920944" y="4323687"/>
                <a:ext cx="20428" cy="14536"/>
              </a:xfrm>
              <a:custGeom>
                <a:avLst/>
                <a:gdLst/>
                <a:ahLst/>
                <a:cxnLst/>
                <a:rect l="l" t="t" r="r" b="b"/>
                <a:pathLst>
                  <a:path w="20428" h="14536" extrusionOk="0">
                    <a:moveTo>
                      <a:pt x="17907" y="8536"/>
                    </a:moveTo>
                    <a:cubicBezTo>
                      <a:pt x="20098" y="7488"/>
                      <a:pt x="21050" y="4821"/>
                      <a:pt x="20002" y="2535"/>
                    </a:cubicBezTo>
                    <a:cubicBezTo>
                      <a:pt x="19050" y="535"/>
                      <a:pt x="16669" y="-513"/>
                      <a:pt x="14478" y="249"/>
                    </a:cubicBezTo>
                    <a:lnTo>
                      <a:pt x="0" y="6155"/>
                    </a:lnTo>
                    <a:cubicBezTo>
                      <a:pt x="2000" y="8441"/>
                      <a:pt x="3143" y="11394"/>
                      <a:pt x="3143" y="14537"/>
                    </a:cubicBezTo>
                    <a:lnTo>
                      <a:pt x="17907" y="853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89" name="Google Shape;3189;p95"/>
              <p:cNvSpPr/>
              <p:nvPr/>
            </p:nvSpPr>
            <p:spPr>
              <a:xfrm>
                <a:off x="855170" y="4281193"/>
                <a:ext cx="230365" cy="188095"/>
              </a:xfrm>
              <a:custGeom>
                <a:avLst/>
                <a:gdLst/>
                <a:ahLst/>
                <a:cxnLst/>
                <a:rect l="l" t="t" r="r" b="b"/>
                <a:pathLst>
                  <a:path w="230365" h="188095" extrusionOk="0">
                    <a:moveTo>
                      <a:pt x="228651" y="167521"/>
                    </a:moveTo>
                    <a:lnTo>
                      <a:pt x="138926" y="7025"/>
                    </a:lnTo>
                    <a:cubicBezTo>
                      <a:pt x="135211" y="453"/>
                      <a:pt x="126829" y="-1929"/>
                      <a:pt x="120161" y="1691"/>
                    </a:cubicBezTo>
                    <a:cubicBezTo>
                      <a:pt x="117971" y="2929"/>
                      <a:pt x="116161" y="4739"/>
                      <a:pt x="114827" y="7025"/>
                    </a:cubicBezTo>
                    <a:lnTo>
                      <a:pt x="72536" y="82653"/>
                    </a:lnTo>
                    <a:lnTo>
                      <a:pt x="58725" y="82653"/>
                    </a:lnTo>
                    <a:cubicBezTo>
                      <a:pt x="57392" y="82368"/>
                      <a:pt x="55677" y="80653"/>
                      <a:pt x="55677" y="79510"/>
                    </a:cubicBezTo>
                    <a:lnTo>
                      <a:pt x="55677" y="71700"/>
                    </a:lnTo>
                    <a:lnTo>
                      <a:pt x="55868" y="71700"/>
                    </a:lnTo>
                    <a:cubicBezTo>
                      <a:pt x="57392" y="71033"/>
                      <a:pt x="58725" y="70176"/>
                      <a:pt x="59963" y="69128"/>
                    </a:cubicBezTo>
                    <a:cubicBezTo>
                      <a:pt x="61011" y="68175"/>
                      <a:pt x="61964" y="66937"/>
                      <a:pt x="62630" y="65699"/>
                    </a:cubicBezTo>
                    <a:cubicBezTo>
                      <a:pt x="62726" y="65508"/>
                      <a:pt x="62821" y="65318"/>
                      <a:pt x="62916" y="65127"/>
                    </a:cubicBezTo>
                    <a:cubicBezTo>
                      <a:pt x="63107" y="64746"/>
                      <a:pt x="63202" y="64365"/>
                      <a:pt x="63392" y="63984"/>
                    </a:cubicBezTo>
                    <a:cubicBezTo>
                      <a:pt x="65202" y="59031"/>
                      <a:pt x="63869" y="53507"/>
                      <a:pt x="59963" y="49983"/>
                    </a:cubicBezTo>
                    <a:cubicBezTo>
                      <a:pt x="59487" y="49506"/>
                      <a:pt x="59011" y="49221"/>
                      <a:pt x="58535" y="48840"/>
                    </a:cubicBezTo>
                    <a:cubicBezTo>
                      <a:pt x="58344" y="48744"/>
                      <a:pt x="58249" y="48649"/>
                      <a:pt x="57963" y="48554"/>
                    </a:cubicBezTo>
                    <a:cubicBezTo>
                      <a:pt x="54725" y="46554"/>
                      <a:pt x="50629" y="46173"/>
                      <a:pt x="47009" y="47411"/>
                    </a:cubicBezTo>
                    <a:lnTo>
                      <a:pt x="46628" y="47601"/>
                    </a:lnTo>
                    <a:cubicBezTo>
                      <a:pt x="45866" y="47887"/>
                      <a:pt x="45200" y="48268"/>
                      <a:pt x="44533" y="48649"/>
                    </a:cubicBezTo>
                    <a:cubicBezTo>
                      <a:pt x="44342" y="48744"/>
                      <a:pt x="44152" y="48840"/>
                      <a:pt x="43961" y="48935"/>
                    </a:cubicBezTo>
                    <a:cubicBezTo>
                      <a:pt x="43676" y="49125"/>
                      <a:pt x="43390" y="49316"/>
                      <a:pt x="43199" y="49506"/>
                    </a:cubicBezTo>
                    <a:cubicBezTo>
                      <a:pt x="42533" y="50078"/>
                      <a:pt x="41771" y="50745"/>
                      <a:pt x="41199" y="51411"/>
                    </a:cubicBezTo>
                    <a:cubicBezTo>
                      <a:pt x="41104" y="51602"/>
                      <a:pt x="40913" y="51697"/>
                      <a:pt x="40818" y="51888"/>
                    </a:cubicBezTo>
                    <a:cubicBezTo>
                      <a:pt x="40532" y="52173"/>
                      <a:pt x="40342" y="52554"/>
                      <a:pt x="40151" y="52935"/>
                    </a:cubicBezTo>
                    <a:cubicBezTo>
                      <a:pt x="39866" y="53507"/>
                      <a:pt x="39580" y="53983"/>
                      <a:pt x="39294" y="54650"/>
                    </a:cubicBezTo>
                    <a:cubicBezTo>
                      <a:pt x="39104" y="55031"/>
                      <a:pt x="39008" y="55412"/>
                      <a:pt x="38818" y="55793"/>
                    </a:cubicBezTo>
                    <a:cubicBezTo>
                      <a:pt x="38437" y="57031"/>
                      <a:pt x="38246" y="58365"/>
                      <a:pt x="38246" y="59698"/>
                    </a:cubicBezTo>
                    <a:lnTo>
                      <a:pt x="38246" y="60174"/>
                    </a:lnTo>
                    <a:lnTo>
                      <a:pt x="2813" y="74652"/>
                    </a:lnTo>
                    <a:cubicBezTo>
                      <a:pt x="527" y="75605"/>
                      <a:pt x="-616" y="78177"/>
                      <a:pt x="337" y="80463"/>
                    </a:cubicBezTo>
                    <a:cubicBezTo>
                      <a:pt x="1004" y="82177"/>
                      <a:pt x="2623" y="83225"/>
                      <a:pt x="4433" y="83225"/>
                    </a:cubicBezTo>
                    <a:cubicBezTo>
                      <a:pt x="5004" y="83225"/>
                      <a:pt x="5576" y="83130"/>
                      <a:pt x="6147" y="82939"/>
                    </a:cubicBezTo>
                    <a:lnTo>
                      <a:pt x="41580" y="68461"/>
                    </a:lnTo>
                    <a:cubicBezTo>
                      <a:pt x="43009" y="69985"/>
                      <a:pt x="44723" y="71223"/>
                      <a:pt x="46724" y="71890"/>
                    </a:cubicBezTo>
                    <a:lnTo>
                      <a:pt x="46724" y="79605"/>
                    </a:lnTo>
                    <a:cubicBezTo>
                      <a:pt x="46724" y="80653"/>
                      <a:pt x="46914" y="81796"/>
                      <a:pt x="47200" y="82749"/>
                    </a:cubicBezTo>
                    <a:lnTo>
                      <a:pt x="37008" y="82749"/>
                    </a:lnTo>
                    <a:cubicBezTo>
                      <a:pt x="31103" y="82749"/>
                      <a:pt x="26340" y="87511"/>
                      <a:pt x="26340" y="93417"/>
                    </a:cubicBezTo>
                    <a:lnTo>
                      <a:pt x="26340" y="153138"/>
                    </a:lnTo>
                    <a:cubicBezTo>
                      <a:pt x="26340" y="155805"/>
                      <a:pt x="27293" y="158377"/>
                      <a:pt x="29102" y="160282"/>
                    </a:cubicBezTo>
                    <a:lnTo>
                      <a:pt x="25007" y="167616"/>
                    </a:lnTo>
                    <a:cubicBezTo>
                      <a:pt x="21292" y="174189"/>
                      <a:pt x="23673" y="182666"/>
                      <a:pt x="30341" y="186381"/>
                    </a:cubicBezTo>
                    <a:cubicBezTo>
                      <a:pt x="32341" y="187524"/>
                      <a:pt x="34722" y="188095"/>
                      <a:pt x="37103" y="188095"/>
                    </a:cubicBezTo>
                    <a:lnTo>
                      <a:pt x="216554" y="188095"/>
                    </a:lnTo>
                    <a:cubicBezTo>
                      <a:pt x="224174" y="188095"/>
                      <a:pt x="230366" y="181904"/>
                      <a:pt x="230366" y="174284"/>
                    </a:cubicBezTo>
                    <a:cubicBezTo>
                      <a:pt x="230366" y="171998"/>
                      <a:pt x="229794" y="169617"/>
                      <a:pt x="228651" y="167616"/>
                    </a:cubicBezTo>
                    <a:close/>
                    <a:moveTo>
                      <a:pt x="125495" y="12930"/>
                    </a:moveTo>
                    <a:cubicBezTo>
                      <a:pt x="125972" y="12168"/>
                      <a:pt x="126924" y="11883"/>
                      <a:pt x="127686" y="12264"/>
                    </a:cubicBezTo>
                    <a:cubicBezTo>
                      <a:pt x="127972" y="12454"/>
                      <a:pt x="128162" y="12645"/>
                      <a:pt x="128353" y="12930"/>
                    </a:cubicBezTo>
                    <a:lnTo>
                      <a:pt x="148832" y="49602"/>
                    </a:lnTo>
                    <a:lnTo>
                      <a:pt x="137783" y="64842"/>
                    </a:lnTo>
                    <a:lnTo>
                      <a:pt x="124733" y="49411"/>
                    </a:lnTo>
                    <a:lnTo>
                      <a:pt x="124448" y="49030"/>
                    </a:lnTo>
                    <a:cubicBezTo>
                      <a:pt x="121685" y="46268"/>
                      <a:pt x="117494" y="45696"/>
                      <a:pt x="114161" y="47601"/>
                    </a:cubicBezTo>
                    <a:lnTo>
                      <a:pt x="102445" y="54174"/>
                    </a:lnTo>
                    <a:lnTo>
                      <a:pt x="125495" y="12835"/>
                    </a:lnTo>
                    <a:close/>
                    <a:moveTo>
                      <a:pt x="45581" y="59508"/>
                    </a:moveTo>
                    <a:cubicBezTo>
                      <a:pt x="45581" y="56364"/>
                      <a:pt x="48152" y="53793"/>
                      <a:pt x="51296" y="53793"/>
                    </a:cubicBezTo>
                    <a:cubicBezTo>
                      <a:pt x="54439" y="53793"/>
                      <a:pt x="57011" y="56364"/>
                      <a:pt x="57011" y="59508"/>
                    </a:cubicBezTo>
                    <a:cubicBezTo>
                      <a:pt x="57011" y="62651"/>
                      <a:pt x="54439" y="65223"/>
                      <a:pt x="51296" y="65223"/>
                    </a:cubicBezTo>
                    <a:cubicBezTo>
                      <a:pt x="48152" y="65223"/>
                      <a:pt x="45581" y="62651"/>
                      <a:pt x="45581" y="59508"/>
                    </a:cubicBezTo>
                    <a:lnTo>
                      <a:pt x="45581" y="59508"/>
                    </a:lnTo>
                    <a:close/>
                    <a:moveTo>
                      <a:pt x="48343" y="92845"/>
                    </a:moveTo>
                    <a:lnTo>
                      <a:pt x="91396" y="92845"/>
                    </a:lnTo>
                    <a:cubicBezTo>
                      <a:pt x="93301" y="92845"/>
                      <a:pt x="94920" y="94274"/>
                      <a:pt x="94920" y="96179"/>
                    </a:cubicBezTo>
                    <a:cubicBezTo>
                      <a:pt x="94920" y="98084"/>
                      <a:pt x="93491" y="99703"/>
                      <a:pt x="91586" y="99703"/>
                    </a:cubicBezTo>
                    <a:lnTo>
                      <a:pt x="48343" y="99703"/>
                    </a:lnTo>
                    <a:cubicBezTo>
                      <a:pt x="46438" y="99703"/>
                      <a:pt x="44819" y="98274"/>
                      <a:pt x="44819" y="96369"/>
                    </a:cubicBezTo>
                    <a:cubicBezTo>
                      <a:pt x="44819" y="94464"/>
                      <a:pt x="46247" y="92845"/>
                      <a:pt x="48152" y="92845"/>
                    </a:cubicBezTo>
                    <a:lnTo>
                      <a:pt x="48343" y="92845"/>
                    </a:lnTo>
                    <a:close/>
                    <a:moveTo>
                      <a:pt x="62345" y="126564"/>
                    </a:moveTo>
                    <a:cubicBezTo>
                      <a:pt x="60440" y="126564"/>
                      <a:pt x="58820" y="125135"/>
                      <a:pt x="58820" y="123230"/>
                    </a:cubicBezTo>
                    <a:cubicBezTo>
                      <a:pt x="58820" y="121325"/>
                      <a:pt x="60249" y="119706"/>
                      <a:pt x="62154" y="119706"/>
                    </a:cubicBezTo>
                    <a:lnTo>
                      <a:pt x="121114" y="119706"/>
                    </a:lnTo>
                    <a:cubicBezTo>
                      <a:pt x="123019" y="119706"/>
                      <a:pt x="124543" y="121420"/>
                      <a:pt x="124448" y="123230"/>
                    </a:cubicBezTo>
                    <a:cubicBezTo>
                      <a:pt x="124448" y="125040"/>
                      <a:pt x="122924" y="126468"/>
                      <a:pt x="121114" y="126564"/>
                    </a:cubicBezTo>
                    <a:lnTo>
                      <a:pt x="62345" y="126564"/>
                    </a:lnTo>
                    <a:close/>
                    <a:moveTo>
                      <a:pt x="107588" y="149900"/>
                    </a:moveTo>
                    <a:cubicBezTo>
                      <a:pt x="107588" y="151805"/>
                      <a:pt x="106064" y="153329"/>
                      <a:pt x="104159" y="153329"/>
                    </a:cubicBezTo>
                    <a:lnTo>
                      <a:pt x="62345" y="153329"/>
                    </a:lnTo>
                    <a:cubicBezTo>
                      <a:pt x="60440" y="153329"/>
                      <a:pt x="58916" y="151805"/>
                      <a:pt x="58916" y="149900"/>
                    </a:cubicBezTo>
                    <a:cubicBezTo>
                      <a:pt x="58916" y="147995"/>
                      <a:pt x="60440" y="146471"/>
                      <a:pt x="62345" y="146471"/>
                    </a:cubicBezTo>
                    <a:lnTo>
                      <a:pt x="104159" y="146471"/>
                    </a:lnTo>
                    <a:cubicBezTo>
                      <a:pt x="106064" y="146471"/>
                      <a:pt x="107684" y="147995"/>
                      <a:pt x="107684" y="149900"/>
                    </a:cubicBezTo>
                    <a:lnTo>
                      <a:pt x="107684" y="149900"/>
                    </a:lnTo>
                    <a:close/>
                    <a:moveTo>
                      <a:pt x="121114" y="113133"/>
                    </a:moveTo>
                    <a:lnTo>
                      <a:pt x="62345" y="113133"/>
                    </a:lnTo>
                    <a:cubicBezTo>
                      <a:pt x="60440" y="113133"/>
                      <a:pt x="58916" y="111609"/>
                      <a:pt x="58916" y="109704"/>
                    </a:cubicBezTo>
                    <a:cubicBezTo>
                      <a:pt x="58916" y="107799"/>
                      <a:pt x="60440" y="106275"/>
                      <a:pt x="62345" y="106275"/>
                    </a:cubicBezTo>
                    <a:lnTo>
                      <a:pt x="121114" y="106275"/>
                    </a:lnTo>
                    <a:cubicBezTo>
                      <a:pt x="123019" y="106275"/>
                      <a:pt x="124543" y="107799"/>
                      <a:pt x="124543" y="109704"/>
                    </a:cubicBezTo>
                    <a:cubicBezTo>
                      <a:pt x="124543" y="111609"/>
                      <a:pt x="123019" y="113133"/>
                      <a:pt x="121114" y="113133"/>
                    </a:cubicBezTo>
                    <a:close/>
                    <a:moveTo>
                      <a:pt x="48343" y="133041"/>
                    </a:moveTo>
                    <a:lnTo>
                      <a:pt x="91396" y="133041"/>
                    </a:lnTo>
                    <a:cubicBezTo>
                      <a:pt x="93301" y="133041"/>
                      <a:pt x="94920" y="134469"/>
                      <a:pt x="94920" y="136374"/>
                    </a:cubicBezTo>
                    <a:cubicBezTo>
                      <a:pt x="94920" y="138279"/>
                      <a:pt x="93491" y="139899"/>
                      <a:pt x="91586" y="139899"/>
                    </a:cubicBezTo>
                    <a:lnTo>
                      <a:pt x="48343" y="139899"/>
                    </a:lnTo>
                    <a:cubicBezTo>
                      <a:pt x="46438" y="139899"/>
                      <a:pt x="44819" y="138470"/>
                      <a:pt x="44819" y="136565"/>
                    </a:cubicBezTo>
                    <a:cubicBezTo>
                      <a:pt x="44819" y="134660"/>
                      <a:pt x="46247" y="133041"/>
                      <a:pt x="48152" y="133041"/>
                    </a:cubicBezTo>
                    <a:lnTo>
                      <a:pt x="48343" y="133041"/>
                    </a:lnTo>
                    <a:close/>
                    <a:moveTo>
                      <a:pt x="216650" y="175808"/>
                    </a:moveTo>
                    <a:lnTo>
                      <a:pt x="37199" y="175808"/>
                    </a:lnTo>
                    <a:cubicBezTo>
                      <a:pt x="36246" y="175808"/>
                      <a:pt x="35579" y="175141"/>
                      <a:pt x="35579" y="174189"/>
                    </a:cubicBezTo>
                    <a:cubicBezTo>
                      <a:pt x="35579" y="173903"/>
                      <a:pt x="35579" y="173617"/>
                      <a:pt x="35770" y="173427"/>
                    </a:cubicBezTo>
                    <a:lnTo>
                      <a:pt x="41294" y="163616"/>
                    </a:lnTo>
                    <a:lnTo>
                      <a:pt x="126924" y="163616"/>
                    </a:lnTo>
                    <a:cubicBezTo>
                      <a:pt x="132830" y="163616"/>
                      <a:pt x="137592" y="158853"/>
                      <a:pt x="137592" y="152948"/>
                    </a:cubicBezTo>
                    <a:lnTo>
                      <a:pt x="137592" y="93226"/>
                    </a:lnTo>
                    <a:cubicBezTo>
                      <a:pt x="137592" y="87321"/>
                      <a:pt x="132830" y="82558"/>
                      <a:pt x="126924" y="82558"/>
                    </a:cubicBezTo>
                    <a:lnTo>
                      <a:pt x="86633" y="82558"/>
                    </a:lnTo>
                    <a:lnTo>
                      <a:pt x="90253" y="75986"/>
                    </a:lnTo>
                    <a:lnTo>
                      <a:pt x="117399" y="60746"/>
                    </a:lnTo>
                    <a:lnTo>
                      <a:pt x="131782" y="77700"/>
                    </a:lnTo>
                    <a:lnTo>
                      <a:pt x="132068" y="78081"/>
                    </a:lnTo>
                    <a:cubicBezTo>
                      <a:pt x="133687" y="79701"/>
                      <a:pt x="135878" y="80653"/>
                      <a:pt x="138164" y="80653"/>
                    </a:cubicBezTo>
                    <a:lnTo>
                      <a:pt x="138830" y="80653"/>
                    </a:lnTo>
                    <a:cubicBezTo>
                      <a:pt x="141307" y="80463"/>
                      <a:pt x="143593" y="79224"/>
                      <a:pt x="145117" y="77129"/>
                    </a:cubicBezTo>
                    <a:lnTo>
                      <a:pt x="155975" y="62079"/>
                    </a:lnTo>
                    <a:lnTo>
                      <a:pt x="218174" y="173427"/>
                    </a:lnTo>
                    <a:cubicBezTo>
                      <a:pt x="218650" y="174189"/>
                      <a:pt x="218364" y="175236"/>
                      <a:pt x="217507" y="175617"/>
                    </a:cubicBezTo>
                    <a:cubicBezTo>
                      <a:pt x="217316" y="175617"/>
                      <a:pt x="217031" y="175808"/>
                      <a:pt x="216840" y="175808"/>
                    </a:cubicBezTo>
                    <a:lnTo>
                      <a:pt x="216840" y="17580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sp>
        <p:nvSpPr>
          <p:cNvPr id="3190" name="Google Shape;3190;p95"/>
          <p:cNvSpPr/>
          <p:nvPr/>
        </p:nvSpPr>
        <p:spPr>
          <a:xfrm>
            <a:off x="5998297" y="2564421"/>
            <a:ext cx="294931" cy="255697"/>
          </a:xfrm>
          <a:custGeom>
            <a:avLst/>
            <a:gdLst/>
            <a:ahLst/>
            <a:cxnLst/>
            <a:rect l="l" t="t" r="r" b="b"/>
            <a:pathLst>
              <a:path w="524321" h="454572" extrusionOk="0">
                <a:moveTo>
                  <a:pt x="517493" y="374182"/>
                </a:moveTo>
                <a:lnTo>
                  <a:pt x="328517" y="28329"/>
                </a:lnTo>
                <a:cubicBezTo>
                  <a:pt x="308134" y="-8914"/>
                  <a:pt x="254794" y="-9580"/>
                  <a:pt x="233553" y="27186"/>
                </a:cubicBezTo>
                <a:lnTo>
                  <a:pt x="204883" y="76811"/>
                </a:lnTo>
                <a:lnTo>
                  <a:pt x="147923" y="99005"/>
                </a:lnTo>
                <a:cubicBezTo>
                  <a:pt x="144399" y="100338"/>
                  <a:pt x="142684" y="104339"/>
                  <a:pt x="144018" y="107863"/>
                </a:cubicBezTo>
                <a:lnTo>
                  <a:pt x="147733" y="117483"/>
                </a:lnTo>
                <a:cubicBezTo>
                  <a:pt x="149066" y="121007"/>
                  <a:pt x="153067" y="122722"/>
                  <a:pt x="156591" y="121388"/>
                </a:cubicBezTo>
                <a:lnTo>
                  <a:pt x="185642" y="110054"/>
                </a:lnTo>
                <a:lnTo>
                  <a:pt x="136779" y="194731"/>
                </a:lnTo>
                <a:lnTo>
                  <a:pt x="116681" y="194731"/>
                </a:lnTo>
                <a:lnTo>
                  <a:pt x="116681" y="180824"/>
                </a:lnTo>
                <a:cubicBezTo>
                  <a:pt x="132302" y="175776"/>
                  <a:pt x="143637" y="161108"/>
                  <a:pt x="143637" y="143772"/>
                </a:cubicBezTo>
                <a:cubicBezTo>
                  <a:pt x="143637" y="122246"/>
                  <a:pt x="126206" y="104815"/>
                  <a:pt x="104680" y="104815"/>
                </a:cubicBezTo>
                <a:cubicBezTo>
                  <a:pt x="88583" y="104815"/>
                  <a:pt x="74771" y="114530"/>
                  <a:pt x="68866" y="128437"/>
                </a:cubicBezTo>
                <a:lnTo>
                  <a:pt x="32004" y="142058"/>
                </a:lnTo>
                <a:cubicBezTo>
                  <a:pt x="28480" y="143391"/>
                  <a:pt x="26670" y="147296"/>
                  <a:pt x="28004" y="150821"/>
                </a:cubicBezTo>
                <a:lnTo>
                  <a:pt x="31623" y="160536"/>
                </a:lnTo>
                <a:cubicBezTo>
                  <a:pt x="32957" y="164060"/>
                  <a:pt x="36862" y="165870"/>
                  <a:pt x="40386" y="164537"/>
                </a:cubicBezTo>
                <a:lnTo>
                  <a:pt x="67342" y="154535"/>
                </a:lnTo>
                <a:cubicBezTo>
                  <a:pt x="70961" y="166918"/>
                  <a:pt x="80486" y="176824"/>
                  <a:pt x="92774" y="180729"/>
                </a:cubicBezTo>
                <a:lnTo>
                  <a:pt x="92774" y="194636"/>
                </a:lnTo>
                <a:lnTo>
                  <a:pt x="29908" y="194636"/>
                </a:lnTo>
                <a:cubicBezTo>
                  <a:pt x="13335" y="194636"/>
                  <a:pt x="0" y="208066"/>
                  <a:pt x="0" y="224544"/>
                </a:cubicBezTo>
                <a:lnTo>
                  <a:pt x="0" y="344369"/>
                </a:lnTo>
                <a:cubicBezTo>
                  <a:pt x="0" y="360942"/>
                  <a:pt x="13430" y="374277"/>
                  <a:pt x="29908" y="374277"/>
                </a:cubicBezTo>
                <a:lnTo>
                  <a:pt x="33147" y="374277"/>
                </a:lnTo>
                <a:cubicBezTo>
                  <a:pt x="13621" y="410377"/>
                  <a:pt x="39719" y="454573"/>
                  <a:pt x="81058" y="454573"/>
                </a:cubicBezTo>
                <a:lnTo>
                  <a:pt x="469773" y="454573"/>
                </a:lnTo>
                <a:cubicBezTo>
                  <a:pt x="511112" y="454573"/>
                  <a:pt x="537401" y="410282"/>
                  <a:pt x="517589" y="373991"/>
                </a:cubicBezTo>
                <a:lnTo>
                  <a:pt x="517589" y="374182"/>
                </a:lnTo>
                <a:close/>
                <a:moveTo>
                  <a:pt x="268891" y="47665"/>
                </a:moveTo>
                <a:cubicBezTo>
                  <a:pt x="274225" y="38426"/>
                  <a:pt x="287560" y="38616"/>
                  <a:pt x="292608" y="47951"/>
                </a:cubicBezTo>
                <a:lnTo>
                  <a:pt x="344138" y="142248"/>
                </a:lnTo>
                <a:lnTo>
                  <a:pt x="335947" y="148916"/>
                </a:lnTo>
                <a:cubicBezTo>
                  <a:pt x="332899" y="151392"/>
                  <a:pt x="328517" y="150821"/>
                  <a:pt x="326136" y="147677"/>
                </a:cubicBezTo>
                <a:lnTo>
                  <a:pt x="313277" y="130437"/>
                </a:lnTo>
                <a:cubicBezTo>
                  <a:pt x="300323" y="113102"/>
                  <a:pt x="277463" y="106625"/>
                  <a:pt x="257366" y="114626"/>
                </a:cubicBezTo>
                <a:lnTo>
                  <a:pt x="222028" y="128818"/>
                </a:lnTo>
                <a:lnTo>
                  <a:pt x="268796" y="47760"/>
                </a:lnTo>
                <a:lnTo>
                  <a:pt x="268796" y="47760"/>
                </a:lnTo>
                <a:close/>
                <a:moveTo>
                  <a:pt x="89821" y="143772"/>
                </a:moveTo>
                <a:cubicBezTo>
                  <a:pt x="89821" y="135485"/>
                  <a:pt x="96488" y="128818"/>
                  <a:pt x="104775" y="128818"/>
                </a:cubicBezTo>
                <a:cubicBezTo>
                  <a:pt x="113062" y="128818"/>
                  <a:pt x="119729" y="135485"/>
                  <a:pt x="119729" y="143772"/>
                </a:cubicBezTo>
                <a:cubicBezTo>
                  <a:pt x="119729" y="152059"/>
                  <a:pt x="113062" y="158726"/>
                  <a:pt x="104775" y="158726"/>
                </a:cubicBezTo>
                <a:cubicBezTo>
                  <a:pt x="96488" y="158726"/>
                  <a:pt x="89821" y="152059"/>
                  <a:pt x="89821" y="143772"/>
                </a:cubicBezTo>
                <a:close/>
                <a:moveTo>
                  <a:pt x="59912" y="261596"/>
                </a:moveTo>
                <a:lnTo>
                  <a:pt x="103156" y="262644"/>
                </a:lnTo>
                <a:lnTo>
                  <a:pt x="117539" y="221782"/>
                </a:lnTo>
                <a:cubicBezTo>
                  <a:pt x="118586" y="218639"/>
                  <a:pt x="123063" y="218829"/>
                  <a:pt x="124016" y="221972"/>
                </a:cubicBezTo>
                <a:lnTo>
                  <a:pt x="136398" y="263501"/>
                </a:lnTo>
                <a:lnTo>
                  <a:pt x="179642" y="264549"/>
                </a:lnTo>
                <a:cubicBezTo>
                  <a:pt x="182975" y="264549"/>
                  <a:pt x="184214" y="268835"/>
                  <a:pt x="181451" y="270740"/>
                </a:cubicBezTo>
                <a:lnTo>
                  <a:pt x="145828" y="295315"/>
                </a:lnTo>
                <a:lnTo>
                  <a:pt x="158210" y="336844"/>
                </a:lnTo>
                <a:cubicBezTo>
                  <a:pt x="159163" y="339987"/>
                  <a:pt x="155543" y="342464"/>
                  <a:pt x="152876" y="340463"/>
                </a:cubicBezTo>
                <a:lnTo>
                  <a:pt x="118491" y="314174"/>
                </a:lnTo>
                <a:lnTo>
                  <a:pt x="82868" y="338749"/>
                </a:lnTo>
                <a:cubicBezTo>
                  <a:pt x="80201" y="340654"/>
                  <a:pt x="76676" y="337892"/>
                  <a:pt x="77724" y="334844"/>
                </a:cubicBezTo>
                <a:lnTo>
                  <a:pt x="92107" y="293981"/>
                </a:lnTo>
                <a:lnTo>
                  <a:pt x="57722" y="267692"/>
                </a:lnTo>
                <a:cubicBezTo>
                  <a:pt x="55150" y="265692"/>
                  <a:pt x="56579" y="261501"/>
                  <a:pt x="59912" y="261596"/>
                </a:cubicBezTo>
                <a:lnTo>
                  <a:pt x="59912" y="261596"/>
                </a:lnTo>
                <a:close/>
                <a:moveTo>
                  <a:pt x="469773" y="413901"/>
                </a:moveTo>
                <a:lnTo>
                  <a:pt x="81058" y="413901"/>
                </a:lnTo>
                <a:cubicBezTo>
                  <a:pt x="70580" y="413901"/>
                  <a:pt x="64008" y="402566"/>
                  <a:pt x="69247" y="393518"/>
                </a:cubicBezTo>
                <a:lnTo>
                  <a:pt x="80296" y="374468"/>
                </a:lnTo>
                <a:lnTo>
                  <a:pt x="209645" y="374468"/>
                </a:lnTo>
                <a:cubicBezTo>
                  <a:pt x="226219" y="374468"/>
                  <a:pt x="239554" y="361037"/>
                  <a:pt x="239554" y="344559"/>
                </a:cubicBezTo>
                <a:lnTo>
                  <a:pt x="239554" y="224735"/>
                </a:lnTo>
                <a:cubicBezTo>
                  <a:pt x="239554" y="208161"/>
                  <a:pt x="226124" y="194826"/>
                  <a:pt x="209645" y="194826"/>
                </a:cubicBezTo>
                <a:lnTo>
                  <a:pt x="184023" y="194826"/>
                </a:lnTo>
                <a:lnTo>
                  <a:pt x="189071" y="186063"/>
                </a:lnTo>
                <a:lnTo>
                  <a:pt x="272606" y="152630"/>
                </a:lnTo>
                <a:cubicBezTo>
                  <a:pt x="275463" y="151487"/>
                  <a:pt x="278797" y="152440"/>
                  <a:pt x="280607" y="154916"/>
                </a:cubicBezTo>
                <a:lnTo>
                  <a:pt x="293465" y="172157"/>
                </a:lnTo>
                <a:cubicBezTo>
                  <a:pt x="309658" y="193969"/>
                  <a:pt x="340804" y="197779"/>
                  <a:pt x="361855" y="180634"/>
                </a:cubicBezTo>
                <a:lnTo>
                  <a:pt x="364046" y="178824"/>
                </a:lnTo>
                <a:lnTo>
                  <a:pt x="481584" y="393899"/>
                </a:lnTo>
                <a:cubicBezTo>
                  <a:pt x="486537" y="402947"/>
                  <a:pt x="479965" y="414092"/>
                  <a:pt x="469678" y="414092"/>
                </a:cubicBezTo>
                <a:lnTo>
                  <a:pt x="469678" y="41390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91" name="Google Shape;3191;p95"/>
          <p:cNvSpPr/>
          <p:nvPr/>
        </p:nvSpPr>
        <p:spPr>
          <a:xfrm>
            <a:off x="6788169" y="2562915"/>
            <a:ext cx="298208" cy="258717"/>
          </a:xfrm>
          <a:custGeom>
            <a:avLst/>
            <a:gdLst/>
            <a:ahLst/>
            <a:cxnLst/>
            <a:rect l="l" t="t" r="r" b="b"/>
            <a:pathLst>
              <a:path w="530148" h="459942" extrusionOk="0">
                <a:moveTo>
                  <a:pt x="332042" y="28650"/>
                </a:moveTo>
                <a:cubicBezTo>
                  <a:pt x="311468" y="-9069"/>
                  <a:pt x="257556" y="-9640"/>
                  <a:pt x="236030" y="27507"/>
                </a:cubicBezTo>
                <a:lnTo>
                  <a:pt x="207074" y="77609"/>
                </a:lnTo>
                <a:lnTo>
                  <a:pt x="149543" y="100088"/>
                </a:lnTo>
                <a:cubicBezTo>
                  <a:pt x="146018" y="101421"/>
                  <a:pt x="144209" y="105422"/>
                  <a:pt x="145637" y="109041"/>
                </a:cubicBezTo>
                <a:lnTo>
                  <a:pt x="149447" y="118757"/>
                </a:lnTo>
                <a:cubicBezTo>
                  <a:pt x="150781" y="122281"/>
                  <a:pt x="154781" y="124091"/>
                  <a:pt x="158401" y="122662"/>
                </a:cubicBezTo>
                <a:lnTo>
                  <a:pt x="187833" y="111232"/>
                </a:lnTo>
                <a:lnTo>
                  <a:pt x="138398" y="196862"/>
                </a:lnTo>
                <a:lnTo>
                  <a:pt x="118110" y="196862"/>
                </a:lnTo>
                <a:lnTo>
                  <a:pt x="118110" y="182860"/>
                </a:lnTo>
                <a:cubicBezTo>
                  <a:pt x="133922" y="177716"/>
                  <a:pt x="145352" y="162857"/>
                  <a:pt x="145352" y="145427"/>
                </a:cubicBezTo>
                <a:cubicBezTo>
                  <a:pt x="145352" y="123710"/>
                  <a:pt x="127730" y="106088"/>
                  <a:pt x="106013" y="106088"/>
                </a:cubicBezTo>
                <a:cubicBezTo>
                  <a:pt x="89726" y="106088"/>
                  <a:pt x="75819" y="115899"/>
                  <a:pt x="69818" y="129996"/>
                </a:cubicBezTo>
                <a:lnTo>
                  <a:pt x="32576" y="143807"/>
                </a:lnTo>
                <a:cubicBezTo>
                  <a:pt x="29051" y="145141"/>
                  <a:pt x="27146" y="149046"/>
                  <a:pt x="28480" y="152666"/>
                </a:cubicBezTo>
                <a:lnTo>
                  <a:pt x="32099" y="162476"/>
                </a:lnTo>
                <a:cubicBezTo>
                  <a:pt x="33433" y="166001"/>
                  <a:pt x="37338" y="167906"/>
                  <a:pt x="40957" y="166572"/>
                </a:cubicBezTo>
                <a:lnTo>
                  <a:pt x="68199" y="156476"/>
                </a:lnTo>
                <a:cubicBezTo>
                  <a:pt x="71818" y="169049"/>
                  <a:pt x="81534" y="178955"/>
                  <a:pt x="93917" y="182955"/>
                </a:cubicBezTo>
                <a:lnTo>
                  <a:pt x="93917" y="196957"/>
                </a:lnTo>
                <a:lnTo>
                  <a:pt x="30289" y="196957"/>
                </a:lnTo>
                <a:cubicBezTo>
                  <a:pt x="13526" y="196957"/>
                  <a:pt x="0" y="210482"/>
                  <a:pt x="0" y="227246"/>
                </a:cubicBezTo>
                <a:lnTo>
                  <a:pt x="0" y="348404"/>
                </a:lnTo>
                <a:cubicBezTo>
                  <a:pt x="0" y="365168"/>
                  <a:pt x="13526" y="378694"/>
                  <a:pt x="30289" y="378694"/>
                </a:cubicBezTo>
                <a:lnTo>
                  <a:pt x="33528" y="378694"/>
                </a:lnTo>
                <a:cubicBezTo>
                  <a:pt x="13811" y="415175"/>
                  <a:pt x="40100" y="459942"/>
                  <a:pt x="82010" y="459942"/>
                </a:cubicBezTo>
                <a:lnTo>
                  <a:pt x="475012" y="459942"/>
                </a:lnTo>
                <a:cubicBezTo>
                  <a:pt x="516827" y="459942"/>
                  <a:pt x="543401" y="415175"/>
                  <a:pt x="523304" y="378503"/>
                </a:cubicBezTo>
                <a:lnTo>
                  <a:pt x="332042" y="28650"/>
                </a:lnTo>
                <a:close/>
                <a:moveTo>
                  <a:pt x="81058" y="378599"/>
                </a:moveTo>
                <a:lnTo>
                  <a:pt x="69914" y="397839"/>
                </a:lnTo>
                <a:cubicBezTo>
                  <a:pt x="64580" y="406983"/>
                  <a:pt x="71247" y="418508"/>
                  <a:pt x="81820" y="418508"/>
                </a:cubicBezTo>
                <a:lnTo>
                  <a:pt x="474821" y="418508"/>
                </a:lnTo>
                <a:cubicBezTo>
                  <a:pt x="485299" y="418508"/>
                  <a:pt x="491871" y="407269"/>
                  <a:pt x="486918" y="398125"/>
                </a:cubicBezTo>
                <a:lnTo>
                  <a:pt x="368046" y="180669"/>
                </a:lnTo>
                <a:lnTo>
                  <a:pt x="365760" y="182479"/>
                </a:lnTo>
                <a:cubicBezTo>
                  <a:pt x="344519" y="199814"/>
                  <a:pt x="312992" y="196004"/>
                  <a:pt x="296609" y="173906"/>
                </a:cubicBezTo>
                <a:lnTo>
                  <a:pt x="283559" y="156476"/>
                </a:lnTo>
                <a:cubicBezTo>
                  <a:pt x="281654" y="153999"/>
                  <a:pt x="278416" y="153047"/>
                  <a:pt x="275463" y="154190"/>
                </a:cubicBezTo>
                <a:lnTo>
                  <a:pt x="190976" y="188003"/>
                </a:lnTo>
                <a:lnTo>
                  <a:pt x="185833" y="196862"/>
                </a:lnTo>
                <a:lnTo>
                  <a:pt x="211741" y="196862"/>
                </a:lnTo>
                <a:cubicBezTo>
                  <a:pt x="228505" y="196862"/>
                  <a:pt x="242030" y="210387"/>
                  <a:pt x="242030" y="227151"/>
                </a:cubicBezTo>
                <a:lnTo>
                  <a:pt x="242030" y="348309"/>
                </a:lnTo>
                <a:cubicBezTo>
                  <a:pt x="242030" y="365073"/>
                  <a:pt x="228505" y="378599"/>
                  <a:pt x="211741" y="378599"/>
                </a:cubicBezTo>
                <a:lnTo>
                  <a:pt x="80962" y="378599"/>
                </a:lnTo>
                <a:close/>
                <a:moveTo>
                  <a:pt x="271748" y="48176"/>
                </a:moveTo>
                <a:cubicBezTo>
                  <a:pt x="277082" y="38842"/>
                  <a:pt x="290608" y="39032"/>
                  <a:pt x="295751" y="48462"/>
                </a:cubicBezTo>
                <a:lnTo>
                  <a:pt x="347853" y="143712"/>
                </a:lnTo>
                <a:lnTo>
                  <a:pt x="339662" y="150475"/>
                </a:lnTo>
                <a:cubicBezTo>
                  <a:pt x="336614" y="152951"/>
                  <a:pt x="332137" y="152380"/>
                  <a:pt x="329756" y="149237"/>
                </a:cubicBezTo>
                <a:lnTo>
                  <a:pt x="316706" y="131806"/>
                </a:lnTo>
                <a:cubicBezTo>
                  <a:pt x="303657" y="114280"/>
                  <a:pt x="280416" y="107708"/>
                  <a:pt x="260128" y="115804"/>
                </a:cubicBezTo>
                <a:lnTo>
                  <a:pt x="224409" y="130091"/>
                </a:lnTo>
                <a:lnTo>
                  <a:pt x="271748" y="48081"/>
                </a:lnTo>
                <a:close/>
                <a:moveTo>
                  <a:pt x="105823" y="160476"/>
                </a:moveTo>
                <a:cubicBezTo>
                  <a:pt x="114205" y="160476"/>
                  <a:pt x="120967" y="153713"/>
                  <a:pt x="120967" y="145331"/>
                </a:cubicBezTo>
                <a:cubicBezTo>
                  <a:pt x="120967" y="136949"/>
                  <a:pt x="114205" y="130187"/>
                  <a:pt x="105823" y="130187"/>
                </a:cubicBezTo>
                <a:cubicBezTo>
                  <a:pt x="97441" y="130187"/>
                  <a:pt x="90678" y="136949"/>
                  <a:pt x="90678" y="145331"/>
                </a:cubicBezTo>
                <a:cubicBezTo>
                  <a:pt x="90678" y="153713"/>
                  <a:pt x="97441" y="160476"/>
                  <a:pt x="105823" y="160476"/>
                </a:cubicBezTo>
                <a:close/>
                <a:moveTo>
                  <a:pt x="142399" y="246392"/>
                </a:moveTo>
                <a:cubicBezTo>
                  <a:pt x="142399" y="250202"/>
                  <a:pt x="139351" y="253250"/>
                  <a:pt x="135541" y="253250"/>
                </a:cubicBezTo>
                <a:lnTo>
                  <a:pt x="46101" y="253250"/>
                </a:lnTo>
                <a:cubicBezTo>
                  <a:pt x="42291" y="253250"/>
                  <a:pt x="39243" y="250202"/>
                  <a:pt x="39243" y="246392"/>
                </a:cubicBezTo>
                <a:lnTo>
                  <a:pt x="39243" y="239534"/>
                </a:lnTo>
                <a:cubicBezTo>
                  <a:pt x="39243" y="235724"/>
                  <a:pt x="42291" y="232676"/>
                  <a:pt x="46101" y="232676"/>
                </a:cubicBezTo>
                <a:lnTo>
                  <a:pt x="135541" y="232676"/>
                </a:lnTo>
                <a:cubicBezTo>
                  <a:pt x="139351" y="232676"/>
                  <a:pt x="142399" y="235724"/>
                  <a:pt x="142399" y="239534"/>
                </a:cubicBezTo>
                <a:lnTo>
                  <a:pt x="142399" y="246392"/>
                </a:lnTo>
                <a:close/>
                <a:moveTo>
                  <a:pt x="204407" y="287730"/>
                </a:moveTo>
                <a:cubicBezTo>
                  <a:pt x="204407" y="291540"/>
                  <a:pt x="201359" y="294588"/>
                  <a:pt x="197549" y="294588"/>
                </a:cubicBezTo>
                <a:lnTo>
                  <a:pt x="66770" y="294588"/>
                </a:lnTo>
                <a:cubicBezTo>
                  <a:pt x="62960" y="294588"/>
                  <a:pt x="59912" y="291540"/>
                  <a:pt x="59912" y="287730"/>
                </a:cubicBezTo>
                <a:lnTo>
                  <a:pt x="59912" y="280872"/>
                </a:lnTo>
                <a:cubicBezTo>
                  <a:pt x="59912" y="277062"/>
                  <a:pt x="62960" y="274014"/>
                  <a:pt x="66770" y="274014"/>
                </a:cubicBezTo>
                <a:lnTo>
                  <a:pt x="197549" y="274014"/>
                </a:lnTo>
                <a:cubicBezTo>
                  <a:pt x="201359" y="274014"/>
                  <a:pt x="204407" y="277062"/>
                  <a:pt x="204407" y="280872"/>
                </a:cubicBezTo>
                <a:lnTo>
                  <a:pt x="204407" y="287730"/>
                </a:lnTo>
                <a:close/>
                <a:moveTo>
                  <a:pt x="197453" y="335927"/>
                </a:moveTo>
                <a:cubicBezTo>
                  <a:pt x="201263" y="335927"/>
                  <a:pt x="204311" y="332879"/>
                  <a:pt x="204311" y="329069"/>
                </a:cubicBezTo>
                <a:lnTo>
                  <a:pt x="204311" y="322211"/>
                </a:lnTo>
                <a:cubicBezTo>
                  <a:pt x="204311" y="318401"/>
                  <a:pt x="201263" y="315353"/>
                  <a:pt x="197453" y="315353"/>
                </a:cubicBezTo>
                <a:lnTo>
                  <a:pt x="66675" y="315353"/>
                </a:lnTo>
                <a:cubicBezTo>
                  <a:pt x="62865" y="315353"/>
                  <a:pt x="59817" y="318401"/>
                  <a:pt x="59817" y="322211"/>
                </a:cubicBezTo>
                <a:lnTo>
                  <a:pt x="59817" y="329069"/>
                </a:lnTo>
                <a:cubicBezTo>
                  <a:pt x="59817" y="332879"/>
                  <a:pt x="62865" y="335927"/>
                  <a:pt x="66675" y="335927"/>
                </a:cubicBezTo>
                <a:lnTo>
                  <a:pt x="197453" y="33592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92" name="Google Shape;3192;p95"/>
          <p:cNvSpPr/>
          <p:nvPr/>
        </p:nvSpPr>
        <p:spPr>
          <a:xfrm>
            <a:off x="2031746" y="2593700"/>
            <a:ext cx="306145" cy="197113"/>
          </a:xfrm>
          <a:custGeom>
            <a:avLst/>
            <a:gdLst/>
            <a:ahLst/>
            <a:cxnLst/>
            <a:rect l="l" t="t" r="r" b="b"/>
            <a:pathLst>
              <a:path w="544258" h="350424" extrusionOk="0">
                <a:moveTo>
                  <a:pt x="515684" y="271463"/>
                </a:moveTo>
                <a:lnTo>
                  <a:pt x="515684" y="147352"/>
                </a:lnTo>
                <a:cubicBezTo>
                  <a:pt x="532162" y="142208"/>
                  <a:pt x="544259" y="127064"/>
                  <a:pt x="544259" y="108871"/>
                </a:cubicBezTo>
                <a:cubicBezTo>
                  <a:pt x="544259" y="90678"/>
                  <a:pt x="532162" y="75533"/>
                  <a:pt x="515684" y="70390"/>
                </a:cubicBezTo>
                <a:lnTo>
                  <a:pt x="515684" y="28575"/>
                </a:lnTo>
                <a:lnTo>
                  <a:pt x="280988" y="28575"/>
                </a:lnTo>
                <a:cubicBezTo>
                  <a:pt x="275844" y="12097"/>
                  <a:pt x="260699" y="0"/>
                  <a:pt x="242507" y="0"/>
                </a:cubicBezTo>
                <a:cubicBezTo>
                  <a:pt x="224314" y="0"/>
                  <a:pt x="209169" y="12097"/>
                  <a:pt x="204026" y="28575"/>
                </a:cubicBezTo>
                <a:lnTo>
                  <a:pt x="78962" y="28575"/>
                </a:lnTo>
                <a:cubicBezTo>
                  <a:pt x="73819" y="12097"/>
                  <a:pt x="58674" y="0"/>
                  <a:pt x="40481" y="0"/>
                </a:cubicBezTo>
                <a:cubicBezTo>
                  <a:pt x="18193" y="0"/>
                  <a:pt x="0" y="18193"/>
                  <a:pt x="0" y="40481"/>
                </a:cubicBezTo>
                <a:cubicBezTo>
                  <a:pt x="0" y="58198"/>
                  <a:pt x="11525" y="73152"/>
                  <a:pt x="27527" y="78581"/>
                </a:cubicBezTo>
                <a:lnTo>
                  <a:pt x="27527" y="270701"/>
                </a:lnTo>
                <a:cubicBezTo>
                  <a:pt x="11621" y="276130"/>
                  <a:pt x="0" y="291084"/>
                  <a:pt x="0" y="308801"/>
                </a:cubicBezTo>
                <a:cubicBezTo>
                  <a:pt x="0" y="331089"/>
                  <a:pt x="18193" y="349282"/>
                  <a:pt x="40481" y="349282"/>
                </a:cubicBezTo>
                <a:cubicBezTo>
                  <a:pt x="58198" y="349282"/>
                  <a:pt x="73152" y="337757"/>
                  <a:pt x="78581" y="321850"/>
                </a:cubicBezTo>
                <a:lnTo>
                  <a:pt x="465201" y="321850"/>
                </a:lnTo>
                <a:cubicBezTo>
                  <a:pt x="470345" y="338328"/>
                  <a:pt x="485489" y="350425"/>
                  <a:pt x="503682" y="350425"/>
                </a:cubicBezTo>
                <a:cubicBezTo>
                  <a:pt x="525971" y="350425"/>
                  <a:pt x="544163" y="332232"/>
                  <a:pt x="544163" y="309944"/>
                </a:cubicBezTo>
                <a:cubicBezTo>
                  <a:pt x="544163" y="291846"/>
                  <a:pt x="532067" y="276606"/>
                  <a:pt x="515588" y="271463"/>
                </a:cubicBezTo>
                <a:close/>
                <a:moveTo>
                  <a:pt x="78010" y="293656"/>
                </a:moveTo>
                <a:cubicBezTo>
                  <a:pt x="139922" y="274796"/>
                  <a:pt x="226505" y="250508"/>
                  <a:pt x="275558" y="236887"/>
                </a:cubicBezTo>
                <a:cubicBezTo>
                  <a:pt x="282131" y="250317"/>
                  <a:pt x="295847" y="259652"/>
                  <a:pt x="311753" y="259652"/>
                </a:cubicBezTo>
                <a:cubicBezTo>
                  <a:pt x="326136" y="259652"/>
                  <a:pt x="338614" y="252127"/>
                  <a:pt x="345853" y="240792"/>
                </a:cubicBezTo>
                <a:lnTo>
                  <a:pt x="468821" y="289846"/>
                </a:lnTo>
                <a:cubicBezTo>
                  <a:pt x="467392" y="292418"/>
                  <a:pt x="466249" y="295085"/>
                  <a:pt x="465296" y="297942"/>
                </a:cubicBezTo>
                <a:lnTo>
                  <a:pt x="79343" y="297942"/>
                </a:lnTo>
                <a:cubicBezTo>
                  <a:pt x="78962" y="296513"/>
                  <a:pt x="78581" y="294989"/>
                  <a:pt x="78010" y="293561"/>
                </a:cubicBezTo>
                <a:close/>
                <a:moveTo>
                  <a:pt x="63532" y="73724"/>
                </a:moveTo>
                <a:lnTo>
                  <a:pt x="124492" y="148114"/>
                </a:lnTo>
                <a:cubicBezTo>
                  <a:pt x="118491" y="155162"/>
                  <a:pt x="114681" y="164211"/>
                  <a:pt x="114681" y="174212"/>
                </a:cubicBezTo>
                <a:cubicBezTo>
                  <a:pt x="114681" y="184214"/>
                  <a:pt x="118301" y="192786"/>
                  <a:pt x="124016" y="199739"/>
                </a:cubicBezTo>
                <a:lnTo>
                  <a:pt x="60770" y="273939"/>
                </a:lnTo>
                <a:cubicBezTo>
                  <a:pt x="57817" y="272225"/>
                  <a:pt x="54769" y="270891"/>
                  <a:pt x="51435" y="270034"/>
                </a:cubicBezTo>
                <a:lnTo>
                  <a:pt x="51435" y="79248"/>
                </a:lnTo>
                <a:cubicBezTo>
                  <a:pt x="55816" y="78010"/>
                  <a:pt x="59912" y="76200"/>
                  <a:pt x="63532" y="73724"/>
                </a:cubicBezTo>
                <a:close/>
                <a:moveTo>
                  <a:pt x="214789" y="69818"/>
                </a:moveTo>
                <a:lnTo>
                  <a:pt x="170879" y="137065"/>
                </a:lnTo>
                <a:cubicBezTo>
                  <a:pt x="166021" y="134969"/>
                  <a:pt x="160687" y="133826"/>
                  <a:pt x="155067" y="133826"/>
                </a:cubicBezTo>
                <a:cubicBezTo>
                  <a:pt x="147923" y="133826"/>
                  <a:pt x="141351" y="135827"/>
                  <a:pt x="135446" y="139065"/>
                </a:cubicBezTo>
                <a:lnTo>
                  <a:pt x="73628" y="63532"/>
                </a:lnTo>
                <a:cubicBezTo>
                  <a:pt x="76010" y="60198"/>
                  <a:pt x="77724" y="56388"/>
                  <a:pt x="78962" y="52292"/>
                </a:cubicBezTo>
                <a:lnTo>
                  <a:pt x="204026" y="52292"/>
                </a:lnTo>
                <a:cubicBezTo>
                  <a:pt x="206121" y="59055"/>
                  <a:pt x="209836" y="64960"/>
                  <a:pt x="214789" y="69723"/>
                </a:cubicBezTo>
                <a:close/>
                <a:moveTo>
                  <a:pt x="242507" y="80963"/>
                </a:moveTo>
                <a:cubicBezTo>
                  <a:pt x="254318" y="80963"/>
                  <a:pt x="264890" y="75724"/>
                  <a:pt x="272320" y="67628"/>
                </a:cubicBezTo>
                <a:lnTo>
                  <a:pt x="314325" y="93917"/>
                </a:lnTo>
                <a:cubicBezTo>
                  <a:pt x="312420" y="98584"/>
                  <a:pt x="311372" y="103632"/>
                  <a:pt x="311372" y="108966"/>
                </a:cubicBezTo>
                <a:cubicBezTo>
                  <a:pt x="311372" y="122111"/>
                  <a:pt x="317754" y="133731"/>
                  <a:pt x="327565" y="141065"/>
                </a:cubicBezTo>
                <a:lnTo>
                  <a:pt x="313849" y="179070"/>
                </a:lnTo>
                <a:cubicBezTo>
                  <a:pt x="313182" y="179070"/>
                  <a:pt x="312515" y="178880"/>
                  <a:pt x="311849" y="178880"/>
                </a:cubicBezTo>
                <a:cubicBezTo>
                  <a:pt x="295847" y="178880"/>
                  <a:pt x="282131" y="188309"/>
                  <a:pt x="275558" y="201739"/>
                </a:cubicBezTo>
                <a:lnTo>
                  <a:pt x="195167" y="178499"/>
                </a:lnTo>
                <a:cubicBezTo>
                  <a:pt x="195358" y="177070"/>
                  <a:pt x="195548" y="175736"/>
                  <a:pt x="195548" y="174308"/>
                </a:cubicBezTo>
                <a:cubicBezTo>
                  <a:pt x="195548" y="162782"/>
                  <a:pt x="190595" y="152400"/>
                  <a:pt x="182785" y="144971"/>
                </a:cubicBezTo>
                <a:lnTo>
                  <a:pt x="226695" y="77724"/>
                </a:lnTo>
                <a:cubicBezTo>
                  <a:pt x="231553" y="79820"/>
                  <a:pt x="236887" y="80963"/>
                  <a:pt x="242507" y="80963"/>
                </a:cubicBezTo>
                <a:close/>
                <a:moveTo>
                  <a:pt x="464058" y="116015"/>
                </a:moveTo>
                <a:cubicBezTo>
                  <a:pt x="464439" y="118301"/>
                  <a:pt x="465106" y="120396"/>
                  <a:pt x="465868" y="122492"/>
                </a:cubicBezTo>
                <a:lnTo>
                  <a:pt x="342805" y="193453"/>
                </a:lnTo>
                <a:cubicBezTo>
                  <a:pt x="340900" y="191072"/>
                  <a:pt x="338709" y="188976"/>
                  <a:pt x="336233" y="187166"/>
                </a:cubicBezTo>
                <a:lnTo>
                  <a:pt x="350044" y="149162"/>
                </a:lnTo>
                <a:cubicBezTo>
                  <a:pt x="350711" y="149162"/>
                  <a:pt x="351282" y="149352"/>
                  <a:pt x="351949" y="149352"/>
                </a:cubicBezTo>
                <a:cubicBezTo>
                  <a:pt x="371761" y="149352"/>
                  <a:pt x="388239" y="134969"/>
                  <a:pt x="391668" y="116015"/>
                </a:cubicBezTo>
                <a:lnTo>
                  <a:pt x="464058" y="116015"/>
                </a:lnTo>
                <a:close/>
                <a:moveTo>
                  <a:pt x="478631" y="278511"/>
                </a:moveTo>
                <a:lnTo>
                  <a:pt x="351377" y="227743"/>
                </a:lnTo>
                <a:cubicBezTo>
                  <a:pt x="351949" y="224981"/>
                  <a:pt x="352330" y="222218"/>
                  <a:pt x="352330" y="219265"/>
                </a:cubicBezTo>
                <a:cubicBezTo>
                  <a:pt x="352330" y="214503"/>
                  <a:pt x="351377" y="210026"/>
                  <a:pt x="349853" y="205740"/>
                </a:cubicBezTo>
                <a:lnTo>
                  <a:pt x="473107" y="134874"/>
                </a:lnTo>
                <a:cubicBezTo>
                  <a:pt x="478060" y="140684"/>
                  <a:pt x="484537" y="145066"/>
                  <a:pt x="491966" y="147352"/>
                </a:cubicBezTo>
                <a:lnTo>
                  <a:pt x="491966" y="271463"/>
                </a:lnTo>
                <a:cubicBezTo>
                  <a:pt x="487109" y="272987"/>
                  <a:pt x="482632" y="275368"/>
                  <a:pt x="478727" y="278511"/>
                </a:cubicBezTo>
                <a:close/>
                <a:moveTo>
                  <a:pt x="134779" y="209074"/>
                </a:moveTo>
                <a:cubicBezTo>
                  <a:pt x="140780" y="212598"/>
                  <a:pt x="147638" y="214789"/>
                  <a:pt x="155067" y="214789"/>
                </a:cubicBezTo>
                <a:cubicBezTo>
                  <a:pt x="170974" y="214789"/>
                  <a:pt x="184594" y="205550"/>
                  <a:pt x="191167" y="192214"/>
                </a:cubicBezTo>
                <a:lnTo>
                  <a:pt x="271653" y="215456"/>
                </a:lnTo>
                <a:cubicBezTo>
                  <a:pt x="271558" y="216694"/>
                  <a:pt x="271272" y="217932"/>
                  <a:pt x="271272" y="219265"/>
                </a:cubicBezTo>
                <a:cubicBezTo>
                  <a:pt x="271272" y="220599"/>
                  <a:pt x="271558" y="221933"/>
                  <a:pt x="271653" y="223266"/>
                </a:cubicBezTo>
                <a:cubicBezTo>
                  <a:pt x="222599" y="236887"/>
                  <a:pt x="136493" y="260985"/>
                  <a:pt x="74486" y="279845"/>
                </a:cubicBezTo>
                <a:lnTo>
                  <a:pt x="134779" y="209074"/>
                </a:lnTo>
                <a:close/>
                <a:moveTo>
                  <a:pt x="503777" y="125540"/>
                </a:moveTo>
                <a:cubicBezTo>
                  <a:pt x="494633" y="125540"/>
                  <a:pt x="487109" y="118110"/>
                  <a:pt x="487109" y="108871"/>
                </a:cubicBezTo>
                <a:cubicBezTo>
                  <a:pt x="487109" y="99632"/>
                  <a:pt x="494538" y="92202"/>
                  <a:pt x="503777" y="92202"/>
                </a:cubicBezTo>
                <a:cubicBezTo>
                  <a:pt x="513017" y="92202"/>
                  <a:pt x="520446" y="99632"/>
                  <a:pt x="520446" y="108871"/>
                </a:cubicBezTo>
                <a:cubicBezTo>
                  <a:pt x="520446" y="118110"/>
                  <a:pt x="513017" y="125540"/>
                  <a:pt x="503777" y="125540"/>
                </a:cubicBezTo>
                <a:close/>
                <a:moveTo>
                  <a:pt x="491871" y="70390"/>
                </a:moveTo>
                <a:cubicBezTo>
                  <a:pt x="477584" y="74867"/>
                  <a:pt x="466725" y="86773"/>
                  <a:pt x="464058" y="101727"/>
                </a:cubicBezTo>
                <a:lnTo>
                  <a:pt x="391668" y="101727"/>
                </a:lnTo>
                <a:cubicBezTo>
                  <a:pt x="388239" y="82868"/>
                  <a:pt x="371761" y="68390"/>
                  <a:pt x="351949" y="68390"/>
                </a:cubicBezTo>
                <a:cubicBezTo>
                  <a:pt x="340138" y="68390"/>
                  <a:pt x="329470" y="73628"/>
                  <a:pt x="322136" y="81725"/>
                </a:cubicBezTo>
                <a:lnTo>
                  <a:pt x="280130" y="55435"/>
                </a:lnTo>
                <a:cubicBezTo>
                  <a:pt x="280511" y="54388"/>
                  <a:pt x="280797" y="53340"/>
                  <a:pt x="281083" y="52292"/>
                </a:cubicBezTo>
                <a:lnTo>
                  <a:pt x="491966" y="52292"/>
                </a:lnTo>
                <a:lnTo>
                  <a:pt x="491966" y="70295"/>
                </a:lnTo>
                <a:close/>
                <a:moveTo>
                  <a:pt x="242507" y="23908"/>
                </a:moveTo>
                <a:cubicBezTo>
                  <a:pt x="251651" y="23908"/>
                  <a:pt x="259175" y="31337"/>
                  <a:pt x="259175" y="40577"/>
                </a:cubicBezTo>
                <a:cubicBezTo>
                  <a:pt x="259175" y="49816"/>
                  <a:pt x="251746" y="57245"/>
                  <a:pt x="242507" y="57245"/>
                </a:cubicBezTo>
                <a:cubicBezTo>
                  <a:pt x="233267" y="57245"/>
                  <a:pt x="225838" y="49816"/>
                  <a:pt x="225838" y="40577"/>
                </a:cubicBezTo>
                <a:cubicBezTo>
                  <a:pt x="225838" y="31337"/>
                  <a:pt x="233267" y="23908"/>
                  <a:pt x="242507" y="23908"/>
                </a:cubicBezTo>
                <a:close/>
                <a:moveTo>
                  <a:pt x="40577" y="23908"/>
                </a:moveTo>
                <a:cubicBezTo>
                  <a:pt x="49721" y="23908"/>
                  <a:pt x="57245" y="31337"/>
                  <a:pt x="57245" y="40577"/>
                </a:cubicBezTo>
                <a:cubicBezTo>
                  <a:pt x="57245" y="49816"/>
                  <a:pt x="49816" y="57245"/>
                  <a:pt x="40577" y="57245"/>
                </a:cubicBezTo>
                <a:cubicBezTo>
                  <a:pt x="31337" y="57245"/>
                  <a:pt x="23908" y="49816"/>
                  <a:pt x="23908" y="40577"/>
                </a:cubicBezTo>
                <a:cubicBezTo>
                  <a:pt x="23908" y="31337"/>
                  <a:pt x="31337" y="23908"/>
                  <a:pt x="40577" y="23908"/>
                </a:cubicBezTo>
                <a:close/>
                <a:moveTo>
                  <a:pt x="40577" y="325469"/>
                </a:moveTo>
                <a:cubicBezTo>
                  <a:pt x="31433" y="325469"/>
                  <a:pt x="23908" y="318040"/>
                  <a:pt x="23908" y="308801"/>
                </a:cubicBezTo>
                <a:cubicBezTo>
                  <a:pt x="23908" y="299561"/>
                  <a:pt x="31337" y="292132"/>
                  <a:pt x="40577" y="292132"/>
                </a:cubicBezTo>
                <a:cubicBezTo>
                  <a:pt x="49816" y="292132"/>
                  <a:pt x="57245" y="299561"/>
                  <a:pt x="57245" y="308801"/>
                </a:cubicBezTo>
                <a:cubicBezTo>
                  <a:pt x="57245" y="318040"/>
                  <a:pt x="49816" y="325469"/>
                  <a:pt x="40577" y="32546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193" name="Google Shape;3193;p95"/>
          <p:cNvGrpSpPr/>
          <p:nvPr/>
        </p:nvGrpSpPr>
        <p:grpSpPr>
          <a:xfrm>
            <a:off x="3620689" y="2601063"/>
            <a:ext cx="295215" cy="182379"/>
            <a:chOff x="3731736" y="4486084"/>
            <a:chExt cx="524826" cy="324230"/>
          </a:xfrm>
        </p:grpSpPr>
        <p:sp>
          <p:nvSpPr>
            <p:cNvPr id="3194" name="Google Shape;3194;p95"/>
            <p:cNvSpPr/>
            <p:nvPr/>
          </p:nvSpPr>
          <p:spPr>
            <a:xfrm>
              <a:off x="3806555" y="4486084"/>
              <a:ext cx="295251" cy="296322"/>
            </a:xfrm>
            <a:custGeom>
              <a:avLst/>
              <a:gdLst/>
              <a:ahLst/>
              <a:cxnLst/>
              <a:rect l="l" t="t" r="r" b="b"/>
              <a:pathLst>
                <a:path w="295251" h="296322" extrusionOk="0">
                  <a:moveTo>
                    <a:pt x="263890" y="31337"/>
                  </a:moveTo>
                  <a:cubicBezTo>
                    <a:pt x="243697" y="11144"/>
                    <a:pt x="216741" y="0"/>
                    <a:pt x="188071" y="0"/>
                  </a:cubicBezTo>
                  <a:cubicBezTo>
                    <a:pt x="159401" y="0"/>
                    <a:pt x="132350" y="11144"/>
                    <a:pt x="112252" y="31337"/>
                  </a:cubicBezTo>
                  <a:cubicBezTo>
                    <a:pt x="92059" y="51530"/>
                    <a:pt x="80915" y="78486"/>
                    <a:pt x="80915" y="107156"/>
                  </a:cubicBezTo>
                  <a:cubicBezTo>
                    <a:pt x="80915" y="129635"/>
                    <a:pt x="87773" y="150971"/>
                    <a:pt x="100441" y="168878"/>
                  </a:cubicBezTo>
                  <a:lnTo>
                    <a:pt x="5572" y="263747"/>
                  </a:lnTo>
                  <a:cubicBezTo>
                    <a:pt x="-1857" y="271177"/>
                    <a:pt x="-1857" y="283274"/>
                    <a:pt x="5572" y="290703"/>
                  </a:cubicBezTo>
                  <a:cubicBezTo>
                    <a:pt x="9287" y="294418"/>
                    <a:pt x="14145" y="296323"/>
                    <a:pt x="19002" y="296323"/>
                  </a:cubicBezTo>
                  <a:cubicBezTo>
                    <a:pt x="23860" y="296323"/>
                    <a:pt x="28718" y="294418"/>
                    <a:pt x="32433" y="290703"/>
                  </a:cubicBezTo>
                  <a:lnTo>
                    <a:pt x="127492" y="195644"/>
                  </a:lnTo>
                  <a:cubicBezTo>
                    <a:pt x="145685" y="208121"/>
                    <a:pt x="166830" y="214408"/>
                    <a:pt x="188071" y="214408"/>
                  </a:cubicBezTo>
                  <a:cubicBezTo>
                    <a:pt x="215503" y="214408"/>
                    <a:pt x="243030" y="203930"/>
                    <a:pt x="263890" y="183071"/>
                  </a:cubicBezTo>
                  <a:cubicBezTo>
                    <a:pt x="305705" y="141256"/>
                    <a:pt x="305705" y="73152"/>
                    <a:pt x="263890" y="31337"/>
                  </a:cubicBezTo>
                  <a:close/>
                  <a:moveTo>
                    <a:pt x="237030" y="156115"/>
                  </a:moveTo>
                  <a:cubicBezTo>
                    <a:pt x="210074" y="183071"/>
                    <a:pt x="166164" y="183071"/>
                    <a:pt x="139208" y="156115"/>
                  </a:cubicBezTo>
                  <a:cubicBezTo>
                    <a:pt x="112252" y="129159"/>
                    <a:pt x="112252" y="85249"/>
                    <a:pt x="139208" y="58293"/>
                  </a:cubicBezTo>
                  <a:cubicBezTo>
                    <a:pt x="152162" y="45339"/>
                    <a:pt x="169593" y="38195"/>
                    <a:pt x="188166" y="38195"/>
                  </a:cubicBezTo>
                  <a:cubicBezTo>
                    <a:pt x="206740" y="38195"/>
                    <a:pt x="224076" y="45339"/>
                    <a:pt x="237125" y="58293"/>
                  </a:cubicBezTo>
                  <a:cubicBezTo>
                    <a:pt x="264081" y="85249"/>
                    <a:pt x="264081" y="129159"/>
                    <a:pt x="237125" y="156115"/>
                  </a:cubicBezTo>
                  <a:lnTo>
                    <a:pt x="237125" y="15611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95" name="Google Shape;3195;p95"/>
            <p:cNvSpPr/>
            <p:nvPr/>
          </p:nvSpPr>
          <p:spPr>
            <a:xfrm>
              <a:off x="4125118" y="4501705"/>
              <a:ext cx="131444" cy="308609"/>
            </a:xfrm>
            <a:custGeom>
              <a:avLst/>
              <a:gdLst/>
              <a:ahLst/>
              <a:cxnLst/>
              <a:rect l="l" t="t" r="r" b="b"/>
              <a:pathLst>
                <a:path w="131444" h="308609" extrusionOk="0">
                  <a:moveTo>
                    <a:pt x="23813" y="166687"/>
                  </a:moveTo>
                  <a:lnTo>
                    <a:pt x="52483" y="166687"/>
                  </a:lnTo>
                  <a:cubicBezTo>
                    <a:pt x="57626" y="183166"/>
                    <a:pt x="72866" y="195262"/>
                    <a:pt x="90964" y="195262"/>
                  </a:cubicBezTo>
                  <a:cubicBezTo>
                    <a:pt x="113252" y="195262"/>
                    <a:pt x="131445" y="177070"/>
                    <a:pt x="131445" y="154781"/>
                  </a:cubicBezTo>
                  <a:cubicBezTo>
                    <a:pt x="131445" y="132493"/>
                    <a:pt x="113252" y="114300"/>
                    <a:pt x="90964" y="114300"/>
                  </a:cubicBezTo>
                  <a:cubicBezTo>
                    <a:pt x="72771" y="114300"/>
                    <a:pt x="57626" y="126397"/>
                    <a:pt x="52483" y="142875"/>
                  </a:cubicBezTo>
                  <a:lnTo>
                    <a:pt x="23813" y="142875"/>
                  </a:lnTo>
                  <a:lnTo>
                    <a:pt x="23813" y="52388"/>
                  </a:lnTo>
                  <a:lnTo>
                    <a:pt x="52483" y="52388"/>
                  </a:lnTo>
                  <a:cubicBezTo>
                    <a:pt x="57626" y="68866"/>
                    <a:pt x="72866" y="80963"/>
                    <a:pt x="90964" y="80963"/>
                  </a:cubicBezTo>
                  <a:cubicBezTo>
                    <a:pt x="113252" y="80963"/>
                    <a:pt x="131445" y="62770"/>
                    <a:pt x="131445" y="40481"/>
                  </a:cubicBezTo>
                  <a:cubicBezTo>
                    <a:pt x="131445" y="18193"/>
                    <a:pt x="113252" y="0"/>
                    <a:pt x="90964" y="0"/>
                  </a:cubicBezTo>
                  <a:cubicBezTo>
                    <a:pt x="72771" y="0"/>
                    <a:pt x="57626" y="12097"/>
                    <a:pt x="52483" y="28575"/>
                  </a:cubicBezTo>
                  <a:lnTo>
                    <a:pt x="11906" y="28575"/>
                  </a:lnTo>
                  <a:cubicBezTo>
                    <a:pt x="5334" y="28575"/>
                    <a:pt x="0" y="33909"/>
                    <a:pt x="0" y="40481"/>
                  </a:cubicBezTo>
                  <a:lnTo>
                    <a:pt x="0" y="268129"/>
                  </a:lnTo>
                  <a:cubicBezTo>
                    <a:pt x="0" y="274701"/>
                    <a:pt x="5334" y="280035"/>
                    <a:pt x="11906" y="280035"/>
                  </a:cubicBezTo>
                  <a:lnTo>
                    <a:pt x="52483" y="280035"/>
                  </a:lnTo>
                  <a:cubicBezTo>
                    <a:pt x="57626" y="296513"/>
                    <a:pt x="72866" y="308610"/>
                    <a:pt x="90964" y="308610"/>
                  </a:cubicBezTo>
                  <a:cubicBezTo>
                    <a:pt x="113252" y="308610"/>
                    <a:pt x="131445" y="290417"/>
                    <a:pt x="131445" y="268129"/>
                  </a:cubicBezTo>
                  <a:cubicBezTo>
                    <a:pt x="131445" y="245840"/>
                    <a:pt x="113252" y="227648"/>
                    <a:pt x="90964" y="227648"/>
                  </a:cubicBezTo>
                  <a:cubicBezTo>
                    <a:pt x="72771" y="227648"/>
                    <a:pt x="57626" y="239744"/>
                    <a:pt x="52483" y="256223"/>
                  </a:cubicBezTo>
                  <a:lnTo>
                    <a:pt x="23813" y="256223"/>
                  </a:lnTo>
                  <a:lnTo>
                    <a:pt x="23813" y="166687"/>
                  </a:lnTo>
                  <a:close/>
                  <a:moveTo>
                    <a:pt x="90964" y="138113"/>
                  </a:moveTo>
                  <a:cubicBezTo>
                    <a:pt x="100108" y="138113"/>
                    <a:pt x="107632" y="145637"/>
                    <a:pt x="107632" y="154781"/>
                  </a:cubicBezTo>
                  <a:cubicBezTo>
                    <a:pt x="107632" y="163925"/>
                    <a:pt x="100108" y="171450"/>
                    <a:pt x="90964" y="171450"/>
                  </a:cubicBezTo>
                  <a:cubicBezTo>
                    <a:pt x="81820" y="171450"/>
                    <a:pt x="74295" y="163925"/>
                    <a:pt x="74295" y="154781"/>
                  </a:cubicBezTo>
                  <a:cubicBezTo>
                    <a:pt x="74295" y="145637"/>
                    <a:pt x="81820" y="138113"/>
                    <a:pt x="90964" y="138113"/>
                  </a:cubicBezTo>
                  <a:close/>
                  <a:moveTo>
                    <a:pt x="90964" y="23813"/>
                  </a:moveTo>
                  <a:cubicBezTo>
                    <a:pt x="100108" y="23813"/>
                    <a:pt x="107632" y="31337"/>
                    <a:pt x="107632" y="40481"/>
                  </a:cubicBezTo>
                  <a:cubicBezTo>
                    <a:pt x="107632" y="49625"/>
                    <a:pt x="100108" y="57150"/>
                    <a:pt x="90964" y="57150"/>
                  </a:cubicBezTo>
                  <a:cubicBezTo>
                    <a:pt x="81820" y="57150"/>
                    <a:pt x="74295" y="49625"/>
                    <a:pt x="74295" y="40481"/>
                  </a:cubicBezTo>
                  <a:cubicBezTo>
                    <a:pt x="74295" y="31337"/>
                    <a:pt x="81820" y="23813"/>
                    <a:pt x="90964" y="23813"/>
                  </a:cubicBezTo>
                  <a:close/>
                  <a:moveTo>
                    <a:pt x="90964" y="251555"/>
                  </a:moveTo>
                  <a:cubicBezTo>
                    <a:pt x="100108" y="251555"/>
                    <a:pt x="107632" y="259080"/>
                    <a:pt x="107632" y="268224"/>
                  </a:cubicBezTo>
                  <a:cubicBezTo>
                    <a:pt x="107632" y="277368"/>
                    <a:pt x="100108" y="284893"/>
                    <a:pt x="90964" y="284893"/>
                  </a:cubicBezTo>
                  <a:cubicBezTo>
                    <a:pt x="81820" y="284893"/>
                    <a:pt x="74295" y="277368"/>
                    <a:pt x="74295" y="268224"/>
                  </a:cubicBezTo>
                  <a:cubicBezTo>
                    <a:pt x="74295" y="259080"/>
                    <a:pt x="81820" y="251555"/>
                    <a:pt x="90964" y="25155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196" name="Google Shape;3196;p95"/>
            <p:cNvGrpSpPr/>
            <p:nvPr/>
          </p:nvGrpSpPr>
          <p:grpSpPr>
            <a:xfrm>
              <a:off x="3731736" y="4534185"/>
              <a:ext cx="150494" cy="104775"/>
              <a:chOff x="3731736" y="4534185"/>
              <a:chExt cx="150494" cy="104775"/>
            </a:xfrm>
          </p:grpSpPr>
          <p:sp>
            <p:nvSpPr>
              <p:cNvPr id="3197" name="Google Shape;3197;p95"/>
              <p:cNvSpPr/>
              <p:nvPr/>
            </p:nvSpPr>
            <p:spPr>
              <a:xfrm>
                <a:off x="3738403" y="4534185"/>
                <a:ext cx="36194" cy="23812"/>
              </a:xfrm>
              <a:custGeom>
                <a:avLst/>
                <a:gdLst/>
                <a:ahLst/>
                <a:cxnLst/>
                <a:rect l="l" t="t" r="r" b="b"/>
                <a:pathLst>
                  <a:path w="36194" h="23812" extrusionOk="0">
                    <a:moveTo>
                      <a:pt x="24289" y="23813"/>
                    </a:moveTo>
                    <a:lnTo>
                      <a:pt x="11906" y="23813"/>
                    </a:lnTo>
                    <a:cubicBezTo>
                      <a:pt x="5334" y="23813"/>
                      <a:pt x="0" y="18478"/>
                      <a:pt x="0" y="11906"/>
                    </a:cubicBezTo>
                    <a:cubicBezTo>
                      <a:pt x="0" y="5334"/>
                      <a:pt x="5334" y="0"/>
                      <a:pt x="11906" y="0"/>
                    </a:cubicBezTo>
                    <a:lnTo>
                      <a:pt x="24289" y="0"/>
                    </a:lnTo>
                    <a:cubicBezTo>
                      <a:pt x="30861" y="0"/>
                      <a:pt x="36195" y="5334"/>
                      <a:pt x="36195" y="11906"/>
                    </a:cubicBezTo>
                    <a:cubicBezTo>
                      <a:pt x="36195" y="18478"/>
                      <a:pt x="30861" y="23813"/>
                      <a:pt x="24289"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98" name="Google Shape;3198;p95"/>
              <p:cNvSpPr/>
              <p:nvPr/>
            </p:nvSpPr>
            <p:spPr>
              <a:xfrm>
                <a:off x="3781266" y="4534185"/>
                <a:ext cx="42862" cy="23812"/>
              </a:xfrm>
              <a:custGeom>
                <a:avLst/>
                <a:gdLst/>
                <a:ahLst/>
                <a:cxnLst/>
                <a:rect l="l" t="t" r="r" b="b"/>
                <a:pathLst>
                  <a:path w="42862" h="23812" extrusionOk="0">
                    <a:moveTo>
                      <a:pt x="30956" y="23813"/>
                    </a:moveTo>
                    <a:lnTo>
                      <a:pt x="11906" y="23813"/>
                    </a:lnTo>
                    <a:cubicBezTo>
                      <a:pt x="5334" y="23813"/>
                      <a:pt x="0" y="18478"/>
                      <a:pt x="0" y="11906"/>
                    </a:cubicBezTo>
                    <a:cubicBezTo>
                      <a:pt x="0" y="5334"/>
                      <a:pt x="5334" y="0"/>
                      <a:pt x="11906" y="0"/>
                    </a:cubicBezTo>
                    <a:lnTo>
                      <a:pt x="30956" y="0"/>
                    </a:lnTo>
                    <a:cubicBezTo>
                      <a:pt x="37529" y="0"/>
                      <a:pt x="42863" y="5334"/>
                      <a:pt x="42863" y="11906"/>
                    </a:cubicBezTo>
                    <a:cubicBezTo>
                      <a:pt x="42863" y="18478"/>
                      <a:pt x="37529" y="23813"/>
                      <a:pt x="3095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199" name="Google Shape;3199;p95"/>
              <p:cNvSpPr/>
              <p:nvPr/>
            </p:nvSpPr>
            <p:spPr>
              <a:xfrm>
                <a:off x="3830796" y="4534185"/>
                <a:ext cx="51434" cy="23812"/>
              </a:xfrm>
              <a:custGeom>
                <a:avLst/>
                <a:gdLst/>
                <a:ahLst/>
                <a:cxnLst/>
                <a:rect l="l" t="t" r="r" b="b"/>
                <a:pathLst>
                  <a:path w="51434" h="23812" extrusionOk="0">
                    <a:moveTo>
                      <a:pt x="39529" y="23813"/>
                    </a:moveTo>
                    <a:lnTo>
                      <a:pt x="11906" y="23813"/>
                    </a:lnTo>
                    <a:cubicBezTo>
                      <a:pt x="5334" y="23813"/>
                      <a:pt x="0" y="18478"/>
                      <a:pt x="0" y="11906"/>
                    </a:cubicBezTo>
                    <a:cubicBezTo>
                      <a:pt x="0" y="5334"/>
                      <a:pt x="5334" y="0"/>
                      <a:pt x="11906" y="0"/>
                    </a:cubicBezTo>
                    <a:lnTo>
                      <a:pt x="39529" y="0"/>
                    </a:lnTo>
                    <a:cubicBezTo>
                      <a:pt x="46101" y="0"/>
                      <a:pt x="51435" y="5334"/>
                      <a:pt x="51435" y="11906"/>
                    </a:cubicBezTo>
                    <a:cubicBezTo>
                      <a:pt x="51435" y="18478"/>
                      <a:pt x="46101" y="23813"/>
                      <a:pt x="39529"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00" name="Google Shape;3200;p95"/>
              <p:cNvSpPr/>
              <p:nvPr/>
            </p:nvSpPr>
            <p:spPr>
              <a:xfrm>
                <a:off x="3743166" y="4615148"/>
                <a:ext cx="59055" cy="23812"/>
              </a:xfrm>
              <a:custGeom>
                <a:avLst/>
                <a:gdLst/>
                <a:ahLst/>
                <a:cxnLst/>
                <a:rect l="l" t="t" r="r" b="b"/>
                <a:pathLst>
                  <a:path w="59055" h="23812" extrusionOk="0">
                    <a:moveTo>
                      <a:pt x="47149" y="23813"/>
                    </a:moveTo>
                    <a:lnTo>
                      <a:pt x="11906" y="23813"/>
                    </a:lnTo>
                    <a:cubicBezTo>
                      <a:pt x="5334" y="23813"/>
                      <a:pt x="0" y="18478"/>
                      <a:pt x="0" y="11906"/>
                    </a:cubicBezTo>
                    <a:cubicBezTo>
                      <a:pt x="0" y="5334"/>
                      <a:pt x="5334" y="0"/>
                      <a:pt x="11906" y="0"/>
                    </a:cubicBezTo>
                    <a:lnTo>
                      <a:pt x="47149" y="0"/>
                    </a:lnTo>
                    <a:cubicBezTo>
                      <a:pt x="53721" y="0"/>
                      <a:pt x="59055" y="5334"/>
                      <a:pt x="59055" y="11906"/>
                    </a:cubicBezTo>
                    <a:cubicBezTo>
                      <a:pt x="59055" y="18478"/>
                      <a:pt x="53721" y="23813"/>
                      <a:pt x="47149"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01" name="Google Shape;3201;p95"/>
              <p:cNvSpPr/>
              <p:nvPr/>
            </p:nvSpPr>
            <p:spPr>
              <a:xfrm>
                <a:off x="3808888" y="4615148"/>
                <a:ext cx="69532" cy="23812"/>
              </a:xfrm>
              <a:custGeom>
                <a:avLst/>
                <a:gdLst/>
                <a:ahLst/>
                <a:cxnLst/>
                <a:rect l="l" t="t" r="r" b="b"/>
                <a:pathLst>
                  <a:path w="69532" h="23812" extrusionOk="0">
                    <a:moveTo>
                      <a:pt x="57626" y="23813"/>
                    </a:moveTo>
                    <a:lnTo>
                      <a:pt x="11906" y="23813"/>
                    </a:lnTo>
                    <a:cubicBezTo>
                      <a:pt x="5334" y="23813"/>
                      <a:pt x="0" y="18478"/>
                      <a:pt x="0" y="11906"/>
                    </a:cubicBezTo>
                    <a:cubicBezTo>
                      <a:pt x="0" y="5334"/>
                      <a:pt x="5334" y="0"/>
                      <a:pt x="11906" y="0"/>
                    </a:cubicBezTo>
                    <a:lnTo>
                      <a:pt x="57626" y="0"/>
                    </a:lnTo>
                    <a:cubicBezTo>
                      <a:pt x="64199" y="0"/>
                      <a:pt x="69533" y="5334"/>
                      <a:pt x="69533" y="11906"/>
                    </a:cubicBezTo>
                    <a:cubicBezTo>
                      <a:pt x="69533" y="18478"/>
                      <a:pt x="64199" y="23813"/>
                      <a:pt x="5762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02" name="Google Shape;3202;p95"/>
              <p:cNvSpPr/>
              <p:nvPr/>
            </p:nvSpPr>
            <p:spPr>
              <a:xfrm>
                <a:off x="3731736" y="4575143"/>
                <a:ext cx="34290" cy="23812"/>
              </a:xfrm>
              <a:custGeom>
                <a:avLst/>
                <a:gdLst/>
                <a:ahLst/>
                <a:cxnLst/>
                <a:rect l="l" t="t" r="r" b="b"/>
                <a:pathLst>
                  <a:path w="34290" h="23812" extrusionOk="0">
                    <a:moveTo>
                      <a:pt x="22384" y="23813"/>
                    </a:moveTo>
                    <a:lnTo>
                      <a:pt x="11906" y="23813"/>
                    </a:lnTo>
                    <a:cubicBezTo>
                      <a:pt x="5334" y="23813"/>
                      <a:pt x="0" y="18479"/>
                      <a:pt x="0" y="11906"/>
                    </a:cubicBezTo>
                    <a:cubicBezTo>
                      <a:pt x="0" y="5334"/>
                      <a:pt x="5334" y="0"/>
                      <a:pt x="11906" y="0"/>
                    </a:cubicBezTo>
                    <a:lnTo>
                      <a:pt x="22384" y="0"/>
                    </a:lnTo>
                    <a:cubicBezTo>
                      <a:pt x="28956" y="0"/>
                      <a:pt x="34290" y="5334"/>
                      <a:pt x="34290" y="11906"/>
                    </a:cubicBezTo>
                    <a:cubicBezTo>
                      <a:pt x="34290" y="18479"/>
                      <a:pt x="28956" y="23813"/>
                      <a:pt x="22384"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03" name="Google Shape;3203;p95"/>
              <p:cNvSpPr/>
              <p:nvPr/>
            </p:nvSpPr>
            <p:spPr>
              <a:xfrm>
                <a:off x="3771741" y="4575143"/>
                <a:ext cx="67627" cy="23812"/>
              </a:xfrm>
              <a:custGeom>
                <a:avLst/>
                <a:gdLst/>
                <a:ahLst/>
                <a:cxnLst/>
                <a:rect l="l" t="t" r="r" b="b"/>
                <a:pathLst>
                  <a:path w="67627" h="23812" extrusionOk="0">
                    <a:moveTo>
                      <a:pt x="55721" y="23813"/>
                    </a:moveTo>
                    <a:lnTo>
                      <a:pt x="11906" y="23813"/>
                    </a:lnTo>
                    <a:cubicBezTo>
                      <a:pt x="5334" y="23813"/>
                      <a:pt x="0" y="18479"/>
                      <a:pt x="0" y="11906"/>
                    </a:cubicBezTo>
                    <a:cubicBezTo>
                      <a:pt x="0" y="5334"/>
                      <a:pt x="5334" y="0"/>
                      <a:pt x="11906" y="0"/>
                    </a:cubicBezTo>
                    <a:lnTo>
                      <a:pt x="55721" y="0"/>
                    </a:lnTo>
                    <a:cubicBezTo>
                      <a:pt x="62294" y="0"/>
                      <a:pt x="67628" y="5334"/>
                      <a:pt x="67628" y="11906"/>
                    </a:cubicBezTo>
                    <a:cubicBezTo>
                      <a:pt x="67628" y="18479"/>
                      <a:pt x="62294" y="23813"/>
                      <a:pt x="55721"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04" name="Google Shape;3204;p95"/>
              <p:cNvSpPr/>
              <p:nvPr/>
            </p:nvSpPr>
            <p:spPr>
              <a:xfrm>
                <a:off x="3846036" y="4575143"/>
                <a:ext cx="29527" cy="23812"/>
              </a:xfrm>
              <a:custGeom>
                <a:avLst/>
                <a:gdLst/>
                <a:ahLst/>
                <a:cxnLst/>
                <a:rect l="l" t="t" r="r" b="b"/>
                <a:pathLst>
                  <a:path w="29527" h="23812" extrusionOk="0">
                    <a:moveTo>
                      <a:pt x="17621" y="23813"/>
                    </a:moveTo>
                    <a:lnTo>
                      <a:pt x="11906" y="23813"/>
                    </a:lnTo>
                    <a:cubicBezTo>
                      <a:pt x="5334" y="23813"/>
                      <a:pt x="0" y="18479"/>
                      <a:pt x="0" y="11906"/>
                    </a:cubicBezTo>
                    <a:cubicBezTo>
                      <a:pt x="0" y="5334"/>
                      <a:pt x="5334" y="0"/>
                      <a:pt x="11906" y="0"/>
                    </a:cubicBezTo>
                    <a:lnTo>
                      <a:pt x="17621" y="0"/>
                    </a:lnTo>
                    <a:cubicBezTo>
                      <a:pt x="24193" y="0"/>
                      <a:pt x="29527" y="5334"/>
                      <a:pt x="29527" y="11906"/>
                    </a:cubicBezTo>
                    <a:cubicBezTo>
                      <a:pt x="29527" y="18479"/>
                      <a:pt x="24193" y="23813"/>
                      <a:pt x="17621"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3205" name="Google Shape;3205;p95"/>
          <p:cNvGrpSpPr/>
          <p:nvPr/>
        </p:nvGrpSpPr>
        <p:grpSpPr>
          <a:xfrm>
            <a:off x="2829420" y="2566675"/>
            <a:ext cx="293447" cy="251174"/>
            <a:chOff x="2888710" y="2799334"/>
            <a:chExt cx="521684" cy="446531"/>
          </a:xfrm>
        </p:grpSpPr>
        <p:sp>
          <p:nvSpPr>
            <p:cNvPr id="3206" name="Google Shape;3206;p95"/>
            <p:cNvSpPr/>
            <p:nvPr/>
          </p:nvSpPr>
          <p:spPr>
            <a:xfrm>
              <a:off x="3042086" y="3121493"/>
              <a:ext cx="215217" cy="123991"/>
            </a:xfrm>
            <a:custGeom>
              <a:avLst/>
              <a:gdLst/>
              <a:ahLst/>
              <a:cxnLst/>
              <a:rect l="l" t="t" r="r" b="b"/>
              <a:pathLst>
                <a:path w="215217" h="123991" extrusionOk="0">
                  <a:moveTo>
                    <a:pt x="195048" y="76462"/>
                  </a:moveTo>
                  <a:lnTo>
                    <a:pt x="172950" y="98465"/>
                  </a:lnTo>
                  <a:cubicBezTo>
                    <a:pt x="172188" y="99131"/>
                    <a:pt x="169807" y="100084"/>
                    <a:pt x="169140" y="100179"/>
                  </a:cubicBezTo>
                  <a:lnTo>
                    <a:pt x="119801" y="100179"/>
                  </a:lnTo>
                  <a:cubicBezTo>
                    <a:pt x="118753" y="100084"/>
                    <a:pt x="116276" y="98941"/>
                    <a:pt x="115514" y="98369"/>
                  </a:cubicBezTo>
                  <a:lnTo>
                    <a:pt x="20360" y="3500"/>
                  </a:lnTo>
                  <a:cubicBezTo>
                    <a:pt x="15692" y="-1167"/>
                    <a:pt x="8168" y="-1167"/>
                    <a:pt x="3500" y="3500"/>
                  </a:cubicBezTo>
                  <a:cubicBezTo>
                    <a:pt x="-1167" y="8168"/>
                    <a:pt x="-1167" y="15692"/>
                    <a:pt x="3500" y="20360"/>
                  </a:cubicBezTo>
                  <a:lnTo>
                    <a:pt x="98560" y="115133"/>
                  </a:lnTo>
                  <a:cubicBezTo>
                    <a:pt x="103322" y="119991"/>
                    <a:pt x="112657" y="123992"/>
                    <a:pt x="119229" y="123992"/>
                  </a:cubicBezTo>
                  <a:lnTo>
                    <a:pt x="169045" y="123992"/>
                  </a:lnTo>
                  <a:cubicBezTo>
                    <a:pt x="175808" y="123992"/>
                    <a:pt x="185047" y="119991"/>
                    <a:pt x="189619" y="115324"/>
                  </a:cubicBezTo>
                  <a:lnTo>
                    <a:pt x="211717" y="93226"/>
                  </a:lnTo>
                  <a:cubicBezTo>
                    <a:pt x="216384" y="88559"/>
                    <a:pt x="216384" y="81034"/>
                    <a:pt x="211717" y="76367"/>
                  </a:cubicBezTo>
                  <a:cubicBezTo>
                    <a:pt x="207050" y="71699"/>
                    <a:pt x="199525" y="71699"/>
                    <a:pt x="194858" y="7636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07" name="Google Shape;3207;p95"/>
            <p:cNvSpPr/>
            <p:nvPr/>
          </p:nvSpPr>
          <p:spPr>
            <a:xfrm>
              <a:off x="3041038" y="2799334"/>
              <a:ext cx="369069" cy="291179"/>
            </a:xfrm>
            <a:custGeom>
              <a:avLst/>
              <a:gdLst/>
              <a:ahLst/>
              <a:cxnLst/>
              <a:rect l="l" t="t" r="r" b="b"/>
              <a:pathLst>
                <a:path w="369069" h="291179" extrusionOk="0">
                  <a:moveTo>
                    <a:pt x="19979" y="121730"/>
                  </a:moveTo>
                  <a:lnTo>
                    <a:pt x="116562" y="25432"/>
                  </a:lnTo>
                  <a:cubicBezTo>
                    <a:pt x="117324" y="24860"/>
                    <a:pt x="119801" y="23813"/>
                    <a:pt x="120563" y="23717"/>
                  </a:cubicBezTo>
                  <a:lnTo>
                    <a:pt x="170093" y="23717"/>
                  </a:lnTo>
                  <a:cubicBezTo>
                    <a:pt x="171140" y="23813"/>
                    <a:pt x="173522" y="24860"/>
                    <a:pt x="174188" y="25432"/>
                  </a:cubicBezTo>
                  <a:lnTo>
                    <a:pt x="343257" y="193929"/>
                  </a:lnTo>
                  <a:cubicBezTo>
                    <a:pt x="343924" y="194786"/>
                    <a:pt x="344972" y="197453"/>
                    <a:pt x="345162" y="198215"/>
                  </a:cubicBezTo>
                  <a:lnTo>
                    <a:pt x="345162" y="247555"/>
                  </a:lnTo>
                  <a:cubicBezTo>
                    <a:pt x="345067" y="248603"/>
                    <a:pt x="344019" y="251079"/>
                    <a:pt x="343733" y="251555"/>
                  </a:cubicBezTo>
                  <a:lnTo>
                    <a:pt x="324398" y="270796"/>
                  </a:lnTo>
                  <a:cubicBezTo>
                    <a:pt x="319730" y="275463"/>
                    <a:pt x="319730" y="282988"/>
                    <a:pt x="324398" y="287655"/>
                  </a:cubicBezTo>
                  <a:cubicBezTo>
                    <a:pt x="326684" y="290036"/>
                    <a:pt x="329827" y="291179"/>
                    <a:pt x="332875" y="291179"/>
                  </a:cubicBezTo>
                  <a:cubicBezTo>
                    <a:pt x="335923" y="291179"/>
                    <a:pt x="338971" y="290036"/>
                    <a:pt x="341257" y="287750"/>
                  </a:cubicBezTo>
                  <a:lnTo>
                    <a:pt x="360688" y="268319"/>
                  </a:lnTo>
                  <a:cubicBezTo>
                    <a:pt x="365260" y="263652"/>
                    <a:pt x="369070" y="254413"/>
                    <a:pt x="369070" y="248031"/>
                  </a:cubicBezTo>
                  <a:lnTo>
                    <a:pt x="369070" y="198215"/>
                  </a:lnTo>
                  <a:cubicBezTo>
                    <a:pt x="369070" y="191643"/>
                    <a:pt x="365355" y="182404"/>
                    <a:pt x="360593" y="177451"/>
                  </a:cubicBezTo>
                  <a:lnTo>
                    <a:pt x="191333" y="8763"/>
                  </a:lnTo>
                  <a:cubicBezTo>
                    <a:pt x="186666" y="3905"/>
                    <a:pt x="177332" y="0"/>
                    <a:pt x="170569" y="0"/>
                  </a:cubicBezTo>
                  <a:lnTo>
                    <a:pt x="120753" y="0"/>
                  </a:lnTo>
                  <a:cubicBezTo>
                    <a:pt x="113990" y="0"/>
                    <a:pt x="104751" y="3810"/>
                    <a:pt x="100274" y="8477"/>
                  </a:cubicBezTo>
                  <a:lnTo>
                    <a:pt x="3500" y="104965"/>
                  </a:lnTo>
                  <a:cubicBezTo>
                    <a:pt x="-1167" y="109633"/>
                    <a:pt x="-1167" y="117158"/>
                    <a:pt x="3500" y="121825"/>
                  </a:cubicBezTo>
                  <a:cubicBezTo>
                    <a:pt x="8168" y="126492"/>
                    <a:pt x="15692" y="126492"/>
                    <a:pt x="20360" y="1218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08" name="Google Shape;3208;p95"/>
            <p:cNvSpPr/>
            <p:nvPr/>
          </p:nvSpPr>
          <p:spPr>
            <a:xfrm>
              <a:off x="3203797" y="3034887"/>
              <a:ext cx="206597" cy="210978"/>
            </a:xfrm>
            <a:custGeom>
              <a:avLst/>
              <a:gdLst/>
              <a:ahLst/>
              <a:cxnLst/>
              <a:rect l="l" t="t" r="r" b="b"/>
              <a:pathLst>
                <a:path w="206597" h="210978" extrusionOk="0">
                  <a:moveTo>
                    <a:pt x="195167" y="91249"/>
                  </a:moveTo>
                  <a:cubicBezTo>
                    <a:pt x="156401" y="82677"/>
                    <a:pt x="125921" y="51340"/>
                    <a:pt x="117539" y="11620"/>
                  </a:cubicBezTo>
                  <a:cubicBezTo>
                    <a:pt x="116110" y="4763"/>
                    <a:pt x="110204" y="0"/>
                    <a:pt x="103251" y="0"/>
                  </a:cubicBezTo>
                  <a:lnTo>
                    <a:pt x="103251" y="0"/>
                  </a:lnTo>
                  <a:cubicBezTo>
                    <a:pt x="96298" y="0"/>
                    <a:pt x="90488" y="4763"/>
                    <a:pt x="89059" y="11620"/>
                  </a:cubicBezTo>
                  <a:cubicBezTo>
                    <a:pt x="80582" y="51340"/>
                    <a:pt x="50102" y="82582"/>
                    <a:pt x="11430" y="91249"/>
                  </a:cubicBezTo>
                  <a:cubicBezTo>
                    <a:pt x="4667" y="92773"/>
                    <a:pt x="0" y="98584"/>
                    <a:pt x="0" y="105537"/>
                  </a:cubicBezTo>
                  <a:cubicBezTo>
                    <a:pt x="0" y="112490"/>
                    <a:pt x="4763" y="118300"/>
                    <a:pt x="11430" y="119824"/>
                  </a:cubicBezTo>
                  <a:cubicBezTo>
                    <a:pt x="50197" y="128397"/>
                    <a:pt x="80677" y="159734"/>
                    <a:pt x="89059" y="199358"/>
                  </a:cubicBezTo>
                  <a:cubicBezTo>
                    <a:pt x="90488" y="206216"/>
                    <a:pt x="96393" y="210979"/>
                    <a:pt x="103251" y="210979"/>
                  </a:cubicBezTo>
                  <a:lnTo>
                    <a:pt x="103251" y="210979"/>
                  </a:lnTo>
                  <a:cubicBezTo>
                    <a:pt x="110204" y="210979"/>
                    <a:pt x="116015" y="206216"/>
                    <a:pt x="117539" y="199358"/>
                  </a:cubicBezTo>
                  <a:cubicBezTo>
                    <a:pt x="126016" y="159639"/>
                    <a:pt x="156401" y="128397"/>
                    <a:pt x="195167" y="119729"/>
                  </a:cubicBezTo>
                  <a:cubicBezTo>
                    <a:pt x="201930" y="118205"/>
                    <a:pt x="206597" y="112395"/>
                    <a:pt x="206597" y="105442"/>
                  </a:cubicBezTo>
                  <a:cubicBezTo>
                    <a:pt x="206597" y="98489"/>
                    <a:pt x="201835" y="92678"/>
                    <a:pt x="195167" y="91154"/>
                  </a:cubicBezTo>
                  <a:close/>
                  <a:moveTo>
                    <a:pt x="103346" y="167259"/>
                  </a:moveTo>
                  <a:cubicBezTo>
                    <a:pt x="90869" y="140113"/>
                    <a:pt x="69342" y="118300"/>
                    <a:pt x="42672" y="105632"/>
                  </a:cubicBezTo>
                  <a:cubicBezTo>
                    <a:pt x="69247" y="92964"/>
                    <a:pt x="90869" y="71056"/>
                    <a:pt x="103346" y="44005"/>
                  </a:cubicBezTo>
                  <a:cubicBezTo>
                    <a:pt x="115824" y="71152"/>
                    <a:pt x="137351" y="93059"/>
                    <a:pt x="164021" y="105632"/>
                  </a:cubicBezTo>
                  <a:cubicBezTo>
                    <a:pt x="137446" y="118300"/>
                    <a:pt x="115824" y="140208"/>
                    <a:pt x="103346" y="16725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09" name="Google Shape;3209;p95"/>
            <p:cNvSpPr/>
            <p:nvPr/>
          </p:nvSpPr>
          <p:spPr>
            <a:xfrm>
              <a:off x="2985389" y="3035836"/>
              <a:ext cx="168044" cy="83823"/>
            </a:xfrm>
            <a:custGeom>
              <a:avLst/>
              <a:gdLst/>
              <a:ahLst/>
              <a:cxnLst/>
              <a:rect l="l" t="t" r="r" b="b"/>
              <a:pathLst>
                <a:path w="168044" h="83823" extrusionOk="0">
                  <a:moveTo>
                    <a:pt x="119539" y="63916"/>
                  </a:moveTo>
                  <a:cubicBezTo>
                    <a:pt x="115157" y="68774"/>
                    <a:pt x="115538" y="76299"/>
                    <a:pt x="120396" y="80776"/>
                  </a:cubicBezTo>
                  <a:cubicBezTo>
                    <a:pt x="122682" y="82871"/>
                    <a:pt x="125540" y="83824"/>
                    <a:pt x="128397" y="83824"/>
                  </a:cubicBezTo>
                  <a:cubicBezTo>
                    <a:pt x="131636" y="83824"/>
                    <a:pt x="134874" y="82490"/>
                    <a:pt x="137255" y="79918"/>
                  </a:cubicBezTo>
                  <a:lnTo>
                    <a:pt x="164973" y="49153"/>
                  </a:lnTo>
                  <a:cubicBezTo>
                    <a:pt x="169069" y="44581"/>
                    <a:pt x="169069" y="37723"/>
                    <a:pt x="164973" y="33246"/>
                  </a:cubicBezTo>
                  <a:lnTo>
                    <a:pt x="138493" y="3909"/>
                  </a:lnTo>
                  <a:cubicBezTo>
                    <a:pt x="134112" y="-949"/>
                    <a:pt x="126587" y="-1330"/>
                    <a:pt x="121634" y="3052"/>
                  </a:cubicBezTo>
                  <a:cubicBezTo>
                    <a:pt x="116777" y="7433"/>
                    <a:pt x="116395" y="14958"/>
                    <a:pt x="120777" y="19911"/>
                  </a:cubicBezTo>
                  <a:lnTo>
                    <a:pt x="130016" y="30103"/>
                  </a:lnTo>
                  <a:lnTo>
                    <a:pt x="11906" y="30103"/>
                  </a:lnTo>
                  <a:cubicBezTo>
                    <a:pt x="5334" y="30103"/>
                    <a:pt x="0" y="35437"/>
                    <a:pt x="0" y="42009"/>
                  </a:cubicBezTo>
                  <a:cubicBezTo>
                    <a:pt x="0" y="48581"/>
                    <a:pt x="5334" y="53915"/>
                    <a:pt x="11906" y="53915"/>
                  </a:cubicBezTo>
                  <a:lnTo>
                    <a:pt x="128778" y="53915"/>
                  </a:lnTo>
                  <a:lnTo>
                    <a:pt x="119539" y="6410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10" name="Google Shape;3210;p95"/>
            <p:cNvSpPr/>
            <p:nvPr/>
          </p:nvSpPr>
          <p:spPr>
            <a:xfrm>
              <a:off x="2942240" y="2926108"/>
              <a:ext cx="271867" cy="83823"/>
            </a:xfrm>
            <a:custGeom>
              <a:avLst/>
              <a:gdLst/>
              <a:ahLst/>
              <a:cxnLst/>
              <a:rect l="l" t="t" r="r" b="b"/>
              <a:pathLst>
                <a:path w="271867" h="83823" extrusionOk="0">
                  <a:moveTo>
                    <a:pt x="11906" y="53725"/>
                  </a:moveTo>
                  <a:lnTo>
                    <a:pt x="232601" y="53725"/>
                  </a:lnTo>
                  <a:lnTo>
                    <a:pt x="223361" y="63916"/>
                  </a:lnTo>
                  <a:cubicBezTo>
                    <a:pt x="218980" y="68774"/>
                    <a:pt x="219361" y="76299"/>
                    <a:pt x="224219" y="80776"/>
                  </a:cubicBezTo>
                  <a:cubicBezTo>
                    <a:pt x="226504" y="82871"/>
                    <a:pt x="229362" y="83824"/>
                    <a:pt x="232220" y="83824"/>
                  </a:cubicBezTo>
                  <a:cubicBezTo>
                    <a:pt x="235458" y="83824"/>
                    <a:pt x="238697" y="82490"/>
                    <a:pt x="241078" y="79918"/>
                  </a:cubicBezTo>
                  <a:lnTo>
                    <a:pt x="268796" y="49153"/>
                  </a:lnTo>
                  <a:cubicBezTo>
                    <a:pt x="272891" y="44581"/>
                    <a:pt x="272891" y="37723"/>
                    <a:pt x="268796" y="33246"/>
                  </a:cubicBezTo>
                  <a:lnTo>
                    <a:pt x="242316" y="3909"/>
                  </a:lnTo>
                  <a:cubicBezTo>
                    <a:pt x="237935" y="-949"/>
                    <a:pt x="230410" y="-1330"/>
                    <a:pt x="225457" y="3052"/>
                  </a:cubicBezTo>
                  <a:cubicBezTo>
                    <a:pt x="220599" y="7433"/>
                    <a:pt x="220218" y="14958"/>
                    <a:pt x="224600" y="19911"/>
                  </a:cubicBezTo>
                  <a:lnTo>
                    <a:pt x="233839" y="30103"/>
                  </a:lnTo>
                  <a:lnTo>
                    <a:pt x="11906" y="30103"/>
                  </a:lnTo>
                  <a:cubicBezTo>
                    <a:pt x="5334" y="30103"/>
                    <a:pt x="0" y="35437"/>
                    <a:pt x="0" y="42009"/>
                  </a:cubicBezTo>
                  <a:cubicBezTo>
                    <a:pt x="0" y="48581"/>
                    <a:pt x="5334" y="53915"/>
                    <a:pt x="11906" y="5391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11" name="Google Shape;3211;p95"/>
            <p:cNvSpPr/>
            <p:nvPr/>
          </p:nvSpPr>
          <p:spPr>
            <a:xfrm>
              <a:off x="2888710" y="3010884"/>
              <a:ext cx="130778" cy="23812"/>
            </a:xfrm>
            <a:custGeom>
              <a:avLst/>
              <a:gdLst/>
              <a:ahLst/>
              <a:cxnLst/>
              <a:rect l="l" t="t" r="r" b="b"/>
              <a:pathLst>
                <a:path w="130778" h="23812" extrusionOk="0">
                  <a:moveTo>
                    <a:pt x="130778" y="11906"/>
                  </a:moveTo>
                  <a:cubicBezTo>
                    <a:pt x="130778" y="5334"/>
                    <a:pt x="125444" y="0"/>
                    <a:pt x="118872" y="0"/>
                  </a:cubicBezTo>
                  <a:lnTo>
                    <a:pt x="11906" y="0"/>
                  </a:lnTo>
                  <a:cubicBezTo>
                    <a:pt x="5334" y="0"/>
                    <a:pt x="0" y="5334"/>
                    <a:pt x="0" y="11906"/>
                  </a:cubicBezTo>
                  <a:cubicBezTo>
                    <a:pt x="0" y="18478"/>
                    <a:pt x="5334" y="23813"/>
                    <a:pt x="11906" y="23813"/>
                  </a:cubicBezTo>
                  <a:lnTo>
                    <a:pt x="118777" y="23813"/>
                  </a:lnTo>
                  <a:cubicBezTo>
                    <a:pt x="125349" y="23813"/>
                    <a:pt x="130683" y="18478"/>
                    <a:pt x="130683"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212" name="Google Shape;3212;p95"/>
          <p:cNvGrpSpPr/>
          <p:nvPr/>
        </p:nvGrpSpPr>
        <p:grpSpPr>
          <a:xfrm>
            <a:off x="4423272" y="2543119"/>
            <a:ext cx="297466" cy="298270"/>
            <a:chOff x="5907879" y="3517709"/>
            <a:chExt cx="528828" cy="530257"/>
          </a:xfrm>
        </p:grpSpPr>
        <p:grpSp>
          <p:nvGrpSpPr>
            <p:cNvPr id="3213" name="Google Shape;3213;p95"/>
            <p:cNvGrpSpPr/>
            <p:nvPr/>
          </p:nvGrpSpPr>
          <p:grpSpPr>
            <a:xfrm>
              <a:off x="5950360" y="3517709"/>
              <a:ext cx="465701" cy="274224"/>
              <a:chOff x="5950360" y="3517709"/>
              <a:chExt cx="465701" cy="274224"/>
            </a:xfrm>
          </p:grpSpPr>
          <p:sp>
            <p:nvSpPr>
              <p:cNvPr id="3214" name="Google Shape;3214;p95"/>
              <p:cNvSpPr/>
              <p:nvPr/>
            </p:nvSpPr>
            <p:spPr>
              <a:xfrm>
                <a:off x="6111523" y="3517709"/>
                <a:ext cx="270033" cy="274224"/>
              </a:xfrm>
              <a:custGeom>
                <a:avLst/>
                <a:gdLst/>
                <a:ahLst/>
                <a:cxnLst/>
                <a:rect l="l" t="t" r="r" b="b"/>
                <a:pathLst>
                  <a:path w="270033" h="274224" extrusionOk="0">
                    <a:moveTo>
                      <a:pt x="135065" y="274225"/>
                    </a:moveTo>
                    <a:cubicBezTo>
                      <a:pt x="130112" y="274225"/>
                      <a:pt x="125635" y="271082"/>
                      <a:pt x="123920" y="266414"/>
                    </a:cubicBezTo>
                    <a:cubicBezTo>
                      <a:pt x="103918" y="211741"/>
                      <a:pt x="61532" y="168783"/>
                      <a:pt x="7715" y="148400"/>
                    </a:cubicBezTo>
                    <a:cubicBezTo>
                      <a:pt x="3048" y="146685"/>
                      <a:pt x="0" y="142208"/>
                      <a:pt x="0" y="137255"/>
                    </a:cubicBezTo>
                    <a:cubicBezTo>
                      <a:pt x="0" y="132302"/>
                      <a:pt x="3048" y="127826"/>
                      <a:pt x="7715" y="126111"/>
                    </a:cubicBezTo>
                    <a:cubicBezTo>
                      <a:pt x="61436" y="105823"/>
                      <a:pt x="103823" y="62675"/>
                      <a:pt x="123920" y="7811"/>
                    </a:cubicBezTo>
                    <a:cubicBezTo>
                      <a:pt x="125635" y="3143"/>
                      <a:pt x="130112" y="0"/>
                      <a:pt x="135065" y="0"/>
                    </a:cubicBezTo>
                    <a:lnTo>
                      <a:pt x="135065" y="0"/>
                    </a:lnTo>
                    <a:cubicBezTo>
                      <a:pt x="140018" y="0"/>
                      <a:pt x="144494" y="3143"/>
                      <a:pt x="146209" y="7811"/>
                    </a:cubicBezTo>
                    <a:cubicBezTo>
                      <a:pt x="166307" y="62675"/>
                      <a:pt x="208598" y="105728"/>
                      <a:pt x="262319" y="126111"/>
                    </a:cubicBezTo>
                    <a:cubicBezTo>
                      <a:pt x="266986" y="127826"/>
                      <a:pt x="270034" y="132302"/>
                      <a:pt x="270034" y="137255"/>
                    </a:cubicBezTo>
                    <a:cubicBezTo>
                      <a:pt x="270034" y="142208"/>
                      <a:pt x="266986" y="146685"/>
                      <a:pt x="262319" y="148400"/>
                    </a:cubicBezTo>
                    <a:cubicBezTo>
                      <a:pt x="208502" y="168783"/>
                      <a:pt x="166116" y="211741"/>
                      <a:pt x="146209" y="266414"/>
                    </a:cubicBezTo>
                    <a:cubicBezTo>
                      <a:pt x="144494" y="271082"/>
                      <a:pt x="140018" y="274225"/>
                      <a:pt x="135065" y="274225"/>
                    </a:cubicBezTo>
                    <a:close/>
                    <a:moveTo>
                      <a:pt x="40862" y="137255"/>
                    </a:moveTo>
                    <a:cubicBezTo>
                      <a:pt x="81153" y="158496"/>
                      <a:pt x="114110" y="191834"/>
                      <a:pt x="135065" y="232696"/>
                    </a:cubicBezTo>
                    <a:cubicBezTo>
                      <a:pt x="156019" y="191834"/>
                      <a:pt x="188881" y="158496"/>
                      <a:pt x="229267" y="137255"/>
                    </a:cubicBezTo>
                    <a:cubicBezTo>
                      <a:pt x="188976" y="116015"/>
                      <a:pt x="156115" y="82582"/>
                      <a:pt x="135065" y="41624"/>
                    </a:cubicBezTo>
                    <a:cubicBezTo>
                      <a:pt x="114014" y="82582"/>
                      <a:pt x="81153" y="116015"/>
                      <a:pt x="40862" y="13725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15" name="Google Shape;3215;p95"/>
              <p:cNvSpPr/>
              <p:nvPr/>
            </p:nvSpPr>
            <p:spPr>
              <a:xfrm>
                <a:off x="5950360" y="3533520"/>
                <a:ext cx="147447" cy="147447"/>
              </a:xfrm>
              <a:custGeom>
                <a:avLst/>
                <a:gdLst/>
                <a:ahLst/>
                <a:cxnLst/>
                <a:rect l="l" t="t" r="r" b="b"/>
                <a:pathLst>
                  <a:path w="147447" h="147447" extrusionOk="0">
                    <a:moveTo>
                      <a:pt x="1715" y="75819"/>
                    </a:moveTo>
                    <a:cubicBezTo>
                      <a:pt x="36576" y="83439"/>
                      <a:pt x="64008" y="110871"/>
                      <a:pt x="71628" y="145733"/>
                    </a:cubicBezTo>
                    <a:cubicBezTo>
                      <a:pt x="72104" y="148019"/>
                      <a:pt x="75343" y="148019"/>
                      <a:pt x="75819" y="145733"/>
                    </a:cubicBezTo>
                    <a:cubicBezTo>
                      <a:pt x="83439" y="110871"/>
                      <a:pt x="110871" y="83439"/>
                      <a:pt x="145733" y="75819"/>
                    </a:cubicBezTo>
                    <a:cubicBezTo>
                      <a:pt x="148019" y="75343"/>
                      <a:pt x="148019" y="72104"/>
                      <a:pt x="145733" y="71628"/>
                    </a:cubicBezTo>
                    <a:cubicBezTo>
                      <a:pt x="110871" y="64008"/>
                      <a:pt x="83439" y="36576"/>
                      <a:pt x="75819" y="1715"/>
                    </a:cubicBezTo>
                    <a:cubicBezTo>
                      <a:pt x="75343" y="-572"/>
                      <a:pt x="72104" y="-572"/>
                      <a:pt x="71628" y="1715"/>
                    </a:cubicBezTo>
                    <a:cubicBezTo>
                      <a:pt x="64008" y="36576"/>
                      <a:pt x="36576" y="64008"/>
                      <a:pt x="1715" y="71628"/>
                    </a:cubicBezTo>
                    <a:cubicBezTo>
                      <a:pt x="-572" y="72104"/>
                      <a:pt x="-572" y="75343"/>
                      <a:pt x="1715" y="758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16" name="Google Shape;3216;p95"/>
              <p:cNvSpPr/>
              <p:nvPr/>
            </p:nvSpPr>
            <p:spPr>
              <a:xfrm>
                <a:off x="6349148" y="3538640"/>
                <a:ext cx="66913" cy="66913"/>
              </a:xfrm>
              <a:custGeom>
                <a:avLst/>
                <a:gdLst/>
                <a:ahLst/>
                <a:cxnLst/>
                <a:rect l="l" t="t" r="r" b="b"/>
                <a:pathLst>
                  <a:path w="66913" h="66913" extrusionOk="0">
                    <a:moveTo>
                      <a:pt x="32504" y="66127"/>
                    </a:moveTo>
                    <a:cubicBezTo>
                      <a:pt x="32695" y="67175"/>
                      <a:pt x="34123" y="67175"/>
                      <a:pt x="34409" y="66127"/>
                    </a:cubicBezTo>
                    <a:cubicBezTo>
                      <a:pt x="37838" y="50316"/>
                      <a:pt x="50316" y="37838"/>
                      <a:pt x="66127" y="34409"/>
                    </a:cubicBezTo>
                    <a:cubicBezTo>
                      <a:pt x="67175" y="34219"/>
                      <a:pt x="67175" y="32695"/>
                      <a:pt x="66127" y="32504"/>
                    </a:cubicBezTo>
                    <a:cubicBezTo>
                      <a:pt x="50316" y="29075"/>
                      <a:pt x="37838" y="16597"/>
                      <a:pt x="34409" y="786"/>
                    </a:cubicBezTo>
                    <a:cubicBezTo>
                      <a:pt x="34219" y="-262"/>
                      <a:pt x="32695" y="-262"/>
                      <a:pt x="32504" y="786"/>
                    </a:cubicBezTo>
                    <a:cubicBezTo>
                      <a:pt x="29075" y="16597"/>
                      <a:pt x="16597" y="29075"/>
                      <a:pt x="786" y="32504"/>
                    </a:cubicBezTo>
                    <a:cubicBezTo>
                      <a:pt x="-262" y="32695"/>
                      <a:pt x="-262" y="34219"/>
                      <a:pt x="786" y="34409"/>
                    </a:cubicBezTo>
                    <a:cubicBezTo>
                      <a:pt x="16597" y="37838"/>
                      <a:pt x="29075" y="50316"/>
                      <a:pt x="32504" y="6612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217" name="Google Shape;3217;p95"/>
            <p:cNvSpPr/>
            <p:nvPr/>
          </p:nvSpPr>
          <p:spPr>
            <a:xfrm>
              <a:off x="5907879" y="3741570"/>
              <a:ext cx="528828" cy="306396"/>
            </a:xfrm>
            <a:custGeom>
              <a:avLst/>
              <a:gdLst/>
              <a:ahLst/>
              <a:cxnLst/>
              <a:rect l="l" t="t" r="r" b="b"/>
              <a:pathLst>
                <a:path w="528828" h="306396" extrusionOk="0">
                  <a:moveTo>
                    <a:pt x="509683" y="306396"/>
                  </a:moveTo>
                  <a:lnTo>
                    <a:pt x="139922" y="306396"/>
                  </a:lnTo>
                  <a:cubicBezTo>
                    <a:pt x="102489" y="306396"/>
                    <a:pt x="67342" y="291823"/>
                    <a:pt x="40958" y="265439"/>
                  </a:cubicBezTo>
                  <a:cubicBezTo>
                    <a:pt x="14573" y="239054"/>
                    <a:pt x="0" y="203907"/>
                    <a:pt x="0" y="166474"/>
                  </a:cubicBezTo>
                  <a:lnTo>
                    <a:pt x="0" y="144471"/>
                  </a:lnTo>
                  <a:cubicBezTo>
                    <a:pt x="0" y="106371"/>
                    <a:pt x="14859" y="70652"/>
                    <a:pt x="41720" y="43697"/>
                  </a:cubicBezTo>
                  <a:cubicBezTo>
                    <a:pt x="89249" y="-3928"/>
                    <a:pt x="158020" y="-1261"/>
                    <a:pt x="218694" y="1025"/>
                  </a:cubicBezTo>
                  <a:cubicBezTo>
                    <a:pt x="231172" y="1501"/>
                    <a:pt x="242983" y="1977"/>
                    <a:pt x="254222" y="1977"/>
                  </a:cubicBezTo>
                  <a:cubicBezTo>
                    <a:pt x="264700" y="1977"/>
                    <a:pt x="273272" y="10550"/>
                    <a:pt x="273272" y="21027"/>
                  </a:cubicBezTo>
                  <a:cubicBezTo>
                    <a:pt x="273272" y="31505"/>
                    <a:pt x="264700" y="40077"/>
                    <a:pt x="254222" y="40077"/>
                  </a:cubicBezTo>
                  <a:cubicBezTo>
                    <a:pt x="242221" y="40077"/>
                    <a:pt x="230124" y="39601"/>
                    <a:pt x="217265" y="39125"/>
                  </a:cubicBezTo>
                  <a:cubicBezTo>
                    <a:pt x="161830" y="37029"/>
                    <a:pt x="104489" y="34838"/>
                    <a:pt x="68675" y="70652"/>
                  </a:cubicBezTo>
                  <a:cubicBezTo>
                    <a:pt x="48959" y="90369"/>
                    <a:pt x="38100" y="116658"/>
                    <a:pt x="38100" y="144471"/>
                  </a:cubicBezTo>
                  <a:lnTo>
                    <a:pt x="38100" y="166474"/>
                  </a:lnTo>
                  <a:cubicBezTo>
                    <a:pt x="38100" y="193715"/>
                    <a:pt x="48673" y="219242"/>
                    <a:pt x="67913" y="238483"/>
                  </a:cubicBezTo>
                  <a:cubicBezTo>
                    <a:pt x="87154" y="257723"/>
                    <a:pt x="112681" y="268296"/>
                    <a:pt x="139922" y="268296"/>
                  </a:cubicBezTo>
                  <a:lnTo>
                    <a:pt x="490633" y="268296"/>
                  </a:lnTo>
                  <a:lnTo>
                    <a:pt x="490633" y="136470"/>
                  </a:lnTo>
                  <a:cubicBezTo>
                    <a:pt x="490633" y="110657"/>
                    <a:pt x="480632" y="86464"/>
                    <a:pt x="462344" y="68271"/>
                  </a:cubicBezTo>
                  <a:cubicBezTo>
                    <a:pt x="450342" y="56270"/>
                    <a:pt x="435293" y="47602"/>
                    <a:pt x="419005" y="43220"/>
                  </a:cubicBezTo>
                  <a:cubicBezTo>
                    <a:pt x="408813" y="40553"/>
                    <a:pt x="402812" y="30076"/>
                    <a:pt x="405479" y="19884"/>
                  </a:cubicBezTo>
                  <a:cubicBezTo>
                    <a:pt x="408146" y="9692"/>
                    <a:pt x="418624" y="3692"/>
                    <a:pt x="428816" y="6359"/>
                  </a:cubicBezTo>
                  <a:cubicBezTo>
                    <a:pt x="451675" y="12455"/>
                    <a:pt x="472535" y="24456"/>
                    <a:pt x="489395" y="41220"/>
                  </a:cubicBezTo>
                  <a:cubicBezTo>
                    <a:pt x="514826" y="66652"/>
                    <a:pt x="528828" y="100466"/>
                    <a:pt x="528828" y="136375"/>
                  </a:cubicBezTo>
                  <a:lnTo>
                    <a:pt x="528828" y="287251"/>
                  </a:lnTo>
                  <a:cubicBezTo>
                    <a:pt x="528828" y="297728"/>
                    <a:pt x="520256" y="306301"/>
                    <a:pt x="509778" y="30630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218" name="Google Shape;3218;p95"/>
            <p:cNvGrpSpPr/>
            <p:nvPr/>
          </p:nvGrpSpPr>
          <p:grpSpPr>
            <a:xfrm>
              <a:off x="6010558" y="3835463"/>
              <a:ext cx="319468" cy="120586"/>
              <a:chOff x="6010558" y="3835463"/>
              <a:chExt cx="319468" cy="120586"/>
            </a:xfrm>
          </p:grpSpPr>
          <p:sp>
            <p:nvSpPr>
              <p:cNvPr id="3219" name="Google Shape;3219;p95"/>
              <p:cNvSpPr/>
              <p:nvPr/>
            </p:nvSpPr>
            <p:spPr>
              <a:xfrm>
                <a:off x="6010558" y="3835463"/>
                <a:ext cx="182308" cy="14287"/>
              </a:xfrm>
              <a:custGeom>
                <a:avLst/>
                <a:gdLst/>
                <a:ahLst/>
                <a:cxnLst/>
                <a:rect l="l" t="t" r="r" b="b"/>
                <a:pathLst>
                  <a:path w="182308" h="14287" extrusionOk="0">
                    <a:moveTo>
                      <a:pt x="175165" y="14288"/>
                    </a:moveTo>
                    <a:lnTo>
                      <a:pt x="7144" y="14288"/>
                    </a:lnTo>
                    <a:cubicBezTo>
                      <a:pt x="3239" y="14288"/>
                      <a:pt x="0" y="11049"/>
                      <a:pt x="0" y="7144"/>
                    </a:cubicBezTo>
                    <a:cubicBezTo>
                      <a:pt x="0" y="3239"/>
                      <a:pt x="3239" y="0"/>
                      <a:pt x="7144" y="0"/>
                    </a:cubicBezTo>
                    <a:lnTo>
                      <a:pt x="175165" y="0"/>
                    </a:lnTo>
                    <a:cubicBezTo>
                      <a:pt x="179070" y="0"/>
                      <a:pt x="182308" y="3239"/>
                      <a:pt x="182308" y="7144"/>
                    </a:cubicBezTo>
                    <a:cubicBezTo>
                      <a:pt x="182308" y="11049"/>
                      <a:pt x="179070" y="14288"/>
                      <a:pt x="175165" y="142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20" name="Google Shape;3220;p95"/>
              <p:cNvSpPr/>
              <p:nvPr/>
            </p:nvSpPr>
            <p:spPr>
              <a:xfrm>
                <a:off x="6010558" y="3941762"/>
                <a:ext cx="256317" cy="14287"/>
              </a:xfrm>
              <a:custGeom>
                <a:avLst/>
                <a:gdLst/>
                <a:ahLst/>
                <a:cxnLst/>
                <a:rect l="l" t="t" r="r" b="b"/>
                <a:pathLst>
                  <a:path w="256317" h="14287" extrusionOk="0">
                    <a:moveTo>
                      <a:pt x="249174" y="14288"/>
                    </a:moveTo>
                    <a:lnTo>
                      <a:pt x="7144" y="14288"/>
                    </a:lnTo>
                    <a:cubicBezTo>
                      <a:pt x="3239" y="14288"/>
                      <a:pt x="0" y="11049"/>
                      <a:pt x="0" y="7144"/>
                    </a:cubicBezTo>
                    <a:cubicBezTo>
                      <a:pt x="0" y="3239"/>
                      <a:pt x="3239" y="0"/>
                      <a:pt x="7144" y="0"/>
                    </a:cubicBezTo>
                    <a:lnTo>
                      <a:pt x="249174" y="0"/>
                    </a:lnTo>
                    <a:cubicBezTo>
                      <a:pt x="253079" y="0"/>
                      <a:pt x="256318" y="3239"/>
                      <a:pt x="256318" y="7144"/>
                    </a:cubicBezTo>
                    <a:cubicBezTo>
                      <a:pt x="256318" y="11049"/>
                      <a:pt x="253079" y="14288"/>
                      <a:pt x="249174" y="142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21" name="Google Shape;3221;p95"/>
              <p:cNvSpPr/>
              <p:nvPr/>
            </p:nvSpPr>
            <p:spPr>
              <a:xfrm>
                <a:off x="6010558" y="3888612"/>
                <a:ext cx="319468" cy="14287"/>
              </a:xfrm>
              <a:custGeom>
                <a:avLst/>
                <a:gdLst/>
                <a:ahLst/>
                <a:cxnLst/>
                <a:rect l="l" t="t" r="r" b="b"/>
                <a:pathLst>
                  <a:path w="319468" h="14287" extrusionOk="0">
                    <a:moveTo>
                      <a:pt x="312325" y="14288"/>
                    </a:moveTo>
                    <a:lnTo>
                      <a:pt x="7144" y="14288"/>
                    </a:lnTo>
                    <a:cubicBezTo>
                      <a:pt x="3239" y="14288"/>
                      <a:pt x="0" y="11049"/>
                      <a:pt x="0" y="7144"/>
                    </a:cubicBezTo>
                    <a:cubicBezTo>
                      <a:pt x="0" y="3239"/>
                      <a:pt x="3239" y="0"/>
                      <a:pt x="7144" y="0"/>
                    </a:cubicBezTo>
                    <a:lnTo>
                      <a:pt x="312325" y="0"/>
                    </a:lnTo>
                    <a:cubicBezTo>
                      <a:pt x="316230" y="0"/>
                      <a:pt x="319469" y="3239"/>
                      <a:pt x="319469" y="7144"/>
                    </a:cubicBezTo>
                    <a:cubicBezTo>
                      <a:pt x="319469" y="11049"/>
                      <a:pt x="316230" y="14288"/>
                      <a:pt x="312325" y="142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3222" name="Google Shape;3222;p95"/>
          <p:cNvGrpSpPr/>
          <p:nvPr/>
        </p:nvGrpSpPr>
        <p:grpSpPr>
          <a:xfrm>
            <a:off x="5203891" y="2547021"/>
            <a:ext cx="299447" cy="290447"/>
            <a:chOff x="4375721" y="1141444"/>
            <a:chExt cx="532351" cy="516350"/>
          </a:xfrm>
        </p:grpSpPr>
        <p:sp>
          <p:nvSpPr>
            <p:cNvPr id="3223" name="Google Shape;3223;p95"/>
            <p:cNvSpPr/>
            <p:nvPr/>
          </p:nvSpPr>
          <p:spPr>
            <a:xfrm>
              <a:off x="4426965" y="1292415"/>
              <a:ext cx="481107" cy="365379"/>
            </a:xfrm>
            <a:custGeom>
              <a:avLst/>
              <a:gdLst/>
              <a:ahLst/>
              <a:cxnLst/>
              <a:rect l="l" t="t" r="r" b="b"/>
              <a:pathLst>
                <a:path w="481107" h="365379" extrusionOk="0">
                  <a:moveTo>
                    <a:pt x="465201" y="69152"/>
                  </a:moveTo>
                  <a:cubicBezTo>
                    <a:pt x="444151" y="48196"/>
                    <a:pt x="409861" y="48196"/>
                    <a:pt x="388811" y="69152"/>
                  </a:cubicBezTo>
                  <a:cubicBezTo>
                    <a:pt x="383286" y="74676"/>
                    <a:pt x="379286" y="81153"/>
                    <a:pt x="376523" y="88202"/>
                  </a:cubicBezTo>
                  <a:lnTo>
                    <a:pt x="316135" y="88202"/>
                  </a:lnTo>
                  <a:cubicBezTo>
                    <a:pt x="308039" y="55721"/>
                    <a:pt x="285941" y="26098"/>
                    <a:pt x="257842" y="0"/>
                  </a:cubicBezTo>
                  <a:cubicBezTo>
                    <a:pt x="246412" y="6763"/>
                    <a:pt x="235363" y="13906"/>
                    <a:pt x="224885" y="21241"/>
                  </a:cubicBezTo>
                  <a:cubicBezTo>
                    <a:pt x="257842" y="49720"/>
                    <a:pt x="281464" y="81820"/>
                    <a:pt x="281464" y="114776"/>
                  </a:cubicBezTo>
                  <a:cubicBezTo>
                    <a:pt x="281464" y="143923"/>
                    <a:pt x="262509" y="173355"/>
                    <a:pt x="226028" y="202406"/>
                  </a:cubicBezTo>
                  <a:cubicBezTo>
                    <a:pt x="220885" y="206502"/>
                    <a:pt x="215456" y="210598"/>
                    <a:pt x="209550" y="214598"/>
                  </a:cubicBezTo>
                  <a:cubicBezTo>
                    <a:pt x="198882" y="222028"/>
                    <a:pt x="187071" y="229362"/>
                    <a:pt x="174117" y="236696"/>
                  </a:cubicBezTo>
                  <a:cubicBezTo>
                    <a:pt x="168307" y="240030"/>
                    <a:pt x="162211" y="243269"/>
                    <a:pt x="155829" y="246602"/>
                  </a:cubicBezTo>
                  <a:cubicBezTo>
                    <a:pt x="137160" y="256318"/>
                    <a:pt x="116300" y="265843"/>
                    <a:pt x="93726" y="275368"/>
                  </a:cubicBezTo>
                  <a:cubicBezTo>
                    <a:pt x="93155" y="274796"/>
                    <a:pt x="92774" y="274034"/>
                    <a:pt x="92202" y="273463"/>
                  </a:cubicBezTo>
                  <a:cubicBezTo>
                    <a:pt x="71152" y="252508"/>
                    <a:pt x="36862" y="252508"/>
                    <a:pt x="15812" y="273463"/>
                  </a:cubicBezTo>
                  <a:cubicBezTo>
                    <a:pt x="5620" y="283655"/>
                    <a:pt x="0" y="297180"/>
                    <a:pt x="0" y="311563"/>
                  </a:cubicBezTo>
                  <a:cubicBezTo>
                    <a:pt x="0" y="325946"/>
                    <a:pt x="5620" y="339471"/>
                    <a:pt x="15812" y="349663"/>
                  </a:cubicBezTo>
                  <a:cubicBezTo>
                    <a:pt x="26384" y="360140"/>
                    <a:pt x="40196" y="365379"/>
                    <a:pt x="54007" y="365379"/>
                  </a:cubicBezTo>
                  <a:cubicBezTo>
                    <a:pt x="67818" y="365379"/>
                    <a:pt x="81629" y="360140"/>
                    <a:pt x="92202" y="349663"/>
                  </a:cubicBezTo>
                  <a:cubicBezTo>
                    <a:pt x="102394" y="339471"/>
                    <a:pt x="108014" y="325946"/>
                    <a:pt x="108014" y="311563"/>
                  </a:cubicBezTo>
                  <a:cubicBezTo>
                    <a:pt x="108014" y="311277"/>
                    <a:pt x="108014" y="311087"/>
                    <a:pt x="108014" y="310896"/>
                  </a:cubicBezTo>
                  <a:cubicBezTo>
                    <a:pt x="139446" y="297751"/>
                    <a:pt x="167354" y="284417"/>
                    <a:pt x="191738" y="270796"/>
                  </a:cubicBezTo>
                  <a:cubicBezTo>
                    <a:pt x="198215" y="267176"/>
                    <a:pt x="204311" y="263557"/>
                    <a:pt x="210217" y="259937"/>
                  </a:cubicBezTo>
                  <a:cubicBezTo>
                    <a:pt x="223171" y="252031"/>
                    <a:pt x="234886" y="244030"/>
                    <a:pt x="245459" y="235934"/>
                  </a:cubicBezTo>
                  <a:cubicBezTo>
                    <a:pt x="251174" y="231553"/>
                    <a:pt x="256508" y="227171"/>
                    <a:pt x="261557" y="222790"/>
                  </a:cubicBezTo>
                  <a:cubicBezTo>
                    <a:pt x="296323" y="192215"/>
                    <a:pt x="315373" y="160211"/>
                    <a:pt x="318897" y="126397"/>
                  </a:cubicBezTo>
                  <a:lnTo>
                    <a:pt x="376619" y="126397"/>
                  </a:lnTo>
                  <a:cubicBezTo>
                    <a:pt x="379286" y="133445"/>
                    <a:pt x="383381" y="139922"/>
                    <a:pt x="388906" y="145447"/>
                  </a:cubicBezTo>
                  <a:cubicBezTo>
                    <a:pt x="399479" y="155924"/>
                    <a:pt x="413290" y="161163"/>
                    <a:pt x="427101" y="161163"/>
                  </a:cubicBezTo>
                  <a:cubicBezTo>
                    <a:pt x="440912" y="161163"/>
                    <a:pt x="454724" y="155924"/>
                    <a:pt x="465296" y="145447"/>
                  </a:cubicBezTo>
                  <a:cubicBezTo>
                    <a:pt x="475488" y="135255"/>
                    <a:pt x="481108" y="121729"/>
                    <a:pt x="481108" y="107347"/>
                  </a:cubicBezTo>
                  <a:cubicBezTo>
                    <a:pt x="481108" y="92964"/>
                    <a:pt x="475488" y="79439"/>
                    <a:pt x="465296" y="69247"/>
                  </a:cubicBezTo>
                  <a:close/>
                  <a:moveTo>
                    <a:pt x="82582" y="321088"/>
                  </a:moveTo>
                  <a:cubicBezTo>
                    <a:pt x="81153" y="325374"/>
                    <a:pt x="78772" y="329374"/>
                    <a:pt x="75438" y="332708"/>
                  </a:cubicBezTo>
                  <a:cubicBezTo>
                    <a:pt x="63627" y="344424"/>
                    <a:pt x="44482" y="344424"/>
                    <a:pt x="32671" y="332708"/>
                  </a:cubicBezTo>
                  <a:cubicBezTo>
                    <a:pt x="26956" y="327089"/>
                    <a:pt x="23813" y="319564"/>
                    <a:pt x="23813" y="311563"/>
                  </a:cubicBezTo>
                  <a:cubicBezTo>
                    <a:pt x="23813" y="303562"/>
                    <a:pt x="26956" y="296037"/>
                    <a:pt x="32671" y="290417"/>
                  </a:cubicBezTo>
                  <a:cubicBezTo>
                    <a:pt x="38576" y="284512"/>
                    <a:pt x="46292" y="281654"/>
                    <a:pt x="54102" y="281654"/>
                  </a:cubicBezTo>
                  <a:cubicBezTo>
                    <a:pt x="59150" y="281654"/>
                    <a:pt x="64199" y="283083"/>
                    <a:pt x="68771" y="285560"/>
                  </a:cubicBezTo>
                  <a:cubicBezTo>
                    <a:pt x="71152" y="286893"/>
                    <a:pt x="73438" y="288417"/>
                    <a:pt x="75438" y="290417"/>
                  </a:cubicBezTo>
                  <a:cubicBezTo>
                    <a:pt x="81153" y="296037"/>
                    <a:pt x="84296" y="303562"/>
                    <a:pt x="84296" y="311563"/>
                  </a:cubicBezTo>
                  <a:cubicBezTo>
                    <a:pt x="84296" y="314897"/>
                    <a:pt x="83630" y="318040"/>
                    <a:pt x="82582" y="321088"/>
                  </a:cubicBezTo>
                  <a:close/>
                  <a:moveTo>
                    <a:pt x="405670" y="128397"/>
                  </a:moveTo>
                  <a:cubicBezTo>
                    <a:pt x="405003" y="127730"/>
                    <a:pt x="404527" y="126968"/>
                    <a:pt x="403860" y="126301"/>
                  </a:cubicBezTo>
                  <a:cubicBezTo>
                    <a:pt x="399383" y="120968"/>
                    <a:pt x="396812" y="114300"/>
                    <a:pt x="396812" y="107251"/>
                  </a:cubicBezTo>
                  <a:cubicBezTo>
                    <a:pt x="396812" y="100203"/>
                    <a:pt x="399383" y="93536"/>
                    <a:pt x="403860" y="88202"/>
                  </a:cubicBezTo>
                  <a:cubicBezTo>
                    <a:pt x="404432" y="87535"/>
                    <a:pt x="405003" y="86773"/>
                    <a:pt x="405670" y="86106"/>
                  </a:cubicBezTo>
                  <a:cubicBezTo>
                    <a:pt x="411575" y="80201"/>
                    <a:pt x="419291" y="77343"/>
                    <a:pt x="427101" y="77343"/>
                  </a:cubicBezTo>
                  <a:cubicBezTo>
                    <a:pt x="434912" y="77343"/>
                    <a:pt x="442627" y="80296"/>
                    <a:pt x="448532" y="86106"/>
                  </a:cubicBezTo>
                  <a:cubicBezTo>
                    <a:pt x="454247" y="91726"/>
                    <a:pt x="457391" y="99251"/>
                    <a:pt x="457391" y="107251"/>
                  </a:cubicBezTo>
                  <a:cubicBezTo>
                    <a:pt x="457391" y="115252"/>
                    <a:pt x="454247" y="122777"/>
                    <a:pt x="448532" y="128397"/>
                  </a:cubicBezTo>
                  <a:cubicBezTo>
                    <a:pt x="436721" y="140113"/>
                    <a:pt x="417576" y="140113"/>
                    <a:pt x="405765" y="12839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24" name="Google Shape;3224;p95"/>
            <p:cNvSpPr/>
            <p:nvPr/>
          </p:nvSpPr>
          <p:spPr>
            <a:xfrm>
              <a:off x="4375721" y="1141444"/>
              <a:ext cx="481012" cy="371760"/>
            </a:xfrm>
            <a:custGeom>
              <a:avLst/>
              <a:gdLst/>
              <a:ahLst/>
              <a:cxnLst/>
              <a:rect l="l" t="t" r="r" b="b"/>
              <a:pathLst>
                <a:path w="481012" h="371760" extrusionOk="0">
                  <a:moveTo>
                    <a:pt x="92202" y="296228"/>
                  </a:moveTo>
                  <a:cubicBezTo>
                    <a:pt x="97727" y="290703"/>
                    <a:pt x="101727" y="284226"/>
                    <a:pt x="104394" y="277178"/>
                  </a:cubicBezTo>
                  <a:lnTo>
                    <a:pt x="146780" y="277178"/>
                  </a:lnTo>
                  <a:cubicBezTo>
                    <a:pt x="150400" y="310325"/>
                    <a:pt x="169545" y="341852"/>
                    <a:pt x="204978" y="371761"/>
                  </a:cubicBezTo>
                  <a:cubicBezTo>
                    <a:pt x="218218" y="364617"/>
                    <a:pt x="229838" y="357569"/>
                    <a:pt x="240030" y="350901"/>
                  </a:cubicBezTo>
                  <a:cubicBezTo>
                    <a:pt x="196596" y="317564"/>
                    <a:pt x="184118" y="288322"/>
                    <a:pt x="184118" y="265652"/>
                  </a:cubicBezTo>
                  <a:cubicBezTo>
                    <a:pt x="184118" y="233648"/>
                    <a:pt x="207836" y="202502"/>
                    <a:pt x="241364" y="174689"/>
                  </a:cubicBezTo>
                  <a:cubicBezTo>
                    <a:pt x="247555" y="169545"/>
                    <a:pt x="254032" y="164497"/>
                    <a:pt x="260795" y="159639"/>
                  </a:cubicBezTo>
                  <a:cubicBezTo>
                    <a:pt x="271367" y="152019"/>
                    <a:pt x="282512" y="144590"/>
                    <a:pt x="294037" y="137636"/>
                  </a:cubicBezTo>
                  <a:cubicBezTo>
                    <a:pt x="301276" y="133255"/>
                    <a:pt x="308610" y="128968"/>
                    <a:pt x="315944" y="124873"/>
                  </a:cubicBezTo>
                  <a:cubicBezTo>
                    <a:pt x="340519" y="111252"/>
                    <a:pt x="365189" y="99441"/>
                    <a:pt x="387096" y="90011"/>
                  </a:cubicBezTo>
                  <a:cubicBezTo>
                    <a:pt x="387668" y="90583"/>
                    <a:pt x="388049" y="91345"/>
                    <a:pt x="388715" y="91916"/>
                  </a:cubicBezTo>
                  <a:cubicBezTo>
                    <a:pt x="399288" y="102394"/>
                    <a:pt x="413099" y="107632"/>
                    <a:pt x="426911" y="107632"/>
                  </a:cubicBezTo>
                  <a:cubicBezTo>
                    <a:pt x="440722" y="107632"/>
                    <a:pt x="454533" y="102394"/>
                    <a:pt x="465106" y="91916"/>
                  </a:cubicBezTo>
                  <a:cubicBezTo>
                    <a:pt x="475298" y="81725"/>
                    <a:pt x="481013" y="68199"/>
                    <a:pt x="481013" y="53816"/>
                  </a:cubicBezTo>
                  <a:cubicBezTo>
                    <a:pt x="481013" y="39434"/>
                    <a:pt x="475393" y="25908"/>
                    <a:pt x="465201" y="15716"/>
                  </a:cubicBezTo>
                  <a:cubicBezTo>
                    <a:pt x="465201" y="15716"/>
                    <a:pt x="465201" y="15716"/>
                    <a:pt x="465201" y="15716"/>
                  </a:cubicBezTo>
                  <a:cubicBezTo>
                    <a:pt x="444151" y="-5239"/>
                    <a:pt x="409861" y="-5239"/>
                    <a:pt x="388811" y="15716"/>
                  </a:cubicBezTo>
                  <a:cubicBezTo>
                    <a:pt x="378619" y="25908"/>
                    <a:pt x="372999" y="39434"/>
                    <a:pt x="372999" y="53816"/>
                  </a:cubicBezTo>
                  <a:cubicBezTo>
                    <a:pt x="372999" y="54102"/>
                    <a:pt x="372999" y="54388"/>
                    <a:pt x="372999" y="54769"/>
                  </a:cubicBezTo>
                  <a:cubicBezTo>
                    <a:pt x="348710" y="65246"/>
                    <a:pt x="317754" y="79820"/>
                    <a:pt x="286512" y="97917"/>
                  </a:cubicBezTo>
                  <a:cubicBezTo>
                    <a:pt x="285560" y="98489"/>
                    <a:pt x="284702" y="98965"/>
                    <a:pt x="283750" y="99536"/>
                  </a:cubicBezTo>
                  <a:cubicBezTo>
                    <a:pt x="275939" y="104108"/>
                    <a:pt x="268605" y="108680"/>
                    <a:pt x="261461" y="113252"/>
                  </a:cubicBezTo>
                  <a:cubicBezTo>
                    <a:pt x="249365" y="120968"/>
                    <a:pt x="238220" y="128778"/>
                    <a:pt x="228029" y="136684"/>
                  </a:cubicBezTo>
                  <a:cubicBezTo>
                    <a:pt x="221171" y="142018"/>
                    <a:pt x="214789" y="147257"/>
                    <a:pt x="208788" y="152591"/>
                  </a:cubicBezTo>
                  <a:cubicBezTo>
                    <a:pt x="176879" y="180975"/>
                    <a:pt x="157067" y="209836"/>
                    <a:pt x="149638" y="239078"/>
                  </a:cubicBezTo>
                  <a:lnTo>
                    <a:pt x="104394" y="239078"/>
                  </a:lnTo>
                  <a:cubicBezTo>
                    <a:pt x="101727" y="232029"/>
                    <a:pt x="97631" y="225552"/>
                    <a:pt x="92202" y="220028"/>
                  </a:cubicBezTo>
                  <a:cubicBezTo>
                    <a:pt x="71152" y="199073"/>
                    <a:pt x="36862" y="199073"/>
                    <a:pt x="15811" y="220028"/>
                  </a:cubicBezTo>
                  <a:cubicBezTo>
                    <a:pt x="5620" y="230219"/>
                    <a:pt x="0" y="243745"/>
                    <a:pt x="0" y="258128"/>
                  </a:cubicBezTo>
                  <a:cubicBezTo>
                    <a:pt x="0" y="272510"/>
                    <a:pt x="5620" y="286036"/>
                    <a:pt x="15811" y="296228"/>
                  </a:cubicBezTo>
                  <a:cubicBezTo>
                    <a:pt x="26384" y="306705"/>
                    <a:pt x="40195" y="311944"/>
                    <a:pt x="54007" y="311944"/>
                  </a:cubicBezTo>
                  <a:cubicBezTo>
                    <a:pt x="67818" y="311944"/>
                    <a:pt x="81629" y="306705"/>
                    <a:pt x="92202" y="296228"/>
                  </a:cubicBezTo>
                  <a:close/>
                  <a:moveTo>
                    <a:pt x="398431" y="44291"/>
                  </a:moveTo>
                  <a:cubicBezTo>
                    <a:pt x="399860" y="40005"/>
                    <a:pt x="402241" y="36005"/>
                    <a:pt x="405575" y="32671"/>
                  </a:cubicBezTo>
                  <a:cubicBezTo>
                    <a:pt x="411480" y="26765"/>
                    <a:pt x="419195" y="23908"/>
                    <a:pt x="427006" y="23908"/>
                  </a:cubicBezTo>
                  <a:cubicBezTo>
                    <a:pt x="434816" y="23908"/>
                    <a:pt x="442532" y="26860"/>
                    <a:pt x="448437" y="32671"/>
                  </a:cubicBezTo>
                  <a:cubicBezTo>
                    <a:pt x="454152" y="38290"/>
                    <a:pt x="457295" y="45815"/>
                    <a:pt x="457295" y="53816"/>
                  </a:cubicBezTo>
                  <a:cubicBezTo>
                    <a:pt x="457295" y="61817"/>
                    <a:pt x="454152" y="69342"/>
                    <a:pt x="448437" y="74962"/>
                  </a:cubicBezTo>
                  <a:cubicBezTo>
                    <a:pt x="438626" y="84773"/>
                    <a:pt x="423672" y="86296"/>
                    <a:pt x="412052" y="79724"/>
                  </a:cubicBezTo>
                  <a:cubicBezTo>
                    <a:pt x="409766" y="78391"/>
                    <a:pt x="407575" y="76962"/>
                    <a:pt x="405670" y="74962"/>
                  </a:cubicBezTo>
                  <a:cubicBezTo>
                    <a:pt x="399955" y="69342"/>
                    <a:pt x="396812" y="61817"/>
                    <a:pt x="396812" y="53816"/>
                  </a:cubicBezTo>
                  <a:cubicBezTo>
                    <a:pt x="396812" y="50483"/>
                    <a:pt x="397478" y="47244"/>
                    <a:pt x="398526" y="44196"/>
                  </a:cubicBezTo>
                  <a:close/>
                  <a:moveTo>
                    <a:pt x="75343" y="236982"/>
                  </a:moveTo>
                  <a:cubicBezTo>
                    <a:pt x="76010" y="237649"/>
                    <a:pt x="76486" y="238411"/>
                    <a:pt x="77057" y="239078"/>
                  </a:cubicBezTo>
                  <a:cubicBezTo>
                    <a:pt x="81534" y="244412"/>
                    <a:pt x="84106" y="251079"/>
                    <a:pt x="84106" y="258128"/>
                  </a:cubicBezTo>
                  <a:cubicBezTo>
                    <a:pt x="84106" y="265176"/>
                    <a:pt x="81534" y="271844"/>
                    <a:pt x="77057" y="277178"/>
                  </a:cubicBezTo>
                  <a:cubicBezTo>
                    <a:pt x="76486" y="277844"/>
                    <a:pt x="75914" y="278606"/>
                    <a:pt x="75343" y="279273"/>
                  </a:cubicBezTo>
                  <a:cubicBezTo>
                    <a:pt x="63532" y="290989"/>
                    <a:pt x="44387" y="290989"/>
                    <a:pt x="32576" y="279273"/>
                  </a:cubicBezTo>
                  <a:cubicBezTo>
                    <a:pt x="26861" y="273653"/>
                    <a:pt x="23717" y="266129"/>
                    <a:pt x="23717" y="258128"/>
                  </a:cubicBezTo>
                  <a:cubicBezTo>
                    <a:pt x="23717" y="250127"/>
                    <a:pt x="26861" y="242602"/>
                    <a:pt x="32576" y="236982"/>
                  </a:cubicBezTo>
                  <a:cubicBezTo>
                    <a:pt x="38481" y="231077"/>
                    <a:pt x="46196" y="228219"/>
                    <a:pt x="54007" y="228219"/>
                  </a:cubicBezTo>
                  <a:cubicBezTo>
                    <a:pt x="61817" y="228219"/>
                    <a:pt x="69533" y="231172"/>
                    <a:pt x="75438" y="23698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25" name="Google Shape;3225;p95"/>
            <p:cNvSpPr/>
            <p:nvPr/>
          </p:nvSpPr>
          <p:spPr>
            <a:xfrm>
              <a:off x="4660900" y="1540065"/>
              <a:ext cx="195738" cy="117633"/>
            </a:xfrm>
            <a:custGeom>
              <a:avLst/>
              <a:gdLst/>
              <a:ahLst/>
              <a:cxnLst/>
              <a:rect l="l" t="t" r="r" b="b"/>
              <a:pathLst>
                <a:path w="195738" h="117633" extrusionOk="0">
                  <a:moveTo>
                    <a:pt x="103537" y="25813"/>
                  </a:moveTo>
                  <a:cubicBezTo>
                    <a:pt x="102679" y="26670"/>
                    <a:pt x="102013" y="27718"/>
                    <a:pt x="101155" y="28670"/>
                  </a:cubicBezTo>
                  <a:cubicBezTo>
                    <a:pt x="76200" y="18955"/>
                    <a:pt x="54197" y="9334"/>
                    <a:pt x="34766" y="0"/>
                  </a:cubicBezTo>
                  <a:cubicBezTo>
                    <a:pt x="24289" y="8572"/>
                    <a:pt x="12764" y="16954"/>
                    <a:pt x="0" y="25241"/>
                  </a:cubicBezTo>
                  <a:cubicBezTo>
                    <a:pt x="25622" y="38576"/>
                    <a:pt x="54864" y="51530"/>
                    <a:pt x="87725" y="64294"/>
                  </a:cubicBezTo>
                  <a:cubicBezTo>
                    <a:pt x="87821" y="78486"/>
                    <a:pt x="93440" y="91916"/>
                    <a:pt x="103537" y="101918"/>
                  </a:cubicBezTo>
                  <a:cubicBezTo>
                    <a:pt x="114109" y="112395"/>
                    <a:pt x="127921" y="117634"/>
                    <a:pt x="141732" y="117634"/>
                  </a:cubicBezTo>
                  <a:cubicBezTo>
                    <a:pt x="155543" y="117634"/>
                    <a:pt x="169354" y="112395"/>
                    <a:pt x="179927" y="101918"/>
                  </a:cubicBezTo>
                  <a:cubicBezTo>
                    <a:pt x="190119" y="91726"/>
                    <a:pt x="195739" y="78200"/>
                    <a:pt x="195739" y="63818"/>
                  </a:cubicBezTo>
                  <a:cubicBezTo>
                    <a:pt x="195739" y="49435"/>
                    <a:pt x="190119" y="35909"/>
                    <a:pt x="179927" y="25718"/>
                  </a:cubicBezTo>
                  <a:cubicBezTo>
                    <a:pt x="158877" y="4763"/>
                    <a:pt x="124587" y="4763"/>
                    <a:pt x="103537" y="25718"/>
                  </a:cubicBezTo>
                  <a:close/>
                  <a:moveTo>
                    <a:pt x="120396" y="85058"/>
                  </a:moveTo>
                  <a:cubicBezTo>
                    <a:pt x="117157" y="81915"/>
                    <a:pt x="114872" y="78105"/>
                    <a:pt x="113443" y="74009"/>
                  </a:cubicBezTo>
                  <a:cubicBezTo>
                    <a:pt x="112300" y="70771"/>
                    <a:pt x="111538" y="67437"/>
                    <a:pt x="111538" y="63913"/>
                  </a:cubicBezTo>
                  <a:cubicBezTo>
                    <a:pt x="111538" y="55912"/>
                    <a:pt x="114681" y="48387"/>
                    <a:pt x="120396" y="42767"/>
                  </a:cubicBezTo>
                  <a:cubicBezTo>
                    <a:pt x="122206" y="40957"/>
                    <a:pt x="124301" y="39529"/>
                    <a:pt x="126397" y="38195"/>
                  </a:cubicBezTo>
                  <a:cubicBezTo>
                    <a:pt x="131159" y="35433"/>
                    <a:pt x="136398" y="33909"/>
                    <a:pt x="141732" y="33909"/>
                  </a:cubicBezTo>
                  <a:cubicBezTo>
                    <a:pt x="149447" y="33909"/>
                    <a:pt x="157258" y="36862"/>
                    <a:pt x="163163" y="42672"/>
                  </a:cubicBezTo>
                  <a:cubicBezTo>
                    <a:pt x="168878" y="48292"/>
                    <a:pt x="172022" y="55817"/>
                    <a:pt x="172022" y="63818"/>
                  </a:cubicBezTo>
                  <a:cubicBezTo>
                    <a:pt x="172022" y="71819"/>
                    <a:pt x="168878" y="79343"/>
                    <a:pt x="163163" y="84963"/>
                  </a:cubicBezTo>
                  <a:cubicBezTo>
                    <a:pt x="151352" y="96679"/>
                    <a:pt x="132207" y="96679"/>
                    <a:pt x="120396" y="8496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26" name="Google Shape;3226;p95"/>
            <p:cNvSpPr/>
            <p:nvPr/>
          </p:nvSpPr>
          <p:spPr>
            <a:xfrm>
              <a:off x="4427156" y="1141539"/>
              <a:ext cx="192786" cy="126015"/>
            </a:xfrm>
            <a:custGeom>
              <a:avLst/>
              <a:gdLst/>
              <a:ahLst/>
              <a:cxnLst/>
              <a:rect l="l" t="t" r="r" b="b"/>
              <a:pathLst>
                <a:path w="192786" h="126015" extrusionOk="0">
                  <a:moveTo>
                    <a:pt x="53912" y="107537"/>
                  </a:moveTo>
                  <a:cubicBezTo>
                    <a:pt x="67723" y="107537"/>
                    <a:pt x="81534" y="102299"/>
                    <a:pt x="92107" y="91821"/>
                  </a:cubicBezTo>
                  <a:cubicBezTo>
                    <a:pt x="92393" y="91535"/>
                    <a:pt x="92583" y="91154"/>
                    <a:pt x="92964" y="90869"/>
                  </a:cubicBezTo>
                  <a:cubicBezTo>
                    <a:pt x="113633" y="100489"/>
                    <a:pt x="136779" y="112300"/>
                    <a:pt x="159734" y="126016"/>
                  </a:cubicBezTo>
                  <a:cubicBezTo>
                    <a:pt x="170307" y="117443"/>
                    <a:pt x="181451" y="109347"/>
                    <a:pt x="192786" y="101727"/>
                  </a:cubicBezTo>
                  <a:cubicBezTo>
                    <a:pt x="162401" y="82487"/>
                    <a:pt x="131921" y="67056"/>
                    <a:pt x="107823" y="55912"/>
                  </a:cubicBezTo>
                  <a:cubicBezTo>
                    <a:pt x="107823" y="55245"/>
                    <a:pt x="108013" y="54578"/>
                    <a:pt x="108013" y="53816"/>
                  </a:cubicBezTo>
                  <a:cubicBezTo>
                    <a:pt x="108013" y="39433"/>
                    <a:pt x="102394" y="25908"/>
                    <a:pt x="92202" y="15716"/>
                  </a:cubicBezTo>
                  <a:cubicBezTo>
                    <a:pt x="71152" y="-5239"/>
                    <a:pt x="36862" y="-5239"/>
                    <a:pt x="15811" y="15716"/>
                  </a:cubicBezTo>
                  <a:cubicBezTo>
                    <a:pt x="5620" y="25908"/>
                    <a:pt x="0" y="39433"/>
                    <a:pt x="0" y="53816"/>
                  </a:cubicBezTo>
                  <a:cubicBezTo>
                    <a:pt x="0" y="68199"/>
                    <a:pt x="5620" y="81725"/>
                    <a:pt x="15811" y="91916"/>
                  </a:cubicBezTo>
                  <a:cubicBezTo>
                    <a:pt x="26384" y="102394"/>
                    <a:pt x="40196" y="107632"/>
                    <a:pt x="54007" y="107632"/>
                  </a:cubicBezTo>
                  <a:close/>
                  <a:moveTo>
                    <a:pt x="75248" y="32576"/>
                  </a:moveTo>
                  <a:cubicBezTo>
                    <a:pt x="78676" y="36005"/>
                    <a:pt x="81058" y="40195"/>
                    <a:pt x="82582" y="44768"/>
                  </a:cubicBezTo>
                  <a:cubicBezTo>
                    <a:pt x="83534" y="47625"/>
                    <a:pt x="84106" y="50673"/>
                    <a:pt x="84106" y="53816"/>
                  </a:cubicBezTo>
                  <a:cubicBezTo>
                    <a:pt x="84106" y="61817"/>
                    <a:pt x="80962" y="69342"/>
                    <a:pt x="75248" y="74962"/>
                  </a:cubicBezTo>
                  <a:cubicBezTo>
                    <a:pt x="73152" y="77057"/>
                    <a:pt x="70771" y="78676"/>
                    <a:pt x="68294" y="80010"/>
                  </a:cubicBezTo>
                  <a:cubicBezTo>
                    <a:pt x="56864" y="86201"/>
                    <a:pt x="42196" y="84677"/>
                    <a:pt x="32480" y="74962"/>
                  </a:cubicBezTo>
                  <a:cubicBezTo>
                    <a:pt x="26765" y="69342"/>
                    <a:pt x="23622" y="61817"/>
                    <a:pt x="23622" y="53816"/>
                  </a:cubicBezTo>
                  <a:cubicBezTo>
                    <a:pt x="23622" y="45815"/>
                    <a:pt x="26765" y="38290"/>
                    <a:pt x="32480" y="32671"/>
                  </a:cubicBezTo>
                  <a:cubicBezTo>
                    <a:pt x="38386" y="26765"/>
                    <a:pt x="46101" y="23908"/>
                    <a:pt x="53912" y="23908"/>
                  </a:cubicBezTo>
                  <a:cubicBezTo>
                    <a:pt x="61722" y="23908"/>
                    <a:pt x="69437" y="26861"/>
                    <a:pt x="75343" y="3267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227" name="Google Shape;3227;p95"/>
          <p:cNvGrpSpPr/>
          <p:nvPr/>
        </p:nvGrpSpPr>
        <p:grpSpPr>
          <a:xfrm>
            <a:off x="7586525" y="2567637"/>
            <a:ext cx="287342" cy="249288"/>
            <a:chOff x="5236400" y="2842216"/>
            <a:chExt cx="510830" cy="443178"/>
          </a:xfrm>
        </p:grpSpPr>
        <p:sp>
          <p:nvSpPr>
            <p:cNvPr id="3228" name="Google Shape;3228;p95"/>
            <p:cNvSpPr/>
            <p:nvPr/>
          </p:nvSpPr>
          <p:spPr>
            <a:xfrm>
              <a:off x="5236400" y="2842216"/>
              <a:ext cx="510830" cy="443178"/>
            </a:xfrm>
            <a:custGeom>
              <a:avLst/>
              <a:gdLst/>
              <a:ahLst/>
              <a:cxnLst/>
              <a:rect l="l" t="t" r="r" b="b"/>
              <a:pathLst>
                <a:path w="510830" h="443178" extrusionOk="0">
                  <a:moveTo>
                    <a:pt x="320135" y="27603"/>
                  </a:moveTo>
                  <a:cubicBezTo>
                    <a:pt x="300228" y="-8688"/>
                    <a:pt x="248317" y="-9354"/>
                    <a:pt x="227648" y="26555"/>
                  </a:cubicBezTo>
                  <a:lnTo>
                    <a:pt x="199739" y="74847"/>
                  </a:lnTo>
                  <a:lnTo>
                    <a:pt x="144209" y="96468"/>
                  </a:lnTo>
                  <a:cubicBezTo>
                    <a:pt x="140780" y="97802"/>
                    <a:pt x="139065" y="101612"/>
                    <a:pt x="140399" y="105041"/>
                  </a:cubicBezTo>
                  <a:lnTo>
                    <a:pt x="144018" y="114471"/>
                  </a:lnTo>
                  <a:cubicBezTo>
                    <a:pt x="145352" y="117900"/>
                    <a:pt x="149162" y="119614"/>
                    <a:pt x="152591" y="118281"/>
                  </a:cubicBezTo>
                  <a:lnTo>
                    <a:pt x="180880" y="107232"/>
                  </a:lnTo>
                  <a:lnTo>
                    <a:pt x="133255" y="189718"/>
                  </a:lnTo>
                  <a:lnTo>
                    <a:pt x="113633" y="189718"/>
                  </a:lnTo>
                  <a:lnTo>
                    <a:pt x="113633" y="176193"/>
                  </a:lnTo>
                  <a:cubicBezTo>
                    <a:pt x="128873" y="171240"/>
                    <a:pt x="139922" y="156952"/>
                    <a:pt x="139922" y="140093"/>
                  </a:cubicBezTo>
                  <a:cubicBezTo>
                    <a:pt x="139922" y="119138"/>
                    <a:pt x="122968" y="102183"/>
                    <a:pt x="102013" y="102183"/>
                  </a:cubicBezTo>
                  <a:cubicBezTo>
                    <a:pt x="86296" y="102183"/>
                    <a:pt x="72866" y="111708"/>
                    <a:pt x="67151" y="125234"/>
                  </a:cubicBezTo>
                  <a:lnTo>
                    <a:pt x="31242" y="138569"/>
                  </a:lnTo>
                  <a:cubicBezTo>
                    <a:pt x="27813" y="139807"/>
                    <a:pt x="26098" y="143617"/>
                    <a:pt x="27337" y="147141"/>
                  </a:cubicBezTo>
                  <a:lnTo>
                    <a:pt x="30861" y="156571"/>
                  </a:lnTo>
                  <a:cubicBezTo>
                    <a:pt x="32099" y="160000"/>
                    <a:pt x="35909" y="161715"/>
                    <a:pt x="39434" y="160476"/>
                  </a:cubicBezTo>
                  <a:lnTo>
                    <a:pt x="65627" y="150761"/>
                  </a:lnTo>
                  <a:cubicBezTo>
                    <a:pt x="69152" y="162858"/>
                    <a:pt x="78486" y="172478"/>
                    <a:pt x="90392" y="176288"/>
                  </a:cubicBezTo>
                  <a:lnTo>
                    <a:pt x="90392" y="189813"/>
                  </a:lnTo>
                  <a:lnTo>
                    <a:pt x="29147" y="189813"/>
                  </a:lnTo>
                  <a:cubicBezTo>
                    <a:pt x="13049" y="189813"/>
                    <a:pt x="0" y="202863"/>
                    <a:pt x="0" y="218960"/>
                  </a:cubicBezTo>
                  <a:lnTo>
                    <a:pt x="0" y="335736"/>
                  </a:lnTo>
                  <a:cubicBezTo>
                    <a:pt x="0" y="351834"/>
                    <a:pt x="13049" y="364883"/>
                    <a:pt x="29147" y="364883"/>
                  </a:cubicBezTo>
                  <a:lnTo>
                    <a:pt x="32290" y="364883"/>
                  </a:lnTo>
                  <a:cubicBezTo>
                    <a:pt x="13240" y="400030"/>
                    <a:pt x="38671" y="443178"/>
                    <a:pt x="78962" y="443178"/>
                  </a:cubicBezTo>
                  <a:lnTo>
                    <a:pt x="457676" y="443178"/>
                  </a:lnTo>
                  <a:cubicBezTo>
                    <a:pt x="497967" y="443178"/>
                    <a:pt x="523589" y="400030"/>
                    <a:pt x="504254" y="364692"/>
                  </a:cubicBezTo>
                  <a:lnTo>
                    <a:pt x="320135" y="27603"/>
                  </a:lnTo>
                  <a:close/>
                  <a:moveTo>
                    <a:pt x="78296" y="364788"/>
                  </a:moveTo>
                  <a:lnTo>
                    <a:pt x="67532" y="383361"/>
                  </a:lnTo>
                  <a:cubicBezTo>
                    <a:pt x="62389" y="392220"/>
                    <a:pt x="68771" y="403269"/>
                    <a:pt x="79058" y="403269"/>
                  </a:cubicBezTo>
                  <a:lnTo>
                    <a:pt x="457772" y="403269"/>
                  </a:lnTo>
                  <a:cubicBezTo>
                    <a:pt x="467868" y="403269"/>
                    <a:pt x="474250" y="392505"/>
                    <a:pt x="469392" y="383647"/>
                  </a:cubicBezTo>
                  <a:lnTo>
                    <a:pt x="354806" y="174097"/>
                  </a:lnTo>
                  <a:lnTo>
                    <a:pt x="352616" y="175907"/>
                  </a:lnTo>
                  <a:cubicBezTo>
                    <a:pt x="332137" y="192671"/>
                    <a:pt x="301752" y="188956"/>
                    <a:pt x="286036" y="167715"/>
                  </a:cubicBezTo>
                  <a:lnTo>
                    <a:pt x="273463" y="150856"/>
                  </a:lnTo>
                  <a:cubicBezTo>
                    <a:pt x="271653" y="148475"/>
                    <a:pt x="268510" y="147522"/>
                    <a:pt x="265652" y="148665"/>
                  </a:cubicBezTo>
                  <a:lnTo>
                    <a:pt x="184214" y="181241"/>
                  </a:lnTo>
                  <a:lnTo>
                    <a:pt x="179261" y="189718"/>
                  </a:lnTo>
                  <a:lnTo>
                    <a:pt x="204216" y="189718"/>
                  </a:lnTo>
                  <a:cubicBezTo>
                    <a:pt x="220313" y="189718"/>
                    <a:pt x="233363" y="202767"/>
                    <a:pt x="233363" y="218865"/>
                  </a:cubicBezTo>
                  <a:lnTo>
                    <a:pt x="233363" y="335641"/>
                  </a:lnTo>
                  <a:cubicBezTo>
                    <a:pt x="233363" y="351738"/>
                    <a:pt x="220313" y="364788"/>
                    <a:pt x="204216" y="364788"/>
                  </a:cubicBezTo>
                  <a:lnTo>
                    <a:pt x="78200" y="364788"/>
                  </a:lnTo>
                  <a:close/>
                  <a:moveTo>
                    <a:pt x="262033" y="46462"/>
                  </a:moveTo>
                  <a:cubicBezTo>
                    <a:pt x="267176" y="37509"/>
                    <a:pt x="280226" y="37604"/>
                    <a:pt x="285179" y="46748"/>
                  </a:cubicBezTo>
                  <a:lnTo>
                    <a:pt x="335375" y="138569"/>
                  </a:lnTo>
                  <a:lnTo>
                    <a:pt x="327470" y="145046"/>
                  </a:lnTo>
                  <a:cubicBezTo>
                    <a:pt x="324517" y="147427"/>
                    <a:pt x="320231" y="146951"/>
                    <a:pt x="317945" y="143903"/>
                  </a:cubicBezTo>
                  <a:lnTo>
                    <a:pt x="305372" y="127044"/>
                  </a:lnTo>
                  <a:cubicBezTo>
                    <a:pt x="292799" y="110184"/>
                    <a:pt x="270415" y="103803"/>
                    <a:pt x="250889" y="111708"/>
                  </a:cubicBezTo>
                  <a:lnTo>
                    <a:pt x="216408" y="125520"/>
                  </a:lnTo>
                  <a:lnTo>
                    <a:pt x="262033" y="46557"/>
                  </a:lnTo>
                  <a:close/>
                  <a:moveTo>
                    <a:pt x="102108" y="154666"/>
                  </a:moveTo>
                  <a:cubicBezTo>
                    <a:pt x="110204" y="154666"/>
                    <a:pt x="116681" y="148094"/>
                    <a:pt x="116681" y="140093"/>
                  </a:cubicBezTo>
                  <a:cubicBezTo>
                    <a:pt x="116681" y="132092"/>
                    <a:pt x="110109" y="125520"/>
                    <a:pt x="102108" y="125520"/>
                  </a:cubicBezTo>
                  <a:cubicBezTo>
                    <a:pt x="94107" y="125520"/>
                    <a:pt x="87535" y="132092"/>
                    <a:pt x="87535" y="140093"/>
                  </a:cubicBezTo>
                  <a:cubicBezTo>
                    <a:pt x="87535" y="148094"/>
                    <a:pt x="94107" y="154666"/>
                    <a:pt x="102108" y="154666"/>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grpSp>
          <p:nvGrpSpPr>
            <p:cNvPr id="3229" name="Google Shape;3229;p95"/>
            <p:cNvGrpSpPr/>
            <p:nvPr/>
          </p:nvGrpSpPr>
          <p:grpSpPr>
            <a:xfrm>
              <a:off x="5271357" y="3079273"/>
              <a:ext cx="168211" cy="84582"/>
              <a:chOff x="5271357" y="3079273"/>
              <a:chExt cx="168211" cy="84582"/>
            </a:xfrm>
          </p:grpSpPr>
          <p:sp>
            <p:nvSpPr>
              <p:cNvPr id="3230" name="Google Shape;3230;p95"/>
              <p:cNvSpPr/>
              <p:nvPr/>
            </p:nvSpPr>
            <p:spPr>
              <a:xfrm>
                <a:off x="5271357" y="3079273"/>
                <a:ext cx="85725" cy="84582"/>
              </a:xfrm>
              <a:custGeom>
                <a:avLst/>
                <a:gdLst/>
                <a:ahLst/>
                <a:cxnLst/>
                <a:rect l="l" t="t" r="r" b="b"/>
                <a:pathLst>
                  <a:path w="85725" h="84582" extrusionOk="0">
                    <a:moveTo>
                      <a:pt x="65341" y="37909"/>
                    </a:moveTo>
                    <a:lnTo>
                      <a:pt x="47149" y="62198"/>
                    </a:lnTo>
                    <a:lnTo>
                      <a:pt x="38576" y="62198"/>
                    </a:lnTo>
                    <a:lnTo>
                      <a:pt x="20288" y="37814"/>
                    </a:lnTo>
                    <a:lnTo>
                      <a:pt x="20288" y="84582"/>
                    </a:lnTo>
                    <a:lnTo>
                      <a:pt x="0" y="84582"/>
                    </a:lnTo>
                    <a:lnTo>
                      <a:pt x="0" y="0"/>
                    </a:lnTo>
                    <a:lnTo>
                      <a:pt x="16669" y="0"/>
                    </a:lnTo>
                    <a:lnTo>
                      <a:pt x="42863" y="36195"/>
                    </a:lnTo>
                    <a:lnTo>
                      <a:pt x="69056" y="0"/>
                    </a:lnTo>
                    <a:lnTo>
                      <a:pt x="85534" y="0"/>
                    </a:lnTo>
                    <a:lnTo>
                      <a:pt x="85725" y="84582"/>
                    </a:lnTo>
                    <a:lnTo>
                      <a:pt x="65437" y="84582"/>
                    </a:lnTo>
                    <a:lnTo>
                      <a:pt x="65437" y="37909"/>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3231" name="Google Shape;3231;p95"/>
              <p:cNvSpPr/>
              <p:nvPr/>
            </p:nvSpPr>
            <p:spPr>
              <a:xfrm>
                <a:off x="5381275" y="3079273"/>
                <a:ext cx="58293" cy="84582"/>
              </a:xfrm>
              <a:custGeom>
                <a:avLst/>
                <a:gdLst/>
                <a:ahLst/>
                <a:cxnLst/>
                <a:rect l="l" t="t" r="r" b="b"/>
                <a:pathLst>
                  <a:path w="58293" h="84582" extrusionOk="0">
                    <a:moveTo>
                      <a:pt x="0" y="84582"/>
                    </a:moveTo>
                    <a:lnTo>
                      <a:pt x="0" y="0"/>
                    </a:lnTo>
                    <a:lnTo>
                      <a:pt x="20479" y="0"/>
                    </a:lnTo>
                    <a:lnTo>
                      <a:pt x="20479" y="66961"/>
                    </a:lnTo>
                    <a:lnTo>
                      <a:pt x="58293" y="66961"/>
                    </a:lnTo>
                    <a:lnTo>
                      <a:pt x="58293" y="84582"/>
                    </a:lnTo>
                    <a:lnTo>
                      <a:pt x="95" y="84582"/>
                    </a:lnTo>
                    <a:close/>
                  </a:path>
                </a:pathLst>
              </a:custGeom>
              <a:solidFill>
                <a:srgbClr val="FFFFFF"/>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3232" name="Google Shape;3232;p95"/>
          <p:cNvGrpSpPr/>
          <p:nvPr/>
        </p:nvGrpSpPr>
        <p:grpSpPr>
          <a:xfrm>
            <a:off x="1254227" y="3345071"/>
            <a:ext cx="274302" cy="256567"/>
            <a:chOff x="7967186" y="3546761"/>
            <a:chExt cx="487648" cy="456119"/>
          </a:xfrm>
        </p:grpSpPr>
        <p:sp>
          <p:nvSpPr>
            <p:cNvPr id="3233" name="Google Shape;3233;p95"/>
            <p:cNvSpPr/>
            <p:nvPr/>
          </p:nvSpPr>
          <p:spPr>
            <a:xfrm>
              <a:off x="7967186" y="3546761"/>
              <a:ext cx="401574" cy="422877"/>
            </a:xfrm>
            <a:custGeom>
              <a:avLst/>
              <a:gdLst/>
              <a:ahLst/>
              <a:cxnLst/>
              <a:rect l="l" t="t" r="r" b="b"/>
              <a:pathLst>
                <a:path w="401574" h="422877" extrusionOk="0">
                  <a:moveTo>
                    <a:pt x="237744" y="384873"/>
                  </a:moveTo>
                  <a:lnTo>
                    <a:pt x="75438" y="384873"/>
                  </a:lnTo>
                  <a:cubicBezTo>
                    <a:pt x="65723" y="384873"/>
                    <a:pt x="59627" y="374300"/>
                    <a:pt x="64484" y="365918"/>
                  </a:cubicBezTo>
                  <a:lnTo>
                    <a:pt x="74676" y="348202"/>
                  </a:lnTo>
                  <a:lnTo>
                    <a:pt x="194977" y="348202"/>
                  </a:lnTo>
                  <a:cubicBezTo>
                    <a:pt x="210407" y="348202"/>
                    <a:pt x="222885" y="335724"/>
                    <a:pt x="222885" y="320294"/>
                  </a:cubicBezTo>
                  <a:lnTo>
                    <a:pt x="222885" y="208851"/>
                  </a:lnTo>
                  <a:cubicBezTo>
                    <a:pt x="222885" y="193421"/>
                    <a:pt x="210407" y="180943"/>
                    <a:pt x="194977" y="180943"/>
                  </a:cubicBezTo>
                  <a:lnTo>
                    <a:pt x="171164" y="180943"/>
                  </a:lnTo>
                  <a:lnTo>
                    <a:pt x="175832" y="172847"/>
                  </a:lnTo>
                  <a:lnTo>
                    <a:pt x="253556" y="141795"/>
                  </a:lnTo>
                  <a:cubicBezTo>
                    <a:pt x="256222" y="140747"/>
                    <a:pt x="259270" y="141605"/>
                    <a:pt x="260985" y="143891"/>
                  </a:cubicBezTo>
                  <a:lnTo>
                    <a:pt x="272987" y="159988"/>
                  </a:lnTo>
                  <a:cubicBezTo>
                    <a:pt x="288036" y="180276"/>
                    <a:pt x="316992" y="183800"/>
                    <a:pt x="336614" y="167798"/>
                  </a:cubicBezTo>
                  <a:lnTo>
                    <a:pt x="338709" y="166084"/>
                  </a:lnTo>
                  <a:lnTo>
                    <a:pt x="358235" y="201803"/>
                  </a:lnTo>
                  <a:lnTo>
                    <a:pt x="401574" y="201803"/>
                  </a:lnTo>
                  <a:lnTo>
                    <a:pt x="305657" y="26352"/>
                  </a:lnTo>
                  <a:cubicBezTo>
                    <a:pt x="286703" y="-8319"/>
                    <a:pt x="237077" y="-8890"/>
                    <a:pt x="217361" y="25304"/>
                  </a:cubicBezTo>
                  <a:lnTo>
                    <a:pt x="190691" y="71405"/>
                  </a:lnTo>
                  <a:lnTo>
                    <a:pt x="137732" y="92075"/>
                  </a:lnTo>
                  <a:cubicBezTo>
                    <a:pt x="134493" y="93313"/>
                    <a:pt x="132874" y="97028"/>
                    <a:pt x="134112" y="100266"/>
                  </a:cubicBezTo>
                  <a:lnTo>
                    <a:pt x="137636" y="109220"/>
                  </a:lnTo>
                  <a:cubicBezTo>
                    <a:pt x="138875" y="112458"/>
                    <a:pt x="142589" y="114077"/>
                    <a:pt x="145828" y="112839"/>
                  </a:cubicBezTo>
                  <a:lnTo>
                    <a:pt x="172879" y="102266"/>
                  </a:lnTo>
                  <a:lnTo>
                    <a:pt x="127445" y="181038"/>
                  </a:lnTo>
                  <a:lnTo>
                    <a:pt x="108776" y="181038"/>
                  </a:lnTo>
                  <a:lnTo>
                    <a:pt x="108776" y="168179"/>
                  </a:lnTo>
                  <a:cubicBezTo>
                    <a:pt x="123349" y="163512"/>
                    <a:pt x="133826" y="149796"/>
                    <a:pt x="133826" y="133699"/>
                  </a:cubicBezTo>
                  <a:cubicBezTo>
                    <a:pt x="133826" y="113696"/>
                    <a:pt x="117634" y="97504"/>
                    <a:pt x="97631" y="97504"/>
                  </a:cubicBezTo>
                  <a:cubicBezTo>
                    <a:pt x="82677" y="97504"/>
                    <a:pt x="69818" y="106553"/>
                    <a:pt x="64294" y="119507"/>
                  </a:cubicBezTo>
                  <a:lnTo>
                    <a:pt x="30004" y="132175"/>
                  </a:lnTo>
                  <a:cubicBezTo>
                    <a:pt x="26765" y="133413"/>
                    <a:pt x="25051" y="137033"/>
                    <a:pt x="26289" y="140271"/>
                  </a:cubicBezTo>
                  <a:lnTo>
                    <a:pt x="29623" y="149320"/>
                  </a:lnTo>
                  <a:cubicBezTo>
                    <a:pt x="30861" y="152558"/>
                    <a:pt x="34481" y="154273"/>
                    <a:pt x="37719" y="153035"/>
                  </a:cubicBezTo>
                  <a:lnTo>
                    <a:pt x="62770" y="143700"/>
                  </a:lnTo>
                  <a:cubicBezTo>
                    <a:pt x="66104" y="155225"/>
                    <a:pt x="75057" y="164369"/>
                    <a:pt x="86392" y="168084"/>
                  </a:cubicBezTo>
                  <a:lnTo>
                    <a:pt x="86392" y="180943"/>
                  </a:lnTo>
                  <a:lnTo>
                    <a:pt x="27908" y="180943"/>
                  </a:lnTo>
                  <a:cubicBezTo>
                    <a:pt x="12478" y="180943"/>
                    <a:pt x="0" y="193421"/>
                    <a:pt x="0" y="208851"/>
                  </a:cubicBezTo>
                  <a:lnTo>
                    <a:pt x="0" y="320294"/>
                  </a:lnTo>
                  <a:cubicBezTo>
                    <a:pt x="0" y="335724"/>
                    <a:pt x="12478" y="348202"/>
                    <a:pt x="27908" y="348202"/>
                  </a:cubicBezTo>
                  <a:lnTo>
                    <a:pt x="30861" y="348202"/>
                  </a:lnTo>
                  <a:cubicBezTo>
                    <a:pt x="12668" y="381730"/>
                    <a:pt x="36957" y="422878"/>
                    <a:pt x="75438" y="422878"/>
                  </a:cubicBezTo>
                  <a:lnTo>
                    <a:pt x="255175" y="422878"/>
                  </a:lnTo>
                  <a:lnTo>
                    <a:pt x="237744" y="384873"/>
                  </a:lnTo>
                  <a:close/>
                  <a:moveTo>
                    <a:pt x="250127" y="44259"/>
                  </a:moveTo>
                  <a:cubicBezTo>
                    <a:pt x="255080" y="35687"/>
                    <a:pt x="267462" y="35877"/>
                    <a:pt x="272225" y="44545"/>
                  </a:cubicBezTo>
                  <a:lnTo>
                    <a:pt x="320135" y="132175"/>
                  </a:lnTo>
                  <a:lnTo>
                    <a:pt x="312515" y="138366"/>
                  </a:lnTo>
                  <a:cubicBezTo>
                    <a:pt x="309753" y="140652"/>
                    <a:pt x="305562" y="140176"/>
                    <a:pt x="303467" y="137223"/>
                  </a:cubicBezTo>
                  <a:lnTo>
                    <a:pt x="291465" y="121126"/>
                  </a:lnTo>
                  <a:cubicBezTo>
                    <a:pt x="279464" y="105029"/>
                    <a:pt x="258128" y="99028"/>
                    <a:pt x="239459" y="106457"/>
                  </a:cubicBezTo>
                  <a:lnTo>
                    <a:pt x="206597" y="119602"/>
                  </a:lnTo>
                  <a:lnTo>
                    <a:pt x="250127" y="44164"/>
                  </a:lnTo>
                  <a:close/>
                  <a:moveTo>
                    <a:pt x="83534" y="133604"/>
                  </a:moveTo>
                  <a:cubicBezTo>
                    <a:pt x="83534" y="125888"/>
                    <a:pt x="89726" y="119697"/>
                    <a:pt x="97441" y="119697"/>
                  </a:cubicBezTo>
                  <a:cubicBezTo>
                    <a:pt x="105156" y="119697"/>
                    <a:pt x="111347" y="125888"/>
                    <a:pt x="111347" y="133604"/>
                  </a:cubicBezTo>
                  <a:cubicBezTo>
                    <a:pt x="111347" y="141319"/>
                    <a:pt x="105156" y="147510"/>
                    <a:pt x="97441" y="147510"/>
                  </a:cubicBezTo>
                  <a:cubicBezTo>
                    <a:pt x="89726" y="147510"/>
                    <a:pt x="83534" y="141319"/>
                    <a:pt x="83534" y="13360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234" name="Google Shape;3234;p95"/>
            <p:cNvGrpSpPr/>
            <p:nvPr/>
          </p:nvGrpSpPr>
          <p:grpSpPr>
            <a:xfrm>
              <a:off x="8002047" y="3771328"/>
              <a:ext cx="160592" cy="80866"/>
              <a:chOff x="8002047" y="3771328"/>
              <a:chExt cx="160592" cy="80866"/>
            </a:xfrm>
          </p:grpSpPr>
          <p:sp>
            <p:nvSpPr>
              <p:cNvPr id="3235" name="Google Shape;3235;p95"/>
              <p:cNvSpPr/>
              <p:nvPr/>
            </p:nvSpPr>
            <p:spPr>
              <a:xfrm>
                <a:off x="8002047" y="3771423"/>
                <a:ext cx="81724" cy="80771"/>
              </a:xfrm>
              <a:custGeom>
                <a:avLst/>
                <a:gdLst/>
                <a:ahLst/>
                <a:cxnLst/>
                <a:rect l="l" t="t" r="r" b="b"/>
                <a:pathLst>
                  <a:path w="81724" h="80771" extrusionOk="0">
                    <a:moveTo>
                      <a:pt x="62389" y="36195"/>
                    </a:moveTo>
                    <a:lnTo>
                      <a:pt x="45053" y="59341"/>
                    </a:lnTo>
                    <a:lnTo>
                      <a:pt x="36862" y="59341"/>
                    </a:lnTo>
                    <a:lnTo>
                      <a:pt x="19336" y="36100"/>
                    </a:lnTo>
                    <a:lnTo>
                      <a:pt x="19336" y="80772"/>
                    </a:lnTo>
                    <a:lnTo>
                      <a:pt x="0" y="80772"/>
                    </a:lnTo>
                    <a:lnTo>
                      <a:pt x="0" y="0"/>
                    </a:lnTo>
                    <a:lnTo>
                      <a:pt x="15907" y="0"/>
                    </a:lnTo>
                    <a:lnTo>
                      <a:pt x="40958" y="34576"/>
                    </a:lnTo>
                    <a:lnTo>
                      <a:pt x="66008" y="0"/>
                    </a:lnTo>
                    <a:lnTo>
                      <a:pt x="81725" y="0"/>
                    </a:lnTo>
                    <a:lnTo>
                      <a:pt x="81725" y="80772"/>
                    </a:lnTo>
                    <a:cubicBezTo>
                      <a:pt x="81725" y="80772"/>
                      <a:pt x="62484" y="80772"/>
                      <a:pt x="62484" y="80772"/>
                    </a:cubicBezTo>
                    <a:lnTo>
                      <a:pt x="62484" y="36195"/>
                    </a:lnTo>
                    <a:close/>
                  </a:path>
                </a:pathLst>
              </a:custGeom>
              <a:solidFill>
                <a:srgbClr val="FFFFF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236" name="Google Shape;3236;p95"/>
              <p:cNvSpPr/>
              <p:nvPr/>
            </p:nvSpPr>
            <p:spPr>
              <a:xfrm>
                <a:off x="8107013" y="3771328"/>
                <a:ext cx="55626" cy="80771"/>
              </a:xfrm>
              <a:custGeom>
                <a:avLst/>
                <a:gdLst/>
                <a:ahLst/>
                <a:cxnLst/>
                <a:rect l="l" t="t" r="r" b="b"/>
                <a:pathLst>
                  <a:path w="55626" h="80771" extrusionOk="0">
                    <a:moveTo>
                      <a:pt x="0" y="80772"/>
                    </a:moveTo>
                    <a:lnTo>
                      <a:pt x="0" y="0"/>
                    </a:lnTo>
                    <a:lnTo>
                      <a:pt x="19526" y="0"/>
                    </a:lnTo>
                    <a:lnTo>
                      <a:pt x="19526" y="63913"/>
                    </a:lnTo>
                    <a:lnTo>
                      <a:pt x="55626" y="63913"/>
                    </a:lnTo>
                    <a:lnTo>
                      <a:pt x="55626" y="80772"/>
                    </a:lnTo>
                    <a:lnTo>
                      <a:pt x="0" y="80772"/>
                    </a:lnTo>
                    <a:close/>
                  </a:path>
                </a:pathLst>
              </a:custGeom>
              <a:solidFill>
                <a:srgbClr val="FFFFFF"/>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237" name="Google Shape;3237;p95"/>
            <p:cNvSpPr/>
            <p:nvPr/>
          </p:nvSpPr>
          <p:spPr>
            <a:xfrm>
              <a:off x="8240225" y="3779329"/>
              <a:ext cx="214609" cy="223551"/>
            </a:xfrm>
            <a:custGeom>
              <a:avLst/>
              <a:gdLst/>
              <a:ahLst/>
              <a:cxnLst/>
              <a:rect l="l" t="t" r="r" b="b"/>
              <a:pathLst>
                <a:path w="214609" h="223551" extrusionOk="0">
                  <a:moveTo>
                    <a:pt x="122058" y="223552"/>
                  </a:moveTo>
                  <a:lnTo>
                    <a:pt x="92530" y="223552"/>
                  </a:lnTo>
                  <a:cubicBezTo>
                    <a:pt x="79671" y="223552"/>
                    <a:pt x="69289" y="213074"/>
                    <a:pt x="69289" y="200311"/>
                  </a:cubicBezTo>
                  <a:lnTo>
                    <a:pt x="69289" y="195929"/>
                  </a:lnTo>
                  <a:cubicBezTo>
                    <a:pt x="63669" y="193453"/>
                    <a:pt x="58431" y="190310"/>
                    <a:pt x="53382" y="186785"/>
                  </a:cubicBezTo>
                  <a:lnTo>
                    <a:pt x="49572" y="188976"/>
                  </a:lnTo>
                  <a:cubicBezTo>
                    <a:pt x="38428" y="195453"/>
                    <a:pt x="24236" y="191548"/>
                    <a:pt x="17854" y="180499"/>
                  </a:cubicBezTo>
                  <a:lnTo>
                    <a:pt x="3090" y="154877"/>
                  </a:lnTo>
                  <a:cubicBezTo>
                    <a:pt x="42" y="149543"/>
                    <a:pt x="-815" y="143161"/>
                    <a:pt x="804" y="137255"/>
                  </a:cubicBezTo>
                  <a:cubicBezTo>
                    <a:pt x="2424" y="131255"/>
                    <a:pt x="6234" y="126206"/>
                    <a:pt x="11663" y="123063"/>
                  </a:cubicBezTo>
                  <a:lnTo>
                    <a:pt x="15473" y="120872"/>
                  </a:lnTo>
                  <a:cubicBezTo>
                    <a:pt x="15187" y="117824"/>
                    <a:pt x="14997" y="114776"/>
                    <a:pt x="14997" y="111728"/>
                  </a:cubicBezTo>
                  <a:cubicBezTo>
                    <a:pt x="14997" y="108680"/>
                    <a:pt x="15187" y="105632"/>
                    <a:pt x="15473" y="102584"/>
                  </a:cubicBezTo>
                  <a:lnTo>
                    <a:pt x="11663" y="100394"/>
                  </a:lnTo>
                  <a:cubicBezTo>
                    <a:pt x="6329" y="97346"/>
                    <a:pt x="2424" y="92297"/>
                    <a:pt x="804" y="86297"/>
                  </a:cubicBezTo>
                  <a:cubicBezTo>
                    <a:pt x="-815" y="80391"/>
                    <a:pt x="42" y="73914"/>
                    <a:pt x="3090" y="68675"/>
                  </a:cubicBezTo>
                  <a:lnTo>
                    <a:pt x="17854" y="43053"/>
                  </a:lnTo>
                  <a:cubicBezTo>
                    <a:pt x="24236" y="32004"/>
                    <a:pt x="38523" y="28099"/>
                    <a:pt x="49572" y="34576"/>
                  </a:cubicBezTo>
                  <a:lnTo>
                    <a:pt x="53382" y="36767"/>
                  </a:lnTo>
                  <a:cubicBezTo>
                    <a:pt x="58335" y="33147"/>
                    <a:pt x="63669" y="30099"/>
                    <a:pt x="69289" y="27623"/>
                  </a:cubicBezTo>
                  <a:lnTo>
                    <a:pt x="69289" y="23241"/>
                  </a:lnTo>
                  <a:cubicBezTo>
                    <a:pt x="69289" y="10382"/>
                    <a:pt x="79671" y="0"/>
                    <a:pt x="92530" y="0"/>
                  </a:cubicBezTo>
                  <a:lnTo>
                    <a:pt x="122058" y="0"/>
                  </a:lnTo>
                  <a:cubicBezTo>
                    <a:pt x="134916" y="0"/>
                    <a:pt x="145299" y="10478"/>
                    <a:pt x="145299" y="23241"/>
                  </a:cubicBezTo>
                  <a:lnTo>
                    <a:pt x="145299" y="27623"/>
                  </a:lnTo>
                  <a:cubicBezTo>
                    <a:pt x="150918" y="30099"/>
                    <a:pt x="156157" y="33242"/>
                    <a:pt x="161205" y="36767"/>
                  </a:cubicBezTo>
                  <a:lnTo>
                    <a:pt x="165015" y="34576"/>
                  </a:lnTo>
                  <a:cubicBezTo>
                    <a:pt x="176064" y="28194"/>
                    <a:pt x="190352" y="32004"/>
                    <a:pt x="196734" y="43053"/>
                  </a:cubicBezTo>
                  <a:lnTo>
                    <a:pt x="211497" y="68675"/>
                  </a:lnTo>
                  <a:cubicBezTo>
                    <a:pt x="214641" y="74009"/>
                    <a:pt x="215403" y="80296"/>
                    <a:pt x="213783" y="86297"/>
                  </a:cubicBezTo>
                  <a:cubicBezTo>
                    <a:pt x="212164" y="92297"/>
                    <a:pt x="208354" y="97346"/>
                    <a:pt x="202925" y="100394"/>
                  </a:cubicBezTo>
                  <a:lnTo>
                    <a:pt x="199115" y="102584"/>
                  </a:lnTo>
                  <a:cubicBezTo>
                    <a:pt x="199401" y="105632"/>
                    <a:pt x="199591" y="108680"/>
                    <a:pt x="199591" y="111728"/>
                  </a:cubicBezTo>
                  <a:cubicBezTo>
                    <a:pt x="199591" y="114776"/>
                    <a:pt x="199401" y="117824"/>
                    <a:pt x="199115" y="120872"/>
                  </a:cubicBezTo>
                  <a:lnTo>
                    <a:pt x="202925" y="123063"/>
                  </a:lnTo>
                  <a:cubicBezTo>
                    <a:pt x="208259" y="126206"/>
                    <a:pt x="212164" y="131159"/>
                    <a:pt x="213783" y="137160"/>
                  </a:cubicBezTo>
                  <a:cubicBezTo>
                    <a:pt x="215403" y="143161"/>
                    <a:pt x="214545" y="149447"/>
                    <a:pt x="211402" y="154781"/>
                  </a:cubicBezTo>
                  <a:lnTo>
                    <a:pt x="196638" y="180404"/>
                  </a:lnTo>
                  <a:cubicBezTo>
                    <a:pt x="190257" y="191548"/>
                    <a:pt x="175969" y="195358"/>
                    <a:pt x="164920" y="188881"/>
                  </a:cubicBezTo>
                  <a:lnTo>
                    <a:pt x="161110" y="186690"/>
                  </a:lnTo>
                  <a:cubicBezTo>
                    <a:pt x="156157" y="190310"/>
                    <a:pt x="150823" y="193358"/>
                    <a:pt x="145203" y="195834"/>
                  </a:cubicBezTo>
                  <a:lnTo>
                    <a:pt x="145203" y="200216"/>
                  </a:lnTo>
                  <a:cubicBezTo>
                    <a:pt x="145203" y="213074"/>
                    <a:pt x="134821" y="223457"/>
                    <a:pt x="121962" y="223457"/>
                  </a:cubicBezTo>
                  <a:close/>
                  <a:moveTo>
                    <a:pt x="95483" y="197263"/>
                  </a:moveTo>
                  <a:lnTo>
                    <a:pt x="119010" y="197263"/>
                  </a:lnTo>
                  <a:lnTo>
                    <a:pt x="119010" y="186881"/>
                  </a:lnTo>
                  <a:cubicBezTo>
                    <a:pt x="119010" y="181166"/>
                    <a:pt x="122629" y="176213"/>
                    <a:pt x="128058" y="174403"/>
                  </a:cubicBezTo>
                  <a:cubicBezTo>
                    <a:pt x="136631" y="171545"/>
                    <a:pt x="144441" y="167069"/>
                    <a:pt x="151204" y="160973"/>
                  </a:cubicBezTo>
                  <a:cubicBezTo>
                    <a:pt x="155490" y="157163"/>
                    <a:pt x="161586" y="156591"/>
                    <a:pt x="166539" y="159449"/>
                  </a:cubicBezTo>
                  <a:lnTo>
                    <a:pt x="175493" y="164592"/>
                  </a:lnTo>
                  <a:lnTo>
                    <a:pt x="187209" y="144209"/>
                  </a:lnTo>
                  <a:lnTo>
                    <a:pt x="178255" y="139065"/>
                  </a:lnTo>
                  <a:cubicBezTo>
                    <a:pt x="173397" y="136208"/>
                    <a:pt x="170826" y="130588"/>
                    <a:pt x="171969" y="125063"/>
                  </a:cubicBezTo>
                  <a:cubicBezTo>
                    <a:pt x="172826" y="120682"/>
                    <a:pt x="173302" y="116110"/>
                    <a:pt x="173302" y="111633"/>
                  </a:cubicBezTo>
                  <a:cubicBezTo>
                    <a:pt x="173302" y="107156"/>
                    <a:pt x="172826" y="102584"/>
                    <a:pt x="171969" y="98203"/>
                  </a:cubicBezTo>
                  <a:cubicBezTo>
                    <a:pt x="170826" y="92678"/>
                    <a:pt x="173397" y="87058"/>
                    <a:pt x="178255" y="84201"/>
                  </a:cubicBezTo>
                  <a:lnTo>
                    <a:pt x="187209" y="79058"/>
                  </a:lnTo>
                  <a:lnTo>
                    <a:pt x="175493" y="58674"/>
                  </a:lnTo>
                  <a:lnTo>
                    <a:pt x="166539" y="63818"/>
                  </a:lnTo>
                  <a:cubicBezTo>
                    <a:pt x="161682" y="66675"/>
                    <a:pt x="155490" y="66008"/>
                    <a:pt x="151204" y="62294"/>
                  </a:cubicBezTo>
                  <a:cubicBezTo>
                    <a:pt x="144441" y="56198"/>
                    <a:pt x="136631" y="51721"/>
                    <a:pt x="128058" y="48863"/>
                  </a:cubicBezTo>
                  <a:cubicBezTo>
                    <a:pt x="122724" y="47054"/>
                    <a:pt x="119010" y="42101"/>
                    <a:pt x="119010" y="36385"/>
                  </a:cubicBezTo>
                  <a:lnTo>
                    <a:pt x="119010" y="26003"/>
                  </a:lnTo>
                  <a:lnTo>
                    <a:pt x="95483" y="26003"/>
                  </a:lnTo>
                  <a:lnTo>
                    <a:pt x="95483" y="36385"/>
                  </a:lnTo>
                  <a:cubicBezTo>
                    <a:pt x="95483" y="42101"/>
                    <a:pt x="91863" y="47054"/>
                    <a:pt x="86434" y="48863"/>
                  </a:cubicBezTo>
                  <a:cubicBezTo>
                    <a:pt x="77862" y="51721"/>
                    <a:pt x="70051" y="56198"/>
                    <a:pt x="63288" y="62294"/>
                  </a:cubicBezTo>
                  <a:cubicBezTo>
                    <a:pt x="59097" y="66104"/>
                    <a:pt x="52906" y="66675"/>
                    <a:pt x="47953" y="63913"/>
                  </a:cubicBezTo>
                  <a:lnTo>
                    <a:pt x="39000" y="58769"/>
                  </a:lnTo>
                  <a:lnTo>
                    <a:pt x="27284" y="79153"/>
                  </a:lnTo>
                  <a:lnTo>
                    <a:pt x="36237" y="84296"/>
                  </a:lnTo>
                  <a:cubicBezTo>
                    <a:pt x="41095" y="87154"/>
                    <a:pt x="43667" y="92774"/>
                    <a:pt x="42524" y="98298"/>
                  </a:cubicBezTo>
                  <a:cubicBezTo>
                    <a:pt x="41667" y="102680"/>
                    <a:pt x="41190" y="107156"/>
                    <a:pt x="41190" y="111728"/>
                  </a:cubicBezTo>
                  <a:cubicBezTo>
                    <a:pt x="41190" y="116300"/>
                    <a:pt x="41667" y="120777"/>
                    <a:pt x="42524" y="125158"/>
                  </a:cubicBezTo>
                  <a:cubicBezTo>
                    <a:pt x="43667" y="130683"/>
                    <a:pt x="41095" y="136398"/>
                    <a:pt x="36237" y="139160"/>
                  </a:cubicBezTo>
                  <a:lnTo>
                    <a:pt x="27284" y="144304"/>
                  </a:lnTo>
                  <a:lnTo>
                    <a:pt x="39000" y="164687"/>
                  </a:lnTo>
                  <a:lnTo>
                    <a:pt x="47953" y="159544"/>
                  </a:lnTo>
                  <a:cubicBezTo>
                    <a:pt x="52811" y="156686"/>
                    <a:pt x="59002" y="157353"/>
                    <a:pt x="63288" y="161163"/>
                  </a:cubicBezTo>
                  <a:cubicBezTo>
                    <a:pt x="70051" y="167259"/>
                    <a:pt x="77862" y="171736"/>
                    <a:pt x="86434" y="174593"/>
                  </a:cubicBezTo>
                  <a:cubicBezTo>
                    <a:pt x="91768" y="176403"/>
                    <a:pt x="95483" y="181356"/>
                    <a:pt x="95483" y="187071"/>
                  </a:cubicBezTo>
                  <a:lnTo>
                    <a:pt x="95483" y="197453"/>
                  </a:lnTo>
                  <a:close/>
                  <a:moveTo>
                    <a:pt x="107294" y="157353"/>
                  </a:moveTo>
                  <a:cubicBezTo>
                    <a:pt x="82148" y="157353"/>
                    <a:pt x="61669" y="136874"/>
                    <a:pt x="61669" y="111728"/>
                  </a:cubicBezTo>
                  <a:cubicBezTo>
                    <a:pt x="61669" y="86582"/>
                    <a:pt x="82148" y="66104"/>
                    <a:pt x="107294" y="66104"/>
                  </a:cubicBezTo>
                  <a:cubicBezTo>
                    <a:pt x="132440" y="66104"/>
                    <a:pt x="152919" y="86582"/>
                    <a:pt x="152919" y="111728"/>
                  </a:cubicBezTo>
                  <a:cubicBezTo>
                    <a:pt x="152919" y="136874"/>
                    <a:pt x="132440" y="157353"/>
                    <a:pt x="107294" y="157353"/>
                  </a:cubicBezTo>
                  <a:close/>
                  <a:moveTo>
                    <a:pt x="107294" y="92297"/>
                  </a:moveTo>
                  <a:cubicBezTo>
                    <a:pt x="96626" y="92297"/>
                    <a:pt x="87958" y="100965"/>
                    <a:pt x="87958" y="111633"/>
                  </a:cubicBezTo>
                  <a:cubicBezTo>
                    <a:pt x="87958" y="122301"/>
                    <a:pt x="96626" y="130969"/>
                    <a:pt x="107294" y="130969"/>
                  </a:cubicBezTo>
                  <a:cubicBezTo>
                    <a:pt x="117962" y="130969"/>
                    <a:pt x="126630" y="122301"/>
                    <a:pt x="126630" y="111633"/>
                  </a:cubicBezTo>
                  <a:cubicBezTo>
                    <a:pt x="126630" y="100965"/>
                    <a:pt x="117962" y="92297"/>
                    <a:pt x="107294" y="9229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238" name="Google Shape;3238;p95"/>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3.5.26</a:t>
            </a: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3242"/>
        <p:cNvGrpSpPr/>
        <p:nvPr/>
      </p:nvGrpSpPr>
      <p:grpSpPr>
        <a:xfrm>
          <a:off x="0" y="0"/>
          <a:ext cx="0" cy="0"/>
          <a:chOff x="0" y="0"/>
          <a:chExt cx="0" cy="0"/>
        </a:xfrm>
      </p:grpSpPr>
      <p:sp>
        <p:nvSpPr>
          <p:cNvPr id="3243" name="Google Shape;3243;p96"/>
          <p:cNvSpPr txBox="1">
            <a:spLocks noGrp="1"/>
          </p:cNvSpPr>
          <p:nvPr>
            <p:ph type="title"/>
          </p:nvPr>
        </p:nvSpPr>
        <p:spPr>
          <a:xfrm>
            <a:off x="365750" y="274323"/>
            <a:ext cx="8344800" cy="365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a:t>Icons:  Industries</a:t>
            </a:r>
            <a:endParaRPr/>
          </a:p>
        </p:txBody>
      </p:sp>
      <p:sp>
        <p:nvSpPr>
          <p:cNvPr id="3244" name="Google Shape;3244;p96"/>
          <p:cNvSpPr txBox="1">
            <a:spLocks noGrp="1"/>
          </p:cNvSpPr>
          <p:nvPr>
            <p:ph type="sldNum" idx="12"/>
          </p:nvPr>
        </p:nvSpPr>
        <p:spPr>
          <a:xfrm>
            <a:off x="8229600" y="4866905"/>
            <a:ext cx="473700" cy="92400"/>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75</a:t>
            </a:fld>
            <a:endParaRPr/>
          </a:p>
        </p:txBody>
      </p:sp>
      <p:sp>
        <p:nvSpPr>
          <p:cNvPr id="3245" name="Google Shape;3245;p96"/>
          <p:cNvSpPr txBox="1"/>
          <p:nvPr/>
        </p:nvSpPr>
        <p:spPr>
          <a:xfrm>
            <a:off x="902641" y="1088664"/>
            <a:ext cx="1244100" cy="1800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105780"/>
              </a:buClr>
              <a:buSzPts val="600"/>
              <a:buFont typeface="Arial"/>
              <a:buNone/>
            </a:pPr>
            <a:r>
              <a:rPr lang="en" sz="1300" b="1" i="0" u="none" strike="noStrike" cap="none">
                <a:solidFill>
                  <a:srgbClr val="105780"/>
                </a:solidFill>
                <a:latin typeface="Arial"/>
                <a:ea typeface="Arial"/>
                <a:cs typeface="Arial"/>
                <a:sym typeface="Arial"/>
              </a:rPr>
              <a:t>Public Sector</a:t>
            </a:r>
            <a:endParaRPr sz="1300" b="1" i="0" u="none" strike="noStrike" cap="none">
              <a:solidFill>
                <a:srgbClr val="252525"/>
              </a:solidFill>
              <a:latin typeface="Arial"/>
              <a:ea typeface="Arial"/>
              <a:cs typeface="Arial"/>
              <a:sym typeface="Arial"/>
            </a:endParaRPr>
          </a:p>
        </p:txBody>
      </p:sp>
      <p:sp>
        <p:nvSpPr>
          <p:cNvPr id="3246" name="Google Shape;3246;p96"/>
          <p:cNvSpPr txBox="1"/>
          <p:nvPr/>
        </p:nvSpPr>
        <p:spPr>
          <a:xfrm>
            <a:off x="349700" y="1858536"/>
            <a:ext cx="5151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Education</a:t>
            </a:r>
            <a:endParaRPr/>
          </a:p>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(K-12)</a:t>
            </a:r>
            <a:endParaRPr sz="1800" b="0" i="0" u="none" strike="noStrike" cap="none">
              <a:solidFill>
                <a:srgbClr val="252525"/>
              </a:solidFill>
              <a:latin typeface="Arial"/>
              <a:ea typeface="Arial"/>
              <a:cs typeface="Arial"/>
              <a:sym typeface="Arial"/>
            </a:endParaRPr>
          </a:p>
        </p:txBody>
      </p:sp>
      <p:sp>
        <p:nvSpPr>
          <p:cNvPr id="3247" name="Google Shape;3247;p96"/>
          <p:cNvSpPr txBox="1"/>
          <p:nvPr/>
        </p:nvSpPr>
        <p:spPr>
          <a:xfrm>
            <a:off x="1529235" y="1858536"/>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Federal</a:t>
            </a:r>
            <a:endParaRPr sz="1800" b="0" i="0" u="none" strike="noStrike" cap="none">
              <a:solidFill>
                <a:srgbClr val="252525"/>
              </a:solidFill>
              <a:latin typeface="Arial"/>
              <a:ea typeface="Arial"/>
              <a:cs typeface="Arial"/>
              <a:sym typeface="Arial"/>
            </a:endParaRPr>
          </a:p>
        </p:txBody>
      </p:sp>
      <p:sp>
        <p:nvSpPr>
          <p:cNvPr id="3248" name="Google Shape;3248;p96"/>
          <p:cNvSpPr txBox="1"/>
          <p:nvPr/>
        </p:nvSpPr>
        <p:spPr>
          <a:xfrm>
            <a:off x="951928" y="1858536"/>
            <a:ext cx="4680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Higher Education</a:t>
            </a:r>
            <a:endParaRPr sz="1800" b="0" i="0" u="none" strike="noStrike" cap="none">
              <a:solidFill>
                <a:srgbClr val="252525"/>
              </a:solidFill>
              <a:latin typeface="Arial"/>
              <a:ea typeface="Arial"/>
              <a:cs typeface="Arial"/>
              <a:sym typeface="Arial"/>
            </a:endParaRPr>
          </a:p>
        </p:txBody>
      </p:sp>
      <p:sp>
        <p:nvSpPr>
          <p:cNvPr id="3249" name="Google Shape;3249;p96"/>
          <p:cNvSpPr txBox="1"/>
          <p:nvPr/>
        </p:nvSpPr>
        <p:spPr>
          <a:xfrm>
            <a:off x="5334592" y="1088664"/>
            <a:ext cx="1127700" cy="1800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105780"/>
              </a:buClr>
              <a:buSzPts val="600"/>
              <a:buFont typeface="Arial"/>
              <a:buNone/>
            </a:pPr>
            <a:r>
              <a:rPr lang="en" sz="1300" b="1" i="0" u="none" strike="noStrike" cap="none">
                <a:solidFill>
                  <a:srgbClr val="105780"/>
                </a:solidFill>
                <a:latin typeface="Arial"/>
                <a:ea typeface="Arial"/>
                <a:cs typeface="Arial"/>
                <a:sym typeface="Arial"/>
              </a:rPr>
              <a:t>Financial</a:t>
            </a:r>
            <a:endParaRPr sz="1300" b="1" i="0" u="none" strike="noStrike" cap="none">
              <a:solidFill>
                <a:srgbClr val="252525"/>
              </a:solidFill>
              <a:latin typeface="Arial"/>
              <a:ea typeface="Arial"/>
              <a:cs typeface="Arial"/>
              <a:sym typeface="Arial"/>
            </a:endParaRPr>
          </a:p>
        </p:txBody>
      </p:sp>
      <p:sp>
        <p:nvSpPr>
          <p:cNvPr id="3250" name="Google Shape;3250;p96"/>
          <p:cNvSpPr txBox="1"/>
          <p:nvPr/>
        </p:nvSpPr>
        <p:spPr>
          <a:xfrm>
            <a:off x="602022" y="2489471"/>
            <a:ext cx="5532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State / Local</a:t>
            </a:r>
            <a:endParaRPr sz="1800" b="0" i="0" u="none" strike="noStrike" cap="none">
              <a:solidFill>
                <a:srgbClr val="252525"/>
              </a:solidFill>
              <a:latin typeface="Arial"/>
              <a:ea typeface="Arial"/>
              <a:cs typeface="Arial"/>
              <a:sym typeface="Arial"/>
            </a:endParaRPr>
          </a:p>
        </p:txBody>
      </p:sp>
      <p:sp>
        <p:nvSpPr>
          <p:cNvPr id="3251" name="Google Shape;3251;p96"/>
          <p:cNvSpPr txBox="1"/>
          <p:nvPr/>
        </p:nvSpPr>
        <p:spPr>
          <a:xfrm>
            <a:off x="1353174" y="2489471"/>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Transport</a:t>
            </a:r>
            <a:endParaRPr sz="1800" b="0" i="0" u="none" strike="noStrike" cap="none">
              <a:solidFill>
                <a:srgbClr val="252525"/>
              </a:solidFill>
              <a:latin typeface="Arial"/>
              <a:ea typeface="Arial"/>
              <a:cs typeface="Arial"/>
              <a:sym typeface="Arial"/>
            </a:endParaRPr>
          </a:p>
        </p:txBody>
      </p:sp>
      <p:sp>
        <p:nvSpPr>
          <p:cNvPr id="3252" name="Google Shape;3252;p96"/>
          <p:cNvSpPr txBox="1"/>
          <p:nvPr/>
        </p:nvSpPr>
        <p:spPr>
          <a:xfrm>
            <a:off x="902641" y="3276811"/>
            <a:ext cx="1244100" cy="1800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105780"/>
              </a:buClr>
              <a:buSzPts val="600"/>
              <a:buFont typeface="Arial"/>
              <a:buNone/>
            </a:pPr>
            <a:r>
              <a:rPr lang="en" sz="1300" b="1" i="0" u="none" strike="noStrike" cap="none">
                <a:solidFill>
                  <a:srgbClr val="105780"/>
                </a:solidFill>
                <a:latin typeface="Arial"/>
                <a:ea typeface="Arial"/>
                <a:cs typeface="Arial"/>
                <a:sym typeface="Arial"/>
              </a:rPr>
              <a:t>Manufacturing</a:t>
            </a:r>
            <a:endParaRPr sz="1300" b="1" i="0" u="none" strike="noStrike" cap="none">
              <a:solidFill>
                <a:srgbClr val="252525"/>
              </a:solidFill>
              <a:latin typeface="Arial"/>
              <a:ea typeface="Arial"/>
              <a:cs typeface="Arial"/>
              <a:sym typeface="Arial"/>
            </a:endParaRPr>
          </a:p>
        </p:txBody>
      </p:sp>
      <p:sp>
        <p:nvSpPr>
          <p:cNvPr id="3253" name="Google Shape;3253;p96"/>
          <p:cNvSpPr txBox="1"/>
          <p:nvPr/>
        </p:nvSpPr>
        <p:spPr>
          <a:xfrm>
            <a:off x="3106664" y="3276811"/>
            <a:ext cx="1045500" cy="1800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105780"/>
              </a:buClr>
              <a:buSzPts val="600"/>
              <a:buFont typeface="Arial"/>
              <a:buNone/>
            </a:pPr>
            <a:r>
              <a:rPr lang="en" sz="1300" b="1" i="0" u="none" strike="noStrike" cap="none">
                <a:solidFill>
                  <a:srgbClr val="105780"/>
                </a:solidFill>
                <a:latin typeface="Arial"/>
                <a:ea typeface="Arial"/>
                <a:cs typeface="Arial"/>
                <a:sym typeface="Arial"/>
              </a:rPr>
              <a:t>Technology</a:t>
            </a:r>
            <a:endParaRPr sz="1300" b="1" i="0" u="none" strike="noStrike" cap="none">
              <a:solidFill>
                <a:srgbClr val="252525"/>
              </a:solidFill>
              <a:latin typeface="Arial"/>
              <a:ea typeface="Arial"/>
              <a:cs typeface="Arial"/>
              <a:sym typeface="Arial"/>
            </a:endParaRPr>
          </a:p>
        </p:txBody>
      </p:sp>
      <p:sp>
        <p:nvSpPr>
          <p:cNvPr id="3254" name="Google Shape;3254;p96"/>
          <p:cNvSpPr txBox="1"/>
          <p:nvPr/>
        </p:nvSpPr>
        <p:spPr>
          <a:xfrm>
            <a:off x="3106664" y="1088664"/>
            <a:ext cx="1045500" cy="1800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105780"/>
              </a:buClr>
              <a:buSzPts val="600"/>
              <a:buFont typeface="Arial"/>
              <a:buNone/>
            </a:pPr>
            <a:r>
              <a:rPr lang="en" sz="1300" b="1" i="0" u="none" strike="noStrike" cap="none">
                <a:solidFill>
                  <a:srgbClr val="105780"/>
                </a:solidFill>
                <a:latin typeface="Arial"/>
                <a:ea typeface="Arial"/>
                <a:cs typeface="Arial"/>
                <a:sym typeface="Arial"/>
              </a:rPr>
              <a:t>Healthcare</a:t>
            </a:r>
            <a:endParaRPr sz="1300" b="1" i="0" u="none" strike="noStrike" cap="none">
              <a:solidFill>
                <a:srgbClr val="252525"/>
              </a:solidFill>
              <a:latin typeface="Arial"/>
              <a:ea typeface="Arial"/>
              <a:cs typeface="Arial"/>
              <a:sym typeface="Arial"/>
            </a:endParaRPr>
          </a:p>
        </p:txBody>
      </p:sp>
      <p:sp>
        <p:nvSpPr>
          <p:cNvPr id="3255" name="Google Shape;3255;p96"/>
          <p:cNvSpPr txBox="1"/>
          <p:nvPr/>
        </p:nvSpPr>
        <p:spPr>
          <a:xfrm>
            <a:off x="5334592" y="3244368"/>
            <a:ext cx="1901100" cy="1800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105780"/>
              </a:buClr>
              <a:buSzPts val="600"/>
              <a:buFont typeface="Arial"/>
              <a:buNone/>
            </a:pPr>
            <a:r>
              <a:rPr lang="en" sz="1300" b="1" i="0" u="none" strike="noStrike" cap="none">
                <a:solidFill>
                  <a:srgbClr val="105780"/>
                </a:solidFill>
                <a:latin typeface="Arial"/>
                <a:ea typeface="Arial"/>
                <a:cs typeface="Arial"/>
                <a:sym typeface="Arial"/>
              </a:rPr>
              <a:t>Advertising / Media</a:t>
            </a:r>
            <a:endParaRPr sz="1300" b="1" i="0" u="none" strike="noStrike" cap="none">
              <a:solidFill>
                <a:srgbClr val="105780"/>
              </a:solidFill>
              <a:latin typeface="Arial"/>
              <a:ea typeface="Arial"/>
              <a:cs typeface="Arial"/>
              <a:sym typeface="Arial"/>
            </a:endParaRPr>
          </a:p>
        </p:txBody>
      </p:sp>
      <p:sp>
        <p:nvSpPr>
          <p:cNvPr id="3256" name="Google Shape;3256;p96"/>
          <p:cNvSpPr txBox="1"/>
          <p:nvPr/>
        </p:nvSpPr>
        <p:spPr>
          <a:xfrm>
            <a:off x="7532431" y="1088664"/>
            <a:ext cx="1045500" cy="1800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Clr>
                <a:srgbClr val="105780"/>
              </a:buClr>
              <a:buSzPts val="600"/>
              <a:buFont typeface="Arial"/>
              <a:buNone/>
            </a:pPr>
            <a:r>
              <a:rPr lang="en" sz="1300" b="1" i="0" u="none" strike="noStrike" cap="none">
                <a:solidFill>
                  <a:srgbClr val="105780"/>
                </a:solidFill>
                <a:latin typeface="Arial"/>
                <a:ea typeface="Arial"/>
                <a:cs typeface="Arial"/>
                <a:sym typeface="Arial"/>
              </a:rPr>
              <a:t>Retail / CPG</a:t>
            </a:r>
            <a:endParaRPr sz="1300" b="1" i="0" u="none" strike="noStrike" cap="none">
              <a:solidFill>
                <a:srgbClr val="252525"/>
              </a:solidFill>
              <a:latin typeface="Arial"/>
              <a:ea typeface="Arial"/>
              <a:cs typeface="Arial"/>
              <a:sym typeface="Arial"/>
            </a:endParaRPr>
          </a:p>
        </p:txBody>
      </p:sp>
      <p:sp>
        <p:nvSpPr>
          <p:cNvPr id="3257" name="Google Shape;3257;p96"/>
          <p:cNvSpPr txBox="1"/>
          <p:nvPr/>
        </p:nvSpPr>
        <p:spPr>
          <a:xfrm>
            <a:off x="4830392" y="4025234"/>
            <a:ext cx="4257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Media Platforms</a:t>
            </a:r>
            <a:endParaRPr sz="1800" b="0" i="0" u="none" strike="noStrike" cap="none">
              <a:solidFill>
                <a:srgbClr val="252525"/>
              </a:solidFill>
              <a:latin typeface="Arial"/>
              <a:ea typeface="Arial"/>
              <a:cs typeface="Arial"/>
              <a:sym typeface="Arial"/>
            </a:endParaRPr>
          </a:p>
        </p:txBody>
      </p:sp>
      <p:sp>
        <p:nvSpPr>
          <p:cNvPr id="3258" name="Google Shape;3258;p96"/>
          <p:cNvSpPr txBox="1"/>
          <p:nvPr/>
        </p:nvSpPr>
        <p:spPr>
          <a:xfrm>
            <a:off x="6008753" y="4025234"/>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Gambling</a:t>
            </a:r>
            <a:endParaRPr sz="1800" b="0" i="0" u="none" strike="noStrike" cap="none">
              <a:solidFill>
                <a:srgbClr val="252525"/>
              </a:solidFill>
              <a:latin typeface="Arial"/>
              <a:ea typeface="Arial"/>
              <a:cs typeface="Arial"/>
              <a:sym typeface="Arial"/>
            </a:endParaRPr>
          </a:p>
        </p:txBody>
      </p:sp>
      <p:sp>
        <p:nvSpPr>
          <p:cNvPr id="3259" name="Google Shape;3259;p96"/>
          <p:cNvSpPr txBox="1"/>
          <p:nvPr/>
        </p:nvSpPr>
        <p:spPr>
          <a:xfrm>
            <a:off x="2635275" y="1858536"/>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Pharma</a:t>
            </a:r>
            <a:endParaRPr sz="1800" b="0" i="0" u="none" strike="noStrike" cap="none">
              <a:solidFill>
                <a:srgbClr val="252525"/>
              </a:solidFill>
              <a:latin typeface="Arial"/>
              <a:ea typeface="Arial"/>
              <a:cs typeface="Arial"/>
              <a:sym typeface="Arial"/>
            </a:endParaRPr>
          </a:p>
        </p:txBody>
      </p:sp>
      <p:sp>
        <p:nvSpPr>
          <p:cNvPr id="3260" name="Google Shape;3260;p96"/>
          <p:cNvSpPr txBox="1"/>
          <p:nvPr/>
        </p:nvSpPr>
        <p:spPr>
          <a:xfrm>
            <a:off x="3824223" y="1858536"/>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Payer</a:t>
            </a:r>
            <a:endParaRPr sz="1800" b="0" i="0" u="none" strike="noStrike" cap="none">
              <a:solidFill>
                <a:srgbClr val="252525"/>
              </a:solidFill>
              <a:latin typeface="Arial"/>
              <a:ea typeface="Arial"/>
              <a:cs typeface="Arial"/>
              <a:sym typeface="Arial"/>
            </a:endParaRPr>
          </a:p>
        </p:txBody>
      </p:sp>
      <p:sp>
        <p:nvSpPr>
          <p:cNvPr id="3261" name="Google Shape;3261;p96"/>
          <p:cNvSpPr txBox="1"/>
          <p:nvPr/>
        </p:nvSpPr>
        <p:spPr>
          <a:xfrm>
            <a:off x="7009290" y="1858536"/>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eCommerce</a:t>
            </a:r>
            <a:endParaRPr sz="1800" b="0" i="0" u="none" strike="noStrike" cap="none">
              <a:solidFill>
                <a:srgbClr val="252525"/>
              </a:solidFill>
              <a:latin typeface="Arial"/>
              <a:ea typeface="Arial"/>
              <a:cs typeface="Arial"/>
              <a:sym typeface="Arial"/>
            </a:endParaRPr>
          </a:p>
        </p:txBody>
      </p:sp>
      <p:sp>
        <p:nvSpPr>
          <p:cNvPr id="3262" name="Google Shape;3262;p96"/>
          <p:cNvSpPr txBox="1"/>
          <p:nvPr/>
        </p:nvSpPr>
        <p:spPr>
          <a:xfrm>
            <a:off x="5400492" y="4025234"/>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Gaming</a:t>
            </a:r>
            <a:endParaRPr sz="1800" b="0" i="0" u="none" strike="noStrike" cap="none">
              <a:solidFill>
                <a:srgbClr val="252525"/>
              </a:solidFill>
              <a:latin typeface="Arial"/>
              <a:ea typeface="Arial"/>
              <a:cs typeface="Arial"/>
              <a:sym typeface="Arial"/>
            </a:endParaRPr>
          </a:p>
        </p:txBody>
      </p:sp>
      <p:sp>
        <p:nvSpPr>
          <p:cNvPr id="3263" name="Google Shape;3263;p96"/>
          <p:cNvSpPr txBox="1"/>
          <p:nvPr/>
        </p:nvSpPr>
        <p:spPr>
          <a:xfrm>
            <a:off x="3217476" y="1858536"/>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Provider</a:t>
            </a:r>
            <a:endParaRPr sz="1800" b="0" i="0" u="none" strike="noStrike" cap="none">
              <a:solidFill>
                <a:srgbClr val="252525"/>
              </a:solidFill>
              <a:latin typeface="Arial"/>
              <a:ea typeface="Arial"/>
              <a:cs typeface="Arial"/>
              <a:sym typeface="Arial"/>
            </a:endParaRPr>
          </a:p>
        </p:txBody>
      </p:sp>
      <p:sp>
        <p:nvSpPr>
          <p:cNvPr id="3264" name="Google Shape;3264;p96"/>
          <p:cNvSpPr txBox="1"/>
          <p:nvPr/>
        </p:nvSpPr>
        <p:spPr>
          <a:xfrm>
            <a:off x="7614941" y="1858536"/>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CPG</a:t>
            </a:r>
            <a:endParaRPr sz="1800" b="0" i="0" u="none" strike="noStrike" cap="none">
              <a:solidFill>
                <a:srgbClr val="252525"/>
              </a:solidFill>
              <a:latin typeface="Arial"/>
              <a:ea typeface="Arial"/>
              <a:cs typeface="Arial"/>
              <a:sym typeface="Arial"/>
            </a:endParaRPr>
          </a:p>
        </p:txBody>
      </p:sp>
      <p:sp>
        <p:nvSpPr>
          <p:cNvPr id="3265" name="Google Shape;3265;p96"/>
          <p:cNvSpPr txBox="1"/>
          <p:nvPr/>
        </p:nvSpPr>
        <p:spPr>
          <a:xfrm>
            <a:off x="8158997" y="1858536"/>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Fulfilment</a:t>
            </a:r>
            <a:endParaRPr sz="1800" b="0" i="0" u="none" strike="noStrike" cap="none">
              <a:solidFill>
                <a:srgbClr val="252525"/>
              </a:solidFill>
              <a:latin typeface="Arial"/>
              <a:ea typeface="Arial"/>
              <a:cs typeface="Arial"/>
              <a:sym typeface="Arial"/>
            </a:endParaRPr>
          </a:p>
        </p:txBody>
      </p:sp>
      <p:sp>
        <p:nvSpPr>
          <p:cNvPr id="3266" name="Google Shape;3266;p96"/>
          <p:cNvSpPr txBox="1"/>
          <p:nvPr/>
        </p:nvSpPr>
        <p:spPr>
          <a:xfrm>
            <a:off x="394398" y="4025234"/>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Auto</a:t>
            </a:r>
            <a:endParaRPr sz="1800" b="0" i="0" u="none" strike="noStrike" cap="none">
              <a:solidFill>
                <a:srgbClr val="252525"/>
              </a:solidFill>
              <a:latin typeface="Arial"/>
              <a:ea typeface="Arial"/>
              <a:cs typeface="Arial"/>
              <a:sym typeface="Arial"/>
            </a:endParaRPr>
          </a:p>
        </p:txBody>
      </p:sp>
      <p:sp>
        <p:nvSpPr>
          <p:cNvPr id="3267" name="Google Shape;3267;p96"/>
          <p:cNvSpPr txBox="1"/>
          <p:nvPr/>
        </p:nvSpPr>
        <p:spPr>
          <a:xfrm>
            <a:off x="1529235" y="4025234"/>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Industry</a:t>
            </a:r>
            <a:endParaRPr sz="1800" b="0" i="0" u="none" strike="noStrike" cap="none">
              <a:solidFill>
                <a:srgbClr val="252525"/>
              </a:solidFill>
              <a:latin typeface="Arial"/>
              <a:ea typeface="Arial"/>
              <a:cs typeface="Arial"/>
              <a:sym typeface="Arial"/>
            </a:endParaRPr>
          </a:p>
        </p:txBody>
      </p:sp>
      <p:sp>
        <p:nvSpPr>
          <p:cNvPr id="3268" name="Google Shape;3268;p96"/>
          <p:cNvSpPr txBox="1"/>
          <p:nvPr/>
        </p:nvSpPr>
        <p:spPr>
          <a:xfrm>
            <a:off x="951928" y="4025234"/>
            <a:ext cx="4680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Mining</a:t>
            </a:r>
            <a:endParaRPr sz="1800" b="0" i="0" u="none" strike="noStrike" cap="none">
              <a:solidFill>
                <a:srgbClr val="252525"/>
              </a:solidFill>
              <a:latin typeface="Arial"/>
              <a:ea typeface="Arial"/>
              <a:cs typeface="Arial"/>
              <a:sym typeface="Arial"/>
            </a:endParaRPr>
          </a:p>
        </p:txBody>
      </p:sp>
      <p:sp>
        <p:nvSpPr>
          <p:cNvPr id="3269" name="Google Shape;3269;p96"/>
          <p:cNvSpPr txBox="1"/>
          <p:nvPr/>
        </p:nvSpPr>
        <p:spPr>
          <a:xfrm>
            <a:off x="4830392" y="1858536"/>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Banking</a:t>
            </a:r>
            <a:endParaRPr sz="1800" b="0" i="0" u="none" strike="noStrike" cap="none">
              <a:solidFill>
                <a:srgbClr val="252525"/>
              </a:solidFill>
              <a:latin typeface="Arial"/>
              <a:ea typeface="Arial"/>
              <a:cs typeface="Arial"/>
              <a:sym typeface="Arial"/>
            </a:endParaRPr>
          </a:p>
        </p:txBody>
      </p:sp>
      <p:sp>
        <p:nvSpPr>
          <p:cNvPr id="3270" name="Google Shape;3270;p96"/>
          <p:cNvSpPr txBox="1"/>
          <p:nvPr/>
        </p:nvSpPr>
        <p:spPr>
          <a:xfrm>
            <a:off x="6008753" y="1858536"/>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Fin. Tech</a:t>
            </a:r>
            <a:endParaRPr sz="1800" b="0" i="0" u="none" strike="noStrike" cap="none">
              <a:solidFill>
                <a:srgbClr val="252525"/>
              </a:solidFill>
              <a:latin typeface="Arial"/>
              <a:ea typeface="Arial"/>
              <a:cs typeface="Arial"/>
              <a:sym typeface="Arial"/>
            </a:endParaRPr>
          </a:p>
        </p:txBody>
      </p:sp>
      <p:sp>
        <p:nvSpPr>
          <p:cNvPr id="3271" name="Google Shape;3271;p96"/>
          <p:cNvSpPr txBox="1"/>
          <p:nvPr/>
        </p:nvSpPr>
        <p:spPr>
          <a:xfrm>
            <a:off x="5440402" y="1858536"/>
            <a:ext cx="4680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Insurance</a:t>
            </a:r>
            <a:endParaRPr sz="1800" b="0" i="0" u="none" strike="noStrike" cap="none">
              <a:solidFill>
                <a:srgbClr val="252525"/>
              </a:solidFill>
              <a:latin typeface="Arial"/>
              <a:ea typeface="Arial"/>
              <a:cs typeface="Arial"/>
              <a:sym typeface="Arial"/>
            </a:endParaRPr>
          </a:p>
        </p:txBody>
      </p:sp>
      <p:sp>
        <p:nvSpPr>
          <p:cNvPr id="3272" name="Google Shape;3272;p96"/>
          <p:cNvSpPr txBox="1"/>
          <p:nvPr/>
        </p:nvSpPr>
        <p:spPr>
          <a:xfrm>
            <a:off x="5397802" y="2489471"/>
            <a:ext cx="5532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Investments</a:t>
            </a:r>
            <a:endParaRPr sz="1800" b="0" i="0" u="none" strike="noStrike" cap="none">
              <a:solidFill>
                <a:srgbClr val="252525"/>
              </a:solidFill>
              <a:latin typeface="Arial"/>
              <a:ea typeface="Arial"/>
              <a:cs typeface="Arial"/>
              <a:sym typeface="Arial"/>
            </a:endParaRPr>
          </a:p>
        </p:txBody>
      </p:sp>
      <p:sp>
        <p:nvSpPr>
          <p:cNvPr id="3273" name="Google Shape;3273;p96"/>
          <p:cNvSpPr txBox="1"/>
          <p:nvPr/>
        </p:nvSpPr>
        <p:spPr>
          <a:xfrm>
            <a:off x="2635275" y="4025234"/>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Software</a:t>
            </a:r>
            <a:endParaRPr sz="1800" b="0" i="0" u="none" strike="noStrike" cap="none">
              <a:solidFill>
                <a:srgbClr val="252525"/>
              </a:solidFill>
              <a:latin typeface="Arial"/>
              <a:ea typeface="Arial"/>
              <a:cs typeface="Arial"/>
              <a:sym typeface="Arial"/>
            </a:endParaRPr>
          </a:p>
        </p:txBody>
      </p:sp>
      <p:sp>
        <p:nvSpPr>
          <p:cNvPr id="3274" name="Google Shape;3274;p96"/>
          <p:cNvSpPr txBox="1"/>
          <p:nvPr/>
        </p:nvSpPr>
        <p:spPr>
          <a:xfrm>
            <a:off x="3119376" y="4025234"/>
            <a:ext cx="6219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Hardware </a:t>
            </a:r>
            <a:r>
              <a:rPr lang="en" sz="600">
                <a:solidFill>
                  <a:srgbClr val="105780"/>
                </a:solidFill>
              </a:rPr>
              <a:t>Semiconductors</a:t>
            </a:r>
            <a:endParaRPr sz="1800" b="0" i="0" u="none" strike="noStrike" cap="none">
              <a:solidFill>
                <a:srgbClr val="252525"/>
              </a:solidFill>
              <a:latin typeface="Arial"/>
              <a:ea typeface="Arial"/>
              <a:cs typeface="Arial"/>
              <a:sym typeface="Arial"/>
            </a:endParaRPr>
          </a:p>
        </p:txBody>
      </p:sp>
      <p:sp>
        <p:nvSpPr>
          <p:cNvPr id="3275" name="Google Shape;3275;p96"/>
          <p:cNvSpPr txBox="1"/>
          <p:nvPr/>
        </p:nvSpPr>
        <p:spPr>
          <a:xfrm>
            <a:off x="6666569" y="4025234"/>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Telecom</a:t>
            </a:r>
            <a:endParaRPr sz="1800" b="0" i="0" u="none" strike="noStrike" cap="none">
              <a:solidFill>
                <a:srgbClr val="252525"/>
              </a:solidFill>
              <a:latin typeface="Arial"/>
              <a:ea typeface="Arial"/>
              <a:cs typeface="Arial"/>
              <a:sym typeface="Arial"/>
            </a:endParaRPr>
          </a:p>
        </p:txBody>
      </p:sp>
      <p:sp>
        <p:nvSpPr>
          <p:cNvPr id="3276" name="Google Shape;3276;p96"/>
          <p:cNvSpPr txBox="1"/>
          <p:nvPr/>
        </p:nvSpPr>
        <p:spPr>
          <a:xfrm>
            <a:off x="7983252" y="4025234"/>
            <a:ext cx="4257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Media Publishers</a:t>
            </a:r>
            <a:endParaRPr sz="1800" b="0" i="0" u="none" strike="noStrike" cap="none">
              <a:solidFill>
                <a:srgbClr val="252525"/>
              </a:solidFill>
              <a:latin typeface="Arial"/>
              <a:ea typeface="Arial"/>
              <a:cs typeface="Arial"/>
              <a:sym typeface="Arial"/>
            </a:endParaRPr>
          </a:p>
        </p:txBody>
      </p:sp>
      <p:sp>
        <p:nvSpPr>
          <p:cNvPr id="3277" name="Google Shape;3277;p96"/>
          <p:cNvSpPr txBox="1"/>
          <p:nvPr/>
        </p:nvSpPr>
        <p:spPr>
          <a:xfrm>
            <a:off x="3217476" y="2489471"/>
            <a:ext cx="4257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Life</a:t>
            </a:r>
            <a:br>
              <a:rPr lang="en" sz="600" b="0" i="0" u="none" strike="noStrike" cap="none">
                <a:solidFill>
                  <a:srgbClr val="105780"/>
                </a:solidFill>
                <a:latin typeface="Arial"/>
                <a:ea typeface="Arial"/>
                <a:cs typeface="Arial"/>
                <a:sym typeface="Arial"/>
              </a:rPr>
            </a:br>
            <a:r>
              <a:rPr lang="en" sz="600" b="0" i="0" u="none" strike="noStrike" cap="none">
                <a:solidFill>
                  <a:srgbClr val="105780"/>
                </a:solidFill>
                <a:latin typeface="Arial"/>
                <a:ea typeface="Arial"/>
                <a:cs typeface="Arial"/>
                <a:sym typeface="Arial"/>
              </a:rPr>
              <a:t>Science</a:t>
            </a:r>
            <a:endParaRPr sz="1800" b="0" i="0" u="none" strike="noStrike" cap="none">
              <a:solidFill>
                <a:srgbClr val="252525"/>
              </a:solidFill>
              <a:latin typeface="Arial"/>
              <a:ea typeface="Arial"/>
              <a:cs typeface="Arial"/>
              <a:sym typeface="Arial"/>
            </a:endParaRPr>
          </a:p>
        </p:txBody>
      </p:sp>
      <p:sp>
        <p:nvSpPr>
          <p:cNvPr id="3278" name="Google Shape;3278;p96"/>
          <p:cNvSpPr txBox="1"/>
          <p:nvPr/>
        </p:nvSpPr>
        <p:spPr>
          <a:xfrm>
            <a:off x="3824223" y="2489471"/>
            <a:ext cx="4257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Digital  Health</a:t>
            </a:r>
            <a:endParaRPr sz="1800" b="0" i="0" u="none" strike="noStrike" cap="none">
              <a:solidFill>
                <a:srgbClr val="252525"/>
              </a:solidFill>
              <a:latin typeface="Arial"/>
              <a:ea typeface="Arial"/>
              <a:cs typeface="Arial"/>
              <a:sym typeface="Arial"/>
            </a:endParaRPr>
          </a:p>
        </p:txBody>
      </p:sp>
      <p:sp>
        <p:nvSpPr>
          <p:cNvPr id="3279" name="Google Shape;3279;p96"/>
          <p:cNvSpPr txBox="1"/>
          <p:nvPr/>
        </p:nvSpPr>
        <p:spPr>
          <a:xfrm>
            <a:off x="7828779" y="2489471"/>
            <a:ext cx="7278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Data Providers</a:t>
            </a:r>
            <a:endParaRPr sz="1800" b="0" i="0" u="none" strike="noStrike" cap="none">
              <a:solidFill>
                <a:srgbClr val="252525"/>
              </a:solidFill>
              <a:latin typeface="Arial"/>
              <a:ea typeface="Arial"/>
              <a:cs typeface="Arial"/>
              <a:sym typeface="Arial"/>
            </a:endParaRPr>
          </a:p>
        </p:txBody>
      </p:sp>
      <p:sp>
        <p:nvSpPr>
          <p:cNvPr id="3280" name="Google Shape;3280;p96"/>
          <p:cNvSpPr txBox="1"/>
          <p:nvPr/>
        </p:nvSpPr>
        <p:spPr>
          <a:xfrm>
            <a:off x="7316825" y="4025234"/>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b="0" i="0" u="none" strike="noStrike" cap="none">
                <a:solidFill>
                  <a:srgbClr val="105780"/>
                </a:solidFill>
                <a:latin typeface="Arial"/>
                <a:ea typeface="Arial"/>
                <a:cs typeface="Arial"/>
                <a:sym typeface="Arial"/>
              </a:rPr>
              <a:t>Sports</a:t>
            </a:r>
            <a:endParaRPr sz="1800" b="0" i="0" u="none" strike="noStrike" cap="none">
              <a:solidFill>
                <a:srgbClr val="252525"/>
              </a:solidFill>
              <a:latin typeface="Arial"/>
              <a:ea typeface="Arial"/>
              <a:cs typeface="Arial"/>
              <a:sym typeface="Arial"/>
            </a:endParaRPr>
          </a:p>
        </p:txBody>
      </p:sp>
      <p:sp>
        <p:nvSpPr>
          <p:cNvPr id="3281" name="Google Shape;3281;p96"/>
          <p:cNvSpPr txBox="1"/>
          <p:nvPr/>
        </p:nvSpPr>
        <p:spPr>
          <a:xfrm>
            <a:off x="7162352" y="2489471"/>
            <a:ext cx="7278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latin typeface="Arial"/>
                <a:ea typeface="Arial"/>
                <a:cs typeface="Arial"/>
                <a:sym typeface="Arial"/>
              </a:rPr>
              <a:t>Storefront</a:t>
            </a:r>
            <a:endParaRPr sz="1800">
              <a:solidFill>
                <a:srgbClr val="252525"/>
              </a:solidFill>
              <a:latin typeface="Arial"/>
              <a:ea typeface="Arial"/>
              <a:cs typeface="Arial"/>
              <a:sym typeface="Arial"/>
            </a:endParaRPr>
          </a:p>
        </p:txBody>
      </p:sp>
      <p:sp>
        <p:nvSpPr>
          <p:cNvPr id="3282" name="Google Shape;3282;p96"/>
          <p:cNvSpPr txBox="1"/>
          <p:nvPr/>
        </p:nvSpPr>
        <p:spPr>
          <a:xfrm>
            <a:off x="2713776" y="2489471"/>
            <a:ext cx="268800" cy="45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Patient Data</a:t>
            </a:r>
            <a:endParaRPr sz="1800">
              <a:solidFill>
                <a:srgbClr val="252525"/>
              </a:solidFill>
              <a:latin typeface="Arial"/>
              <a:ea typeface="Arial"/>
              <a:cs typeface="Arial"/>
              <a:sym typeface="Arial"/>
            </a:endParaRPr>
          </a:p>
        </p:txBody>
      </p:sp>
      <p:cxnSp>
        <p:nvCxnSpPr>
          <p:cNvPr id="3283" name="Google Shape;3283;p96"/>
          <p:cNvCxnSpPr/>
          <p:nvPr/>
        </p:nvCxnSpPr>
        <p:spPr>
          <a:xfrm>
            <a:off x="365446" y="1461842"/>
            <a:ext cx="1693500" cy="0"/>
          </a:xfrm>
          <a:prstGeom prst="straightConnector1">
            <a:avLst/>
          </a:prstGeom>
          <a:noFill/>
          <a:ln w="9525" cap="flat" cmpd="sng">
            <a:solidFill>
              <a:srgbClr val="C8C8C8"/>
            </a:solidFill>
            <a:prstDash val="solid"/>
            <a:round/>
            <a:headEnd type="none" w="sm" len="sm"/>
            <a:tailEnd type="none" w="sm" len="sm"/>
          </a:ln>
        </p:spPr>
      </p:cxnSp>
      <p:cxnSp>
        <p:nvCxnSpPr>
          <p:cNvPr id="3284" name="Google Shape;3284;p96"/>
          <p:cNvCxnSpPr/>
          <p:nvPr/>
        </p:nvCxnSpPr>
        <p:spPr>
          <a:xfrm>
            <a:off x="2560854" y="1461842"/>
            <a:ext cx="1693500" cy="0"/>
          </a:xfrm>
          <a:prstGeom prst="straightConnector1">
            <a:avLst/>
          </a:prstGeom>
          <a:noFill/>
          <a:ln w="9525" cap="flat" cmpd="sng">
            <a:solidFill>
              <a:srgbClr val="C8C8C8"/>
            </a:solidFill>
            <a:prstDash val="solid"/>
            <a:round/>
            <a:headEnd type="none" w="sm" len="sm"/>
            <a:tailEnd type="none" w="sm" len="sm"/>
          </a:ln>
        </p:spPr>
      </p:cxnSp>
      <p:cxnSp>
        <p:nvCxnSpPr>
          <p:cNvPr id="3285" name="Google Shape;3285;p96"/>
          <p:cNvCxnSpPr/>
          <p:nvPr/>
        </p:nvCxnSpPr>
        <p:spPr>
          <a:xfrm>
            <a:off x="4756262" y="1461842"/>
            <a:ext cx="1693500" cy="0"/>
          </a:xfrm>
          <a:prstGeom prst="straightConnector1">
            <a:avLst/>
          </a:prstGeom>
          <a:noFill/>
          <a:ln w="9525" cap="flat" cmpd="sng">
            <a:solidFill>
              <a:srgbClr val="C8C8C8"/>
            </a:solidFill>
            <a:prstDash val="solid"/>
            <a:round/>
            <a:headEnd type="none" w="sm" len="sm"/>
            <a:tailEnd type="none" w="sm" len="sm"/>
          </a:ln>
        </p:spPr>
      </p:cxnSp>
      <p:cxnSp>
        <p:nvCxnSpPr>
          <p:cNvPr id="3286" name="Google Shape;3286;p96"/>
          <p:cNvCxnSpPr/>
          <p:nvPr/>
        </p:nvCxnSpPr>
        <p:spPr>
          <a:xfrm>
            <a:off x="6951671" y="1461842"/>
            <a:ext cx="1693500" cy="0"/>
          </a:xfrm>
          <a:prstGeom prst="straightConnector1">
            <a:avLst/>
          </a:prstGeom>
          <a:noFill/>
          <a:ln w="9525" cap="flat" cmpd="sng">
            <a:solidFill>
              <a:srgbClr val="C8C8C8"/>
            </a:solidFill>
            <a:prstDash val="solid"/>
            <a:round/>
            <a:headEnd type="none" w="sm" len="sm"/>
            <a:tailEnd type="none" w="sm" len="sm"/>
          </a:ln>
        </p:spPr>
      </p:cxnSp>
      <p:cxnSp>
        <p:nvCxnSpPr>
          <p:cNvPr id="3287" name="Google Shape;3287;p96"/>
          <p:cNvCxnSpPr/>
          <p:nvPr/>
        </p:nvCxnSpPr>
        <p:spPr>
          <a:xfrm>
            <a:off x="365446" y="3648732"/>
            <a:ext cx="1693500" cy="0"/>
          </a:xfrm>
          <a:prstGeom prst="straightConnector1">
            <a:avLst/>
          </a:prstGeom>
          <a:noFill/>
          <a:ln w="9525" cap="flat" cmpd="sng">
            <a:solidFill>
              <a:srgbClr val="C8C8C8"/>
            </a:solidFill>
            <a:prstDash val="solid"/>
            <a:round/>
            <a:headEnd type="none" w="sm" len="sm"/>
            <a:tailEnd type="none" w="sm" len="sm"/>
          </a:ln>
        </p:spPr>
      </p:cxnSp>
      <p:cxnSp>
        <p:nvCxnSpPr>
          <p:cNvPr id="3288" name="Google Shape;3288;p96"/>
          <p:cNvCxnSpPr/>
          <p:nvPr/>
        </p:nvCxnSpPr>
        <p:spPr>
          <a:xfrm>
            <a:off x="2560854" y="3648732"/>
            <a:ext cx="1693500" cy="0"/>
          </a:xfrm>
          <a:prstGeom prst="straightConnector1">
            <a:avLst/>
          </a:prstGeom>
          <a:noFill/>
          <a:ln w="9525" cap="flat" cmpd="sng">
            <a:solidFill>
              <a:srgbClr val="C8C8C8"/>
            </a:solidFill>
            <a:prstDash val="solid"/>
            <a:round/>
            <a:headEnd type="none" w="sm" len="sm"/>
            <a:tailEnd type="none" w="sm" len="sm"/>
          </a:ln>
        </p:spPr>
      </p:cxnSp>
      <p:cxnSp>
        <p:nvCxnSpPr>
          <p:cNvPr id="3289" name="Google Shape;3289;p96"/>
          <p:cNvCxnSpPr/>
          <p:nvPr/>
        </p:nvCxnSpPr>
        <p:spPr>
          <a:xfrm>
            <a:off x="4756262" y="3648732"/>
            <a:ext cx="3822900" cy="0"/>
          </a:xfrm>
          <a:prstGeom prst="straightConnector1">
            <a:avLst/>
          </a:prstGeom>
          <a:noFill/>
          <a:ln w="9525" cap="flat" cmpd="sng">
            <a:solidFill>
              <a:srgbClr val="C8C8C8"/>
            </a:solidFill>
            <a:prstDash val="solid"/>
            <a:round/>
            <a:headEnd type="none" w="sm" len="sm"/>
            <a:tailEnd type="none" w="sm" len="sm"/>
          </a:ln>
        </p:spPr>
      </p:cxnSp>
      <p:sp>
        <p:nvSpPr>
          <p:cNvPr id="3290" name="Google Shape;3290;p96"/>
          <p:cNvSpPr/>
          <p:nvPr/>
        </p:nvSpPr>
        <p:spPr>
          <a:xfrm>
            <a:off x="1600492" y="1522899"/>
            <a:ext cx="283160" cy="310824"/>
          </a:xfrm>
          <a:custGeom>
            <a:avLst/>
            <a:gdLst/>
            <a:ahLst/>
            <a:cxnLst/>
            <a:rect l="l" t="t" r="r" b="b"/>
            <a:pathLst>
              <a:path w="503396" h="545306" extrusionOk="0">
                <a:moveTo>
                  <a:pt x="484442" y="272606"/>
                </a:moveTo>
                <a:lnTo>
                  <a:pt x="478346" y="272606"/>
                </a:lnTo>
                <a:lnTo>
                  <a:pt x="419862" y="86963"/>
                </a:lnTo>
                <a:lnTo>
                  <a:pt x="424529" y="86963"/>
                </a:lnTo>
                <a:cubicBezTo>
                  <a:pt x="431102" y="86963"/>
                  <a:pt x="436436" y="81629"/>
                  <a:pt x="436436" y="75057"/>
                </a:cubicBezTo>
                <a:cubicBezTo>
                  <a:pt x="436436" y="68485"/>
                  <a:pt x="431102" y="63151"/>
                  <a:pt x="424529" y="63151"/>
                </a:cubicBezTo>
                <a:lnTo>
                  <a:pt x="264986" y="63151"/>
                </a:lnTo>
                <a:lnTo>
                  <a:pt x="264986" y="11906"/>
                </a:lnTo>
                <a:cubicBezTo>
                  <a:pt x="264986" y="5334"/>
                  <a:pt x="259652" y="0"/>
                  <a:pt x="253079" y="0"/>
                </a:cubicBezTo>
                <a:cubicBezTo>
                  <a:pt x="246507" y="0"/>
                  <a:pt x="241173" y="5334"/>
                  <a:pt x="241173" y="11906"/>
                </a:cubicBezTo>
                <a:lnTo>
                  <a:pt x="241173" y="63151"/>
                </a:lnTo>
                <a:lnTo>
                  <a:pt x="81629" y="63151"/>
                </a:lnTo>
                <a:cubicBezTo>
                  <a:pt x="75057" y="63151"/>
                  <a:pt x="69723" y="68485"/>
                  <a:pt x="69723" y="75057"/>
                </a:cubicBezTo>
                <a:cubicBezTo>
                  <a:pt x="69723" y="81629"/>
                  <a:pt x="75057" y="86963"/>
                  <a:pt x="81629" y="86963"/>
                </a:cubicBezTo>
                <a:lnTo>
                  <a:pt x="83630" y="86963"/>
                </a:lnTo>
                <a:lnTo>
                  <a:pt x="25146" y="272606"/>
                </a:lnTo>
                <a:lnTo>
                  <a:pt x="19050" y="272606"/>
                </a:lnTo>
                <a:cubicBezTo>
                  <a:pt x="8572" y="272606"/>
                  <a:pt x="0" y="281178"/>
                  <a:pt x="0" y="291656"/>
                </a:cubicBezTo>
                <a:cubicBezTo>
                  <a:pt x="0" y="351377"/>
                  <a:pt x="40100" y="391573"/>
                  <a:pt x="99917" y="391573"/>
                </a:cubicBezTo>
                <a:cubicBezTo>
                  <a:pt x="159734" y="391573"/>
                  <a:pt x="199834" y="351377"/>
                  <a:pt x="199834" y="291656"/>
                </a:cubicBezTo>
                <a:cubicBezTo>
                  <a:pt x="199834" y="281178"/>
                  <a:pt x="191262" y="272606"/>
                  <a:pt x="180784" y="272606"/>
                </a:cubicBezTo>
                <a:lnTo>
                  <a:pt x="174689" y="272606"/>
                </a:lnTo>
                <a:lnTo>
                  <a:pt x="116110" y="86963"/>
                </a:lnTo>
                <a:lnTo>
                  <a:pt x="241173" y="86963"/>
                </a:lnTo>
                <a:lnTo>
                  <a:pt x="241173" y="102108"/>
                </a:lnTo>
                <a:cubicBezTo>
                  <a:pt x="241173" y="102965"/>
                  <a:pt x="241459" y="103632"/>
                  <a:pt x="241649" y="104489"/>
                </a:cubicBezTo>
                <a:cubicBezTo>
                  <a:pt x="221933" y="109633"/>
                  <a:pt x="207359" y="127349"/>
                  <a:pt x="207359" y="148590"/>
                </a:cubicBezTo>
                <a:cubicBezTo>
                  <a:pt x="207359" y="169831"/>
                  <a:pt x="221742" y="187262"/>
                  <a:pt x="241173" y="192596"/>
                </a:cubicBezTo>
                <a:lnTo>
                  <a:pt x="241173" y="426911"/>
                </a:lnTo>
                <a:cubicBezTo>
                  <a:pt x="188024" y="431959"/>
                  <a:pt x="153162" y="470535"/>
                  <a:pt x="153162" y="526256"/>
                </a:cubicBezTo>
                <a:cubicBezTo>
                  <a:pt x="153162" y="536734"/>
                  <a:pt x="161734" y="545306"/>
                  <a:pt x="172212" y="545306"/>
                </a:cubicBezTo>
                <a:lnTo>
                  <a:pt x="333851" y="545306"/>
                </a:lnTo>
                <a:cubicBezTo>
                  <a:pt x="344329" y="545306"/>
                  <a:pt x="352901" y="536734"/>
                  <a:pt x="352901" y="526256"/>
                </a:cubicBezTo>
                <a:cubicBezTo>
                  <a:pt x="352901" y="470535"/>
                  <a:pt x="318040" y="431959"/>
                  <a:pt x="264890" y="426911"/>
                </a:cubicBezTo>
                <a:lnTo>
                  <a:pt x="264890" y="192596"/>
                </a:lnTo>
                <a:cubicBezTo>
                  <a:pt x="284321" y="187357"/>
                  <a:pt x="298704" y="169736"/>
                  <a:pt x="298704" y="148590"/>
                </a:cubicBezTo>
                <a:cubicBezTo>
                  <a:pt x="298704" y="127444"/>
                  <a:pt x="284036" y="109538"/>
                  <a:pt x="264414" y="104489"/>
                </a:cubicBezTo>
                <a:cubicBezTo>
                  <a:pt x="264604" y="103727"/>
                  <a:pt x="264890" y="102965"/>
                  <a:pt x="264890" y="102108"/>
                </a:cubicBezTo>
                <a:lnTo>
                  <a:pt x="264890" y="86963"/>
                </a:lnTo>
                <a:lnTo>
                  <a:pt x="387287" y="86963"/>
                </a:lnTo>
                <a:lnTo>
                  <a:pt x="328708" y="272606"/>
                </a:lnTo>
                <a:lnTo>
                  <a:pt x="322612" y="272606"/>
                </a:lnTo>
                <a:cubicBezTo>
                  <a:pt x="312134" y="272606"/>
                  <a:pt x="303562" y="281178"/>
                  <a:pt x="303562" y="291656"/>
                </a:cubicBezTo>
                <a:cubicBezTo>
                  <a:pt x="303562" y="351377"/>
                  <a:pt x="343757" y="391573"/>
                  <a:pt x="403479" y="391573"/>
                </a:cubicBezTo>
                <a:cubicBezTo>
                  <a:pt x="463201" y="391573"/>
                  <a:pt x="503396" y="351377"/>
                  <a:pt x="503396" y="291656"/>
                </a:cubicBezTo>
                <a:cubicBezTo>
                  <a:pt x="503396" y="281178"/>
                  <a:pt x="494824" y="272606"/>
                  <a:pt x="484346" y="272606"/>
                </a:cubicBezTo>
                <a:close/>
                <a:moveTo>
                  <a:pt x="99917" y="353473"/>
                </a:moveTo>
                <a:cubicBezTo>
                  <a:pt x="68104" y="353473"/>
                  <a:pt x="46768" y="337852"/>
                  <a:pt x="40291" y="310706"/>
                </a:cubicBezTo>
                <a:lnTo>
                  <a:pt x="159639" y="310706"/>
                </a:lnTo>
                <a:cubicBezTo>
                  <a:pt x="153067" y="337852"/>
                  <a:pt x="131826" y="353473"/>
                  <a:pt x="99917" y="353473"/>
                </a:cubicBezTo>
                <a:close/>
                <a:moveTo>
                  <a:pt x="50101" y="272606"/>
                </a:moveTo>
                <a:lnTo>
                  <a:pt x="99917" y="114681"/>
                </a:lnTo>
                <a:lnTo>
                  <a:pt x="149733" y="272606"/>
                </a:lnTo>
                <a:lnTo>
                  <a:pt x="50197" y="272606"/>
                </a:lnTo>
                <a:close/>
                <a:moveTo>
                  <a:pt x="312706" y="507206"/>
                </a:moveTo>
                <a:lnTo>
                  <a:pt x="193358" y="507206"/>
                </a:lnTo>
                <a:cubicBezTo>
                  <a:pt x="199930" y="480060"/>
                  <a:pt x="221171" y="464439"/>
                  <a:pt x="252984" y="464439"/>
                </a:cubicBezTo>
                <a:cubicBezTo>
                  <a:pt x="284798" y="464439"/>
                  <a:pt x="306134" y="480060"/>
                  <a:pt x="312611" y="507206"/>
                </a:cubicBezTo>
                <a:close/>
                <a:moveTo>
                  <a:pt x="274987" y="148590"/>
                </a:moveTo>
                <a:cubicBezTo>
                  <a:pt x="274987" y="160687"/>
                  <a:pt x="265176" y="170498"/>
                  <a:pt x="253079" y="170498"/>
                </a:cubicBezTo>
                <a:cubicBezTo>
                  <a:pt x="240983" y="170498"/>
                  <a:pt x="231172" y="160687"/>
                  <a:pt x="231172" y="148590"/>
                </a:cubicBezTo>
                <a:cubicBezTo>
                  <a:pt x="231172" y="136493"/>
                  <a:pt x="240983" y="126682"/>
                  <a:pt x="253079" y="126682"/>
                </a:cubicBezTo>
                <a:cubicBezTo>
                  <a:pt x="265176" y="126682"/>
                  <a:pt x="274987" y="136493"/>
                  <a:pt x="274987" y="148590"/>
                </a:cubicBezTo>
                <a:close/>
                <a:moveTo>
                  <a:pt x="403574" y="114681"/>
                </a:moveTo>
                <a:lnTo>
                  <a:pt x="453390" y="272606"/>
                </a:lnTo>
                <a:lnTo>
                  <a:pt x="353854" y="272606"/>
                </a:lnTo>
                <a:lnTo>
                  <a:pt x="403670" y="114681"/>
                </a:lnTo>
                <a:close/>
                <a:moveTo>
                  <a:pt x="403574" y="353473"/>
                </a:moveTo>
                <a:cubicBezTo>
                  <a:pt x="371761" y="353473"/>
                  <a:pt x="350425" y="337852"/>
                  <a:pt x="343852" y="310706"/>
                </a:cubicBezTo>
                <a:lnTo>
                  <a:pt x="463201" y="310706"/>
                </a:lnTo>
                <a:cubicBezTo>
                  <a:pt x="456628" y="337852"/>
                  <a:pt x="435388" y="353473"/>
                  <a:pt x="403574" y="353473"/>
                </a:cubicBezTo>
                <a:close/>
              </a:path>
            </a:pathLst>
          </a:custGeom>
          <a:solidFill>
            <a:srgbClr val="29B5E8"/>
          </a:solidFill>
          <a:ln>
            <a:noFill/>
          </a:ln>
        </p:spPr>
        <p:txBody>
          <a:bodyPr spcFirstLastPara="1" wrap="square" lIns="51650" tIns="25825" rIns="51650" bIns="25825" anchor="t" anchorCtr="0">
            <a:noAutofit/>
          </a:bodyPr>
          <a:lstStyle/>
          <a:p>
            <a:pPr marL="0" marR="0" lvl="0" indent="0" algn="l" rtl="0">
              <a:spcBef>
                <a:spcPts val="0"/>
              </a:spcBef>
              <a:spcAft>
                <a:spcPts val="0"/>
              </a:spcAft>
              <a:buNone/>
            </a:pPr>
            <a:endParaRPr sz="1054">
              <a:solidFill>
                <a:srgbClr val="262626"/>
              </a:solidFill>
              <a:latin typeface="Arial"/>
              <a:ea typeface="Arial"/>
              <a:cs typeface="Arial"/>
              <a:sym typeface="Arial"/>
            </a:endParaRPr>
          </a:p>
        </p:txBody>
      </p:sp>
      <p:sp>
        <p:nvSpPr>
          <p:cNvPr id="3291" name="Google Shape;3291;p96"/>
          <p:cNvSpPr/>
          <p:nvPr/>
        </p:nvSpPr>
        <p:spPr>
          <a:xfrm>
            <a:off x="451542" y="1543096"/>
            <a:ext cx="297805" cy="270438"/>
          </a:xfrm>
          <a:custGeom>
            <a:avLst/>
            <a:gdLst/>
            <a:ahLst/>
            <a:cxnLst/>
            <a:rect l="l" t="t" r="r" b="b"/>
            <a:pathLst>
              <a:path w="529431" h="478652" extrusionOk="0">
                <a:moveTo>
                  <a:pt x="526246" y="397119"/>
                </a:moveTo>
                <a:cubicBezTo>
                  <a:pt x="505196" y="373401"/>
                  <a:pt x="505196" y="334730"/>
                  <a:pt x="526246" y="310917"/>
                </a:cubicBezTo>
                <a:cubicBezTo>
                  <a:pt x="526246" y="310822"/>
                  <a:pt x="526341" y="310727"/>
                  <a:pt x="526436" y="310536"/>
                </a:cubicBezTo>
                <a:cubicBezTo>
                  <a:pt x="526532" y="310346"/>
                  <a:pt x="526722" y="310251"/>
                  <a:pt x="526913" y="310060"/>
                </a:cubicBezTo>
                <a:cubicBezTo>
                  <a:pt x="527103" y="309774"/>
                  <a:pt x="527103" y="309489"/>
                  <a:pt x="527294" y="309203"/>
                </a:cubicBezTo>
                <a:cubicBezTo>
                  <a:pt x="527865" y="308346"/>
                  <a:pt x="528246" y="307393"/>
                  <a:pt x="528627" y="306441"/>
                </a:cubicBezTo>
                <a:cubicBezTo>
                  <a:pt x="528818" y="305964"/>
                  <a:pt x="528913" y="305583"/>
                  <a:pt x="529008" y="305107"/>
                </a:cubicBezTo>
                <a:cubicBezTo>
                  <a:pt x="529199" y="304155"/>
                  <a:pt x="529199" y="303107"/>
                  <a:pt x="529103" y="302059"/>
                </a:cubicBezTo>
                <a:cubicBezTo>
                  <a:pt x="529103" y="301678"/>
                  <a:pt x="529103" y="301297"/>
                  <a:pt x="529103" y="300916"/>
                </a:cubicBezTo>
                <a:cubicBezTo>
                  <a:pt x="528913" y="299583"/>
                  <a:pt x="528437" y="298249"/>
                  <a:pt x="527770" y="297011"/>
                </a:cubicBezTo>
                <a:cubicBezTo>
                  <a:pt x="527770" y="297011"/>
                  <a:pt x="527770" y="297011"/>
                  <a:pt x="527770" y="297011"/>
                </a:cubicBezTo>
                <a:cubicBezTo>
                  <a:pt x="527770" y="296820"/>
                  <a:pt x="527579" y="296725"/>
                  <a:pt x="527484" y="296630"/>
                </a:cubicBezTo>
                <a:cubicBezTo>
                  <a:pt x="526817" y="295487"/>
                  <a:pt x="525960" y="294630"/>
                  <a:pt x="524912" y="293772"/>
                </a:cubicBezTo>
                <a:cubicBezTo>
                  <a:pt x="524817" y="293677"/>
                  <a:pt x="524722" y="293487"/>
                  <a:pt x="524627" y="293391"/>
                </a:cubicBezTo>
                <a:lnTo>
                  <a:pt x="379751" y="185854"/>
                </a:lnTo>
                <a:cubicBezTo>
                  <a:pt x="391086" y="150326"/>
                  <a:pt x="388800" y="115179"/>
                  <a:pt x="379180" y="91271"/>
                </a:cubicBezTo>
                <a:cubicBezTo>
                  <a:pt x="375179" y="81174"/>
                  <a:pt x="369845" y="72888"/>
                  <a:pt x="363464" y="66220"/>
                </a:cubicBezTo>
                <a:cubicBezTo>
                  <a:pt x="370512" y="59934"/>
                  <a:pt x="376132" y="56790"/>
                  <a:pt x="376132" y="56790"/>
                </a:cubicBezTo>
                <a:cubicBezTo>
                  <a:pt x="379466" y="54981"/>
                  <a:pt x="381752" y="51552"/>
                  <a:pt x="382228" y="47742"/>
                </a:cubicBezTo>
                <a:cubicBezTo>
                  <a:pt x="382704" y="43932"/>
                  <a:pt x="381275" y="40122"/>
                  <a:pt x="378418" y="37550"/>
                </a:cubicBezTo>
                <a:cubicBezTo>
                  <a:pt x="377370" y="36597"/>
                  <a:pt x="352986" y="14499"/>
                  <a:pt x="315458" y="19929"/>
                </a:cubicBezTo>
                <a:cubicBezTo>
                  <a:pt x="291550" y="23358"/>
                  <a:pt x="274976" y="39360"/>
                  <a:pt x="264308" y="54600"/>
                </a:cubicBezTo>
                <a:cubicBezTo>
                  <a:pt x="258308" y="37836"/>
                  <a:pt x="248021" y="17738"/>
                  <a:pt x="230876" y="2879"/>
                </a:cubicBezTo>
                <a:cubicBezTo>
                  <a:pt x="225923" y="-1407"/>
                  <a:pt x="218398" y="-836"/>
                  <a:pt x="214112" y="4117"/>
                </a:cubicBezTo>
                <a:cubicBezTo>
                  <a:pt x="209825" y="9070"/>
                  <a:pt x="210397" y="16595"/>
                  <a:pt x="215350" y="20881"/>
                </a:cubicBezTo>
                <a:cubicBezTo>
                  <a:pt x="225637" y="29739"/>
                  <a:pt x="232876" y="41455"/>
                  <a:pt x="237924" y="52599"/>
                </a:cubicBezTo>
                <a:cubicBezTo>
                  <a:pt x="231828" y="50885"/>
                  <a:pt x="224589" y="49837"/>
                  <a:pt x="215921" y="49837"/>
                </a:cubicBezTo>
                <a:cubicBezTo>
                  <a:pt x="192204" y="49837"/>
                  <a:pt x="168773" y="66792"/>
                  <a:pt x="159057" y="91176"/>
                </a:cubicBezTo>
                <a:cubicBezTo>
                  <a:pt x="150485" y="112702"/>
                  <a:pt x="147818" y="143087"/>
                  <a:pt x="155533" y="174710"/>
                </a:cubicBezTo>
                <a:lnTo>
                  <a:pt x="48377" y="200142"/>
                </a:lnTo>
                <a:cubicBezTo>
                  <a:pt x="16658" y="206238"/>
                  <a:pt x="-4582" y="238813"/>
                  <a:pt x="847" y="272817"/>
                </a:cubicBezTo>
                <a:cubicBezTo>
                  <a:pt x="3133" y="286819"/>
                  <a:pt x="9705" y="299297"/>
                  <a:pt x="19516" y="308631"/>
                </a:cubicBezTo>
                <a:lnTo>
                  <a:pt x="165344" y="457507"/>
                </a:lnTo>
                <a:cubicBezTo>
                  <a:pt x="165344" y="457507"/>
                  <a:pt x="165439" y="457507"/>
                  <a:pt x="165534" y="457602"/>
                </a:cubicBezTo>
                <a:cubicBezTo>
                  <a:pt x="168868" y="461508"/>
                  <a:pt x="172678" y="465032"/>
                  <a:pt x="176964" y="468080"/>
                </a:cubicBezTo>
                <a:cubicBezTo>
                  <a:pt x="186965" y="475033"/>
                  <a:pt x="198300" y="478653"/>
                  <a:pt x="209825" y="478653"/>
                </a:cubicBezTo>
                <a:cubicBezTo>
                  <a:pt x="213254" y="478653"/>
                  <a:pt x="216779" y="478367"/>
                  <a:pt x="220208" y="477700"/>
                </a:cubicBezTo>
                <a:lnTo>
                  <a:pt x="519864" y="416550"/>
                </a:lnTo>
                <a:cubicBezTo>
                  <a:pt x="524055" y="415692"/>
                  <a:pt x="527389" y="412644"/>
                  <a:pt x="528818" y="408644"/>
                </a:cubicBezTo>
                <a:cubicBezTo>
                  <a:pt x="530151" y="404643"/>
                  <a:pt x="529294" y="400167"/>
                  <a:pt x="526436" y="397023"/>
                </a:cubicBezTo>
                <a:close/>
                <a:moveTo>
                  <a:pt x="318791" y="43551"/>
                </a:moveTo>
                <a:cubicBezTo>
                  <a:pt x="331174" y="41836"/>
                  <a:pt x="341461" y="44217"/>
                  <a:pt x="348890" y="47265"/>
                </a:cubicBezTo>
                <a:cubicBezTo>
                  <a:pt x="348319" y="47837"/>
                  <a:pt x="347652" y="48313"/>
                  <a:pt x="346985" y="48885"/>
                </a:cubicBezTo>
                <a:cubicBezTo>
                  <a:pt x="343842" y="51647"/>
                  <a:pt x="340604" y="54885"/>
                  <a:pt x="337175" y="58410"/>
                </a:cubicBezTo>
                <a:cubicBezTo>
                  <a:pt x="336889" y="58695"/>
                  <a:pt x="336603" y="59076"/>
                  <a:pt x="336317" y="59362"/>
                </a:cubicBezTo>
                <a:cubicBezTo>
                  <a:pt x="330698" y="64982"/>
                  <a:pt x="324411" y="71364"/>
                  <a:pt x="318220" y="76698"/>
                </a:cubicBezTo>
                <a:cubicBezTo>
                  <a:pt x="307076" y="86032"/>
                  <a:pt x="293455" y="91176"/>
                  <a:pt x="283358" y="89747"/>
                </a:cubicBezTo>
                <a:cubicBezTo>
                  <a:pt x="281739" y="89556"/>
                  <a:pt x="280215" y="89080"/>
                  <a:pt x="278786" y="88413"/>
                </a:cubicBezTo>
                <a:cubicBezTo>
                  <a:pt x="278405" y="88318"/>
                  <a:pt x="278120" y="88128"/>
                  <a:pt x="277834" y="87937"/>
                </a:cubicBezTo>
                <a:cubicBezTo>
                  <a:pt x="276500" y="87270"/>
                  <a:pt x="275262" y="86508"/>
                  <a:pt x="274119" y="85461"/>
                </a:cubicBezTo>
                <a:cubicBezTo>
                  <a:pt x="274119" y="85461"/>
                  <a:pt x="274119" y="85461"/>
                  <a:pt x="274119" y="85461"/>
                </a:cubicBezTo>
                <a:cubicBezTo>
                  <a:pt x="279453" y="73554"/>
                  <a:pt x="294026" y="46980"/>
                  <a:pt x="318887" y="43455"/>
                </a:cubicBezTo>
                <a:close/>
                <a:moveTo>
                  <a:pt x="181060" y="100129"/>
                </a:moveTo>
                <a:cubicBezTo>
                  <a:pt x="188013" y="82794"/>
                  <a:pt x="203825" y="73745"/>
                  <a:pt x="215826" y="73745"/>
                </a:cubicBezTo>
                <a:cubicBezTo>
                  <a:pt x="237924" y="73745"/>
                  <a:pt x="243639" y="81746"/>
                  <a:pt x="248783" y="89937"/>
                </a:cubicBezTo>
                <a:cubicBezTo>
                  <a:pt x="249164" y="91747"/>
                  <a:pt x="249926" y="93366"/>
                  <a:pt x="250973" y="94700"/>
                </a:cubicBezTo>
                <a:cubicBezTo>
                  <a:pt x="251069" y="94890"/>
                  <a:pt x="251164" y="95176"/>
                  <a:pt x="251354" y="95462"/>
                </a:cubicBezTo>
                <a:cubicBezTo>
                  <a:pt x="258022" y="105558"/>
                  <a:pt x="267928" y="111750"/>
                  <a:pt x="279929" y="113464"/>
                </a:cubicBezTo>
                <a:cubicBezTo>
                  <a:pt x="282120" y="113750"/>
                  <a:pt x="284406" y="113940"/>
                  <a:pt x="286692" y="113940"/>
                </a:cubicBezTo>
                <a:cubicBezTo>
                  <a:pt x="286692" y="113940"/>
                  <a:pt x="286787" y="113940"/>
                  <a:pt x="286883" y="113940"/>
                </a:cubicBezTo>
                <a:cubicBezTo>
                  <a:pt x="288883" y="113940"/>
                  <a:pt x="290883" y="113845"/>
                  <a:pt x="292883" y="113559"/>
                </a:cubicBezTo>
                <a:cubicBezTo>
                  <a:pt x="293645" y="113559"/>
                  <a:pt x="294407" y="113274"/>
                  <a:pt x="295169" y="113178"/>
                </a:cubicBezTo>
                <a:cubicBezTo>
                  <a:pt x="296503" y="112988"/>
                  <a:pt x="297932" y="112797"/>
                  <a:pt x="299265" y="112512"/>
                </a:cubicBezTo>
                <a:cubicBezTo>
                  <a:pt x="300218" y="112321"/>
                  <a:pt x="301075" y="112035"/>
                  <a:pt x="302027" y="111750"/>
                </a:cubicBezTo>
                <a:cubicBezTo>
                  <a:pt x="303266" y="111464"/>
                  <a:pt x="304504" y="111083"/>
                  <a:pt x="305742" y="110702"/>
                </a:cubicBezTo>
                <a:cubicBezTo>
                  <a:pt x="306695" y="110416"/>
                  <a:pt x="307647" y="110035"/>
                  <a:pt x="308600" y="109654"/>
                </a:cubicBezTo>
                <a:cubicBezTo>
                  <a:pt x="309838" y="109178"/>
                  <a:pt x="311076" y="108702"/>
                  <a:pt x="312314" y="108225"/>
                </a:cubicBezTo>
                <a:cubicBezTo>
                  <a:pt x="313267" y="107844"/>
                  <a:pt x="314124" y="107368"/>
                  <a:pt x="315077" y="106987"/>
                </a:cubicBezTo>
                <a:cubicBezTo>
                  <a:pt x="316315" y="106416"/>
                  <a:pt x="317648" y="105749"/>
                  <a:pt x="318887" y="104987"/>
                </a:cubicBezTo>
                <a:cubicBezTo>
                  <a:pt x="319744" y="104511"/>
                  <a:pt x="320601" y="104034"/>
                  <a:pt x="321458" y="103558"/>
                </a:cubicBezTo>
                <a:cubicBezTo>
                  <a:pt x="322887" y="102701"/>
                  <a:pt x="324221" y="101844"/>
                  <a:pt x="325649" y="100891"/>
                </a:cubicBezTo>
                <a:cubicBezTo>
                  <a:pt x="326316" y="100415"/>
                  <a:pt x="326983" y="100034"/>
                  <a:pt x="327650" y="99558"/>
                </a:cubicBezTo>
                <a:cubicBezTo>
                  <a:pt x="329650" y="98129"/>
                  <a:pt x="331650" y="96605"/>
                  <a:pt x="333650" y="94890"/>
                </a:cubicBezTo>
                <a:cubicBezTo>
                  <a:pt x="337841" y="91271"/>
                  <a:pt x="341937" y="87366"/>
                  <a:pt x="345938" y="83460"/>
                </a:cubicBezTo>
                <a:cubicBezTo>
                  <a:pt x="346128" y="83270"/>
                  <a:pt x="346414" y="82984"/>
                  <a:pt x="346700" y="82794"/>
                </a:cubicBezTo>
                <a:cubicBezTo>
                  <a:pt x="350795" y="87175"/>
                  <a:pt x="354224" y="92985"/>
                  <a:pt x="357082" y="100034"/>
                </a:cubicBezTo>
                <a:cubicBezTo>
                  <a:pt x="368131" y="127561"/>
                  <a:pt x="367178" y="173376"/>
                  <a:pt x="340127" y="213667"/>
                </a:cubicBezTo>
                <a:cubicBezTo>
                  <a:pt x="326221" y="234432"/>
                  <a:pt x="312886" y="245481"/>
                  <a:pt x="301551" y="245481"/>
                </a:cubicBezTo>
                <a:cubicBezTo>
                  <a:pt x="291359" y="245481"/>
                  <a:pt x="283930" y="235765"/>
                  <a:pt x="283358" y="234908"/>
                </a:cubicBezTo>
                <a:cubicBezTo>
                  <a:pt x="280215" y="230145"/>
                  <a:pt x="274881" y="227288"/>
                  <a:pt x="269071" y="227288"/>
                </a:cubicBezTo>
                <a:cubicBezTo>
                  <a:pt x="263261" y="227288"/>
                  <a:pt x="258308" y="229955"/>
                  <a:pt x="254974" y="234527"/>
                </a:cubicBezTo>
                <a:cubicBezTo>
                  <a:pt x="254879" y="234717"/>
                  <a:pt x="254783" y="234813"/>
                  <a:pt x="254688" y="235003"/>
                </a:cubicBezTo>
                <a:cubicBezTo>
                  <a:pt x="254021" y="235860"/>
                  <a:pt x="246878" y="245481"/>
                  <a:pt x="236495" y="245481"/>
                </a:cubicBezTo>
                <a:cubicBezTo>
                  <a:pt x="231447" y="245481"/>
                  <a:pt x="225827" y="243195"/>
                  <a:pt x="219922" y="238623"/>
                </a:cubicBezTo>
                <a:cubicBezTo>
                  <a:pt x="212969" y="233289"/>
                  <a:pt x="205634" y="224907"/>
                  <a:pt x="198110" y="213762"/>
                </a:cubicBezTo>
                <a:cubicBezTo>
                  <a:pt x="171059" y="173567"/>
                  <a:pt x="170106" y="127656"/>
                  <a:pt x="181060" y="100129"/>
                </a:cubicBezTo>
                <a:close/>
                <a:moveTo>
                  <a:pt x="274405" y="248433"/>
                </a:moveTo>
                <a:cubicBezTo>
                  <a:pt x="274405" y="248433"/>
                  <a:pt x="274119" y="248910"/>
                  <a:pt x="273929" y="249100"/>
                </a:cubicBezTo>
                <a:cubicBezTo>
                  <a:pt x="274119" y="248910"/>
                  <a:pt x="274214" y="248624"/>
                  <a:pt x="274405" y="248433"/>
                </a:cubicBezTo>
                <a:lnTo>
                  <a:pt x="274405" y="248433"/>
                </a:lnTo>
                <a:close/>
                <a:moveTo>
                  <a:pt x="264023" y="248910"/>
                </a:moveTo>
                <a:cubicBezTo>
                  <a:pt x="264023" y="248910"/>
                  <a:pt x="263546" y="248338"/>
                  <a:pt x="263261" y="247957"/>
                </a:cubicBezTo>
                <a:lnTo>
                  <a:pt x="263261" y="247957"/>
                </a:lnTo>
                <a:cubicBezTo>
                  <a:pt x="263261" y="247957"/>
                  <a:pt x="263642" y="248529"/>
                  <a:pt x="263927" y="248910"/>
                </a:cubicBezTo>
                <a:close/>
                <a:moveTo>
                  <a:pt x="178298" y="227097"/>
                </a:moveTo>
                <a:cubicBezTo>
                  <a:pt x="187251" y="240432"/>
                  <a:pt x="196395" y="250719"/>
                  <a:pt x="205444" y="257673"/>
                </a:cubicBezTo>
                <a:cubicBezTo>
                  <a:pt x="215636" y="265483"/>
                  <a:pt x="226113" y="269484"/>
                  <a:pt x="236495" y="269484"/>
                </a:cubicBezTo>
                <a:cubicBezTo>
                  <a:pt x="251354" y="269484"/>
                  <a:pt x="262499" y="261483"/>
                  <a:pt x="268976" y="254815"/>
                </a:cubicBezTo>
                <a:cubicBezTo>
                  <a:pt x="275548" y="261387"/>
                  <a:pt x="286787" y="269484"/>
                  <a:pt x="301551" y="269484"/>
                </a:cubicBezTo>
                <a:cubicBezTo>
                  <a:pt x="321363" y="269484"/>
                  <a:pt x="340889" y="255291"/>
                  <a:pt x="359749" y="227193"/>
                </a:cubicBezTo>
                <a:cubicBezTo>
                  <a:pt x="363749" y="221192"/>
                  <a:pt x="367274" y="215096"/>
                  <a:pt x="370417" y="208905"/>
                </a:cubicBezTo>
                <a:lnTo>
                  <a:pt x="488622" y="296630"/>
                </a:lnTo>
                <a:lnTo>
                  <a:pt x="204301" y="352161"/>
                </a:lnTo>
                <a:lnTo>
                  <a:pt x="73713" y="218811"/>
                </a:lnTo>
                <a:lnTo>
                  <a:pt x="162772" y="197665"/>
                </a:lnTo>
                <a:cubicBezTo>
                  <a:pt x="166772" y="207666"/>
                  <a:pt x="171916" y="217572"/>
                  <a:pt x="178393" y="227097"/>
                </a:cubicBezTo>
                <a:close/>
                <a:moveTo>
                  <a:pt x="24183" y="269198"/>
                </a:moveTo>
                <a:cubicBezTo>
                  <a:pt x="21135" y="250148"/>
                  <a:pt x="30946" y="231955"/>
                  <a:pt x="46948" y="225573"/>
                </a:cubicBezTo>
                <a:lnTo>
                  <a:pt x="179250" y="360638"/>
                </a:lnTo>
                <a:cubicBezTo>
                  <a:pt x="163153" y="370544"/>
                  <a:pt x="152104" y="388260"/>
                  <a:pt x="150008" y="408168"/>
                </a:cubicBezTo>
                <a:lnTo>
                  <a:pt x="36089" y="291867"/>
                </a:lnTo>
                <a:cubicBezTo>
                  <a:pt x="29708" y="285867"/>
                  <a:pt x="25612" y="277961"/>
                  <a:pt x="24183" y="269198"/>
                </a:cubicBezTo>
                <a:close/>
                <a:moveTo>
                  <a:pt x="215445" y="454459"/>
                </a:moveTo>
                <a:cubicBezTo>
                  <a:pt x="206968" y="456078"/>
                  <a:pt x="198110" y="454078"/>
                  <a:pt x="190490" y="448744"/>
                </a:cubicBezTo>
                <a:cubicBezTo>
                  <a:pt x="181727" y="442648"/>
                  <a:pt x="175726" y="432933"/>
                  <a:pt x="174011" y="422169"/>
                </a:cubicBezTo>
                <a:cubicBezTo>
                  <a:pt x="170582" y="400738"/>
                  <a:pt x="183346" y="380355"/>
                  <a:pt x="202491" y="376735"/>
                </a:cubicBezTo>
                <a:lnTo>
                  <a:pt x="493289" y="319966"/>
                </a:lnTo>
                <a:cubicBezTo>
                  <a:pt x="483479" y="344636"/>
                  <a:pt x="484812" y="373592"/>
                  <a:pt x="497385" y="397023"/>
                </a:cubicBezTo>
                <a:lnTo>
                  <a:pt x="215540" y="454554"/>
                </a:lnTo>
                <a:close/>
              </a:path>
            </a:pathLst>
          </a:custGeom>
          <a:solidFill>
            <a:srgbClr val="29B5E8"/>
          </a:solidFill>
          <a:ln>
            <a:noFill/>
          </a:ln>
        </p:spPr>
        <p:txBody>
          <a:bodyPr spcFirstLastPara="1" wrap="square" lIns="51475" tIns="25725" rIns="51475" bIns="25725" anchor="t" anchorCtr="0">
            <a:noAutofit/>
          </a:bodyPr>
          <a:lstStyle/>
          <a:p>
            <a:pPr marL="0" marR="0" lvl="0" indent="0" algn="l" rtl="0">
              <a:spcBef>
                <a:spcPts val="0"/>
              </a:spcBef>
              <a:spcAft>
                <a:spcPts val="0"/>
              </a:spcAft>
              <a:buNone/>
            </a:pPr>
            <a:endParaRPr sz="1051">
              <a:solidFill>
                <a:srgbClr val="262626"/>
              </a:solidFill>
              <a:latin typeface="Arial"/>
              <a:ea typeface="Arial"/>
              <a:cs typeface="Arial"/>
              <a:sym typeface="Arial"/>
            </a:endParaRPr>
          </a:p>
        </p:txBody>
      </p:sp>
      <p:sp>
        <p:nvSpPr>
          <p:cNvPr id="3292" name="Google Shape;3292;p96"/>
          <p:cNvSpPr/>
          <p:nvPr/>
        </p:nvSpPr>
        <p:spPr>
          <a:xfrm>
            <a:off x="1038443" y="1559096"/>
            <a:ext cx="294947" cy="239657"/>
          </a:xfrm>
          <a:custGeom>
            <a:avLst/>
            <a:gdLst/>
            <a:ahLst/>
            <a:cxnLst/>
            <a:rect l="l" t="t" r="r" b="b"/>
            <a:pathLst>
              <a:path w="524351" h="424172" extrusionOk="0">
                <a:moveTo>
                  <a:pt x="512445" y="99465"/>
                </a:moveTo>
                <a:lnTo>
                  <a:pt x="269272" y="1357"/>
                </a:lnTo>
                <a:cubicBezTo>
                  <a:pt x="264700" y="-452"/>
                  <a:pt x="259556" y="-452"/>
                  <a:pt x="254984" y="1357"/>
                </a:cubicBezTo>
                <a:lnTo>
                  <a:pt x="11906" y="99465"/>
                </a:lnTo>
                <a:cubicBezTo>
                  <a:pt x="4667" y="102418"/>
                  <a:pt x="0" y="109371"/>
                  <a:pt x="0" y="117086"/>
                </a:cubicBezTo>
                <a:cubicBezTo>
                  <a:pt x="0" y="124801"/>
                  <a:pt x="4763" y="131850"/>
                  <a:pt x="11906" y="134707"/>
                </a:cubicBezTo>
                <a:lnTo>
                  <a:pt x="68771" y="157663"/>
                </a:lnTo>
                <a:lnTo>
                  <a:pt x="68771" y="276249"/>
                </a:lnTo>
                <a:cubicBezTo>
                  <a:pt x="68771" y="304252"/>
                  <a:pt x="92774" y="325684"/>
                  <a:pt x="128683" y="340066"/>
                </a:cubicBezTo>
                <a:lnTo>
                  <a:pt x="128683" y="412266"/>
                </a:lnTo>
                <a:cubicBezTo>
                  <a:pt x="128683" y="418838"/>
                  <a:pt x="134017" y="424172"/>
                  <a:pt x="140589" y="424172"/>
                </a:cubicBezTo>
                <a:cubicBezTo>
                  <a:pt x="147161" y="424172"/>
                  <a:pt x="152495" y="418838"/>
                  <a:pt x="152495" y="412266"/>
                </a:cubicBezTo>
                <a:lnTo>
                  <a:pt x="152495" y="348163"/>
                </a:lnTo>
                <a:cubicBezTo>
                  <a:pt x="185071" y="357497"/>
                  <a:pt x="223647" y="362260"/>
                  <a:pt x="262223" y="362260"/>
                </a:cubicBezTo>
                <a:cubicBezTo>
                  <a:pt x="358331" y="362260"/>
                  <a:pt x="455581" y="332732"/>
                  <a:pt x="455581" y="276249"/>
                </a:cubicBezTo>
                <a:lnTo>
                  <a:pt x="455581" y="157567"/>
                </a:lnTo>
                <a:lnTo>
                  <a:pt x="512445" y="134612"/>
                </a:lnTo>
                <a:cubicBezTo>
                  <a:pt x="519684" y="131659"/>
                  <a:pt x="524351" y="124706"/>
                  <a:pt x="524351" y="116991"/>
                </a:cubicBezTo>
                <a:cubicBezTo>
                  <a:pt x="524351" y="109276"/>
                  <a:pt x="519589" y="102227"/>
                  <a:pt x="512445" y="99370"/>
                </a:cubicBezTo>
                <a:close/>
                <a:moveTo>
                  <a:pt x="262128" y="39553"/>
                </a:moveTo>
                <a:lnTo>
                  <a:pt x="454343" y="117086"/>
                </a:lnTo>
                <a:lnTo>
                  <a:pt x="262128" y="194620"/>
                </a:lnTo>
                <a:lnTo>
                  <a:pt x="261176" y="194239"/>
                </a:lnTo>
                <a:lnTo>
                  <a:pt x="181928" y="162330"/>
                </a:lnTo>
                <a:lnTo>
                  <a:pt x="266605" y="128230"/>
                </a:lnTo>
                <a:cubicBezTo>
                  <a:pt x="272701" y="125754"/>
                  <a:pt x="275654" y="118801"/>
                  <a:pt x="273177" y="112705"/>
                </a:cubicBezTo>
                <a:cubicBezTo>
                  <a:pt x="270701" y="106609"/>
                  <a:pt x="263747" y="103656"/>
                  <a:pt x="257651" y="106132"/>
                </a:cubicBezTo>
                <a:lnTo>
                  <a:pt x="150114" y="149566"/>
                </a:lnTo>
                <a:lnTo>
                  <a:pt x="147733" y="148614"/>
                </a:lnTo>
                <a:cubicBezTo>
                  <a:pt x="147733" y="148614"/>
                  <a:pt x="147733" y="148614"/>
                  <a:pt x="147733" y="148614"/>
                </a:cubicBezTo>
                <a:lnTo>
                  <a:pt x="70009" y="117277"/>
                </a:lnTo>
                <a:lnTo>
                  <a:pt x="262223" y="39743"/>
                </a:lnTo>
                <a:close/>
                <a:moveTo>
                  <a:pt x="106871" y="276344"/>
                </a:moveTo>
                <a:lnTo>
                  <a:pt x="106871" y="173093"/>
                </a:lnTo>
                <a:lnTo>
                  <a:pt x="128683" y="181856"/>
                </a:lnTo>
                <a:lnTo>
                  <a:pt x="128683" y="298156"/>
                </a:lnTo>
                <a:cubicBezTo>
                  <a:pt x="114300" y="290346"/>
                  <a:pt x="106871" y="282345"/>
                  <a:pt x="106871" y="276344"/>
                </a:cubicBezTo>
                <a:close/>
                <a:moveTo>
                  <a:pt x="417481" y="276344"/>
                </a:moveTo>
                <a:cubicBezTo>
                  <a:pt x="417481" y="292632"/>
                  <a:pt x="362712" y="324255"/>
                  <a:pt x="262223" y="324255"/>
                </a:cubicBezTo>
                <a:cubicBezTo>
                  <a:pt x="215360" y="324255"/>
                  <a:pt x="178594" y="317397"/>
                  <a:pt x="152495" y="308348"/>
                </a:cubicBezTo>
                <a:lnTo>
                  <a:pt x="152495" y="191476"/>
                </a:lnTo>
                <a:lnTo>
                  <a:pt x="254984" y="232815"/>
                </a:lnTo>
                <a:cubicBezTo>
                  <a:pt x="256127" y="233291"/>
                  <a:pt x="257270" y="233577"/>
                  <a:pt x="258509" y="233863"/>
                </a:cubicBezTo>
                <a:cubicBezTo>
                  <a:pt x="259747" y="234053"/>
                  <a:pt x="260890" y="234244"/>
                  <a:pt x="262128" y="234244"/>
                </a:cubicBezTo>
                <a:cubicBezTo>
                  <a:pt x="262128" y="234244"/>
                  <a:pt x="262128" y="234244"/>
                  <a:pt x="262128" y="234244"/>
                </a:cubicBezTo>
                <a:cubicBezTo>
                  <a:pt x="263747" y="234244"/>
                  <a:pt x="265367" y="233958"/>
                  <a:pt x="266986" y="233482"/>
                </a:cubicBezTo>
                <a:cubicBezTo>
                  <a:pt x="267367" y="233386"/>
                  <a:pt x="267748" y="233291"/>
                  <a:pt x="268129" y="233101"/>
                </a:cubicBezTo>
                <a:cubicBezTo>
                  <a:pt x="268510" y="233005"/>
                  <a:pt x="268891" y="232910"/>
                  <a:pt x="269177" y="232815"/>
                </a:cubicBezTo>
                <a:lnTo>
                  <a:pt x="417386" y="172998"/>
                </a:lnTo>
                <a:lnTo>
                  <a:pt x="417386" y="276249"/>
                </a:lnTo>
                <a:close/>
              </a:path>
            </a:pathLst>
          </a:custGeom>
          <a:solidFill>
            <a:srgbClr val="29B5E8"/>
          </a:solidFill>
          <a:ln>
            <a:noFill/>
          </a:ln>
        </p:spPr>
        <p:txBody>
          <a:bodyPr spcFirstLastPara="1" wrap="square" lIns="51525" tIns="25750" rIns="51525" bIns="25750" anchor="t" anchorCtr="0">
            <a:noAutofit/>
          </a:bodyPr>
          <a:lstStyle/>
          <a:p>
            <a:pPr marL="0" marR="0" lvl="0" indent="0" algn="l" rtl="0">
              <a:spcBef>
                <a:spcPts val="0"/>
              </a:spcBef>
              <a:spcAft>
                <a:spcPts val="0"/>
              </a:spcAft>
              <a:buNone/>
            </a:pPr>
            <a:endParaRPr sz="1052">
              <a:solidFill>
                <a:srgbClr val="262626"/>
              </a:solidFill>
              <a:latin typeface="Arial"/>
              <a:ea typeface="Arial"/>
              <a:cs typeface="Arial"/>
              <a:sym typeface="Arial"/>
            </a:endParaRPr>
          </a:p>
        </p:txBody>
      </p:sp>
      <p:grpSp>
        <p:nvGrpSpPr>
          <p:cNvPr id="3293" name="Google Shape;3293;p96"/>
          <p:cNvGrpSpPr/>
          <p:nvPr/>
        </p:nvGrpSpPr>
        <p:grpSpPr>
          <a:xfrm>
            <a:off x="746311" y="2136588"/>
            <a:ext cx="264622" cy="291756"/>
            <a:chOff x="11444215" y="4318187"/>
            <a:chExt cx="470439" cy="526256"/>
          </a:xfrm>
        </p:grpSpPr>
        <p:sp>
          <p:nvSpPr>
            <p:cNvPr id="3294" name="Google Shape;3294;p96"/>
            <p:cNvSpPr/>
            <p:nvPr/>
          </p:nvSpPr>
          <p:spPr>
            <a:xfrm>
              <a:off x="11579089" y="4452489"/>
              <a:ext cx="200882" cy="101441"/>
            </a:xfrm>
            <a:custGeom>
              <a:avLst/>
              <a:gdLst/>
              <a:ahLst/>
              <a:cxnLst/>
              <a:rect l="l" t="t" r="r" b="b"/>
              <a:pathLst>
                <a:path w="200882" h="101441" extrusionOk="0">
                  <a:moveTo>
                    <a:pt x="23717" y="59245"/>
                  </a:moveTo>
                  <a:cubicBezTo>
                    <a:pt x="23717" y="35338"/>
                    <a:pt x="41053" y="25527"/>
                    <a:pt x="58865" y="24003"/>
                  </a:cubicBezTo>
                  <a:lnTo>
                    <a:pt x="91916" y="57817"/>
                  </a:lnTo>
                  <a:cubicBezTo>
                    <a:pt x="94202" y="60198"/>
                    <a:pt x="97536" y="61531"/>
                    <a:pt x="100679" y="61436"/>
                  </a:cubicBezTo>
                  <a:cubicBezTo>
                    <a:pt x="103918" y="61436"/>
                    <a:pt x="107061" y="59912"/>
                    <a:pt x="109252" y="57531"/>
                  </a:cubicBezTo>
                  <a:lnTo>
                    <a:pt x="139541" y="24098"/>
                  </a:lnTo>
                  <a:cubicBezTo>
                    <a:pt x="158972" y="25717"/>
                    <a:pt x="177070" y="36766"/>
                    <a:pt x="177070" y="59341"/>
                  </a:cubicBezTo>
                  <a:lnTo>
                    <a:pt x="177070" y="101441"/>
                  </a:lnTo>
                  <a:lnTo>
                    <a:pt x="200882" y="101441"/>
                  </a:lnTo>
                  <a:lnTo>
                    <a:pt x="200882" y="59341"/>
                  </a:lnTo>
                  <a:cubicBezTo>
                    <a:pt x="200882" y="25051"/>
                    <a:pt x="172974" y="95"/>
                    <a:pt x="134493" y="95"/>
                  </a:cubicBezTo>
                  <a:cubicBezTo>
                    <a:pt x="131159" y="95"/>
                    <a:pt x="127921" y="1524"/>
                    <a:pt x="125635" y="4001"/>
                  </a:cubicBezTo>
                  <a:lnTo>
                    <a:pt x="100108" y="32194"/>
                  </a:lnTo>
                  <a:lnTo>
                    <a:pt x="72295" y="3619"/>
                  </a:lnTo>
                  <a:cubicBezTo>
                    <a:pt x="70009" y="1333"/>
                    <a:pt x="66961" y="0"/>
                    <a:pt x="63818" y="0"/>
                  </a:cubicBezTo>
                  <a:cubicBezTo>
                    <a:pt x="25622" y="0"/>
                    <a:pt x="0" y="23813"/>
                    <a:pt x="0" y="59245"/>
                  </a:cubicBezTo>
                  <a:lnTo>
                    <a:pt x="0" y="101346"/>
                  </a:lnTo>
                  <a:lnTo>
                    <a:pt x="23813" y="101346"/>
                  </a:lnTo>
                  <a:lnTo>
                    <a:pt x="23813" y="59245"/>
                  </a:ln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sp>
          <p:nvSpPr>
            <p:cNvPr id="3295" name="Google Shape;3295;p96"/>
            <p:cNvSpPr/>
            <p:nvPr/>
          </p:nvSpPr>
          <p:spPr>
            <a:xfrm>
              <a:off x="11444215" y="4394387"/>
              <a:ext cx="470439" cy="450056"/>
            </a:xfrm>
            <a:custGeom>
              <a:avLst/>
              <a:gdLst/>
              <a:ahLst/>
              <a:cxnLst/>
              <a:rect l="l" t="t" r="r" b="b"/>
              <a:pathLst>
                <a:path w="470439" h="450056" extrusionOk="0">
                  <a:moveTo>
                    <a:pt x="451485" y="172212"/>
                  </a:moveTo>
                  <a:lnTo>
                    <a:pt x="399860" y="172212"/>
                  </a:lnTo>
                  <a:lnTo>
                    <a:pt x="399860" y="58483"/>
                  </a:lnTo>
                  <a:cubicBezTo>
                    <a:pt x="399860" y="54483"/>
                    <a:pt x="397859" y="50768"/>
                    <a:pt x="394526" y="48578"/>
                  </a:cubicBezTo>
                  <a:lnTo>
                    <a:pt x="355092" y="22670"/>
                  </a:lnTo>
                  <a:cubicBezTo>
                    <a:pt x="355092" y="22670"/>
                    <a:pt x="355092" y="22193"/>
                    <a:pt x="355092" y="22003"/>
                  </a:cubicBezTo>
                  <a:cubicBezTo>
                    <a:pt x="355092" y="9906"/>
                    <a:pt x="345186" y="0"/>
                    <a:pt x="333089" y="0"/>
                  </a:cubicBezTo>
                  <a:cubicBezTo>
                    <a:pt x="320993" y="0"/>
                    <a:pt x="311087" y="9906"/>
                    <a:pt x="311087" y="22003"/>
                  </a:cubicBezTo>
                  <a:cubicBezTo>
                    <a:pt x="311087" y="34100"/>
                    <a:pt x="320993" y="44005"/>
                    <a:pt x="333089" y="44005"/>
                  </a:cubicBezTo>
                  <a:cubicBezTo>
                    <a:pt x="336042" y="44005"/>
                    <a:pt x="338900" y="43434"/>
                    <a:pt x="341567" y="42291"/>
                  </a:cubicBezTo>
                  <a:lnTo>
                    <a:pt x="376047" y="64960"/>
                  </a:lnTo>
                  <a:lnTo>
                    <a:pt x="376047" y="172212"/>
                  </a:lnTo>
                  <a:lnTo>
                    <a:pt x="19050" y="172212"/>
                  </a:lnTo>
                  <a:cubicBezTo>
                    <a:pt x="8572" y="172212"/>
                    <a:pt x="0" y="180785"/>
                    <a:pt x="0" y="191262"/>
                  </a:cubicBezTo>
                  <a:lnTo>
                    <a:pt x="0" y="231362"/>
                  </a:lnTo>
                  <a:cubicBezTo>
                    <a:pt x="0" y="238220"/>
                    <a:pt x="3715" y="244602"/>
                    <a:pt x="9715" y="248031"/>
                  </a:cubicBezTo>
                  <a:lnTo>
                    <a:pt x="91059" y="293465"/>
                  </a:lnTo>
                  <a:lnTo>
                    <a:pt x="91059" y="430911"/>
                  </a:lnTo>
                  <a:cubicBezTo>
                    <a:pt x="91059" y="441388"/>
                    <a:pt x="99632" y="449961"/>
                    <a:pt x="110109" y="449961"/>
                  </a:cubicBezTo>
                  <a:cubicBezTo>
                    <a:pt x="120586" y="449961"/>
                    <a:pt x="129159" y="441388"/>
                    <a:pt x="129159" y="430911"/>
                  </a:cubicBezTo>
                  <a:lnTo>
                    <a:pt x="129159" y="240983"/>
                  </a:lnTo>
                  <a:cubicBezTo>
                    <a:pt x="129159" y="230505"/>
                    <a:pt x="120586" y="221933"/>
                    <a:pt x="110109" y="221933"/>
                  </a:cubicBezTo>
                  <a:cubicBezTo>
                    <a:pt x="99632" y="221933"/>
                    <a:pt x="91059" y="230505"/>
                    <a:pt x="91059" y="240983"/>
                  </a:cubicBezTo>
                  <a:lnTo>
                    <a:pt x="91059" y="249841"/>
                  </a:lnTo>
                  <a:lnTo>
                    <a:pt x="38005" y="220218"/>
                  </a:lnTo>
                  <a:lnTo>
                    <a:pt x="38005" y="210407"/>
                  </a:lnTo>
                  <a:lnTo>
                    <a:pt x="432340" y="210407"/>
                  </a:lnTo>
                  <a:lnTo>
                    <a:pt x="432340" y="220313"/>
                  </a:lnTo>
                  <a:lnTo>
                    <a:pt x="379286" y="249936"/>
                  </a:lnTo>
                  <a:lnTo>
                    <a:pt x="379286" y="241078"/>
                  </a:lnTo>
                  <a:cubicBezTo>
                    <a:pt x="379286" y="230600"/>
                    <a:pt x="370713" y="222028"/>
                    <a:pt x="360236" y="222028"/>
                  </a:cubicBezTo>
                  <a:cubicBezTo>
                    <a:pt x="349758" y="222028"/>
                    <a:pt x="341186" y="230600"/>
                    <a:pt x="341186" y="241078"/>
                  </a:cubicBezTo>
                  <a:lnTo>
                    <a:pt x="341186" y="431006"/>
                  </a:lnTo>
                  <a:cubicBezTo>
                    <a:pt x="341186" y="441484"/>
                    <a:pt x="349758" y="450056"/>
                    <a:pt x="360236" y="450056"/>
                  </a:cubicBezTo>
                  <a:cubicBezTo>
                    <a:pt x="370713" y="450056"/>
                    <a:pt x="379286" y="441484"/>
                    <a:pt x="379286" y="431006"/>
                  </a:cubicBezTo>
                  <a:lnTo>
                    <a:pt x="379286" y="293561"/>
                  </a:lnTo>
                  <a:lnTo>
                    <a:pt x="460724" y="248031"/>
                  </a:lnTo>
                  <a:cubicBezTo>
                    <a:pt x="466725" y="244697"/>
                    <a:pt x="470440" y="238315"/>
                    <a:pt x="470440" y="231362"/>
                  </a:cubicBezTo>
                  <a:lnTo>
                    <a:pt x="470440" y="191262"/>
                  </a:lnTo>
                  <a:cubicBezTo>
                    <a:pt x="470440" y="180785"/>
                    <a:pt x="461867" y="172212"/>
                    <a:pt x="451390" y="172212"/>
                  </a:cubicBez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sp>
          <p:nvSpPr>
            <p:cNvPr id="3296" name="Google Shape;3296;p96"/>
            <p:cNvSpPr/>
            <p:nvPr/>
          </p:nvSpPr>
          <p:spPr>
            <a:xfrm>
              <a:off x="11601187" y="4627273"/>
              <a:ext cx="156591" cy="173259"/>
            </a:xfrm>
            <a:custGeom>
              <a:avLst/>
              <a:gdLst/>
              <a:ahLst/>
              <a:cxnLst/>
              <a:rect l="l" t="t" r="r" b="b"/>
              <a:pathLst>
                <a:path w="156591" h="173259" extrusionOk="0">
                  <a:moveTo>
                    <a:pt x="144685" y="0"/>
                  </a:moveTo>
                  <a:lnTo>
                    <a:pt x="11906" y="0"/>
                  </a:lnTo>
                  <a:cubicBezTo>
                    <a:pt x="5334" y="0"/>
                    <a:pt x="0" y="5334"/>
                    <a:pt x="0" y="11906"/>
                  </a:cubicBezTo>
                  <a:lnTo>
                    <a:pt x="0" y="161354"/>
                  </a:lnTo>
                  <a:cubicBezTo>
                    <a:pt x="0" y="167926"/>
                    <a:pt x="5334" y="173260"/>
                    <a:pt x="11906" y="173260"/>
                  </a:cubicBezTo>
                  <a:cubicBezTo>
                    <a:pt x="18478" y="173260"/>
                    <a:pt x="23813" y="167926"/>
                    <a:pt x="23813" y="161354"/>
                  </a:cubicBezTo>
                  <a:lnTo>
                    <a:pt x="23813" y="23813"/>
                  </a:lnTo>
                  <a:lnTo>
                    <a:pt x="132779" y="23813"/>
                  </a:lnTo>
                  <a:lnTo>
                    <a:pt x="132779" y="161354"/>
                  </a:lnTo>
                  <a:cubicBezTo>
                    <a:pt x="132779" y="167926"/>
                    <a:pt x="138112" y="173260"/>
                    <a:pt x="144685" y="173260"/>
                  </a:cubicBezTo>
                  <a:cubicBezTo>
                    <a:pt x="151257" y="173260"/>
                    <a:pt x="156591" y="167926"/>
                    <a:pt x="156591" y="161354"/>
                  </a:cubicBezTo>
                  <a:lnTo>
                    <a:pt x="156591" y="11906"/>
                  </a:lnTo>
                  <a:cubicBezTo>
                    <a:pt x="156591" y="5334"/>
                    <a:pt x="151257" y="0"/>
                    <a:pt x="144685" y="0"/>
                  </a:cubicBez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sp>
          <p:nvSpPr>
            <p:cNvPr id="3297" name="Google Shape;3297;p96"/>
            <p:cNvSpPr/>
            <p:nvPr/>
          </p:nvSpPr>
          <p:spPr>
            <a:xfrm>
              <a:off x="11626809" y="4318187"/>
              <a:ext cx="105346" cy="121824"/>
            </a:xfrm>
            <a:custGeom>
              <a:avLst/>
              <a:gdLst/>
              <a:ahLst/>
              <a:cxnLst/>
              <a:rect l="l" t="t" r="r" b="b"/>
              <a:pathLst>
                <a:path w="105346" h="121824" extrusionOk="0">
                  <a:moveTo>
                    <a:pt x="52673" y="121825"/>
                  </a:moveTo>
                  <a:cubicBezTo>
                    <a:pt x="81725" y="121825"/>
                    <a:pt x="105346" y="97917"/>
                    <a:pt x="105346" y="68580"/>
                  </a:cubicBezTo>
                  <a:lnTo>
                    <a:pt x="105346" y="53245"/>
                  </a:lnTo>
                  <a:cubicBezTo>
                    <a:pt x="105346" y="23908"/>
                    <a:pt x="81725" y="0"/>
                    <a:pt x="52673" y="0"/>
                  </a:cubicBezTo>
                  <a:cubicBezTo>
                    <a:pt x="23622" y="0"/>
                    <a:pt x="0" y="23908"/>
                    <a:pt x="0" y="53245"/>
                  </a:cubicBezTo>
                  <a:lnTo>
                    <a:pt x="0" y="68580"/>
                  </a:lnTo>
                  <a:cubicBezTo>
                    <a:pt x="0" y="97917"/>
                    <a:pt x="23622" y="121825"/>
                    <a:pt x="52673" y="121825"/>
                  </a:cubicBezTo>
                  <a:close/>
                  <a:moveTo>
                    <a:pt x="23813" y="53150"/>
                  </a:moveTo>
                  <a:cubicBezTo>
                    <a:pt x="23813" y="36862"/>
                    <a:pt x="36767" y="23717"/>
                    <a:pt x="52673" y="23717"/>
                  </a:cubicBezTo>
                  <a:cubicBezTo>
                    <a:pt x="68580" y="23717"/>
                    <a:pt x="81534" y="36957"/>
                    <a:pt x="81534" y="53150"/>
                  </a:cubicBezTo>
                  <a:lnTo>
                    <a:pt x="81534" y="68485"/>
                  </a:lnTo>
                  <a:cubicBezTo>
                    <a:pt x="81534" y="84773"/>
                    <a:pt x="68580" y="97917"/>
                    <a:pt x="52673" y="97917"/>
                  </a:cubicBezTo>
                  <a:cubicBezTo>
                    <a:pt x="36767" y="97917"/>
                    <a:pt x="23813" y="84677"/>
                    <a:pt x="23813" y="68485"/>
                  </a:cubicBezTo>
                  <a:lnTo>
                    <a:pt x="23813" y="53150"/>
                  </a:ln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grpSp>
      <p:grpSp>
        <p:nvGrpSpPr>
          <p:cNvPr id="3298" name="Google Shape;3298;p96"/>
          <p:cNvGrpSpPr/>
          <p:nvPr/>
        </p:nvGrpSpPr>
        <p:grpSpPr>
          <a:xfrm>
            <a:off x="1423442" y="2137195"/>
            <a:ext cx="289857" cy="289871"/>
            <a:chOff x="322356" y="4957574"/>
            <a:chExt cx="515302" cy="519017"/>
          </a:xfrm>
        </p:grpSpPr>
        <p:sp>
          <p:nvSpPr>
            <p:cNvPr id="3299" name="Google Shape;3299;p96"/>
            <p:cNvSpPr/>
            <p:nvPr/>
          </p:nvSpPr>
          <p:spPr>
            <a:xfrm>
              <a:off x="426465" y="5009485"/>
              <a:ext cx="307085" cy="207835"/>
            </a:xfrm>
            <a:custGeom>
              <a:avLst/>
              <a:gdLst/>
              <a:ahLst/>
              <a:cxnLst/>
              <a:rect l="l" t="t" r="r" b="b"/>
              <a:pathLst>
                <a:path w="307085" h="207835" extrusionOk="0">
                  <a:moveTo>
                    <a:pt x="11906" y="207836"/>
                  </a:moveTo>
                  <a:lnTo>
                    <a:pt x="295180" y="207836"/>
                  </a:lnTo>
                  <a:cubicBezTo>
                    <a:pt x="301752" y="207836"/>
                    <a:pt x="307086" y="202502"/>
                    <a:pt x="307086" y="195929"/>
                  </a:cubicBezTo>
                  <a:lnTo>
                    <a:pt x="307086" y="11906"/>
                  </a:lnTo>
                  <a:cubicBezTo>
                    <a:pt x="307086" y="5334"/>
                    <a:pt x="301752" y="0"/>
                    <a:pt x="295180" y="0"/>
                  </a:cubicBezTo>
                  <a:lnTo>
                    <a:pt x="11906" y="0"/>
                  </a:lnTo>
                  <a:cubicBezTo>
                    <a:pt x="5334" y="0"/>
                    <a:pt x="0" y="5334"/>
                    <a:pt x="0" y="11906"/>
                  </a:cubicBezTo>
                  <a:lnTo>
                    <a:pt x="0" y="195834"/>
                  </a:lnTo>
                  <a:cubicBezTo>
                    <a:pt x="0" y="202406"/>
                    <a:pt x="5334" y="207740"/>
                    <a:pt x="11906" y="207740"/>
                  </a:cubicBezTo>
                  <a:close/>
                  <a:moveTo>
                    <a:pt x="23812" y="23813"/>
                  </a:moveTo>
                  <a:lnTo>
                    <a:pt x="283274" y="23813"/>
                  </a:lnTo>
                  <a:lnTo>
                    <a:pt x="283274" y="183928"/>
                  </a:lnTo>
                  <a:lnTo>
                    <a:pt x="23812" y="183928"/>
                  </a:lnTo>
                  <a:lnTo>
                    <a:pt x="23812" y="23813"/>
                  </a:lnTo>
                  <a:close/>
                </a:path>
              </a:pathLst>
            </a:custGeom>
            <a:solidFill>
              <a:srgbClr val="29B5E8"/>
            </a:solidFill>
            <a:ln>
              <a:noFill/>
            </a:ln>
          </p:spPr>
          <p:txBody>
            <a:bodyPr spcFirstLastPara="1" wrap="square" lIns="51275" tIns="25500" rIns="51275" bIns="25500" anchor="t" anchorCtr="0">
              <a:noAutofit/>
            </a:bodyPr>
            <a:lstStyle/>
            <a:p>
              <a:pPr marL="0" marR="0" lvl="0" indent="0" algn="l" rtl="0">
                <a:spcBef>
                  <a:spcPts val="0"/>
                </a:spcBef>
                <a:spcAft>
                  <a:spcPts val="0"/>
                </a:spcAft>
                <a:buNone/>
              </a:pPr>
              <a:endParaRPr sz="1047">
                <a:solidFill>
                  <a:srgbClr val="262626"/>
                </a:solidFill>
                <a:latin typeface="Arial"/>
                <a:ea typeface="Arial"/>
                <a:cs typeface="Arial"/>
                <a:sym typeface="Arial"/>
              </a:endParaRPr>
            </a:p>
          </p:txBody>
        </p:sp>
        <p:sp>
          <p:nvSpPr>
            <p:cNvPr id="3300" name="Google Shape;3300;p96"/>
            <p:cNvSpPr/>
            <p:nvPr/>
          </p:nvSpPr>
          <p:spPr>
            <a:xfrm>
              <a:off x="322356" y="4957574"/>
              <a:ext cx="515302" cy="519017"/>
            </a:xfrm>
            <a:custGeom>
              <a:avLst/>
              <a:gdLst/>
              <a:ahLst/>
              <a:cxnLst/>
              <a:rect l="l" t="t" r="r" b="b"/>
              <a:pathLst>
                <a:path w="515302" h="519017" extrusionOk="0">
                  <a:moveTo>
                    <a:pt x="503301" y="76391"/>
                  </a:moveTo>
                  <a:lnTo>
                    <a:pt x="467297" y="76391"/>
                  </a:lnTo>
                  <a:lnTo>
                    <a:pt x="467297" y="33528"/>
                  </a:lnTo>
                  <a:cubicBezTo>
                    <a:pt x="467297" y="15049"/>
                    <a:pt x="452247" y="0"/>
                    <a:pt x="433769" y="0"/>
                  </a:cubicBezTo>
                  <a:lnTo>
                    <a:pt x="81439" y="0"/>
                  </a:lnTo>
                  <a:cubicBezTo>
                    <a:pt x="62960" y="0"/>
                    <a:pt x="47911" y="15049"/>
                    <a:pt x="47911" y="33528"/>
                  </a:cubicBezTo>
                  <a:lnTo>
                    <a:pt x="47911" y="76391"/>
                  </a:lnTo>
                  <a:lnTo>
                    <a:pt x="11906" y="76391"/>
                  </a:lnTo>
                  <a:cubicBezTo>
                    <a:pt x="5334" y="76391"/>
                    <a:pt x="0" y="81725"/>
                    <a:pt x="0" y="88297"/>
                  </a:cubicBezTo>
                  <a:lnTo>
                    <a:pt x="0" y="199930"/>
                  </a:lnTo>
                  <a:cubicBezTo>
                    <a:pt x="0" y="206502"/>
                    <a:pt x="5334" y="211836"/>
                    <a:pt x="11906" y="211836"/>
                  </a:cubicBezTo>
                  <a:lnTo>
                    <a:pt x="47911" y="211836"/>
                  </a:lnTo>
                  <a:lnTo>
                    <a:pt x="47911" y="418910"/>
                  </a:lnTo>
                  <a:cubicBezTo>
                    <a:pt x="47911" y="437388"/>
                    <a:pt x="59817" y="453009"/>
                    <a:pt x="76295" y="458915"/>
                  </a:cubicBezTo>
                  <a:lnTo>
                    <a:pt x="76295" y="496062"/>
                  </a:lnTo>
                  <a:cubicBezTo>
                    <a:pt x="76295" y="508730"/>
                    <a:pt x="86582" y="519017"/>
                    <a:pt x="99251" y="519017"/>
                  </a:cubicBezTo>
                  <a:lnTo>
                    <a:pt x="133541" y="519017"/>
                  </a:lnTo>
                  <a:cubicBezTo>
                    <a:pt x="146209" y="519017"/>
                    <a:pt x="156496" y="508730"/>
                    <a:pt x="156496" y="496062"/>
                  </a:cubicBezTo>
                  <a:lnTo>
                    <a:pt x="156496" y="461582"/>
                  </a:lnTo>
                  <a:lnTo>
                    <a:pt x="358807" y="461582"/>
                  </a:lnTo>
                  <a:lnTo>
                    <a:pt x="358807" y="496062"/>
                  </a:lnTo>
                  <a:cubicBezTo>
                    <a:pt x="358807" y="508730"/>
                    <a:pt x="369094" y="519017"/>
                    <a:pt x="381762" y="519017"/>
                  </a:cubicBezTo>
                  <a:lnTo>
                    <a:pt x="416052" y="519017"/>
                  </a:lnTo>
                  <a:cubicBezTo>
                    <a:pt x="428720" y="519017"/>
                    <a:pt x="439007" y="508730"/>
                    <a:pt x="439007" y="496062"/>
                  </a:cubicBezTo>
                  <a:lnTo>
                    <a:pt x="439007" y="458915"/>
                  </a:lnTo>
                  <a:cubicBezTo>
                    <a:pt x="455486" y="453009"/>
                    <a:pt x="467392" y="437388"/>
                    <a:pt x="467392" y="418910"/>
                  </a:cubicBezTo>
                  <a:lnTo>
                    <a:pt x="467392" y="211836"/>
                  </a:lnTo>
                  <a:lnTo>
                    <a:pt x="503396" y="211836"/>
                  </a:lnTo>
                  <a:cubicBezTo>
                    <a:pt x="509969" y="211836"/>
                    <a:pt x="515303" y="206502"/>
                    <a:pt x="515303" y="199930"/>
                  </a:cubicBezTo>
                  <a:lnTo>
                    <a:pt x="515303" y="88297"/>
                  </a:lnTo>
                  <a:cubicBezTo>
                    <a:pt x="515303" y="81725"/>
                    <a:pt x="509969" y="76391"/>
                    <a:pt x="503396" y="76391"/>
                  </a:cubicBezTo>
                  <a:close/>
                  <a:moveTo>
                    <a:pt x="23908" y="188119"/>
                  </a:moveTo>
                  <a:lnTo>
                    <a:pt x="23908" y="100298"/>
                  </a:lnTo>
                  <a:lnTo>
                    <a:pt x="48006" y="100298"/>
                  </a:lnTo>
                  <a:lnTo>
                    <a:pt x="48006" y="188119"/>
                  </a:lnTo>
                  <a:lnTo>
                    <a:pt x="23908" y="188119"/>
                  </a:lnTo>
                  <a:close/>
                  <a:moveTo>
                    <a:pt x="100108" y="461582"/>
                  </a:moveTo>
                  <a:lnTo>
                    <a:pt x="132683" y="461582"/>
                  </a:lnTo>
                  <a:lnTo>
                    <a:pt x="132683" y="495205"/>
                  </a:lnTo>
                  <a:lnTo>
                    <a:pt x="100108" y="495205"/>
                  </a:lnTo>
                  <a:lnTo>
                    <a:pt x="100108" y="461582"/>
                  </a:lnTo>
                  <a:close/>
                  <a:moveTo>
                    <a:pt x="382619" y="461582"/>
                  </a:moveTo>
                  <a:lnTo>
                    <a:pt x="415195" y="461582"/>
                  </a:lnTo>
                  <a:lnTo>
                    <a:pt x="415195" y="495205"/>
                  </a:lnTo>
                  <a:lnTo>
                    <a:pt x="382619" y="495205"/>
                  </a:lnTo>
                  <a:lnTo>
                    <a:pt x="382619" y="461582"/>
                  </a:lnTo>
                  <a:close/>
                  <a:moveTo>
                    <a:pt x="443484" y="418910"/>
                  </a:moveTo>
                  <a:cubicBezTo>
                    <a:pt x="443484" y="429292"/>
                    <a:pt x="435007" y="437674"/>
                    <a:pt x="424720" y="437674"/>
                  </a:cubicBezTo>
                  <a:lnTo>
                    <a:pt x="90583" y="437674"/>
                  </a:lnTo>
                  <a:cubicBezTo>
                    <a:pt x="80201" y="437674"/>
                    <a:pt x="71819" y="429197"/>
                    <a:pt x="71819" y="418910"/>
                  </a:cubicBezTo>
                  <a:lnTo>
                    <a:pt x="71819" y="33623"/>
                  </a:lnTo>
                  <a:cubicBezTo>
                    <a:pt x="71819" y="28289"/>
                    <a:pt x="76200" y="23908"/>
                    <a:pt x="81534" y="23908"/>
                  </a:cubicBezTo>
                  <a:lnTo>
                    <a:pt x="433959" y="23908"/>
                  </a:lnTo>
                  <a:cubicBezTo>
                    <a:pt x="439293" y="23908"/>
                    <a:pt x="443675" y="28289"/>
                    <a:pt x="443675" y="33623"/>
                  </a:cubicBezTo>
                  <a:lnTo>
                    <a:pt x="443675" y="418910"/>
                  </a:lnTo>
                  <a:close/>
                  <a:moveTo>
                    <a:pt x="491395" y="188119"/>
                  </a:moveTo>
                  <a:lnTo>
                    <a:pt x="467297" y="188119"/>
                  </a:lnTo>
                  <a:lnTo>
                    <a:pt x="467297" y="100298"/>
                  </a:lnTo>
                  <a:lnTo>
                    <a:pt x="491395" y="100298"/>
                  </a:lnTo>
                  <a:lnTo>
                    <a:pt x="491395" y="188119"/>
                  </a:lnTo>
                  <a:close/>
                </a:path>
              </a:pathLst>
            </a:custGeom>
            <a:solidFill>
              <a:srgbClr val="29B5E8"/>
            </a:solidFill>
            <a:ln>
              <a:noFill/>
            </a:ln>
          </p:spPr>
          <p:txBody>
            <a:bodyPr spcFirstLastPara="1" wrap="square" lIns="51275" tIns="25500" rIns="51275" bIns="25500" anchor="t" anchorCtr="0">
              <a:noAutofit/>
            </a:bodyPr>
            <a:lstStyle/>
            <a:p>
              <a:pPr marL="0" marR="0" lvl="0" indent="0" algn="l" rtl="0">
                <a:spcBef>
                  <a:spcPts val="0"/>
                </a:spcBef>
                <a:spcAft>
                  <a:spcPts val="0"/>
                </a:spcAft>
                <a:buNone/>
              </a:pPr>
              <a:endParaRPr sz="1047">
                <a:solidFill>
                  <a:srgbClr val="262626"/>
                </a:solidFill>
                <a:latin typeface="Arial"/>
                <a:ea typeface="Arial"/>
                <a:cs typeface="Arial"/>
                <a:sym typeface="Arial"/>
              </a:endParaRPr>
            </a:p>
          </p:txBody>
        </p:sp>
        <p:sp>
          <p:nvSpPr>
            <p:cNvPr id="3301" name="Google Shape;3301;p96"/>
            <p:cNvSpPr/>
            <p:nvPr/>
          </p:nvSpPr>
          <p:spPr>
            <a:xfrm>
              <a:off x="414654" y="5291711"/>
              <a:ext cx="100012" cy="68960"/>
            </a:xfrm>
            <a:custGeom>
              <a:avLst/>
              <a:gdLst/>
              <a:ahLst/>
              <a:cxnLst/>
              <a:rect l="l" t="t" r="r" b="b"/>
              <a:pathLst>
                <a:path w="100012" h="68960" extrusionOk="0">
                  <a:moveTo>
                    <a:pt x="88106" y="0"/>
                  </a:moveTo>
                  <a:lnTo>
                    <a:pt x="34481" y="0"/>
                  </a:lnTo>
                  <a:cubicBezTo>
                    <a:pt x="15430" y="0"/>
                    <a:pt x="0" y="15430"/>
                    <a:pt x="0" y="34480"/>
                  </a:cubicBezTo>
                  <a:cubicBezTo>
                    <a:pt x="0" y="53530"/>
                    <a:pt x="15430" y="68961"/>
                    <a:pt x="34481" y="68961"/>
                  </a:cubicBezTo>
                  <a:lnTo>
                    <a:pt x="88106" y="68961"/>
                  </a:lnTo>
                  <a:cubicBezTo>
                    <a:pt x="94678" y="68961"/>
                    <a:pt x="100012" y="63627"/>
                    <a:pt x="100012" y="57055"/>
                  </a:cubicBezTo>
                  <a:lnTo>
                    <a:pt x="100012" y="11906"/>
                  </a:lnTo>
                  <a:cubicBezTo>
                    <a:pt x="100012" y="5334"/>
                    <a:pt x="94678" y="0"/>
                    <a:pt x="88106" y="0"/>
                  </a:cubicBezTo>
                  <a:close/>
                  <a:moveTo>
                    <a:pt x="34576" y="23813"/>
                  </a:moveTo>
                  <a:lnTo>
                    <a:pt x="76295" y="23813"/>
                  </a:lnTo>
                  <a:lnTo>
                    <a:pt x="76295" y="45148"/>
                  </a:lnTo>
                  <a:lnTo>
                    <a:pt x="34576" y="45148"/>
                  </a:lnTo>
                  <a:cubicBezTo>
                    <a:pt x="28670" y="45148"/>
                    <a:pt x="23908" y="40386"/>
                    <a:pt x="23908" y="34480"/>
                  </a:cubicBezTo>
                  <a:cubicBezTo>
                    <a:pt x="23908" y="28575"/>
                    <a:pt x="28670" y="23813"/>
                    <a:pt x="34576" y="23813"/>
                  </a:cubicBezTo>
                  <a:close/>
                </a:path>
              </a:pathLst>
            </a:custGeom>
            <a:solidFill>
              <a:srgbClr val="29B5E8"/>
            </a:solidFill>
            <a:ln>
              <a:noFill/>
            </a:ln>
          </p:spPr>
          <p:txBody>
            <a:bodyPr spcFirstLastPara="1" wrap="square" lIns="51275" tIns="25500" rIns="51275" bIns="25500" anchor="t" anchorCtr="0">
              <a:noAutofit/>
            </a:bodyPr>
            <a:lstStyle/>
            <a:p>
              <a:pPr marL="0" marR="0" lvl="0" indent="0" algn="l" rtl="0">
                <a:spcBef>
                  <a:spcPts val="0"/>
                </a:spcBef>
                <a:spcAft>
                  <a:spcPts val="0"/>
                </a:spcAft>
                <a:buNone/>
              </a:pPr>
              <a:endParaRPr sz="1047">
                <a:solidFill>
                  <a:srgbClr val="262626"/>
                </a:solidFill>
                <a:latin typeface="Arial"/>
                <a:ea typeface="Arial"/>
                <a:cs typeface="Arial"/>
                <a:sym typeface="Arial"/>
              </a:endParaRPr>
            </a:p>
          </p:txBody>
        </p:sp>
        <p:sp>
          <p:nvSpPr>
            <p:cNvPr id="3302" name="Google Shape;3302;p96"/>
            <p:cNvSpPr/>
            <p:nvPr/>
          </p:nvSpPr>
          <p:spPr>
            <a:xfrm>
              <a:off x="645254" y="5291711"/>
              <a:ext cx="100012" cy="68960"/>
            </a:xfrm>
            <a:custGeom>
              <a:avLst/>
              <a:gdLst/>
              <a:ahLst/>
              <a:cxnLst/>
              <a:rect l="l" t="t" r="r" b="b"/>
              <a:pathLst>
                <a:path w="100012" h="68960" extrusionOk="0">
                  <a:moveTo>
                    <a:pt x="65532" y="0"/>
                  </a:moveTo>
                  <a:lnTo>
                    <a:pt x="11906" y="0"/>
                  </a:lnTo>
                  <a:cubicBezTo>
                    <a:pt x="5334" y="0"/>
                    <a:pt x="0" y="5334"/>
                    <a:pt x="0" y="11906"/>
                  </a:cubicBezTo>
                  <a:lnTo>
                    <a:pt x="0" y="57055"/>
                  </a:lnTo>
                  <a:cubicBezTo>
                    <a:pt x="0" y="63627"/>
                    <a:pt x="5334" y="68961"/>
                    <a:pt x="11906" y="68961"/>
                  </a:cubicBezTo>
                  <a:lnTo>
                    <a:pt x="65532" y="68961"/>
                  </a:lnTo>
                  <a:cubicBezTo>
                    <a:pt x="84582" y="68961"/>
                    <a:pt x="100013" y="53530"/>
                    <a:pt x="100013" y="34480"/>
                  </a:cubicBezTo>
                  <a:cubicBezTo>
                    <a:pt x="100013" y="15430"/>
                    <a:pt x="84582" y="0"/>
                    <a:pt x="65532" y="0"/>
                  </a:cubicBezTo>
                  <a:close/>
                  <a:moveTo>
                    <a:pt x="23908" y="23813"/>
                  </a:moveTo>
                  <a:lnTo>
                    <a:pt x="65627" y="23813"/>
                  </a:lnTo>
                  <a:cubicBezTo>
                    <a:pt x="71533" y="23813"/>
                    <a:pt x="76295" y="28575"/>
                    <a:pt x="76295" y="34480"/>
                  </a:cubicBezTo>
                  <a:cubicBezTo>
                    <a:pt x="76295" y="40386"/>
                    <a:pt x="71533" y="45148"/>
                    <a:pt x="65627" y="45148"/>
                  </a:cubicBezTo>
                  <a:lnTo>
                    <a:pt x="23908" y="45148"/>
                  </a:lnTo>
                  <a:lnTo>
                    <a:pt x="23908" y="23813"/>
                  </a:lnTo>
                  <a:close/>
                </a:path>
              </a:pathLst>
            </a:custGeom>
            <a:solidFill>
              <a:srgbClr val="29B5E8"/>
            </a:solidFill>
            <a:ln>
              <a:noFill/>
            </a:ln>
          </p:spPr>
          <p:txBody>
            <a:bodyPr spcFirstLastPara="1" wrap="square" lIns="51275" tIns="25500" rIns="51275" bIns="25500" anchor="t" anchorCtr="0">
              <a:noAutofit/>
            </a:bodyPr>
            <a:lstStyle/>
            <a:p>
              <a:pPr marL="0" marR="0" lvl="0" indent="0" algn="l" rtl="0">
                <a:spcBef>
                  <a:spcPts val="0"/>
                </a:spcBef>
                <a:spcAft>
                  <a:spcPts val="0"/>
                </a:spcAft>
                <a:buNone/>
              </a:pPr>
              <a:endParaRPr sz="1047">
                <a:solidFill>
                  <a:srgbClr val="262626"/>
                </a:solidFill>
                <a:latin typeface="Arial"/>
                <a:ea typeface="Arial"/>
                <a:cs typeface="Arial"/>
                <a:sym typeface="Arial"/>
              </a:endParaRPr>
            </a:p>
          </p:txBody>
        </p:sp>
      </p:grpSp>
      <p:sp>
        <p:nvSpPr>
          <p:cNvPr id="3303" name="Google Shape;3303;p96"/>
          <p:cNvSpPr/>
          <p:nvPr/>
        </p:nvSpPr>
        <p:spPr>
          <a:xfrm>
            <a:off x="3290429" y="2134158"/>
            <a:ext cx="295429" cy="295921"/>
          </a:xfrm>
          <a:custGeom>
            <a:avLst/>
            <a:gdLst/>
            <a:ahLst/>
            <a:cxnLst/>
            <a:rect l="l" t="t" r="r" b="b"/>
            <a:pathLst>
              <a:path w="525208" h="521446" extrusionOk="0">
                <a:moveTo>
                  <a:pt x="519827" y="140541"/>
                </a:moveTo>
                <a:cubicBezTo>
                  <a:pt x="512397" y="133112"/>
                  <a:pt x="500301" y="133112"/>
                  <a:pt x="492871" y="140541"/>
                </a:cubicBezTo>
                <a:cubicBezTo>
                  <a:pt x="490966" y="142446"/>
                  <a:pt x="488871" y="144256"/>
                  <a:pt x="486775" y="145875"/>
                </a:cubicBezTo>
                <a:cubicBezTo>
                  <a:pt x="486204" y="144637"/>
                  <a:pt x="485537" y="143494"/>
                  <a:pt x="484489" y="142446"/>
                </a:cubicBezTo>
                <a:lnTo>
                  <a:pt x="380000" y="37957"/>
                </a:lnTo>
                <a:cubicBezTo>
                  <a:pt x="381524" y="36147"/>
                  <a:pt x="383143" y="34338"/>
                  <a:pt x="384858" y="32528"/>
                </a:cubicBezTo>
                <a:cubicBezTo>
                  <a:pt x="392287" y="25098"/>
                  <a:pt x="392287" y="13002"/>
                  <a:pt x="384858" y="5572"/>
                </a:cubicBezTo>
                <a:cubicBezTo>
                  <a:pt x="377428" y="-1857"/>
                  <a:pt x="365331" y="-1857"/>
                  <a:pt x="357902" y="5572"/>
                </a:cubicBezTo>
                <a:cubicBezTo>
                  <a:pt x="317325" y="46149"/>
                  <a:pt x="319421" y="99298"/>
                  <a:pt x="325422" y="152067"/>
                </a:cubicBezTo>
                <a:cubicBezTo>
                  <a:pt x="276844" y="146923"/>
                  <a:pt x="229600" y="148161"/>
                  <a:pt x="194739" y="183023"/>
                </a:cubicBezTo>
                <a:cubicBezTo>
                  <a:pt x="153972" y="223790"/>
                  <a:pt x="152067" y="275701"/>
                  <a:pt x="156639" y="325326"/>
                </a:cubicBezTo>
                <a:cubicBezTo>
                  <a:pt x="101203" y="318087"/>
                  <a:pt x="45387" y="314087"/>
                  <a:pt x="5572" y="353901"/>
                </a:cubicBezTo>
                <a:cubicBezTo>
                  <a:pt x="-1857" y="361331"/>
                  <a:pt x="-1857" y="373428"/>
                  <a:pt x="5572" y="380857"/>
                </a:cubicBezTo>
                <a:cubicBezTo>
                  <a:pt x="9287" y="384572"/>
                  <a:pt x="14145" y="386477"/>
                  <a:pt x="19002" y="386477"/>
                </a:cubicBezTo>
                <a:cubicBezTo>
                  <a:pt x="23860" y="386477"/>
                  <a:pt x="28718" y="384572"/>
                  <a:pt x="32433" y="380857"/>
                </a:cubicBezTo>
                <a:cubicBezTo>
                  <a:pt x="34623" y="378666"/>
                  <a:pt x="36909" y="376761"/>
                  <a:pt x="39291" y="374952"/>
                </a:cubicBezTo>
                <a:lnTo>
                  <a:pt x="146447" y="482108"/>
                </a:lnTo>
                <a:cubicBezTo>
                  <a:pt x="144637" y="484394"/>
                  <a:pt x="142637" y="486680"/>
                  <a:pt x="140446" y="488871"/>
                </a:cubicBezTo>
                <a:cubicBezTo>
                  <a:pt x="133017" y="496300"/>
                  <a:pt x="133017" y="508397"/>
                  <a:pt x="140446" y="515826"/>
                </a:cubicBezTo>
                <a:cubicBezTo>
                  <a:pt x="144161" y="519541"/>
                  <a:pt x="149019" y="521446"/>
                  <a:pt x="153876" y="521446"/>
                </a:cubicBezTo>
                <a:cubicBezTo>
                  <a:pt x="158734" y="521446"/>
                  <a:pt x="163592" y="519541"/>
                  <a:pt x="167307" y="515826"/>
                </a:cubicBezTo>
                <a:cubicBezTo>
                  <a:pt x="207883" y="475250"/>
                  <a:pt x="205788" y="422100"/>
                  <a:pt x="199787" y="369332"/>
                </a:cubicBezTo>
                <a:cubicBezTo>
                  <a:pt x="248364" y="374475"/>
                  <a:pt x="295608" y="373237"/>
                  <a:pt x="330470" y="338376"/>
                </a:cubicBezTo>
                <a:cubicBezTo>
                  <a:pt x="371237" y="297609"/>
                  <a:pt x="373142" y="245697"/>
                  <a:pt x="368570" y="196072"/>
                </a:cubicBezTo>
                <a:cubicBezTo>
                  <a:pt x="424005" y="203311"/>
                  <a:pt x="479822" y="207312"/>
                  <a:pt x="519636" y="167497"/>
                </a:cubicBezTo>
                <a:cubicBezTo>
                  <a:pt x="527066" y="160068"/>
                  <a:pt x="527066" y="147971"/>
                  <a:pt x="519636" y="140541"/>
                </a:cubicBezTo>
                <a:close/>
                <a:moveTo>
                  <a:pt x="465534" y="157020"/>
                </a:moveTo>
                <a:cubicBezTo>
                  <a:pt x="458867" y="159210"/>
                  <a:pt x="451723" y="160734"/>
                  <a:pt x="444198" y="161592"/>
                </a:cubicBezTo>
                <a:lnTo>
                  <a:pt x="362188" y="79581"/>
                </a:lnTo>
                <a:cubicBezTo>
                  <a:pt x="363331" y="72438"/>
                  <a:pt x="365046" y="65580"/>
                  <a:pt x="367617" y="59103"/>
                </a:cubicBezTo>
                <a:lnTo>
                  <a:pt x="465630" y="157115"/>
                </a:lnTo>
                <a:close/>
                <a:moveTo>
                  <a:pt x="410861" y="161973"/>
                </a:moveTo>
                <a:cubicBezTo>
                  <a:pt x="396002" y="161115"/>
                  <a:pt x="380381" y="159115"/>
                  <a:pt x="364379" y="156924"/>
                </a:cubicBezTo>
                <a:cubicBezTo>
                  <a:pt x="362474" y="141018"/>
                  <a:pt x="360855" y="125778"/>
                  <a:pt x="360378" y="111490"/>
                </a:cubicBezTo>
                <a:lnTo>
                  <a:pt x="410861" y="161973"/>
                </a:lnTo>
                <a:close/>
                <a:moveTo>
                  <a:pt x="330089" y="190929"/>
                </a:moveTo>
                <a:cubicBezTo>
                  <a:pt x="331803" y="206835"/>
                  <a:pt x="332946" y="222456"/>
                  <a:pt x="332375" y="237220"/>
                </a:cubicBezTo>
                <a:lnTo>
                  <a:pt x="283321" y="188166"/>
                </a:lnTo>
                <a:cubicBezTo>
                  <a:pt x="297990" y="187785"/>
                  <a:pt x="313706" y="189024"/>
                  <a:pt x="330089" y="191024"/>
                </a:cubicBezTo>
                <a:close/>
                <a:moveTo>
                  <a:pt x="314563" y="298371"/>
                </a:moveTo>
                <a:lnTo>
                  <a:pt x="224171" y="207978"/>
                </a:lnTo>
                <a:cubicBezTo>
                  <a:pt x="232648" y="200263"/>
                  <a:pt x="242554" y="195215"/>
                  <a:pt x="253698" y="192167"/>
                </a:cubicBezTo>
                <a:lnTo>
                  <a:pt x="328470" y="266938"/>
                </a:lnTo>
                <a:cubicBezTo>
                  <a:pt x="325707" y="278082"/>
                  <a:pt x="321231" y="288655"/>
                  <a:pt x="314563" y="298371"/>
                </a:cubicBezTo>
                <a:close/>
                <a:moveTo>
                  <a:pt x="272272" y="329136"/>
                </a:moveTo>
                <a:lnTo>
                  <a:pt x="197215" y="254079"/>
                </a:lnTo>
                <a:cubicBezTo>
                  <a:pt x="199692" y="244269"/>
                  <a:pt x="203406" y="234934"/>
                  <a:pt x="208836" y="226266"/>
                </a:cubicBezTo>
                <a:lnTo>
                  <a:pt x="298561" y="315992"/>
                </a:lnTo>
                <a:cubicBezTo>
                  <a:pt x="290846" y="322183"/>
                  <a:pt x="281988" y="326374"/>
                  <a:pt x="272272" y="329136"/>
                </a:cubicBezTo>
                <a:close/>
                <a:moveTo>
                  <a:pt x="161115" y="364379"/>
                </a:moveTo>
                <a:cubicBezTo>
                  <a:pt x="162925" y="379333"/>
                  <a:pt x="164449" y="393621"/>
                  <a:pt x="165021" y="407241"/>
                </a:cubicBezTo>
                <a:lnTo>
                  <a:pt x="117300" y="359521"/>
                </a:lnTo>
                <a:cubicBezTo>
                  <a:pt x="131302" y="360474"/>
                  <a:pt x="146066" y="362379"/>
                  <a:pt x="161020" y="364379"/>
                </a:cubicBezTo>
                <a:close/>
                <a:moveTo>
                  <a:pt x="61960" y="363807"/>
                </a:moveTo>
                <a:cubicBezTo>
                  <a:pt x="68818" y="361712"/>
                  <a:pt x="76057" y="360378"/>
                  <a:pt x="83677" y="359616"/>
                </a:cubicBezTo>
                <a:lnTo>
                  <a:pt x="163782" y="439722"/>
                </a:lnTo>
                <a:cubicBezTo>
                  <a:pt x="162735" y="446961"/>
                  <a:pt x="161020" y="453914"/>
                  <a:pt x="158639" y="460486"/>
                </a:cubicBezTo>
                <a:lnTo>
                  <a:pt x="61960" y="363807"/>
                </a:lnTo>
                <a:close/>
                <a:moveTo>
                  <a:pt x="195501" y="330470"/>
                </a:moveTo>
                <a:cubicBezTo>
                  <a:pt x="193786" y="314373"/>
                  <a:pt x="192643" y="298656"/>
                  <a:pt x="193215" y="283797"/>
                </a:cubicBezTo>
                <a:lnTo>
                  <a:pt x="242745" y="333327"/>
                </a:lnTo>
                <a:cubicBezTo>
                  <a:pt x="227981" y="333804"/>
                  <a:pt x="212074" y="332470"/>
                  <a:pt x="195596" y="330565"/>
                </a:cubicBezTo>
                <a:close/>
              </a:path>
            </a:pathLst>
          </a:custGeom>
          <a:solidFill>
            <a:srgbClr val="29B5E8"/>
          </a:solidFill>
          <a:ln>
            <a:noFill/>
          </a:ln>
        </p:spPr>
        <p:txBody>
          <a:bodyPr spcFirstLastPara="1" wrap="square" lIns="51550" tIns="25775" rIns="51550" bIns="25775" anchor="t" anchorCtr="0">
            <a:noAutofit/>
          </a:bodyPr>
          <a:lstStyle/>
          <a:p>
            <a:pPr marL="0" marR="0" lvl="0" indent="0" algn="l" rtl="0">
              <a:spcBef>
                <a:spcPts val="0"/>
              </a:spcBef>
              <a:spcAft>
                <a:spcPts val="0"/>
              </a:spcAft>
              <a:buNone/>
            </a:pPr>
            <a:endParaRPr sz="1055">
              <a:solidFill>
                <a:srgbClr val="262626"/>
              </a:solidFill>
              <a:latin typeface="Arial"/>
              <a:ea typeface="Arial"/>
              <a:cs typeface="Arial"/>
              <a:sym typeface="Arial"/>
            </a:endParaRPr>
          </a:p>
        </p:txBody>
      </p:sp>
      <p:grpSp>
        <p:nvGrpSpPr>
          <p:cNvPr id="3304" name="Google Shape;3304;p96"/>
          <p:cNvGrpSpPr/>
          <p:nvPr/>
        </p:nvGrpSpPr>
        <p:grpSpPr>
          <a:xfrm>
            <a:off x="2702392" y="1532349"/>
            <a:ext cx="291955" cy="291947"/>
            <a:chOff x="10668589" y="3411545"/>
            <a:chExt cx="519031" cy="518648"/>
          </a:xfrm>
        </p:grpSpPr>
        <p:sp>
          <p:nvSpPr>
            <p:cNvPr id="3305" name="Google Shape;3305;p96"/>
            <p:cNvSpPr/>
            <p:nvPr/>
          </p:nvSpPr>
          <p:spPr>
            <a:xfrm>
              <a:off x="10668589" y="3411545"/>
              <a:ext cx="519031" cy="518648"/>
            </a:xfrm>
            <a:custGeom>
              <a:avLst/>
              <a:gdLst/>
              <a:ahLst/>
              <a:cxnLst/>
              <a:rect l="l" t="t" r="r" b="b"/>
              <a:pathLst>
                <a:path w="519031" h="518648" extrusionOk="0">
                  <a:moveTo>
                    <a:pt x="492819" y="312623"/>
                  </a:moveTo>
                  <a:lnTo>
                    <a:pt x="313749" y="133553"/>
                  </a:lnTo>
                  <a:cubicBezTo>
                    <a:pt x="313749" y="133553"/>
                    <a:pt x="312987" y="132791"/>
                    <a:pt x="312511" y="132410"/>
                  </a:cubicBezTo>
                  <a:lnTo>
                    <a:pt x="206021" y="26111"/>
                  </a:lnTo>
                  <a:cubicBezTo>
                    <a:pt x="206021" y="26111"/>
                    <a:pt x="205450" y="25634"/>
                    <a:pt x="205259" y="25349"/>
                  </a:cubicBezTo>
                  <a:cubicBezTo>
                    <a:pt x="187638" y="8394"/>
                    <a:pt x="158396" y="-1131"/>
                    <a:pt x="126583" y="107"/>
                  </a:cubicBezTo>
                  <a:cubicBezTo>
                    <a:pt x="91912" y="1346"/>
                    <a:pt x="60193" y="14585"/>
                    <a:pt x="37429" y="37445"/>
                  </a:cubicBezTo>
                  <a:cubicBezTo>
                    <a:pt x="14569" y="60305"/>
                    <a:pt x="1329" y="91928"/>
                    <a:pt x="91" y="126599"/>
                  </a:cubicBezTo>
                  <a:cubicBezTo>
                    <a:pt x="-1052" y="158889"/>
                    <a:pt x="8663" y="188607"/>
                    <a:pt x="26189" y="206038"/>
                  </a:cubicBezTo>
                  <a:lnTo>
                    <a:pt x="205259" y="385108"/>
                  </a:lnTo>
                  <a:cubicBezTo>
                    <a:pt x="205259" y="385108"/>
                    <a:pt x="206116" y="385965"/>
                    <a:pt x="206593" y="386251"/>
                  </a:cubicBezTo>
                  <a:lnTo>
                    <a:pt x="312987" y="492550"/>
                  </a:lnTo>
                  <a:cubicBezTo>
                    <a:pt x="312987" y="492550"/>
                    <a:pt x="313463" y="493026"/>
                    <a:pt x="313749" y="493312"/>
                  </a:cubicBezTo>
                  <a:cubicBezTo>
                    <a:pt x="331846" y="510933"/>
                    <a:pt x="357564" y="518648"/>
                    <a:pt x="384329" y="518648"/>
                  </a:cubicBezTo>
                  <a:cubicBezTo>
                    <a:pt x="420524" y="518648"/>
                    <a:pt x="458529" y="504456"/>
                    <a:pt x="481675" y="481311"/>
                  </a:cubicBezTo>
                  <a:cubicBezTo>
                    <a:pt x="522156" y="440829"/>
                    <a:pt x="535300" y="355009"/>
                    <a:pt x="492914" y="312623"/>
                  </a:cubicBezTo>
                  <a:close/>
                  <a:moveTo>
                    <a:pt x="38095" y="127933"/>
                  </a:moveTo>
                  <a:cubicBezTo>
                    <a:pt x="38667" y="113455"/>
                    <a:pt x="42763" y="85832"/>
                    <a:pt x="64289" y="64306"/>
                  </a:cubicBezTo>
                  <a:cubicBezTo>
                    <a:pt x="85911" y="42684"/>
                    <a:pt x="113438" y="38588"/>
                    <a:pt x="127916" y="38112"/>
                  </a:cubicBezTo>
                  <a:cubicBezTo>
                    <a:pt x="149062" y="37350"/>
                    <a:pt x="169255" y="43160"/>
                    <a:pt x="179065" y="53066"/>
                  </a:cubicBezTo>
                  <a:cubicBezTo>
                    <a:pt x="179256" y="53257"/>
                    <a:pt x="179542" y="53543"/>
                    <a:pt x="179732" y="53733"/>
                  </a:cubicBezTo>
                  <a:lnTo>
                    <a:pt x="286793" y="160604"/>
                  </a:lnTo>
                  <a:cubicBezTo>
                    <a:pt x="286793" y="160604"/>
                    <a:pt x="287555" y="161366"/>
                    <a:pt x="288031" y="161747"/>
                  </a:cubicBezTo>
                  <a:lnTo>
                    <a:pt x="303843" y="177558"/>
                  </a:lnTo>
                  <a:cubicBezTo>
                    <a:pt x="274982" y="181844"/>
                    <a:pt x="243454" y="195656"/>
                    <a:pt x="219547" y="219563"/>
                  </a:cubicBezTo>
                  <a:cubicBezTo>
                    <a:pt x="195639" y="243471"/>
                    <a:pt x="181828" y="274809"/>
                    <a:pt x="177541" y="303574"/>
                  </a:cubicBezTo>
                  <a:lnTo>
                    <a:pt x="53050" y="179082"/>
                  </a:lnTo>
                  <a:cubicBezTo>
                    <a:pt x="43239" y="169271"/>
                    <a:pt x="37333" y="149174"/>
                    <a:pt x="38095" y="127933"/>
                  </a:cubicBezTo>
                  <a:close/>
                  <a:moveTo>
                    <a:pt x="454624" y="454355"/>
                  </a:moveTo>
                  <a:cubicBezTo>
                    <a:pt x="419857" y="489121"/>
                    <a:pt x="360231" y="486073"/>
                    <a:pt x="339847" y="465594"/>
                  </a:cubicBezTo>
                  <a:cubicBezTo>
                    <a:pt x="339657" y="465404"/>
                    <a:pt x="339371" y="465118"/>
                    <a:pt x="339181" y="464928"/>
                  </a:cubicBezTo>
                  <a:lnTo>
                    <a:pt x="232120" y="358057"/>
                  </a:lnTo>
                  <a:cubicBezTo>
                    <a:pt x="232120" y="358057"/>
                    <a:pt x="231262" y="357295"/>
                    <a:pt x="230881" y="356914"/>
                  </a:cubicBezTo>
                  <a:lnTo>
                    <a:pt x="218880" y="344913"/>
                  </a:lnTo>
                  <a:cubicBezTo>
                    <a:pt x="210307" y="336340"/>
                    <a:pt x="209641" y="283381"/>
                    <a:pt x="246502" y="246519"/>
                  </a:cubicBezTo>
                  <a:cubicBezTo>
                    <a:pt x="283364" y="209658"/>
                    <a:pt x="336418" y="210324"/>
                    <a:pt x="344896" y="218897"/>
                  </a:cubicBezTo>
                  <a:lnTo>
                    <a:pt x="345086" y="218706"/>
                  </a:lnTo>
                  <a:lnTo>
                    <a:pt x="465958" y="339579"/>
                  </a:lnTo>
                  <a:cubicBezTo>
                    <a:pt x="475769" y="349389"/>
                    <a:pt x="481675" y="369487"/>
                    <a:pt x="480913" y="390728"/>
                  </a:cubicBezTo>
                  <a:cubicBezTo>
                    <a:pt x="480341" y="405206"/>
                    <a:pt x="476245" y="432828"/>
                    <a:pt x="454719" y="454355"/>
                  </a:cubicBezTo>
                  <a:close/>
                </a:path>
              </a:pathLst>
            </a:cu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50">
                <a:solidFill>
                  <a:srgbClr val="262626"/>
                </a:solidFill>
                <a:latin typeface="Arial"/>
                <a:ea typeface="Arial"/>
                <a:cs typeface="Arial"/>
                <a:sym typeface="Arial"/>
              </a:endParaRPr>
            </a:p>
          </p:txBody>
        </p:sp>
        <p:sp>
          <p:nvSpPr>
            <p:cNvPr id="3306" name="Google Shape;3306;p96"/>
            <p:cNvSpPr/>
            <p:nvPr/>
          </p:nvSpPr>
          <p:spPr>
            <a:xfrm>
              <a:off x="10994173" y="3672661"/>
              <a:ext cx="115812" cy="179046"/>
            </a:xfrm>
            <a:custGeom>
              <a:avLst/>
              <a:gdLst/>
              <a:ahLst/>
              <a:cxnLst/>
              <a:rect l="l" t="t" r="r" b="b"/>
              <a:pathLst>
                <a:path w="115812" h="179046" extrusionOk="0">
                  <a:moveTo>
                    <a:pt x="20360" y="3500"/>
                  </a:moveTo>
                  <a:cubicBezTo>
                    <a:pt x="15692" y="-1167"/>
                    <a:pt x="8168" y="-1167"/>
                    <a:pt x="3500" y="3500"/>
                  </a:cubicBezTo>
                  <a:cubicBezTo>
                    <a:pt x="-1167" y="8168"/>
                    <a:pt x="-1167" y="15692"/>
                    <a:pt x="3500" y="20360"/>
                  </a:cubicBezTo>
                  <a:lnTo>
                    <a:pt x="84749" y="101608"/>
                  </a:lnTo>
                  <a:cubicBezTo>
                    <a:pt x="94655" y="111514"/>
                    <a:pt x="95893" y="141613"/>
                    <a:pt x="78843" y="158663"/>
                  </a:cubicBezTo>
                  <a:cubicBezTo>
                    <a:pt x="74176" y="163330"/>
                    <a:pt x="74176" y="170855"/>
                    <a:pt x="78843" y="175522"/>
                  </a:cubicBezTo>
                  <a:cubicBezTo>
                    <a:pt x="81129" y="177808"/>
                    <a:pt x="84177" y="179046"/>
                    <a:pt x="87225" y="179046"/>
                  </a:cubicBezTo>
                  <a:cubicBezTo>
                    <a:pt x="90273" y="179046"/>
                    <a:pt x="93321" y="177903"/>
                    <a:pt x="95607" y="175522"/>
                  </a:cubicBezTo>
                  <a:cubicBezTo>
                    <a:pt x="122372" y="148757"/>
                    <a:pt x="120658" y="103989"/>
                    <a:pt x="101513" y="84844"/>
                  </a:cubicBezTo>
                  <a:lnTo>
                    <a:pt x="20264" y="3596"/>
                  </a:lnTo>
                  <a:close/>
                </a:path>
              </a:pathLst>
            </a:cu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50">
                <a:solidFill>
                  <a:srgbClr val="262626"/>
                </a:solidFill>
                <a:latin typeface="Arial"/>
                <a:ea typeface="Arial"/>
                <a:cs typeface="Arial"/>
                <a:sym typeface="Arial"/>
              </a:endParaRPr>
            </a:p>
          </p:txBody>
        </p:sp>
      </p:grpSp>
      <p:grpSp>
        <p:nvGrpSpPr>
          <p:cNvPr id="3307" name="Google Shape;3307;p96"/>
          <p:cNvGrpSpPr/>
          <p:nvPr/>
        </p:nvGrpSpPr>
        <p:grpSpPr>
          <a:xfrm>
            <a:off x="3888231" y="2183347"/>
            <a:ext cx="297679" cy="198448"/>
            <a:chOff x="1816625" y="4353672"/>
            <a:chExt cx="529208" cy="350615"/>
          </a:xfrm>
        </p:grpSpPr>
        <p:sp>
          <p:nvSpPr>
            <p:cNvPr id="3308" name="Google Shape;3308;p96"/>
            <p:cNvSpPr/>
            <p:nvPr/>
          </p:nvSpPr>
          <p:spPr>
            <a:xfrm>
              <a:off x="1933306" y="4453971"/>
              <a:ext cx="297942" cy="146208"/>
            </a:xfrm>
            <a:custGeom>
              <a:avLst/>
              <a:gdLst/>
              <a:ahLst/>
              <a:cxnLst/>
              <a:rect l="l" t="t" r="r" b="b"/>
              <a:pathLst>
                <a:path w="297942" h="146208" extrusionOk="0">
                  <a:moveTo>
                    <a:pt x="285750" y="75248"/>
                  </a:moveTo>
                  <a:lnTo>
                    <a:pt x="266510" y="75248"/>
                  </a:lnTo>
                  <a:lnTo>
                    <a:pt x="250888" y="35814"/>
                  </a:lnTo>
                  <a:cubicBezTo>
                    <a:pt x="249079" y="31242"/>
                    <a:pt x="244697" y="28289"/>
                    <a:pt x="239839" y="28289"/>
                  </a:cubicBezTo>
                  <a:cubicBezTo>
                    <a:pt x="234982" y="28289"/>
                    <a:pt x="230600" y="31242"/>
                    <a:pt x="228790" y="35814"/>
                  </a:cubicBezTo>
                  <a:lnTo>
                    <a:pt x="209550" y="84582"/>
                  </a:lnTo>
                  <a:lnTo>
                    <a:pt x="190310" y="8953"/>
                  </a:lnTo>
                  <a:cubicBezTo>
                    <a:pt x="188976" y="3619"/>
                    <a:pt x="184499" y="0"/>
                    <a:pt x="178594" y="0"/>
                  </a:cubicBezTo>
                  <a:cubicBezTo>
                    <a:pt x="173069" y="0"/>
                    <a:pt x="168307" y="3905"/>
                    <a:pt x="167164" y="9334"/>
                  </a:cubicBezTo>
                  <a:lnTo>
                    <a:pt x="149447" y="88678"/>
                  </a:lnTo>
                  <a:lnTo>
                    <a:pt x="128968" y="24670"/>
                  </a:lnTo>
                  <a:cubicBezTo>
                    <a:pt x="127444" y="19717"/>
                    <a:pt x="122873" y="16383"/>
                    <a:pt x="117729" y="16383"/>
                  </a:cubicBezTo>
                  <a:lnTo>
                    <a:pt x="117729" y="16383"/>
                  </a:lnTo>
                  <a:cubicBezTo>
                    <a:pt x="112586" y="16383"/>
                    <a:pt x="108014" y="19621"/>
                    <a:pt x="106394" y="24479"/>
                  </a:cubicBezTo>
                  <a:lnTo>
                    <a:pt x="83534" y="92964"/>
                  </a:lnTo>
                  <a:lnTo>
                    <a:pt x="60960" y="40005"/>
                  </a:lnTo>
                  <a:cubicBezTo>
                    <a:pt x="58960" y="35338"/>
                    <a:pt x="54197" y="32480"/>
                    <a:pt x="49244" y="32766"/>
                  </a:cubicBezTo>
                  <a:cubicBezTo>
                    <a:pt x="44196" y="33052"/>
                    <a:pt x="39910" y="36576"/>
                    <a:pt x="38576" y="41434"/>
                  </a:cubicBezTo>
                  <a:lnTo>
                    <a:pt x="29051" y="75343"/>
                  </a:lnTo>
                  <a:lnTo>
                    <a:pt x="11906" y="75343"/>
                  </a:lnTo>
                  <a:cubicBezTo>
                    <a:pt x="5334" y="75343"/>
                    <a:pt x="0" y="80677"/>
                    <a:pt x="0" y="87249"/>
                  </a:cubicBezTo>
                  <a:cubicBezTo>
                    <a:pt x="0" y="93821"/>
                    <a:pt x="5334" y="99155"/>
                    <a:pt x="11906" y="99155"/>
                  </a:cubicBezTo>
                  <a:lnTo>
                    <a:pt x="38100" y="99155"/>
                  </a:lnTo>
                  <a:cubicBezTo>
                    <a:pt x="43434" y="99155"/>
                    <a:pt x="48101" y="95631"/>
                    <a:pt x="49530" y="90487"/>
                  </a:cubicBezTo>
                  <a:lnTo>
                    <a:pt x="52388" y="80391"/>
                  </a:lnTo>
                  <a:lnTo>
                    <a:pt x="74105" y="131255"/>
                  </a:lnTo>
                  <a:cubicBezTo>
                    <a:pt x="76009" y="135827"/>
                    <a:pt x="80677" y="138589"/>
                    <a:pt x="85534" y="138493"/>
                  </a:cubicBezTo>
                  <a:cubicBezTo>
                    <a:pt x="90488" y="138303"/>
                    <a:pt x="94774" y="135064"/>
                    <a:pt x="96393" y="130397"/>
                  </a:cubicBezTo>
                  <a:lnTo>
                    <a:pt x="117634" y="66770"/>
                  </a:lnTo>
                  <a:lnTo>
                    <a:pt x="140399" y="137922"/>
                  </a:lnTo>
                  <a:cubicBezTo>
                    <a:pt x="142018" y="142875"/>
                    <a:pt x="146590" y="146209"/>
                    <a:pt x="151733" y="146209"/>
                  </a:cubicBezTo>
                  <a:cubicBezTo>
                    <a:pt x="151924" y="146209"/>
                    <a:pt x="152114" y="146209"/>
                    <a:pt x="152305" y="146209"/>
                  </a:cubicBezTo>
                  <a:cubicBezTo>
                    <a:pt x="157639" y="146018"/>
                    <a:pt x="162211" y="142113"/>
                    <a:pt x="163354" y="136874"/>
                  </a:cubicBezTo>
                  <a:lnTo>
                    <a:pt x="179832" y="63246"/>
                  </a:lnTo>
                  <a:lnTo>
                    <a:pt x="195929" y="126302"/>
                  </a:lnTo>
                  <a:cubicBezTo>
                    <a:pt x="197167" y="131350"/>
                    <a:pt x="201549" y="134874"/>
                    <a:pt x="206692" y="135255"/>
                  </a:cubicBezTo>
                  <a:cubicBezTo>
                    <a:pt x="211931" y="135541"/>
                    <a:pt x="216599" y="132588"/>
                    <a:pt x="218504" y="127730"/>
                  </a:cubicBezTo>
                  <a:lnTo>
                    <a:pt x="240221" y="72771"/>
                  </a:lnTo>
                  <a:lnTo>
                    <a:pt x="247650" y="91726"/>
                  </a:lnTo>
                  <a:cubicBezTo>
                    <a:pt x="249460" y="96298"/>
                    <a:pt x="253841" y="99251"/>
                    <a:pt x="258699" y="99251"/>
                  </a:cubicBezTo>
                  <a:lnTo>
                    <a:pt x="286036" y="99251"/>
                  </a:lnTo>
                  <a:cubicBezTo>
                    <a:pt x="292608" y="99251"/>
                    <a:pt x="297942" y="93916"/>
                    <a:pt x="297942" y="87344"/>
                  </a:cubicBezTo>
                  <a:cubicBezTo>
                    <a:pt x="297942" y="80772"/>
                    <a:pt x="292608" y="75438"/>
                    <a:pt x="286036" y="75438"/>
                  </a:cubicBezTo>
                  <a:close/>
                </a:path>
              </a:pathLst>
            </a:custGeom>
            <a:solidFill>
              <a:srgbClr val="29B5E8"/>
            </a:solidFill>
            <a:ln>
              <a:noFill/>
            </a:ln>
          </p:spPr>
          <p:txBody>
            <a:bodyPr spcFirstLastPara="1" wrap="square" lIns="51500" tIns="25900" rIns="51500" bIns="25900" anchor="t" anchorCtr="0">
              <a:noAutofit/>
            </a:bodyPr>
            <a:lstStyle/>
            <a:p>
              <a:pPr marL="0" marR="0" lvl="0" indent="0" algn="l" rtl="0">
                <a:spcBef>
                  <a:spcPts val="0"/>
                </a:spcBef>
                <a:spcAft>
                  <a:spcPts val="0"/>
                </a:spcAft>
                <a:buNone/>
              </a:pPr>
              <a:endParaRPr sz="1052">
                <a:solidFill>
                  <a:srgbClr val="262626"/>
                </a:solidFill>
                <a:latin typeface="Arial"/>
                <a:ea typeface="Arial"/>
                <a:cs typeface="Arial"/>
                <a:sym typeface="Arial"/>
              </a:endParaRPr>
            </a:p>
          </p:txBody>
        </p:sp>
        <p:sp>
          <p:nvSpPr>
            <p:cNvPr id="3309" name="Google Shape;3309;p96"/>
            <p:cNvSpPr/>
            <p:nvPr/>
          </p:nvSpPr>
          <p:spPr>
            <a:xfrm>
              <a:off x="1816625" y="4353672"/>
              <a:ext cx="529208" cy="350615"/>
            </a:xfrm>
            <a:custGeom>
              <a:avLst/>
              <a:gdLst/>
              <a:ahLst/>
              <a:cxnLst/>
              <a:rect l="l" t="t" r="r" b="b"/>
              <a:pathLst>
                <a:path w="529208" h="350615" extrusionOk="0">
                  <a:moveTo>
                    <a:pt x="517303" y="291560"/>
                  </a:moveTo>
                  <a:lnTo>
                    <a:pt x="479393" y="291560"/>
                  </a:lnTo>
                  <a:lnTo>
                    <a:pt x="479393" y="35052"/>
                  </a:lnTo>
                  <a:cubicBezTo>
                    <a:pt x="479393" y="15716"/>
                    <a:pt x="463677" y="0"/>
                    <a:pt x="444341" y="0"/>
                  </a:cubicBezTo>
                  <a:lnTo>
                    <a:pt x="84868" y="0"/>
                  </a:lnTo>
                  <a:cubicBezTo>
                    <a:pt x="65532" y="0"/>
                    <a:pt x="49816" y="15716"/>
                    <a:pt x="49816" y="35052"/>
                  </a:cubicBezTo>
                  <a:lnTo>
                    <a:pt x="49816" y="291560"/>
                  </a:lnTo>
                  <a:lnTo>
                    <a:pt x="11906" y="291560"/>
                  </a:lnTo>
                  <a:cubicBezTo>
                    <a:pt x="5334" y="291560"/>
                    <a:pt x="0" y="296894"/>
                    <a:pt x="0" y="303467"/>
                  </a:cubicBezTo>
                  <a:lnTo>
                    <a:pt x="0" y="307086"/>
                  </a:lnTo>
                  <a:cubicBezTo>
                    <a:pt x="0" y="331946"/>
                    <a:pt x="17621" y="350615"/>
                    <a:pt x="41053" y="350615"/>
                  </a:cubicBezTo>
                  <a:lnTo>
                    <a:pt x="483108" y="350615"/>
                  </a:lnTo>
                  <a:cubicBezTo>
                    <a:pt x="507683" y="350615"/>
                    <a:pt x="529209" y="330232"/>
                    <a:pt x="529209" y="307086"/>
                  </a:cubicBezTo>
                  <a:lnTo>
                    <a:pt x="529209" y="303467"/>
                  </a:lnTo>
                  <a:cubicBezTo>
                    <a:pt x="529209" y="296894"/>
                    <a:pt x="523875" y="291560"/>
                    <a:pt x="517303" y="291560"/>
                  </a:cubicBezTo>
                  <a:close/>
                  <a:moveTo>
                    <a:pt x="41053" y="326803"/>
                  </a:moveTo>
                  <a:cubicBezTo>
                    <a:pt x="32671" y="326803"/>
                    <a:pt x="27527" y="321659"/>
                    <a:pt x="25241" y="315278"/>
                  </a:cubicBezTo>
                  <a:lnTo>
                    <a:pt x="190976" y="315278"/>
                  </a:lnTo>
                  <a:lnTo>
                    <a:pt x="190976" y="325374"/>
                  </a:lnTo>
                  <a:cubicBezTo>
                    <a:pt x="190976" y="325850"/>
                    <a:pt x="190976" y="326326"/>
                    <a:pt x="190976" y="326803"/>
                  </a:cubicBezTo>
                  <a:lnTo>
                    <a:pt x="40958" y="326803"/>
                  </a:lnTo>
                  <a:close/>
                  <a:moveTo>
                    <a:pt x="314420" y="303467"/>
                  </a:moveTo>
                  <a:lnTo>
                    <a:pt x="314420" y="313563"/>
                  </a:lnTo>
                  <a:lnTo>
                    <a:pt x="214884" y="313563"/>
                  </a:lnTo>
                  <a:lnTo>
                    <a:pt x="214884" y="303467"/>
                  </a:lnTo>
                  <a:cubicBezTo>
                    <a:pt x="214884" y="296894"/>
                    <a:pt x="209550" y="291560"/>
                    <a:pt x="202978" y="291560"/>
                  </a:cubicBezTo>
                  <a:lnTo>
                    <a:pt x="87916" y="291560"/>
                  </a:lnTo>
                  <a:lnTo>
                    <a:pt x="87916" y="38100"/>
                  </a:lnTo>
                  <a:lnTo>
                    <a:pt x="441293" y="38100"/>
                  </a:lnTo>
                  <a:lnTo>
                    <a:pt x="441293" y="291560"/>
                  </a:lnTo>
                  <a:lnTo>
                    <a:pt x="326231" y="291560"/>
                  </a:lnTo>
                  <a:cubicBezTo>
                    <a:pt x="319659" y="291560"/>
                    <a:pt x="314325" y="296894"/>
                    <a:pt x="314325" y="303467"/>
                  </a:cubicBezTo>
                  <a:close/>
                  <a:moveTo>
                    <a:pt x="483108" y="326803"/>
                  </a:moveTo>
                  <a:lnTo>
                    <a:pt x="338137" y="326803"/>
                  </a:lnTo>
                  <a:cubicBezTo>
                    <a:pt x="338137" y="326803"/>
                    <a:pt x="338137" y="325850"/>
                    <a:pt x="338137" y="325374"/>
                  </a:cubicBezTo>
                  <a:lnTo>
                    <a:pt x="338137" y="315278"/>
                  </a:lnTo>
                  <a:lnTo>
                    <a:pt x="502920" y="315278"/>
                  </a:lnTo>
                  <a:cubicBezTo>
                    <a:pt x="499110" y="321850"/>
                    <a:pt x="491204" y="326803"/>
                    <a:pt x="483013" y="326803"/>
                  </a:cubicBezTo>
                  <a:close/>
                </a:path>
              </a:pathLst>
            </a:custGeom>
            <a:solidFill>
              <a:srgbClr val="29B5E8"/>
            </a:solidFill>
            <a:ln>
              <a:noFill/>
            </a:ln>
          </p:spPr>
          <p:txBody>
            <a:bodyPr spcFirstLastPara="1" wrap="square" lIns="51500" tIns="25900" rIns="51500" bIns="25900" anchor="t" anchorCtr="0">
              <a:noAutofit/>
            </a:bodyPr>
            <a:lstStyle/>
            <a:p>
              <a:pPr marL="0" marR="0" lvl="0" indent="0" algn="l" rtl="0">
                <a:spcBef>
                  <a:spcPts val="0"/>
                </a:spcBef>
                <a:spcAft>
                  <a:spcPts val="0"/>
                </a:spcAft>
                <a:buNone/>
              </a:pPr>
              <a:endParaRPr sz="1052">
                <a:solidFill>
                  <a:srgbClr val="262626"/>
                </a:solidFill>
                <a:latin typeface="Arial"/>
                <a:ea typeface="Arial"/>
                <a:cs typeface="Arial"/>
                <a:sym typeface="Arial"/>
              </a:endParaRPr>
            </a:p>
          </p:txBody>
        </p:sp>
      </p:grpSp>
      <p:grpSp>
        <p:nvGrpSpPr>
          <p:cNvPr id="3310" name="Google Shape;3310;p96"/>
          <p:cNvGrpSpPr/>
          <p:nvPr/>
        </p:nvGrpSpPr>
        <p:grpSpPr>
          <a:xfrm>
            <a:off x="3286408" y="1565842"/>
            <a:ext cx="287822" cy="226166"/>
            <a:chOff x="1045277" y="5000547"/>
            <a:chExt cx="511683" cy="408241"/>
          </a:xfrm>
        </p:grpSpPr>
        <p:sp>
          <p:nvSpPr>
            <p:cNvPr id="3311" name="Google Shape;3311;p96"/>
            <p:cNvSpPr/>
            <p:nvPr/>
          </p:nvSpPr>
          <p:spPr>
            <a:xfrm>
              <a:off x="1257685" y="5191904"/>
              <a:ext cx="84963" cy="71151"/>
            </a:xfrm>
            <a:custGeom>
              <a:avLst/>
              <a:gdLst/>
              <a:ahLst/>
              <a:cxnLst/>
              <a:rect l="l" t="t" r="r" b="b"/>
              <a:pathLst>
                <a:path w="84963" h="71151" extrusionOk="0">
                  <a:moveTo>
                    <a:pt x="77819" y="0"/>
                  </a:moveTo>
                  <a:lnTo>
                    <a:pt x="7144" y="0"/>
                  </a:lnTo>
                  <a:cubicBezTo>
                    <a:pt x="3239" y="0"/>
                    <a:pt x="0" y="3239"/>
                    <a:pt x="0" y="7144"/>
                  </a:cubicBezTo>
                  <a:lnTo>
                    <a:pt x="0" y="64008"/>
                  </a:lnTo>
                  <a:cubicBezTo>
                    <a:pt x="0" y="67913"/>
                    <a:pt x="3239" y="71152"/>
                    <a:pt x="7144" y="71152"/>
                  </a:cubicBezTo>
                  <a:lnTo>
                    <a:pt x="77819" y="71152"/>
                  </a:lnTo>
                  <a:cubicBezTo>
                    <a:pt x="81725" y="71152"/>
                    <a:pt x="84963" y="67913"/>
                    <a:pt x="84963" y="64008"/>
                  </a:cubicBezTo>
                  <a:lnTo>
                    <a:pt x="84963" y="7144"/>
                  </a:lnTo>
                  <a:cubicBezTo>
                    <a:pt x="84963" y="3239"/>
                    <a:pt x="81725" y="0"/>
                    <a:pt x="77819" y="0"/>
                  </a:cubicBezTo>
                  <a:close/>
                  <a:moveTo>
                    <a:pt x="70676" y="56959"/>
                  </a:moveTo>
                  <a:lnTo>
                    <a:pt x="14288" y="56959"/>
                  </a:lnTo>
                  <a:lnTo>
                    <a:pt x="14288" y="14383"/>
                  </a:lnTo>
                  <a:lnTo>
                    <a:pt x="70676" y="14383"/>
                  </a:lnTo>
                  <a:lnTo>
                    <a:pt x="70676" y="56959"/>
                  </a:ln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sp>
          <p:nvSpPr>
            <p:cNvPr id="3312" name="Google Shape;3312;p96"/>
            <p:cNvSpPr/>
            <p:nvPr/>
          </p:nvSpPr>
          <p:spPr>
            <a:xfrm>
              <a:off x="1250826" y="5059792"/>
              <a:ext cx="100203" cy="100298"/>
            </a:xfrm>
            <a:custGeom>
              <a:avLst/>
              <a:gdLst/>
              <a:ahLst/>
              <a:cxnLst/>
              <a:rect l="l" t="t" r="r" b="b"/>
              <a:pathLst>
                <a:path w="100203" h="100298" extrusionOk="0">
                  <a:moveTo>
                    <a:pt x="33338" y="100298"/>
                  </a:moveTo>
                  <a:lnTo>
                    <a:pt x="66770" y="100298"/>
                  </a:lnTo>
                  <a:lnTo>
                    <a:pt x="66770" y="66866"/>
                  </a:lnTo>
                  <a:lnTo>
                    <a:pt x="100203" y="66866"/>
                  </a:lnTo>
                  <a:lnTo>
                    <a:pt x="100203" y="33433"/>
                  </a:lnTo>
                  <a:lnTo>
                    <a:pt x="66770" y="33433"/>
                  </a:lnTo>
                  <a:lnTo>
                    <a:pt x="66770" y="0"/>
                  </a:lnTo>
                  <a:lnTo>
                    <a:pt x="33338" y="0"/>
                  </a:lnTo>
                  <a:lnTo>
                    <a:pt x="33338" y="33433"/>
                  </a:lnTo>
                  <a:lnTo>
                    <a:pt x="0" y="33433"/>
                  </a:lnTo>
                  <a:lnTo>
                    <a:pt x="0" y="66866"/>
                  </a:lnTo>
                  <a:lnTo>
                    <a:pt x="33338" y="66866"/>
                  </a:lnTo>
                  <a:lnTo>
                    <a:pt x="33338" y="100298"/>
                  </a:ln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sp>
          <p:nvSpPr>
            <p:cNvPr id="3313" name="Google Shape;3313;p96"/>
            <p:cNvSpPr/>
            <p:nvPr/>
          </p:nvSpPr>
          <p:spPr>
            <a:xfrm>
              <a:off x="1101474" y="5313633"/>
              <a:ext cx="54863" cy="39147"/>
            </a:xfrm>
            <a:custGeom>
              <a:avLst/>
              <a:gdLst/>
              <a:ahLst/>
              <a:cxnLst/>
              <a:rect l="l" t="t" r="r" b="b"/>
              <a:pathLst>
                <a:path w="54863" h="39147" extrusionOk="0">
                  <a:moveTo>
                    <a:pt x="47720" y="0"/>
                  </a:moveTo>
                  <a:lnTo>
                    <a:pt x="7144" y="0"/>
                  </a:lnTo>
                  <a:cubicBezTo>
                    <a:pt x="3239" y="0"/>
                    <a:pt x="0" y="3239"/>
                    <a:pt x="0" y="7144"/>
                  </a:cubicBezTo>
                  <a:lnTo>
                    <a:pt x="0" y="32004"/>
                  </a:lnTo>
                  <a:cubicBezTo>
                    <a:pt x="0" y="35909"/>
                    <a:pt x="3239" y="39148"/>
                    <a:pt x="7144" y="39148"/>
                  </a:cubicBezTo>
                  <a:lnTo>
                    <a:pt x="47720" y="39148"/>
                  </a:lnTo>
                  <a:cubicBezTo>
                    <a:pt x="51625" y="39148"/>
                    <a:pt x="54864" y="35909"/>
                    <a:pt x="54864" y="32004"/>
                  </a:cubicBezTo>
                  <a:lnTo>
                    <a:pt x="54864" y="7144"/>
                  </a:lnTo>
                  <a:cubicBezTo>
                    <a:pt x="54864" y="3239"/>
                    <a:pt x="51625" y="0"/>
                    <a:pt x="47720" y="0"/>
                  </a:cubicBezTo>
                  <a:close/>
                  <a:moveTo>
                    <a:pt x="40577" y="24860"/>
                  </a:moveTo>
                  <a:lnTo>
                    <a:pt x="14288" y="24860"/>
                  </a:lnTo>
                  <a:lnTo>
                    <a:pt x="14288" y="14288"/>
                  </a:lnTo>
                  <a:lnTo>
                    <a:pt x="40577" y="14288"/>
                  </a:lnTo>
                  <a:lnTo>
                    <a:pt x="40577" y="24860"/>
                  </a:ln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sp>
          <p:nvSpPr>
            <p:cNvPr id="3314" name="Google Shape;3314;p96"/>
            <p:cNvSpPr/>
            <p:nvPr/>
          </p:nvSpPr>
          <p:spPr>
            <a:xfrm>
              <a:off x="1101474" y="5250863"/>
              <a:ext cx="54863" cy="39147"/>
            </a:xfrm>
            <a:custGeom>
              <a:avLst/>
              <a:gdLst/>
              <a:ahLst/>
              <a:cxnLst/>
              <a:rect l="l" t="t" r="r" b="b"/>
              <a:pathLst>
                <a:path w="54863" h="39147" extrusionOk="0">
                  <a:moveTo>
                    <a:pt x="47720" y="0"/>
                  </a:moveTo>
                  <a:lnTo>
                    <a:pt x="7144" y="0"/>
                  </a:lnTo>
                  <a:cubicBezTo>
                    <a:pt x="3239" y="0"/>
                    <a:pt x="0" y="3239"/>
                    <a:pt x="0" y="7144"/>
                  </a:cubicBezTo>
                  <a:lnTo>
                    <a:pt x="0" y="32004"/>
                  </a:lnTo>
                  <a:cubicBezTo>
                    <a:pt x="0" y="35909"/>
                    <a:pt x="3239" y="39148"/>
                    <a:pt x="7144" y="39148"/>
                  </a:cubicBezTo>
                  <a:lnTo>
                    <a:pt x="47720" y="39148"/>
                  </a:lnTo>
                  <a:cubicBezTo>
                    <a:pt x="51625" y="39148"/>
                    <a:pt x="54864" y="35909"/>
                    <a:pt x="54864" y="32004"/>
                  </a:cubicBezTo>
                  <a:lnTo>
                    <a:pt x="54864" y="7144"/>
                  </a:lnTo>
                  <a:cubicBezTo>
                    <a:pt x="54864" y="3239"/>
                    <a:pt x="51625" y="0"/>
                    <a:pt x="47720" y="0"/>
                  </a:cubicBezTo>
                  <a:close/>
                  <a:moveTo>
                    <a:pt x="40577" y="24860"/>
                  </a:moveTo>
                  <a:lnTo>
                    <a:pt x="14288" y="24860"/>
                  </a:lnTo>
                  <a:lnTo>
                    <a:pt x="14288" y="14288"/>
                  </a:lnTo>
                  <a:lnTo>
                    <a:pt x="40577" y="14288"/>
                  </a:lnTo>
                  <a:lnTo>
                    <a:pt x="40577" y="24860"/>
                  </a:ln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sp>
          <p:nvSpPr>
            <p:cNvPr id="3315" name="Google Shape;3315;p96"/>
            <p:cNvSpPr/>
            <p:nvPr/>
          </p:nvSpPr>
          <p:spPr>
            <a:xfrm>
              <a:off x="1443612" y="5313633"/>
              <a:ext cx="54864" cy="39147"/>
            </a:xfrm>
            <a:custGeom>
              <a:avLst/>
              <a:gdLst/>
              <a:ahLst/>
              <a:cxnLst/>
              <a:rect l="l" t="t" r="r" b="b"/>
              <a:pathLst>
                <a:path w="54864" h="39147" extrusionOk="0">
                  <a:moveTo>
                    <a:pt x="7144" y="39148"/>
                  </a:moveTo>
                  <a:lnTo>
                    <a:pt x="47720" y="39148"/>
                  </a:lnTo>
                  <a:cubicBezTo>
                    <a:pt x="51626" y="39148"/>
                    <a:pt x="54864" y="35909"/>
                    <a:pt x="54864" y="32004"/>
                  </a:cubicBezTo>
                  <a:lnTo>
                    <a:pt x="54864" y="7144"/>
                  </a:lnTo>
                  <a:cubicBezTo>
                    <a:pt x="54864" y="3239"/>
                    <a:pt x="51626" y="0"/>
                    <a:pt x="47720" y="0"/>
                  </a:cubicBezTo>
                  <a:lnTo>
                    <a:pt x="7144" y="0"/>
                  </a:lnTo>
                  <a:cubicBezTo>
                    <a:pt x="3239" y="0"/>
                    <a:pt x="0" y="3239"/>
                    <a:pt x="0" y="7144"/>
                  </a:cubicBezTo>
                  <a:lnTo>
                    <a:pt x="0" y="32004"/>
                  </a:lnTo>
                  <a:cubicBezTo>
                    <a:pt x="0" y="35909"/>
                    <a:pt x="3239" y="39148"/>
                    <a:pt x="7144" y="39148"/>
                  </a:cubicBezTo>
                  <a:close/>
                  <a:moveTo>
                    <a:pt x="14288" y="14288"/>
                  </a:moveTo>
                  <a:lnTo>
                    <a:pt x="40577" y="14288"/>
                  </a:lnTo>
                  <a:lnTo>
                    <a:pt x="40577" y="24860"/>
                  </a:lnTo>
                  <a:lnTo>
                    <a:pt x="14288" y="24860"/>
                  </a:lnTo>
                  <a:lnTo>
                    <a:pt x="14288" y="14288"/>
                  </a:ln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sp>
          <p:nvSpPr>
            <p:cNvPr id="3316" name="Google Shape;3316;p96"/>
            <p:cNvSpPr/>
            <p:nvPr/>
          </p:nvSpPr>
          <p:spPr>
            <a:xfrm>
              <a:off x="1443612" y="5250863"/>
              <a:ext cx="54864" cy="39147"/>
            </a:xfrm>
            <a:custGeom>
              <a:avLst/>
              <a:gdLst/>
              <a:ahLst/>
              <a:cxnLst/>
              <a:rect l="l" t="t" r="r" b="b"/>
              <a:pathLst>
                <a:path w="54864" h="39147" extrusionOk="0">
                  <a:moveTo>
                    <a:pt x="7144" y="39148"/>
                  </a:moveTo>
                  <a:lnTo>
                    <a:pt x="47720" y="39148"/>
                  </a:lnTo>
                  <a:cubicBezTo>
                    <a:pt x="51626" y="39148"/>
                    <a:pt x="54864" y="35909"/>
                    <a:pt x="54864" y="32004"/>
                  </a:cubicBezTo>
                  <a:lnTo>
                    <a:pt x="54864" y="7144"/>
                  </a:lnTo>
                  <a:cubicBezTo>
                    <a:pt x="54864" y="3239"/>
                    <a:pt x="51626" y="0"/>
                    <a:pt x="47720" y="0"/>
                  </a:cubicBezTo>
                  <a:lnTo>
                    <a:pt x="7144" y="0"/>
                  </a:lnTo>
                  <a:cubicBezTo>
                    <a:pt x="3239" y="0"/>
                    <a:pt x="0" y="3239"/>
                    <a:pt x="0" y="7144"/>
                  </a:cubicBezTo>
                  <a:lnTo>
                    <a:pt x="0" y="32004"/>
                  </a:lnTo>
                  <a:cubicBezTo>
                    <a:pt x="0" y="35909"/>
                    <a:pt x="3239" y="39148"/>
                    <a:pt x="7144" y="39148"/>
                  </a:cubicBezTo>
                  <a:close/>
                  <a:moveTo>
                    <a:pt x="14288" y="14288"/>
                  </a:moveTo>
                  <a:lnTo>
                    <a:pt x="40577" y="14288"/>
                  </a:lnTo>
                  <a:lnTo>
                    <a:pt x="40577" y="24860"/>
                  </a:lnTo>
                  <a:lnTo>
                    <a:pt x="14288" y="24860"/>
                  </a:lnTo>
                  <a:lnTo>
                    <a:pt x="14288" y="14288"/>
                  </a:ln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sp>
          <p:nvSpPr>
            <p:cNvPr id="3317" name="Google Shape;3317;p96"/>
            <p:cNvSpPr/>
            <p:nvPr/>
          </p:nvSpPr>
          <p:spPr>
            <a:xfrm>
              <a:off x="1045277" y="5000547"/>
              <a:ext cx="511683" cy="408241"/>
            </a:xfrm>
            <a:custGeom>
              <a:avLst/>
              <a:gdLst/>
              <a:ahLst/>
              <a:cxnLst/>
              <a:rect l="l" t="t" r="r" b="b"/>
              <a:pathLst>
                <a:path w="511683" h="408241" extrusionOk="0">
                  <a:moveTo>
                    <a:pt x="499777" y="196405"/>
                  </a:moveTo>
                  <a:lnTo>
                    <a:pt x="367856" y="196405"/>
                  </a:lnTo>
                  <a:lnTo>
                    <a:pt x="367856" y="11906"/>
                  </a:lnTo>
                  <a:cubicBezTo>
                    <a:pt x="367856" y="5334"/>
                    <a:pt x="362522" y="0"/>
                    <a:pt x="355949" y="0"/>
                  </a:cubicBezTo>
                  <a:lnTo>
                    <a:pt x="155353" y="0"/>
                  </a:lnTo>
                  <a:cubicBezTo>
                    <a:pt x="148781" y="0"/>
                    <a:pt x="143447" y="5334"/>
                    <a:pt x="143447" y="11906"/>
                  </a:cubicBezTo>
                  <a:lnTo>
                    <a:pt x="143447" y="196405"/>
                  </a:lnTo>
                  <a:lnTo>
                    <a:pt x="11906" y="196405"/>
                  </a:lnTo>
                  <a:cubicBezTo>
                    <a:pt x="5334" y="196405"/>
                    <a:pt x="0" y="201740"/>
                    <a:pt x="0" y="208312"/>
                  </a:cubicBezTo>
                  <a:lnTo>
                    <a:pt x="0" y="396335"/>
                  </a:lnTo>
                  <a:cubicBezTo>
                    <a:pt x="0" y="402908"/>
                    <a:pt x="5334" y="408242"/>
                    <a:pt x="11906" y="408242"/>
                  </a:cubicBezTo>
                  <a:lnTo>
                    <a:pt x="355949" y="408242"/>
                  </a:lnTo>
                  <a:cubicBezTo>
                    <a:pt x="355949" y="408242"/>
                    <a:pt x="356045" y="408242"/>
                    <a:pt x="356140" y="408242"/>
                  </a:cubicBezTo>
                  <a:cubicBezTo>
                    <a:pt x="356140" y="408242"/>
                    <a:pt x="356235" y="408242"/>
                    <a:pt x="356330" y="408242"/>
                  </a:cubicBezTo>
                  <a:lnTo>
                    <a:pt x="499777" y="408242"/>
                  </a:lnTo>
                  <a:cubicBezTo>
                    <a:pt x="506349" y="408242"/>
                    <a:pt x="511683" y="402908"/>
                    <a:pt x="511683" y="396335"/>
                  </a:cubicBezTo>
                  <a:lnTo>
                    <a:pt x="511683" y="208312"/>
                  </a:lnTo>
                  <a:cubicBezTo>
                    <a:pt x="511683" y="201740"/>
                    <a:pt x="506349" y="196405"/>
                    <a:pt x="499777" y="196405"/>
                  </a:cubicBezTo>
                  <a:close/>
                  <a:moveTo>
                    <a:pt x="23813" y="220218"/>
                  </a:moveTo>
                  <a:lnTo>
                    <a:pt x="143447" y="220218"/>
                  </a:lnTo>
                  <a:lnTo>
                    <a:pt x="143447" y="384429"/>
                  </a:lnTo>
                  <a:lnTo>
                    <a:pt x="23813" y="384429"/>
                  </a:lnTo>
                  <a:lnTo>
                    <a:pt x="23813" y="220218"/>
                  </a:lnTo>
                  <a:close/>
                  <a:moveTo>
                    <a:pt x="278321" y="384524"/>
                  </a:moveTo>
                  <a:lnTo>
                    <a:pt x="231458" y="384524"/>
                  </a:lnTo>
                  <a:lnTo>
                    <a:pt x="231458" y="310039"/>
                  </a:lnTo>
                  <a:lnTo>
                    <a:pt x="278321" y="310039"/>
                  </a:lnTo>
                  <a:lnTo>
                    <a:pt x="278321" y="384524"/>
                  </a:lnTo>
                  <a:close/>
                  <a:moveTo>
                    <a:pt x="344043" y="384524"/>
                  </a:moveTo>
                  <a:lnTo>
                    <a:pt x="302228" y="384524"/>
                  </a:lnTo>
                  <a:lnTo>
                    <a:pt x="302228" y="298133"/>
                  </a:lnTo>
                  <a:cubicBezTo>
                    <a:pt x="302228" y="291560"/>
                    <a:pt x="296894" y="286226"/>
                    <a:pt x="290322" y="286226"/>
                  </a:cubicBezTo>
                  <a:lnTo>
                    <a:pt x="219647" y="286226"/>
                  </a:lnTo>
                  <a:cubicBezTo>
                    <a:pt x="213074" y="286226"/>
                    <a:pt x="207740" y="291560"/>
                    <a:pt x="207740" y="298133"/>
                  </a:cubicBezTo>
                  <a:lnTo>
                    <a:pt x="207740" y="384524"/>
                  </a:lnTo>
                  <a:lnTo>
                    <a:pt x="167259" y="384524"/>
                  </a:lnTo>
                  <a:lnTo>
                    <a:pt x="167259" y="23908"/>
                  </a:lnTo>
                  <a:lnTo>
                    <a:pt x="344043" y="23908"/>
                  </a:lnTo>
                  <a:lnTo>
                    <a:pt x="344043" y="384524"/>
                  </a:lnTo>
                  <a:close/>
                  <a:moveTo>
                    <a:pt x="487871" y="384524"/>
                  </a:moveTo>
                  <a:lnTo>
                    <a:pt x="368237" y="384524"/>
                  </a:lnTo>
                  <a:lnTo>
                    <a:pt x="368237" y="220313"/>
                  </a:lnTo>
                  <a:lnTo>
                    <a:pt x="487871" y="220313"/>
                  </a:lnTo>
                  <a:lnTo>
                    <a:pt x="487871" y="384524"/>
                  </a:lnTo>
                  <a:close/>
                </a:path>
              </a:pathLst>
            </a:custGeom>
            <a:solidFill>
              <a:srgbClr val="29B5E8"/>
            </a:solidFill>
            <a:ln>
              <a:noFill/>
            </a:ln>
          </p:spPr>
          <p:txBody>
            <a:bodyPr spcFirstLastPara="1" wrap="square" lIns="51175" tIns="25575" rIns="51175"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grpSp>
      <p:grpSp>
        <p:nvGrpSpPr>
          <p:cNvPr id="3318" name="Google Shape;3318;p96"/>
          <p:cNvGrpSpPr/>
          <p:nvPr/>
        </p:nvGrpSpPr>
        <p:grpSpPr>
          <a:xfrm>
            <a:off x="2737335" y="2171081"/>
            <a:ext cx="222067" cy="222045"/>
            <a:chOff x="5157486" y="4955193"/>
            <a:chExt cx="526351" cy="526922"/>
          </a:xfrm>
        </p:grpSpPr>
        <p:sp>
          <p:nvSpPr>
            <p:cNvPr id="3319" name="Google Shape;3319;p96"/>
            <p:cNvSpPr/>
            <p:nvPr/>
          </p:nvSpPr>
          <p:spPr>
            <a:xfrm>
              <a:off x="5468287" y="5266565"/>
              <a:ext cx="215550" cy="215550"/>
            </a:xfrm>
            <a:custGeom>
              <a:avLst/>
              <a:gdLst/>
              <a:ahLst/>
              <a:cxnLst/>
              <a:rect l="l" t="t" r="r" b="b"/>
              <a:pathLst>
                <a:path w="215550" h="215550" extrusionOk="0">
                  <a:moveTo>
                    <a:pt x="203645" y="63913"/>
                  </a:moveTo>
                  <a:lnTo>
                    <a:pt x="151638" y="63913"/>
                  </a:lnTo>
                  <a:lnTo>
                    <a:pt x="151638" y="11906"/>
                  </a:lnTo>
                  <a:cubicBezTo>
                    <a:pt x="151638" y="5334"/>
                    <a:pt x="146304" y="0"/>
                    <a:pt x="139732" y="0"/>
                  </a:cubicBezTo>
                  <a:lnTo>
                    <a:pt x="75819" y="0"/>
                  </a:lnTo>
                  <a:cubicBezTo>
                    <a:pt x="69247" y="0"/>
                    <a:pt x="63913" y="5334"/>
                    <a:pt x="63913" y="11906"/>
                  </a:cubicBezTo>
                  <a:lnTo>
                    <a:pt x="63913" y="63913"/>
                  </a:lnTo>
                  <a:lnTo>
                    <a:pt x="11906" y="63913"/>
                  </a:lnTo>
                  <a:cubicBezTo>
                    <a:pt x="5334" y="63913"/>
                    <a:pt x="0" y="69247"/>
                    <a:pt x="0" y="75819"/>
                  </a:cubicBezTo>
                  <a:lnTo>
                    <a:pt x="0" y="139732"/>
                  </a:lnTo>
                  <a:cubicBezTo>
                    <a:pt x="0" y="146304"/>
                    <a:pt x="5334" y="151638"/>
                    <a:pt x="11906" y="151638"/>
                  </a:cubicBezTo>
                  <a:lnTo>
                    <a:pt x="63913" y="151638"/>
                  </a:lnTo>
                  <a:lnTo>
                    <a:pt x="63913" y="203645"/>
                  </a:lnTo>
                  <a:cubicBezTo>
                    <a:pt x="63913" y="210217"/>
                    <a:pt x="69247" y="215551"/>
                    <a:pt x="75819" y="215551"/>
                  </a:cubicBezTo>
                  <a:lnTo>
                    <a:pt x="139732" y="215551"/>
                  </a:lnTo>
                  <a:cubicBezTo>
                    <a:pt x="146304" y="215551"/>
                    <a:pt x="151638" y="210217"/>
                    <a:pt x="151638" y="203645"/>
                  </a:cubicBezTo>
                  <a:lnTo>
                    <a:pt x="151638" y="151638"/>
                  </a:lnTo>
                  <a:lnTo>
                    <a:pt x="203645" y="151638"/>
                  </a:lnTo>
                  <a:cubicBezTo>
                    <a:pt x="210217" y="151638"/>
                    <a:pt x="215551" y="146304"/>
                    <a:pt x="215551" y="139732"/>
                  </a:cubicBezTo>
                  <a:lnTo>
                    <a:pt x="215551" y="75819"/>
                  </a:lnTo>
                  <a:cubicBezTo>
                    <a:pt x="215551" y="69247"/>
                    <a:pt x="210217" y="63913"/>
                    <a:pt x="203645" y="63913"/>
                  </a:cubicBezTo>
                  <a:close/>
                </a:path>
              </a:pathLst>
            </a:custGeom>
            <a:solidFill>
              <a:srgbClr val="29B5E8"/>
            </a:solidFill>
            <a:ln>
              <a:noFill/>
            </a:ln>
          </p:spPr>
          <p:txBody>
            <a:bodyPr spcFirstLastPara="1" wrap="square" lIns="38575" tIns="19275" rIns="38575" bIns="19275" anchor="t" anchorCtr="0">
              <a:noAutofit/>
            </a:bodyPr>
            <a:lstStyle/>
            <a:p>
              <a:pPr marL="0" marR="0" lvl="0" indent="0" algn="l" rtl="0">
                <a:spcBef>
                  <a:spcPts val="0"/>
                </a:spcBef>
                <a:spcAft>
                  <a:spcPts val="0"/>
                </a:spcAft>
                <a:buNone/>
              </a:pPr>
              <a:endParaRPr sz="787">
                <a:solidFill>
                  <a:srgbClr val="262626"/>
                </a:solidFill>
                <a:latin typeface="Arial"/>
                <a:ea typeface="Arial"/>
                <a:cs typeface="Arial"/>
                <a:sym typeface="Arial"/>
              </a:endParaRPr>
            </a:p>
          </p:txBody>
        </p:sp>
        <p:sp>
          <p:nvSpPr>
            <p:cNvPr id="3320" name="Google Shape;3320;p96"/>
            <p:cNvSpPr/>
            <p:nvPr/>
          </p:nvSpPr>
          <p:spPr>
            <a:xfrm>
              <a:off x="5157486" y="4955193"/>
              <a:ext cx="523875" cy="523875"/>
            </a:xfrm>
            <a:custGeom>
              <a:avLst/>
              <a:gdLst/>
              <a:ahLst/>
              <a:cxnLst/>
              <a:rect l="l" t="t" r="r" b="b"/>
              <a:pathLst>
                <a:path w="523875" h="523875" extrusionOk="0">
                  <a:moveTo>
                    <a:pt x="283178" y="485775"/>
                  </a:moveTo>
                  <a:lnTo>
                    <a:pt x="150400" y="485775"/>
                  </a:lnTo>
                  <a:cubicBezTo>
                    <a:pt x="159544" y="471773"/>
                    <a:pt x="164878" y="455009"/>
                    <a:pt x="164878" y="437102"/>
                  </a:cubicBezTo>
                  <a:lnTo>
                    <a:pt x="164878" y="215551"/>
                  </a:lnTo>
                  <a:cubicBezTo>
                    <a:pt x="164878" y="191167"/>
                    <a:pt x="190119" y="176022"/>
                    <a:pt x="213551" y="176022"/>
                  </a:cubicBezTo>
                  <a:lnTo>
                    <a:pt x="445865" y="176022"/>
                  </a:lnTo>
                  <a:cubicBezTo>
                    <a:pt x="470535" y="176022"/>
                    <a:pt x="485775" y="191167"/>
                    <a:pt x="485775" y="215551"/>
                  </a:cubicBezTo>
                  <a:lnTo>
                    <a:pt x="485775" y="283083"/>
                  </a:lnTo>
                  <a:cubicBezTo>
                    <a:pt x="485775" y="293561"/>
                    <a:pt x="494348" y="302133"/>
                    <a:pt x="504825" y="302133"/>
                  </a:cubicBezTo>
                  <a:cubicBezTo>
                    <a:pt x="515303" y="302133"/>
                    <a:pt x="523875" y="293561"/>
                    <a:pt x="523875" y="283083"/>
                  </a:cubicBezTo>
                  <a:lnTo>
                    <a:pt x="523875" y="151543"/>
                  </a:lnTo>
                  <a:cubicBezTo>
                    <a:pt x="523875" y="100489"/>
                    <a:pt x="486632" y="63341"/>
                    <a:pt x="435293" y="63341"/>
                  </a:cubicBezTo>
                  <a:lnTo>
                    <a:pt x="273749" y="63341"/>
                  </a:lnTo>
                  <a:cubicBezTo>
                    <a:pt x="263081" y="33719"/>
                    <a:pt x="230791" y="0"/>
                    <a:pt x="193739" y="0"/>
                  </a:cubicBezTo>
                  <a:lnTo>
                    <a:pt x="88106" y="0"/>
                  </a:lnTo>
                  <a:cubicBezTo>
                    <a:pt x="41148" y="0"/>
                    <a:pt x="0" y="39338"/>
                    <a:pt x="0" y="84201"/>
                  </a:cubicBezTo>
                  <a:lnTo>
                    <a:pt x="0" y="437102"/>
                  </a:lnTo>
                  <a:cubicBezTo>
                    <a:pt x="0" y="484918"/>
                    <a:pt x="35624" y="523875"/>
                    <a:pt x="79343" y="523875"/>
                  </a:cubicBezTo>
                  <a:lnTo>
                    <a:pt x="83344" y="523875"/>
                  </a:lnTo>
                  <a:cubicBezTo>
                    <a:pt x="85439" y="523875"/>
                    <a:pt x="87535" y="523685"/>
                    <a:pt x="89535" y="523494"/>
                  </a:cubicBezTo>
                  <a:cubicBezTo>
                    <a:pt x="90678" y="523685"/>
                    <a:pt x="91821" y="523875"/>
                    <a:pt x="92964" y="523875"/>
                  </a:cubicBezTo>
                  <a:lnTo>
                    <a:pt x="282988" y="523875"/>
                  </a:lnTo>
                  <a:cubicBezTo>
                    <a:pt x="293465" y="523875"/>
                    <a:pt x="302038" y="515303"/>
                    <a:pt x="302038" y="504825"/>
                  </a:cubicBezTo>
                  <a:cubicBezTo>
                    <a:pt x="302038" y="494348"/>
                    <a:pt x="293465" y="485775"/>
                    <a:pt x="282988" y="485775"/>
                  </a:cubicBezTo>
                  <a:close/>
                  <a:moveTo>
                    <a:pt x="38195" y="437198"/>
                  </a:moveTo>
                  <a:lnTo>
                    <a:pt x="38195" y="84296"/>
                  </a:lnTo>
                  <a:cubicBezTo>
                    <a:pt x="38195" y="60579"/>
                    <a:pt x="62484" y="38195"/>
                    <a:pt x="88202" y="38195"/>
                  </a:cubicBezTo>
                  <a:lnTo>
                    <a:pt x="193834" y="38195"/>
                  </a:lnTo>
                  <a:cubicBezTo>
                    <a:pt x="217265" y="38195"/>
                    <a:pt x="239459" y="70390"/>
                    <a:pt x="239459" y="82487"/>
                  </a:cubicBezTo>
                  <a:cubicBezTo>
                    <a:pt x="239459" y="92964"/>
                    <a:pt x="248031" y="101537"/>
                    <a:pt x="258509" y="101537"/>
                  </a:cubicBezTo>
                  <a:lnTo>
                    <a:pt x="435388" y="101537"/>
                  </a:lnTo>
                  <a:cubicBezTo>
                    <a:pt x="464725" y="101537"/>
                    <a:pt x="483870" y="119634"/>
                    <a:pt x="485585" y="147733"/>
                  </a:cubicBezTo>
                  <a:cubicBezTo>
                    <a:pt x="474155" y="141446"/>
                    <a:pt x="460724" y="137922"/>
                    <a:pt x="445961" y="137922"/>
                  </a:cubicBezTo>
                  <a:lnTo>
                    <a:pt x="213646" y="137922"/>
                  </a:lnTo>
                  <a:cubicBezTo>
                    <a:pt x="165830" y="137922"/>
                    <a:pt x="126873" y="172784"/>
                    <a:pt x="126873" y="215551"/>
                  </a:cubicBezTo>
                  <a:lnTo>
                    <a:pt x="126873" y="437102"/>
                  </a:lnTo>
                  <a:cubicBezTo>
                    <a:pt x="126873" y="462534"/>
                    <a:pt x="106204" y="485775"/>
                    <a:pt x="83439" y="485775"/>
                  </a:cubicBezTo>
                  <a:lnTo>
                    <a:pt x="79439" y="485775"/>
                  </a:lnTo>
                  <a:cubicBezTo>
                    <a:pt x="54769" y="485775"/>
                    <a:pt x="38195" y="460629"/>
                    <a:pt x="38195" y="437102"/>
                  </a:cubicBezTo>
                  <a:close/>
                </a:path>
              </a:pathLst>
            </a:custGeom>
            <a:solidFill>
              <a:srgbClr val="29B5E8"/>
            </a:solidFill>
            <a:ln>
              <a:noFill/>
            </a:ln>
          </p:spPr>
          <p:txBody>
            <a:bodyPr spcFirstLastPara="1" wrap="square" lIns="38575" tIns="19275" rIns="38575" bIns="19275" anchor="t" anchorCtr="0">
              <a:noAutofit/>
            </a:bodyPr>
            <a:lstStyle/>
            <a:p>
              <a:pPr marL="0" marR="0" lvl="0" indent="0" algn="l" rtl="0">
                <a:spcBef>
                  <a:spcPts val="0"/>
                </a:spcBef>
                <a:spcAft>
                  <a:spcPts val="0"/>
                </a:spcAft>
                <a:buNone/>
              </a:pPr>
              <a:endParaRPr sz="787">
                <a:solidFill>
                  <a:srgbClr val="262626"/>
                </a:solidFill>
                <a:latin typeface="Arial"/>
                <a:ea typeface="Arial"/>
                <a:cs typeface="Arial"/>
                <a:sym typeface="Arial"/>
              </a:endParaRPr>
            </a:p>
          </p:txBody>
        </p:sp>
      </p:grpSp>
      <p:grpSp>
        <p:nvGrpSpPr>
          <p:cNvPr id="3321" name="Google Shape;3321;p96"/>
          <p:cNvGrpSpPr/>
          <p:nvPr/>
        </p:nvGrpSpPr>
        <p:grpSpPr>
          <a:xfrm>
            <a:off x="2627440" y="994868"/>
            <a:ext cx="396478" cy="396478"/>
            <a:chOff x="4482270" y="4936940"/>
            <a:chExt cx="528637" cy="528637"/>
          </a:xfrm>
        </p:grpSpPr>
        <p:sp>
          <p:nvSpPr>
            <p:cNvPr id="3322" name="Google Shape;3322;p96"/>
            <p:cNvSpPr/>
            <p:nvPr/>
          </p:nvSpPr>
          <p:spPr>
            <a:xfrm>
              <a:off x="4596285" y="5050764"/>
              <a:ext cx="291465" cy="291464"/>
            </a:xfrm>
            <a:custGeom>
              <a:avLst/>
              <a:gdLst/>
              <a:ahLst/>
              <a:cxnLst/>
              <a:rect l="l" t="t" r="r" b="b"/>
              <a:pathLst>
                <a:path w="291465" h="291464" extrusionOk="0">
                  <a:moveTo>
                    <a:pt x="279559" y="87725"/>
                  </a:moveTo>
                  <a:lnTo>
                    <a:pt x="203740" y="87725"/>
                  </a:lnTo>
                  <a:lnTo>
                    <a:pt x="203740" y="11906"/>
                  </a:lnTo>
                  <a:cubicBezTo>
                    <a:pt x="203740" y="5334"/>
                    <a:pt x="198406" y="0"/>
                    <a:pt x="191834" y="0"/>
                  </a:cubicBezTo>
                  <a:lnTo>
                    <a:pt x="99631" y="0"/>
                  </a:lnTo>
                  <a:cubicBezTo>
                    <a:pt x="93059" y="0"/>
                    <a:pt x="87725" y="5334"/>
                    <a:pt x="87725" y="11906"/>
                  </a:cubicBezTo>
                  <a:lnTo>
                    <a:pt x="87725" y="87725"/>
                  </a:lnTo>
                  <a:lnTo>
                    <a:pt x="11906" y="87725"/>
                  </a:lnTo>
                  <a:cubicBezTo>
                    <a:pt x="5334" y="87725"/>
                    <a:pt x="0" y="93059"/>
                    <a:pt x="0" y="99631"/>
                  </a:cubicBezTo>
                  <a:lnTo>
                    <a:pt x="0" y="191834"/>
                  </a:lnTo>
                  <a:cubicBezTo>
                    <a:pt x="0" y="198406"/>
                    <a:pt x="5334" y="203740"/>
                    <a:pt x="11906" y="203740"/>
                  </a:cubicBezTo>
                  <a:lnTo>
                    <a:pt x="87725" y="203740"/>
                  </a:lnTo>
                  <a:lnTo>
                    <a:pt x="87725" y="279559"/>
                  </a:lnTo>
                  <a:cubicBezTo>
                    <a:pt x="87725" y="286131"/>
                    <a:pt x="93059" y="291465"/>
                    <a:pt x="99631" y="291465"/>
                  </a:cubicBezTo>
                  <a:lnTo>
                    <a:pt x="191834" y="291465"/>
                  </a:lnTo>
                  <a:cubicBezTo>
                    <a:pt x="198406" y="291465"/>
                    <a:pt x="203740" y="286131"/>
                    <a:pt x="203740" y="279559"/>
                  </a:cubicBezTo>
                  <a:lnTo>
                    <a:pt x="203740" y="203740"/>
                  </a:lnTo>
                  <a:lnTo>
                    <a:pt x="279559" y="203740"/>
                  </a:lnTo>
                  <a:cubicBezTo>
                    <a:pt x="286131" y="203740"/>
                    <a:pt x="291465" y="198406"/>
                    <a:pt x="291465" y="191834"/>
                  </a:cubicBezTo>
                  <a:lnTo>
                    <a:pt x="291465" y="99631"/>
                  </a:lnTo>
                  <a:cubicBezTo>
                    <a:pt x="291465" y="93059"/>
                    <a:pt x="286131" y="87725"/>
                    <a:pt x="279559" y="87725"/>
                  </a:cubicBezTo>
                  <a:close/>
                  <a:moveTo>
                    <a:pt x="267653" y="179832"/>
                  </a:moveTo>
                  <a:lnTo>
                    <a:pt x="191834" y="179832"/>
                  </a:lnTo>
                  <a:cubicBezTo>
                    <a:pt x="185261" y="179832"/>
                    <a:pt x="179927" y="185166"/>
                    <a:pt x="179927" y="191738"/>
                  </a:cubicBezTo>
                  <a:lnTo>
                    <a:pt x="179927" y="267557"/>
                  </a:lnTo>
                  <a:lnTo>
                    <a:pt x="111538" y="267557"/>
                  </a:lnTo>
                  <a:lnTo>
                    <a:pt x="111538" y="191738"/>
                  </a:lnTo>
                  <a:cubicBezTo>
                    <a:pt x="111538" y="185166"/>
                    <a:pt x="106204" y="179832"/>
                    <a:pt x="99631" y="179832"/>
                  </a:cubicBezTo>
                  <a:lnTo>
                    <a:pt x="23813" y="179832"/>
                  </a:lnTo>
                  <a:lnTo>
                    <a:pt x="23813" y="111442"/>
                  </a:lnTo>
                  <a:lnTo>
                    <a:pt x="99631" y="111442"/>
                  </a:lnTo>
                  <a:cubicBezTo>
                    <a:pt x="106204" y="111442"/>
                    <a:pt x="111538" y="106108"/>
                    <a:pt x="111538" y="99536"/>
                  </a:cubicBezTo>
                  <a:lnTo>
                    <a:pt x="111538" y="23717"/>
                  </a:lnTo>
                  <a:lnTo>
                    <a:pt x="179927" y="23717"/>
                  </a:lnTo>
                  <a:lnTo>
                    <a:pt x="179927" y="99536"/>
                  </a:lnTo>
                  <a:cubicBezTo>
                    <a:pt x="179927" y="106108"/>
                    <a:pt x="185261" y="111442"/>
                    <a:pt x="191834" y="111442"/>
                  </a:cubicBezTo>
                  <a:lnTo>
                    <a:pt x="267653" y="111442"/>
                  </a:lnTo>
                  <a:lnTo>
                    <a:pt x="267653" y="17983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23" name="Google Shape;3323;p96"/>
            <p:cNvSpPr/>
            <p:nvPr/>
          </p:nvSpPr>
          <p:spPr>
            <a:xfrm>
              <a:off x="4482270" y="4936940"/>
              <a:ext cx="528637" cy="528637"/>
            </a:xfrm>
            <a:custGeom>
              <a:avLst/>
              <a:gdLst/>
              <a:ahLst/>
              <a:cxnLst/>
              <a:rect l="l" t="t" r="r" b="b"/>
              <a:pathLst>
                <a:path w="528637" h="528637" extrusionOk="0">
                  <a:moveTo>
                    <a:pt x="264319" y="0"/>
                  </a:moveTo>
                  <a:cubicBezTo>
                    <a:pt x="118586" y="0"/>
                    <a:pt x="0" y="118586"/>
                    <a:pt x="0" y="264319"/>
                  </a:cubicBezTo>
                  <a:cubicBezTo>
                    <a:pt x="0" y="410051"/>
                    <a:pt x="118586" y="528638"/>
                    <a:pt x="264319" y="528638"/>
                  </a:cubicBezTo>
                  <a:cubicBezTo>
                    <a:pt x="410051" y="528638"/>
                    <a:pt x="528638" y="410051"/>
                    <a:pt x="528638" y="264319"/>
                  </a:cubicBezTo>
                  <a:cubicBezTo>
                    <a:pt x="528638" y="118586"/>
                    <a:pt x="410051" y="0"/>
                    <a:pt x="264319" y="0"/>
                  </a:cubicBezTo>
                  <a:close/>
                  <a:moveTo>
                    <a:pt x="264319" y="504825"/>
                  </a:moveTo>
                  <a:cubicBezTo>
                    <a:pt x="131731" y="504825"/>
                    <a:pt x="23813" y="396907"/>
                    <a:pt x="23813" y="264319"/>
                  </a:cubicBezTo>
                  <a:cubicBezTo>
                    <a:pt x="23813" y="131731"/>
                    <a:pt x="131731" y="23813"/>
                    <a:pt x="264319" y="23813"/>
                  </a:cubicBezTo>
                  <a:cubicBezTo>
                    <a:pt x="396907" y="23813"/>
                    <a:pt x="504825" y="131731"/>
                    <a:pt x="504825" y="264319"/>
                  </a:cubicBezTo>
                  <a:cubicBezTo>
                    <a:pt x="504825" y="396907"/>
                    <a:pt x="396907" y="504825"/>
                    <a:pt x="264319" y="5048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324" name="Google Shape;3324;p96"/>
          <p:cNvGrpSpPr/>
          <p:nvPr/>
        </p:nvGrpSpPr>
        <p:grpSpPr>
          <a:xfrm>
            <a:off x="3913403" y="1531222"/>
            <a:ext cx="247317" cy="295405"/>
            <a:chOff x="11011770" y="297197"/>
            <a:chExt cx="439674" cy="524232"/>
          </a:xfrm>
        </p:grpSpPr>
        <p:sp>
          <p:nvSpPr>
            <p:cNvPr id="3325" name="Google Shape;3325;p96"/>
            <p:cNvSpPr/>
            <p:nvPr/>
          </p:nvSpPr>
          <p:spPr>
            <a:xfrm>
              <a:off x="11129309" y="463480"/>
              <a:ext cx="22800" cy="22800"/>
            </a:xfrm>
            <a:prstGeom prst="ellipse">
              <a:avLst/>
            </a:pr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50">
                <a:solidFill>
                  <a:srgbClr val="262626"/>
                </a:solidFill>
                <a:latin typeface="Arial"/>
                <a:ea typeface="Arial"/>
                <a:cs typeface="Arial"/>
                <a:sym typeface="Arial"/>
              </a:endParaRPr>
            </a:p>
          </p:txBody>
        </p:sp>
        <p:sp>
          <p:nvSpPr>
            <p:cNvPr id="3326" name="Google Shape;3326;p96"/>
            <p:cNvSpPr/>
            <p:nvPr/>
          </p:nvSpPr>
          <p:spPr>
            <a:xfrm>
              <a:off x="11163599" y="463480"/>
              <a:ext cx="22859" cy="22859"/>
            </a:xfrm>
            <a:custGeom>
              <a:avLst/>
              <a:gdLst/>
              <a:ahLst/>
              <a:cxnLst/>
              <a:rect l="l" t="t" r="r" b="b"/>
              <a:pathLst>
                <a:path w="22859" h="22859" extrusionOk="0">
                  <a:moveTo>
                    <a:pt x="11430" y="22860"/>
                  </a:moveTo>
                  <a:cubicBezTo>
                    <a:pt x="17812" y="22860"/>
                    <a:pt x="22860" y="17717"/>
                    <a:pt x="22860" y="11430"/>
                  </a:cubicBezTo>
                  <a:cubicBezTo>
                    <a:pt x="22860" y="5143"/>
                    <a:pt x="17812" y="0"/>
                    <a:pt x="11430" y="0"/>
                  </a:cubicBezTo>
                  <a:cubicBezTo>
                    <a:pt x="5048" y="0"/>
                    <a:pt x="0" y="5143"/>
                    <a:pt x="0" y="11430"/>
                  </a:cubicBezTo>
                  <a:cubicBezTo>
                    <a:pt x="0" y="17717"/>
                    <a:pt x="5144" y="22860"/>
                    <a:pt x="11430" y="22860"/>
                  </a:cubicBezTo>
                  <a:close/>
                </a:path>
              </a:pathLst>
            </a:cu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50">
                <a:solidFill>
                  <a:srgbClr val="262626"/>
                </a:solidFill>
                <a:latin typeface="Arial"/>
                <a:ea typeface="Arial"/>
                <a:cs typeface="Arial"/>
                <a:sym typeface="Arial"/>
              </a:endParaRPr>
            </a:p>
          </p:txBody>
        </p:sp>
        <p:sp>
          <p:nvSpPr>
            <p:cNvPr id="3327" name="Google Shape;3327;p96"/>
            <p:cNvSpPr/>
            <p:nvPr/>
          </p:nvSpPr>
          <p:spPr>
            <a:xfrm>
              <a:off x="11092542" y="431475"/>
              <a:ext cx="278701" cy="233838"/>
            </a:xfrm>
            <a:custGeom>
              <a:avLst/>
              <a:gdLst/>
              <a:ahLst/>
              <a:cxnLst/>
              <a:rect l="l" t="t" r="r" b="b"/>
              <a:pathLst>
                <a:path w="278701" h="233838" extrusionOk="0">
                  <a:moveTo>
                    <a:pt x="266795" y="0"/>
                  </a:moveTo>
                  <a:lnTo>
                    <a:pt x="11906" y="0"/>
                  </a:lnTo>
                  <a:cubicBezTo>
                    <a:pt x="5334" y="0"/>
                    <a:pt x="0" y="5334"/>
                    <a:pt x="0" y="11906"/>
                  </a:cubicBezTo>
                  <a:lnTo>
                    <a:pt x="0" y="221933"/>
                  </a:lnTo>
                  <a:cubicBezTo>
                    <a:pt x="0" y="228505"/>
                    <a:pt x="5334" y="233839"/>
                    <a:pt x="11906" y="233839"/>
                  </a:cubicBezTo>
                  <a:lnTo>
                    <a:pt x="266795" y="233839"/>
                  </a:lnTo>
                  <a:cubicBezTo>
                    <a:pt x="273368" y="233839"/>
                    <a:pt x="278701" y="228505"/>
                    <a:pt x="278701" y="221933"/>
                  </a:cubicBezTo>
                  <a:lnTo>
                    <a:pt x="278701" y="11906"/>
                  </a:lnTo>
                  <a:cubicBezTo>
                    <a:pt x="278701" y="5334"/>
                    <a:pt x="273368" y="0"/>
                    <a:pt x="266795" y="0"/>
                  </a:cubicBezTo>
                  <a:close/>
                  <a:moveTo>
                    <a:pt x="254889" y="23813"/>
                  </a:moveTo>
                  <a:lnTo>
                    <a:pt x="254889" y="63246"/>
                  </a:lnTo>
                  <a:lnTo>
                    <a:pt x="23813" y="63246"/>
                  </a:lnTo>
                  <a:lnTo>
                    <a:pt x="23813" y="23813"/>
                  </a:lnTo>
                  <a:lnTo>
                    <a:pt x="254889" y="23813"/>
                  </a:lnTo>
                  <a:close/>
                  <a:moveTo>
                    <a:pt x="23813" y="210122"/>
                  </a:moveTo>
                  <a:lnTo>
                    <a:pt x="23813" y="87154"/>
                  </a:lnTo>
                  <a:lnTo>
                    <a:pt x="254889" y="87154"/>
                  </a:lnTo>
                  <a:lnTo>
                    <a:pt x="254889" y="210122"/>
                  </a:lnTo>
                  <a:lnTo>
                    <a:pt x="23813" y="210122"/>
                  </a:lnTo>
                  <a:close/>
                </a:path>
              </a:pathLst>
            </a:cu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50">
                <a:solidFill>
                  <a:srgbClr val="262626"/>
                </a:solidFill>
                <a:latin typeface="Arial"/>
                <a:ea typeface="Arial"/>
                <a:cs typeface="Arial"/>
                <a:sym typeface="Arial"/>
              </a:endParaRPr>
            </a:p>
          </p:txBody>
        </p:sp>
        <p:sp>
          <p:nvSpPr>
            <p:cNvPr id="3328" name="Google Shape;3328;p96"/>
            <p:cNvSpPr/>
            <p:nvPr/>
          </p:nvSpPr>
          <p:spPr>
            <a:xfrm>
              <a:off x="11011770" y="297197"/>
              <a:ext cx="439674" cy="524232"/>
            </a:xfrm>
            <a:custGeom>
              <a:avLst/>
              <a:gdLst/>
              <a:ahLst/>
              <a:cxnLst/>
              <a:rect l="l" t="t" r="r" b="b"/>
              <a:pathLst>
                <a:path w="439674" h="524232" extrusionOk="0">
                  <a:moveTo>
                    <a:pt x="433864" y="68556"/>
                  </a:moveTo>
                  <a:cubicBezTo>
                    <a:pt x="430054" y="64937"/>
                    <a:pt x="425006" y="63032"/>
                    <a:pt x="419672" y="63413"/>
                  </a:cubicBezTo>
                  <a:cubicBezTo>
                    <a:pt x="320421" y="69128"/>
                    <a:pt x="277463" y="47411"/>
                    <a:pt x="233077" y="5215"/>
                  </a:cubicBezTo>
                  <a:cubicBezTo>
                    <a:pt x="225743" y="-1738"/>
                    <a:pt x="214217" y="-1738"/>
                    <a:pt x="206788" y="5215"/>
                  </a:cubicBezTo>
                  <a:cubicBezTo>
                    <a:pt x="162401" y="47411"/>
                    <a:pt x="119444" y="69223"/>
                    <a:pt x="20193" y="63413"/>
                  </a:cubicBezTo>
                  <a:cubicBezTo>
                    <a:pt x="14859" y="63032"/>
                    <a:pt x="9811" y="64937"/>
                    <a:pt x="6001" y="68556"/>
                  </a:cubicBezTo>
                  <a:cubicBezTo>
                    <a:pt x="2191" y="72176"/>
                    <a:pt x="0" y="77129"/>
                    <a:pt x="0" y="82367"/>
                  </a:cubicBezTo>
                  <a:lnTo>
                    <a:pt x="0" y="304300"/>
                  </a:lnTo>
                  <a:cubicBezTo>
                    <a:pt x="0" y="359545"/>
                    <a:pt x="26860" y="411647"/>
                    <a:pt x="77534" y="454795"/>
                  </a:cubicBezTo>
                  <a:cubicBezTo>
                    <a:pt x="116967" y="488418"/>
                    <a:pt x="168783" y="514136"/>
                    <a:pt x="216027" y="523851"/>
                  </a:cubicBezTo>
                  <a:cubicBezTo>
                    <a:pt x="217265" y="524137"/>
                    <a:pt x="218599" y="524232"/>
                    <a:pt x="219837" y="524232"/>
                  </a:cubicBezTo>
                  <a:cubicBezTo>
                    <a:pt x="221075" y="524232"/>
                    <a:pt x="222409" y="524137"/>
                    <a:pt x="223647" y="523851"/>
                  </a:cubicBezTo>
                  <a:cubicBezTo>
                    <a:pt x="270891" y="514231"/>
                    <a:pt x="322707" y="488418"/>
                    <a:pt x="362141" y="454795"/>
                  </a:cubicBezTo>
                  <a:cubicBezTo>
                    <a:pt x="412909" y="411647"/>
                    <a:pt x="439674" y="359545"/>
                    <a:pt x="439674" y="304300"/>
                  </a:cubicBezTo>
                  <a:lnTo>
                    <a:pt x="439674" y="82463"/>
                  </a:lnTo>
                  <a:cubicBezTo>
                    <a:pt x="439674" y="77224"/>
                    <a:pt x="437483" y="72176"/>
                    <a:pt x="433673" y="68651"/>
                  </a:cubicBezTo>
                  <a:close/>
                  <a:moveTo>
                    <a:pt x="401765" y="304395"/>
                  </a:moveTo>
                  <a:cubicBezTo>
                    <a:pt x="401765" y="401264"/>
                    <a:pt x="294704" y="468987"/>
                    <a:pt x="220028" y="485751"/>
                  </a:cubicBezTo>
                  <a:cubicBezTo>
                    <a:pt x="145352" y="468987"/>
                    <a:pt x="38291" y="401264"/>
                    <a:pt x="38291" y="304395"/>
                  </a:cubicBezTo>
                  <a:lnTo>
                    <a:pt x="38291" y="102275"/>
                  </a:lnTo>
                  <a:cubicBezTo>
                    <a:pt x="128207" y="104370"/>
                    <a:pt x="176213" y="82844"/>
                    <a:pt x="220028" y="44744"/>
                  </a:cubicBezTo>
                  <a:cubicBezTo>
                    <a:pt x="263938" y="82844"/>
                    <a:pt x="311753" y="104370"/>
                    <a:pt x="401765" y="102275"/>
                  </a:cubicBezTo>
                  <a:lnTo>
                    <a:pt x="401765" y="304395"/>
                  </a:lnTo>
                  <a:close/>
                </a:path>
              </a:pathLst>
            </a:cu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50">
                <a:solidFill>
                  <a:srgbClr val="262626"/>
                </a:solidFill>
                <a:latin typeface="Arial"/>
                <a:ea typeface="Arial"/>
                <a:cs typeface="Arial"/>
                <a:sym typeface="Arial"/>
              </a:endParaRPr>
            </a:p>
          </p:txBody>
        </p:sp>
      </p:grpSp>
      <p:grpSp>
        <p:nvGrpSpPr>
          <p:cNvPr id="3329" name="Google Shape;3329;p96"/>
          <p:cNvGrpSpPr/>
          <p:nvPr/>
        </p:nvGrpSpPr>
        <p:grpSpPr>
          <a:xfrm>
            <a:off x="432593" y="993761"/>
            <a:ext cx="396478" cy="396478"/>
            <a:chOff x="11249457" y="2634431"/>
            <a:chExt cx="528637" cy="528637"/>
          </a:xfrm>
        </p:grpSpPr>
        <p:sp>
          <p:nvSpPr>
            <p:cNvPr id="3330" name="Google Shape;3330;p96"/>
            <p:cNvSpPr/>
            <p:nvPr/>
          </p:nvSpPr>
          <p:spPr>
            <a:xfrm>
              <a:off x="11365472" y="2758804"/>
              <a:ext cx="297465" cy="245483"/>
            </a:xfrm>
            <a:custGeom>
              <a:avLst/>
              <a:gdLst/>
              <a:ahLst/>
              <a:cxnLst/>
              <a:rect l="l" t="t" r="r" b="b"/>
              <a:pathLst>
                <a:path w="297465" h="245483" extrusionOk="0">
                  <a:moveTo>
                    <a:pt x="285655" y="185190"/>
                  </a:moveTo>
                  <a:lnTo>
                    <a:pt x="274034" y="185190"/>
                  </a:lnTo>
                  <a:lnTo>
                    <a:pt x="274034" y="104989"/>
                  </a:lnTo>
                  <a:cubicBezTo>
                    <a:pt x="278702" y="104418"/>
                    <a:pt x="282702" y="101275"/>
                    <a:pt x="284131" y="96703"/>
                  </a:cubicBezTo>
                  <a:cubicBezTo>
                    <a:pt x="285655" y="91654"/>
                    <a:pt x="283655" y="86225"/>
                    <a:pt x="279178" y="83368"/>
                  </a:cubicBezTo>
                  <a:lnTo>
                    <a:pt x="153638" y="1929"/>
                  </a:lnTo>
                  <a:cubicBezTo>
                    <a:pt x="149733" y="-643"/>
                    <a:pt x="144590" y="-643"/>
                    <a:pt x="140684" y="1929"/>
                  </a:cubicBezTo>
                  <a:lnTo>
                    <a:pt x="15145" y="83368"/>
                  </a:lnTo>
                  <a:cubicBezTo>
                    <a:pt x="10763" y="86225"/>
                    <a:pt x="8668" y="91654"/>
                    <a:pt x="10192" y="96703"/>
                  </a:cubicBezTo>
                  <a:cubicBezTo>
                    <a:pt x="11525" y="101275"/>
                    <a:pt x="15621" y="104513"/>
                    <a:pt x="20288" y="104989"/>
                  </a:cubicBezTo>
                  <a:lnTo>
                    <a:pt x="20288" y="185190"/>
                  </a:lnTo>
                  <a:lnTo>
                    <a:pt x="11906" y="185190"/>
                  </a:lnTo>
                  <a:cubicBezTo>
                    <a:pt x="5334" y="185190"/>
                    <a:pt x="0" y="190524"/>
                    <a:pt x="0" y="197096"/>
                  </a:cubicBezTo>
                  <a:lnTo>
                    <a:pt x="0" y="233577"/>
                  </a:lnTo>
                  <a:cubicBezTo>
                    <a:pt x="0" y="240149"/>
                    <a:pt x="5334" y="245483"/>
                    <a:pt x="11906" y="245483"/>
                  </a:cubicBezTo>
                  <a:lnTo>
                    <a:pt x="285560" y="245483"/>
                  </a:lnTo>
                  <a:cubicBezTo>
                    <a:pt x="292132" y="245483"/>
                    <a:pt x="297466" y="240149"/>
                    <a:pt x="297466" y="233577"/>
                  </a:cubicBezTo>
                  <a:lnTo>
                    <a:pt x="297466" y="197096"/>
                  </a:lnTo>
                  <a:cubicBezTo>
                    <a:pt x="297466" y="190524"/>
                    <a:pt x="292132" y="185190"/>
                    <a:pt x="285560" y="185190"/>
                  </a:cubicBezTo>
                  <a:close/>
                  <a:moveTo>
                    <a:pt x="216503" y="185190"/>
                  </a:moveTo>
                  <a:lnTo>
                    <a:pt x="216503" y="105180"/>
                  </a:lnTo>
                  <a:lnTo>
                    <a:pt x="250127" y="105180"/>
                  </a:lnTo>
                  <a:lnTo>
                    <a:pt x="250127" y="185190"/>
                  </a:lnTo>
                  <a:lnTo>
                    <a:pt x="216503" y="185190"/>
                  </a:lnTo>
                  <a:close/>
                  <a:moveTo>
                    <a:pt x="135255" y="105180"/>
                  </a:moveTo>
                  <a:lnTo>
                    <a:pt x="135255" y="185190"/>
                  </a:lnTo>
                  <a:lnTo>
                    <a:pt x="101632" y="185190"/>
                  </a:lnTo>
                  <a:lnTo>
                    <a:pt x="101632" y="105180"/>
                  </a:lnTo>
                  <a:lnTo>
                    <a:pt x="135255" y="105180"/>
                  </a:lnTo>
                  <a:close/>
                  <a:moveTo>
                    <a:pt x="159068" y="105180"/>
                  </a:moveTo>
                  <a:lnTo>
                    <a:pt x="192691" y="105180"/>
                  </a:lnTo>
                  <a:lnTo>
                    <a:pt x="192691" y="185190"/>
                  </a:lnTo>
                  <a:lnTo>
                    <a:pt x="159068" y="185190"/>
                  </a:lnTo>
                  <a:lnTo>
                    <a:pt x="159068" y="105180"/>
                  </a:lnTo>
                  <a:close/>
                  <a:moveTo>
                    <a:pt x="147161" y="26027"/>
                  </a:moveTo>
                  <a:lnTo>
                    <a:pt x="232410" y="81367"/>
                  </a:lnTo>
                  <a:lnTo>
                    <a:pt x="61817" y="81367"/>
                  </a:lnTo>
                  <a:lnTo>
                    <a:pt x="147066" y="26027"/>
                  </a:lnTo>
                  <a:close/>
                  <a:moveTo>
                    <a:pt x="44101" y="105180"/>
                  </a:moveTo>
                  <a:lnTo>
                    <a:pt x="77724" y="105180"/>
                  </a:lnTo>
                  <a:lnTo>
                    <a:pt x="77724" y="185190"/>
                  </a:lnTo>
                  <a:lnTo>
                    <a:pt x="44101" y="185190"/>
                  </a:lnTo>
                  <a:lnTo>
                    <a:pt x="44101" y="105180"/>
                  </a:lnTo>
                  <a:close/>
                  <a:moveTo>
                    <a:pt x="273749" y="221671"/>
                  </a:moveTo>
                  <a:lnTo>
                    <a:pt x="23908" y="221671"/>
                  </a:lnTo>
                  <a:lnTo>
                    <a:pt x="23908" y="209002"/>
                  </a:lnTo>
                  <a:lnTo>
                    <a:pt x="273749" y="209002"/>
                  </a:lnTo>
                  <a:lnTo>
                    <a:pt x="273749" y="22167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31" name="Google Shape;3331;p96"/>
            <p:cNvSpPr/>
            <p:nvPr/>
          </p:nvSpPr>
          <p:spPr>
            <a:xfrm>
              <a:off x="11498727" y="2803691"/>
              <a:ext cx="27431" cy="27431"/>
            </a:xfrm>
            <a:custGeom>
              <a:avLst/>
              <a:gdLst/>
              <a:ahLst/>
              <a:cxnLst/>
              <a:rect l="l" t="t" r="r" b="b"/>
              <a:pathLst>
                <a:path w="27431" h="27431" extrusionOk="0">
                  <a:moveTo>
                    <a:pt x="13716" y="0"/>
                  </a:moveTo>
                  <a:cubicBezTo>
                    <a:pt x="6191" y="0"/>
                    <a:pt x="0" y="6096"/>
                    <a:pt x="0" y="13716"/>
                  </a:cubicBezTo>
                  <a:cubicBezTo>
                    <a:pt x="0" y="21336"/>
                    <a:pt x="6096" y="27432"/>
                    <a:pt x="13716" y="27432"/>
                  </a:cubicBezTo>
                  <a:cubicBezTo>
                    <a:pt x="21336" y="27432"/>
                    <a:pt x="27432" y="21336"/>
                    <a:pt x="27432" y="13716"/>
                  </a:cubicBezTo>
                  <a:cubicBezTo>
                    <a:pt x="27432" y="6096"/>
                    <a:pt x="21336" y="0"/>
                    <a:pt x="1371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32" name="Google Shape;3332;p96"/>
            <p:cNvSpPr/>
            <p:nvPr/>
          </p:nvSpPr>
          <p:spPr>
            <a:xfrm>
              <a:off x="11249457" y="2634431"/>
              <a:ext cx="528637" cy="528637"/>
            </a:xfrm>
            <a:custGeom>
              <a:avLst/>
              <a:gdLst/>
              <a:ahLst/>
              <a:cxnLst/>
              <a:rect l="l" t="t" r="r" b="b"/>
              <a:pathLst>
                <a:path w="528637" h="528637" extrusionOk="0">
                  <a:moveTo>
                    <a:pt x="264319" y="0"/>
                  </a:moveTo>
                  <a:cubicBezTo>
                    <a:pt x="118586" y="0"/>
                    <a:pt x="0" y="118586"/>
                    <a:pt x="0" y="264319"/>
                  </a:cubicBezTo>
                  <a:cubicBezTo>
                    <a:pt x="0" y="410051"/>
                    <a:pt x="118586" y="528638"/>
                    <a:pt x="264319" y="528638"/>
                  </a:cubicBezTo>
                  <a:cubicBezTo>
                    <a:pt x="410051" y="528638"/>
                    <a:pt x="528638" y="410051"/>
                    <a:pt x="528638" y="264319"/>
                  </a:cubicBezTo>
                  <a:cubicBezTo>
                    <a:pt x="528638" y="118586"/>
                    <a:pt x="410051" y="0"/>
                    <a:pt x="264319" y="0"/>
                  </a:cubicBezTo>
                  <a:close/>
                  <a:moveTo>
                    <a:pt x="264319" y="504825"/>
                  </a:moveTo>
                  <a:cubicBezTo>
                    <a:pt x="131731" y="504825"/>
                    <a:pt x="23813" y="396907"/>
                    <a:pt x="23813" y="264319"/>
                  </a:cubicBezTo>
                  <a:cubicBezTo>
                    <a:pt x="23813" y="131731"/>
                    <a:pt x="131731" y="23813"/>
                    <a:pt x="264319" y="23813"/>
                  </a:cubicBezTo>
                  <a:cubicBezTo>
                    <a:pt x="396907" y="23813"/>
                    <a:pt x="504825" y="131731"/>
                    <a:pt x="504825" y="264319"/>
                  </a:cubicBezTo>
                  <a:cubicBezTo>
                    <a:pt x="504825" y="396907"/>
                    <a:pt x="396907" y="504825"/>
                    <a:pt x="264319" y="5048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333" name="Google Shape;3333;p96"/>
          <p:cNvGrpSpPr/>
          <p:nvPr/>
        </p:nvGrpSpPr>
        <p:grpSpPr>
          <a:xfrm>
            <a:off x="4831885" y="994986"/>
            <a:ext cx="396478" cy="396478"/>
            <a:chOff x="10284330" y="294315"/>
            <a:chExt cx="528637" cy="528637"/>
          </a:xfrm>
        </p:grpSpPr>
        <p:sp>
          <p:nvSpPr>
            <p:cNvPr id="3334" name="Google Shape;3334;p96"/>
            <p:cNvSpPr/>
            <p:nvPr/>
          </p:nvSpPr>
          <p:spPr>
            <a:xfrm>
              <a:off x="10421348" y="513390"/>
              <a:ext cx="254354" cy="191547"/>
            </a:xfrm>
            <a:custGeom>
              <a:avLst/>
              <a:gdLst/>
              <a:ahLst/>
              <a:cxnLst/>
              <a:rect l="l" t="t" r="r" b="b"/>
              <a:pathLst>
                <a:path w="254354" h="191547" extrusionOk="0">
                  <a:moveTo>
                    <a:pt x="190071" y="6953"/>
                  </a:moveTo>
                  <a:cubicBezTo>
                    <a:pt x="188166" y="2762"/>
                    <a:pt x="183879" y="0"/>
                    <a:pt x="179212" y="0"/>
                  </a:cubicBezTo>
                  <a:lnTo>
                    <a:pt x="75294" y="0"/>
                  </a:lnTo>
                  <a:cubicBezTo>
                    <a:pt x="70627" y="0"/>
                    <a:pt x="66436" y="2667"/>
                    <a:pt x="64436" y="6953"/>
                  </a:cubicBezTo>
                  <a:cubicBezTo>
                    <a:pt x="64436" y="6953"/>
                    <a:pt x="25479" y="91535"/>
                    <a:pt x="4047" y="138113"/>
                  </a:cubicBezTo>
                  <a:cubicBezTo>
                    <a:pt x="-1858" y="150971"/>
                    <a:pt x="-1287" y="165735"/>
                    <a:pt x="5667" y="176594"/>
                  </a:cubicBezTo>
                  <a:cubicBezTo>
                    <a:pt x="11763" y="186119"/>
                    <a:pt x="22145" y="191548"/>
                    <a:pt x="34146" y="191548"/>
                  </a:cubicBezTo>
                  <a:lnTo>
                    <a:pt x="220170" y="191548"/>
                  </a:lnTo>
                  <a:cubicBezTo>
                    <a:pt x="232171" y="191548"/>
                    <a:pt x="242553" y="186119"/>
                    <a:pt x="248649" y="176594"/>
                  </a:cubicBezTo>
                  <a:cubicBezTo>
                    <a:pt x="255603" y="165735"/>
                    <a:pt x="256269" y="150971"/>
                    <a:pt x="250269" y="138113"/>
                  </a:cubicBezTo>
                  <a:cubicBezTo>
                    <a:pt x="228742" y="91535"/>
                    <a:pt x="189880" y="6953"/>
                    <a:pt x="189880" y="6953"/>
                  </a:cubicBezTo>
                  <a:close/>
                  <a:moveTo>
                    <a:pt x="228837" y="163735"/>
                  </a:moveTo>
                  <a:cubicBezTo>
                    <a:pt x="227123" y="166402"/>
                    <a:pt x="224361" y="167735"/>
                    <a:pt x="220360" y="167735"/>
                  </a:cubicBezTo>
                  <a:lnTo>
                    <a:pt x="34337" y="167735"/>
                  </a:lnTo>
                  <a:cubicBezTo>
                    <a:pt x="30336" y="167735"/>
                    <a:pt x="27574" y="166402"/>
                    <a:pt x="25860" y="163735"/>
                  </a:cubicBezTo>
                  <a:cubicBezTo>
                    <a:pt x="23288" y="159734"/>
                    <a:pt x="23288" y="153448"/>
                    <a:pt x="25860" y="148019"/>
                  </a:cubicBezTo>
                  <a:cubicBezTo>
                    <a:pt x="43671" y="109442"/>
                    <a:pt x="73389" y="44863"/>
                    <a:pt x="83105" y="23813"/>
                  </a:cubicBezTo>
                  <a:lnTo>
                    <a:pt x="171783" y="23813"/>
                  </a:lnTo>
                  <a:cubicBezTo>
                    <a:pt x="181498" y="44958"/>
                    <a:pt x="211216" y="109538"/>
                    <a:pt x="229028" y="148019"/>
                  </a:cubicBezTo>
                  <a:cubicBezTo>
                    <a:pt x="231504" y="153448"/>
                    <a:pt x="231504" y="159734"/>
                    <a:pt x="229028" y="16373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35" name="Google Shape;3335;p96"/>
            <p:cNvSpPr/>
            <p:nvPr/>
          </p:nvSpPr>
          <p:spPr>
            <a:xfrm>
              <a:off x="10480165" y="487863"/>
              <a:ext cx="138588" cy="14287"/>
            </a:xfrm>
            <a:custGeom>
              <a:avLst/>
              <a:gdLst/>
              <a:ahLst/>
              <a:cxnLst/>
              <a:rect l="l" t="t" r="r" b="b"/>
              <a:pathLst>
                <a:path w="138588" h="14287" extrusionOk="0">
                  <a:moveTo>
                    <a:pt x="0" y="7144"/>
                  </a:moveTo>
                  <a:cubicBezTo>
                    <a:pt x="0" y="11049"/>
                    <a:pt x="3239" y="14288"/>
                    <a:pt x="7144" y="14288"/>
                  </a:cubicBezTo>
                  <a:lnTo>
                    <a:pt x="131445" y="14288"/>
                  </a:lnTo>
                  <a:cubicBezTo>
                    <a:pt x="135350" y="14288"/>
                    <a:pt x="138589" y="11049"/>
                    <a:pt x="138589" y="7144"/>
                  </a:cubicBezTo>
                  <a:cubicBezTo>
                    <a:pt x="138589" y="3239"/>
                    <a:pt x="135350" y="0"/>
                    <a:pt x="131445" y="0"/>
                  </a:cubicBezTo>
                  <a:lnTo>
                    <a:pt x="7144" y="0"/>
                  </a:lnTo>
                  <a:cubicBezTo>
                    <a:pt x="3239" y="0"/>
                    <a:pt x="0" y="3239"/>
                    <a:pt x="0" y="71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36" name="Google Shape;3336;p96"/>
            <p:cNvSpPr/>
            <p:nvPr/>
          </p:nvSpPr>
          <p:spPr>
            <a:xfrm>
              <a:off x="10454524" y="415137"/>
              <a:ext cx="89763" cy="63106"/>
            </a:xfrm>
            <a:custGeom>
              <a:avLst/>
              <a:gdLst/>
              <a:ahLst/>
              <a:cxnLst/>
              <a:rect l="l" t="t" r="r" b="b"/>
              <a:pathLst>
                <a:path w="89763" h="63106" extrusionOk="0">
                  <a:moveTo>
                    <a:pt x="56977" y="63107"/>
                  </a:moveTo>
                  <a:cubicBezTo>
                    <a:pt x="56977" y="63107"/>
                    <a:pt x="57454" y="63107"/>
                    <a:pt x="57739" y="63107"/>
                  </a:cubicBezTo>
                  <a:lnTo>
                    <a:pt x="82600" y="63107"/>
                  </a:lnTo>
                  <a:cubicBezTo>
                    <a:pt x="84695" y="63107"/>
                    <a:pt x="86791" y="62154"/>
                    <a:pt x="88124" y="60535"/>
                  </a:cubicBezTo>
                  <a:cubicBezTo>
                    <a:pt x="89458" y="58916"/>
                    <a:pt x="90029" y="56725"/>
                    <a:pt x="89648" y="54629"/>
                  </a:cubicBezTo>
                  <a:cubicBezTo>
                    <a:pt x="83266" y="22530"/>
                    <a:pt x="64883" y="2147"/>
                    <a:pt x="40690" y="146"/>
                  </a:cubicBezTo>
                  <a:cubicBezTo>
                    <a:pt x="23068" y="-1282"/>
                    <a:pt x="6876" y="7862"/>
                    <a:pt x="1447" y="22435"/>
                  </a:cubicBezTo>
                  <a:cubicBezTo>
                    <a:pt x="-935" y="28721"/>
                    <a:pt x="-363" y="35008"/>
                    <a:pt x="3066" y="40532"/>
                  </a:cubicBezTo>
                  <a:cubicBezTo>
                    <a:pt x="13924" y="58058"/>
                    <a:pt x="52786" y="62630"/>
                    <a:pt x="57168" y="63107"/>
                  </a:cubicBezTo>
                  <a:close/>
                  <a:moveTo>
                    <a:pt x="14686" y="27483"/>
                  </a:moveTo>
                  <a:cubicBezTo>
                    <a:pt x="17830" y="19006"/>
                    <a:pt x="28212" y="13577"/>
                    <a:pt x="39451" y="14434"/>
                  </a:cubicBezTo>
                  <a:cubicBezTo>
                    <a:pt x="54882" y="15672"/>
                    <a:pt x="67264" y="28340"/>
                    <a:pt x="73456" y="48914"/>
                  </a:cubicBezTo>
                  <a:lnTo>
                    <a:pt x="58120" y="48914"/>
                  </a:lnTo>
                  <a:cubicBezTo>
                    <a:pt x="43166" y="47295"/>
                    <a:pt x="20211" y="41390"/>
                    <a:pt x="15067" y="33103"/>
                  </a:cubicBezTo>
                  <a:cubicBezTo>
                    <a:pt x="14305" y="31865"/>
                    <a:pt x="13734" y="30245"/>
                    <a:pt x="14686" y="2757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37" name="Google Shape;3337;p96"/>
            <p:cNvSpPr/>
            <p:nvPr/>
          </p:nvSpPr>
          <p:spPr>
            <a:xfrm>
              <a:off x="10554048" y="415232"/>
              <a:ext cx="89733" cy="63106"/>
            </a:xfrm>
            <a:custGeom>
              <a:avLst/>
              <a:gdLst/>
              <a:ahLst/>
              <a:cxnLst/>
              <a:rect l="l" t="t" r="r" b="b"/>
              <a:pathLst>
                <a:path w="89733" h="63106" extrusionOk="0">
                  <a:moveTo>
                    <a:pt x="6984" y="63107"/>
                  </a:moveTo>
                  <a:lnTo>
                    <a:pt x="31844" y="63107"/>
                  </a:lnTo>
                  <a:cubicBezTo>
                    <a:pt x="31844" y="63107"/>
                    <a:pt x="32320" y="63107"/>
                    <a:pt x="32606" y="63107"/>
                  </a:cubicBezTo>
                  <a:cubicBezTo>
                    <a:pt x="36988" y="62630"/>
                    <a:pt x="75850" y="58058"/>
                    <a:pt x="86708" y="40532"/>
                  </a:cubicBezTo>
                  <a:cubicBezTo>
                    <a:pt x="90137" y="35008"/>
                    <a:pt x="90613" y="28721"/>
                    <a:pt x="88327" y="22435"/>
                  </a:cubicBezTo>
                  <a:cubicBezTo>
                    <a:pt x="82898" y="7862"/>
                    <a:pt x="66801" y="-1282"/>
                    <a:pt x="49084" y="146"/>
                  </a:cubicBezTo>
                  <a:cubicBezTo>
                    <a:pt x="24796" y="2147"/>
                    <a:pt x="6508" y="22435"/>
                    <a:pt x="126" y="54629"/>
                  </a:cubicBezTo>
                  <a:cubicBezTo>
                    <a:pt x="-255" y="56725"/>
                    <a:pt x="221" y="58916"/>
                    <a:pt x="1650" y="60535"/>
                  </a:cubicBezTo>
                  <a:cubicBezTo>
                    <a:pt x="3079" y="62154"/>
                    <a:pt x="5079" y="63107"/>
                    <a:pt x="7174" y="63107"/>
                  </a:cubicBezTo>
                  <a:close/>
                  <a:moveTo>
                    <a:pt x="50037" y="14339"/>
                  </a:moveTo>
                  <a:cubicBezTo>
                    <a:pt x="61181" y="13481"/>
                    <a:pt x="71563" y="18911"/>
                    <a:pt x="74802" y="27388"/>
                  </a:cubicBezTo>
                  <a:cubicBezTo>
                    <a:pt x="75850" y="30150"/>
                    <a:pt x="75183" y="31769"/>
                    <a:pt x="74421" y="32912"/>
                  </a:cubicBezTo>
                  <a:cubicBezTo>
                    <a:pt x="69277" y="41199"/>
                    <a:pt x="46322" y="47105"/>
                    <a:pt x="31368" y="48724"/>
                  </a:cubicBezTo>
                  <a:lnTo>
                    <a:pt x="16033" y="48724"/>
                  </a:lnTo>
                  <a:cubicBezTo>
                    <a:pt x="22224" y="28245"/>
                    <a:pt x="34606" y="15482"/>
                    <a:pt x="50037" y="1424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38" name="Google Shape;3338;p96"/>
            <p:cNvSpPr/>
            <p:nvPr/>
          </p:nvSpPr>
          <p:spPr>
            <a:xfrm>
              <a:off x="10521503" y="551110"/>
              <a:ext cx="57435" cy="115061"/>
            </a:xfrm>
            <a:custGeom>
              <a:avLst/>
              <a:gdLst/>
              <a:ahLst/>
              <a:cxnLst/>
              <a:rect l="l" t="t" r="r" b="b"/>
              <a:pathLst>
                <a:path w="57435" h="115061" extrusionOk="0">
                  <a:moveTo>
                    <a:pt x="35338" y="52768"/>
                  </a:moveTo>
                  <a:lnTo>
                    <a:pt x="28385" y="49339"/>
                  </a:lnTo>
                  <a:cubicBezTo>
                    <a:pt x="16002" y="43243"/>
                    <a:pt x="14288" y="42005"/>
                    <a:pt x="14288" y="35909"/>
                  </a:cubicBezTo>
                  <a:cubicBezTo>
                    <a:pt x="14288" y="25717"/>
                    <a:pt x="25336" y="24956"/>
                    <a:pt x="28670" y="24956"/>
                  </a:cubicBezTo>
                  <a:cubicBezTo>
                    <a:pt x="32957" y="24956"/>
                    <a:pt x="42767" y="26003"/>
                    <a:pt x="42767" y="35909"/>
                  </a:cubicBezTo>
                  <a:cubicBezTo>
                    <a:pt x="42767" y="39814"/>
                    <a:pt x="46006" y="43053"/>
                    <a:pt x="49911" y="43053"/>
                  </a:cubicBezTo>
                  <a:cubicBezTo>
                    <a:pt x="53816" y="43053"/>
                    <a:pt x="57055" y="39814"/>
                    <a:pt x="57055" y="35909"/>
                  </a:cubicBezTo>
                  <a:cubicBezTo>
                    <a:pt x="57055" y="23051"/>
                    <a:pt x="48768" y="13811"/>
                    <a:pt x="35814" y="11335"/>
                  </a:cubicBezTo>
                  <a:lnTo>
                    <a:pt x="35814" y="7144"/>
                  </a:lnTo>
                  <a:cubicBezTo>
                    <a:pt x="35814" y="3238"/>
                    <a:pt x="32576" y="0"/>
                    <a:pt x="28670" y="0"/>
                  </a:cubicBezTo>
                  <a:cubicBezTo>
                    <a:pt x="24765" y="0"/>
                    <a:pt x="21527" y="3238"/>
                    <a:pt x="21527" y="7144"/>
                  </a:cubicBezTo>
                  <a:lnTo>
                    <a:pt x="21527" y="11430"/>
                  </a:lnTo>
                  <a:cubicBezTo>
                    <a:pt x="8572" y="13907"/>
                    <a:pt x="0" y="23336"/>
                    <a:pt x="0" y="36005"/>
                  </a:cubicBezTo>
                  <a:cubicBezTo>
                    <a:pt x="0" y="51340"/>
                    <a:pt x="9716" y="56197"/>
                    <a:pt x="22098" y="62293"/>
                  </a:cubicBezTo>
                  <a:lnTo>
                    <a:pt x="29051" y="65723"/>
                  </a:lnTo>
                  <a:cubicBezTo>
                    <a:pt x="41434" y="71818"/>
                    <a:pt x="43148" y="73057"/>
                    <a:pt x="43148" y="79153"/>
                  </a:cubicBezTo>
                  <a:cubicBezTo>
                    <a:pt x="43148" y="88963"/>
                    <a:pt x="33052" y="90011"/>
                    <a:pt x="28670" y="90011"/>
                  </a:cubicBezTo>
                  <a:cubicBezTo>
                    <a:pt x="24289" y="90011"/>
                    <a:pt x="14288" y="88963"/>
                    <a:pt x="14288" y="79153"/>
                  </a:cubicBezTo>
                  <a:cubicBezTo>
                    <a:pt x="14288" y="75248"/>
                    <a:pt x="11049" y="72009"/>
                    <a:pt x="7144" y="72009"/>
                  </a:cubicBezTo>
                  <a:cubicBezTo>
                    <a:pt x="3239" y="72009"/>
                    <a:pt x="0" y="75248"/>
                    <a:pt x="0" y="79153"/>
                  </a:cubicBezTo>
                  <a:cubicBezTo>
                    <a:pt x="0" y="92011"/>
                    <a:pt x="8477" y="101156"/>
                    <a:pt x="21527" y="103537"/>
                  </a:cubicBezTo>
                  <a:lnTo>
                    <a:pt x="21527" y="107918"/>
                  </a:lnTo>
                  <a:cubicBezTo>
                    <a:pt x="21527" y="111824"/>
                    <a:pt x="24765" y="115062"/>
                    <a:pt x="28670" y="115062"/>
                  </a:cubicBezTo>
                  <a:cubicBezTo>
                    <a:pt x="32576" y="115062"/>
                    <a:pt x="35814" y="111824"/>
                    <a:pt x="35814" y="107918"/>
                  </a:cubicBezTo>
                  <a:lnTo>
                    <a:pt x="35814" y="103537"/>
                  </a:lnTo>
                  <a:cubicBezTo>
                    <a:pt x="48959" y="101060"/>
                    <a:pt x="57436" y="91916"/>
                    <a:pt x="57436" y="79153"/>
                  </a:cubicBezTo>
                  <a:cubicBezTo>
                    <a:pt x="57436" y="63817"/>
                    <a:pt x="47720" y="58960"/>
                    <a:pt x="35338" y="5286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39" name="Google Shape;3339;p96"/>
            <p:cNvSpPr/>
            <p:nvPr/>
          </p:nvSpPr>
          <p:spPr>
            <a:xfrm>
              <a:off x="10284330" y="294315"/>
              <a:ext cx="528637" cy="528637"/>
            </a:xfrm>
            <a:custGeom>
              <a:avLst/>
              <a:gdLst/>
              <a:ahLst/>
              <a:cxnLst/>
              <a:rect l="l" t="t" r="r" b="b"/>
              <a:pathLst>
                <a:path w="528637" h="528637" extrusionOk="0">
                  <a:moveTo>
                    <a:pt x="264319" y="0"/>
                  </a:moveTo>
                  <a:cubicBezTo>
                    <a:pt x="118586" y="0"/>
                    <a:pt x="0" y="118586"/>
                    <a:pt x="0" y="264319"/>
                  </a:cubicBezTo>
                  <a:cubicBezTo>
                    <a:pt x="0" y="410051"/>
                    <a:pt x="118586" y="528638"/>
                    <a:pt x="264319" y="528638"/>
                  </a:cubicBezTo>
                  <a:cubicBezTo>
                    <a:pt x="410051" y="528638"/>
                    <a:pt x="528638" y="410051"/>
                    <a:pt x="528638" y="264319"/>
                  </a:cubicBezTo>
                  <a:cubicBezTo>
                    <a:pt x="528638" y="118586"/>
                    <a:pt x="410051" y="0"/>
                    <a:pt x="264319" y="0"/>
                  </a:cubicBezTo>
                  <a:close/>
                  <a:moveTo>
                    <a:pt x="264319" y="504825"/>
                  </a:moveTo>
                  <a:cubicBezTo>
                    <a:pt x="131731" y="504825"/>
                    <a:pt x="23813" y="396907"/>
                    <a:pt x="23813" y="264319"/>
                  </a:cubicBezTo>
                  <a:cubicBezTo>
                    <a:pt x="23813" y="131731"/>
                    <a:pt x="131731" y="23813"/>
                    <a:pt x="264319" y="23813"/>
                  </a:cubicBezTo>
                  <a:cubicBezTo>
                    <a:pt x="396907" y="23813"/>
                    <a:pt x="504825" y="131731"/>
                    <a:pt x="504825" y="264319"/>
                  </a:cubicBezTo>
                  <a:cubicBezTo>
                    <a:pt x="504825" y="396907"/>
                    <a:pt x="396907" y="504825"/>
                    <a:pt x="264319" y="5048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340" name="Google Shape;3340;p96"/>
          <p:cNvGrpSpPr/>
          <p:nvPr/>
        </p:nvGrpSpPr>
        <p:grpSpPr>
          <a:xfrm>
            <a:off x="4897511" y="1543127"/>
            <a:ext cx="291947" cy="271579"/>
            <a:chOff x="6639331" y="3482837"/>
            <a:chExt cx="519017" cy="492347"/>
          </a:xfrm>
        </p:grpSpPr>
        <p:sp>
          <p:nvSpPr>
            <p:cNvPr id="3341" name="Google Shape;3341;p96"/>
            <p:cNvSpPr/>
            <p:nvPr/>
          </p:nvSpPr>
          <p:spPr>
            <a:xfrm>
              <a:off x="6922414" y="3482837"/>
              <a:ext cx="235934" cy="492347"/>
            </a:xfrm>
            <a:custGeom>
              <a:avLst/>
              <a:gdLst/>
              <a:ahLst/>
              <a:cxnLst/>
              <a:rect l="l" t="t" r="r" b="b"/>
              <a:pathLst>
                <a:path w="235934" h="492347" extrusionOk="0">
                  <a:moveTo>
                    <a:pt x="235553" y="48387"/>
                  </a:moveTo>
                  <a:cubicBezTo>
                    <a:pt x="230791" y="16669"/>
                    <a:pt x="174212" y="0"/>
                    <a:pt x="118015" y="0"/>
                  </a:cubicBezTo>
                  <a:cubicBezTo>
                    <a:pt x="61817" y="0"/>
                    <a:pt x="5239" y="16573"/>
                    <a:pt x="476" y="48387"/>
                  </a:cubicBezTo>
                  <a:cubicBezTo>
                    <a:pt x="286" y="49149"/>
                    <a:pt x="0" y="49911"/>
                    <a:pt x="0" y="50673"/>
                  </a:cubicBezTo>
                  <a:lnTo>
                    <a:pt x="0" y="439674"/>
                  </a:lnTo>
                  <a:cubicBezTo>
                    <a:pt x="0" y="474250"/>
                    <a:pt x="59341" y="492347"/>
                    <a:pt x="117919" y="492347"/>
                  </a:cubicBezTo>
                  <a:cubicBezTo>
                    <a:pt x="176498" y="492347"/>
                    <a:pt x="235934" y="474250"/>
                    <a:pt x="235934" y="439674"/>
                  </a:cubicBezTo>
                  <a:lnTo>
                    <a:pt x="235934" y="50673"/>
                  </a:lnTo>
                  <a:cubicBezTo>
                    <a:pt x="235934" y="49816"/>
                    <a:pt x="235648" y="49149"/>
                    <a:pt x="235458" y="48387"/>
                  </a:cubicBezTo>
                  <a:close/>
                  <a:moveTo>
                    <a:pt x="212217" y="384334"/>
                  </a:moveTo>
                  <a:cubicBezTo>
                    <a:pt x="212217" y="394145"/>
                    <a:pt x="178975" y="413195"/>
                    <a:pt x="118015" y="413195"/>
                  </a:cubicBezTo>
                  <a:cubicBezTo>
                    <a:pt x="57055" y="413195"/>
                    <a:pt x="23908" y="394145"/>
                    <a:pt x="23908" y="384334"/>
                  </a:cubicBezTo>
                  <a:lnTo>
                    <a:pt x="23908" y="362141"/>
                  </a:lnTo>
                  <a:cubicBezTo>
                    <a:pt x="46577" y="375190"/>
                    <a:pt x="82391" y="381857"/>
                    <a:pt x="118015" y="381857"/>
                  </a:cubicBezTo>
                  <a:cubicBezTo>
                    <a:pt x="153638" y="381857"/>
                    <a:pt x="189452" y="375095"/>
                    <a:pt x="212217" y="362141"/>
                  </a:cubicBezTo>
                  <a:lnTo>
                    <a:pt x="212217" y="384334"/>
                  </a:lnTo>
                  <a:close/>
                  <a:moveTo>
                    <a:pt x="212217" y="329184"/>
                  </a:moveTo>
                  <a:cubicBezTo>
                    <a:pt x="212217" y="338995"/>
                    <a:pt x="178975" y="358045"/>
                    <a:pt x="118015" y="358045"/>
                  </a:cubicBezTo>
                  <a:cubicBezTo>
                    <a:pt x="57055" y="358045"/>
                    <a:pt x="23908" y="338995"/>
                    <a:pt x="23908" y="329184"/>
                  </a:cubicBezTo>
                  <a:lnTo>
                    <a:pt x="23908" y="306515"/>
                  </a:lnTo>
                  <a:cubicBezTo>
                    <a:pt x="46577" y="319564"/>
                    <a:pt x="82391" y="326231"/>
                    <a:pt x="118015" y="326231"/>
                  </a:cubicBezTo>
                  <a:cubicBezTo>
                    <a:pt x="153638" y="326231"/>
                    <a:pt x="189452" y="319469"/>
                    <a:pt x="212217" y="306515"/>
                  </a:cubicBezTo>
                  <a:lnTo>
                    <a:pt x="212217" y="329184"/>
                  </a:lnTo>
                  <a:close/>
                  <a:moveTo>
                    <a:pt x="212217" y="273558"/>
                  </a:moveTo>
                  <a:cubicBezTo>
                    <a:pt x="212217" y="283369"/>
                    <a:pt x="178975" y="302419"/>
                    <a:pt x="118015" y="302419"/>
                  </a:cubicBezTo>
                  <a:cubicBezTo>
                    <a:pt x="57055" y="302419"/>
                    <a:pt x="23908" y="283369"/>
                    <a:pt x="23908" y="273558"/>
                  </a:cubicBezTo>
                  <a:lnTo>
                    <a:pt x="23908" y="251270"/>
                  </a:lnTo>
                  <a:cubicBezTo>
                    <a:pt x="46577" y="264319"/>
                    <a:pt x="82391" y="270986"/>
                    <a:pt x="118015" y="270986"/>
                  </a:cubicBezTo>
                  <a:cubicBezTo>
                    <a:pt x="153638" y="270986"/>
                    <a:pt x="189452" y="264224"/>
                    <a:pt x="212217" y="251270"/>
                  </a:cubicBezTo>
                  <a:lnTo>
                    <a:pt x="212217" y="273558"/>
                  </a:lnTo>
                  <a:close/>
                  <a:moveTo>
                    <a:pt x="212217" y="218408"/>
                  </a:moveTo>
                  <a:cubicBezTo>
                    <a:pt x="212217" y="228219"/>
                    <a:pt x="178975" y="247269"/>
                    <a:pt x="118015" y="247269"/>
                  </a:cubicBezTo>
                  <a:cubicBezTo>
                    <a:pt x="57055" y="247269"/>
                    <a:pt x="23908" y="228219"/>
                    <a:pt x="23908" y="218408"/>
                  </a:cubicBezTo>
                  <a:lnTo>
                    <a:pt x="23908" y="195929"/>
                  </a:lnTo>
                  <a:cubicBezTo>
                    <a:pt x="46577" y="208979"/>
                    <a:pt x="82391" y="215646"/>
                    <a:pt x="118015" y="215646"/>
                  </a:cubicBezTo>
                  <a:cubicBezTo>
                    <a:pt x="153638" y="215646"/>
                    <a:pt x="189452" y="208883"/>
                    <a:pt x="212217" y="195929"/>
                  </a:cubicBezTo>
                  <a:lnTo>
                    <a:pt x="212217" y="218408"/>
                  </a:lnTo>
                  <a:close/>
                  <a:moveTo>
                    <a:pt x="212217" y="163068"/>
                  </a:moveTo>
                  <a:cubicBezTo>
                    <a:pt x="212217" y="172879"/>
                    <a:pt x="178975" y="191929"/>
                    <a:pt x="118015" y="191929"/>
                  </a:cubicBezTo>
                  <a:cubicBezTo>
                    <a:pt x="57055" y="191929"/>
                    <a:pt x="23908" y="172879"/>
                    <a:pt x="23908" y="163068"/>
                  </a:cubicBezTo>
                  <a:lnTo>
                    <a:pt x="23908" y="140780"/>
                  </a:lnTo>
                  <a:cubicBezTo>
                    <a:pt x="46577" y="153829"/>
                    <a:pt x="82391" y="160496"/>
                    <a:pt x="118015" y="160496"/>
                  </a:cubicBezTo>
                  <a:cubicBezTo>
                    <a:pt x="153638" y="160496"/>
                    <a:pt x="189452" y="153734"/>
                    <a:pt x="212217" y="140780"/>
                  </a:cubicBezTo>
                  <a:lnTo>
                    <a:pt x="212217" y="163068"/>
                  </a:lnTo>
                  <a:close/>
                  <a:moveTo>
                    <a:pt x="212217" y="107918"/>
                  </a:moveTo>
                  <a:cubicBezTo>
                    <a:pt x="212217" y="117729"/>
                    <a:pt x="178975" y="136779"/>
                    <a:pt x="118015" y="136779"/>
                  </a:cubicBezTo>
                  <a:cubicBezTo>
                    <a:pt x="57055" y="136779"/>
                    <a:pt x="23908" y="117729"/>
                    <a:pt x="23908" y="107918"/>
                  </a:cubicBezTo>
                  <a:lnTo>
                    <a:pt x="23908" y="85535"/>
                  </a:lnTo>
                  <a:cubicBezTo>
                    <a:pt x="46577" y="98584"/>
                    <a:pt x="82391" y="105251"/>
                    <a:pt x="118015" y="105251"/>
                  </a:cubicBezTo>
                  <a:cubicBezTo>
                    <a:pt x="153638" y="105251"/>
                    <a:pt x="189452" y="98489"/>
                    <a:pt x="212217" y="85535"/>
                  </a:cubicBezTo>
                  <a:lnTo>
                    <a:pt x="212217" y="107918"/>
                  </a:lnTo>
                  <a:close/>
                  <a:moveTo>
                    <a:pt x="118015" y="23812"/>
                  </a:moveTo>
                  <a:cubicBezTo>
                    <a:pt x="178975" y="23812"/>
                    <a:pt x="212217" y="42862"/>
                    <a:pt x="212217" y="52673"/>
                  </a:cubicBezTo>
                  <a:cubicBezTo>
                    <a:pt x="212217" y="62484"/>
                    <a:pt x="178975" y="81534"/>
                    <a:pt x="118015" y="81534"/>
                  </a:cubicBezTo>
                  <a:cubicBezTo>
                    <a:pt x="57055" y="81534"/>
                    <a:pt x="23908" y="62484"/>
                    <a:pt x="23908" y="52673"/>
                  </a:cubicBezTo>
                  <a:cubicBezTo>
                    <a:pt x="23908" y="42862"/>
                    <a:pt x="57150" y="23812"/>
                    <a:pt x="118015" y="23812"/>
                  </a:cubicBezTo>
                  <a:close/>
                  <a:moveTo>
                    <a:pt x="118015" y="468440"/>
                  </a:moveTo>
                  <a:cubicBezTo>
                    <a:pt x="57055" y="468440"/>
                    <a:pt x="23908" y="449390"/>
                    <a:pt x="23908" y="439579"/>
                  </a:cubicBezTo>
                  <a:lnTo>
                    <a:pt x="23908" y="417195"/>
                  </a:lnTo>
                  <a:cubicBezTo>
                    <a:pt x="46577" y="430244"/>
                    <a:pt x="82391" y="436912"/>
                    <a:pt x="118015" y="436912"/>
                  </a:cubicBezTo>
                  <a:cubicBezTo>
                    <a:pt x="153638" y="436912"/>
                    <a:pt x="189452" y="430149"/>
                    <a:pt x="212217" y="417195"/>
                  </a:cubicBezTo>
                  <a:lnTo>
                    <a:pt x="212217" y="439579"/>
                  </a:lnTo>
                  <a:cubicBezTo>
                    <a:pt x="212217" y="449390"/>
                    <a:pt x="178975" y="468440"/>
                    <a:pt x="118015" y="468440"/>
                  </a:cubicBezTo>
                  <a:close/>
                </a:path>
              </a:pathLst>
            </a:custGeom>
            <a:solidFill>
              <a:srgbClr val="29B5E8"/>
            </a:solidFill>
            <a:ln>
              <a:noFill/>
            </a:ln>
          </p:spPr>
          <p:txBody>
            <a:bodyPr spcFirstLastPara="1" wrap="square" lIns="51100" tIns="25550" rIns="51100" bIns="25550" anchor="t" anchorCtr="0">
              <a:noAutofit/>
            </a:bodyPr>
            <a:lstStyle/>
            <a:p>
              <a:pPr marL="0" marR="0" lvl="0" indent="0" algn="l" rtl="0">
                <a:spcBef>
                  <a:spcPts val="0"/>
                </a:spcBef>
                <a:spcAft>
                  <a:spcPts val="0"/>
                </a:spcAft>
                <a:buNone/>
              </a:pPr>
              <a:endParaRPr sz="1043">
                <a:solidFill>
                  <a:srgbClr val="262626"/>
                </a:solidFill>
                <a:latin typeface="Arial"/>
                <a:ea typeface="Arial"/>
                <a:cs typeface="Arial"/>
                <a:sym typeface="Arial"/>
              </a:endParaRPr>
            </a:p>
          </p:txBody>
        </p:sp>
        <p:sp>
          <p:nvSpPr>
            <p:cNvPr id="3342" name="Google Shape;3342;p96"/>
            <p:cNvSpPr/>
            <p:nvPr/>
          </p:nvSpPr>
          <p:spPr>
            <a:xfrm>
              <a:off x="6639331" y="3648001"/>
              <a:ext cx="235934" cy="326516"/>
            </a:xfrm>
            <a:custGeom>
              <a:avLst/>
              <a:gdLst/>
              <a:ahLst/>
              <a:cxnLst/>
              <a:rect l="l" t="t" r="r" b="b"/>
              <a:pathLst>
                <a:path w="235934" h="326516" extrusionOk="0">
                  <a:moveTo>
                    <a:pt x="118015" y="0"/>
                  </a:moveTo>
                  <a:cubicBezTo>
                    <a:pt x="59436" y="0"/>
                    <a:pt x="0" y="18097"/>
                    <a:pt x="0" y="52673"/>
                  </a:cubicBezTo>
                  <a:cubicBezTo>
                    <a:pt x="0" y="52864"/>
                    <a:pt x="0" y="52959"/>
                    <a:pt x="0" y="53150"/>
                  </a:cubicBezTo>
                  <a:cubicBezTo>
                    <a:pt x="0" y="53150"/>
                    <a:pt x="0" y="53340"/>
                    <a:pt x="0" y="53435"/>
                  </a:cubicBezTo>
                  <a:lnTo>
                    <a:pt x="0" y="273844"/>
                  </a:lnTo>
                  <a:cubicBezTo>
                    <a:pt x="0" y="308420"/>
                    <a:pt x="59341" y="326517"/>
                    <a:pt x="118015" y="326517"/>
                  </a:cubicBezTo>
                  <a:cubicBezTo>
                    <a:pt x="176689" y="326517"/>
                    <a:pt x="235934" y="308420"/>
                    <a:pt x="235934" y="273844"/>
                  </a:cubicBezTo>
                  <a:lnTo>
                    <a:pt x="235934" y="53435"/>
                  </a:lnTo>
                  <a:cubicBezTo>
                    <a:pt x="235934" y="53435"/>
                    <a:pt x="235934" y="53245"/>
                    <a:pt x="235934" y="53150"/>
                  </a:cubicBezTo>
                  <a:cubicBezTo>
                    <a:pt x="235934" y="52959"/>
                    <a:pt x="235934" y="52864"/>
                    <a:pt x="235934" y="52673"/>
                  </a:cubicBezTo>
                  <a:cubicBezTo>
                    <a:pt x="235934" y="18097"/>
                    <a:pt x="176594" y="0"/>
                    <a:pt x="118015" y="0"/>
                  </a:cubicBezTo>
                  <a:close/>
                  <a:moveTo>
                    <a:pt x="212122" y="218694"/>
                  </a:moveTo>
                  <a:cubicBezTo>
                    <a:pt x="212122" y="228505"/>
                    <a:pt x="178880" y="247555"/>
                    <a:pt x="118015" y="247555"/>
                  </a:cubicBezTo>
                  <a:cubicBezTo>
                    <a:pt x="57150" y="247555"/>
                    <a:pt x="23813" y="228505"/>
                    <a:pt x="23813" y="218694"/>
                  </a:cubicBezTo>
                  <a:lnTo>
                    <a:pt x="23813" y="196025"/>
                  </a:lnTo>
                  <a:cubicBezTo>
                    <a:pt x="46482" y="209074"/>
                    <a:pt x="82296" y="215741"/>
                    <a:pt x="118015" y="215741"/>
                  </a:cubicBezTo>
                  <a:cubicBezTo>
                    <a:pt x="153734" y="215741"/>
                    <a:pt x="189452" y="208978"/>
                    <a:pt x="212122" y="196025"/>
                  </a:cubicBezTo>
                  <a:lnTo>
                    <a:pt x="212122" y="218694"/>
                  </a:lnTo>
                  <a:close/>
                  <a:moveTo>
                    <a:pt x="212122" y="163068"/>
                  </a:moveTo>
                  <a:cubicBezTo>
                    <a:pt x="212122" y="172879"/>
                    <a:pt x="178880" y="191929"/>
                    <a:pt x="118015" y="191929"/>
                  </a:cubicBezTo>
                  <a:cubicBezTo>
                    <a:pt x="57150" y="191929"/>
                    <a:pt x="23813" y="172879"/>
                    <a:pt x="23813" y="163068"/>
                  </a:cubicBezTo>
                  <a:lnTo>
                    <a:pt x="23813" y="140779"/>
                  </a:lnTo>
                  <a:cubicBezTo>
                    <a:pt x="46482" y="153829"/>
                    <a:pt x="82296" y="160496"/>
                    <a:pt x="118015" y="160496"/>
                  </a:cubicBezTo>
                  <a:cubicBezTo>
                    <a:pt x="153734" y="160496"/>
                    <a:pt x="189452" y="153734"/>
                    <a:pt x="212122" y="140779"/>
                  </a:cubicBezTo>
                  <a:lnTo>
                    <a:pt x="212122" y="163068"/>
                  </a:lnTo>
                  <a:close/>
                  <a:moveTo>
                    <a:pt x="212122" y="107918"/>
                  </a:moveTo>
                  <a:cubicBezTo>
                    <a:pt x="212122" y="117729"/>
                    <a:pt x="178880" y="136779"/>
                    <a:pt x="118015" y="136779"/>
                  </a:cubicBezTo>
                  <a:cubicBezTo>
                    <a:pt x="57150" y="136779"/>
                    <a:pt x="23813" y="117729"/>
                    <a:pt x="23813" y="107918"/>
                  </a:cubicBezTo>
                  <a:lnTo>
                    <a:pt x="23813" y="85534"/>
                  </a:lnTo>
                  <a:cubicBezTo>
                    <a:pt x="46482" y="98584"/>
                    <a:pt x="82296" y="105251"/>
                    <a:pt x="118015" y="105251"/>
                  </a:cubicBezTo>
                  <a:cubicBezTo>
                    <a:pt x="153734" y="105251"/>
                    <a:pt x="189452" y="98489"/>
                    <a:pt x="212122" y="85534"/>
                  </a:cubicBezTo>
                  <a:lnTo>
                    <a:pt x="212122" y="107918"/>
                  </a:lnTo>
                  <a:close/>
                  <a:moveTo>
                    <a:pt x="118015" y="23813"/>
                  </a:moveTo>
                  <a:cubicBezTo>
                    <a:pt x="178975" y="23813"/>
                    <a:pt x="212122" y="42863"/>
                    <a:pt x="212122" y="52673"/>
                  </a:cubicBezTo>
                  <a:cubicBezTo>
                    <a:pt x="212122" y="62484"/>
                    <a:pt x="178880" y="81534"/>
                    <a:pt x="118015" y="81534"/>
                  </a:cubicBezTo>
                  <a:cubicBezTo>
                    <a:pt x="57150" y="81534"/>
                    <a:pt x="23813" y="62484"/>
                    <a:pt x="23813" y="52673"/>
                  </a:cubicBezTo>
                  <a:cubicBezTo>
                    <a:pt x="23813" y="42863"/>
                    <a:pt x="57055" y="23813"/>
                    <a:pt x="118015" y="23813"/>
                  </a:cubicBezTo>
                  <a:close/>
                  <a:moveTo>
                    <a:pt x="118015" y="302609"/>
                  </a:moveTo>
                  <a:cubicBezTo>
                    <a:pt x="57055" y="302609"/>
                    <a:pt x="23813" y="283559"/>
                    <a:pt x="23813" y="273749"/>
                  </a:cubicBezTo>
                  <a:lnTo>
                    <a:pt x="23813" y="251555"/>
                  </a:lnTo>
                  <a:cubicBezTo>
                    <a:pt x="46482" y="264605"/>
                    <a:pt x="82296" y="271272"/>
                    <a:pt x="118015" y="271272"/>
                  </a:cubicBezTo>
                  <a:cubicBezTo>
                    <a:pt x="153734" y="271272"/>
                    <a:pt x="189452" y="264509"/>
                    <a:pt x="212122" y="251555"/>
                  </a:cubicBezTo>
                  <a:lnTo>
                    <a:pt x="212122" y="273749"/>
                  </a:lnTo>
                  <a:cubicBezTo>
                    <a:pt x="212122" y="283559"/>
                    <a:pt x="178880" y="302609"/>
                    <a:pt x="118015" y="302609"/>
                  </a:cubicBezTo>
                  <a:close/>
                </a:path>
              </a:pathLst>
            </a:custGeom>
            <a:solidFill>
              <a:srgbClr val="29B5E8"/>
            </a:solidFill>
            <a:ln>
              <a:noFill/>
            </a:ln>
          </p:spPr>
          <p:txBody>
            <a:bodyPr spcFirstLastPara="1" wrap="square" lIns="51100" tIns="25550" rIns="51100" bIns="25550" anchor="t" anchorCtr="0">
              <a:noAutofit/>
            </a:bodyPr>
            <a:lstStyle/>
            <a:p>
              <a:pPr marL="0" marR="0" lvl="0" indent="0" algn="l" rtl="0">
                <a:spcBef>
                  <a:spcPts val="0"/>
                </a:spcBef>
                <a:spcAft>
                  <a:spcPts val="0"/>
                </a:spcAft>
                <a:buNone/>
              </a:pPr>
              <a:endParaRPr sz="1043">
                <a:solidFill>
                  <a:srgbClr val="262626"/>
                </a:solidFill>
                <a:latin typeface="Arial"/>
                <a:ea typeface="Arial"/>
                <a:cs typeface="Arial"/>
                <a:sym typeface="Arial"/>
              </a:endParaRPr>
            </a:p>
          </p:txBody>
        </p:sp>
      </p:grpSp>
      <p:grpSp>
        <p:nvGrpSpPr>
          <p:cNvPr id="3343" name="Google Shape;3343;p96"/>
          <p:cNvGrpSpPr/>
          <p:nvPr/>
        </p:nvGrpSpPr>
        <p:grpSpPr>
          <a:xfrm>
            <a:off x="5528161" y="1538837"/>
            <a:ext cx="292471" cy="278847"/>
            <a:chOff x="5862981" y="4272996"/>
            <a:chExt cx="519948" cy="504062"/>
          </a:xfrm>
        </p:grpSpPr>
        <p:sp>
          <p:nvSpPr>
            <p:cNvPr id="3344" name="Google Shape;3344;p96"/>
            <p:cNvSpPr/>
            <p:nvPr/>
          </p:nvSpPr>
          <p:spPr>
            <a:xfrm>
              <a:off x="6094581" y="4272996"/>
              <a:ext cx="111728" cy="228790"/>
            </a:xfrm>
            <a:custGeom>
              <a:avLst/>
              <a:gdLst/>
              <a:ahLst/>
              <a:cxnLst/>
              <a:rect l="l" t="t" r="r" b="b"/>
              <a:pathLst>
                <a:path w="111728" h="228790" extrusionOk="0">
                  <a:moveTo>
                    <a:pt x="55912" y="182975"/>
                  </a:moveTo>
                  <a:cubicBezTo>
                    <a:pt x="48387" y="182975"/>
                    <a:pt x="23908" y="181165"/>
                    <a:pt x="23908" y="158306"/>
                  </a:cubicBezTo>
                  <a:cubicBezTo>
                    <a:pt x="23908" y="151733"/>
                    <a:pt x="18574" y="146399"/>
                    <a:pt x="12002" y="146399"/>
                  </a:cubicBezTo>
                  <a:cubicBezTo>
                    <a:pt x="5429" y="146399"/>
                    <a:pt x="95" y="151733"/>
                    <a:pt x="95" y="158306"/>
                  </a:cubicBezTo>
                  <a:cubicBezTo>
                    <a:pt x="95" y="183737"/>
                    <a:pt x="17335" y="201835"/>
                    <a:pt x="44006" y="205931"/>
                  </a:cubicBezTo>
                  <a:lnTo>
                    <a:pt x="44006" y="216884"/>
                  </a:lnTo>
                  <a:cubicBezTo>
                    <a:pt x="44006" y="223457"/>
                    <a:pt x="49339" y="228790"/>
                    <a:pt x="55912" y="228790"/>
                  </a:cubicBezTo>
                  <a:cubicBezTo>
                    <a:pt x="62484" y="228790"/>
                    <a:pt x="67818" y="223457"/>
                    <a:pt x="67818" y="216884"/>
                  </a:cubicBezTo>
                  <a:lnTo>
                    <a:pt x="67818" y="205931"/>
                  </a:lnTo>
                  <a:cubicBezTo>
                    <a:pt x="94583" y="201835"/>
                    <a:pt x="111728" y="183737"/>
                    <a:pt x="111728" y="158306"/>
                  </a:cubicBezTo>
                  <a:cubicBezTo>
                    <a:pt x="111728" y="128683"/>
                    <a:pt x="93440" y="119634"/>
                    <a:pt x="68199" y="107156"/>
                  </a:cubicBezTo>
                  <a:lnTo>
                    <a:pt x="54102" y="100203"/>
                  </a:lnTo>
                  <a:cubicBezTo>
                    <a:pt x="28004" y="87344"/>
                    <a:pt x="23812" y="84296"/>
                    <a:pt x="23812" y="70485"/>
                  </a:cubicBezTo>
                  <a:cubicBezTo>
                    <a:pt x="23812" y="47244"/>
                    <a:pt x="48292" y="45434"/>
                    <a:pt x="55816" y="45434"/>
                  </a:cubicBezTo>
                  <a:cubicBezTo>
                    <a:pt x="63341" y="45434"/>
                    <a:pt x="87249" y="47244"/>
                    <a:pt x="87249" y="70485"/>
                  </a:cubicBezTo>
                  <a:cubicBezTo>
                    <a:pt x="87249" y="77057"/>
                    <a:pt x="92583" y="82391"/>
                    <a:pt x="99155" y="82391"/>
                  </a:cubicBezTo>
                  <a:cubicBezTo>
                    <a:pt x="105728" y="82391"/>
                    <a:pt x="111061" y="77057"/>
                    <a:pt x="111061" y="70485"/>
                  </a:cubicBezTo>
                  <a:cubicBezTo>
                    <a:pt x="111061" y="44958"/>
                    <a:pt x="94107" y="26765"/>
                    <a:pt x="67723" y="22574"/>
                  </a:cubicBezTo>
                  <a:lnTo>
                    <a:pt x="67723" y="11906"/>
                  </a:lnTo>
                  <a:cubicBezTo>
                    <a:pt x="67723" y="5334"/>
                    <a:pt x="62389" y="0"/>
                    <a:pt x="55816" y="0"/>
                  </a:cubicBezTo>
                  <a:cubicBezTo>
                    <a:pt x="49244" y="0"/>
                    <a:pt x="43910" y="5334"/>
                    <a:pt x="43910" y="11906"/>
                  </a:cubicBezTo>
                  <a:lnTo>
                    <a:pt x="43910" y="22574"/>
                  </a:lnTo>
                  <a:cubicBezTo>
                    <a:pt x="17240" y="26670"/>
                    <a:pt x="0" y="44958"/>
                    <a:pt x="0" y="70485"/>
                  </a:cubicBezTo>
                  <a:cubicBezTo>
                    <a:pt x="0" y="100108"/>
                    <a:pt x="18288" y="109061"/>
                    <a:pt x="43529" y="121539"/>
                  </a:cubicBezTo>
                  <a:lnTo>
                    <a:pt x="57626" y="128492"/>
                  </a:lnTo>
                  <a:cubicBezTo>
                    <a:pt x="83725" y="141351"/>
                    <a:pt x="87820" y="144399"/>
                    <a:pt x="87820" y="158210"/>
                  </a:cubicBezTo>
                  <a:cubicBezTo>
                    <a:pt x="87820" y="181165"/>
                    <a:pt x="63246" y="182880"/>
                    <a:pt x="55816" y="182880"/>
                  </a:cubicBezTo>
                  <a:close/>
                </a:path>
              </a:pathLst>
            </a:custGeom>
            <a:solidFill>
              <a:srgbClr val="29B5E8"/>
            </a:solidFill>
            <a:ln>
              <a:noFill/>
            </a:ln>
          </p:spPr>
          <p:txBody>
            <a:bodyPr spcFirstLastPara="1" wrap="square" lIns="51150" tIns="25575" rIns="51150"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sp>
          <p:nvSpPr>
            <p:cNvPr id="3345" name="Google Shape;3345;p96"/>
            <p:cNvSpPr/>
            <p:nvPr/>
          </p:nvSpPr>
          <p:spPr>
            <a:xfrm>
              <a:off x="5862981" y="4474252"/>
              <a:ext cx="519948" cy="302806"/>
            </a:xfrm>
            <a:custGeom>
              <a:avLst/>
              <a:gdLst/>
              <a:ahLst/>
              <a:cxnLst/>
              <a:rect l="l" t="t" r="r" b="b"/>
              <a:pathLst>
                <a:path w="519948" h="302806" extrusionOk="0">
                  <a:moveTo>
                    <a:pt x="505349" y="10485"/>
                  </a:moveTo>
                  <a:cubicBezTo>
                    <a:pt x="487537" y="-4946"/>
                    <a:pt x="460581" y="-3041"/>
                    <a:pt x="445627" y="14199"/>
                  </a:cubicBezTo>
                  <a:lnTo>
                    <a:pt x="384762" y="76683"/>
                  </a:lnTo>
                  <a:cubicBezTo>
                    <a:pt x="376952" y="67444"/>
                    <a:pt x="365331" y="61443"/>
                    <a:pt x="352282" y="61443"/>
                  </a:cubicBezTo>
                  <a:lnTo>
                    <a:pt x="240173" y="61443"/>
                  </a:lnTo>
                  <a:cubicBezTo>
                    <a:pt x="229600" y="57157"/>
                    <a:pt x="188262" y="42679"/>
                    <a:pt x="146447" y="57633"/>
                  </a:cubicBezTo>
                  <a:cubicBezTo>
                    <a:pt x="108061" y="71349"/>
                    <a:pt x="81772" y="93257"/>
                    <a:pt x="68056" y="122403"/>
                  </a:cubicBezTo>
                  <a:cubicBezTo>
                    <a:pt x="66818" y="122308"/>
                    <a:pt x="65484" y="122022"/>
                    <a:pt x="64246" y="122022"/>
                  </a:cubicBezTo>
                  <a:cubicBezTo>
                    <a:pt x="53959" y="122022"/>
                    <a:pt x="44339" y="126023"/>
                    <a:pt x="37005" y="133262"/>
                  </a:cubicBezTo>
                  <a:lnTo>
                    <a:pt x="11287" y="158979"/>
                  </a:lnTo>
                  <a:cubicBezTo>
                    <a:pt x="-3762" y="174029"/>
                    <a:pt x="-3762" y="198413"/>
                    <a:pt x="11287" y="213462"/>
                  </a:cubicBezTo>
                  <a:lnTo>
                    <a:pt x="89392" y="291567"/>
                  </a:lnTo>
                  <a:cubicBezTo>
                    <a:pt x="96917" y="299092"/>
                    <a:pt x="106728" y="302807"/>
                    <a:pt x="116634" y="302807"/>
                  </a:cubicBezTo>
                  <a:cubicBezTo>
                    <a:pt x="126540" y="302807"/>
                    <a:pt x="136350" y="299092"/>
                    <a:pt x="143875" y="291567"/>
                  </a:cubicBezTo>
                  <a:lnTo>
                    <a:pt x="169593" y="265850"/>
                  </a:lnTo>
                  <a:cubicBezTo>
                    <a:pt x="179022" y="256420"/>
                    <a:pt x="182547" y="243276"/>
                    <a:pt x="180070" y="231084"/>
                  </a:cubicBezTo>
                  <a:lnTo>
                    <a:pt x="192072" y="219082"/>
                  </a:lnTo>
                  <a:cubicBezTo>
                    <a:pt x="198739" y="212510"/>
                    <a:pt x="204073" y="210224"/>
                    <a:pt x="223028" y="210224"/>
                  </a:cubicBezTo>
                  <a:lnTo>
                    <a:pt x="348186" y="210224"/>
                  </a:lnTo>
                  <a:cubicBezTo>
                    <a:pt x="379524" y="210224"/>
                    <a:pt x="403812" y="198984"/>
                    <a:pt x="422386" y="175934"/>
                  </a:cubicBezTo>
                  <a:lnTo>
                    <a:pt x="509540" y="70587"/>
                  </a:lnTo>
                  <a:cubicBezTo>
                    <a:pt x="516969" y="62015"/>
                    <a:pt x="520684" y="50966"/>
                    <a:pt x="519827" y="39631"/>
                  </a:cubicBezTo>
                  <a:cubicBezTo>
                    <a:pt x="519065" y="28201"/>
                    <a:pt x="513826" y="17819"/>
                    <a:pt x="505254" y="10389"/>
                  </a:cubicBezTo>
                  <a:close/>
                  <a:moveTo>
                    <a:pt x="152733" y="248991"/>
                  </a:moveTo>
                  <a:lnTo>
                    <a:pt x="127016" y="274708"/>
                  </a:lnTo>
                  <a:cubicBezTo>
                    <a:pt x="121301" y="280423"/>
                    <a:pt x="111966" y="280423"/>
                    <a:pt x="106251" y="274708"/>
                  </a:cubicBezTo>
                  <a:lnTo>
                    <a:pt x="28146" y="196603"/>
                  </a:lnTo>
                  <a:cubicBezTo>
                    <a:pt x="25384" y="193841"/>
                    <a:pt x="23860" y="190126"/>
                    <a:pt x="23860" y="186221"/>
                  </a:cubicBezTo>
                  <a:cubicBezTo>
                    <a:pt x="23860" y="182316"/>
                    <a:pt x="25384" y="178601"/>
                    <a:pt x="28146" y="175839"/>
                  </a:cubicBezTo>
                  <a:lnTo>
                    <a:pt x="53864" y="150121"/>
                  </a:lnTo>
                  <a:cubicBezTo>
                    <a:pt x="56721" y="147264"/>
                    <a:pt x="60531" y="145835"/>
                    <a:pt x="64246" y="145835"/>
                  </a:cubicBezTo>
                  <a:cubicBezTo>
                    <a:pt x="67961" y="145835"/>
                    <a:pt x="71771" y="147264"/>
                    <a:pt x="74628" y="150121"/>
                  </a:cubicBezTo>
                  <a:lnTo>
                    <a:pt x="152733" y="228226"/>
                  </a:lnTo>
                  <a:cubicBezTo>
                    <a:pt x="158448" y="233941"/>
                    <a:pt x="158448" y="243276"/>
                    <a:pt x="152733" y="248991"/>
                  </a:cubicBezTo>
                  <a:close/>
                  <a:moveTo>
                    <a:pt x="491347" y="55252"/>
                  </a:moveTo>
                  <a:lnTo>
                    <a:pt x="404003" y="160980"/>
                  </a:lnTo>
                  <a:cubicBezTo>
                    <a:pt x="389715" y="178601"/>
                    <a:pt x="372570" y="186507"/>
                    <a:pt x="348282" y="186507"/>
                  </a:cubicBezTo>
                  <a:lnTo>
                    <a:pt x="223123" y="186507"/>
                  </a:lnTo>
                  <a:cubicBezTo>
                    <a:pt x="201882" y="186507"/>
                    <a:pt x="188643" y="188983"/>
                    <a:pt x="175308" y="202318"/>
                  </a:cubicBezTo>
                  <a:lnTo>
                    <a:pt x="167973" y="209748"/>
                  </a:lnTo>
                  <a:lnTo>
                    <a:pt x="91583" y="133357"/>
                  </a:lnTo>
                  <a:cubicBezTo>
                    <a:pt x="91107" y="132881"/>
                    <a:pt x="90535" y="132500"/>
                    <a:pt x="89964" y="132024"/>
                  </a:cubicBezTo>
                  <a:cubicBezTo>
                    <a:pt x="101013" y="109068"/>
                    <a:pt x="122634" y="91542"/>
                    <a:pt x="154543" y="80017"/>
                  </a:cubicBezTo>
                  <a:cubicBezTo>
                    <a:pt x="192738" y="66301"/>
                    <a:pt x="232458" y="84018"/>
                    <a:pt x="232839" y="84113"/>
                  </a:cubicBezTo>
                  <a:cubicBezTo>
                    <a:pt x="234363" y="84780"/>
                    <a:pt x="236077" y="85161"/>
                    <a:pt x="237792" y="85161"/>
                  </a:cubicBezTo>
                  <a:lnTo>
                    <a:pt x="352282" y="85161"/>
                  </a:lnTo>
                  <a:cubicBezTo>
                    <a:pt x="362664" y="85161"/>
                    <a:pt x="371142" y="93638"/>
                    <a:pt x="371142" y="104020"/>
                  </a:cubicBezTo>
                  <a:cubicBezTo>
                    <a:pt x="371142" y="114402"/>
                    <a:pt x="362664" y="122880"/>
                    <a:pt x="352282" y="122880"/>
                  </a:cubicBezTo>
                  <a:lnTo>
                    <a:pt x="268557" y="122880"/>
                  </a:lnTo>
                  <a:cubicBezTo>
                    <a:pt x="261985" y="122880"/>
                    <a:pt x="256651" y="128214"/>
                    <a:pt x="256651" y="134786"/>
                  </a:cubicBezTo>
                  <a:cubicBezTo>
                    <a:pt x="256651" y="141358"/>
                    <a:pt x="261985" y="146692"/>
                    <a:pt x="268557" y="146692"/>
                  </a:cubicBezTo>
                  <a:lnTo>
                    <a:pt x="352282" y="146692"/>
                  </a:lnTo>
                  <a:cubicBezTo>
                    <a:pt x="375809" y="146692"/>
                    <a:pt x="394954" y="127547"/>
                    <a:pt x="394954" y="104020"/>
                  </a:cubicBezTo>
                  <a:cubicBezTo>
                    <a:pt x="394954" y="102877"/>
                    <a:pt x="394668" y="101734"/>
                    <a:pt x="394573" y="100591"/>
                  </a:cubicBezTo>
                  <a:lnTo>
                    <a:pt x="463058" y="30297"/>
                  </a:lnTo>
                  <a:cubicBezTo>
                    <a:pt x="469916" y="22391"/>
                    <a:pt x="481822" y="21629"/>
                    <a:pt x="489633" y="28392"/>
                  </a:cubicBezTo>
                  <a:cubicBezTo>
                    <a:pt x="493443" y="31630"/>
                    <a:pt x="495729" y="36297"/>
                    <a:pt x="496014" y="41346"/>
                  </a:cubicBezTo>
                  <a:cubicBezTo>
                    <a:pt x="496395" y="46394"/>
                    <a:pt x="494776" y="51252"/>
                    <a:pt x="491252" y="55252"/>
                  </a:cubicBezTo>
                  <a:close/>
                </a:path>
              </a:pathLst>
            </a:custGeom>
            <a:solidFill>
              <a:srgbClr val="29B5E8"/>
            </a:solidFill>
            <a:ln>
              <a:noFill/>
            </a:ln>
          </p:spPr>
          <p:txBody>
            <a:bodyPr spcFirstLastPara="1" wrap="square" lIns="51150" tIns="25575" rIns="51150" bIns="25575" anchor="t" anchorCtr="0">
              <a:noAutofit/>
            </a:bodyPr>
            <a:lstStyle/>
            <a:p>
              <a:pPr marL="0" marR="0" lvl="0" indent="0" algn="l" rtl="0">
                <a:spcBef>
                  <a:spcPts val="0"/>
                </a:spcBef>
                <a:spcAft>
                  <a:spcPts val="0"/>
                </a:spcAft>
                <a:buNone/>
              </a:pPr>
              <a:endParaRPr sz="1044">
                <a:solidFill>
                  <a:srgbClr val="262626"/>
                </a:solidFill>
                <a:latin typeface="Arial"/>
                <a:ea typeface="Arial"/>
                <a:cs typeface="Arial"/>
                <a:sym typeface="Arial"/>
              </a:endParaRPr>
            </a:p>
          </p:txBody>
        </p:sp>
      </p:grpSp>
      <p:grpSp>
        <p:nvGrpSpPr>
          <p:cNvPr id="3346" name="Google Shape;3346;p96"/>
          <p:cNvGrpSpPr/>
          <p:nvPr/>
        </p:nvGrpSpPr>
        <p:grpSpPr>
          <a:xfrm>
            <a:off x="6074042" y="1531153"/>
            <a:ext cx="295536" cy="295537"/>
            <a:chOff x="6561373" y="4283280"/>
            <a:chExt cx="525398" cy="525399"/>
          </a:xfrm>
        </p:grpSpPr>
        <p:sp>
          <p:nvSpPr>
            <p:cNvPr id="3347" name="Google Shape;3347;p96"/>
            <p:cNvSpPr/>
            <p:nvPr/>
          </p:nvSpPr>
          <p:spPr>
            <a:xfrm>
              <a:off x="6776638" y="4452539"/>
              <a:ext cx="93916" cy="187547"/>
            </a:xfrm>
            <a:custGeom>
              <a:avLst/>
              <a:gdLst/>
              <a:ahLst/>
              <a:cxnLst/>
              <a:rect l="l" t="t" r="r" b="b"/>
              <a:pathLst>
                <a:path w="93916" h="187547" extrusionOk="0">
                  <a:moveTo>
                    <a:pt x="57817" y="85915"/>
                  </a:moveTo>
                  <a:lnTo>
                    <a:pt x="46577" y="80296"/>
                  </a:lnTo>
                  <a:cubicBezTo>
                    <a:pt x="25908" y="70104"/>
                    <a:pt x="23813" y="68104"/>
                    <a:pt x="23813" y="58674"/>
                  </a:cubicBezTo>
                  <a:cubicBezTo>
                    <a:pt x="23813" y="42386"/>
                    <a:pt x="41529" y="41148"/>
                    <a:pt x="46958" y="41148"/>
                  </a:cubicBezTo>
                  <a:cubicBezTo>
                    <a:pt x="53816" y="41148"/>
                    <a:pt x="69628" y="42863"/>
                    <a:pt x="69628" y="58674"/>
                  </a:cubicBezTo>
                  <a:cubicBezTo>
                    <a:pt x="69628" y="65246"/>
                    <a:pt x="74962" y="70580"/>
                    <a:pt x="81534" y="70580"/>
                  </a:cubicBezTo>
                  <a:cubicBezTo>
                    <a:pt x="88106" y="70580"/>
                    <a:pt x="93440" y="65246"/>
                    <a:pt x="93440" y="58674"/>
                  </a:cubicBezTo>
                  <a:cubicBezTo>
                    <a:pt x="93440" y="37719"/>
                    <a:pt x="79915" y="22669"/>
                    <a:pt x="58865" y="18574"/>
                  </a:cubicBezTo>
                  <a:lnTo>
                    <a:pt x="58865" y="11906"/>
                  </a:lnTo>
                  <a:cubicBezTo>
                    <a:pt x="58865" y="5334"/>
                    <a:pt x="53531" y="0"/>
                    <a:pt x="46958" y="0"/>
                  </a:cubicBezTo>
                  <a:cubicBezTo>
                    <a:pt x="40386" y="0"/>
                    <a:pt x="35052" y="5334"/>
                    <a:pt x="35052" y="11906"/>
                  </a:cubicBezTo>
                  <a:lnTo>
                    <a:pt x="35052" y="18574"/>
                  </a:lnTo>
                  <a:cubicBezTo>
                    <a:pt x="14002" y="22765"/>
                    <a:pt x="0" y="38005"/>
                    <a:pt x="0" y="58674"/>
                  </a:cubicBezTo>
                  <a:cubicBezTo>
                    <a:pt x="0" y="83820"/>
                    <a:pt x="15907" y="91630"/>
                    <a:pt x="36100" y="101632"/>
                  </a:cubicBezTo>
                  <a:lnTo>
                    <a:pt x="47339" y="107252"/>
                  </a:lnTo>
                  <a:cubicBezTo>
                    <a:pt x="68009" y="117443"/>
                    <a:pt x="70104" y="119443"/>
                    <a:pt x="70104" y="128873"/>
                  </a:cubicBezTo>
                  <a:cubicBezTo>
                    <a:pt x="70104" y="144494"/>
                    <a:pt x="53912" y="146209"/>
                    <a:pt x="46958" y="146209"/>
                  </a:cubicBezTo>
                  <a:cubicBezTo>
                    <a:pt x="40005" y="146209"/>
                    <a:pt x="23813" y="144494"/>
                    <a:pt x="23813" y="128873"/>
                  </a:cubicBezTo>
                  <a:cubicBezTo>
                    <a:pt x="23813" y="122301"/>
                    <a:pt x="18479" y="116967"/>
                    <a:pt x="11906" y="116967"/>
                  </a:cubicBezTo>
                  <a:cubicBezTo>
                    <a:pt x="5334" y="116967"/>
                    <a:pt x="0" y="122301"/>
                    <a:pt x="0" y="128873"/>
                  </a:cubicBezTo>
                  <a:cubicBezTo>
                    <a:pt x="0" y="149828"/>
                    <a:pt x="13716" y="164783"/>
                    <a:pt x="35052" y="168783"/>
                  </a:cubicBezTo>
                  <a:lnTo>
                    <a:pt x="35052" y="175641"/>
                  </a:lnTo>
                  <a:cubicBezTo>
                    <a:pt x="35052" y="182213"/>
                    <a:pt x="40386" y="187547"/>
                    <a:pt x="46958" y="187547"/>
                  </a:cubicBezTo>
                  <a:cubicBezTo>
                    <a:pt x="53531" y="187547"/>
                    <a:pt x="58865" y="182213"/>
                    <a:pt x="58865" y="175641"/>
                  </a:cubicBezTo>
                  <a:lnTo>
                    <a:pt x="58865" y="168783"/>
                  </a:lnTo>
                  <a:cubicBezTo>
                    <a:pt x="80201" y="164687"/>
                    <a:pt x="93917" y="149733"/>
                    <a:pt x="93917" y="128873"/>
                  </a:cubicBezTo>
                  <a:cubicBezTo>
                    <a:pt x="93917" y="103727"/>
                    <a:pt x="78010" y="95917"/>
                    <a:pt x="57817" y="85915"/>
                  </a:cubicBezTo>
                  <a:close/>
                </a:path>
              </a:pathLst>
            </a:custGeom>
            <a:solidFill>
              <a:srgbClr val="29B5E8"/>
            </a:solidFill>
            <a:ln>
              <a:noFill/>
            </a:ln>
          </p:spPr>
          <p:txBody>
            <a:bodyPr spcFirstLastPara="1" wrap="square" lIns="51425" tIns="25725" rIns="51425" bIns="25725" anchor="t" anchorCtr="0">
              <a:noAutofit/>
            </a:bodyPr>
            <a:lstStyle/>
            <a:p>
              <a:pPr marL="0" marR="0" lvl="0" indent="0" algn="l" rtl="0">
                <a:spcBef>
                  <a:spcPts val="0"/>
                </a:spcBef>
                <a:spcAft>
                  <a:spcPts val="0"/>
                </a:spcAft>
                <a:buNone/>
              </a:pPr>
              <a:endParaRPr sz="1050">
                <a:solidFill>
                  <a:srgbClr val="262626"/>
                </a:solidFill>
                <a:latin typeface="Arial"/>
                <a:ea typeface="Arial"/>
                <a:cs typeface="Arial"/>
                <a:sym typeface="Arial"/>
              </a:endParaRPr>
            </a:p>
          </p:txBody>
        </p:sp>
        <p:sp>
          <p:nvSpPr>
            <p:cNvPr id="3348" name="Google Shape;3348;p96"/>
            <p:cNvSpPr/>
            <p:nvPr/>
          </p:nvSpPr>
          <p:spPr>
            <a:xfrm>
              <a:off x="6682340" y="4405676"/>
              <a:ext cx="280511" cy="281273"/>
            </a:xfrm>
            <a:custGeom>
              <a:avLst/>
              <a:gdLst/>
              <a:ahLst/>
              <a:cxnLst/>
              <a:rect l="l" t="t" r="r" b="b"/>
              <a:pathLst>
                <a:path w="280511" h="281273" extrusionOk="0">
                  <a:moveTo>
                    <a:pt x="249460" y="0"/>
                  </a:moveTo>
                  <a:lnTo>
                    <a:pt x="31052" y="0"/>
                  </a:lnTo>
                  <a:cubicBezTo>
                    <a:pt x="13907" y="0"/>
                    <a:pt x="0" y="13906"/>
                    <a:pt x="0" y="31052"/>
                  </a:cubicBezTo>
                  <a:lnTo>
                    <a:pt x="0" y="250222"/>
                  </a:lnTo>
                  <a:cubicBezTo>
                    <a:pt x="0" y="267367"/>
                    <a:pt x="13907" y="281273"/>
                    <a:pt x="31052" y="281273"/>
                  </a:cubicBezTo>
                  <a:lnTo>
                    <a:pt x="249460" y="281273"/>
                  </a:lnTo>
                  <a:cubicBezTo>
                    <a:pt x="266605" y="281273"/>
                    <a:pt x="280511" y="267367"/>
                    <a:pt x="280511" y="250222"/>
                  </a:cubicBezTo>
                  <a:lnTo>
                    <a:pt x="280511" y="31052"/>
                  </a:lnTo>
                  <a:cubicBezTo>
                    <a:pt x="280511" y="13906"/>
                    <a:pt x="266605" y="0"/>
                    <a:pt x="249460" y="0"/>
                  </a:cubicBezTo>
                  <a:close/>
                  <a:moveTo>
                    <a:pt x="252984" y="250222"/>
                  </a:moveTo>
                  <a:cubicBezTo>
                    <a:pt x="252984" y="252127"/>
                    <a:pt x="251365" y="253746"/>
                    <a:pt x="249460" y="253746"/>
                  </a:cubicBezTo>
                  <a:lnTo>
                    <a:pt x="31052" y="253746"/>
                  </a:lnTo>
                  <a:cubicBezTo>
                    <a:pt x="29146" y="253746"/>
                    <a:pt x="27432" y="252127"/>
                    <a:pt x="27432" y="250222"/>
                  </a:cubicBezTo>
                  <a:lnTo>
                    <a:pt x="27432" y="31052"/>
                  </a:lnTo>
                  <a:cubicBezTo>
                    <a:pt x="27432" y="29146"/>
                    <a:pt x="29051" y="27527"/>
                    <a:pt x="31052" y="27527"/>
                  </a:cubicBezTo>
                  <a:lnTo>
                    <a:pt x="249460" y="27527"/>
                  </a:lnTo>
                  <a:cubicBezTo>
                    <a:pt x="251365" y="27527"/>
                    <a:pt x="252984" y="29146"/>
                    <a:pt x="252984" y="31052"/>
                  </a:cubicBezTo>
                  <a:lnTo>
                    <a:pt x="252984" y="250222"/>
                  </a:lnTo>
                  <a:close/>
                </a:path>
              </a:pathLst>
            </a:custGeom>
            <a:solidFill>
              <a:srgbClr val="29B5E8"/>
            </a:solidFill>
            <a:ln>
              <a:noFill/>
            </a:ln>
          </p:spPr>
          <p:txBody>
            <a:bodyPr spcFirstLastPara="1" wrap="square" lIns="51425" tIns="25725" rIns="51425" bIns="25725" anchor="t" anchorCtr="0">
              <a:noAutofit/>
            </a:bodyPr>
            <a:lstStyle/>
            <a:p>
              <a:pPr marL="0" marR="0" lvl="0" indent="0" algn="l" rtl="0">
                <a:spcBef>
                  <a:spcPts val="0"/>
                </a:spcBef>
                <a:spcAft>
                  <a:spcPts val="0"/>
                </a:spcAft>
                <a:buNone/>
              </a:pPr>
              <a:endParaRPr sz="1050">
                <a:solidFill>
                  <a:srgbClr val="262626"/>
                </a:solidFill>
                <a:latin typeface="Arial"/>
                <a:ea typeface="Arial"/>
                <a:cs typeface="Arial"/>
                <a:sym typeface="Arial"/>
              </a:endParaRPr>
            </a:p>
          </p:txBody>
        </p:sp>
        <p:sp>
          <p:nvSpPr>
            <p:cNvPr id="3349" name="Google Shape;3349;p96"/>
            <p:cNvSpPr/>
            <p:nvPr/>
          </p:nvSpPr>
          <p:spPr>
            <a:xfrm>
              <a:off x="6561373" y="4283280"/>
              <a:ext cx="525398" cy="525399"/>
            </a:xfrm>
            <a:custGeom>
              <a:avLst/>
              <a:gdLst/>
              <a:ahLst/>
              <a:cxnLst/>
              <a:rect l="l" t="t" r="r" b="b"/>
              <a:pathLst>
                <a:path w="525398" h="525399" extrusionOk="0">
                  <a:moveTo>
                    <a:pt x="506349" y="244031"/>
                  </a:moveTo>
                  <a:cubicBezTo>
                    <a:pt x="516827" y="244031"/>
                    <a:pt x="525399" y="235458"/>
                    <a:pt x="525399" y="224981"/>
                  </a:cubicBezTo>
                  <a:cubicBezTo>
                    <a:pt x="525399" y="214503"/>
                    <a:pt x="516827" y="205931"/>
                    <a:pt x="506349" y="205931"/>
                  </a:cubicBezTo>
                  <a:lnTo>
                    <a:pt x="461867" y="205931"/>
                  </a:lnTo>
                  <a:lnTo>
                    <a:pt x="461867" y="165926"/>
                  </a:lnTo>
                  <a:lnTo>
                    <a:pt x="506349" y="165926"/>
                  </a:lnTo>
                  <a:cubicBezTo>
                    <a:pt x="516827" y="165926"/>
                    <a:pt x="525399" y="157353"/>
                    <a:pt x="525399" y="146876"/>
                  </a:cubicBezTo>
                  <a:cubicBezTo>
                    <a:pt x="525399" y="136398"/>
                    <a:pt x="516827" y="127826"/>
                    <a:pt x="506349" y="127826"/>
                  </a:cubicBezTo>
                  <a:lnTo>
                    <a:pt x="461772" y="127826"/>
                  </a:lnTo>
                  <a:cubicBezTo>
                    <a:pt x="461105" y="93536"/>
                    <a:pt x="434245" y="65532"/>
                    <a:pt x="400336" y="63151"/>
                  </a:cubicBezTo>
                  <a:lnTo>
                    <a:pt x="400336" y="19050"/>
                  </a:lnTo>
                  <a:cubicBezTo>
                    <a:pt x="400336" y="8573"/>
                    <a:pt x="391763" y="0"/>
                    <a:pt x="381286" y="0"/>
                  </a:cubicBezTo>
                  <a:cubicBezTo>
                    <a:pt x="370808" y="0"/>
                    <a:pt x="362236" y="8573"/>
                    <a:pt x="362236" y="19050"/>
                  </a:cubicBezTo>
                  <a:lnTo>
                    <a:pt x="362236" y="62960"/>
                  </a:lnTo>
                  <a:lnTo>
                    <a:pt x="322231" y="62960"/>
                  </a:lnTo>
                  <a:lnTo>
                    <a:pt x="322231" y="19050"/>
                  </a:lnTo>
                  <a:cubicBezTo>
                    <a:pt x="322231" y="8573"/>
                    <a:pt x="313658" y="0"/>
                    <a:pt x="303181" y="0"/>
                  </a:cubicBezTo>
                  <a:cubicBezTo>
                    <a:pt x="292703" y="0"/>
                    <a:pt x="284131" y="8573"/>
                    <a:pt x="284131" y="19050"/>
                  </a:cubicBezTo>
                  <a:lnTo>
                    <a:pt x="284131" y="62960"/>
                  </a:lnTo>
                  <a:lnTo>
                    <a:pt x="244126" y="62960"/>
                  </a:lnTo>
                  <a:lnTo>
                    <a:pt x="244126" y="19050"/>
                  </a:lnTo>
                  <a:cubicBezTo>
                    <a:pt x="244126" y="8573"/>
                    <a:pt x="235553" y="0"/>
                    <a:pt x="225076" y="0"/>
                  </a:cubicBezTo>
                  <a:cubicBezTo>
                    <a:pt x="214598" y="0"/>
                    <a:pt x="206026" y="8573"/>
                    <a:pt x="206026" y="19050"/>
                  </a:cubicBezTo>
                  <a:lnTo>
                    <a:pt x="206026" y="62960"/>
                  </a:lnTo>
                  <a:lnTo>
                    <a:pt x="166021" y="62960"/>
                  </a:lnTo>
                  <a:lnTo>
                    <a:pt x="166021" y="19050"/>
                  </a:lnTo>
                  <a:cubicBezTo>
                    <a:pt x="166021" y="8573"/>
                    <a:pt x="157448" y="0"/>
                    <a:pt x="146971" y="0"/>
                  </a:cubicBezTo>
                  <a:cubicBezTo>
                    <a:pt x="136493" y="0"/>
                    <a:pt x="127921" y="8573"/>
                    <a:pt x="127921" y="19050"/>
                  </a:cubicBezTo>
                  <a:lnTo>
                    <a:pt x="127921" y="62960"/>
                  </a:lnTo>
                  <a:lnTo>
                    <a:pt x="126683" y="62960"/>
                  </a:lnTo>
                  <a:cubicBezTo>
                    <a:pt x="90583" y="62960"/>
                    <a:pt x="61246" y="92012"/>
                    <a:pt x="60484" y="127921"/>
                  </a:cubicBezTo>
                  <a:lnTo>
                    <a:pt x="19050" y="127921"/>
                  </a:lnTo>
                  <a:cubicBezTo>
                    <a:pt x="8573" y="127921"/>
                    <a:pt x="0" y="136493"/>
                    <a:pt x="0" y="146971"/>
                  </a:cubicBezTo>
                  <a:cubicBezTo>
                    <a:pt x="0" y="157448"/>
                    <a:pt x="8573" y="166021"/>
                    <a:pt x="19050" y="166021"/>
                  </a:cubicBezTo>
                  <a:lnTo>
                    <a:pt x="60389" y="166021"/>
                  </a:lnTo>
                  <a:lnTo>
                    <a:pt x="60389" y="206026"/>
                  </a:lnTo>
                  <a:lnTo>
                    <a:pt x="19050" y="206026"/>
                  </a:lnTo>
                  <a:cubicBezTo>
                    <a:pt x="8573" y="206026"/>
                    <a:pt x="0" y="214598"/>
                    <a:pt x="0" y="225076"/>
                  </a:cubicBezTo>
                  <a:cubicBezTo>
                    <a:pt x="0" y="235553"/>
                    <a:pt x="8573" y="244126"/>
                    <a:pt x="19050" y="244126"/>
                  </a:cubicBezTo>
                  <a:lnTo>
                    <a:pt x="60389" y="244126"/>
                  </a:lnTo>
                  <a:lnTo>
                    <a:pt x="60389" y="284131"/>
                  </a:lnTo>
                  <a:lnTo>
                    <a:pt x="19050" y="284131"/>
                  </a:lnTo>
                  <a:cubicBezTo>
                    <a:pt x="8573" y="284131"/>
                    <a:pt x="0" y="292703"/>
                    <a:pt x="0" y="303181"/>
                  </a:cubicBezTo>
                  <a:cubicBezTo>
                    <a:pt x="0" y="313658"/>
                    <a:pt x="8573" y="322231"/>
                    <a:pt x="19050" y="322231"/>
                  </a:cubicBezTo>
                  <a:lnTo>
                    <a:pt x="60389" y="322231"/>
                  </a:lnTo>
                  <a:lnTo>
                    <a:pt x="60389" y="362236"/>
                  </a:lnTo>
                  <a:lnTo>
                    <a:pt x="19050" y="362236"/>
                  </a:lnTo>
                  <a:cubicBezTo>
                    <a:pt x="8573" y="362236"/>
                    <a:pt x="0" y="370808"/>
                    <a:pt x="0" y="381286"/>
                  </a:cubicBezTo>
                  <a:cubicBezTo>
                    <a:pt x="0" y="391763"/>
                    <a:pt x="8573" y="400336"/>
                    <a:pt x="19050" y="400336"/>
                  </a:cubicBezTo>
                  <a:lnTo>
                    <a:pt x="60579" y="400336"/>
                  </a:lnTo>
                  <a:cubicBezTo>
                    <a:pt x="62294" y="435388"/>
                    <a:pt x="91250" y="463391"/>
                    <a:pt x="126683" y="463391"/>
                  </a:cubicBezTo>
                  <a:lnTo>
                    <a:pt x="127921" y="463391"/>
                  </a:lnTo>
                  <a:lnTo>
                    <a:pt x="127921" y="506349"/>
                  </a:lnTo>
                  <a:cubicBezTo>
                    <a:pt x="127921" y="516827"/>
                    <a:pt x="136493" y="525399"/>
                    <a:pt x="146971" y="525399"/>
                  </a:cubicBezTo>
                  <a:cubicBezTo>
                    <a:pt x="157448" y="525399"/>
                    <a:pt x="166021" y="516827"/>
                    <a:pt x="166021" y="506349"/>
                  </a:cubicBezTo>
                  <a:lnTo>
                    <a:pt x="166021" y="463391"/>
                  </a:lnTo>
                  <a:lnTo>
                    <a:pt x="206026" y="463391"/>
                  </a:lnTo>
                  <a:lnTo>
                    <a:pt x="206026" y="506349"/>
                  </a:lnTo>
                  <a:cubicBezTo>
                    <a:pt x="206026" y="516827"/>
                    <a:pt x="214598" y="525399"/>
                    <a:pt x="225076" y="525399"/>
                  </a:cubicBezTo>
                  <a:cubicBezTo>
                    <a:pt x="235553" y="525399"/>
                    <a:pt x="244126" y="516827"/>
                    <a:pt x="244126" y="506349"/>
                  </a:cubicBezTo>
                  <a:lnTo>
                    <a:pt x="244126" y="463391"/>
                  </a:lnTo>
                  <a:lnTo>
                    <a:pt x="284131" y="463391"/>
                  </a:lnTo>
                  <a:lnTo>
                    <a:pt x="284131" y="506349"/>
                  </a:lnTo>
                  <a:cubicBezTo>
                    <a:pt x="284131" y="516827"/>
                    <a:pt x="292703" y="525399"/>
                    <a:pt x="303181" y="525399"/>
                  </a:cubicBezTo>
                  <a:cubicBezTo>
                    <a:pt x="313658" y="525399"/>
                    <a:pt x="322231" y="516827"/>
                    <a:pt x="322231" y="506349"/>
                  </a:cubicBezTo>
                  <a:lnTo>
                    <a:pt x="322231" y="463391"/>
                  </a:lnTo>
                  <a:lnTo>
                    <a:pt x="362236" y="463391"/>
                  </a:lnTo>
                  <a:lnTo>
                    <a:pt x="362236" y="506349"/>
                  </a:lnTo>
                  <a:cubicBezTo>
                    <a:pt x="362236" y="516827"/>
                    <a:pt x="370808" y="525399"/>
                    <a:pt x="381286" y="525399"/>
                  </a:cubicBezTo>
                  <a:cubicBezTo>
                    <a:pt x="391763" y="525399"/>
                    <a:pt x="400336" y="516827"/>
                    <a:pt x="400336" y="506349"/>
                  </a:cubicBezTo>
                  <a:lnTo>
                    <a:pt x="400336" y="463106"/>
                  </a:lnTo>
                  <a:cubicBezTo>
                    <a:pt x="433578" y="460724"/>
                    <a:pt x="460057" y="433769"/>
                    <a:pt x="461677" y="400336"/>
                  </a:cubicBezTo>
                  <a:lnTo>
                    <a:pt x="506349" y="400336"/>
                  </a:lnTo>
                  <a:cubicBezTo>
                    <a:pt x="516827" y="400336"/>
                    <a:pt x="525399" y="391763"/>
                    <a:pt x="525399" y="381286"/>
                  </a:cubicBezTo>
                  <a:cubicBezTo>
                    <a:pt x="525399" y="370808"/>
                    <a:pt x="516827" y="362236"/>
                    <a:pt x="506349" y="362236"/>
                  </a:cubicBezTo>
                  <a:lnTo>
                    <a:pt x="461867" y="362236"/>
                  </a:lnTo>
                  <a:lnTo>
                    <a:pt x="461867" y="322231"/>
                  </a:lnTo>
                  <a:lnTo>
                    <a:pt x="506349" y="322231"/>
                  </a:lnTo>
                  <a:cubicBezTo>
                    <a:pt x="516827" y="322231"/>
                    <a:pt x="525399" y="313658"/>
                    <a:pt x="525399" y="303181"/>
                  </a:cubicBezTo>
                  <a:cubicBezTo>
                    <a:pt x="525399" y="292703"/>
                    <a:pt x="516827" y="284131"/>
                    <a:pt x="506349" y="284131"/>
                  </a:cubicBezTo>
                  <a:lnTo>
                    <a:pt x="461867" y="284131"/>
                  </a:lnTo>
                  <a:lnTo>
                    <a:pt x="461867" y="244126"/>
                  </a:lnTo>
                  <a:lnTo>
                    <a:pt x="506349" y="244126"/>
                  </a:lnTo>
                  <a:close/>
                  <a:moveTo>
                    <a:pt x="423767" y="397193"/>
                  </a:moveTo>
                  <a:cubicBezTo>
                    <a:pt x="423767" y="412718"/>
                    <a:pt x="411099" y="425291"/>
                    <a:pt x="395669" y="425291"/>
                  </a:cubicBezTo>
                  <a:lnTo>
                    <a:pt x="126683" y="425291"/>
                  </a:lnTo>
                  <a:cubicBezTo>
                    <a:pt x="111157" y="425291"/>
                    <a:pt x="98584" y="412623"/>
                    <a:pt x="98584" y="397193"/>
                  </a:cubicBezTo>
                  <a:lnTo>
                    <a:pt x="98584" y="129159"/>
                  </a:lnTo>
                  <a:cubicBezTo>
                    <a:pt x="98584" y="113633"/>
                    <a:pt x="111252" y="101060"/>
                    <a:pt x="126683" y="101060"/>
                  </a:cubicBezTo>
                  <a:lnTo>
                    <a:pt x="395669" y="101060"/>
                  </a:lnTo>
                  <a:cubicBezTo>
                    <a:pt x="411194" y="101060"/>
                    <a:pt x="423767" y="113729"/>
                    <a:pt x="423767" y="129159"/>
                  </a:cubicBezTo>
                  <a:lnTo>
                    <a:pt x="423767" y="397193"/>
                  </a:lnTo>
                  <a:close/>
                </a:path>
              </a:pathLst>
            </a:custGeom>
            <a:solidFill>
              <a:srgbClr val="29B5E8"/>
            </a:solidFill>
            <a:ln>
              <a:noFill/>
            </a:ln>
          </p:spPr>
          <p:txBody>
            <a:bodyPr spcFirstLastPara="1" wrap="square" lIns="51425" tIns="25725" rIns="51425" bIns="25725" anchor="t" anchorCtr="0">
              <a:noAutofit/>
            </a:bodyPr>
            <a:lstStyle/>
            <a:p>
              <a:pPr marL="0" marR="0" lvl="0" indent="0" algn="l" rtl="0">
                <a:spcBef>
                  <a:spcPts val="0"/>
                </a:spcBef>
                <a:spcAft>
                  <a:spcPts val="0"/>
                </a:spcAft>
                <a:buNone/>
              </a:pPr>
              <a:endParaRPr sz="1050">
                <a:solidFill>
                  <a:srgbClr val="262626"/>
                </a:solidFill>
                <a:latin typeface="Arial"/>
                <a:ea typeface="Arial"/>
                <a:cs typeface="Arial"/>
                <a:sym typeface="Arial"/>
              </a:endParaRPr>
            </a:p>
          </p:txBody>
        </p:sp>
      </p:grpSp>
      <p:grpSp>
        <p:nvGrpSpPr>
          <p:cNvPr id="3350" name="Google Shape;3350;p96"/>
          <p:cNvGrpSpPr/>
          <p:nvPr/>
        </p:nvGrpSpPr>
        <p:grpSpPr>
          <a:xfrm>
            <a:off x="5527186" y="2135356"/>
            <a:ext cx="294411" cy="294430"/>
            <a:chOff x="8659448" y="4276445"/>
            <a:chExt cx="523398" cy="525017"/>
          </a:xfrm>
        </p:grpSpPr>
        <p:sp>
          <p:nvSpPr>
            <p:cNvPr id="3351" name="Google Shape;3351;p96"/>
            <p:cNvSpPr/>
            <p:nvPr/>
          </p:nvSpPr>
          <p:spPr>
            <a:xfrm>
              <a:off x="8659448" y="4279016"/>
              <a:ext cx="523398" cy="522446"/>
            </a:xfrm>
            <a:custGeom>
              <a:avLst/>
              <a:gdLst/>
              <a:ahLst/>
              <a:cxnLst/>
              <a:rect l="l" t="t" r="r" b="b"/>
              <a:pathLst>
                <a:path w="523398" h="522446" extrusionOk="0">
                  <a:moveTo>
                    <a:pt x="504349" y="451580"/>
                  </a:moveTo>
                  <a:lnTo>
                    <a:pt x="70866" y="451580"/>
                  </a:lnTo>
                  <a:lnTo>
                    <a:pt x="70866" y="19050"/>
                  </a:lnTo>
                  <a:cubicBezTo>
                    <a:pt x="70866" y="8572"/>
                    <a:pt x="62294" y="0"/>
                    <a:pt x="51816" y="0"/>
                  </a:cubicBezTo>
                  <a:cubicBezTo>
                    <a:pt x="41338" y="0"/>
                    <a:pt x="32766" y="8572"/>
                    <a:pt x="32766" y="19050"/>
                  </a:cubicBezTo>
                  <a:lnTo>
                    <a:pt x="32766" y="451580"/>
                  </a:lnTo>
                  <a:lnTo>
                    <a:pt x="19050" y="451580"/>
                  </a:lnTo>
                  <a:cubicBezTo>
                    <a:pt x="8573" y="451580"/>
                    <a:pt x="0" y="460153"/>
                    <a:pt x="0" y="470630"/>
                  </a:cubicBezTo>
                  <a:cubicBezTo>
                    <a:pt x="0" y="481108"/>
                    <a:pt x="8573" y="489680"/>
                    <a:pt x="19050" y="489680"/>
                  </a:cubicBezTo>
                  <a:lnTo>
                    <a:pt x="32766" y="489680"/>
                  </a:lnTo>
                  <a:lnTo>
                    <a:pt x="32766" y="503396"/>
                  </a:lnTo>
                  <a:cubicBezTo>
                    <a:pt x="32766" y="513874"/>
                    <a:pt x="41338" y="522446"/>
                    <a:pt x="51816" y="522446"/>
                  </a:cubicBezTo>
                  <a:cubicBezTo>
                    <a:pt x="62294" y="522446"/>
                    <a:pt x="70866" y="513874"/>
                    <a:pt x="70866" y="503396"/>
                  </a:cubicBezTo>
                  <a:lnTo>
                    <a:pt x="70866" y="489680"/>
                  </a:lnTo>
                  <a:lnTo>
                    <a:pt x="504349" y="489680"/>
                  </a:lnTo>
                  <a:cubicBezTo>
                    <a:pt x="514826" y="489680"/>
                    <a:pt x="523399" y="481108"/>
                    <a:pt x="523399" y="470630"/>
                  </a:cubicBezTo>
                  <a:cubicBezTo>
                    <a:pt x="523399" y="460153"/>
                    <a:pt x="514826" y="451580"/>
                    <a:pt x="504349" y="451580"/>
                  </a:cubicBezTo>
                  <a:close/>
                </a:path>
              </a:pathLst>
            </a:cu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49">
                <a:solidFill>
                  <a:srgbClr val="262626"/>
                </a:solidFill>
                <a:latin typeface="Arial"/>
                <a:ea typeface="Arial"/>
                <a:cs typeface="Arial"/>
                <a:sym typeface="Arial"/>
              </a:endParaRPr>
            </a:p>
          </p:txBody>
        </p:sp>
        <p:sp>
          <p:nvSpPr>
            <p:cNvPr id="3352" name="Google Shape;3352;p96"/>
            <p:cNvSpPr/>
            <p:nvPr/>
          </p:nvSpPr>
          <p:spPr>
            <a:xfrm>
              <a:off x="8870808" y="4507997"/>
              <a:ext cx="59700" cy="187800"/>
            </a:xfrm>
            <a:prstGeom prst="rect">
              <a:avLst/>
            </a:pr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49">
                <a:solidFill>
                  <a:srgbClr val="262626"/>
                </a:solidFill>
                <a:latin typeface="Arial"/>
                <a:ea typeface="Arial"/>
                <a:cs typeface="Arial"/>
                <a:sym typeface="Arial"/>
              </a:endParaRPr>
            </a:p>
          </p:txBody>
        </p:sp>
        <p:sp>
          <p:nvSpPr>
            <p:cNvPr id="3353" name="Google Shape;3353;p96"/>
            <p:cNvSpPr/>
            <p:nvPr/>
          </p:nvSpPr>
          <p:spPr>
            <a:xfrm>
              <a:off x="8773558" y="4567814"/>
              <a:ext cx="59700" cy="127800"/>
            </a:xfrm>
            <a:prstGeom prst="rect">
              <a:avLst/>
            </a:pr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49">
                <a:solidFill>
                  <a:srgbClr val="262626"/>
                </a:solidFill>
                <a:latin typeface="Arial"/>
                <a:ea typeface="Arial"/>
                <a:cs typeface="Arial"/>
                <a:sym typeface="Arial"/>
              </a:endParaRPr>
            </a:p>
          </p:txBody>
        </p:sp>
        <p:sp>
          <p:nvSpPr>
            <p:cNvPr id="3354" name="Google Shape;3354;p96"/>
            <p:cNvSpPr/>
            <p:nvPr/>
          </p:nvSpPr>
          <p:spPr>
            <a:xfrm>
              <a:off x="8968059" y="4567814"/>
              <a:ext cx="59700" cy="127800"/>
            </a:xfrm>
            <a:prstGeom prst="rect">
              <a:avLst/>
            </a:pr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49">
                <a:solidFill>
                  <a:srgbClr val="262626"/>
                </a:solidFill>
                <a:latin typeface="Arial"/>
                <a:ea typeface="Arial"/>
                <a:cs typeface="Arial"/>
                <a:sym typeface="Arial"/>
              </a:endParaRPr>
            </a:p>
          </p:txBody>
        </p:sp>
        <p:sp>
          <p:nvSpPr>
            <p:cNvPr id="3355" name="Google Shape;3355;p96"/>
            <p:cNvSpPr/>
            <p:nvPr/>
          </p:nvSpPr>
          <p:spPr>
            <a:xfrm>
              <a:off x="9065214" y="4487995"/>
              <a:ext cx="59700" cy="207600"/>
            </a:xfrm>
            <a:prstGeom prst="rect">
              <a:avLst/>
            </a:pr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49">
                <a:solidFill>
                  <a:srgbClr val="262626"/>
                </a:solidFill>
                <a:latin typeface="Arial"/>
                <a:ea typeface="Arial"/>
                <a:cs typeface="Arial"/>
                <a:sym typeface="Arial"/>
              </a:endParaRPr>
            </a:p>
          </p:txBody>
        </p:sp>
        <p:sp>
          <p:nvSpPr>
            <p:cNvPr id="3356" name="Google Shape;3356;p96"/>
            <p:cNvSpPr/>
            <p:nvPr/>
          </p:nvSpPr>
          <p:spPr>
            <a:xfrm>
              <a:off x="8783695" y="4388420"/>
              <a:ext cx="321657" cy="122434"/>
            </a:xfrm>
            <a:custGeom>
              <a:avLst/>
              <a:gdLst/>
              <a:ahLst/>
              <a:cxnLst/>
              <a:rect l="l" t="t" r="r" b="b"/>
              <a:pathLst>
                <a:path w="321657" h="122434" extrusionOk="0">
                  <a:moveTo>
                    <a:pt x="12057" y="122434"/>
                  </a:moveTo>
                  <a:cubicBezTo>
                    <a:pt x="14724" y="122434"/>
                    <a:pt x="17295" y="121577"/>
                    <a:pt x="19486" y="119767"/>
                  </a:cubicBezTo>
                  <a:lnTo>
                    <a:pt x="122928" y="36233"/>
                  </a:lnTo>
                  <a:lnTo>
                    <a:pt x="202176" y="115672"/>
                  </a:lnTo>
                  <a:cubicBezTo>
                    <a:pt x="206748" y="120244"/>
                    <a:pt x="214177" y="120339"/>
                    <a:pt x="218844" y="115862"/>
                  </a:cubicBezTo>
                  <a:lnTo>
                    <a:pt x="318000" y="20517"/>
                  </a:lnTo>
                  <a:cubicBezTo>
                    <a:pt x="322762" y="15945"/>
                    <a:pt x="322857" y="8420"/>
                    <a:pt x="318381" y="3658"/>
                  </a:cubicBezTo>
                  <a:cubicBezTo>
                    <a:pt x="313904" y="-1105"/>
                    <a:pt x="306284" y="-1200"/>
                    <a:pt x="301521" y="3277"/>
                  </a:cubicBezTo>
                  <a:lnTo>
                    <a:pt x="210748" y="90526"/>
                  </a:lnTo>
                  <a:lnTo>
                    <a:pt x="132167" y="11754"/>
                  </a:lnTo>
                  <a:cubicBezTo>
                    <a:pt x="127881" y="7468"/>
                    <a:pt x="121023" y="7087"/>
                    <a:pt x="116260" y="10897"/>
                  </a:cubicBezTo>
                  <a:lnTo>
                    <a:pt x="4437" y="101098"/>
                  </a:lnTo>
                  <a:cubicBezTo>
                    <a:pt x="-707" y="105194"/>
                    <a:pt x="-1469" y="112719"/>
                    <a:pt x="2627" y="117862"/>
                  </a:cubicBezTo>
                  <a:cubicBezTo>
                    <a:pt x="5008" y="120815"/>
                    <a:pt x="8437" y="122244"/>
                    <a:pt x="11866" y="122244"/>
                  </a:cubicBezTo>
                  <a:close/>
                </a:path>
              </a:pathLst>
            </a:cu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49">
                <a:solidFill>
                  <a:srgbClr val="262626"/>
                </a:solidFill>
                <a:latin typeface="Arial"/>
                <a:ea typeface="Arial"/>
                <a:cs typeface="Arial"/>
                <a:sym typeface="Arial"/>
              </a:endParaRPr>
            </a:p>
          </p:txBody>
        </p:sp>
        <p:sp>
          <p:nvSpPr>
            <p:cNvPr id="3357" name="Google Shape;3357;p96"/>
            <p:cNvSpPr/>
            <p:nvPr/>
          </p:nvSpPr>
          <p:spPr>
            <a:xfrm>
              <a:off x="8955295" y="4276445"/>
              <a:ext cx="74485" cy="145637"/>
            </a:xfrm>
            <a:custGeom>
              <a:avLst/>
              <a:gdLst/>
              <a:ahLst/>
              <a:cxnLst/>
              <a:rect l="l" t="t" r="r" b="b"/>
              <a:pathLst>
                <a:path w="74485" h="145637" extrusionOk="0">
                  <a:moveTo>
                    <a:pt x="37243" y="107252"/>
                  </a:moveTo>
                  <a:cubicBezTo>
                    <a:pt x="32194" y="107252"/>
                    <a:pt x="23813" y="106013"/>
                    <a:pt x="23813" y="98108"/>
                  </a:cubicBezTo>
                  <a:cubicBezTo>
                    <a:pt x="23813" y="91535"/>
                    <a:pt x="18478" y="86201"/>
                    <a:pt x="11906" y="86201"/>
                  </a:cubicBezTo>
                  <a:cubicBezTo>
                    <a:pt x="5334" y="86201"/>
                    <a:pt x="0" y="91535"/>
                    <a:pt x="0" y="98108"/>
                  </a:cubicBezTo>
                  <a:cubicBezTo>
                    <a:pt x="0" y="113728"/>
                    <a:pt x="10001" y="125444"/>
                    <a:pt x="25336" y="129445"/>
                  </a:cubicBezTo>
                  <a:lnTo>
                    <a:pt x="25336" y="133731"/>
                  </a:lnTo>
                  <a:cubicBezTo>
                    <a:pt x="25336" y="140303"/>
                    <a:pt x="30670" y="145637"/>
                    <a:pt x="37243" y="145637"/>
                  </a:cubicBezTo>
                  <a:cubicBezTo>
                    <a:pt x="43815" y="145637"/>
                    <a:pt x="49149" y="140303"/>
                    <a:pt x="49149" y="133731"/>
                  </a:cubicBezTo>
                  <a:lnTo>
                    <a:pt x="49149" y="129445"/>
                  </a:lnTo>
                  <a:cubicBezTo>
                    <a:pt x="64484" y="125444"/>
                    <a:pt x="74486" y="113728"/>
                    <a:pt x="74486" y="98108"/>
                  </a:cubicBezTo>
                  <a:cubicBezTo>
                    <a:pt x="74486" y="77915"/>
                    <a:pt x="61531" y="71533"/>
                    <a:pt x="46672" y="64199"/>
                  </a:cubicBezTo>
                  <a:lnTo>
                    <a:pt x="38481" y="60198"/>
                  </a:lnTo>
                  <a:cubicBezTo>
                    <a:pt x="23908" y="52959"/>
                    <a:pt x="23908" y="52387"/>
                    <a:pt x="23908" y="47625"/>
                  </a:cubicBezTo>
                  <a:cubicBezTo>
                    <a:pt x="23908" y="39529"/>
                    <a:pt x="32290" y="38291"/>
                    <a:pt x="37338" y="38291"/>
                  </a:cubicBezTo>
                  <a:cubicBezTo>
                    <a:pt x="43243" y="38291"/>
                    <a:pt x="50387" y="39910"/>
                    <a:pt x="50387" y="47625"/>
                  </a:cubicBezTo>
                  <a:cubicBezTo>
                    <a:pt x="50387" y="54197"/>
                    <a:pt x="55721" y="59531"/>
                    <a:pt x="62293" y="59531"/>
                  </a:cubicBezTo>
                  <a:cubicBezTo>
                    <a:pt x="68866" y="59531"/>
                    <a:pt x="74200" y="54197"/>
                    <a:pt x="74200" y="47625"/>
                  </a:cubicBezTo>
                  <a:cubicBezTo>
                    <a:pt x="74200" y="31909"/>
                    <a:pt x="64294" y="20193"/>
                    <a:pt x="49244" y="16097"/>
                  </a:cubicBezTo>
                  <a:lnTo>
                    <a:pt x="49244" y="11906"/>
                  </a:lnTo>
                  <a:cubicBezTo>
                    <a:pt x="49244" y="5334"/>
                    <a:pt x="43910" y="0"/>
                    <a:pt x="37338" y="0"/>
                  </a:cubicBezTo>
                  <a:cubicBezTo>
                    <a:pt x="30766" y="0"/>
                    <a:pt x="25432" y="5334"/>
                    <a:pt x="25432" y="11906"/>
                  </a:cubicBezTo>
                  <a:lnTo>
                    <a:pt x="25432" y="16002"/>
                  </a:lnTo>
                  <a:cubicBezTo>
                    <a:pt x="10096" y="20003"/>
                    <a:pt x="95" y="31813"/>
                    <a:pt x="95" y="47530"/>
                  </a:cubicBezTo>
                  <a:cubicBezTo>
                    <a:pt x="95" y="67723"/>
                    <a:pt x="13049" y="74105"/>
                    <a:pt x="28003" y="81439"/>
                  </a:cubicBezTo>
                  <a:lnTo>
                    <a:pt x="36195" y="85439"/>
                  </a:lnTo>
                  <a:cubicBezTo>
                    <a:pt x="50768" y="92678"/>
                    <a:pt x="50768" y="93250"/>
                    <a:pt x="50768" y="98012"/>
                  </a:cubicBezTo>
                  <a:cubicBezTo>
                    <a:pt x="50768" y="106013"/>
                    <a:pt x="42386" y="107156"/>
                    <a:pt x="37338" y="107156"/>
                  </a:cubicBezTo>
                  <a:close/>
                </a:path>
              </a:pathLst>
            </a:custGeom>
            <a:solidFill>
              <a:srgbClr val="29B5E8"/>
            </a:solidFill>
            <a:ln>
              <a:noFill/>
            </a:ln>
          </p:spPr>
          <p:txBody>
            <a:bodyPr spcFirstLastPara="1" wrap="square" lIns="51450" tIns="25725" rIns="51450" bIns="25725" anchor="t" anchorCtr="0">
              <a:noAutofit/>
            </a:bodyPr>
            <a:lstStyle/>
            <a:p>
              <a:pPr marL="0" marR="0" lvl="0" indent="0" algn="l" rtl="0">
                <a:spcBef>
                  <a:spcPts val="0"/>
                </a:spcBef>
                <a:spcAft>
                  <a:spcPts val="0"/>
                </a:spcAft>
                <a:buNone/>
              </a:pPr>
              <a:endParaRPr sz="1049">
                <a:solidFill>
                  <a:srgbClr val="262626"/>
                </a:solidFill>
                <a:latin typeface="Arial"/>
                <a:ea typeface="Arial"/>
                <a:cs typeface="Arial"/>
                <a:sym typeface="Arial"/>
              </a:endParaRPr>
            </a:p>
          </p:txBody>
        </p:sp>
      </p:grpSp>
      <p:grpSp>
        <p:nvGrpSpPr>
          <p:cNvPr id="3358" name="Google Shape;3358;p96"/>
          <p:cNvGrpSpPr/>
          <p:nvPr/>
        </p:nvGrpSpPr>
        <p:grpSpPr>
          <a:xfrm>
            <a:off x="7024100" y="994877"/>
            <a:ext cx="396478" cy="396478"/>
            <a:chOff x="10513767" y="2621203"/>
            <a:chExt cx="528637" cy="528637"/>
          </a:xfrm>
        </p:grpSpPr>
        <p:sp>
          <p:nvSpPr>
            <p:cNvPr id="3359" name="Google Shape;3359;p96"/>
            <p:cNvSpPr/>
            <p:nvPr/>
          </p:nvSpPr>
          <p:spPr>
            <a:xfrm>
              <a:off x="10614828" y="2779319"/>
              <a:ext cx="308275" cy="170497"/>
            </a:xfrm>
            <a:custGeom>
              <a:avLst/>
              <a:gdLst/>
              <a:ahLst/>
              <a:cxnLst/>
              <a:rect l="l" t="t" r="r" b="b"/>
              <a:pathLst>
                <a:path w="308275" h="170497" extrusionOk="0">
                  <a:moveTo>
                    <a:pt x="296418" y="32956"/>
                  </a:moveTo>
                  <a:lnTo>
                    <a:pt x="99536" y="32956"/>
                  </a:lnTo>
                  <a:cubicBezTo>
                    <a:pt x="92964" y="32956"/>
                    <a:pt x="87630" y="38291"/>
                    <a:pt x="87630" y="44863"/>
                  </a:cubicBezTo>
                  <a:cubicBezTo>
                    <a:pt x="87630" y="51435"/>
                    <a:pt x="92964" y="56769"/>
                    <a:pt x="99536" y="56769"/>
                  </a:cubicBezTo>
                  <a:lnTo>
                    <a:pt x="279083" y="56769"/>
                  </a:lnTo>
                  <a:lnTo>
                    <a:pt x="244602" y="146685"/>
                  </a:lnTo>
                  <a:lnTo>
                    <a:pt x="114205" y="146685"/>
                  </a:lnTo>
                  <a:lnTo>
                    <a:pt x="60103" y="7620"/>
                  </a:lnTo>
                  <a:cubicBezTo>
                    <a:pt x="58293" y="3048"/>
                    <a:pt x="53911" y="0"/>
                    <a:pt x="48959" y="0"/>
                  </a:cubicBezTo>
                  <a:lnTo>
                    <a:pt x="11906" y="0"/>
                  </a:lnTo>
                  <a:cubicBezTo>
                    <a:pt x="5334" y="0"/>
                    <a:pt x="0" y="5334"/>
                    <a:pt x="0" y="11906"/>
                  </a:cubicBezTo>
                  <a:lnTo>
                    <a:pt x="0" y="31909"/>
                  </a:lnTo>
                  <a:cubicBezTo>
                    <a:pt x="0" y="38481"/>
                    <a:pt x="5334" y="43815"/>
                    <a:pt x="11906" y="43815"/>
                  </a:cubicBezTo>
                  <a:cubicBezTo>
                    <a:pt x="18478" y="43815"/>
                    <a:pt x="23812" y="38481"/>
                    <a:pt x="23812" y="31909"/>
                  </a:cubicBezTo>
                  <a:lnTo>
                    <a:pt x="23812" y="23813"/>
                  </a:lnTo>
                  <a:lnTo>
                    <a:pt x="40767" y="23813"/>
                  </a:lnTo>
                  <a:lnTo>
                    <a:pt x="94869" y="162878"/>
                  </a:lnTo>
                  <a:cubicBezTo>
                    <a:pt x="96679" y="167450"/>
                    <a:pt x="101060" y="170498"/>
                    <a:pt x="106013" y="170498"/>
                  </a:cubicBezTo>
                  <a:lnTo>
                    <a:pt x="252698" y="170498"/>
                  </a:lnTo>
                  <a:cubicBezTo>
                    <a:pt x="257651" y="170498"/>
                    <a:pt x="262033" y="167450"/>
                    <a:pt x="263842" y="162878"/>
                  </a:cubicBezTo>
                  <a:lnTo>
                    <a:pt x="307467" y="49149"/>
                  </a:lnTo>
                  <a:cubicBezTo>
                    <a:pt x="308896" y="45530"/>
                    <a:pt x="308419" y="41339"/>
                    <a:pt x="306134" y="38100"/>
                  </a:cubicBezTo>
                  <a:cubicBezTo>
                    <a:pt x="303848" y="34862"/>
                    <a:pt x="300228" y="32956"/>
                    <a:pt x="296323" y="3295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60" name="Google Shape;3360;p96"/>
            <p:cNvSpPr/>
            <p:nvPr/>
          </p:nvSpPr>
          <p:spPr>
            <a:xfrm>
              <a:off x="10725127" y="2962675"/>
              <a:ext cx="63055" cy="61150"/>
            </a:xfrm>
            <a:custGeom>
              <a:avLst/>
              <a:gdLst/>
              <a:ahLst/>
              <a:cxnLst/>
              <a:rect l="l" t="t" r="r" b="b"/>
              <a:pathLst>
                <a:path w="63055" h="61150" extrusionOk="0">
                  <a:moveTo>
                    <a:pt x="30575" y="0"/>
                  </a:moveTo>
                  <a:cubicBezTo>
                    <a:pt x="13716" y="0"/>
                    <a:pt x="0" y="13716"/>
                    <a:pt x="0" y="30575"/>
                  </a:cubicBezTo>
                  <a:cubicBezTo>
                    <a:pt x="0" y="47435"/>
                    <a:pt x="13716" y="61151"/>
                    <a:pt x="30575" y="61151"/>
                  </a:cubicBezTo>
                  <a:cubicBezTo>
                    <a:pt x="47435" y="61151"/>
                    <a:pt x="63055" y="47149"/>
                    <a:pt x="63055" y="30575"/>
                  </a:cubicBezTo>
                  <a:cubicBezTo>
                    <a:pt x="63055" y="14002"/>
                    <a:pt x="47911" y="0"/>
                    <a:pt x="30575" y="0"/>
                  </a:cubicBezTo>
                  <a:close/>
                  <a:moveTo>
                    <a:pt x="30575" y="46863"/>
                  </a:moveTo>
                  <a:cubicBezTo>
                    <a:pt x="21527" y="46863"/>
                    <a:pt x="14288" y="39529"/>
                    <a:pt x="14288" y="30575"/>
                  </a:cubicBezTo>
                  <a:cubicBezTo>
                    <a:pt x="14288" y="21622"/>
                    <a:pt x="21622" y="14288"/>
                    <a:pt x="30575" y="14288"/>
                  </a:cubicBezTo>
                  <a:cubicBezTo>
                    <a:pt x="39529" y="14288"/>
                    <a:pt x="48768" y="21622"/>
                    <a:pt x="48768" y="30575"/>
                  </a:cubicBezTo>
                  <a:cubicBezTo>
                    <a:pt x="48768" y="39529"/>
                    <a:pt x="39529" y="46863"/>
                    <a:pt x="30575" y="4686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61" name="Google Shape;3361;p96"/>
            <p:cNvSpPr/>
            <p:nvPr/>
          </p:nvSpPr>
          <p:spPr>
            <a:xfrm>
              <a:off x="10804090" y="2962675"/>
              <a:ext cx="61150" cy="61150"/>
            </a:xfrm>
            <a:custGeom>
              <a:avLst/>
              <a:gdLst/>
              <a:ahLst/>
              <a:cxnLst/>
              <a:rect l="l" t="t" r="r" b="b"/>
              <a:pathLst>
                <a:path w="61150" h="61150" extrusionOk="0">
                  <a:moveTo>
                    <a:pt x="30575" y="0"/>
                  </a:moveTo>
                  <a:cubicBezTo>
                    <a:pt x="13716" y="0"/>
                    <a:pt x="0" y="13716"/>
                    <a:pt x="0" y="30575"/>
                  </a:cubicBezTo>
                  <a:cubicBezTo>
                    <a:pt x="0" y="47435"/>
                    <a:pt x="13716" y="61151"/>
                    <a:pt x="30575" y="61151"/>
                  </a:cubicBezTo>
                  <a:cubicBezTo>
                    <a:pt x="47434" y="61151"/>
                    <a:pt x="61150" y="47435"/>
                    <a:pt x="61150" y="30575"/>
                  </a:cubicBezTo>
                  <a:cubicBezTo>
                    <a:pt x="61150" y="13716"/>
                    <a:pt x="47434" y="0"/>
                    <a:pt x="30575" y="0"/>
                  </a:cubicBezTo>
                  <a:close/>
                  <a:moveTo>
                    <a:pt x="30575" y="46863"/>
                  </a:moveTo>
                  <a:cubicBezTo>
                    <a:pt x="21526" y="46863"/>
                    <a:pt x="14288" y="39529"/>
                    <a:pt x="14288" y="30575"/>
                  </a:cubicBezTo>
                  <a:cubicBezTo>
                    <a:pt x="14288" y="21622"/>
                    <a:pt x="21622" y="14288"/>
                    <a:pt x="30575" y="14288"/>
                  </a:cubicBezTo>
                  <a:cubicBezTo>
                    <a:pt x="39529" y="14288"/>
                    <a:pt x="46863" y="21622"/>
                    <a:pt x="46863" y="30575"/>
                  </a:cubicBezTo>
                  <a:cubicBezTo>
                    <a:pt x="46863" y="39529"/>
                    <a:pt x="39529" y="46863"/>
                    <a:pt x="30575" y="4686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62" name="Google Shape;3362;p96"/>
            <p:cNvSpPr/>
            <p:nvPr/>
          </p:nvSpPr>
          <p:spPr>
            <a:xfrm>
              <a:off x="10741891" y="2897810"/>
              <a:ext cx="108108" cy="14287"/>
            </a:xfrm>
            <a:custGeom>
              <a:avLst/>
              <a:gdLst/>
              <a:ahLst/>
              <a:cxnLst/>
              <a:rect l="l" t="t" r="r" b="b"/>
              <a:pathLst>
                <a:path w="108108" h="14287" extrusionOk="0">
                  <a:moveTo>
                    <a:pt x="7144" y="0"/>
                  </a:moveTo>
                  <a:cubicBezTo>
                    <a:pt x="3239" y="0"/>
                    <a:pt x="0" y="3239"/>
                    <a:pt x="0" y="7144"/>
                  </a:cubicBezTo>
                  <a:cubicBezTo>
                    <a:pt x="0" y="11049"/>
                    <a:pt x="3239" y="14288"/>
                    <a:pt x="7144" y="14288"/>
                  </a:cubicBezTo>
                  <a:lnTo>
                    <a:pt x="100965" y="14288"/>
                  </a:lnTo>
                  <a:cubicBezTo>
                    <a:pt x="104870" y="14288"/>
                    <a:pt x="108109" y="11049"/>
                    <a:pt x="108109" y="7144"/>
                  </a:cubicBezTo>
                  <a:cubicBezTo>
                    <a:pt x="108109" y="3239"/>
                    <a:pt x="104870" y="0"/>
                    <a:pt x="100965" y="0"/>
                  </a:cubicBezTo>
                  <a:lnTo>
                    <a:pt x="7144"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63" name="Google Shape;3363;p96"/>
            <p:cNvSpPr/>
            <p:nvPr/>
          </p:nvSpPr>
          <p:spPr>
            <a:xfrm>
              <a:off x="10732081" y="2872663"/>
              <a:ext cx="126872" cy="14287"/>
            </a:xfrm>
            <a:custGeom>
              <a:avLst/>
              <a:gdLst/>
              <a:ahLst/>
              <a:cxnLst/>
              <a:rect l="l" t="t" r="r" b="b"/>
              <a:pathLst>
                <a:path w="126872" h="14287" extrusionOk="0">
                  <a:moveTo>
                    <a:pt x="126873" y="7144"/>
                  </a:moveTo>
                  <a:cubicBezTo>
                    <a:pt x="126873" y="3239"/>
                    <a:pt x="123634" y="0"/>
                    <a:pt x="119729" y="0"/>
                  </a:cubicBezTo>
                  <a:lnTo>
                    <a:pt x="7144" y="0"/>
                  </a:lnTo>
                  <a:cubicBezTo>
                    <a:pt x="3238" y="0"/>
                    <a:pt x="0" y="3239"/>
                    <a:pt x="0" y="7144"/>
                  </a:cubicBezTo>
                  <a:cubicBezTo>
                    <a:pt x="0" y="11049"/>
                    <a:pt x="3238" y="14288"/>
                    <a:pt x="7144" y="14288"/>
                  </a:cubicBezTo>
                  <a:lnTo>
                    <a:pt x="119729" y="14288"/>
                  </a:lnTo>
                  <a:cubicBezTo>
                    <a:pt x="123634" y="14288"/>
                    <a:pt x="126873" y="11049"/>
                    <a:pt x="126873" y="71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64" name="Google Shape;3364;p96"/>
            <p:cNvSpPr/>
            <p:nvPr/>
          </p:nvSpPr>
          <p:spPr>
            <a:xfrm>
              <a:off x="10722270" y="2847613"/>
              <a:ext cx="146780" cy="14287"/>
            </a:xfrm>
            <a:custGeom>
              <a:avLst/>
              <a:gdLst/>
              <a:ahLst/>
              <a:cxnLst/>
              <a:rect l="l" t="t" r="r" b="b"/>
              <a:pathLst>
                <a:path w="146780" h="14287" extrusionOk="0">
                  <a:moveTo>
                    <a:pt x="146780" y="7144"/>
                  </a:moveTo>
                  <a:cubicBezTo>
                    <a:pt x="146780" y="3239"/>
                    <a:pt x="143542" y="0"/>
                    <a:pt x="139637" y="0"/>
                  </a:cubicBezTo>
                  <a:lnTo>
                    <a:pt x="7144" y="0"/>
                  </a:lnTo>
                  <a:cubicBezTo>
                    <a:pt x="3239" y="0"/>
                    <a:pt x="0" y="3239"/>
                    <a:pt x="0" y="7144"/>
                  </a:cubicBezTo>
                  <a:cubicBezTo>
                    <a:pt x="0" y="11049"/>
                    <a:pt x="3239" y="14288"/>
                    <a:pt x="7144" y="14288"/>
                  </a:cubicBezTo>
                  <a:lnTo>
                    <a:pt x="139637" y="14288"/>
                  </a:lnTo>
                  <a:cubicBezTo>
                    <a:pt x="143542" y="14288"/>
                    <a:pt x="146780" y="11049"/>
                    <a:pt x="146780" y="71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65" name="Google Shape;3365;p96"/>
            <p:cNvSpPr/>
            <p:nvPr/>
          </p:nvSpPr>
          <p:spPr>
            <a:xfrm>
              <a:off x="10513767" y="2621203"/>
              <a:ext cx="528637" cy="528637"/>
            </a:xfrm>
            <a:custGeom>
              <a:avLst/>
              <a:gdLst/>
              <a:ahLst/>
              <a:cxnLst/>
              <a:rect l="l" t="t" r="r" b="b"/>
              <a:pathLst>
                <a:path w="528637" h="528637" extrusionOk="0">
                  <a:moveTo>
                    <a:pt x="264319" y="0"/>
                  </a:moveTo>
                  <a:cubicBezTo>
                    <a:pt x="118586" y="0"/>
                    <a:pt x="0" y="118586"/>
                    <a:pt x="0" y="264319"/>
                  </a:cubicBezTo>
                  <a:cubicBezTo>
                    <a:pt x="0" y="410051"/>
                    <a:pt x="118586" y="528638"/>
                    <a:pt x="264319" y="528638"/>
                  </a:cubicBezTo>
                  <a:cubicBezTo>
                    <a:pt x="410051" y="528638"/>
                    <a:pt x="528638" y="410051"/>
                    <a:pt x="528638" y="264319"/>
                  </a:cubicBezTo>
                  <a:cubicBezTo>
                    <a:pt x="528638" y="118586"/>
                    <a:pt x="410051" y="0"/>
                    <a:pt x="264319" y="0"/>
                  </a:cubicBezTo>
                  <a:close/>
                  <a:moveTo>
                    <a:pt x="264319" y="504825"/>
                  </a:moveTo>
                  <a:cubicBezTo>
                    <a:pt x="131731" y="504825"/>
                    <a:pt x="23813" y="396907"/>
                    <a:pt x="23813" y="264319"/>
                  </a:cubicBezTo>
                  <a:cubicBezTo>
                    <a:pt x="23813" y="131731"/>
                    <a:pt x="131731" y="23813"/>
                    <a:pt x="264319" y="23813"/>
                  </a:cubicBezTo>
                  <a:cubicBezTo>
                    <a:pt x="396907" y="23813"/>
                    <a:pt x="504825" y="131731"/>
                    <a:pt x="504825" y="264319"/>
                  </a:cubicBezTo>
                  <a:cubicBezTo>
                    <a:pt x="504825" y="396907"/>
                    <a:pt x="396907" y="504825"/>
                    <a:pt x="264319" y="5048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366" name="Google Shape;3366;p96"/>
          <p:cNvSpPr/>
          <p:nvPr/>
        </p:nvSpPr>
        <p:spPr>
          <a:xfrm>
            <a:off x="7677791" y="1565925"/>
            <a:ext cx="299930" cy="224638"/>
          </a:xfrm>
          <a:custGeom>
            <a:avLst/>
            <a:gdLst/>
            <a:ahLst/>
            <a:cxnLst/>
            <a:rect l="l" t="t" r="r" b="b"/>
            <a:pathLst>
              <a:path w="533209" h="408432" extrusionOk="0">
                <a:moveTo>
                  <a:pt x="532067" y="317468"/>
                </a:moveTo>
                <a:cubicBezTo>
                  <a:pt x="532067" y="317468"/>
                  <a:pt x="532352" y="316516"/>
                  <a:pt x="532543" y="316040"/>
                </a:cubicBezTo>
                <a:cubicBezTo>
                  <a:pt x="532638" y="315563"/>
                  <a:pt x="532829" y="315182"/>
                  <a:pt x="532924" y="314706"/>
                </a:cubicBezTo>
                <a:cubicBezTo>
                  <a:pt x="532924" y="314230"/>
                  <a:pt x="533019" y="313754"/>
                  <a:pt x="533114" y="313277"/>
                </a:cubicBezTo>
                <a:cubicBezTo>
                  <a:pt x="533114" y="312801"/>
                  <a:pt x="533210" y="312325"/>
                  <a:pt x="533210" y="311944"/>
                </a:cubicBezTo>
                <a:cubicBezTo>
                  <a:pt x="533210" y="311468"/>
                  <a:pt x="533210" y="310991"/>
                  <a:pt x="533114" y="310420"/>
                </a:cubicBezTo>
                <a:cubicBezTo>
                  <a:pt x="533114" y="310039"/>
                  <a:pt x="533114" y="309563"/>
                  <a:pt x="533019" y="309182"/>
                </a:cubicBezTo>
                <a:cubicBezTo>
                  <a:pt x="533019" y="308705"/>
                  <a:pt x="532733" y="308229"/>
                  <a:pt x="532638" y="307753"/>
                </a:cubicBezTo>
                <a:cubicBezTo>
                  <a:pt x="532543" y="307276"/>
                  <a:pt x="532352" y="306896"/>
                  <a:pt x="532257" y="306419"/>
                </a:cubicBezTo>
                <a:cubicBezTo>
                  <a:pt x="532067" y="306038"/>
                  <a:pt x="531876" y="305657"/>
                  <a:pt x="531686" y="305276"/>
                </a:cubicBezTo>
                <a:cubicBezTo>
                  <a:pt x="531400" y="304800"/>
                  <a:pt x="531209" y="304324"/>
                  <a:pt x="530924" y="303847"/>
                </a:cubicBezTo>
                <a:cubicBezTo>
                  <a:pt x="530924" y="303847"/>
                  <a:pt x="530924" y="303657"/>
                  <a:pt x="530828" y="303562"/>
                </a:cubicBezTo>
                <a:cubicBezTo>
                  <a:pt x="530638" y="303276"/>
                  <a:pt x="530352" y="303086"/>
                  <a:pt x="530162" y="302800"/>
                </a:cubicBezTo>
                <a:cubicBezTo>
                  <a:pt x="529876" y="302419"/>
                  <a:pt x="529495" y="301943"/>
                  <a:pt x="529114" y="301562"/>
                </a:cubicBezTo>
                <a:cubicBezTo>
                  <a:pt x="528733" y="301181"/>
                  <a:pt x="528352" y="300895"/>
                  <a:pt x="527876" y="300514"/>
                </a:cubicBezTo>
                <a:cubicBezTo>
                  <a:pt x="527590" y="300323"/>
                  <a:pt x="527399" y="300038"/>
                  <a:pt x="527114" y="299847"/>
                </a:cubicBezTo>
                <a:lnTo>
                  <a:pt x="500348" y="281273"/>
                </a:lnTo>
                <a:lnTo>
                  <a:pt x="490442" y="250603"/>
                </a:lnTo>
                <a:cubicBezTo>
                  <a:pt x="488918" y="246031"/>
                  <a:pt x="485299" y="242506"/>
                  <a:pt x="480727" y="241078"/>
                </a:cubicBezTo>
                <a:cubicBezTo>
                  <a:pt x="476155" y="239744"/>
                  <a:pt x="471107" y="240792"/>
                  <a:pt x="467392" y="243840"/>
                </a:cubicBezTo>
                <a:lnTo>
                  <a:pt x="430054" y="274892"/>
                </a:lnTo>
                <a:lnTo>
                  <a:pt x="430054" y="267272"/>
                </a:lnTo>
                <a:cubicBezTo>
                  <a:pt x="430054" y="233553"/>
                  <a:pt x="402622" y="206121"/>
                  <a:pt x="368903" y="206121"/>
                </a:cubicBezTo>
                <a:lnTo>
                  <a:pt x="257461" y="206121"/>
                </a:lnTo>
                <a:lnTo>
                  <a:pt x="257461" y="101727"/>
                </a:lnTo>
                <a:cubicBezTo>
                  <a:pt x="257461" y="99917"/>
                  <a:pt x="257175" y="98107"/>
                  <a:pt x="256604" y="96393"/>
                </a:cubicBezTo>
                <a:cubicBezTo>
                  <a:pt x="255842" y="94298"/>
                  <a:pt x="254603" y="92488"/>
                  <a:pt x="253079" y="90964"/>
                </a:cubicBezTo>
                <a:lnTo>
                  <a:pt x="212408" y="49911"/>
                </a:lnTo>
                <a:lnTo>
                  <a:pt x="212408" y="14478"/>
                </a:lnTo>
                <a:cubicBezTo>
                  <a:pt x="212408" y="6477"/>
                  <a:pt x="205931" y="0"/>
                  <a:pt x="197930" y="0"/>
                </a:cubicBezTo>
                <a:lnTo>
                  <a:pt x="48197" y="0"/>
                </a:lnTo>
                <a:cubicBezTo>
                  <a:pt x="40196" y="0"/>
                  <a:pt x="33719" y="6477"/>
                  <a:pt x="33719" y="14478"/>
                </a:cubicBezTo>
                <a:lnTo>
                  <a:pt x="33719" y="52768"/>
                </a:lnTo>
                <a:lnTo>
                  <a:pt x="1238" y="124587"/>
                </a:lnTo>
                <a:cubicBezTo>
                  <a:pt x="1238" y="124587"/>
                  <a:pt x="1238" y="124682"/>
                  <a:pt x="1238" y="124682"/>
                </a:cubicBezTo>
                <a:cubicBezTo>
                  <a:pt x="952" y="125254"/>
                  <a:pt x="857" y="125825"/>
                  <a:pt x="667" y="126397"/>
                </a:cubicBezTo>
                <a:cubicBezTo>
                  <a:pt x="571" y="126778"/>
                  <a:pt x="381" y="127064"/>
                  <a:pt x="381" y="127444"/>
                </a:cubicBezTo>
                <a:cubicBezTo>
                  <a:pt x="381" y="127826"/>
                  <a:pt x="286" y="128302"/>
                  <a:pt x="190" y="128683"/>
                </a:cubicBezTo>
                <a:cubicBezTo>
                  <a:pt x="190" y="129254"/>
                  <a:pt x="0" y="129730"/>
                  <a:pt x="0" y="130302"/>
                </a:cubicBezTo>
                <a:cubicBezTo>
                  <a:pt x="0" y="130302"/>
                  <a:pt x="0" y="130397"/>
                  <a:pt x="0" y="130492"/>
                </a:cubicBezTo>
                <a:lnTo>
                  <a:pt x="0" y="393954"/>
                </a:lnTo>
                <a:cubicBezTo>
                  <a:pt x="0" y="401955"/>
                  <a:pt x="6477" y="408432"/>
                  <a:pt x="14478" y="408432"/>
                </a:cubicBezTo>
                <a:lnTo>
                  <a:pt x="164211" y="408432"/>
                </a:lnTo>
                <a:cubicBezTo>
                  <a:pt x="164687" y="408432"/>
                  <a:pt x="165164" y="408337"/>
                  <a:pt x="165640" y="408242"/>
                </a:cubicBezTo>
                <a:lnTo>
                  <a:pt x="415671" y="408242"/>
                </a:lnTo>
                <a:cubicBezTo>
                  <a:pt x="423672" y="408242"/>
                  <a:pt x="430149" y="401765"/>
                  <a:pt x="430149" y="393764"/>
                </a:cubicBezTo>
                <a:lnTo>
                  <a:pt x="430149" y="348329"/>
                </a:lnTo>
                <a:lnTo>
                  <a:pt x="467487" y="379381"/>
                </a:lnTo>
                <a:cubicBezTo>
                  <a:pt x="470154" y="381572"/>
                  <a:pt x="473393" y="382715"/>
                  <a:pt x="476726" y="382715"/>
                </a:cubicBezTo>
                <a:cubicBezTo>
                  <a:pt x="478060" y="382715"/>
                  <a:pt x="479489" y="382524"/>
                  <a:pt x="480822" y="382143"/>
                </a:cubicBezTo>
                <a:cubicBezTo>
                  <a:pt x="485489" y="380810"/>
                  <a:pt x="489109" y="377285"/>
                  <a:pt x="490538" y="372618"/>
                </a:cubicBezTo>
                <a:lnTo>
                  <a:pt x="500444" y="341947"/>
                </a:lnTo>
                <a:lnTo>
                  <a:pt x="527209" y="323374"/>
                </a:lnTo>
                <a:cubicBezTo>
                  <a:pt x="527209" y="323374"/>
                  <a:pt x="527685" y="322993"/>
                  <a:pt x="527876" y="322802"/>
                </a:cubicBezTo>
                <a:cubicBezTo>
                  <a:pt x="528161" y="322517"/>
                  <a:pt x="528542" y="322326"/>
                  <a:pt x="528828" y="322040"/>
                </a:cubicBezTo>
                <a:cubicBezTo>
                  <a:pt x="529400" y="321469"/>
                  <a:pt x="529971" y="320897"/>
                  <a:pt x="530447" y="320231"/>
                </a:cubicBezTo>
                <a:cubicBezTo>
                  <a:pt x="530543" y="320040"/>
                  <a:pt x="530733" y="319945"/>
                  <a:pt x="530924" y="319754"/>
                </a:cubicBezTo>
                <a:cubicBezTo>
                  <a:pt x="530924" y="319754"/>
                  <a:pt x="530924" y="319564"/>
                  <a:pt x="531019" y="319469"/>
                </a:cubicBezTo>
                <a:cubicBezTo>
                  <a:pt x="531305" y="318992"/>
                  <a:pt x="531590" y="318516"/>
                  <a:pt x="531781" y="318040"/>
                </a:cubicBezTo>
                <a:cubicBezTo>
                  <a:pt x="531971" y="317659"/>
                  <a:pt x="532162" y="317278"/>
                  <a:pt x="532352" y="316897"/>
                </a:cubicBezTo>
                <a:close/>
                <a:moveTo>
                  <a:pt x="131826" y="379762"/>
                </a:moveTo>
                <a:lnTo>
                  <a:pt x="131826" y="267653"/>
                </a:lnTo>
                <a:cubicBezTo>
                  <a:pt x="131826" y="249936"/>
                  <a:pt x="146209" y="235553"/>
                  <a:pt x="163925" y="235553"/>
                </a:cubicBezTo>
                <a:lnTo>
                  <a:pt x="184975" y="235553"/>
                </a:lnTo>
                <a:lnTo>
                  <a:pt x="184975" y="379857"/>
                </a:lnTo>
                <a:lnTo>
                  <a:pt x="131731" y="379857"/>
                </a:lnTo>
                <a:close/>
                <a:moveTo>
                  <a:pt x="57341" y="70676"/>
                </a:moveTo>
                <a:lnTo>
                  <a:pt x="175165" y="70676"/>
                </a:lnTo>
                <a:lnTo>
                  <a:pt x="154496" y="116395"/>
                </a:lnTo>
                <a:lnTo>
                  <a:pt x="36767" y="116395"/>
                </a:lnTo>
                <a:lnTo>
                  <a:pt x="57436" y="70676"/>
                </a:lnTo>
                <a:close/>
                <a:moveTo>
                  <a:pt x="214027" y="235458"/>
                </a:moveTo>
                <a:lnTo>
                  <a:pt x="323945" y="235458"/>
                </a:lnTo>
                <a:lnTo>
                  <a:pt x="323945" y="379762"/>
                </a:lnTo>
                <a:lnTo>
                  <a:pt x="214027" y="379762"/>
                </a:lnTo>
                <a:lnTo>
                  <a:pt x="214027" y="235458"/>
                </a:lnTo>
                <a:close/>
                <a:moveTo>
                  <a:pt x="228219" y="206502"/>
                </a:moveTo>
                <a:lnTo>
                  <a:pt x="178403" y="206502"/>
                </a:lnTo>
                <a:lnTo>
                  <a:pt x="178403" y="141065"/>
                </a:lnTo>
                <a:lnTo>
                  <a:pt x="228219" y="122587"/>
                </a:lnTo>
                <a:lnTo>
                  <a:pt x="228219" y="206502"/>
                </a:lnTo>
                <a:close/>
                <a:moveTo>
                  <a:pt x="191453" y="105251"/>
                </a:moveTo>
                <a:lnTo>
                  <a:pt x="202216" y="81343"/>
                </a:lnTo>
                <a:lnTo>
                  <a:pt x="216599" y="95917"/>
                </a:lnTo>
                <a:lnTo>
                  <a:pt x="191453" y="105251"/>
                </a:lnTo>
                <a:close/>
                <a:moveTo>
                  <a:pt x="183166" y="29337"/>
                </a:moveTo>
                <a:lnTo>
                  <a:pt x="183166" y="41719"/>
                </a:lnTo>
                <a:lnTo>
                  <a:pt x="62484" y="41719"/>
                </a:lnTo>
                <a:lnTo>
                  <a:pt x="62484" y="29337"/>
                </a:lnTo>
                <a:lnTo>
                  <a:pt x="183166" y="29337"/>
                </a:lnTo>
                <a:close/>
                <a:moveTo>
                  <a:pt x="28766" y="145447"/>
                </a:moveTo>
                <a:lnTo>
                  <a:pt x="149447" y="145447"/>
                </a:lnTo>
                <a:lnTo>
                  <a:pt x="149447" y="208312"/>
                </a:lnTo>
                <a:cubicBezTo>
                  <a:pt x="122777" y="214884"/>
                  <a:pt x="102775" y="238982"/>
                  <a:pt x="102775" y="267653"/>
                </a:cubicBezTo>
                <a:lnTo>
                  <a:pt x="102775" y="379952"/>
                </a:lnTo>
                <a:lnTo>
                  <a:pt x="28766" y="379952"/>
                </a:lnTo>
                <a:lnTo>
                  <a:pt x="28766" y="145542"/>
                </a:lnTo>
                <a:close/>
                <a:moveTo>
                  <a:pt x="400812" y="379762"/>
                </a:moveTo>
                <a:lnTo>
                  <a:pt x="352901" y="379762"/>
                </a:lnTo>
                <a:lnTo>
                  <a:pt x="352901" y="235458"/>
                </a:lnTo>
                <a:lnTo>
                  <a:pt x="368618" y="235458"/>
                </a:lnTo>
                <a:cubicBezTo>
                  <a:pt x="386334" y="235458"/>
                  <a:pt x="400717" y="249841"/>
                  <a:pt x="400717" y="267557"/>
                </a:cubicBezTo>
                <a:lnTo>
                  <a:pt x="400717" y="379667"/>
                </a:lnTo>
                <a:close/>
                <a:moveTo>
                  <a:pt x="479584" y="321469"/>
                </a:moveTo>
                <a:cubicBezTo>
                  <a:pt x="477012" y="323279"/>
                  <a:pt x="475012" y="325946"/>
                  <a:pt x="474059" y="328898"/>
                </a:cubicBezTo>
                <a:lnTo>
                  <a:pt x="469297" y="343757"/>
                </a:lnTo>
                <a:lnTo>
                  <a:pt x="431006" y="311944"/>
                </a:lnTo>
                <a:lnTo>
                  <a:pt x="469297" y="280130"/>
                </a:lnTo>
                <a:lnTo>
                  <a:pt x="474059" y="294989"/>
                </a:lnTo>
                <a:cubicBezTo>
                  <a:pt x="475012" y="298037"/>
                  <a:pt x="477012" y="300609"/>
                  <a:pt x="479584" y="302419"/>
                </a:cubicBezTo>
                <a:lnTo>
                  <a:pt x="493205" y="311848"/>
                </a:lnTo>
                <a:lnTo>
                  <a:pt x="479584" y="32127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367" name="Google Shape;3367;p96"/>
          <p:cNvGrpSpPr/>
          <p:nvPr/>
        </p:nvGrpSpPr>
        <p:grpSpPr>
          <a:xfrm>
            <a:off x="8063226" y="2135602"/>
            <a:ext cx="258896" cy="292987"/>
            <a:chOff x="334984" y="4249253"/>
            <a:chExt cx="460259" cy="519112"/>
          </a:xfrm>
        </p:grpSpPr>
        <p:sp>
          <p:nvSpPr>
            <p:cNvPr id="3368" name="Google Shape;3368;p96"/>
            <p:cNvSpPr/>
            <p:nvPr/>
          </p:nvSpPr>
          <p:spPr>
            <a:xfrm>
              <a:off x="334984" y="4249253"/>
              <a:ext cx="460259" cy="519112"/>
            </a:xfrm>
            <a:custGeom>
              <a:avLst/>
              <a:gdLst/>
              <a:ahLst/>
              <a:cxnLst/>
              <a:rect l="l" t="t" r="r" b="b"/>
              <a:pathLst>
                <a:path w="460259" h="519112" extrusionOk="0">
                  <a:moveTo>
                    <a:pt x="440108" y="334899"/>
                  </a:moveTo>
                  <a:lnTo>
                    <a:pt x="440108" y="334899"/>
                  </a:lnTo>
                  <a:cubicBezTo>
                    <a:pt x="424583" y="325946"/>
                    <a:pt x="405628" y="328708"/>
                    <a:pt x="393055" y="340233"/>
                  </a:cubicBezTo>
                  <a:lnTo>
                    <a:pt x="372005" y="328041"/>
                  </a:lnTo>
                  <a:cubicBezTo>
                    <a:pt x="382196" y="307181"/>
                    <a:pt x="388102" y="283845"/>
                    <a:pt x="388102" y="259080"/>
                  </a:cubicBezTo>
                  <a:cubicBezTo>
                    <a:pt x="388102" y="234315"/>
                    <a:pt x="382387" y="211646"/>
                    <a:pt x="372481" y="190976"/>
                  </a:cubicBezTo>
                  <a:lnTo>
                    <a:pt x="393055" y="179070"/>
                  </a:lnTo>
                  <a:cubicBezTo>
                    <a:pt x="400484" y="185928"/>
                    <a:pt x="410200" y="189643"/>
                    <a:pt x="420201" y="189643"/>
                  </a:cubicBezTo>
                  <a:cubicBezTo>
                    <a:pt x="426964" y="189643"/>
                    <a:pt x="433917" y="187928"/>
                    <a:pt x="440204" y="184309"/>
                  </a:cubicBezTo>
                  <a:lnTo>
                    <a:pt x="440204" y="184309"/>
                  </a:lnTo>
                  <a:cubicBezTo>
                    <a:pt x="459349" y="173260"/>
                    <a:pt x="465826" y="148685"/>
                    <a:pt x="454777" y="129540"/>
                  </a:cubicBezTo>
                  <a:cubicBezTo>
                    <a:pt x="449443" y="120301"/>
                    <a:pt x="440775" y="113633"/>
                    <a:pt x="430393" y="110871"/>
                  </a:cubicBezTo>
                  <a:cubicBezTo>
                    <a:pt x="420106" y="108109"/>
                    <a:pt x="409247" y="109538"/>
                    <a:pt x="400008" y="114871"/>
                  </a:cubicBezTo>
                  <a:cubicBezTo>
                    <a:pt x="390769" y="120206"/>
                    <a:pt x="384101" y="128873"/>
                    <a:pt x="381339" y="139256"/>
                  </a:cubicBezTo>
                  <a:cubicBezTo>
                    <a:pt x="379625" y="145637"/>
                    <a:pt x="379720" y="152114"/>
                    <a:pt x="381149" y="158401"/>
                  </a:cubicBezTo>
                  <a:lnTo>
                    <a:pt x="360670" y="170212"/>
                  </a:lnTo>
                  <a:cubicBezTo>
                    <a:pt x="334286" y="131540"/>
                    <a:pt x="291233" y="105347"/>
                    <a:pt x="241988" y="101632"/>
                  </a:cubicBezTo>
                  <a:lnTo>
                    <a:pt x="241988" y="78105"/>
                  </a:lnTo>
                  <a:cubicBezTo>
                    <a:pt x="258276" y="72962"/>
                    <a:pt x="270182" y="58007"/>
                    <a:pt x="270182" y="40100"/>
                  </a:cubicBezTo>
                  <a:cubicBezTo>
                    <a:pt x="270182" y="18002"/>
                    <a:pt x="252180" y="0"/>
                    <a:pt x="230082" y="0"/>
                  </a:cubicBezTo>
                  <a:cubicBezTo>
                    <a:pt x="207984" y="0"/>
                    <a:pt x="189982" y="18002"/>
                    <a:pt x="189982" y="40100"/>
                  </a:cubicBezTo>
                  <a:cubicBezTo>
                    <a:pt x="189982" y="58007"/>
                    <a:pt x="201888" y="73057"/>
                    <a:pt x="218176" y="78105"/>
                  </a:cubicBezTo>
                  <a:lnTo>
                    <a:pt x="218176" y="101632"/>
                  </a:lnTo>
                  <a:cubicBezTo>
                    <a:pt x="168932" y="105347"/>
                    <a:pt x="125879" y="131540"/>
                    <a:pt x="99494" y="170212"/>
                  </a:cubicBezTo>
                  <a:lnTo>
                    <a:pt x="79016" y="158401"/>
                  </a:lnTo>
                  <a:cubicBezTo>
                    <a:pt x="80444" y="152114"/>
                    <a:pt x="80540" y="145637"/>
                    <a:pt x="78825" y="139256"/>
                  </a:cubicBezTo>
                  <a:cubicBezTo>
                    <a:pt x="76063" y="128873"/>
                    <a:pt x="69491" y="120301"/>
                    <a:pt x="60156" y="114871"/>
                  </a:cubicBezTo>
                  <a:cubicBezTo>
                    <a:pt x="50917" y="109538"/>
                    <a:pt x="40058" y="108109"/>
                    <a:pt x="29771" y="110871"/>
                  </a:cubicBezTo>
                  <a:cubicBezTo>
                    <a:pt x="19389" y="113633"/>
                    <a:pt x="10817" y="120206"/>
                    <a:pt x="5387" y="129540"/>
                  </a:cubicBezTo>
                  <a:cubicBezTo>
                    <a:pt x="-5662" y="148685"/>
                    <a:pt x="815" y="173260"/>
                    <a:pt x="19961" y="184309"/>
                  </a:cubicBezTo>
                  <a:lnTo>
                    <a:pt x="19961" y="184309"/>
                  </a:lnTo>
                  <a:cubicBezTo>
                    <a:pt x="26247" y="187928"/>
                    <a:pt x="33200" y="189738"/>
                    <a:pt x="39963" y="189738"/>
                  </a:cubicBezTo>
                  <a:cubicBezTo>
                    <a:pt x="49964" y="189738"/>
                    <a:pt x="59680" y="185928"/>
                    <a:pt x="67109" y="179165"/>
                  </a:cubicBezTo>
                  <a:lnTo>
                    <a:pt x="87683" y="191072"/>
                  </a:lnTo>
                  <a:cubicBezTo>
                    <a:pt x="77777" y="211741"/>
                    <a:pt x="72062" y="234791"/>
                    <a:pt x="72062" y="259175"/>
                  </a:cubicBezTo>
                  <a:cubicBezTo>
                    <a:pt x="72062" y="283559"/>
                    <a:pt x="77968" y="307276"/>
                    <a:pt x="88160" y="328136"/>
                  </a:cubicBezTo>
                  <a:lnTo>
                    <a:pt x="67109" y="340328"/>
                  </a:lnTo>
                  <a:cubicBezTo>
                    <a:pt x="54536" y="328803"/>
                    <a:pt x="35582" y="326041"/>
                    <a:pt x="20056" y="334994"/>
                  </a:cubicBezTo>
                  <a:lnTo>
                    <a:pt x="20056" y="334994"/>
                  </a:lnTo>
                  <a:cubicBezTo>
                    <a:pt x="911" y="346043"/>
                    <a:pt x="-5566" y="370618"/>
                    <a:pt x="5483" y="389763"/>
                  </a:cubicBezTo>
                  <a:cubicBezTo>
                    <a:pt x="10817" y="399002"/>
                    <a:pt x="19484" y="405670"/>
                    <a:pt x="29867" y="408432"/>
                  </a:cubicBezTo>
                  <a:cubicBezTo>
                    <a:pt x="33296" y="409385"/>
                    <a:pt x="36820" y="409766"/>
                    <a:pt x="40249" y="409766"/>
                  </a:cubicBezTo>
                  <a:cubicBezTo>
                    <a:pt x="47202" y="409766"/>
                    <a:pt x="54060" y="407956"/>
                    <a:pt x="60251" y="404336"/>
                  </a:cubicBezTo>
                  <a:cubicBezTo>
                    <a:pt x="69491" y="399002"/>
                    <a:pt x="76158" y="390335"/>
                    <a:pt x="78920" y="379952"/>
                  </a:cubicBezTo>
                  <a:cubicBezTo>
                    <a:pt x="80635" y="373571"/>
                    <a:pt x="80540" y="367094"/>
                    <a:pt x="79111" y="360807"/>
                  </a:cubicBezTo>
                  <a:lnTo>
                    <a:pt x="100161" y="348615"/>
                  </a:lnTo>
                  <a:cubicBezTo>
                    <a:pt x="126545" y="386810"/>
                    <a:pt x="169313" y="412718"/>
                    <a:pt x="218271" y="416433"/>
                  </a:cubicBezTo>
                  <a:lnTo>
                    <a:pt x="218271" y="441008"/>
                  </a:lnTo>
                  <a:cubicBezTo>
                    <a:pt x="201983" y="446151"/>
                    <a:pt x="190077" y="461105"/>
                    <a:pt x="190077" y="479012"/>
                  </a:cubicBezTo>
                  <a:cubicBezTo>
                    <a:pt x="190077" y="501110"/>
                    <a:pt x="208079" y="519113"/>
                    <a:pt x="230177" y="519113"/>
                  </a:cubicBezTo>
                  <a:cubicBezTo>
                    <a:pt x="252275" y="519113"/>
                    <a:pt x="270278" y="501110"/>
                    <a:pt x="270278" y="479012"/>
                  </a:cubicBezTo>
                  <a:cubicBezTo>
                    <a:pt x="270278" y="461105"/>
                    <a:pt x="258371" y="446056"/>
                    <a:pt x="242084" y="441008"/>
                  </a:cubicBezTo>
                  <a:lnTo>
                    <a:pt x="242084" y="416433"/>
                  </a:lnTo>
                  <a:cubicBezTo>
                    <a:pt x="291042" y="412718"/>
                    <a:pt x="333809" y="386810"/>
                    <a:pt x="360194" y="348615"/>
                  </a:cubicBezTo>
                  <a:lnTo>
                    <a:pt x="381244" y="360807"/>
                  </a:lnTo>
                  <a:cubicBezTo>
                    <a:pt x="379815" y="367094"/>
                    <a:pt x="379720" y="373571"/>
                    <a:pt x="381434" y="379952"/>
                  </a:cubicBezTo>
                  <a:cubicBezTo>
                    <a:pt x="384197" y="390335"/>
                    <a:pt x="390769" y="398907"/>
                    <a:pt x="400103" y="404336"/>
                  </a:cubicBezTo>
                  <a:cubicBezTo>
                    <a:pt x="406295" y="407956"/>
                    <a:pt x="413153" y="409766"/>
                    <a:pt x="420106" y="409766"/>
                  </a:cubicBezTo>
                  <a:cubicBezTo>
                    <a:pt x="423535" y="409766"/>
                    <a:pt x="427059" y="409289"/>
                    <a:pt x="430488" y="408432"/>
                  </a:cubicBezTo>
                  <a:cubicBezTo>
                    <a:pt x="440870" y="405670"/>
                    <a:pt x="449443" y="399098"/>
                    <a:pt x="454872" y="389763"/>
                  </a:cubicBezTo>
                  <a:cubicBezTo>
                    <a:pt x="465921" y="370618"/>
                    <a:pt x="459444" y="346043"/>
                    <a:pt x="440299" y="334994"/>
                  </a:cubicBezTo>
                  <a:close/>
                  <a:moveTo>
                    <a:pt x="404294" y="145352"/>
                  </a:moveTo>
                  <a:cubicBezTo>
                    <a:pt x="405437" y="141161"/>
                    <a:pt x="408104" y="137636"/>
                    <a:pt x="411819" y="135446"/>
                  </a:cubicBezTo>
                  <a:cubicBezTo>
                    <a:pt x="414296" y="134017"/>
                    <a:pt x="417153" y="133255"/>
                    <a:pt x="419915" y="133255"/>
                  </a:cubicBezTo>
                  <a:cubicBezTo>
                    <a:pt x="421344" y="133255"/>
                    <a:pt x="422773" y="133445"/>
                    <a:pt x="424106" y="133826"/>
                  </a:cubicBezTo>
                  <a:cubicBezTo>
                    <a:pt x="428297" y="134969"/>
                    <a:pt x="431822" y="137636"/>
                    <a:pt x="434012" y="141351"/>
                  </a:cubicBezTo>
                  <a:cubicBezTo>
                    <a:pt x="438489" y="149066"/>
                    <a:pt x="435822" y="159068"/>
                    <a:pt x="428107" y="163544"/>
                  </a:cubicBezTo>
                  <a:cubicBezTo>
                    <a:pt x="420392" y="168021"/>
                    <a:pt x="410390" y="165354"/>
                    <a:pt x="405914" y="157639"/>
                  </a:cubicBezTo>
                  <a:cubicBezTo>
                    <a:pt x="403723" y="153924"/>
                    <a:pt x="403151" y="149543"/>
                    <a:pt x="404294" y="145352"/>
                  </a:cubicBezTo>
                  <a:close/>
                  <a:moveTo>
                    <a:pt x="31962" y="163640"/>
                  </a:moveTo>
                  <a:cubicBezTo>
                    <a:pt x="24247" y="159163"/>
                    <a:pt x="21580" y="149162"/>
                    <a:pt x="26057" y="141446"/>
                  </a:cubicBezTo>
                  <a:cubicBezTo>
                    <a:pt x="28247" y="137731"/>
                    <a:pt x="31772" y="134969"/>
                    <a:pt x="35963" y="133922"/>
                  </a:cubicBezTo>
                  <a:cubicBezTo>
                    <a:pt x="40154" y="132779"/>
                    <a:pt x="44535" y="133350"/>
                    <a:pt x="48250" y="135541"/>
                  </a:cubicBezTo>
                  <a:cubicBezTo>
                    <a:pt x="51965" y="137731"/>
                    <a:pt x="54727" y="141256"/>
                    <a:pt x="55775" y="145447"/>
                  </a:cubicBezTo>
                  <a:cubicBezTo>
                    <a:pt x="56918" y="149638"/>
                    <a:pt x="56346" y="154019"/>
                    <a:pt x="54155" y="157734"/>
                  </a:cubicBezTo>
                  <a:cubicBezTo>
                    <a:pt x="49679" y="165449"/>
                    <a:pt x="39677" y="168116"/>
                    <a:pt x="31962" y="163640"/>
                  </a:cubicBezTo>
                  <a:close/>
                  <a:moveTo>
                    <a:pt x="55870" y="373761"/>
                  </a:moveTo>
                  <a:cubicBezTo>
                    <a:pt x="54727" y="377952"/>
                    <a:pt x="52060" y="381476"/>
                    <a:pt x="48345" y="383667"/>
                  </a:cubicBezTo>
                  <a:cubicBezTo>
                    <a:pt x="44630" y="385858"/>
                    <a:pt x="40249" y="386429"/>
                    <a:pt x="36058" y="385286"/>
                  </a:cubicBezTo>
                  <a:cubicBezTo>
                    <a:pt x="31867" y="384143"/>
                    <a:pt x="28343" y="381476"/>
                    <a:pt x="26152" y="377762"/>
                  </a:cubicBezTo>
                  <a:cubicBezTo>
                    <a:pt x="21675" y="370046"/>
                    <a:pt x="24342" y="360045"/>
                    <a:pt x="32057" y="355568"/>
                  </a:cubicBezTo>
                  <a:cubicBezTo>
                    <a:pt x="39773" y="351092"/>
                    <a:pt x="49774" y="353759"/>
                    <a:pt x="54251" y="361474"/>
                  </a:cubicBezTo>
                  <a:cubicBezTo>
                    <a:pt x="56441" y="365189"/>
                    <a:pt x="57013" y="369570"/>
                    <a:pt x="55870" y="373761"/>
                  </a:cubicBezTo>
                  <a:close/>
                  <a:moveTo>
                    <a:pt x="230082" y="23813"/>
                  </a:moveTo>
                  <a:cubicBezTo>
                    <a:pt x="239036" y="23813"/>
                    <a:pt x="246370" y="31147"/>
                    <a:pt x="246370" y="40100"/>
                  </a:cubicBezTo>
                  <a:cubicBezTo>
                    <a:pt x="246370" y="49054"/>
                    <a:pt x="239036" y="56388"/>
                    <a:pt x="230082" y="56388"/>
                  </a:cubicBezTo>
                  <a:cubicBezTo>
                    <a:pt x="221129" y="56388"/>
                    <a:pt x="213794" y="49054"/>
                    <a:pt x="213794" y="40100"/>
                  </a:cubicBezTo>
                  <a:cubicBezTo>
                    <a:pt x="213794" y="31147"/>
                    <a:pt x="221129" y="23813"/>
                    <a:pt x="230082" y="23813"/>
                  </a:cubicBezTo>
                  <a:close/>
                  <a:moveTo>
                    <a:pt x="230082" y="495300"/>
                  </a:moveTo>
                  <a:cubicBezTo>
                    <a:pt x="221129" y="495300"/>
                    <a:pt x="213794" y="487966"/>
                    <a:pt x="213794" y="479012"/>
                  </a:cubicBezTo>
                  <a:cubicBezTo>
                    <a:pt x="213794" y="470059"/>
                    <a:pt x="221129" y="462725"/>
                    <a:pt x="230082" y="462725"/>
                  </a:cubicBezTo>
                  <a:cubicBezTo>
                    <a:pt x="239036" y="462725"/>
                    <a:pt x="246370" y="470059"/>
                    <a:pt x="246370" y="479012"/>
                  </a:cubicBezTo>
                  <a:cubicBezTo>
                    <a:pt x="246370" y="487966"/>
                    <a:pt x="239036" y="495300"/>
                    <a:pt x="230082" y="495300"/>
                  </a:cubicBezTo>
                  <a:close/>
                  <a:moveTo>
                    <a:pt x="230082" y="393192"/>
                  </a:moveTo>
                  <a:cubicBezTo>
                    <a:pt x="180933" y="393192"/>
                    <a:pt x="137975" y="366522"/>
                    <a:pt x="114544" y="326993"/>
                  </a:cubicBezTo>
                  <a:cubicBezTo>
                    <a:pt x="114544" y="326898"/>
                    <a:pt x="114544" y="326708"/>
                    <a:pt x="114353" y="326517"/>
                  </a:cubicBezTo>
                  <a:cubicBezTo>
                    <a:pt x="114258" y="326326"/>
                    <a:pt x="114068" y="326231"/>
                    <a:pt x="113972" y="326136"/>
                  </a:cubicBezTo>
                  <a:cubicBezTo>
                    <a:pt x="102542" y="306419"/>
                    <a:pt x="95780" y="283464"/>
                    <a:pt x="95780" y="259080"/>
                  </a:cubicBezTo>
                  <a:cubicBezTo>
                    <a:pt x="95780" y="236125"/>
                    <a:pt x="101590" y="214503"/>
                    <a:pt x="111782" y="195644"/>
                  </a:cubicBezTo>
                  <a:cubicBezTo>
                    <a:pt x="112734" y="194786"/>
                    <a:pt x="113591" y="193834"/>
                    <a:pt x="114258" y="192691"/>
                  </a:cubicBezTo>
                  <a:cubicBezTo>
                    <a:pt x="114830" y="191738"/>
                    <a:pt x="114925" y="190786"/>
                    <a:pt x="115211" y="189833"/>
                  </a:cubicBezTo>
                  <a:cubicBezTo>
                    <a:pt x="138071" y="152210"/>
                    <a:pt x="178742" y="126682"/>
                    <a:pt x="225605" y="125158"/>
                  </a:cubicBezTo>
                  <a:cubicBezTo>
                    <a:pt x="226939" y="125730"/>
                    <a:pt x="228368" y="126016"/>
                    <a:pt x="229892" y="126016"/>
                  </a:cubicBezTo>
                  <a:cubicBezTo>
                    <a:pt x="231416" y="126016"/>
                    <a:pt x="232844" y="125635"/>
                    <a:pt x="234178" y="125158"/>
                  </a:cubicBezTo>
                  <a:cubicBezTo>
                    <a:pt x="280946" y="126682"/>
                    <a:pt x="321713" y="152210"/>
                    <a:pt x="344573" y="189833"/>
                  </a:cubicBezTo>
                  <a:cubicBezTo>
                    <a:pt x="344858" y="190786"/>
                    <a:pt x="345049" y="191834"/>
                    <a:pt x="345525" y="192691"/>
                  </a:cubicBezTo>
                  <a:cubicBezTo>
                    <a:pt x="346192" y="193834"/>
                    <a:pt x="347049" y="194786"/>
                    <a:pt x="348002" y="195644"/>
                  </a:cubicBezTo>
                  <a:cubicBezTo>
                    <a:pt x="358193" y="214598"/>
                    <a:pt x="364004" y="236125"/>
                    <a:pt x="364004" y="259080"/>
                  </a:cubicBezTo>
                  <a:cubicBezTo>
                    <a:pt x="364004" y="283559"/>
                    <a:pt x="357336" y="306419"/>
                    <a:pt x="345811" y="326136"/>
                  </a:cubicBezTo>
                  <a:cubicBezTo>
                    <a:pt x="345716" y="326326"/>
                    <a:pt x="345525" y="326422"/>
                    <a:pt x="345430" y="326517"/>
                  </a:cubicBezTo>
                  <a:cubicBezTo>
                    <a:pt x="345430" y="326612"/>
                    <a:pt x="345430" y="326803"/>
                    <a:pt x="345239" y="326993"/>
                  </a:cubicBezTo>
                  <a:cubicBezTo>
                    <a:pt x="321903" y="366522"/>
                    <a:pt x="278945" y="393192"/>
                    <a:pt x="229701" y="393192"/>
                  </a:cubicBezTo>
                  <a:close/>
                  <a:moveTo>
                    <a:pt x="434108" y="377666"/>
                  </a:moveTo>
                  <a:cubicBezTo>
                    <a:pt x="431917" y="381381"/>
                    <a:pt x="428393" y="384143"/>
                    <a:pt x="424202" y="385191"/>
                  </a:cubicBezTo>
                  <a:cubicBezTo>
                    <a:pt x="420011" y="386334"/>
                    <a:pt x="415629" y="385763"/>
                    <a:pt x="411914" y="383572"/>
                  </a:cubicBezTo>
                  <a:cubicBezTo>
                    <a:pt x="408200" y="381381"/>
                    <a:pt x="405437" y="377857"/>
                    <a:pt x="404390" y="373666"/>
                  </a:cubicBezTo>
                  <a:cubicBezTo>
                    <a:pt x="403247" y="369475"/>
                    <a:pt x="403818" y="365093"/>
                    <a:pt x="406009" y="361379"/>
                  </a:cubicBezTo>
                  <a:cubicBezTo>
                    <a:pt x="409057" y="356140"/>
                    <a:pt x="414486" y="353282"/>
                    <a:pt x="420106" y="353282"/>
                  </a:cubicBezTo>
                  <a:cubicBezTo>
                    <a:pt x="422868" y="353282"/>
                    <a:pt x="425630" y="353949"/>
                    <a:pt x="428202" y="355473"/>
                  </a:cubicBezTo>
                  <a:cubicBezTo>
                    <a:pt x="435917" y="359950"/>
                    <a:pt x="438584" y="369951"/>
                    <a:pt x="434108" y="37766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69" name="Google Shape;3369;p96"/>
            <p:cNvSpPr/>
            <p:nvPr/>
          </p:nvSpPr>
          <p:spPr>
            <a:xfrm>
              <a:off x="474960" y="4410512"/>
              <a:ext cx="180212" cy="196500"/>
            </a:xfrm>
            <a:custGeom>
              <a:avLst/>
              <a:gdLst/>
              <a:ahLst/>
              <a:cxnLst/>
              <a:rect l="l" t="t" r="r" b="b"/>
              <a:pathLst>
                <a:path w="180212" h="196500" extrusionOk="0">
                  <a:moveTo>
                    <a:pt x="90106" y="0"/>
                  </a:moveTo>
                  <a:cubicBezTo>
                    <a:pt x="45339" y="0"/>
                    <a:pt x="0" y="15335"/>
                    <a:pt x="0" y="44482"/>
                  </a:cubicBezTo>
                  <a:lnTo>
                    <a:pt x="0" y="152019"/>
                  </a:lnTo>
                  <a:cubicBezTo>
                    <a:pt x="0" y="181261"/>
                    <a:pt x="45339" y="196501"/>
                    <a:pt x="90106" y="196501"/>
                  </a:cubicBezTo>
                  <a:cubicBezTo>
                    <a:pt x="134874" y="196501"/>
                    <a:pt x="180213" y="181166"/>
                    <a:pt x="180213" y="152019"/>
                  </a:cubicBezTo>
                  <a:lnTo>
                    <a:pt x="180213" y="44482"/>
                  </a:lnTo>
                  <a:cubicBezTo>
                    <a:pt x="180213" y="15240"/>
                    <a:pt x="134874" y="0"/>
                    <a:pt x="90106" y="0"/>
                  </a:cubicBezTo>
                  <a:close/>
                  <a:moveTo>
                    <a:pt x="23813" y="75629"/>
                  </a:moveTo>
                  <a:cubicBezTo>
                    <a:pt x="41148" y="84487"/>
                    <a:pt x="65627" y="89059"/>
                    <a:pt x="90106" y="89059"/>
                  </a:cubicBezTo>
                  <a:cubicBezTo>
                    <a:pt x="114586" y="89059"/>
                    <a:pt x="139065" y="84487"/>
                    <a:pt x="156400" y="75629"/>
                  </a:cubicBezTo>
                  <a:lnTo>
                    <a:pt x="156400" y="79248"/>
                  </a:lnTo>
                  <a:cubicBezTo>
                    <a:pt x="156400" y="85249"/>
                    <a:pt x="133160" y="99917"/>
                    <a:pt x="90106" y="99917"/>
                  </a:cubicBezTo>
                  <a:cubicBezTo>
                    <a:pt x="47053" y="99917"/>
                    <a:pt x="23813" y="85249"/>
                    <a:pt x="23813" y="79248"/>
                  </a:cubicBezTo>
                  <a:lnTo>
                    <a:pt x="23813" y="75629"/>
                  </a:lnTo>
                  <a:close/>
                  <a:moveTo>
                    <a:pt x="23813" y="110204"/>
                  </a:moveTo>
                  <a:cubicBezTo>
                    <a:pt x="41148" y="119063"/>
                    <a:pt x="65627" y="123634"/>
                    <a:pt x="90106" y="123634"/>
                  </a:cubicBezTo>
                  <a:cubicBezTo>
                    <a:pt x="114586" y="123634"/>
                    <a:pt x="139065" y="119063"/>
                    <a:pt x="156400" y="110204"/>
                  </a:cubicBezTo>
                  <a:lnTo>
                    <a:pt x="156400" y="116396"/>
                  </a:lnTo>
                  <a:cubicBezTo>
                    <a:pt x="156400" y="122396"/>
                    <a:pt x="133160" y="137065"/>
                    <a:pt x="90106" y="137065"/>
                  </a:cubicBezTo>
                  <a:cubicBezTo>
                    <a:pt x="47053" y="137065"/>
                    <a:pt x="23813" y="122396"/>
                    <a:pt x="23813" y="116396"/>
                  </a:cubicBezTo>
                  <a:lnTo>
                    <a:pt x="23813" y="110204"/>
                  </a:lnTo>
                  <a:close/>
                  <a:moveTo>
                    <a:pt x="90106" y="23813"/>
                  </a:moveTo>
                  <a:cubicBezTo>
                    <a:pt x="133160" y="23813"/>
                    <a:pt x="156400" y="38481"/>
                    <a:pt x="156400" y="44482"/>
                  </a:cubicBezTo>
                  <a:cubicBezTo>
                    <a:pt x="156400" y="50482"/>
                    <a:pt x="133160" y="65151"/>
                    <a:pt x="90106" y="65151"/>
                  </a:cubicBezTo>
                  <a:cubicBezTo>
                    <a:pt x="47053" y="65151"/>
                    <a:pt x="23813" y="50482"/>
                    <a:pt x="23813" y="44482"/>
                  </a:cubicBezTo>
                  <a:cubicBezTo>
                    <a:pt x="23813" y="38481"/>
                    <a:pt x="47053" y="23813"/>
                    <a:pt x="90106" y="23813"/>
                  </a:cubicBezTo>
                  <a:close/>
                  <a:moveTo>
                    <a:pt x="90106" y="172784"/>
                  </a:moveTo>
                  <a:cubicBezTo>
                    <a:pt x="47053" y="172784"/>
                    <a:pt x="23813" y="158115"/>
                    <a:pt x="23813" y="152114"/>
                  </a:cubicBezTo>
                  <a:lnTo>
                    <a:pt x="23813" y="147542"/>
                  </a:lnTo>
                  <a:cubicBezTo>
                    <a:pt x="41148" y="156400"/>
                    <a:pt x="65627" y="160973"/>
                    <a:pt x="90106" y="160973"/>
                  </a:cubicBezTo>
                  <a:cubicBezTo>
                    <a:pt x="114586" y="160973"/>
                    <a:pt x="139065" y="156400"/>
                    <a:pt x="156400" y="147542"/>
                  </a:cubicBezTo>
                  <a:lnTo>
                    <a:pt x="156400" y="152114"/>
                  </a:lnTo>
                  <a:cubicBezTo>
                    <a:pt x="156400" y="158115"/>
                    <a:pt x="133160" y="172784"/>
                    <a:pt x="90106" y="17278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370" name="Google Shape;3370;p96"/>
          <p:cNvGrpSpPr/>
          <p:nvPr/>
        </p:nvGrpSpPr>
        <p:grpSpPr>
          <a:xfrm>
            <a:off x="7073512" y="1577865"/>
            <a:ext cx="297679" cy="200762"/>
            <a:chOff x="3169566" y="4318178"/>
            <a:chExt cx="529208" cy="350615"/>
          </a:xfrm>
        </p:grpSpPr>
        <p:sp>
          <p:nvSpPr>
            <p:cNvPr id="3371" name="Google Shape;3371;p96"/>
            <p:cNvSpPr/>
            <p:nvPr/>
          </p:nvSpPr>
          <p:spPr>
            <a:xfrm>
              <a:off x="3381402" y="4387425"/>
              <a:ext cx="105537" cy="214312"/>
            </a:xfrm>
            <a:custGeom>
              <a:avLst/>
              <a:gdLst/>
              <a:ahLst/>
              <a:cxnLst/>
              <a:rect l="l" t="t" r="r" b="b"/>
              <a:pathLst>
                <a:path w="105537" h="214312" extrusionOk="0">
                  <a:moveTo>
                    <a:pt x="64579" y="99631"/>
                  </a:moveTo>
                  <a:lnTo>
                    <a:pt x="51435" y="93154"/>
                  </a:lnTo>
                  <a:cubicBezTo>
                    <a:pt x="27622" y="81439"/>
                    <a:pt x="23813" y="78581"/>
                    <a:pt x="23813" y="66294"/>
                  </a:cubicBezTo>
                  <a:cubicBezTo>
                    <a:pt x="23813" y="45529"/>
                    <a:pt x="45910" y="43910"/>
                    <a:pt x="52769" y="43910"/>
                  </a:cubicBezTo>
                  <a:cubicBezTo>
                    <a:pt x="61341" y="43910"/>
                    <a:pt x="81153" y="46101"/>
                    <a:pt x="81153" y="66294"/>
                  </a:cubicBezTo>
                  <a:cubicBezTo>
                    <a:pt x="81153" y="72866"/>
                    <a:pt x="86487" y="78200"/>
                    <a:pt x="93059" y="78200"/>
                  </a:cubicBezTo>
                  <a:cubicBezTo>
                    <a:pt x="99631" y="78200"/>
                    <a:pt x="104966" y="72866"/>
                    <a:pt x="104966" y="66294"/>
                  </a:cubicBezTo>
                  <a:cubicBezTo>
                    <a:pt x="104966" y="42386"/>
                    <a:pt x="89154" y="25241"/>
                    <a:pt x="64675" y="21145"/>
                  </a:cubicBezTo>
                  <a:lnTo>
                    <a:pt x="64675" y="11906"/>
                  </a:lnTo>
                  <a:cubicBezTo>
                    <a:pt x="64675" y="5334"/>
                    <a:pt x="59341" y="0"/>
                    <a:pt x="52769" y="0"/>
                  </a:cubicBezTo>
                  <a:cubicBezTo>
                    <a:pt x="46196" y="0"/>
                    <a:pt x="40862" y="5334"/>
                    <a:pt x="40862" y="11906"/>
                  </a:cubicBezTo>
                  <a:lnTo>
                    <a:pt x="40862" y="21145"/>
                  </a:lnTo>
                  <a:cubicBezTo>
                    <a:pt x="16002" y="25241"/>
                    <a:pt x="0" y="42386"/>
                    <a:pt x="0" y="66389"/>
                  </a:cubicBezTo>
                  <a:cubicBezTo>
                    <a:pt x="0" y="94393"/>
                    <a:pt x="17145" y="102870"/>
                    <a:pt x="40957" y="114586"/>
                  </a:cubicBezTo>
                  <a:lnTo>
                    <a:pt x="54102" y="121063"/>
                  </a:lnTo>
                  <a:cubicBezTo>
                    <a:pt x="77915" y="132778"/>
                    <a:pt x="81725" y="135541"/>
                    <a:pt x="81725" y="147923"/>
                  </a:cubicBezTo>
                  <a:cubicBezTo>
                    <a:pt x="81725" y="168497"/>
                    <a:pt x="59531" y="170021"/>
                    <a:pt x="52769" y="170021"/>
                  </a:cubicBezTo>
                  <a:cubicBezTo>
                    <a:pt x="46006" y="170021"/>
                    <a:pt x="23813" y="168402"/>
                    <a:pt x="23813" y="147923"/>
                  </a:cubicBezTo>
                  <a:cubicBezTo>
                    <a:pt x="23813" y="141351"/>
                    <a:pt x="18479" y="136017"/>
                    <a:pt x="11906" y="136017"/>
                  </a:cubicBezTo>
                  <a:cubicBezTo>
                    <a:pt x="5334" y="136017"/>
                    <a:pt x="0" y="141351"/>
                    <a:pt x="0" y="147923"/>
                  </a:cubicBezTo>
                  <a:cubicBezTo>
                    <a:pt x="0" y="171736"/>
                    <a:pt x="16002" y="188786"/>
                    <a:pt x="40862" y="192881"/>
                  </a:cubicBezTo>
                  <a:lnTo>
                    <a:pt x="40862" y="202406"/>
                  </a:lnTo>
                  <a:cubicBezTo>
                    <a:pt x="40862" y="208978"/>
                    <a:pt x="46196" y="214313"/>
                    <a:pt x="52769" y="214313"/>
                  </a:cubicBezTo>
                  <a:cubicBezTo>
                    <a:pt x="59341" y="214313"/>
                    <a:pt x="64675" y="208978"/>
                    <a:pt x="64675" y="202406"/>
                  </a:cubicBezTo>
                  <a:lnTo>
                    <a:pt x="64675" y="192881"/>
                  </a:lnTo>
                  <a:cubicBezTo>
                    <a:pt x="89535" y="188786"/>
                    <a:pt x="105537" y="171736"/>
                    <a:pt x="105537" y="147923"/>
                  </a:cubicBezTo>
                  <a:cubicBezTo>
                    <a:pt x="105537" y="119824"/>
                    <a:pt x="88392" y="111347"/>
                    <a:pt x="64675" y="99727"/>
                  </a:cubicBezTo>
                  <a:close/>
                </a:path>
              </a:pathLst>
            </a:custGeom>
            <a:solidFill>
              <a:srgbClr val="29B5E8"/>
            </a:solidFill>
            <a:ln>
              <a:noFill/>
            </a:ln>
          </p:spPr>
          <p:txBody>
            <a:bodyPr spcFirstLastPara="1" wrap="square" lIns="51750" tIns="25850" rIns="51750" bIns="25850" anchor="t" anchorCtr="0">
              <a:noAutofit/>
            </a:bodyPr>
            <a:lstStyle/>
            <a:p>
              <a:pPr marL="0" marR="0" lvl="0" indent="0" algn="l" rtl="0">
                <a:spcBef>
                  <a:spcPts val="0"/>
                </a:spcBef>
                <a:spcAft>
                  <a:spcPts val="0"/>
                </a:spcAft>
                <a:buNone/>
              </a:pPr>
              <a:endParaRPr sz="1056">
                <a:solidFill>
                  <a:srgbClr val="262626"/>
                </a:solidFill>
                <a:latin typeface="Arial"/>
                <a:ea typeface="Arial"/>
                <a:cs typeface="Arial"/>
                <a:sym typeface="Arial"/>
              </a:endParaRPr>
            </a:p>
          </p:txBody>
        </p:sp>
        <p:sp>
          <p:nvSpPr>
            <p:cNvPr id="3372" name="Google Shape;3372;p96"/>
            <p:cNvSpPr/>
            <p:nvPr/>
          </p:nvSpPr>
          <p:spPr>
            <a:xfrm>
              <a:off x="3169566" y="4318178"/>
              <a:ext cx="529208" cy="350615"/>
            </a:xfrm>
            <a:custGeom>
              <a:avLst/>
              <a:gdLst/>
              <a:ahLst/>
              <a:cxnLst/>
              <a:rect l="l" t="t" r="r" b="b"/>
              <a:pathLst>
                <a:path w="529208" h="350615" extrusionOk="0">
                  <a:moveTo>
                    <a:pt x="517303" y="291560"/>
                  </a:moveTo>
                  <a:lnTo>
                    <a:pt x="479393" y="291560"/>
                  </a:lnTo>
                  <a:lnTo>
                    <a:pt x="479393" y="35052"/>
                  </a:lnTo>
                  <a:cubicBezTo>
                    <a:pt x="479393" y="15716"/>
                    <a:pt x="463677" y="0"/>
                    <a:pt x="444341" y="0"/>
                  </a:cubicBezTo>
                  <a:lnTo>
                    <a:pt x="84868" y="0"/>
                  </a:lnTo>
                  <a:cubicBezTo>
                    <a:pt x="65532" y="0"/>
                    <a:pt x="49816" y="15716"/>
                    <a:pt x="49816" y="35052"/>
                  </a:cubicBezTo>
                  <a:lnTo>
                    <a:pt x="49816" y="291560"/>
                  </a:lnTo>
                  <a:lnTo>
                    <a:pt x="11906" y="291560"/>
                  </a:lnTo>
                  <a:cubicBezTo>
                    <a:pt x="5334" y="291560"/>
                    <a:pt x="0" y="296894"/>
                    <a:pt x="0" y="303467"/>
                  </a:cubicBezTo>
                  <a:lnTo>
                    <a:pt x="0" y="307086"/>
                  </a:lnTo>
                  <a:cubicBezTo>
                    <a:pt x="0" y="331946"/>
                    <a:pt x="17621" y="350615"/>
                    <a:pt x="41053" y="350615"/>
                  </a:cubicBezTo>
                  <a:lnTo>
                    <a:pt x="483108" y="350615"/>
                  </a:lnTo>
                  <a:cubicBezTo>
                    <a:pt x="507683" y="350615"/>
                    <a:pt x="529209" y="330232"/>
                    <a:pt x="529209" y="307086"/>
                  </a:cubicBezTo>
                  <a:lnTo>
                    <a:pt x="529209" y="303467"/>
                  </a:lnTo>
                  <a:cubicBezTo>
                    <a:pt x="529209" y="296894"/>
                    <a:pt x="523875" y="291560"/>
                    <a:pt x="517303" y="291560"/>
                  </a:cubicBezTo>
                  <a:close/>
                  <a:moveTo>
                    <a:pt x="41053" y="326803"/>
                  </a:moveTo>
                  <a:cubicBezTo>
                    <a:pt x="32671" y="326803"/>
                    <a:pt x="27527" y="321659"/>
                    <a:pt x="25241" y="315278"/>
                  </a:cubicBezTo>
                  <a:lnTo>
                    <a:pt x="190976" y="315278"/>
                  </a:lnTo>
                  <a:lnTo>
                    <a:pt x="190976" y="325374"/>
                  </a:lnTo>
                  <a:cubicBezTo>
                    <a:pt x="190976" y="325850"/>
                    <a:pt x="190976" y="326326"/>
                    <a:pt x="190976" y="326803"/>
                  </a:cubicBezTo>
                  <a:lnTo>
                    <a:pt x="40958" y="326803"/>
                  </a:lnTo>
                  <a:close/>
                  <a:moveTo>
                    <a:pt x="314420" y="303467"/>
                  </a:moveTo>
                  <a:lnTo>
                    <a:pt x="314420" y="313563"/>
                  </a:lnTo>
                  <a:lnTo>
                    <a:pt x="214884" y="313563"/>
                  </a:lnTo>
                  <a:lnTo>
                    <a:pt x="214884" y="303467"/>
                  </a:lnTo>
                  <a:cubicBezTo>
                    <a:pt x="214884" y="296894"/>
                    <a:pt x="209550" y="291560"/>
                    <a:pt x="202978" y="291560"/>
                  </a:cubicBezTo>
                  <a:lnTo>
                    <a:pt x="87916" y="291560"/>
                  </a:lnTo>
                  <a:lnTo>
                    <a:pt x="87916" y="38100"/>
                  </a:lnTo>
                  <a:lnTo>
                    <a:pt x="441293" y="38100"/>
                  </a:lnTo>
                  <a:lnTo>
                    <a:pt x="441293" y="291560"/>
                  </a:lnTo>
                  <a:lnTo>
                    <a:pt x="326231" y="291560"/>
                  </a:lnTo>
                  <a:cubicBezTo>
                    <a:pt x="319659" y="291560"/>
                    <a:pt x="314325" y="296894"/>
                    <a:pt x="314325" y="303467"/>
                  </a:cubicBezTo>
                  <a:close/>
                  <a:moveTo>
                    <a:pt x="483108" y="326803"/>
                  </a:moveTo>
                  <a:lnTo>
                    <a:pt x="338137" y="326803"/>
                  </a:lnTo>
                  <a:cubicBezTo>
                    <a:pt x="338137" y="326803"/>
                    <a:pt x="338137" y="325850"/>
                    <a:pt x="338137" y="325374"/>
                  </a:cubicBezTo>
                  <a:lnTo>
                    <a:pt x="338137" y="315278"/>
                  </a:lnTo>
                  <a:lnTo>
                    <a:pt x="502920" y="315278"/>
                  </a:lnTo>
                  <a:cubicBezTo>
                    <a:pt x="499110" y="321850"/>
                    <a:pt x="491204" y="326803"/>
                    <a:pt x="483013" y="326803"/>
                  </a:cubicBezTo>
                  <a:close/>
                </a:path>
              </a:pathLst>
            </a:custGeom>
            <a:solidFill>
              <a:srgbClr val="29B5E8"/>
            </a:solidFill>
            <a:ln>
              <a:noFill/>
            </a:ln>
          </p:spPr>
          <p:txBody>
            <a:bodyPr spcFirstLastPara="1" wrap="square" lIns="51750" tIns="25850" rIns="51750" bIns="25850" anchor="t" anchorCtr="0">
              <a:noAutofit/>
            </a:bodyPr>
            <a:lstStyle/>
            <a:p>
              <a:pPr marL="0" marR="0" lvl="0" indent="0" algn="l" rtl="0">
                <a:spcBef>
                  <a:spcPts val="0"/>
                </a:spcBef>
                <a:spcAft>
                  <a:spcPts val="0"/>
                </a:spcAft>
                <a:buNone/>
              </a:pPr>
              <a:endParaRPr sz="1056">
                <a:solidFill>
                  <a:srgbClr val="262626"/>
                </a:solidFill>
                <a:latin typeface="Arial"/>
                <a:ea typeface="Arial"/>
                <a:cs typeface="Arial"/>
                <a:sym typeface="Arial"/>
              </a:endParaRPr>
            </a:p>
          </p:txBody>
        </p:sp>
      </p:grpSp>
      <p:sp>
        <p:nvSpPr>
          <p:cNvPr id="3373" name="Google Shape;3373;p96"/>
          <p:cNvSpPr/>
          <p:nvPr/>
        </p:nvSpPr>
        <p:spPr>
          <a:xfrm>
            <a:off x="8235995" y="1532808"/>
            <a:ext cx="271694" cy="291974"/>
          </a:xfrm>
          <a:custGeom>
            <a:avLst/>
            <a:gdLst/>
            <a:ahLst/>
            <a:cxnLst/>
            <a:rect l="l" t="t" r="r" b="b"/>
            <a:pathLst>
              <a:path w="483012" h="519064" extrusionOk="0">
                <a:moveTo>
                  <a:pt x="476441" y="110061"/>
                </a:moveTo>
                <a:cubicBezTo>
                  <a:pt x="476441" y="110061"/>
                  <a:pt x="476441" y="110061"/>
                  <a:pt x="476441" y="110061"/>
                </a:cubicBezTo>
                <a:cubicBezTo>
                  <a:pt x="475679" y="109395"/>
                  <a:pt x="474917" y="108728"/>
                  <a:pt x="474059" y="108156"/>
                </a:cubicBezTo>
                <a:cubicBezTo>
                  <a:pt x="473488" y="107775"/>
                  <a:pt x="472916" y="107680"/>
                  <a:pt x="472345" y="107394"/>
                </a:cubicBezTo>
                <a:cubicBezTo>
                  <a:pt x="472250" y="107394"/>
                  <a:pt x="472154" y="107204"/>
                  <a:pt x="471964" y="107204"/>
                </a:cubicBezTo>
                <a:lnTo>
                  <a:pt x="248603" y="1857"/>
                </a:lnTo>
                <a:cubicBezTo>
                  <a:pt x="243459" y="-619"/>
                  <a:pt x="237458" y="-619"/>
                  <a:pt x="232315" y="1857"/>
                </a:cubicBezTo>
                <a:lnTo>
                  <a:pt x="10859" y="107204"/>
                </a:lnTo>
                <a:cubicBezTo>
                  <a:pt x="10859" y="107204"/>
                  <a:pt x="10382" y="107585"/>
                  <a:pt x="10097" y="107775"/>
                </a:cubicBezTo>
                <a:cubicBezTo>
                  <a:pt x="9811" y="107966"/>
                  <a:pt x="9430" y="108061"/>
                  <a:pt x="9049" y="108252"/>
                </a:cubicBezTo>
                <a:cubicBezTo>
                  <a:pt x="8477" y="108537"/>
                  <a:pt x="8096" y="109014"/>
                  <a:pt x="7620" y="109395"/>
                </a:cubicBezTo>
                <a:cubicBezTo>
                  <a:pt x="7049" y="109871"/>
                  <a:pt x="6477" y="110252"/>
                  <a:pt x="5906" y="110728"/>
                </a:cubicBezTo>
                <a:cubicBezTo>
                  <a:pt x="5143" y="111395"/>
                  <a:pt x="4572" y="112157"/>
                  <a:pt x="4001" y="113014"/>
                </a:cubicBezTo>
                <a:cubicBezTo>
                  <a:pt x="3620" y="113586"/>
                  <a:pt x="3143" y="114062"/>
                  <a:pt x="2762" y="114633"/>
                </a:cubicBezTo>
                <a:cubicBezTo>
                  <a:pt x="2191" y="115586"/>
                  <a:pt x="1810" y="116538"/>
                  <a:pt x="1429" y="117491"/>
                </a:cubicBezTo>
                <a:cubicBezTo>
                  <a:pt x="1238" y="118062"/>
                  <a:pt x="857" y="118634"/>
                  <a:pt x="762" y="119205"/>
                </a:cubicBezTo>
                <a:cubicBezTo>
                  <a:pt x="381" y="120444"/>
                  <a:pt x="286" y="121682"/>
                  <a:pt x="190" y="123015"/>
                </a:cubicBezTo>
                <a:cubicBezTo>
                  <a:pt x="190" y="123396"/>
                  <a:pt x="0" y="123777"/>
                  <a:pt x="0" y="124158"/>
                </a:cubicBezTo>
                <a:cubicBezTo>
                  <a:pt x="0" y="124158"/>
                  <a:pt x="0" y="124158"/>
                  <a:pt x="0" y="124254"/>
                </a:cubicBezTo>
                <a:cubicBezTo>
                  <a:pt x="0" y="124349"/>
                  <a:pt x="0" y="124254"/>
                  <a:pt x="0" y="124349"/>
                </a:cubicBezTo>
                <a:lnTo>
                  <a:pt x="0" y="381143"/>
                </a:lnTo>
                <a:cubicBezTo>
                  <a:pt x="0" y="388191"/>
                  <a:pt x="3905" y="394668"/>
                  <a:pt x="10097" y="397907"/>
                </a:cubicBezTo>
                <a:lnTo>
                  <a:pt x="232315" y="516779"/>
                </a:lnTo>
                <a:cubicBezTo>
                  <a:pt x="235077" y="518303"/>
                  <a:pt x="238220" y="519065"/>
                  <a:pt x="241268" y="519065"/>
                </a:cubicBezTo>
                <a:cubicBezTo>
                  <a:pt x="241268" y="519065"/>
                  <a:pt x="241268" y="519065"/>
                  <a:pt x="241364" y="519065"/>
                </a:cubicBezTo>
                <a:cubicBezTo>
                  <a:pt x="241459" y="519065"/>
                  <a:pt x="241364" y="519065"/>
                  <a:pt x="241459" y="519065"/>
                </a:cubicBezTo>
                <a:cubicBezTo>
                  <a:pt x="244507" y="519065"/>
                  <a:pt x="247650" y="518303"/>
                  <a:pt x="250412" y="516779"/>
                </a:cubicBezTo>
                <a:lnTo>
                  <a:pt x="472916" y="397907"/>
                </a:lnTo>
                <a:cubicBezTo>
                  <a:pt x="479108" y="394573"/>
                  <a:pt x="483013" y="388096"/>
                  <a:pt x="483013" y="381143"/>
                </a:cubicBezTo>
                <a:lnTo>
                  <a:pt x="483013" y="124349"/>
                </a:lnTo>
                <a:cubicBezTo>
                  <a:pt x="483013" y="118824"/>
                  <a:pt x="480441" y="113681"/>
                  <a:pt x="476345" y="110061"/>
                </a:cubicBezTo>
                <a:close/>
                <a:moveTo>
                  <a:pt x="241459" y="215408"/>
                </a:moveTo>
                <a:lnTo>
                  <a:pt x="186214" y="187500"/>
                </a:lnTo>
                <a:lnTo>
                  <a:pt x="363760" y="98250"/>
                </a:lnTo>
                <a:lnTo>
                  <a:pt x="420434" y="125016"/>
                </a:lnTo>
                <a:lnTo>
                  <a:pt x="241459" y="215408"/>
                </a:lnTo>
                <a:close/>
                <a:moveTo>
                  <a:pt x="240506" y="40148"/>
                </a:moveTo>
                <a:lnTo>
                  <a:pt x="286131" y="61674"/>
                </a:lnTo>
                <a:lnTo>
                  <a:pt x="111062" y="149590"/>
                </a:lnTo>
                <a:lnTo>
                  <a:pt x="62389" y="125016"/>
                </a:lnTo>
                <a:lnTo>
                  <a:pt x="240602" y="40243"/>
                </a:lnTo>
                <a:close/>
                <a:moveTo>
                  <a:pt x="222218" y="468297"/>
                </a:moveTo>
                <a:lnTo>
                  <a:pt x="38100" y="369808"/>
                </a:lnTo>
                <a:lnTo>
                  <a:pt x="38100" y="155400"/>
                </a:lnTo>
                <a:lnTo>
                  <a:pt x="90011" y="181594"/>
                </a:lnTo>
                <a:lnTo>
                  <a:pt x="90011" y="276654"/>
                </a:lnTo>
                <a:lnTo>
                  <a:pt x="165259" y="314849"/>
                </a:lnTo>
                <a:lnTo>
                  <a:pt x="165259" y="219599"/>
                </a:lnTo>
                <a:lnTo>
                  <a:pt x="222409" y="248460"/>
                </a:lnTo>
                <a:lnTo>
                  <a:pt x="222409" y="468297"/>
                </a:lnTo>
                <a:close/>
                <a:moveTo>
                  <a:pt x="445008" y="369713"/>
                </a:moveTo>
                <a:lnTo>
                  <a:pt x="260604" y="468297"/>
                </a:lnTo>
                <a:lnTo>
                  <a:pt x="260604" y="248460"/>
                </a:lnTo>
                <a:cubicBezTo>
                  <a:pt x="260604" y="248460"/>
                  <a:pt x="445008" y="155400"/>
                  <a:pt x="445008" y="155400"/>
                </a:cubicBezTo>
                <a:lnTo>
                  <a:pt x="445008" y="369808"/>
                </a:lnTo>
                <a:close/>
              </a:path>
            </a:pathLst>
          </a:custGeom>
          <a:solidFill>
            <a:srgbClr val="29B5E8"/>
          </a:solidFill>
          <a:ln>
            <a:noFill/>
          </a:ln>
        </p:spPr>
        <p:txBody>
          <a:bodyPr spcFirstLastPara="1" wrap="square" lIns="51425" tIns="25700" rIns="51425" bIns="25700" anchor="t" anchorCtr="0">
            <a:noAutofit/>
          </a:bodyPr>
          <a:lstStyle/>
          <a:p>
            <a:pPr marL="0" marR="0" lvl="0" indent="0" algn="l" rtl="0">
              <a:spcBef>
                <a:spcPts val="0"/>
              </a:spcBef>
              <a:spcAft>
                <a:spcPts val="0"/>
              </a:spcAft>
              <a:buNone/>
            </a:pPr>
            <a:endParaRPr sz="1050">
              <a:solidFill>
                <a:srgbClr val="262626"/>
              </a:solidFill>
              <a:latin typeface="Arial"/>
              <a:ea typeface="Arial"/>
              <a:cs typeface="Arial"/>
              <a:sym typeface="Arial"/>
            </a:endParaRPr>
          </a:p>
        </p:txBody>
      </p:sp>
      <p:grpSp>
        <p:nvGrpSpPr>
          <p:cNvPr id="3374" name="Google Shape;3374;p96"/>
          <p:cNvGrpSpPr/>
          <p:nvPr/>
        </p:nvGrpSpPr>
        <p:grpSpPr>
          <a:xfrm>
            <a:off x="7376782" y="2139905"/>
            <a:ext cx="298933" cy="285339"/>
            <a:chOff x="2611409" y="4959384"/>
            <a:chExt cx="531436" cy="516731"/>
          </a:xfrm>
        </p:grpSpPr>
        <p:sp>
          <p:nvSpPr>
            <p:cNvPr id="3375" name="Google Shape;3375;p96"/>
            <p:cNvSpPr/>
            <p:nvPr/>
          </p:nvSpPr>
          <p:spPr>
            <a:xfrm>
              <a:off x="2724473" y="5211797"/>
              <a:ext cx="158686" cy="154876"/>
            </a:xfrm>
            <a:custGeom>
              <a:avLst/>
              <a:gdLst/>
              <a:ahLst/>
              <a:cxnLst/>
              <a:rect l="l" t="t" r="r" b="b"/>
              <a:pathLst>
                <a:path w="158686" h="154876" extrusionOk="0">
                  <a:moveTo>
                    <a:pt x="146780" y="0"/>
                  </a:moveTo>
                  <a:lnTo>
                    <a:pt x="11906" y="0"/>
                  </a:lnTo>
                  <a:cubicBezTo>
                    <a:pt x="5334" y="0"/>
                    <a:pt x="0" y="5334"/>
                    <a:pt x="0" y="11906"/>
                  </a:cubicBezTo>
                  <a:lnTo>
                    <a:pt x="0" y="142970"/>
                  </a:lnTo>
                  <a:cubicBezTo>
                    <a:pt x="0" y="149542"/>
                    <a:pt x="5334" y="154877"/>
                    <a:pt x="11906" y="154877"/>
                  </a:cubicBezTo>
                  <a:lnTo>
                    <a:pt x="146780" y="154877"/>
                  </a:lnTo>
                  <a:cubicBezTo>
                    <a:pt x="153353" y="154877"/>
                    <a:pt x="158687" y="149542"/>
                    <a:pt x="158687" y="142970"/>
                  </a:cubicBezTo>
                  <a:lnTo>
                    <a:pt x="158687" y="11906"/>
                  </a:lnTo>
                  <a:cubicBezTo>
                    <a:pt x="158687" y="5334"/>
                    <a:pt x="153353" y="0"/>
                    <a:pt x="146780" y="0"/>
                  </a:cubicBezTo>
                  <a:close/>
                  <a:moveTo>
                    <a:pt x="134874" y="131064"/>
                  </a:moveTo>
                  <a:lnTo>
                    <a:pt x="23812" y="131064"/>
                  </a:lnTo>
                  <a:lnTo>
                    <a:pt x="23812" y="23812"/>
                  </a:lnTo>
                  <a:lnTo>
                    <a:pt x="134874" y="23812"/>
                  </a:lnTo>
                  <a:lnTo>
                    <a:pt x="134874" y="13106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76" name="Google Shape;3376;p96"/>
            <p:cNvSpPr/>
            <p:nvPr/>
          </p:nvSpPr>
          <p:spPr>
            <a:xfrm>
              <a:off x="2611409" y="4959384"/>
              <a:ext cx="531436" cy="516731"/>
            </a:xfrm>
            <a:custGeom>
              <a:avLst/>
              <a:gdLst/>
              <a:ahLst/>
              <a:cxnLst/>
              <a:rect l="l" t="t" r="r" b="b"/>
              <a:pathLst>
                <a:path w="531436" h="516731" extrusionOk="0">
                  <a:moveTo>
                    <a:pt x="529973" y="158115"/>
                  </a:moveTo>
                  <a:cubicBezTo>
                    <a:pt x="522924" y="128397"/>
                    <a:pt x="515304" y="105728"/>
                    <a:pt x="507970" y="83915"/>
                  </a:cubicBezTo>
                  <a:cubicBezTo>
                    <a:pt x="500826" y="62675"/>
                    <a:pt x="494063" y="42386"/>
                    <a:pt x="487682" y="16002"/>
                  </a:cubicBezTo>
                  <a:cubicBezTo>
                    <a:pt x="486253" y="6953"/>
                    <a:pt x="478347" y="0"/>
                    <a:pt x="468917" y="0"/>
                  </a:cubicBezTo>
                  <a:lnTo>
                    <a:pt x="65915" y="0"/>
                  </a:lnTo>
                  <a:cubicBezTo>
                    <a:pt x="56675" y="0"/>
                    <a:pt x="48960" y="6572"/>
                    <a:pt x="47246" y="15240"/>
                  </a:cubicBezTo>
                  <a:lnTo>
                    <a:pt x="46865" y="15240"/>
                  </a:lnTo>
                  <a:cubicBezTo>
                    <a:pt x="39911" y="43053"/>
                    <a:pt x="32577" y="63627"/>
                    <a:pt x="24767" y="85344"/>
                  </a:cubicBezTo>
                  <a:cubicBezTo>
                    <a:pt x="17051" y="106775"/>
                    <a:pt x="9146" y="129064"/>
                    <a:pt x="1716" y="158401"/>
                  </a:cubicBezTo>
                  <a:cubicBezTo>
                    <a:pt x="-2380" y="174593"/>
                    <a:pt x="954" y="191072"/>
                    <a:pt x="10670" y="203740"/>
                  </a:cubicBezTo>
                  <a:cubicBezTo>
                    <a:pt x="19433" y="214979"/>
                    <a:pt x="32291" y="222123"/>
                    <a:pt x="46769" y="224028"/>
                  </a:cubicBezTo>
                  <a:lnTo>
                    <a:pt x="46769" y="497681"/>
                  </a:lnTo>
                  <a:cubicBezTo>
                    <a:pt x="46769" y="508159"/>
                    <a:pt x="55342" y="516731"/>
                    <a:pt x="65819" y="516731"/>
                  </a:cubicBezTo>
                  <a:lnTo>
                    <a:pt x="468822" y="516731"/>
                  </a:lnTo>
                  <a:cubicBezTo>
                    <a:pt x="479300" y="516731"/>
                    <a:pt x="487872" y="508159"/>
                    <a:pt x="487872" y="497681"/>
                  </a:cubicBezTo>
                  <a:lnTo>
                    <a:pt x="487872" y="223457"/>
                  </a:lnTo>
                  <a:cubicBezTo>
                    <a:pt x="500826" y="220980"/>
                    <a:pt x="512351" y="214122"/>
                    <a:pt x="520352" y="203930"/>
                  </a:cubicBezTo>
                  <a:cubicBezTo>
                    <a:pt x="530258" y="191262"/>
                    <a:pt x="533783" y="174689"/>
                    <a:pt x="529877" y="158306"/>
                  </a:cubicBezTo>
                  <a:close/>
                  <a:moveTo>
                    <a:pt x="395670" y="94869"/>
                  </a:moveTo>
                  <a:cubicBezTo>
                    <a:pt x="400528" y="115824"/>
                    <a:pt x="405576" y="137541"/>
                    <a:pt x="410148" y="165640"/>
                  </a:cubicBezTo>
                  <a:lnTo>
                    <a:pt x="410148" y="165640"/>
                  </a:lnTo>
                  <a:cubicBezTo>
                    <a:pt x="411291" y="172593"/>
                    <a:pt x="408815" y="177260"/>
                    <a:pt x="406624" y="179927"/>
                  </a:cubicBezTo>
                  <a:cubicBezTo>
                    <a:pt x="403290" y="183928"/>
                    <a:pt x="398147" y="186119"/>
                    <a:pt x="392432" y="186119"/>
                  </a:cubicBezTo>
                  <a:lnTo>
                    <a:pt x="392432" y="186119"/>
                  </a:lnTo>
                  <a:cubicBezTo>
                    <a:pt x="379763" y="186119"/>
                    <a:pt x="368810" y="175070"/>
                    <a:pt x="367952" y="161449"/>
                  </a:cubicBezTo>
                  <a:cubicBezTo>
                    <a:pt x="366143" y="132493"/>
                    <a:pt x="364047" y="110395"/>
                    <a:pt x="361952" y="89059"/>
                  </a:cubicBezTo>
                  <a:cubicBezTo>
                    <a:pt x="360428" y="73247"/>
                    <a:pt x="358904" y="57055"/>
                    <a:pt x="357475" y="38005"/>
                  </a:cubicBezTo>
                  <a:lnTo>
                    <a:pt x="383669" y="38005"/>
                  </a:lnTo>
                  <a:cubicBezTo>
                    <a:pt x="387669" y="59531"/>
                    <a:pt x="391765" y="77438"/>
                    <a:pt x="395765" y="94774"/>
                  </a:cubicBezTo>
                  <a:close/>
                  <a:moveTo>
                    <a:pt x="323471" y="92774"/>
                  </a:moveTo>
                  <a:cubicBezTo>
                    <a:pt x="325471" y="113824"/>
                    <a:pt x="327566" y="135636"/>
                    <a:pt x="329281" y="163925"/>
                  </a:cubicBezTo>
                  <a:cubicBezTo>
                    <a:pt x="329662" y="169736"/>
                    <a:pt x="327662" y="175260"/>
                    <a:pt x="323756" y="179451"/>
                  </a:cubicBezTo>
                  <a:cubicBezTo>
                    <a:pt x="319661" y="183833"/>
                    <a:pt x="314041" y="186214"/>
                    <a:pt x="307945" y="186214"/>
                  </a:cubicBezTo>
                  <a:cubicBezTo>
                    <a:pt x="295848" y="186214"/>
                    <a:pt x="285466" y="176403"/>
                    <a:pt x="284513" y="164497"/>
                  </a:cubicBezTo>
                  <a:cubicBezTo>
                    <a:pt x="284513" y="163925"/>
                    <a:pt x="284513" y="163354"/>
                    <a:pt x="284513" y="162782"/>
                  </a:cubicBezTo>
                  <a:lnTo>
                    <a:pt x="284037" y="38100"/>
                  </a:lnTo>
                  <a:lnTo>
                    <a:pt x="318708" y="38100"/>
                  </a:lnTo>
                  <a:cubicBezTo>
                    <a:pt x="320232" y="58674"/>
                    <a:pt x="321851" y="76010"/>
                    <a:pt x="323471" y="92774"/>
                  </a:cubicBezTo>
                  <a:close/>
                  <a:moveTo>
                    <a:pt x="246413" y="162878"/>
                  </a:moveTo>
                  <a:cubicBezTo>
                    <a:pt x="246413" y="163449"/>
                    <a:pt x="246413" y="164021"/>
                    <a:pt x="246413" y="164592"/>
                  </a:cubicBezTo>
                  <a:cubicBezTo>
                    <a:pt x="246032" y="170117"/>
                    <a:pt x="243651" y="175260"/>
                    <a:pt x="239651" y="179261"/>
                  </a:cubicBezTo>
                  <a:cubicBezTo>
                    <a:pt x="235174" y="183737"/>
                    <a:pt x="229364" y="186214"/>
                    <a:pt x="223077" y="186214"/>
                  </a:cubicBezTo>
                  <a:lnTo>
                    <a:pt x="223077" y="186214"/>
                  </a:lnTo>
                  <a:cubicBezTo>
                    <a:pt x="216886" y="186214"/>
                    <a:pt x="211266" y="183833"/>
                    <a:pt x="207170" y="179451"/>
                  </a:cubicBezTo>
                  <a:cubicBezTo>
                    <a:pt x="203265" y="175260"/>
                    <a:pt x="201265" y="169831"/>
                    <a:pt x="201646" y="164021"/>
                  </a:cubicBezTo>
                  <a:cubicBezTo>
                    <a:pt x="203360" y="135922"/>
                    <a:pt x="205361" y="114300"/>
                    <a:pt x="207361" y="93345"/>
                  </a:cubicBezTo>
                  <a:cubicBezTo>
                    <a:pt x="208980" y="76391"/>
                    <a:pt x="210599" y="58960"/>
                    <a:pt x="212028" y="38005"/>
                  </a:cubicBezTo>
                  <a:lnTo>
                    <a:pt x="245842" y="38005"/>
                  </a:lnTo>
                  <a:lnTo>
                    <a:pt x="246318" y="162782"/>
                  </a:lnTo>
                  <a:close/>
                  <a:moveTo>
                    <a:pt x="121350" y="166211"/>
                  </a:moveTo>
                  <a:cubicBezTo>
                    <a:pt x="126113" y="138494"/>
                    <a:pt x="131256" y="117062"/>
                    <a:pt x="136304" y="96393"/>
                  </a:cubicBezTo>
                  <a:cubicBezTo>
                    <a:pt x="140591" y="78677"/>
                    <a:pt x="144972" y="60293"/>
                    <a:pt x="149163" y="38100"/>
                  </a:cubicBezTo>
                  <a:lnTo>
                    <a:pt x="173642" y="38100"/>
                  </a:lnTo>
                  <a:cubicBezTo>
                    <a:pt x="172309" y="57150"/>
                    <a:pt x="170785" y="73152"/>
                    <a:pt x="169166" y="89821"/>
                  </a:cubicBezTo>
                  <a:cubicBezTo>
                    <a:pt x="167165" y="111062"/>
                    <a:pt x="165070" y="132969"/>
                    <a:pt x="163355" y="161735"/>
                  </a:cubicBezTo>
                  <a:cubicBezTo>
                    <a:pt x="162498" y="175260"/>
                    <a:pt x="151544" y="186214"/>
                    <a:pt x="138876" y="186214"/>
                  </a:cubicBezTo>
                  <a:lnTo>
                    <a:pt x="138876" y="186214"/>
                  </a:lnTo>
                  <a:cubicBezTo>
                    <a:pt x="133161" y="186214"/>
                    <a:pt x="128018" y="183928"/>
                    <a:pt x="124684" y="180023"/>
                  </a:cubicBezTo>
                  <a:cubicBezTo>
                    <a:pt x="122493" y="177451"/>
                    <a:pt x="120112" y="172879"/>
                    <a:pt x="121255" y="166211"/>
                  </a:cubicBezTo>
                  <a:close/>
                  <a:moveTo>
                    <a:pt x="38673" y="167640"/>
                  </a:moveTo>
                  <a:cubicBezTo>
                    <a:pt x="45626" y="140018"/>
                    <a:pt x="52961" y="119634"/>
                    <a:pt x="60676" y="98108"/>
                  </a:cubicBezTo>
                  <a:cubicBezTo>
                    <a:pt x="67153" y="79915"/>
                    <a:pt x="73916" y="61150"/>
                    <a:pt x="80202" y="38100"/>
                  </a:cubicBezTo>
                  <a:lnTo>
                    <a:pt x="110015" y="38100"/>
                  </a:lnTo>
                  <a:cubicBezTo>
                    <a:pt x="106396" y="56102"/>
                    <a:pt x="102681" y="71533"/>
                    <a:pt x="98871" y="87440"/>
                  </a:cubicBezTo>
                  <a:cubicBezTo>
                    <a:pt x="93728" y="108680"/>
                    <a:pt x="88394" y="130683"/>
                    <a:pt x="83345" y="159734"/>
                  </a:cubicBezTo>
                  <a:cubicBezTo>
                    <a:pt x="80774" y="174403"/>
                    <a:pt x="68010" y="186309"/>
                    <a:pt x="54770" y="186309"/>
                  </a:cubicBezTo>
                  <a:cubicBezTo>
                    <a:pt x="48865" y="186309"/>
                    <a:pt x="43817" y="184118"/>
                    <a:pt x="40769" y="180213"/>
                  </a:cubicBezTo>
                  <a:cubicBezTo>
                    <a:pt x="38197" y="176879"/>
                    <a:pt x="37435" y="172498"/>
                    <a:pt x="38673" y="167735"/>
                  </a:cubicBezTo>
                  <a:close/>
                  <a:moveTo>
                    <a:pt x="396527" y="478441"/>
                  </a:moveTo>
                  <a:lnTo>
                    <a:pt x="320613" y="478441"/>
                  </a:lnTo>
                  <a:lnTo>
                    <a:pt x="320613" y="276225"/>
                  </a:lnTo>
                  <a:lnTo>
                    <a:pt x="396527" y="276225"/>
                  </a:lnTo>
                  <a:lnTo>
                    <a:pt x="396527" y="478441"/>
                  </a:lnTo>
                  <a:close/>
                  <a:moveTo>
                    <a:pt x="420340" y="478441"/>
                  </a:moveTo>
                  <a:lnTo>
                    <a:pt x="420340" y="264319"/>
                  </a:lnTo>
                  <a:cubicBezTo>
                    <a:pt x="420340" y="257747"/>
                    <a:pt x="415006" y="252413"/>
                    <a:pt x="408434" y="252413"/>
                  </a:cubicBezTo>
                  <a:lnTo>
                    <a:pt x="308707" y="252413"/>
                  </a:lnTo>
                  <a:cubicBezTo>
                    <a:pt x="302135" y="252413"/>
                    <a:pt x="296801" y="257747"/>
                    <a:pt x="296801" y="264319"/>
                  </a:cubicBezTo>
                  <a:lnTo>
                    <a:pt x="296801" y="478441"/>
                  </a:lnTo>
                  <a:lnTo>
                    <a:pt x="84965" y="478441"/>
                  </a:lnTo>
                  <a:lnTo>
                    <a:pt x="84965" y="216599"/>
                  </a:lnTo>
                  <a:cubicBezTo>
                    <a:pt x="89632" y="214027"/>
                    <a:pt x="94109" y="210979"/>
                    <a:pt x="98109" y="207359"/>
                  </a:cubicBezTo>
                  <a:cubicBezTo>
                    <a:pt x="108587" y="218218"/>
                    <a:pt x="123255" y="224409"/>
                    <a:pt x="138971" y="224409"/>
                  </a:cubicBezTo>
                  <a:lnTo>
                    <a:pt x="138971" y="224409"/>
                  </a:lnTo>
                  <a:cubicBezTo>
                    <a:pt x="155164" y="224409"/>
                    <a:pt x="170118" y="217932"/>
                    <a:pt x="181262" y="207359"/>
                  </a:cubicBezTo>
                  <a:cubicBezTo>
                    <a:pt x="192311" y="218218"/>
                    <a:pt x="207456" y="224409"/>
                    <a:pt x="223077" y="224409"/>
                  </a:cubicBezTo>
                  <a:lnTo>
                    <a:pt x="223077" y="224409"/>
                  </a:lnTo>
                  <a:cubicBezTo>
                    <a:pt x="238984" y="224409"/>
                    <a:pt x="253938" y="218313"/>
                    <a:pt x="265463" y="207359"/>
                  </a:cubicBezTo>
                  <a:cubicBezTo>
                    <a:pt x="276512" y="217932"/>
                    <a:pt x="291467" y="224409"/>
                    <a:pt x="307945" y="224409"/>
                  </a:cubicBezTo>
                  <a:cubicBezTo>
                    <a:pt x="323661" y="224409"/>
                    <a:pt x="338806" y="218218"/>
                    <a:pt x="349950" y="207264"/>
                  </a:cubicBezTo>
                  <a:cubicBezTo>
                    <a:pt x="361190" y="217932"/>
                    <a:pt x="376049" y="224409"/>
                    <a:pt x="392336" y="224409"/>
                  </a:cubicBezTo>
                  <a:lnTo>
                    <a:pt x="392336" y="224409"/>
                  </a:lnTo>
                  <a:cubicBezTo>
                    <a:pt x="408053" y="224409"/>
                    <a:pt x="422721" y="218218"/>
                    <a:pt x="433199" y="207359"/>
                  </a:cubicBezTo>
                  <a:cubicBezTo>
                    <a:pt x="438152" y="211836"/>
                    <a:pt x="443771" y="215456"/>
                    <a:pt x="449677" y="218313"/>
                  </a:cubicBezTo>
                  <a:lnTo>
                    <a:pt x="449677" y="478536"/>
                  </a:lnTo>
                  <a:lnTo>
                    <a:pt x="420245" y="478536"/>
                  </a:lnTo>
                  <a:close/>
                  <a:moveTo>
                    <a:pt x="490539" y="180023"/>
                  </a:moveTo>
                  <a:cubicBezTo>
                    <a:pt x="487491" y="183928"/>
                    <a:pt x="482348" y="186119"/>
                    <a:pt x="476537" y="186119"/>
                  </a:cubicBezTo>
                  <a:cubicBezTo>
                    <a:pt x="463298" y="186119"/>
                    <a:pt x="450534" y="174117"/>
                    <a:pt x="448153" y="159353"/>
                  </a:cubicBezTo>
                  <a:cubicBezTo>
                    <a:pt x="443295" y="130112"/>
                    <a:pt x="438152" y="107728"/>
                    <a:pt x="433103" y="86201"/>
                  </a:cubicBezTo>
                  <a:cubicBezTo>
                    <a:pt x="429484" y="70580"/>
                    <a:pt x="425960" y="55436"/>
                    <a:pt x="422626" y="38005"/>
                  </a:cubicBezTo>
                  <a:lnTo>
                    <a:pt x="453963" y="38005"/>
                  </a:lnTo>
                  <a:cubicBezTo>
                    <a:pt x="459773" y="60007"/>
                    <a:pt x="465869" y="78296"/>
                    <a:pt x="471870" y="95917"/>
                  </a:cubicBezTo>
                  <a:cubicBezTo>
                    <a:pt x="479300" y="117920"/>
                    <a:pt x="486253" y="138779"/>
                    <a:pt x="492920" y="166783"/>
                  </a:cubicBezTo>
                  <a:lnTo>
                    <a:pt x="492920" y="166783"/>
                  </a:lnTo>
                  <a:cubicBezTo>
                    <a:pt x="494159" y="171831"/>
                    <a:pt x="493301" y="176403"/>
                    <a:pt x="490539" y="17992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377" name="Google Shape;3377;p96"/>
          <p:cNvGrpSpPr/>
          <p:nvPr/>
        </p:nvGrpSpPr>
        <p:grpSpPr>
          <a:xfrm>
            <a:off x="458215" y="3750982"/>
            <a:ext cx="302663" cy="171981"/>
            <a:chOff x="9261053" y="3518999"/>
            <a:chExt cx="538067" cy="303371"/>
          </a:xfrm>
        </p:grpSpPr>
        <p:sp>
          <p:nvSpPr>
            <p:cNvPr id="3378" name="Google Shape;3378;p96"/>
            <p:cNvSpPr/>
            <p:nvPr/>
          </p:nvSpPr>
          <p:spPr>
            <a:xfrm>
              <a:off x="9261053" y="3518999"/>
              <a:ext cx="538067" cy="303371"/>
            </a:xfrm>
            <a:custGeom>
              <a:avLst/>
              <a:gdLst/>
              <a:ahLst/>
              <a:cxnLst/>
              <a:rect l="l" t="t" r="r" b="b"/>
              <a:pathLst>
                <a:path w="538067" h="303371" extrusionOk="0">
                  <a:moveTo>
                    <a:pt x="505682" y="114110"/>
                  </a:moveTo>
                  <a:lnTo>
                    <a:pt x="430054" y="90297"/>
                  </a:lnTo>
                  <a:cubicBezTo>
                    <a:pt x="420243" y="82201"/>
                    <a:pt x="372523" y="42863"/>
                    <a:pt x="356140" y="29147"/>
                  </a:cubicBezTo>
                  <a:cubicBezTo>
                    <a:pt x="331565" y="8572"/>
                    <a:pt x="316325" y="0"/>
                    <a:pt x="284893" y="0"/>
                  </a:cubicBezTo>
                  <a:lnTo>
                    <a:pt x="185166" y="0"/>
                  </a:lnTo>
                  <a:cubicBezTo>
                    <a:pt x="161925" y="0"/>
                    <a:pt x="151448" y="6668"/>
                    <a:pt x="140303" y="13621"/>
                  </a:cubicBezTo>
                  <a:lnTo>
                    <a:pt x="139446" y="14192"/>
                  </a:lnTo>
                  <a:cubicBezTo>
                    <a:pt x="111443" y="31909"/>
                    <a:pt x="67723" y="73628"/>
                    <a:pt x="56388" y="84582"/>
                  </a:cubicBezTo>
                  <a:lnTo>
                    <a:pt x="34671" y="88487"/>
                  </a:lnTo>
                  <a:cubicBezTo>
                    <a:pt x="15240" y="91726"/>
                    <a:pt x="0" y="109919"/>
                    <a:pt x="0" y="130016"/>
                  </a:cubicBezTo>
                  <a:lnTo>
                    <a:pt x="0" y="200406"/>
                  </a:lnTo>
                  <a:cubicBezTo>
                    <a:pt x="0" y="206026"/>
                    <a:pt x="2191" y="211360"/>
                    <a:pt x="6096" y="215360"/>
                  </a:cubicBezTo>
                  <a:lnTo>
                    <a:pt x="35338" y="245459"/>
                  </a:lnTo>
                  <a:cubicBezTo>
                    <a:pt x="39338" y="249555"/>
                    <a:pt x="44958" y="251936"/>
                    <a:pt x="50768" y="251936"/>
                  </a:cubicBezTo>
                  <a:lnTo>
                    <a:pt x="66770" y="251936"/>
                  </a:lnTo>
                  <a:cubicBezTo>
                    <a:pt x="72390" y="281178"/>
                    <a:pt x="98108" y="303371"/>
                    <a:pt x="128969" y="303371"/>
                  </a:cubicBezTo>
                  <a:cubicBezTo>
                    <a:pt x="159830" y="303371"/>
                    <a:pt x="185642" y="281178"/>
                    <a:pt x="191167" y="251936"/>
                  </a:cubicBezTo>
                  <a:lnTo>
                    <a:pt x="359093" y="251936"/>
                  </a:lnTo>
                  <a:cubicBezTo>
                    <a:pt x="364712" y="281178"/>
                    <a:pt x="390430" y="303371"/>
                    <a:pt x="421291" y="303371"/>
                  </a:cubicBezTo>
                  <a:cubicBezTo>
                    <a:pt x="452152" y="303371"/>
                    <a:pt x="477869" y="281178"/>
                    <a:pt x="483489" y="251936"/>
                  </a:cubicBezTo>
                  <a:lnTo>
                    <a:pt x="497015" y="251936"/>
                  </a:lnTo>
                  <a:cubicBezTo>
                    <a:pt x="503206" y="251936"/>
                    <a:pt x="509111" y="249269"/>
                    <a:pt x="513112" y="244697"/>
                  </a:cubicBezTo>
                  <a:lnTo>
                    <a:pt x="532733" y="222504"/>
                  </a:lnTo>
                  <a:cubicBezTo>
                    <a:pt x="536162" y="218599"/>
                    <a:pt x="538067" y="213551"/>
                    <a:pt x="538067" y="208312"/>
                  </a:cubicBezTo>
                  <a:lnTo>
                    <a:pt x="538067" y="155543"/>
                  </a:lnTo>
                  <a:cubicBezTo>
                    <a:pt x="538067" y="136017"/>
                    <a:pt x="524066" y="118301"/>
                    <a:pt x="505397" y="114110"/>
                  </a:cubicBezTo>
                  <a:close/>
                  <a:moveTo>
                    <a:pt x="129159" y="279749"/>
                  </a:moveTo>
                  <a:cubicBezTo>
                    <a:pt x="107347" y="279749"/>
                    <a:pt x="89630" y="262033"/>
                    <a:pt x="89630" y="240221"/>
                  </a:cubicBezTo>
                  <a:cubicBezTo>
                    <a:pt x="89630" y="218408"/>
                    <a:pt x="107347" y="200692"/>
                    <a:pt x="129159" y="200692"/>
                  </a:cubicBezTo>
                  <a:cubicBezTo>
                    <a:pt x="150971" y="200692"/>
                    <a:pt x="168688" y="218408"/>
                    <a:pt x="168688" y="240221"/>
                  </a:cubicBezTo>
                  <a:cubicBezTo>
                    <a:pt x="168688" y="262033"/>
                    <a:pt x="150971" y="279749"/>
                    <a:pt x="129159" y="279749"/>
                  </a:cubicBezTo>
                  <a:close/>
                  <a:moveTo>
                    <a:pt x="421481" y="279749"/>
                  </a:moveTo>
                  <a:cubicBezTo>
                    <a:pt x="399669" y="279749"/>
                    <a:pt x="381953" y="262033"/>
                    <a:pt x="381953" y="240221"/>
                  </a:cubicBezTo>
                  <a:cubicBezTo>
                    <a:pt x="381953" y="218408"/>
                    <a:pt x="399669" y="200692"/>
                    <a:pt x="421481" y="200692"/>
                  </a:cubicBezTo>
                  <a:cubicBezTo>
                    <a:pt x="443294" y="200692"/>
                    <a:pt x="461010" y="218408"/>
                    <a:pt x="461010" y="240221"/>
                  </a:cubicBezTo>
                  <a:cubicBezTo>
                    <a:pt x="461010" y="262033"/>
                    <a:pt x="443294" y="279749"/>
                    <a:pt x="421481" y="279749"/>
                  </a:cubicBezTo>
                  <a:close/>
                  <a:moveTo>
                    <a:pt x="514541" y="207550"/>
                  </a:moveTo>
                  <a:lnTo>
                    <a:pt x="496253" y="228314"/>
                  </a:lnTo>
                  <a:lnTo>
                    <a:pt x="483775" y="228314"/>
                  </a:lnTo>
                  <a:cubicBezTo>
                    <a:pt x="478155" y="199073"/>
                    <a:pt x="452438" y="176879"/>
                    <a:pt x="421576" y="176879"/>
                  </a:cubicBezTo>
                  <a:cubicBezTo>
                    <a:pt x="390716" y="176879"/>
                    <a:pt x="364998" y="199073"/>
                    <a:pt x="359378" y="228314"/>
                  </a:cubicBezTo>
                  <a:lnTo>
                    <a:pt x="191453" y="228314"/>
                  </a:lnTo>
                  <a:cubicBezTo>
                    <a:pt x="185833" y="199073"/>
                    <a:pt x="160115" y="176879"/>
                    <a:pt x="129254" y="176879"/>
                  </a:cubicBezTo>
                  <a:cubicBezTo>
                    <a:pt x="98393" y="176879"/>
                    <a:pt x="72676" y="199073"/>
                    <a:pt x="67056" y="228314"/>
                  </a:cubicBezTo>
                  <a:lnTo>
                    <a:pt x="52007" y="228314"/>
                  </a:lnTo>
                  <a:lnTo>
                    <a:pt x="24098" y="199644"/>
                  </a:lnTo>
                  <a:lnTo>
                    <a:pt x="24098" y="130207"/>
                  </a:lnTo>
                  <a:cubicBezTo>
                    <a:pt x="24098" y="121539"/>
                    <a:pt x="30670" y="113443"/>
                    <a:pt x="38957" y="112109"/>
                  </a:cubicBezTo>
                  <a:lnTo>
                    <a:pt x="64389" y="107537"/>
                  </a:lnTo>
                  <a:cubicBezTo>
                    <a:pt x="66770" y="107156"/>
                    <a:pt x="68961" y="106013"/>
                    <a:pt x="70676" y="104299"/>
                  </a:cubicBezTo>
                  <a:cubicBezTo>
                    <a:pt x="88583" y="86678"/>
                    <a:pt x="128778" y="49435"/>
                    <a:pt x="152400" y="34481"/>
                  </a:cubicBezTo>
                  <a:lnTo>
                    <a:pt x="153353" y="33909"/>
                  </a:lnTo>
                  <a:cubicBezTo>
                    <a:pt x="163163" y="27718"/>
                    <a:pt x="169069" y="23908"/>
                    <a:pt x="185452" y="23908"/>
                  </a:cubicBezTo>
                  <a:lnTo>
                    <a:pt x="285179" y="23908"/>
                  </a:lnTo>
                  <a:cubicBezTo>
                    <a:pt x="309086" y="23908"/>
                    <a:pt x="319659" y="29528"/>
                    <a:pt x="341090" y="47435"/>
                  </a:cubicBezTo>
                  <a:cubicBezTo>
                    <a:pt x="359378" y="62770"/>
                    <a:pt x="416909" y="110204"/>
                    <a:pt x="416909" y="110204"/>
                  </a:cubicBezTo>
                  <a:cubicBezTo>
                    <a:pt x="418052" y="111157"/>
                    <a:pt x="419481" y="111919"/>
                    <a:pt x="420910" y="112395"/>
                  </a:cubicBezTo>
                  <a:lnTo>
                    <a:pt x="499205" y="137065"/>
                  </a:lnTo>
                  <a:cubicBezTo>
                    <a:pt x="499205" y="137065"/>
                    <a:pt x="499967" y="137255"/>
                    <a:pt x="500348" y="137351"/>
                  </a:cubicBezTo>
                  <a:cubicBezTo>
                    <a:pt x="508254" y="138970"/>
                    <a:pt x="514636" y="147161"/>
                    <a:pt x="514636" y="155639"/>
                  </a:cubicBezTo>
                  <a:lnTo>
                    <a:pt x="514636" y="207550"/>
                  </a:lnTo>
                  <a:close/>
                </a:path>
              </a:pathLst>
            </a:custGeom>
            <a:solidFill>
              <a:srgbClr val="29B5E8"/>
            </a:solidFill>
            <a:ln>
              <a:noFill/>
            </a:ln>
          </p:spPr>
          <p:txBody>
            <a:bodyPr spcFirstLastPara="1" wrap="square" lIns="51575" tIns="25775" rIns="51575" bIns="25775" anchor="t" anchorCtr="0">
              <a:noAutofit/>
            </a:bodyPr>
            <a:lstStyle/>
            <a:p>
              <a:pPr marL="0" marR="0" lvl="0" indent="0" algn="l" rtl="0">
                <a:spcBef>
                  <a:spcPts val="0"/>
                </a:spcBef>
                <a:spcAft>
                  <a:spcPts val="0"/>
                </a:spcAft>
                <a:buNone/>
              </a:pPr>
              <a:endParaRPr sz="1052">
                <a:solidFill>
                  <a:srgbClr val="262626"/>
                </a:solidFill>
                <a:latin typeface="Arial"/>
                <a:ea typeface="Arial"/>
                <a:cs typeface="Arial"/>
                <a:sym typeface="Arial"/>
              </a:endParaRPr>
            </a:p>
          </p:txBody>
        </p:sp>
        <p:sp>
          <p:nvSpPr>
            <p:cNvPr id="3379" name="Google Shape;3379;p96"/>
            <p:cNvSpPr/>
            <p:nvPr/>
          </p:nvSpPr>
          <p:spPr>
            <a:xfrm>
              <a:off x="9355080" y="3560337"/>
              <a:ext cx="286441" cy="98488"/>
            </a:xfrm>
            <a:custGeom>
              <a:avLst/>
              <a:gdLst/>
              <a:ahLst/>
              <a:cxnLst/>
              <a:rect l="l" t="t" r="r" b="b"/>
              <a:pathLst>
                <a:path w="286441" h="98488" extrusionOk="0">
                  <a:moveTo>
                    <a:pt x="230204" y="19526"/>
                  </a:moveTo>
                  <a:cubicBezTo>
                    <a:pt x="211821" y="4953"/>
                    <a:pt x="205534" y="0"/>
                    <a:pt x="186198" y="0"/>
                  </a:cubicBezTo>
                  <a:lnTo>
                    <a:pt x="101235" y="0"/>
                  </a:lnTo>
                  <a:cubicBezTo>
                    <a:pt x="81995" y="0"/>
                    <a:pt x="74756" y="5810"/>
                    <a:pt x="57135" y="19717"/>
                  </a:cubicBezTo>
                  <a:lnTo>
                    <a:pt x="63897" y="29528"/>
                  </a:lnTo>
                  <a:lnTo>
                    <a:pt x="56468" y="20193"/>
                  </a:lnTo>
                  <a:cubicBezTo>
                    <a:pt x="43800" y="30194"/>
                    <a:pt x="7700" y="61817"/>
                    <a:pt x="7128" y="62389"/>
                  </a:cubicBezTo>
                  <a:lnTo>
                    <a:pt x="4652" y="64770"/>
                  </a:lnTo>
                  <a:cubicBezTo>
                    <a:pt x="3509" y="65818"/>
                    <a:pt x="2652" y="67056"/>
                    <a:pt x="1985" y="68390"/>
                  </a:cubicBezTo>
                  <a:cubicBezTo>
                    <a:pt x="-1063" y="74962"/>
                    <a:pt x="-587" y="82582"/>
                    <a:pt x="3318" y="88678"/>
                  </a:cubicBezTo>
                  <a:cubicBezTo>
                    <a:pt x="7224" y="94774"/>
                    <a:pt x="13891" y="98489"/>
                    <a:pt x="21130" y="98489"/>
                  </a:cubicBezTo>
                  <a:lnTo>
                    <a:pt x="265256" y="98489"/>
                  </a:lnTo>
                  <a:cubicBezTo>
                    <a:pt x="274019" y="98489"/>
                    <a:pt x="281925" y="92964"/>
                    <a:pt x="285068" y="84773"/>
                  </a:cubicBezTo>
                  <a:cubicBezTo>
                    <a:pt x="288211" y="76581"/>
                    <a:pt x="285830" y="67246"/>
                    <a:pt x="279258" y="61436"/>
                  </a:cubicBezTo>
                  <a:cubicBezTo>
                    <a:pt x="278877" y="61151"/>
                    <a:pt x="242777" y="29528"/>
                    <a:pt x="230204" y="19526"/>
                  </a:cubicBezTo>
                  <a:close/>
                  <a:moveTo>
                    <a:pt x="29226" y="74581"/>
                  </a:moveTo>
                  <a:cubicBezTo>
                    <a:pt x="39990" y="65246"/>
                    <a:pt x="62088" y="46006"/>
                    <a:pt x="71232" y="38862"/>
                  </a:cubicBezTo>
                  <a:lnTo>
                    <a:pt x="71803" y="38386"/>
                  </a:lnTo>
                  <a:cubicBezTo>
                    <a:pt x="88853" y="24860"/>
                    <a:pt x="90472" y="23813"/>
                    <a:pt x="101140" y="23813"/>
                  </a:cubicBezTo>
                  <a:lnTo>
                    <a:pt x="186103" y="23813"/>
                  </a:lnTo>
                  <a:cubicBezTo>
                    <a:pt x="197247" y="23813"/>
                    <a:pt x="198200" y="24575"/>
                    <a:pt x="215345" y="38195"/>
                  </a:cubicBezTo>
                  <a:cubicBezTo>
                    <a:pt x="224679" y="45530"/>
                    <a:pt x="247635" y="65532"/>
                    <a:pt x="258112" y="74581"/>
                  </a:cubicBezTo>
                  <a:lnTo>
                    <a:pt x="29131" y="74581"/>
                  </a:lnTo>
                  <a:close/>
                </a:path>
              </a:pathLst>
            </a:custGeom>
            <a:solidFill>
              <a:srgbClr val="29B5E8"/>
            </a:solidFill>
            <a:ln>
              <a:noFill/>
            </a:ln>
          </p:spPr>
          <p:txBody>
            <a:bodyPr spcFirstLastPara="1" wrap="square" lIns="51575" tIns="25775" rIns="51575" bIns="25775" anchor="t" anchorCtr="0">
              <a:noAutofit/>
            </a:bodyPr>
            <a:lstStyle/>
            <a:p>
              <a:pPr marL="0" marR="0" lvl="0" indent="0" algn="l" rtl="0">
                <a:spcBef>
                  <a:spcPts val="0"/>
                </a:spcBef>
                <a:spcAft>
                  <a:spcPts val="0"/>
                </a:spcAft>
                <a:buNone/>
              </a:pPr>
              <a:endParaRPr sz="1052">
                <a:solidFill>
                  <a:srgbClr val="262626"/>
                </a:solidFill>
                <a:latin typeface="Arial"/>
                <a:ea typeface="Arial"/>
                <a:cs typeface="Arial"/>
                <a:sym typeface="Arial"/>
              </a:endParaRPr>
            </a:p>
          </p:txBody>
        </p:sp>
      </p:grpSp>
      <p:grpSp>
        <p:nvGrpSpPr>
          <p:cNvPr id="3380" name="Google Shape;3380;p96"/>
          <p:cNvGrpSpPr/>
          <p:nvPr/>
        </p:nvGrpSpPr>
        <p:grpSpPr>
          <a:xfrm>
            <a:off x="1590933" y="3719130"/>
            <a:ext cx="304982" cy="235681"/>
            <a:chOff x="10278111" y="1942278"/>
            <a:chExt cx="542191" cy="415004"/>
          </a:xfrm>
        </p:grpSpPr>
        <p:sp>
          <p:nvSpPr>
            <p:cNvPr id="3381" name="Google Shape;3381;p96"/>
            <p:cNvSpPr/>
            <p:nvPr/>
          </p:nvSpPr>
          <p:spPr>
            <a:xfrm>
              <a:off x="10278111" y="1942278"/>
              <a:ext cx="542191" cy="415004"/>
            </a:xfrm>
            <a:custGeom>
              <a:avLst/>
              <a:gdLst/>
              <a:ahLst/>
              <a:cxnLst/>
              <a:rect l="l" t="t" r="r" b="b"/>
              <a:pathLst>
                <a:path w="542191" h="415004" extrusionOk="0">
                  <a:moveTo>
                    <a:pt x="523141" y="226409"/>
                  </a:moveTo>
                  <a:lnTo>
                    <a:pt x="388743" y="226409"/>
                  </a:lnTo>
                  <a:lnTo>
                    <a:pt x="388743" y="147828"/>
                  </a:lnTo>
                  <a:cubicBezTo>
                    <a:pt x="388743" y="137351"/>
                    <a:pt x="380171" y="128778"/>
                    <a:pt x="369693" y="128778"/>
                  </a:cubicBezTo>
                  <a:lnTo>
                    <a:pt x="279301" y="128778"/>
                  </a:lnTo>
                  <a:lnTo>
                    <a:pt x="279301" y="71152"/>
                  </a:lnTo>
                  <a:cubicBezTo>
                    <a:pt x="279301" y="64580"/>
                    <a:pt x="273967" y="59246"/>
                    <a:pt x="267395" y="59246"/>
                  </a:cubicBezTo>
                  <a:lnTo>
                    <a:pt x="190719" y="59246"/>
                  </a:lnTo>
                  <a:cubicBezTo>
                    <a:pt x="184146" y="59246"/>
                    <a:pt x="178812" y="64580"/>
                    <a:pt x="178812" y="71152"/>
                  </a:cubicBezTo>
                  <a:lnTo>
                    <a:pt x="178812" y="128778"/>
                  </a:lnTo>
                  <a:lnTo>
                    <a:pt x="148332" y="128778"/>
                  </a:lnTo>
                  <a:lnTo>
                    <a:pt x="142332" y="18002"/>
                  </a:lnTo>
                  <a:cubicBezTo>
                    <a:pt x="141760" y="7906"/>
                    <a:pt x="133473" y="0"/>
                    <a:pt x="123282" y="0"/>
                  </a:cubicBezTo>
                  <a:lnTo>
                    <a:pt x="37747" y="0"/>
                  </a:lnTo>
                  <a:cubicBezTo>
                    <a:pt x="27555" y="0"/>
                    <a:pt x="19173" y="8001"/>
                    <a:pt x="18697" y="18098"/>
                  </a:cubicBezTo>
                  <a:lnTo>
                    <a:pt x="28" y="395002"/>
                  </a:lnTo>
                  <a:cubicBezTo>
                    <a:pt x="-258" y="400241"/>
                    <a:pt x="1647" y="405289"/>
                    <a:pt x="5267" y="409099"/>
                  </a:cubicBezTo>
                  <a:cubicBezTo>
                    <a:pt x="8886" y="412909"/>
                    <a:pt x="13839" y="415004"/>
                    <a:pt x="19078" y="415004"/>
                  </a:cubicBezTo>
                  <a:lnTo>
                    <a:pt x="523141" y="415004"/>
                  </a:lnTo>
                  <a:cubicBezTo>
                    <a:pt x="533619" y="415004"/>
                    <a:pt x="542191" y="406432"/>
                    <a:pt x="542191" y="395954"/>
                  </a:cubicBezTo>
                  <a:lnTo>
                    <a:pt x="542191" y="245364"/>
                  </a:lnTo>
                  <a:cubicBezTo>
                    <a:pt x="542191" y="234887"/>
                    <a:pt x="533619" y="226314"/>
                    <a:pt x="523141" y="226314"/>
                  </a:cubicBezTo>
                  <a:close/>
                  <a:moveTo>
                    <a:pt x="202625" y="83058"/>
                  </a:moveTo>
                  <a:lnTo>
                    <a:pt x="255489" y="83058"/>
                  </a:lnTo>
                  <a:lnTo>
                    <a:pt x="255489" y="128778"/>
                  </a:lnTo>
                  <a:lnTo>
                    <a:pt x="202625" y="128778"/>
                  </a:lnTo>
                  <a:lnTo>
                    <a:pt x="202625" y="83058"/>
                  </a:lnTo>
                  <a:close/>
                  <a:moveTo>
                    <a:pt x="105279" y="38100"/>
                  </a:moveTo>
                  <a:lnTo>
                    <a:pt x="106422" y="59341"/>
                  </a:lnTo>
                  <a:lnTo>
                    <a:pt x="54892" y="59341"/>
                  </a:lnTo>
                  <a:lnTo>
                    <a:pt x="55940" y="38100"/>
                  </a:lnTo>
                  <a:lnTo>
                    <a:pt x="105279" y="38100"/>
                  </a:lnTo>
                  <a:close/>
                  <a:moveTo>
                    <a:pt x="39176" y="377000"/>
                  </a:moveTo>
                  <a:lnTo>
                    <a:pt x="53749" y="83249"/>
                  </a:lnTo>
                  <a:lnTo>
                    <a:pt x="107756" y="83249"/>
                  </a:lnTo>
                  <a:lnTo>
                    <a:pt x="123758" y="377000"/>
                  </a:lnTo>
                  <a:lnTo>
                    <a:pt x="39176" y="377000"/>
                  </a:lnTo>
                  <a:close/>
                  <a:moveTo>
                    <a:pt x="150428" y="166878"/>
                  </a:moveTo>
                  <a:lnTo>
                    <a:pt x="350643" y="166878"/>
                  </a:lnTo>
                  <a:lnTo>
                    <a:pt x="350643" y="376904"/>
                  </a:lnTo>
                  <a:lnTo>
                    <a:pt x="161858" y="376904"/>
                  </a:lnTo>
                  <a:lnTo>
                    <a:pt x="150428" y="166878"/>
                  </a:lnTo>
                  <a:close/>
                  <a:moveTo>
                    <a:pt x="504091" y="377000"/>
                  </a:moveTo>
                  <a:lnTo>
                    <a:pt x="388743" y="377000"/>
                  </a:lnTo>
                  <a:lnTo>
                    <a:pt x="388743" y="264509"/>
                  </a:lnTo>
                  <a:lnTo>
                    <a:pt x="504091" y="264509"/>
                  </a:lnTo>
                  <a:lnTo>
                    <a:pt x="504091" y="377000"/>
                  </a:lnTo>
                  <a:close/>
                </a:path>
              </a:pathLst>
            </a:custGeom>
            <a:solidFill>
              <a:srgbClr val="29B5E8"/>
            </a:solidFill>
            <a:ln>
              <a:noFill/>
            </a:ln>
          </p:spPr>
          <p:txBody>
            <a:bodyPr spcFirstLastPara="1" wrap="square" lIns="51600" tIns="25800" rIns="51600" bIns="25800" anchor="t" anchorCtr="0">
              <a:noAutofit/>
            </a:bodyPr>
            <a:lstStyle/>
            <a:p>
              <a:pPr marL="0" marR="0" lvl="0" indent="0" algn="l" rtl="0">
                <a:spcBef>
                  <a:spcPts val="0"/>
                </a:spcBef>
                <a:spcAft>
                  <a:spcPts val="0"/>
                </a:spcAft>
                <a:buNone/>
              </a:pPr>
              <a:endParaRPr sz="1053">
                <a:solidFill>
                  <a:srgbClr val="262626"/>
                </a:solidFill>
                <a:latin typeface="Arial"/>
                <a:ea typeface="Arial"/>
                <a:cs typeface="Arial"/>
                <a:sym typeface="Arial"/>
              </a:endParaRPr>
            </a:p>
          </p:txBody>
        </p:sp>
        <p:sp>
          <p:nvSpPr>
            <p:cNvPr id="3382" name="Google Shape;3382;p96"/>
            <p:cNvSpPr/>
            <p:nvPr/>
          </p:nvSpPr>
          <p:spPr>
            <a:xfrm>
              <a:off x="10469687" y="2218884"/>
              <a:ext cx="23812" cy="87725"/>
            </a:xfrm>
            <a:custGeom>
              <a:avLst/>
              <a:gdLst/>
              <a:ahLst/>
              <a:cxnLst/>
              <a:rect l="l" t="t" r="r" b="b"/>
              <a:pathLst>
                <a:path w="23812" h="87725" extrusionOk="0">
                  <a:moveTo>
                    <a:pt x="11906" y="0"/>
                  </a:moveTo>
                  <a:cubicBezTo>
                    <a:pt x="5334" y="0"/>
                    <a:pt x="0" y="5334"/>
                    <a:pt x="0" y="11906"/>
                  </a:cubicBezTo>
                  <a:lnTo>
                    <a:pt x="0" y="75819"/>
                  </a:lnTo>
                  <a:cubicBezTo>
                    <a:pt x="0" y="82391"/>
                    <a:pt x="5334" y="87725"/>
                    <a:pt x="11906" y="87725"/>
                  </a:cubicBezTo>
                  <a:cubicBezTo>
                    <a:pt x="18479" y="87725"/>
                    <a:pt x="23813" y="82391"/>
                    <a:pt x="23813" y="75819"/>
                  </a:cubicBezTo>
                  <a:lnTo>
                    <a:pt x="23813" y="11906"/>
                  </a:lnTo>
                  <a:cubicBezTo>
                    <a:pt x="23813" y="5334"/>
                    <a:pt x="18479" y="0"/>
                    <a:pt x="11906" y="0"/>
                  </a:cubicBezTo>
                  <a:close/>
                </a:path>
              </a:pathLst>
            </a:custGeom>
            <a:solidFill>
              <a:srgbClr val="29B5E8"/>
            </a:solidFill>
            <a:ln>
              <a:noFill/>
            </a:ln>
          </p:spPr>
          <p:txBody>
            <a:bodyPr spcFirstLastPara="1" wrap="square" lIns="51600" tIns="25800" rIns="51600" bIns="25800" anchor="t" anchorCtr="0">
              <a:noAutofit/>
            </a:bodyPr>
            <a:lstStyle/>
            <a:p>
              <a:pPr marL="0" marR="0" lvl="0" indent="0" algn="l" rtl="0">
                <a:spcBef>
                  <a:spcPts val="0"/>
                </a:spcBef>
                <a:spcAft>
                  <a:spcPts val="0"/>
                </a:spcAft>
                <a:buNone/>
              </a:pPr>
              <a:endParaRPr sz="1053">
                <a:solidFill>
                  <a:srgbClr val="262626"/>
                </a:solidFill>
                <a:latin typeface="Arial"/>
                <a:ea typeface="Arial"/>
                <a:cs typeface="Arial"/>
                <a:sym typeface="Arial"/>
              </a:endParaRPr>
            </a:p>
          </p:txBody>
        </p:sp>
        <p:sp>
          <p:nvSpPr>
            <p:cNvPr id="3383" name="Google Shape;3383;p96"/>
            <p:cNvSpPr/>
            <p:nvPr/>
          </p:nvSpPr>
          <p:spPr>
            <a:xfrm>
              <a:off x="10520836" y="2218884"/>
              <a:ext cx="23812" cy="87725"/>
            </a:xfrm>
            <a:custGeom>
              <a:avLst/>
              <a:gdLst/>
              <a:ahLst/>
              <a:cxnLst/>
              <a:rect l="l" t="t" r="r" b="b"/>
              <a:pathLst>
                <a:path w="23812" h="87725" extrusionOk="0">
                  <a:moveTo>
                    <a:pt x="11906" y="0"/>
                  </a:moveTo>
                  <a:cubicBezTo>
                    <a:pt x="5334" y="0"/>
                    <a:pt x="0" y="5334"/>
                    <a:pt x="0" y="11906"/>
                  </a:cubicBezTo>
                  <a:lnTo>
                    <a:pt x="0" y="75819"/>
                  </a:lnTo>
                  <a:cubicBezTo>
                    <a:pt x="0" y="82391"/>
                    <a:pt x="5334" y="87725"/>
                    <a:pt x="11906" y="87725"/>
                  </a:cubicBezTo>
                  <a:cubicBezTo>
                    <a:pt x="18478" y="87725"/>
                    <a:pt x="23813" y="82391"/>
                    <a:pt x="23813" y="75819"/>
                  </a:cubicBezTo>
                  <a:lnTo>
                    <a:pt x="23813" y="11906"/>
                  </a:lnTo>
                  <a:cubicBezTo>
                    <a:pt x="23813" y="5334"/>
                    <a:pt x="18478" y="0"/>
                    <a:pt x="11906" y="0"/>
                  </a:cubicBezTo>
                  <a:close/>
                </a:path>
              </a:pathLst>
            </a:custGeom>
            <a:solidFill>
              <a:srgbClr val="29B5E8"/>
            </a:solidFill>
            <a:ln>
              <a:noFill/>
            </a:ln>
          </p:spPr>
          <p:txBody>
            <a:bodyPr spcFirstLastPara="1" wrap="square" lIns="51600" tIns="25800" rIns="51600" bIns="25800" anchor="t" anchorCtr="0">
              <a:noAutofit/>
            </a:bodyPr>
            <a:lstStyle/>
            <a:p>
              <a:pPr marL="0" marR="0" lvl="0" indent="0" algn="l" rtl="0">
                <a:spcBef>
                  <a:spcPts val="0"/>
                </a:spcBef>
                <a:spcAft>
                  <a:spcPts val="0"/>
                </a:spcAft>
                <a:buNone/>
              </a:pPr>
              <a:endParaRPr sz="1053">
                <a:solidFill>
                  <a:srgbClr val="262626"/>
                </a:solidFill>
                <a:latin typeface="Arial"/>
                <a:ea typeface="Arial"/>
                <a:cs typeface="Arial"/>
                <a:sym typeface="Arial"/>
              </a:endParaRPr>
            </a:p>
          </p:txBody>
        </p:sp>
        <p:sp>
          <p:nvSpPr>
            <p:cNvPr id="3384" name="Google Shape;3384;p96"/>
            <p:cNvSpPr/>
            <p:nvPr/>
          </p:nvSpPr>
          <p:spPr>
            <a:xfrm>
              <a:off x="10571986" y="2218884"/>
              <a:ext cx="23812" cy="87725"/>
            </a:xfrm>
            <a:custGeom>
              <a:avLst/>
              <a:gdLst/>
              <a:ahLst/>
              <a:cxnLst/>
              <a:rect l="l" t="t" r="r" b="b"/>
              <a:pathLst>
                <a:path w="23812" h="87725" extrusionOk="0">
                  <a:moveTo>
                    <a:pt x="11906" y="0"/>
                  </a:moveTo>
                  <a:cubicBezTo>
                    <a:pt x="5334" y="0"/>
                    <a:pt x="0" y="5334"/>
                    <a:pt x="0" y="11906"/>
                  </a:cubicBezTo>
                  <a:lnTo>
                    <a:pt x="0" y="75819"/>
                  </a:lnTo>
                  <a:cubicBezTo>
                    <a:pt x="0" y="82391"/>
                    <a:pt x="5334" y="87725"/>
                    <a:pt x="11906" y="87725"/>
                  </a:cubicBezTo>
                  <a:cubicBezTo>
                    <a:pt x="18478" y="87725"/>
                    <a:pt x="23813" y="82391"/>
                    <a:pt x="23813" y="75819"/>
                  </a:cubicBezTo>
                  <a:lnTo>
                    <a:pt x="23813" y="11906"/>
                  </a:lnTo>
                  <a:cubicBezTo>
                    <a:pt x="23813" y="5334"/>
                    <a:pt x="18478" y="0"/>
                    <a:pt x="11906" y="0"/>
                  </a:cubicBezTo>
                  <a:close/>
                </a:path>
              </a:pathLst>
            </a:custGeom>
            <a:solidFill>
              <a:srgbClr val="29B5E8"/>
            </a:solidFill>
            <a:ln>
              <a:noFill/>
            </a:ln>
          </p:spPr>
          <p:txBody>
            <a:bodyPr spcFirstLastPara="1" wrap="square" lIns="51600" tIns="25800" rIns="51600" bIns="25800" anchor="t" anchorCtr="0">
              <a:noAutofit/>
            </a:bodyPr>
            <a:lstStyle/>
            <a:p>
              <a:pPr marL="0" marR="0" lvl="0" indent="0" algn="l" rtl="0">
                <a:spcBef>
                  <a:spcPts val="0"/>
                </a:spcBef>
                <a:spcAft>
                  <a:spcPts val="0"/>
                </a:spcAft>
                <a:buNone/>
              </a:pPr>
              <a:endParaRPr sz="1053">
                <a:solidFill>
                  <a:srgbClr val="262626"/>
                </a:solidFill>
                <a:latin typeface="Arial"/>
                <a:ea typeface="Arial"/>
                <a:cs typeface="Arial"/>
                <a:sym typeface="Arial"/>
              </a:endParaRPr>
            </a:p>
          </p:txBody>
        </p:sp>
        <p:sp>
          <p:nvSpPr>
            <p:cNvPr id="3385" name="Google Shape;3385;p96"/>
            <p:cNvSpPr/>
            <p:nvPr/>
          </p:nvSpPr>
          <p:spPr>
            <a:xfrm>
              <a:off x="10687047" y="2218884"/>
              <a:ext cx="23812" cy="87725"/>
            </a:xfrm>
            <a:custGeom>
              <a:avLst/>
              <a:gdLst/>
              <a:ahLst/>
              <a:cxnLst/>
              <a:rect l="l" t="t" r="r" b="b"/>
              <a:pathLst>
                <a:path w="23812" h="87725" extrusionOk="0">
                  <a:moveTo>
                    <a:pt x="11906" y="87725"/>
                  </a:moveTo>
                  <a:cubicBezTo>
                    <a:pt x="18478" y="87725"/>
                    <a:pt x="23813" y="82391"/>
                    <a:pt x="23813" y="75819"/>
                  </a:cubicBezTo>
                  <a:lnTo>
                    <a:pt x="23813" y="11906"/>
                  </a:lnTo>
                  <a:cubicBezTo>
                    <a:pt x="23813" y="5334"/>
                    <a:pt x="18478" y="0"/>
                    <a:pt x="11906" y="0"/>
                  </a:cubicBezTo>
                  <a:cubicBezTo>
                    <a:pt x="5334" y="0"/>
                    <a:pt x="0" y="5334"/>
                    <a:pt x="0" y="11906"/>
                  </a:cubicBezTo>
                  <a:lnTo>
                    <a:pt x="0" y="75819"/>
                  </a:lnTo>
                  <a:cubicBezTo>
                    <a:pt x="0" y="82391"/>
                    <a:pt x="5334" y="87725"/>
                    <a:pt x="11906" y="87725"/>
                  </a:cubicBezTo>
                  <a:close/>
                </a:path>
              </a:pathLst>
            </a:custGeom>
            <a:solidFill>
              <a:srgbClr val="29B5E8"/>
            </a:solidFill>
            <a:ln>
              <a:noFill/>
            </a:ln>
          </p:spPr>
          <p:txBody>
            <a:bodyPr spcFirstLastPara="1" wrap="square" lIns="51600" tIns="25800" rIns="51600" bIns="25800" anchor="t" anchorCtr="0">
              <a:noAutofit/>
            </a:bodyPr>
            <a:lstStyle/>
            <a:p>
              <a:pPr marL="0" marR="0" lvl="0" indent="0" algn="l" rtl="0">
                <a:spcBef>
                  <a:spcPts val="0"/>
                </a:spcBef>
                <a:spcAft>
                  <a:spcPts val="0"/>
                </a:spcAft>
                <a:buNone/>
              </a:pPr>
              <a:endParaRPr sz="1053">
                <a:solidFill>
                  <a:srgbClr val="262626"/>
                </a:solidFill>
                <a:latin typeface="Arial"/>
                <a:ea typeface="Arial"/>
                <a:cs typeface="Arial"/>
                <a:sym typeface="Arial"/>
              </a:endParaRPr>
            </a:p>
          </p:txBody>
        </p:sp>
        <p:sp>
          <p:nvSpPr>
            <p:cNvPr id="3386" name="Google Shape;3386;p96"/>
            <p:cNvSpPr/>
            <p:nvPr/>
          </p:nvSpPr>
          <p:spPr>
            <a:xfrm>
              <a:off x="10738197" y="2218884"/>
              <a:ext cx="23812" cy="87725"/>
            </a:xfrm>
            <a:custGeom>
              <a:avLst/>
              <a:gdLst/>
              <a:ahLst/>
              <a:cxnLst/>
              <a:rect l="l" t="t" r="r" b="b"/>
              <a:pathLst>
                <a:path w="23812" h="87725" extrusionOk="0">
                  <a:moveTo>
                    <a:pt x="11906" y="87725"/>
                  </a:moveTo>
                  <a:cubicBezTo>
                    <a:pt x="18479" y="87725"/>
                    <a:pt x="23813" y="82391"/>
                    <a:pt x="23813" y="75819"/>
                  </a:cubicBezTo>
                  <a:lnTo>
                    <a:pt x="23813" y="11906"/>
                  </a:lnTo>
                  <a:cubicBezTo>
                    <a:pt x="23813" y="5334"/>
                    <a:pt x="18479" y="0"/>
                    <a:pt x="11906" y="0"/>
                  </a:cubicBezTo>
                  <a:cubicBezTo>
                    <a:pt x="5334" y="0"/>
                    <a:pt x="0" y="5334"/>
                    <a:pt x="0" y="11906"/>
                  </a:cubicBezTo>
                  <a:lnTo>
                    <a:pt x="0" y="75819"/>
                  </a:lnTo>
                  <a:cubicBezTo>
                    <a:pt x="0" y="82391"/>
                    <a:pt x="5334" y="87725"/>
                    <a:pt x="11906" y="87725"/>
                  </a:cubicBezTo>
                  <a:close/>
                </a:path>
              </a:pathLst>
            </a:custGeom>
            <a:solidFill>
              <a:srgbClr val="29B5E8"/>
            </a:solidFill>
            <a:ln>
              <a:noFill/>
            </a:ln>
          </p:spPr>
          <p:txBody>
            <a:bodyPr spcFirstLastPara="1" wrap="square" lIns="51600" tIns="25800" rIns="51600" bIns="25800" anchor="t" anchorCtr="0">
              <a:noAutofit/>
            </a:bodyPr>
            <a:lstStyle/>
            <a:p>
              <a:pPr marL="0" marR="0" lvl="0" indent="0" algn="l" rtl="0">
                <a:spcBef>
                  <a:spcPts val="0"/>
                </a:spcBef>
                <a:spcAft>
                  <a:spcPts val="0"/>
                </a:spcAft>
                <a:buNone/>
              </a:pPr>
              <a:endParaRPr sz="1053">
                <a:solidFill>
                  <a:srgbClr val="262626"/>
                </a:solidFill>
                <a:latin typeface="Arial"/>
                <a:ea typeface="Arial"/>
                <a:cs typeface="Arial"/>
                <a:sym typeface="Arial"/>
              </a:endParaRPr>
            </a:p>
          </p:txBody>
        </p:sp>
      </p:grpSp>
      <p:grpSp>
        <p:nvGrpSpPr>
          <p:cNvPr id="3387" name="Google Shape;3387;p96"/>
          <p:cNvGrpSpPr/>
          <p:nvPr/>
        </p:nvGrpSpPr>
        <p:grpSpPr>
          <a:xfrm>
            <a:off x="432571" y="3174702"/>
            <a:ext cx="396478" cy="396478"/>
            <a:chOff x="7972528" y="4297603"/>
            <a:chExt cx="528637" cy="528637"/>
          </a:xfrm>
        </p:grpSpPr>
        <p:sp>
          <p:nvSpPr>
            <p:cNvPr id="3388" name="Google Shape;3388;p96"/>
            <p:cNvSpPr/>
            <p:nvPr/>
          </p:nvSpPr>
          <p:spPr>
            <a:xfrm>
              <a:off x="8079494" y="4404855"/>
              <a:ext cx="315563" cy="315658"/>
            </a:xfrm>
            <a:custGeom>
              <a:avLst/>
              <a:gdLst/>
              <a:ahLst/>
              <a:cxnLst/>
              <a:rect l="l" t="t" r="r" b="b"/>
              <a:pathLst>
                <a:path w="315563" h="315658" extrusionOk="0">
                  <a:moveTo>
                    <a:pt x="305562" y="125349"/>
                  </a:moveTo>
                  <a:lnTo>
                    <a:pt x="273939" y="120110"/>
                  </a:lnTo>
                  <a:cubicBezTo>
                    <a:pt x="272034" y="114109"/>
                    <a:pt x="269558" y="108299"/>
                    <a:pt x="266700" y="102680"/>
                  </a:cubicBezTo>
                  <a:lnTo>
                    <a:pt x="285369" y="76391"/>
                  </a:lnTo>
                  <a:cubicBezTo>
                    <a:pt x="288703" y="71628"/>
                    <a:pt x="288226" y="65151"/>
                    <a:pt x="284036" y="61055"/>
                  </a:cubicBezTo>
                  <a:lnTo>
                    <a:pt x="254603" y="31623"/>
                  </a:lnTo>
                  <a:cubicBezTo>
                    <a:pt x="250508" y="27527"/>
                    <a:pt x="244030" y="26956"/>
                    <a:pt x="239268" y="30290"/>
                  </a:cubicBezTo>
                  <a:lnTo>
                    <a:pt x="212979" y="48958"/>
                  </a:lnTo>
                  <a:cubicBezTo>
                    <a:pt x="207359" y="46101"/>
                    <a:pt x="201549" y="43720"/>
                    <a:pt x="195548" y="41719"/>
                  </a:cubicBezTo>
                  <a:lnTo>
                    <a:pt x="190310" y="10001"/>
                  </a:lnTo>
                  <a:cubicBezTo>
                    <a:pt x="189357" y="4286"/>
                    <a:pt x="184404" y="0"/>
                    <a:pt x="178594" y="0"/>
                  </a:cubicBezTo>
                  <a:lnTo>
                    <a:pt x="136969" y="0"/>
                  </a:lnTo>
                  <a:cubicBezTo>
                    <a:pt x="131159" y="0"/>
                    <a:pt x="126206" y="4191"/>
                    <a:pt x="125254" y="10001"/>
                  </a:cubicBezTo>
                  <a:lnTo>
                    <a:pt x="120015" y="41719"/>
                  </a:lnTo>
                  <a:cubicBezTo>
                    <a:pt x="114014" y="43625"/>
                    <a:pt x="108204" y="46101"/>
                    <a:pt x="102584" y="48958"/>
                  </a:cubicBezTo>
                  <a:lnTo>
                    <a:pt x="76295" y="30290"/>
                  </a:lnTo>
                  <a:cubicBezTo>
                    <a:pt x="71533" y="26956"/>
                    <a:pt x="65056" y="27432"/>
                    <a:pt x="60960" y="31623"/>
                  </a:cubicBezTo>
                  <a:lnTo>
                    <a:pt x="31528" y="61055"/>
                  </a:lnTo>
                  <a:cubicBezTo>
                    <a:pt x="27432" y="65151"/>
                    <a:pt x="26860" y="71628"/>
                    <a:pt x="30194" y="76391"/>
                  </a:cubicBezTo>
                  <a:lnTo>
                    <a:pt x="48863" y="102680"/>
                  </a:lnTo>
                  <a:cubicBezTo>
                    <a:pt x="46006" y="108204"/>
                    <a:pt x="43625" y="114014"/>
                    <a:pt x="41719" y="119920"/>
                  </a:cubicBezTo>
                  <a:lnTo>
                    <a:pt x="9906" y="125349"/>
                  </a:lnTo>
                  <a:cubicBezTo>
                    <a:pt x="4191" y="126302"/>
                    <a:pt x="0" y="131255"/>
                    <a:pt x="0" y="137065"/>
                  </a:cubicBezTo>
                  <a:lnTo>
                    <a:pt x="0" y="178689"/>
                  </a:lnTo>
                  <a:cubicBezTo>
                    <a:pt x="0" y="184499"/>
                    <a:pt x="4191" y="189452"/>
                    <a:pt x="9906" y="190405"/>
                  </a:cubicBezTo>
                  <a:lnTo>
                    <a:pt x="41719" y="195834"/>
                  </a:lnTo>
                  <a:cubicBezTo>
                    <a:pt x="43720" y="201835"/>
                    <a:pt x="46101" y="207645"/>
                    <a:pt x="48958" y="213265"/>
                  </a:cubicBezTo>
                  <a:lnTo>
                    <a:pt x="30290" y="239363"/>
                  </a:lnTo>
                  <a:cubicBezTo>
                    <a:pt x="26860" y="244126"/>
                    <a:pt x="27432" y="250603"/>
                    <a:pt x="31528" y="254699"/>
                  </a:cubicBezTo>
                  <a:lnTo>
                    <a:pt x="60960" y="284131"/>
                  </a:lnTo>
                  <a:cubicBezTo>
                    <a:pt x="65056" y="288227"/>
                    <a:pt x="71533" y="288798"/>
                    <a:pt x="76295" y="285369"/>
                  </a:cubicBezTo>
                  <a:lnTo>
                    <a:pt x="102394" y="266700"/>
                  </a:lnTo>
                  <a:cubicBezTo>
                    <a:pt x="108014" y="269558"/>
                    <a:pt x="113824" y="271939"/>
                    <a:pt x="119825" y="273939"/>
                  </a:cubicBezTo>
                  <a:lnTo>
                    <a:pt x="125254" y="305753"/>
                  </a:lnTo>
                  <a:cubicBezTo>
                    <a:pt x="126206" y="311468"/>
                    <a:pt x="131159" y="315659"/>
                    <a:pt x="136969" y="315659"/>
                  </a:cubicBezTo>
                  <a:lnTo>
                    <a:pt x="178594" y="315659"/>
                  </a:lnTo>
                  <a:cubicBezTo>
                    <a:pt x="184404" y="315659"/>
                    <a:pt x="189357" y="311468"/>
                    <a:pt x="190310" y="305753"/>
                  </a:cubicBezTo>
                  <a:lnTo>
                    <a:pt x="195739" y="273939"/>
                  </a:lnTo>
                  <a:cubicBezTo>
                    <a:pt x="201740" y="271939"/>
                    <a:pt x="207550" y="269558"/>
                    <a:pt x="213170" y="266700"/>
                  </a:cubicBezTo>
                  <a:lnTo>
                    <a:pt x="239268" y="285464"/>
                  </a:lnTo>
                  <a:cubicBezTo>
                    <a:pt x="244030" y="288893"/>
                    <a:pt x="250508" y="288322"/>
                    <a:pt x="254603" y="284226"/>
                  </a:cubicBezTo>
                  <a:lnTo>
                    <a:pt x="284036" y="254794"/>
                  </a:lnTo>
                  <a:cubicBezTo>
                    <a:pt x="288131" y="250698"/>
                    <a:pt x="288703" y="244126"/>
                    <a:pt x="285274" y="239459"/>
                  </a:cubicBezTo>
                  <a:lnTo>
                    <a:pt x="266605" y="213360"/>
                  </a:lnTo>
                  <a:cubicBezTo>
                    <a:pt x="269462" y="207645"/>
                    <a:pt x="271939" y="201835"/>
                    <a:pt x="273939" y="195739"/>
                  </a:cubicBezTo>
                  <a:lnTo>
                    <a:pt x="305562" y="190500"/>
                  </a:lnTo>
                  <a:cubicBezTo>
                    <a:pt x="311277" y="189548"/>
                    <a:pt x="315563" y="184594"/>
                    <a:pt x="315563" y="178784"/>
                  </a:cubicBezTo>
                  <a:lnTo>
                    <a:pt x="315563" y="137160"/>
                  </a:lnTo>
                  <a:cubicBezTo>
                    <a:pt x="315563" y="131350"/>
                    <a:pt x="311372" y="126397"/>
                    <a:pt x="305562" y="125444"/>
                  </a:cubicBezTo>
                  <a:close/>
                  <a:moveTo>
                    <a:pt x="291751" y="168592"/>
                  </a:moveTo>
                  <a:lnTo>
                    <a:pt x="262604" y="173355"/>
                  </a:lnTo>
                  <a:cubicBezTo>
                    <a:pt x="257937" y="174117"/>
                    <a:pt x="254127" y="177546"/>
                    <a:pt x="252984" y="182213"/>
                  </a:cubicBezTo>
                  <a:cubicBezTo>
                    <a:pt x="250698" y="191357"/>
                    <a:pt x="247078" y="200025"/>
                    <a:pt x="242316" y="208026"/>
                  </a:cubicBezTo>
                  <a:cubicBezTo>
                    <a:pt x="239935" y="212122"/>
                    <a:pt x="240125" y="217170"/>
                    <a:pt x="242888" y="221075"/>
                  </a:cubicBezTo>
                  <a:lnTo>
                    <a:pt x="260128" y="244983"/>
                  </a:lnTo>
                  <a:lnTo>
                    <a:pt x="244983" y="260128"/>
                  </a:lnTo>
                  <a:lnTo>
                    <a:pt x="220980" y="242887"/>
                  </a:lnTo>
                  <a:cubicBezTo>
                    <a:pt x="217170" y="240125"/>
                    <a:pt x="212026" y="239935"/>
                    <a:pt x="207931" y="242316"/>
                  </a:cubicBezTo>
                  <a:cubicBezTo>
                    <a:pt x="199930" y="247079"/>
                    <a:pt x="191262" y="250698"/>
                    <a:pt x="182309" y="252984"/>
                  </a:cubicBezTo>
                  <a:cubicBezTo>
                    <a:pt x="177737" y="254127"/>
                    <a:pt x="174308" y="257842"/>
                    <a:pt x="173546" y="262509"/>
                  </a:cubicBezTo>
                  <a:lnTo>
                    <a:pt x="168593" y="291751"/>
                  </a:lnTo>
                  <a:lnTo>
                    <a:pt x="147066" y="291751"/>
                  </a:lnTo>
                  <a:lnTo>
                    <a:pt x="142113" y="262509"/>
                  </a:lnTo>
                  <a:cubicBezTo>
                    <a:pt x="141351" y="257842"/>
                    <a:pt x="137922" y="254127"/>
                    <a:pt x="133350" y="252984"/>
                  </a:cubicBezTo>
                  <a:cubicBezTo>
                    <a:pt x="124301" y="250698"/>
                    <a:pt x="115729" y="247079"/>
                    <a:pt x="107728" y="242316"/>
                  </a:cubicBezTo>
                  <a:cubicBezTo>
                    <a:pt x="103632" y="239935"/>
                    <a:pt x="98584" y="240125"/>
                    <a:pt x="94679" y="242887"/>
                  </a:cubicBezTo>
                  <a:lnTo>
                    <a:pt x="70676" y="260128"/>
                  </a:lnTo>
                  <a:lnTo>
                    <a:pt x="55531" y="244983"/>
                  </a:lnTo>
                  <a:lnTo>
                    <a:pt x="72771" y="220980"/>
                  </a:lnTo>
                  <a:cubicBezTo>
                    <a:pt x="75533" y="217170"/>
                    <a:pt x="75724" y="212027"/>
                    <a:pt x="73342" y="207931"/>
                  </a:cubicBezTo>
                  <a:cubicBezTo>
                    <a:pt x="68580" y="199930"/>
                    <a:pt x="65056" y="191357"/>
                    <a:pt x="62675" y="182309"/>
                  </a:cubicBezTo>
                  <a:cubicBezTo>
                    <a:pt x="61531" y="177737"/>
                    <a:pt x="57817" y="174308"/>
                    <a:pt x="53150" y="173546"/>
                  </a:cubicBezTo>
                  <a:lnTo>
                    <a:pt x="23908" y="168592"/>
                  </a:lnTo>
                  <a:lnTo>
                    <a:pt x="23908" y="147066"/>
                  </a:lnTo>
                  <a:lnTo>
                    <a:pt x="53150" y="142113"/>
                  </a:lnTo>
                  <a:cubicBezTo>
                    <a:pt x="57817" y="141351"/>
                    <a:pt x="61531" y="137922"/>
                    <a:pt x="62675" y="133350"/>
                  </a:cubicBezTo>
                  <a:cubicBezTo>
                    <a:pt x="64960" y="124396"/>
                    <a:pt x="68485" y="115824"/>
                    <a:pt x="73247" y="107918"/>
                  </a:cubicBezTo>
                  <a:cubicBezTo>
                    <a:pt x="75629" y="103918"/>
                    <a:pt x="75438" y="98774"/>
                    <a:pt x="72676" y="94964"/>
                  </a:cubicBezTo>
                  <a:lnTo>
                    <a:pt x="55531" y="70771"/>
                  </a:lnTo>
                  <a:lnTo>
                    <a:pt x="70771" y="55531"/>
                  </a:lnTo>
                  <a:lnTo>
                    <a:pt x="94964" y="72676"/>
                  </a:lnTo>
                  <a:cubicBezTo>
                    <a:pt x="98774" y="75438"/>
                    <a:pt x="103918" y="75629"/>
                    <a:pt x="107918" y="73247"/>
                  </a:cubicBezTo>
                  <a:cubicBezTo>
                    <a:pt x="115919" y="68485"/>
                    <a:pt x="124492" y="64960"/>
                    <a:pt x="133541" y="62675"/>
                  </a:cubicBezTo>
                  <a:cubicBezTo>
                    <a:pt x="138113" y="61531"/>
                    <a:pt x="141637" y="57721"/>
                    <a:pt x="142399" y="53054"/>
                  </a:cubicBezTo>
                  <a:lnTo>
                    <a:pt x="147161" y="23908"/>
                  </a:lnTo>
                  <a:lnTo>
                    <a:pt x="168593" y="23908"/>
                  </a:lnTo>
                  <a:lnTo>
                    <a:pt x="173355" y="53054"/>
                  </a:lnTo>
                  <a:cubicBezTo>
                    <a:pt x="174117" y="57721"/>
                    <a:pt x="177546" y="61531"/>
                    <a:pt x="182118" y="62675"/>
                  </a:cubicBezTo>
                  <a:cubicBezTo>
                    <a:pt x="191167" y="64960"/>
                    <a:pt x="199835" y="68580"/>
                    <a:pt x="207740" y="73247"/>
                  </a:cubicBezTo>
                  <a:cubicBezTo>
                    <a:pt x="211741" y="75629"/>
                    <a:pt x="216884" y="75438"/>
                    <a:pt x="220694" y="72676"/>
                  </a:cubicBezTo>
                  <a:lnTo>
                    <a:pt x="244888" y="55531"/>
                  </a:lnTo>
                  <a:lnTo>
                    <a:pt x="260128" y="70771"/>
                  </a:lnTo>
                  <a:lnTo>
                    <a:pt x="242983" y="94964"/>
                  </a:lnTo>
                  <a:cubicBezTo>
                    <a:pt x="240221" y="98774"/>
                    <a:pt x="240030" y="103918"/>
                    <a:pt x="242411" y="107918"/>
                  </a:cubicBezTo>
                  <a:cubicBezTo>
                    <a:pt x="247174" y="115919"/>
                    <a:pt x="250698" y="124587"/>
                    <a:pt x="252984" y="133541"/>
                  </a:cubicBezTo>
                  <a:cubicBezTo>
                    <a:pt x="254127" y="138113"/>
                    <a:pt x="257937" y="141637"/>
                    <a:pt x="262604" y="142399"/>
                  </a:cubicBezTo>
                  <a:lnTo>
                    <a:pt x="291751" y="147161"/>
                  </a:lnTo>
                  <a:lnTo>
                    <a:pt x="291751" y="16859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89" name="Google Shape;3389;p96"/>
            <p:cNvSpPr/>
            <p:nvPr/>
          </p:nvSpPr>
          <p:spPr>
            <a:xfrm>
              <a:off x="8177411" y="4502867"/>
              <a:ext cx="119824" cy="119824"/>
            </a:xfrm>
            <a:custGeom>
              <a:avLst/>
              <a:gdLst/>
              <a:ahLst/>
              <a:cxnLst/>
              <a:rect l="l" t="t" r="r" b="b"/>
              <a:pathLst>
                <a:path w="119824" h="119824" extrusionOk="0">
                  <a:moveTo>
                    <a:pt x="59912" y="0"/>
                  </a:moveTo>
                  <a:cubicBezTo>
                    <a:pt x="26861" y="0"/>
                    <a:pt x="0" y="26861"/>
                    <a:pt x="0" y="59912"/>
                  </a:cubicBezTo>
                  <a:cubicBezTo>
                    <a:pt x="0" y="92964"/>
                    <a:pt x="26861" y="119825"/>
                    <a:pt x="59912" y="119825"/>
                  </a:cubicBezTo>
                  <a:cubicBezTo>
                    <a:pt x="92964" y="119825"/>
                    <a:pt x="119825" y="92964"/>
                    <a:pt x="119825" y="59912"/>
                  </a:cubicBezTo>
                  <a:cubicBezTo>
                    <a:pt x="119825" y="26861"/>
                    <a:pt x="92964" y="0"/>
                    <a:pt x="59912" y="0"/>
                  </a:cubicBezTo>
                  <a:close/>
                  <a:moveTo>
                    <a:pt x="59912" y="96012"/>
                  </a:moveTo>
                  <a:cubicBezTo>
                    <a:pt x="40005" y="96012"/>
                    <a:pt x="23813" y="79820"/>
                    <a:pt x="23813" y="59912"/>
                  </a:cubicBezTo>
                  <a:cubicBezTo>
                    <a:pt x="23813" y="40005"/>
                    <a:pt x="40005" y="23813"/>
                    <a:pt x="59912" y="23813"/>
                  </a:cubicBezTo>
                  <a:cubicBezTo>
                    <a:pt x="79820" y="23813"/>
                    <a:pt x="96012" y="40005"/>
                    <a:pt x="96012" y="59912"/>
                  </a:cubicBezTo>
                  <a:cubicBezTo>
                    <a:pt x="96012" y="79820"/>
                    <a:pt x="79820" y="96012"/>
                    <a:pt x="59912" y="9601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90" name="Google Shape;3390;p96"/>
            <p:cNvSpPr/>
            <p:nvPr/>
          </p:nvSpPr>
          <p:spPr>
            <a:xfrm>
              <a:off x="7972528" y="4297603"/>
              <a:ext cx="528637" cy="528637"/>
            </a:xfrm>
            <a:custGeom>
              <a:avLst/>
              <a:gdLst/>
              <a:ahLst/>
              <a:cxnLst/>
              <a:rect l="l" t="t" r="r" b="b"/>
              <a:pathLst>
                <a:path w="528637" h="528637" extrusionOk="0">
                  <a:moveTo>
                    <a:pt x="264319" y="0"/>
                  </a:moveTo>
                  <a:cubicBezTo>
                    <a:pt x="118586" y="0"/>
                    <a:pt x="0" y="118586"/>
                    <a:pt x="0" y="264319"/>
                  </a:cubicBezTo>
                  <a:cubicBezTo>
                    <a:pt x="0" y="410051"/>
                    <a:pt x="118586" y="528638"/>
                    <a:pt x="264319" y="528638"/>
                  </a:cubicBezTo>
                  <a:cubicBezTo>
                    <a:pt x="410051" y="528638"/>
                    <a:pt x="528638" y="410051"/>
                    <a:pt x="528638" y="264319"/>
                  </a:cubicBezTo>
                  <a:cubicBezTo>
                    <a:pt x="528638" y="118586"/>
                    <a:pt x="410051" y="0"/>
                    <a:pt x="264319" y="0"/>
                  </a:cubicBezTo>
                  <a:close/>
                  <a:moveTo>
                    <a:pt x="264319" y="504825"/>
                  </a:moveTo>
                  <a:cubicBezTo>
                    <a:pt x="131731" y="504825"/>
                    <a:pt x="23813" y="396907"/>
                    <a:pt x="23813" y="264319"/>
                  </a:cubicBezTo>
                  <a:cubicBezTo>
                    <a:pt x="23813" y="131731"/>
                    <a:pt x="131731" y="23813"/>
                    <a:pt x="264319" y="23813"/>
                  </a:cubicBezTo>
                  <a:cubicBezTo>
                    <a:pt x="396907" y="23813"/>
                    <a:pt x="504825" y="131731"/>
                    <a:pt x="504825" y="264319"/>
                  </a:cubicBezTo>
                  <a:cubicBezTo>
                    <a:pt x="504825" y="396907"/>
                    <a:pt x="396907" y="504825"/>
                    <a:pt x="264319" y="5048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391" name="Google Shape;3391;p96"/>
          <p:cNvGrpSpPr/>
          <p:nvPr/>
        </p:nvGrpSpPr>
        <p:grpSpPr>
          <a:xfrm>
            <a:off x="1037358" y="3722957"/>
            <a:ext cx="297148" cy="228044"/>
            <a:chOff x="10113278" y="4376739"/>
            <a:chExt cx="528263" cy="399097"/>
          </a:xfrm>
        </p:grpSpPr>
        <p:sp>
          <p:nvSpPr>
            <p:cNvPr id="3392" name="Google Shape;3392;p96"/>
            <p:cNvSpPr/>
            <p:nvPr/>
          </p:nvSpPr>
          <p:spPr>
            <a:xfrm>
              <a:off x="10113278" y="4376739"/>
              <a:ext cx="528263" cy="399097"/>
            </a:xfrm>
            <a:custGeom>
              <a:avLst/>
              <a:gdLst/>
              <a:ahLst/>
              <a:cxnLst/>
              <a:rect l="l" t="t" r="r" b="b"/>
              <a:pathLst>
                <a:path w="528263" h="399097" extrusionOk="0">
                  <a:moveTo>
                    <a:pt x="527692" y="264700"/>
                  </a:moveTo>
                  <a:lnTo>
                    <a:pt x="504356" y="196596"/>
                  </a:lnTo>
                  <a:cubicBezTo>
                    <a:pt x="503975" y="195548"/>
                    <a:pt x="503403" y="194501"/>
                    <a:pt x="502737" y="193548"/>
                  </a:cubicBezTo>
                  <a:cubicBezTo>
                    <a:pt x="494450" y="182023"/>
                    <a:pt x="472542" y="151448"/>
                    <a:pt x="453969" y="127921"/>
                  </a:cubicBezTo>
                  <a:cubicBezTo>
                    <a:pt x="447111" y="119253"/>
                    <a:pt x="438824" y="114300"/>
                    <a:pt x="429775" y="112776"/>
                  </a:cubicBezTo>
                  <a:lnTo>
                    <a:pt x="429775" y="41148"/>
                  </a:lnTo>
                  <a:cubicBezTo>
                    <a:pt x="429775" y="34576"/>
                    <a:pt x="424441" y="29242"/>
                    <a:pt x="417869" y="29242"/>
                  </a:cubicBezTo>
                  <a:lnTo>
                    <a:pt x="283281" y="29242"/>
                  </a:lnTo>
                  <a:cubicBezTo>
                    <a:pt x="272327" y="14002"/>
                    <a:pt x="254706" y="4667"/>
                    <a:pt x="235560" y="4667"/>
                  </a:cubicBezTo>
                  <a:cubicBezTo>
                    <a:pt x="226988" y="4667"/>
                    <a:pt x="218606" y="6477"/>
                    <a:pt x="210891" y="10097"/>
                  </a:cubicBezTo>
                  <a:cubicBezTo>
                    <a:pt x="193174" y="-2000"/>
                    <a:pt x="168981" y="-3238"/>
                    <a:pt x="150216" y="6953"/>
                  </a:cubicBezTo>
                  <a:cubicBezTo>
                    <a:pt x="141739" y="2381"/>
                    <a:pt x="132309" y="0"/>
                    <a:pt x="122499" y="0"/>
                  </a:cubicBezTo>
                  <a:cubicBezTo>
                    <a:pt x="100496" y="0"/>
                    <a:pt x="80303" y="12668"/>
                    <a:pt x="70397" y="31718"/>
                  </a:cubicBezTo>
                  <a:cubicBezTo>
                    <a:pt x="68397" y="31528"/>
                    <a:pt x="66396" y="31433"/>
                    <a:pt x="64396" y="31433"/>
                  </a:cubicBezTo>
                  <a:cubicBezTo>
                    <a:pt x="32011" y="31433"/>
                    <a:pt x="5627" y="57817"/>
                    <a:pt x="5627" y="90202"/>
                  </a:cubicBezTo>
                  <a:cubicBezTo>
                    <a:pt x="5627" y="96298"/>
                    <a:pt x="6579" y="102299"/>
                    <a:pt x="8484" y="108014"/>
                  </a:cubicBezTo>
                  <a:cubicBezTo>
                    <a:pt x="3436" y="109633"/>
                    <a:pt x="-183" y="114205"/>
                    <a:pt x="7" y="119729"/>
                  </a:cubicBezTo>
                  <a:lnTo>
                    <a:pt x="3912" y="212693"/>
                  </a:lnTo>
                  <a:cubicBezTo>
                    <a:pt x="4198" y="218599"/>
                    <a:pt x="8770" y="223457"/>
                    <a:pt x="14676" y="224028"/>
                  </a:cubicBezTo>
                  <a:lnTo>
                    <a:pt x="69063" y="229362"/>
                  </a:lnTo>
                  <a:lnTo>
                    <a:pt x="90780" y="271558"/>
                  </a:lnTo>
                  <a:cubicBezTo>
                    <a:pt x="70206" y="283369"/>
                    <a:pt x="56300" y="305467"/>
                    <a:pt x="56300" y="330803"/>
                  </a:cubicBezTo>
                  <a:cubicBezTo>
                    <a:pt x="56300" y="368427"/>
                    <a:pt x="86875" y="399098"/>
                    <a:pt x="124594" y="399098"/>
                  </a:cubicBezTo>
                  <a:cubicBezTo>
                    <a:pt x="162313" y="399098"/>
                    <a:pt x="192888" y="368522"/>
                    <a:pt x="192888" y="330803"/>
                  </a:cubicBezTo>
                  <a:cubicBezTo>
                    <a:pt x="192888" y="326231"/>
                    <a:pt x="192412" y="321755"/>
                    <a:pt x="191555" y="317373"/>
                  </a:cubicBezTo>
                  <a:lnTo>
                    <a:pt x="338049" y="317373"/>
                  </a:lnTo>
                  <a:cubicBezTo>
                    <a:pt x="337192" y="321659"/>
                    <a:pt x="336716" y="326136"/>
                    <a:pt x="336716" y="330803"/>
                  </a:cubicBezTo>
                  <a:cubicBezTo>
                    <a:pt x="336716" y="368427"/>
                    <a:pt x="367291" y="399098"/>
                    <a:pt x="405010" y="399098"/>
                  </a:cubicBezTo>
                  <a:cubicBezTo>
                    <a:pt x="442729" y="399098"/>
                    <a:pt x="473304" y="368522"/>
                    <a:pt x="473304" y="330803"/>
                  </a:cubicBezTo>
                  <a:cubicBezTo>
                    <a:pt x="473304" y="326327"/>
                    <a:pt x="472828" y="321945"/>
                    <a:pt x="471971" y="317659"/>
                  </a:cubicBezTo>
                  <a:cubicBezTo>
                    <a:pt x="472066" y="317659"/>
                    <a:pt x="472257" y="317659"/>
                    <a:pt x="472352" y="317659"/>
                  </a:cubicBezTo>
                  <a:lnTo>
                    <a:pt x="510071" y="317659"/>
                  </a:lnTo>
                  <a:cubicBezTo>
                    <a:pt x="520072" y="317659"/>
                    <a:pt x="528264" y="309467"/>
                    <a:pt x="528264" y="299466"/>
                  </a:cubicBezTo>
                  <a:lnTo>
                    <a:pt x="528264" y="268510"/>
                  </a:lnTo>
                  <a:cubicBezTo>
                    <a:pt x="528264" y="267176"/>
                    <a:pt x="528073" y="265938"/>
                    <a:pt x="527597" y="264605"/>
                  </a:cubicBezTo>
                  <a:close/>
                  <a:moveTo>
                    <a:pt x="64587" y="55150"/>
                  </a:moveTo>
                  <a:cubicBezTo>
                    <a:pt x="67920" y="55150"/>
                    <a:pt x="71254" y="55626"/>
                    <a:pt x="74493" y="56578"/>
                  </a:cubicBezTo>
                  <a:cubicBezTo>
                    <a:pt x="80779" y="58388"/>
                    <a:pt x="87351" y="54864"/>
                    <a:pt x="89256" y="48577"/>
                  </a:cubicBezTo>
                  <a:cubicBezTo>
                    <a:pt x="93638" y="33909"/>
                    <a:pt x="107354" y="23717"/>
                    <a:pt x="122689" y="23717"/>
                  </a:cubicBezTo>
                  <a:cubicBezTo>
                    <a:pt x="130119" y="23717"/>
                    <a:pt x="137262" y="26099"/>
                    <a:pt x="143358" y="30575"/>
                  </a:cubicBezTo>
                  <a:cubicBezTo>
                    <a:pt x="147549" y="33623"/>
                    <a:pt x="153264" y="33623"/>
                    <a:pt x="157455" y="30575"/>
                  </a:cubicBezTo>
                  <a:cubicBezTo>
                    <a:pt x="170600" y="20860"/>
                    <a:pt x="189745" y="22003"/>
                    <a:pt x="201842" y="33147"/>
                  </a:cubicBezTo>
                  <a:cubicBezTo>
                    <a:pt x="205842" y="36862"/>
                    <a:pt x="211938" y="37338"/>
                    <a:pt x="216510" y="34290"/>
                  </a:cubicBezTo>
                  <a:cubicBezTo>
                    <a:pt x="222225" y="30480"/>
                    <a:pt x="228893" y="28480"/>
                    <a:pt x="235751" y="28480"/>
                  </a:cubicBezTo>
                  <a:cubicBezTo>
                    <a:pt x="238323" y="28480"/>
                    <a:pt x="240799" y="28861"/>
                    <a:pt x="243180" y="29337"/>
                  </a:cubicBezTo>
                  <a:cubicBezTo>
                    <a:pt x="239561" y="29718"/>
                    <a:pt x="236322" y="31623"/>
                    <a:pt x="234322" y="34766"/>
                  </a:cubicBezTo>
                  <a:lnTo>
                    <a:pt x="206890" y="78200"/>
                  </a:lnTo>
                  <a:lnTo>
                    <a:pt x="32583" y="104013"/>
                  </a:lnTo>
                  <a:cubicBezTo>
                    <a:pt x="30678" y="99632"/>
                    <a:pt x="29630" y="94869"/>
                    <a:pt x="29630" y="90011"/>
                  </a:cubicBezTo>
                  <a:cubicBezTo>
                    <a:pt x="29630" y="70771"/>
                    <a:pt x="45251" y="55054"/>
                    <a:pt x="64587" y="55054"/>
                  </a:cubicBezTo>
                  <a:close/>
                  <a:moveTo>
                    <a:pt x="24391" y="129254"/>
                  </a:moveTo>
                  <a:lnTo>
                    <a:pt x="215748" y="100870"/>
                  </a:lnTo>
                  <a:cubicBezTo>
                    <a:pt x="219177" y="100394"/>
                    <a:pt x="222225" y="98393"/>
                    <a:pt x="224130" y="95440"/>
                  </a:cubicBezTo>
                  <a:lnTo>
                    <a:pt x="250896" y="52864"/>
                  </a:lnTo>
                  <a:lnTo>
                    <a:pt x="405963" y="52864"/>
                  </a:lnTo>
                  <a:lnTo>
                    <a:pt x="405963" y="111919"/>
                  </a:lnTo>
                  <a:lnTo>
                    <a:pt x="325572" y="111919"/>
                  </a:lnTo>
                  <a:cubicBezTo>
                    <a:pt x="325572" y="111919"/>
                    <a:pt x="325000" y="112109"/>
                    <a:pt x="324714" y="112109"/>
                  </a:cubicBezTo>
                  <a:cubicBezTo>
                    <a:pt x="323857" y="112109"/>
                    <a:pt x="323190" y="112395"/>
                    <a:pt x="322333" y="112586"/>
                  </a:cubicBezTo>
                  <a:cubicBezTo>
                    <a:pt x="321571" y="112776"/>
                    <a:pt x="320904" y="112967"/>
                    <a:pt x="320238" y="113348"/>
                  </a:cubicBezTo>
                  <a:cubicBezTo>
                    <a:pt x="319571" y="113728"/>
                    <a:pt x="318999" y="114110"/>
                    <a:pt x="318428" y="114586"/>
                  </a:cubicBezTo>
                  <a:cubicBezTo>
                    <a:pt x="317761" y="115062"/>
                    <a:pt x="317190" y="115538"/>
                    <a:pt x="316713" y="116110"/>
                  </a:cubicBezTo>
                  <a:cubicBezTo>
                    <a:pt x="316237" y="116681"/>
                    <a:pt x="315856" y="117253"/>
                    <a:pt x="315475" y="117920"/>
                  </a:cubicBezTo>
                  <a:cubicBezTo>
                    <a:pt x="315094" y="118586"/>
                    <a:pt x="314713" y="119348"/>
                    <a:pt x="314427" y="120110"/>
                  </a:cubicBezTo>
                  <a:cubicBezTo>
                    <a:pt x="314332" y="120396"/>
                    <a:pt x="314142" y="120587"/>
                    <a:pt x="314046" y="120968"/>
                  </a:cubicBezTo>
                  <a:lnTo>
                    <a:pt x="287281" y="226695"/>
                  </a:lnTo>
                  <a:lnTo>
                    <a:pt x="27344" y="201073"/>
                  </a:lnTo>
                  <a:lnTo>
                    <a:pt x="24296" y="129159"/>
                  </a:lnTo>
                  <a:close/>
                  <a:moveTo>
                    <a:pt x="124785" y="375095"/>
                  </a:moveTo>
                  <a:cubicBezTo>
                    <a:pt x="100305" y="375095"/>
                    <a:pt x="80303" y="355187"/>
                    <a:pt x="80303" y="330613"/>
                  </a:cubicBezTo>
                  <a:cubicBezTo>
                    <a:pt x="80303" y="306038"/>
                    <a:pt x="100210" y="286131"/>
                    <a:pt x="124785" y="286131"/>
                  </a:cubicBezTo>
                  <a:cubicBezTo>
                    <a:pt x="149359" y="286131"/>
                    <a:pt x="169266" y="306038"/>
                    <a:pt x="169266" y="330613"/>
                  </a:cubicBezTo>
                  <a:cubicBezTo>
                    <a:pt x="169266" y="355187"/>
                    <a:pt x="149359" y="375095"/>
                    <a:pt x="124785" y="375095"/>
                  </a:cubicBezTo>
                  <a:close/>
                  <a:moveTo>
                    <a:pt x="405105" y="375095"/>
                  </a:moveTo>
                  <a:cubicBezTo>
                    <a:pt x="380626" y="375095"/>
                    <a:pt x="360624" y="355187"/>
                    <a:pt x="360624" y="330613"/>
                  </a:cubicBezTo>
                  <a:cubicBezTo>
                    <a:pt x="360624" y="306038"/>
                    <a:pt x="380531" y="286131"/>
                    <a:pt x="405105" y="286131"/>
                  </a:cubicBezTo>
                  <a:cubicBezTo>
                    <a:pt x="429680" y="286131"/>
                    <a:pt x="449587" y="306038"/>
                    <a:pt x="449587" y="330613"/>
                  </a:cubicBezTo>
                  <a:cubicBezTo>
                    <a:pt x="449587" y="355187"/>
                    <a:pt x="429680" y="375095"/>
                    <a:pt x="405105" y="375095"/>
                  </a:cubicBezTo>
                  <a:close/>
                  <a:moveTo>
                    <a:pt x="504546" y="293846"/>
                  </a:moveTo>
                  <a:lnTo>
                    <a:pt x="472447" y="293846"/>
                  </a:lnTo>
                  <a:cubicBezTo>
                    <a:pt x="469304" y="293846"/>
                    <a:pt x="466542" y="295085"/>
                    <a:pt x="464446" y="297085"/>
                  </a:cubicBezTo>
                  <a:cubicBezTo>
                    <a:pt x="452730" y="276416"/>
                    <a:pt x="430537" y="262414"/>
                    <a:pt x="405105" y="262414"/>
                  </a:cubicBezTo>
                  <a:cubicBezTo>
                    <a:pt x="379674" y="262414"/>
                    <a:pt x="359671" y="275082"/>
                    <a:pt x="347574" y="294132"/>
                  </a:cubicBezTo>
                  <a:cubicBezTo>
                    <a:pt x="346527" y="293846"/>
                    <a:pt x="345384" y="293465"/>
                    <a:pt x="344241" y="293465"/>
                  </a:cubicBezTo>
                  <a:lnTo>
                    <a:pt x="185840" y="293465"/>
                  </a:lnTo>
                  <a:cubicBezTo>
                    <a:pt x="184602" y="293465"/>
                    <a:pt x="183554" y="293846"/>
                    <a:pt x="182411" y="294132"/>
                  </a:cubicBezTo>
                  <a:cubicBezTo>
                    <a:pt x="170314" y="275082"/>
                    <a:pt x="149073" y="262414"/>
                    <a:pt x="124880" y="262414"/>
                  </a:cubicBezTo>
                  <a:cubicBezTo>
                    <a:pt x="121070" y="262414"/>
                    <a:pt x="117355" y="262795"/>
                    <a:pt x="113736" y="263366"/>
                  </a:cubicBezTo>
                  <a:lnTo>
                    <a:pt x="97543" y="232029"/>
                  </a:lnTo>
                  <a:lnTo>
                    <a:pt x="295282" y="251460"/>
                  </a:lnTo>
                  <a:cubicBezTo>
                    <a:pt x="295282" y="251460"/>
                    <a:pt x="296044" y="251460"/>
                    <a:pt x="296425" y="251460"/>
                  </a:cubicBezTo>
                  <a:cubicBezTo>
                    <a:pt x="301854" y="251460"/>
                    <a:pt x="306617" y="247841"/>
                    <a:pt x="307950" y="242507"/>
                  </a:cubicBezTo>
                  <a:lnTo>
                    <a:pt x="335001" y="135827"/>
                  </a:lnTo>
                  <a:lnTo>
                    <a:pt x="417678" y="135827"/>
                  </a:lnTo>
                  <a:cubicBezTo>
                    <a:pt x="417678" y="135827"/>
                    <a:pt x="417964" y="135827"/>
                    <a:pt x="418059" y="135827"/>
                  </a:cubicBezTo>
                  <a:cubicBezTo>
                    <a:pt x="418155" y="135827"/>
                    <a:pt x="418345" y="135827"/>
                    <a:pt x="418440" y="135827"/>
                  </a:cubicBezTo>
                  <a:lnTo>
                    <a:pt x="424727" y="135827"/>
                  </a:lnTo>
                  <a:cubicBezTo>
                    <a:pt x="429204" y="135827"/>
                    <a:pt x="433014" y="139446"/>
                    <a:pt x="435490" y="142589"/>
                  </a:cubicBezTo>
                  <a:cubicBezTo>
                    <a:pt x="453016" y="164783"/>
                    <a:pt x="473685" y="193548"/>
                    <a:pt x="482544" y="205835"/>
                  </a:cubicBezTo>
                  <a:lnTo>
                    <a:pt x="504737" y="270415"/>
                  </a:lnTo>
                  <a:lnTo>
                    <a:pt x="504737" y="293751"/>
                  </a:lnTo>
                  <a:close/>
                </a:path>
              </a:pathLst>
            </a:custGeom>
            <a:solidFill>
              <a:srgbClr val="29B5E8"/>
            </a:solidFill>
            <a:ln>
              <a:noFill/>
            </a:ln>
          </p:spPr>
          <p:txBody>
            <a:bodyPr spcFirstLastPara="1" wrap="square" lIns="51700" tIns="25850" rIns="51700" bIns="25850" anchor="t" anchorCtr="0">
              <a:noAutofit/>
            </a:bodyPr>
            <a:lstStyle/>
            <a:p>
              <a:pPr marL="0" marR="0" lvl="0" indent="0" algn="l" rtl="0">
                <a:spcBef>
                  <a:spcPts val="0"/>
                </a:spcBef>
                <a:spcAft>
                  <a:spcPts val="0"/>
                </a:spcAft>
                <a:buNone/>
              </a:pPr>
              <a:endParaRPr sz="1055">
                <a:solidFill>
                  <a:srgbClr val="262626"/>
                </a:solidFill>
                <a:latin typeface="Arial"/>
                <a:ea typeface="Arial"/>
                <a:cs typeface="Arial"/>
                <a:sym typeface="Arial"/>
              </a:endParaRPr>
            </a:p>
          </p:txBody>
        </p:sp>
        <p:sp>
          <p:nvSpPr>
            <p:cNvPr id="3393" name="Google Shape;3393;p96"/>
            <p:cNvSpPr/>
            <p:nvPr/>
          </p:nvSpPr>
          <p:spPr>
            <a:xfrm>
              <a:off x="10466949" y="4529711"/>
              <a:ext cx="104565" cy="76295"/>
            </a:xfrm>
            <a:custGeom>
              <a:avLst/>
              <a:gdLst/>
              <a:ahLst/>
              <a:cxnLst/>
              <a:rect l="l" t="t" r="r" b="b"/>
              <a:pathLst>
                <a:path w="104565" h="76295" extrusionOk="0">
                  <a:moveTo>
                    <a:pt x="69723" y="8477"/>
                  </a:moveTo>
                  <a:cubicBezTo>
                    <a:pt x="69723" y="8477"/>
                    <a:pt x="69247" y="7906"/>
                    <a:pt x="68961" y="7620"/>
                  </a:cubicBezTo>
                  <a:cubicBezTo>
                    <a:pt x="64675" y="3048"/>
                    <a:pt x="57341" y="0"/>
                    <a:pt x="51245" y="0"/>
                  </a:cubicBezTo>
                  <a:lnTo>
                    <a:pt x="17145" y="0"/>
                  </a:lnTo>
                  <a:cubicBezTo>
                    <a:pt x="7715" y="95"/>
                    <a:pt x="0" y="7906"/>
                    <a:pt x="0" y="17431"/>
                  </a:cubicBezTo>
                  <a:lnTo>
                    <a:pt x="0" y="58960"/>
                  </a:lnTo>
                  <a:cubicBezTo>
                    <a:pt x="0" y="68485"/>
                    <a:pt x="7715" y="76295"/>
                    <a:pt x="17240" y="76295"/>
                  </a:cubicBezTo>
                  <a:lnTo>
                    <a:pt x="88582" y="76295"/>
                  </a:lnTo>
                  <a:cubicBezTo>
                    <a:pt x="94679" y="76295"/>
                    <a:pt x="100394" y="72295"/>
                    <a:pt x="103061" y="66104"/>
                  </a:cubicBezTo>
                  <a:cubicBezTo>
                    <a:pt x="105632" y="60198"/>
                    <a:pt x="104870" y="53912"/>
                    <a:pt x="101060" y="49435"/>
                  </a:cubicBezTo>
                  <a:lnTo>
                    <a:pt x="69723" y="8572"/>
                  </a:lnTo>
                  <a:close/>
                  <a:moveTo>
                    <a:pt x="23908" y="52387"/>
                  </a:moveTo>
                  <a:lnTo>
                    <a:pt x="23908" y="23813"/>
                  </a:lnTo>
                  <a:lnTo>
                    <a:pt x="50864" y="23813"/>
                  </a:lnTo>
                  <a:cubicBezTo>
                    <a:pt x="50864" y="23813"/>
                    <a:pt x="51340" y="23908"/>
                    <a:pt x="51626" y="24003"/>
                  </a:cubicBezTo>
                  <a:lnTo>
                    <a:pt x="73438" y="52387"/>
                  </a:lnTo>
                  <a:lnTo>
                    <a:pt x="23908" y="52387"/>
                  </a:lnTo>
                  <a:close/>
                </a:path>
              </a:pathLst>
            </a:custGeom>
            <a:solidFill>
              <a:srgbClr val="29B5E8"/>
            </a:solidFill>
            <a:ln>
              <a:noFill/>
            </a:ln>
          </p:spPr>
          <p:txBody>
            <a:bodyPr spcFirstLastPara="1" wrap="square" lIns="51700" tIns="25850" rIns="51700" bIns="25850" anchor="t" anchorCtr="0">
              <a:noAutofit/>
            </a:bodyPr>
            <a:lstStyle/>
            <a:p>
              <a:pPr marL="0" marR="0" lvl="0" indent="0" algn="l" rtl="0">
                <a:spcBef>
                  <a:spcPts val="0"/>
                </a:spcBef>
                <a:spcAft>
                  <a:spcPts val="0"/>
                </a:spcAft>
                <a:buNone/>
              </a:pPr>
              <a:endParaRPr sz="1055">
                <a:solidFill>
                  <a:srgbClr val="262626"/>
                </a:solidFill>
                <a:latin typeface="Arial"/>
                <a:ea typeface="Arial"/>
                <a:cs typeface="Arial"/>
                <a:sym typeface="Arial"/>
              </a:endParaRPr>
            </a:p>
          </p:txBody>
        </p:sp>
      </p:grpSp>
      <p:grpSp>
        <p:nvGrpSpPr>
          <p:cNvPr id="3394" name="Google Shape;3394;p96"/>
          <p:cNvGrpSpPr/>
          <p:nvPr/>
        </p:nvGrpSpPr>
        <p:grpSpPr>
          <a:xfrm>
            <a:off x="3282567" y="3689228"/>
            <a:ext cx="295483" cy="295484"/>
            <a:chOff x="10017973" y="3465597"/>
            <a:chExt cx="525303" cy="525399"/>
          </a:xfrm>
        </p:grpSpPr>
        <p:sp>
          <p:nvSpPr>
            <p:cNvPr id="3395" name="Google Shape;3395;p96"/>
            <p:cNvSpPr/>
            <p:nvPr/>
          </p:nvSpPr>
          <p:spPr>
            <a:xfrm>
              <a:off x="10138845" y="3587993"/>
              <a:ext cx="280511" cy="281273"/>
            </a:xfrm>
            <a:custGeom>
              <a:avLst/>
              <a:gdLst/>
              <a:ahLst/>
              <a:cxnLst/>
              <a:rect l="l" t="t" r="r" b="b"/>
              <a:pathLst>
                <a:path w="280511" h="281273" extrusionOk="0">
                  <a:moveTo>
                    <a:pt x="249460" y="0"/>
                  </a:moveTo>
                  <a:lnTo>
                    <a:pt x="31052" y="0"/>
                  </a:lnTo>
                  <a:cubicBezTo>
                    <a:pt x="13907" y="0"/>
                    <a:pt x="0" y="13906"/>
                    <a:pt x="0" y="31052"/>
                  </a:cubicBezTo>
                  <a:lnTo>
                    <a:pt x="0" y="250222"/>
                  </a:lnTo>
                  <a:cubicBezTo>
                    <a:pt x="0" y="267367"/>
                    <a:pt x="13907" y="281273"/>
                    <a:pt x="31052" y="281273"/>
                  </a:cubicBezTo>
                  <a:lnTo>
                    <a:pt x="249460" y="281273"/>
                  </a:lnTo>
                  <a:cubicBezTo>
                    <a:pt x="266605" y="281273"/>
                    <a:pt x="280511" y="267367"/>
                    <a:pt x="280511" y="250222"/>
                  </a:cubicBezTo>
                  <a:lnTo>
                    <a:pt x="280511" y="31052"/>
                  </a:lnTo>
                  <a:cubicBezTo>
                    <a:pt x="280511" y="13906"/>
                    <a:pt x="266605" y="0"/>
                    <a:pt x="249460" y="0"/>
                  </a:cubicBezTo>
                  <a:close/>
                  <a:moveTo>
                    <a:pt x="253079" y="250222"/>
                  </a:moveTo>
                  <a:cubicBezTo>
                    <a:pt x="253079" y="252127"/>
                    <a:pt x="251460" y="253746"/>
                    <a:pt x="249555" y="253746"/>
                  </a:cubicBezTo>
                  <a:lnTo>
                    <a:pt x="31147" y="253746"/>
                  </a:lnTo>
                  <a:cubicBezTo>
                    <a:pt x="29242" y="253746"/>
                    <a:pt x="27622" y="252127"/>
                    <a:pt x="27622" y="250222"/>
                  </a:cubicBezTo>
                  <a:lnTo>
                    <a:pt x="27622" y="31052"/>
                  </a:lnTo>
                  <a:cubicBezTo>
                    <a:pt x="27622" y="29146"/>
                    <a:pt x="29242" y="27527"/>
                    <a:pt x="31147" y="27527"/>
                  </a:cubicBezTo>
                  <a:lnTo>
                    <a:pt x="249555" y="27527"/>
                  </a:lnTo>
                  <a:cubicBezTo>
                    <a:pt x="251460" y="27527"/>
                    <a:pt x="253079" y="29146"/>
                    <a:pt x="253079" y="31052"/>
                  </a:cubicBezTo>
                  <a:lnTo>
                    <a:pt x="253079" y="250222"/>
                  </a:lnTo>
                  <a:close/>
                </a:path>
              </a:pathLst>
            </a:custGeom>
            <a:solidFill>
              <a:srgbClr val="29B5E8"/>
            </a:solidFill>
            <a:ln>
              <a:noFill/>
            </a:ln>
          </p:spPr>
          <p:txBody>
            <a:bodyPr spcFirstLastPara="1" wrap="square" lIns="51425" tIns="25725" rIns="51425" bIns="25725" anchor="t" anchorCtr="0">
              <a:noAutofit/>
            </a:bodyPr>
            <a:lstStyle/>
            <a:p>
              <a:pPr marL="0" marR="0" lvl="0" indent="0" algn="l" rtl="0">
                <a:spcBef>
                  <a:spcPts val="0"/>
                </a:spcBef>
                <a:spcAft>
                  <a:spcPts val="0"/>
                </a:spcAft>
                <a:buNone/>
              </a:pPr>
              <a:endParaRPr sz="1049">
                <a:solidFill>
                  <a:srgbClr val="262626"/>
                </a:solidFill>
                <a:latin typeface="Arial"/>
                <a:ea typeface="Arial"/>
                <a:cs typeface="Arial"/>
                <a:sym typeface="Arial"/>
              </a:endParaRPr>
            </a:p>
          </p:txBody>
        </p:sp>
        <p:sp>
          <p:nvSpPr>
            <p:cNvPr id="3396" name="Google Shape;3396;p96"/>
            <p:cNvSpPr/>
            <p:nvPr/>
          </p:nvSpPr>
          <p:spPr>
            <a:xfrm>
              <a:off x="10017973" y="3465597"/>
              <a:ext cx="525303" cy="525399"/>
            </a:xfrm>
            <a:custGeom>
              <a:avLst/>
              <a:gdLst/>
              <a:ahLst/>
              <a:cxnLst/>
              <a:rect l="l" t="t" r="r" b="b"/>
              <a:pathLst>
                <a:path w="525303" h="525399" extrusionOk="0">
                  <a:moveTo>
                    <a:pt x="506254" y="244031"/>
                  </a:moveTo>
                  <a:cubicBezTo>
                    <a:pt x="516731" y="244031"/>
                    <a:pt x="525304" y="235458"/>
                    <a:pt x="525304" y="224981"/>
                  </a:cubicBezTo>
                  <a:cubicBezTo>
                    <a:pt x="525304" y="214503"/>
                    <a:pt x="516731" y="205931"/>
                    <a:pt x="506254" y="205931"/>
                  </a:cubicBezTo>
                  <a:lnTo>
                    <a:pt x="461772" y="205931"/>
                  </a:lnTo>
                  <a:lnTo>
                    <a:pt x="461772" y="165926"/>
                  </a:lnTo>
                  <a:lnTo>
                    <a:pt x="506254" y="165926"/>
                  </a:lnTo>
                  <a:cubicBezTo>
                    <a:pt x="516731" y="165926"/>
                    <a:pt x="525304" y="157353"/>
                    <a:pt x="525304" y="146876"/>
                  </a:cubicBezTo>
                  <a:cubicBezTo>
                    <a:pt x="525304" y="136398"/>
                    <a:pt x="516731" y="127826"/>
                    <a:pt x="506254" y="127826"/>
                  </a:cubicBezTo>
                  <a:lnTo>
                    <a:pt x="461677" y="127826"/>
                  </a:lnTo>
                  <a:cubicBezTo>
                    <a:pt x="461010" y="93536"/>
                    <a:pt x="434150" y="65532"/>
                    <a:pt x="400241" y="63151"/>
                  </a:cubicBezTo>
                  <a:lnTo>
                    <a:pt x="400241" y="19050"/>
                  </a:lnTo>
                  <a:cubicBezTo>
                    <a:pt x="400241" y="8573"/>
                    <a:pt x="391668" y="0"/>
                    <a:pt x="381191" y="0"/>
                  </a:cubicBezTo>
                  <a:cubicBezTo>
                    <a:pt x="370713" y="0"/>
                    <a:pt x="362141" y="8573"/>
                    <a:pt x="362141" y="19050"/>
                  </a:cubicBezTo>
                  <a:lnTo>
                    <a:pt x="362141" y="62960"/>
                  </a:lnTo>
                  <a:lnTo>
                    <a:pt x="322136" y="62960"/>
                  </a:lnTo>
                  <a:lnTo>
                    <a:pt x="322136" y="19050"/>
                  </a:lnTo>
                  <a:cubicBezTo>
                    <a:pt x="322136" y="8573"/>
                    <a:pt x="313563" y="0"/>
                    <a:pt x="303086" y="0"/>
                  </a:cubicBezTo>
                  <a:cubicBezTo>
                    <a:pt x="292608" y="0"/>
                    <a:pt x="284036" y="8573"/>
                    <a:pt x="284036" y="19050"/>
                  </a:cubicBezTo>
                  <a:lnTo>
                    <a:pt x="284036" y="62960"/>
                  </a:lnTo>
                  <a:lnTo>
                    <a:pt x="244031" y="62960"/>
                  </a:lnTo>
                  <a:lnTo>
                    <a:pt x="244031" y="19050"/>
                  </a:lnTo>
                  <a:cubicBezTo>
                    <a:pt x="244031" y="8573"/>
                    <a:pt x="235458" y="0"/>
                    <a:pt x="224981" y="0"/>
                  </a:cubicBezTo>
                  <a:cubicBezTo>
                    <a:pt x="214503" y="0"/>
                    <a:pt x="205931" y="8573"/>
                    <a:pt x="205931" y="19050"/>
                  </a:cubicBezTo>
                  <a:lnTo>
                    <a:pt x="205931" y="62960"/>
                  </a:lnTo>
                  <a:lnTo>
                    <a:pt x="165925" y="62960"/>
                  </a:lnTo>
                  <a:lnTo>
                    <a:pt x="165925" y="19050"/>
                  </a:lnTo>
                  <a:cubicBezTo>
                    <a:pt x="165925" y="8573"/>
                    <a:pt x="157353" y="0"/>
                    <a:pt x="146875" y="0"/>
                  </a:cubicBezTo>
                  <a:cubicBezTo>
                    <a:pt x="136398" y="0"/>
                    <a:pt x="127825" y="8573"/>
                    <a:pt x="127825" y="19050"/>
                  </a:cubicBezTo>
                  <a:lnTo>
                    <a:pt x="127825" y="62960"/>
                  </a:lnTo>
                  <a:lnTo>
                    <a:pt x="126683" y="62960"/>
                  </a:lnTo>
                  <a:cubicBezTo>
                    <a:pt x="90583" y="62960"/>
                    <a:pt x="61246" y="92012"/>
                    <a:pt x="60484" y="127921"/>
                  </a:cubicBezTo>
                  <a:lnTo>
                    <a:pt x="19050" y="127921"/>
                  </a:lnTo>
                  <a:cubicBezTo>
                    <a:pt x="8573" y="127921"/>
                    <a:pt x="0" y="136493"/>
                    <a:pt x="0" y="146971"/>
                  </a:cubicBezTo>
                  <a:cubicBezTo>
                    <a:pt x="0" y="157448"/>
                    <a:pt x="8573" y="166021"/>
                    <a:pt x="19050" y="166021"/>
                  </a:cubicBezTo>
                  <a:lnTo>
                    <a:pt x="60389" y="166021"/>
                  </a:lnTo>
                  <a:lnTo>
                    <a:pt x="60389" y="206026"/>
                  </a:lnTo>
                  <a:lnTo>
                    <a:pt x="19050" y="206026"/>
                  </a:lnTo>
                  <a:cubicBezTo>
                    <a:pt x="8573" y="206026"/>
                    <a:pt x="0" y="214598"/>
                    <a:pt x="0" y="225076"/>
                  </a:cubicBezTo>
                  <a:cubicBezTo>
                    <a:pt x="0" y="235553"/>
                    <a:pt x="8573" y="244126"/>
                    <a:pt x="19050" y="244126"/>
                  </a:cubicBezTo>
                  <a:lnTo>
                    <a:pt x="60389" y="244126"/>
                  </a:lnTo>
                  <a:lnTo>
                    <a:pt x="60389" y="284131"/>
                  </a:lnTo>
                  <a:lnTo>
                    <a:pt x="19050" y="284131"/>
                  </a:lnTo>
                  <a:cubicBezTo>
                    <a:pt x="8573" y="284131"/>
                    <a:pt x="0" y="292703"/>
                    <a:pt x="0" y="303181"/>
                  </a:cubicBezTo>
                  <a:cubicBezTo>
                    <a:pt x="0" y="313658"/>
                    <a:pt x="8573" y="322231"/>
                    <a:pt x="19050" y="322231"/>
                  </a:cubicBezTo>
                  <a:lnTo>
                    <a:pt x="60389" y="322231"/>
                  </a:lnTo>
                  <a:lnTo>
                    <a:pt x="60389" y="362236"/>
                  </a:lnTo>
                  <a:lnTo>
                    <a:pt x="19050" y="362236"/>
                  </a:lnTo>
                  <a:cubicBezTo>
                    <a:pt x="8573" y="362236"/>
                    <a:pt x="0" y="370808"/>
                    <a:pt x="0" y="381286"/>
                  </a:cubicBezTo>
                  <a:cubicBezTo>
                    <a:pt x="0" y="391763"/>
                    <a:pt x="8573" y="400336"/>
                    <a:pt x="19050" y="400336"/>
                  </a:cubicBezTo>
                  <a:lnTo>
                    <a:pt x="60579" y="400336"/>
                  </a:lnTo>
                  <a:cubicBezTo>
                    <a:pt x="62294" y="435388"/>
                    <a:pt x="91250" y="463391"/>
                    <a:pt x="126683" y="463391"/>
                  </a:cubicBezTo>
                  <a:lnTo>
                    <a:pt x="127825" y="463391"/>
                  </a:lnTo>
                  <a:lnTo>
                    <a:pt x="127825" y="506349"/>
                  </a:lnTo>
                  <a:cubicBezTo>
                    <a:pt x="127825" y="516827"/>
                    <a:pt x="136398" y="525399"/>
                    <a:pt x="146875" y="525399"/>
                  </a:cubicBezTo>
                  <a:cubicBezTo>
                    <a:pt x="157353" y="525399"/>
                    <a:pt x="165925" y="516827"/>
                    <a:pt x="165925" y="506349"/>
                  </a:cubicBezTo>
                  <a:lnTo>
                    <a:pt x="165925" y="463391"/>
                  </a:lnTo>
                  <a:lnTo>
                    <a:pt x="205931" y="463391"/>
                  </a:lnTo>
                  <a:lnTo>
                    <a:pt x="205931" y="506349"/>
                  </a:lnTo>
                  <a:cubicBezTo>
                    <a:pt x="205931" y="516827"/>
                    <a:pt x="214503" y="525399"/>
                    <a:pt x="224981" y="525399"/>
                  </a:cubicBezTo>
                  <a:cubicBezTo>
                    <a:pt x="235458" y="525399"/>
                    <a:pt x="244031" y="516827"/>
                    <a:pt x="244031" y="506349"/>
                  </a:cubicBezTo>
                  <a:lnTo>
                    <a:pt x="244031" y="463391"/>
                  </a:lnTo>
                  <a:lnTo>
                    <a:pt x="284036" y="463391"/>
                  </a:lnTo>
                  <a:lnTo>
                    <a:pt x="284036" y="506349"/>
                  </a:lnTo>
                  <a:cubicBezTo>
                    <a:pt x="284036" y="516827"/>
                    <a:pt x="292608" y="525399"/>
                    <a:pt x="303086" y="525399"/>
                  </a:cubicBezTo>
                  <a:cubicBezTo>
                    <a:pt x="313563" y="525399"/>
                    <a:pt x="322136" y="516827"/>
                    <a:pt x="322136" y="506349"/>
                  </a:cubicBezTo>
                  <a:lnTo>
                    <a:pt x="322136" y="463391"/>
                  </a:lnTo>
                  <a:lnTo>
                    <a:pt x="362141" y="463391"/>
                  </a:lnTo>
                  <a:lnTo>
                    <a:pt x="362141" y="506349"/>
                  </a:lnTo>
                  <a:cubicBezTo>
                    <a:pt x="362141" y="516827"/>
                    <a:pt x="370713" y="525399"/>
                    <a:pt x="381191" y="525399"/>
                  </a:cubicBezTo>
                  <a:cubicBezTo>
                    <a:pt x="391668" y="525399"/>
                    <a:pt x="400241" y="516827"/>
                    <a:pt x="400241" y="506349"/>
                  </a:cubicBezTo>
                  <a:lnTo>
                    <a:pt x="400241" y="463106"/>
                  </a:lnTo>
                  <a:cubicBezTo>
                    <a:pt x="433483" y="460724"/>
                    <a:pt x="459962" y="433769"/>
                    <a:pt x="461582" y="400336"/>
                  </a:cubicBezTo>
                  <a:lnTo>
                    <a:pt x="506254" y="400336"/>
                  </a:lnTo>
                  <a:cubicBezTo>
                    <a:pt x="516731" y="400336"/>
                    <a:pt x="525304" y="391763"/>
                    <a:pt x="525304" y="381286"/>
                  </a:cubicBezTo>
                  <a:cubicBezTo>
                    <a:pt x="525304" y="370808"/>
                    <a:pt x="516731" y="362236"/>
                    <a:pt x="506254" y="362236"/>
                  </a:cubicBezTo>
                  <a:lnTo>
                    <a:pt x="461772" y="362236"/>
                  </a:lnTo>
                  <a:lnTo>
                    <a:pt x="461772" y="322231"/>
                  </a:lnTo>
                  <a:lnTo>
                    <a:pt x="506254" y="322231"/>
                  </a:lnTo>
                  <a:cubicBezTo>
                    <a:pt x="516731" y="322231"/>
                    <a:pt x="525304" y="313658"/>
                    <a:pt x="525304" y="303181"/>
                  </a:cubicBezTo>
                  <a:cubicBezTo>
                    <a:pt x="525304" y="292703"/>
                    <a:pt x="516731" y="284131"/>
                    <a:pt x="506254" y="284131"/>
                  </a:cubicBezTo>
                  <a:lnTo>
                    <a:pt x="461772" y="284131"/>
                  </a:lnTo>
                  <a:lnTo>
                    <a:pt x="461772" y="244126"/>
                  </a:lnTo>
                  <a:lnTo>
                    <a:pt x="506254" y="244126"/>
                  </a:lnTo>
                  <a:close/>
                  <a:moveTo>
                    <a:pt x="423672" y="397193"/>
                  </a:moveTo>
                  <a:cubicBezTo>
                    <a:pt x="423672" y="412718"/>
                    <a:pt x="411004" y="425291"/>
                    <a:pt x="395573" y="425291"/>
                  </a:cubicBezTo>
                  <a:lnTo>
                    <a:pt x="126587" y="425291"/>
                  </a:lnTo>
                  <a:cubicBezTo>
                    <a:pt x="111062" y="425291"/>
                    <a:pt x="98489" y="412623"/>
                    <a:pt x="98489" y="397193"/>
                  </a:cubicBezTo>
                  <a:lnTo>
                    <a:pt x="98489" y="129159"/>
                  </a:lnTo>
                  <a:cubicBezTo>
                    <a:pt x="98489" y="113633"/>
                    <a:pt x="111157" y="101060"/>
                    <a:pt x="126587" y="101060"/>
                  </a:cubicBezTo>
                  <a:lnTo>
                    <a:pt x="395573" y="101060"/>
                  </a:lnTo>
                  <a:cubicBezTo>
                    <a:pt x="411099" y="101060"/>
                    <a:pt x="423672" y="113729"/>
                    <a:pt x="423672" y="129159"/>
                  </a:cubicBezTo>
                  <a:lnTo>
                    <a:pt x="423672" y="397193"/>
                  </a:lnTo>
                  <a:close/>
                </a:path>
              </a:pathLst>
            </a:custGeom>
            <a:solidFill>
              <a:srgbClr val="29B5E8"/>
            </a:solidFill>
            <a:ln>
              <a:noFill/>
            </a:ln>
          </p:spPr>
          <p:txBody>
            <a:bodyPr spcFirstLastPara="1" wrap="square" lIns="51425" tIns="25725" rIns="51425" bIns="25725" anchor="t" anchorCtr="0">
              <a:noAutofit/>
            </a:bodyPr>
            <a:lstStyle/>
            <a:p>
              <a:pPr marL="0" marR="0" lvl="0" indent="0" algn="l" rtl="0">
                <a:spcBef>
                  <a:spcPts val="0"/>
                </a:spcBef>
                <a:spcAft>
                  <a:spcPts val="0"/>
                </a:spcAft>
                <a:buNone/>
              </a:pPr>
              <a:endParaRPr sz="1049">
                <a:solidFill>
                  <a:srgbClr val="262626"/>
                </a:solidFill>
                <a:latin typeface="Arial"/>
                <a:ea typeface="Arial"/>
                <a:cs typeface="Arial"/>
                <a:sym typeface="Arial"/>
              </a:endParaRPr>
            </a:p>
          </p:txBody>
        </p:sp>
      </p:grpSp>
      <p:grpSp>
        <p:nvGrpSpPr>
          <p:cNvPr id="3397" name="Google Shape;3397;p96"/>
          <p:cNvGrpSpPr/>
          <p:nvPr/>
        </p:nvGrpSpPr>
        <p:grpSpPr>
          <a:xfrm>
            <a:off x="2701252" y="3710749"/>
            <a:ext cx="294251" cy="246299"/>
            <a:chOff x="10778569" y="4371465"/>
            <a:chExt cx="523113" cy="437864"/>
          </a:xfrm>
        </p:grpSpPr>
        <p:sp>
          <p:nvSpPr>
            <p:cNvPr id="3398" name="Google Shape;3398;p96"/>
            <p:cNvSpPr/>
            <p:nvPr/>
          </p:nvSpPr>
          <p:spPr>
            <a:xfrm>
              <a:off x="10840767" y="4426424"/>
              <a:ext cx="24193" cy="24193"/>
            </a:xfrm>
            <a:custGeom>
              <a:avLst/>
              <a:gdLst/>
              <a:ahLst/>
              <a:cxnLst/>
              <a:rect l="l" t="t" r="r" b="b"/>
              <a:pathLst>
                <a:path w="24193" h="24193" extrusionOk="0">
                  <a:moveTo>
                    <a:pt x="12097" y="24194"/>
                  </a:moveTo>
                  <a:cubicBezTo>
                    <a:pt x="18764" y="24194"/>
                    <a:pt x="24194" y="18764"/>
                    <a:pt x="24194" y="12097"/>
                  </a:cubicBezTo>
                  <a:cubicBezTo>
                    <a:pt x="24194" y="5429"/>
                    <a:pt x="18859" y="0"/>
                    <a:pt x="12097" y="0"/>
                  </a:cubicBezTo>
                  <a:cubicBezTo>
                    <a:pt x="5334" y="0"/>
                    <a:pt x="0" y="5429"/>
                    <a:pt x="0" y="12097"/>
                  </a:cubicBezTo>
                  <a:cubicBezTo>
                    <a:pt x="0" y="18764"/>
                    <a:pt x="5429" y="24194"/>
                    <a:pt x="12097" y="241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399" name="Google Shape;3399;p96"/>
            <p:cNvSpPr/>
            <p:nvPr/>
          </p:nvSpPr>
          <p:spPr>
            <a:xfrm>
              <a:off x="10888964" y="4426424"/>
              <a:ext cx="24193" cy="24193"/>
            </a:xfrm>
            <a:custGeom>
              <a:avLst/>
              <a:gdLst/>
              <a:ahLst/>
              <a:cxnLst/>
              <a:rect l="l" t="t" r="r" b="b"/>
              <a:pathLst>
                <a:path w="24193" h="24193" extrusionOk="0">
                  <a:moveTo>
                    <a:pt x="12097" y="24194"/>
                  </a:moveTo>
                  <a:cubicBezTo>
                    <a:pt x="18764" y="24194"/>
                    <a:pt x="24193" y="18764"/>
                    <a:pt x="24193" y="12097"/>
                  </a:cubicBezTo>
                  <a:cubicBezTo>
                    <a:pt x="24193" y="5429"/>
                    <a:pt x="18859" y="0"/>
                    <a:pt x="12097" y="0"/>
                  </a:cubicBezTo>
                  <a:cubicBezTo>
                    <a:pt x="5334" y="0"/>
                    <a:pt x="0" y="5429"/>
                    <a:pt x="0" y="12097"/>
                  </a:cubicBezTo>
                  <a:cubicBezTo>
                    <a:pt x="0" y="18764"/>
                    <a:pt x="5429" y="24194"/>
                    <a:pt x="12097" y="241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00" name="Google Shape;3400;p96"/>
            <p:cNvSpPr/>
            <p:nvPr/>
          </p:nvSpPr>
          <p:spPr>
            <a:xfrm>
              <a:off x="10937255" y="4426424"/>
              <a:ext cx="24193" cy="24193"/>
            </a:xfrm>
            <a:custGeom>
              <a:avLst/>
              <a:gdLst/>
              <a:ahLst/>
              <a:cxnLst/>
              <a:rect l="l" t="t" r="r" b="b"/>
              <a:pathLst>
                <a:path w="24193" h="24193" extrusionOk="0">
                  <a:moveTo>
                    <a:pt x="12097" y="24194"/>
                  </a:moveTo>
                  <a:cubicBezTo>
                    <a:pt x="18764" y="24194"/>
                    <a:pt x="24193" y="18764"/>
                    <a:pt x="24193" y="12097"/>
                  </a:cubicBezTo>
                  <a:cubicBezTo>
                    <a:pt x="24193" y="5429"/>
                    <a:pt x="18859" y="0"/>
                    <a:pt x="12097" y="0"/>
                  </a:cubicBezTo>
                  <a:cubicBezTo>
                    <a:pt x="5334" y="0"/>
                    <a:pt x="0" y="5429"/>
                    <a:pt x="0" y="12097"/>
                  </a:cubicBezTo>
                  <a:cubicBezTo>
                    <a:pt x="0" y="18764"/>
                    <a:pt x="5429" y="24194"/>
                    <a:pt x="12097" y="241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01" name="Google Shape;3401;p96"/>
            <p:cNvSpPr/>
            <p:nvPr/>
          </p:nvSpPr>
          <p:spPr>
            <a:xfrm>
              <a:off x="10778569" y="4371465"/>
              <a:ext cx="523113" cy="437864"/>
            </a:xfrm>
            <a:custGeom>
              <a:avLst/>
              <a:gdLst/>
              <a:ahLst/>
              <a:cxnLst/>
              <a:rect l="l" t="t" r="r" b="b"/>
              <a:pathLst>
                <a:path w="523113" h="437864" extrusionOk="0">
                  <a:moveTo>
                    <a:pt x="504158" y="0"/>
                  </a:moveTo>
                  <a:lnTo>
                    <a:pt x="19050" y="0"/>
                  </a:lnTo>
                  <a:cubicBezTo>
                    <a:pt x="8572" y="0"/>
                    <a:pt x="0" y="8573"/>
                    <a:pt x="0" y="19050"/>
                  </a:cubicBezTo>
                  <a:lnTo>
                    <a:pt x="0" y="418814"/>
                  </a:lnTo>
                  <a:cubicBezTo>
                    <a:pt x="0" y="429292"/>
                    <a:pt x="8572" y="437864"/>
                    <a:pt x="19050" y="437864"/>
                  </a:cubicBezTo>
                  <a:lnTo>
                    <a:pt x="504063" y="437864"/>
                  </a:lnTo>
                  <a:cubicBezTo>
                    <a:pt x="514541" y="437864"/>
                    <a:pt x="523113" y="429292"/>
                    <a:pt x="523113" y="418814"/>
                  </a:cubicBezTo>
                  <a:lnTo>
                    <a:pt x="523113" y="19050"/>
                  </a:lnTo>
                  <a:cubicBezTo>
                    <a:pt x="523113" y="8573"/>
                    <a:pt x="514541" y="0"/>
                    <a:pt x="504063" y="0"/>
                  </a:cubicBezTo>
                  <a:close/>
                  <a:moveTo>
                    <a:pt x="485108" y="38100"/>
                  </a:moveTo>
                  <a:lnTo>
                    <a:pt x="485108" y="97727"/>
                  </a:lnTo>
                  <a:lnTo>
                    <a:pt x="38100" y="97727"/>
                  </a:lnTo>
                  <a:lnTo>
                    <a:pt x="38100" y="38100"/>
                  </a:lnTo>
                  <a:lnTo>
                    <a:pt x="485013" y="38100"/>
                  </a:lnTo>
                  <a:close/>
                  <a:moveTo>
                    <a:pt x="38100" y="399764"/>
                  </a:moveTo>
                  <a:lnTo>
                    <a:pt x="38100" y="121539"/>
                  </a:lnTo>
                  <a:lnTo>
                    <a:pt x="485013" y="121539"/>
                  </a:lnTo>
                  <a:lnTo>
                    <a:pt x="485013" y="399764"/>
                  </a:lnTo>
                  <a:lnTo>
                    <a:pt x="38100" y="39976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02" name="Google Shape;3402;p96"/>
            <p:cNvSpPr/>
            <p:nvPr/>
          </p:nvSpPr>
          <p:spPr>
            <a:xfrm>
              <a:off x="11083793" y="4578825"/>
              <a:ext cx="95019" cy="104679"/>
            </a:xfrm>
            <a:custGeom>
              <a:avLst/>
              <a:gdLst/>
              <a:ahLst/>
              <a:cxnLst/>
              <a:rect l="l" t="t" r="r" b="b"/>
              <a:pathLst>
                <a:path w="95019" h="104679" extrusionOk="0">
                  <a:moveTo>
                    <a:pt x="88825" y="41052"/>
                  </a:moveTo>
                  <a:lnTo>
                    <a:pt x="17674" y="1523"/>
                  </a:lnTo>
                  <a:cubicBezTo>
                    <a:pt x="11959" y="-1715"/>
                    <a:pt x="4624" y="380"/>
                    <a:pt x="1481" y="6191"/>
                  </a:cubicBezTo>
                  <a:cubicBezTo>
                    <a:pt x="-1662" y="11906"/>
                    <a:pt x="338" y="19145"/>
                    <a:pt x="6148" y="22383"/>
                  </a:cubicBezTo>
                  <a:lnTo>
                    <a:pt x="59012" y="51720"/>
                  </a:lnTo>
                  <a:lnTo>
                    <a:pt x="5958" y="82486"/>
                  </a:lnTo>
                  <a:cubicBezTo>
                    <a:pt x="243" y="85820"/>
                    <a:pt x="-1662" y="93059"/>
                    <a:pt x="1672" y="98774"/>
                  </a:cubicBezTo>
                  <a:cubicBezTo>
                    <a:pt x="3862" y="102584"/>
                    <a:pt x="7863" y="104679"/>
                    <a:pt x="11959" y="104679"/>
                  </a:cubicBezTo>
                  <a:cubicBezTo>
                    <a:pt x="13959" y="104679"/>
                    <a:pt x="16054" y="104203"/>
                    <a:pt x="17959" y="103060"/>
                  </a:cubicBezTo>
                  <a:lnTo>
                    <a:pt x="89111" y="61817"/>
                  </a:lnTo>
                  <a:cubicBezTo>
                    <a:pt x="92826" y="59626"/>
                    <a:pt x="95112" y="55721"/>
                    <a:pt x="95017" y="51434"/>
                  </a:cubicBezTo>
                  <a:cubicBezTo>
                    <a:pt x="95017" y="47148"/>
                    <a:pt x="92635" y="43243"/>
                    <a:pt x="88921" y="4114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03" name="Google Shape;3403;p96"/>
            <p:cNvSpPr/>
            <p:nvPr/>
          </p:nvSpPr>
          <p:spPr>
            <a:xfrm>
              <a:off x="10902200" y="4578898"/>
              <a:ext cx="94988" cy="104605"/>
            </a:xfrm>
            <a:custGeom>
              <a:avLst/>
              <a:gdLst/>
              <a:ahLst/>
              <a:cxnLst/>
              <a:rect l="l" t="t" r="r" b="b"/>
              <a:pathLst>
                <a:path w="94988" h="104605" extrusionOk="0">
                  <a:moveTo>
                    <a:pt x="88871" y="82317"/>
                  </a:moveTo>
                  <a:lnTo>
                    <a:pt x="36007" y="52980"/>
                  </a:lnTo>
                  <a:lnTo>
                    <a:pt x="89062" y="22214"/>
                  </a:lnTo>
                  <a:cubicBezTo>
                    <a:pt x="94777" y="18881"/>
                    <a:pt x="96682" y="11642"/>
                    <a:pt x="93348" y="5927"/>
                  </a:cubicBezTo>
                  <a:cubicBezTo>
                    <a:pt x="90014" y="212"/>
                    <a:pt x="82775" y="-1693"/>
                    <a:pt x="77060" y="1640"/>
                  </a:cubicBezTo>
                  <a:lnTo>
                    <a:pt x="5908" y="42884"/>
                  </a:lnTo>
                  <a:cubicBezTo>
                    <a:pt x="2194" y="45074"/>
                    <a:pt x="-92" y="48980"/>
                    <a:pt x="3" y="53266"/>
                  </a:cubicBezTo>
                  <a:cubicBezTo>
                    <a:pt x="3" y="57552"/>
                    <a:pt x="2384" y="61457"/>
                    <a:pt x="6099" y="63553"/>
                  </a:cubicBezTo>
                  <a:lnTo>
                    <a:pt x="77251" y="103082"/>
                  </a:lnTo>
                  <a:cubicBezTo>
                    <a:pt x="79060" y="104129"/>
                    <a:pt x="81061" y="104606"/>
                    <a:pt x="83061" y="104606"/>
                  </a:cubicBezTo>
                  <a:cubicBezTo>
                    <a:pt x="87252" y="104606"/>
                    <a:pt x="91348" y="102415"/>
                    <a:pt x="93443" y="98510"/>
                  </a:cubicBezTo>
                  <a:cubicBezTo>
                    <a:pt x="96586" y="92795"/>
                    <a:pt x="94586" y="85556"/>
                    <a:pt x="88776" y="8231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04" name="Google Shape;3404;p96"/>
            <p:cNvSpPr/>
            <p:nvPr/>
          </p:nvSpPr>
          <p:spPr>
            <a:xfrm>
              <a:off x="11014560" y="4559099"/>
              <a:ext cx="51892" cy="144312"/>
            </a:xfrm>
            <a:custGeom>
              <a:avLst/>
              <a:gdLst/>
              <a:ahLst/>
              <a:cxnLst/>
              <a:rect l="l" t="t" r="r" b="b"/>
              <a:pathLst>
                <a:path w="51892" h="144312" extrusionOk="0">
                  <a:moveTo>
                    <a:pt x="42615" y="294"/>
                  </a:moveTo>
                  <a:cubicBezTo>
                    <a:pt x="36233" y="-1135"/>
                    <a:pt x="29851" y="2771"/>
                    <a:pt x="28327" y="9248"/>
                  </a:cubicBezTo>
                  <a:lnTo>
                    <a:pt x="324" y="129739"/>
                  </a:lnTo>
                  <a:cubicBezTo>
                    <a:pt x="-1200" y="136121"/>
                    <a:pt x="2800" y="142502"/>
                    <a:pt x="9277" y="144026"/>
                  </a:cubicBezTo>
                  <a:cubicBezTo>
                    <a:pt x="10135" y="144217"/>
                    <a:pt x="11087" y="144312"/>
                    <a:pt x="11944" y="144312"/>
                  </a:cubicBezTo>
                  <a:cubicBezTo>
                    <a:pt x="17374" y="144312"/>
                    <a:pt x="22231" y="140597"/>
                    <a:pt x="23565" y="135073"/>
                  </a:cubicBezTo>
                  <a:lnTo>
                    <a:pt x="51568" y="14582"/>
                  </a:lnTo>
                  <a:cubicBezTo>
                    <a:pt x="53092" y="8200"/>
                    <a:pt x="49092" y="1818"/>
                    <a:pt x="42615" y="2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405" name="Google Shape;3405;p96"/>
          <p:cNvGrpSpPr/>
          <p:nvPr/>
        </p:nvGrpSpPr>
        <p:grpSpPr>
          <a:xfrm>
            <a:off x="2627445" y="3176313"/>
            <a:ext cx="396478" cy="396478"/>
            <a:chOff x="5781243" y="4955817"/>
            <a:chExt cx="528637" cy="528637"/>
          </a:xfrm>
        </p:grpSpPr>
        <p:sp>
          <p:nvSpPr>
            <p:cNvPr id="3406" name="Google Shape;3406;p96"/>
            <p:cNvSpPr/>
            <p:nvPr/>
          </p:nvSpPr>
          <p:spPr>
            <a:xfrm>
              <a:off x="5889829" y="5114885"/>
              <a:ext cx="311467" cy="207073"/>
            </a:xfrm>
            <a:custGeom>
              <a:avLst/>
              <a:gdLst/>
              <a:ahLst/>
              <a:cxnLst/>
              <a:rect l="l" t="t" r="r" b="b"/>
              <a:pathLst>
                <a:path w="311467" h="207073" extrusionOk="0">
                  <a:moveTo>
                    <a:pt x="304324" y="172021"/>
                  </a:moveTo>
                  <a:lnTo>
                    <a:pt x="282702" y="172021"/>
                  </a:lnTo>
                  <a:cubicBezTo>
                    <a:pt x="282702" y="172021"/>
                    <a:pt x="282797" y="171736"/>
                    <a:pt x="282797" y="171545"/>
                  </a:cubicBezTo>
                  <a:lnTo>
                    <a:pt x="282797" y="21336"/>
                  </a:lnTo>
                  <a:cubicBezTo>
                    <a:pt x="282797" y="9620"/>
                    <a:pt x="273272" y="0"/>
                    <a:pt x="261461" y="0"/>
                  </a:cubicBezTo>
                  <a:lnTo>
                    <a:pt x="50102" y="0"/>
                  </a:lnTo>
                  <a:cubicBezTo>
                    <a:pt x="38386" y="0"/>
                    <a:pt x="28766" y="9525"/>
                    <a:pt x="28766" y="21336"/>
                  </a:cubicBezTo>
                  <a:lnTo>
                    <a:pt x="28766" y="171926"/>
                  </a:lnTo>
                  <a:cubicBezTo>
                    <a:pt x="28766" y="171926"/>
                    <a:pt x="28766" y="171926"/>
                    <a:pt x="28766" y="172021"/>
                  </a:cubicBezTo>
                  <a:lnTo>
                    <a:pt x="7144" y="172021"/>
                  </a:lnTo>
                  <a:cubicBezTo>
                    <a:pt x="3238" y="172021"/>
                    <a:pt x="0" y="175260"/>
                    <a:pt x="0" y="179165"/>
                  </a:cubicBezTo>
                  <a:lnTo>
                    <a:pt x="0" y="181356"/>
                  </a:lnTo>
                  <a:cubicBezTo>
                    <a:pt x="0" y="196024"/>
                    <a:pt x="10478" y="207073"/>
                    <a:pt x="24289" y="207073"/>
                  </a:cubicBezTo>
                  <a:lnTo>
                    <a:pt x="284226" y="207073"/>
                  </a:lnTo>
                  <a:cubicBezTo>
                    <a:pt x="298704" y="207073"/>
                    <a:pt x="311468" y="195072"/>
                    <a:pt x="311468" y="181356"/>
                  </a:cubicBezTo>
                  <a:lnTo>
                    <a:pt x="311468" y="179165"/>
                  </a:lnTo>
                  <a:cubicBezTo>
                    <a:pt x="311468" y="175260"/>
                    <a:pt x="308229" y="172021"/>
                    <a:pt x="304324" y="172021"/>
                  </a:cubicBezTo>
                  <a:close/>
                  <a:moveTo>
                    <a:pt x="24289" y="192786"/>
                  </a:moveTo>
                  <a:cubicBezTo>
                    <a:pt x="19526" y="192786"/>
                    <a:pt x="16573" y="189928"/>
                    <a:pt x="15240" y="186309"/>
                  </a:cubicBezTo>
                  <a:lnTo>
                    <a:pt x="112395" y="186309"/>
                  </a:lnTo>
                  <a:lnTo>
                    <a:pt x="112395" y="192119"/>
                  </a:lnTo>
                  <a:cubicBezTo>
                    <a:pt x="112395" y="192119"/>
                    <a:pt x="112395" y="192596"/>
                    <a:pt x="112395" y="192786"/>
                  </a:cubicBezTo>
                  <a:lnTo>
                    <a:pt x="24289" y="192786"/>
                  </a:lnTo>
                  <a:close/>
                  <a:moveTo>
                    <a:pt x="184880" y="179165"/>
                  </a:moveTo>
                  <a:lnTo>
                    <a:pt x="184880" y="184975"/>
                  </a:lnTo>
                  <a:lnTo>
                    <a:pt x="126682" y="184975"/>
                  </a:lnTo>
                  <a:lnTo>
                    <a:pt x="126682" y="179165"/>
                  </a:lnTo>
                  <a:cubicBezTo>
                    <a:pt x="126682" y="175260"/>
                    <a:pt x="123444" y="172021"/>
                    <a:pt x="119539" y="172021"/>
                  </a:cubicBezTo>
                  <a:lnTo>
                    <a:pt x="52578" y="172021"/>
                  </a:lnTo>
                  <a:cubicBezTo>
                    <a:pt x="52578" y="172021"/>
                    <a:pt x="52578" y="172021"/>
                    <a:pt x="52578" y="171926"/>
                  </a:cubicBezTo>
                  <a:lnTo>
                    <a:pt x="52578" y="23908"/>
                  </a:lnTo>
                  <a:lnTo>
                    <a:pt x="258985" y="23908"/>
                  </a:lnTo>
                  <a:lnTo>
                    <a:pt x="258985" y="171545"/>
                  </a:lnTo>
                  <a:cubicBezTo>
                    <a:pt x="258985" y="171545"/>
                    <a:pt x="259080" y="171831"/>
                    <a:pt x="259080" y="172021"/>
                  </a:cubicBezTo>
                  <a:lnTo>
                    <a:pt x="192024" y="172021"/>
                  </a:lnTo>
                  <a:cubicBezTo>
                    <a:pt x="188119" y="172021"/>
                    <a:pt x="184880" y="175260"/>
                    <a:pt x="184880" y="179165"/>
                  </a:cubicBezTo>
                  <a:close/>
                  <a:moveTo>
                    <a:pt x="284226" y="192786"/>
                  </a:moveTo>
                  <a:lnTo>
                    <a:pt x="199168" y="192786"/>
                  </a:lnTo>
                  <a:cubicBezTo>
                    <a:pt x="199168" y="192786"/>
                    <a:pt x="199168" y="192310"/>
                    <a:pt x="199168" y="192119"/>
                  </a:cubicBezTo>
                  <a:lnTo>
                    <a:pt x="199168" y="186309"/>
                  </a:lnTo>
                  <a:lnTo>
                    <a:pt x="295656" y="186309"/>
                  </a:lnTo>
                  <a:cubicBezTo>
                    <a:pt x="293370" y="190024"/>
                    <a:pt x="288893" y="192786"/>
                    <a:pt x="284226" y="19278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07" name="Google Shape;3407;p96"/>
            <p:cNvSpPr/>
            <p:nvPr/>
          </p:nvSpPr>
          <p:spPr>
            <a:xfrm>
              <a:off x="5984602" y="5175845"/>
              <a:ext cx="124015" cy="78676"/>
            </a:xfrm>
            <a:custGeom>
              <a:avLst/>
              <a:gdLst/>
              <a:ahLst/>
              <a:cxnLst/>
              <a:rect l="l" t="t" r="r" b="b"/>
              <a:pathLst>
                <a:path w="124015" h="78676" extrusionOk="0">
                  <a:moveTo>
                    <a:pt x="116872" y="64389"/>
                  </a:moveTo>
                  <a:lnTo>
                    <a:pt x="14288" y="64389"/>
                  </a:lnTo>
                  <a:lnTo>
                    <a:pt x="14288" y="7144"/>
                  </a:lnTo>
                  <a:cubicBezTo>
                    <a:pt x="14288" y="3239"/>
                    <a:pt x="11049" y="0"/>
                    <a:pt x="7144" y="0"/>
                  </a:cubicBezTo>
                  <a:cubicBezTo>
                    <a:pt x="3239" y="0"/>
                    <a:pt x="0" y="3239"/>
                    <a:pt x="0" y="7144"/>
                  </a:cubicBezTo>
                  <a:lnTo>
                    <a:pt x="0" y="71437"/>
                  </a:lnTo>
                  <a:cubicBezTo>
                    <a:pt x="0" y="71437"/>
                    <a:pt x="0" y="71437"/>
                    <a:pt x="0" y="71533"/>
                  </a:cubicBezTo>
                  <a:cubicBezTo>
                    <a:pt x="0" y="75438"/>
                    <a:pt x="3239" y="78677"/>
                    <a:pt x="7144" y="78677"/>
                  </a:cubicBezTo>
                  <a:lnTo>
                    <a:pt x="116872" y="78677"/>
                  </a:lnTo>
                  <a:cubicBezTo>
                    <a:pt x="120777" y="78677"/>
                    <a:pt x="124016" y="75438"/>
                    <a:pt x="124016" y="71533"/>
                  </a:cubicBezTo>
                  <a:cubicBezTo>
                    <a:pt x="124016" y="67628"/>
                    <a:pt x="120777" y="64389"/>
                    <a:pt x="116872" y="6438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08" name="Google Shape;3408;p96"/>
            <p:cNvSpPr/>
            <p:nvPr/>
          </p:nvSpPr>
          <p:spPr>
            <a:xfrm>
              <a:off x="6030799" y="5185370"/>
              <a:ext cx="14700" cy="489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09" name="Google Shape;3409;p96"/>
            <p:cNvSpPr/>
            <p:nvPr/>
          </p:nvSpPr>
          <p:spPr>
            <a:xfrm>
              <a:off x="6006986" y="5200039"/>
              <a:ext cx="14700" cy="342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10" name="Google Shape;3410;p96"/>
            <p:cNvSpPr/>
            <p:nvPr/>
          </p:nvSpPr>
          <p:spPr>
            <a:xfrm>
              <a:off x="6054516" y="5200039"/>
              <a:ext cx="14700" cy="342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11" name="Google Shape;3411;p96"/>
            <p:cNvSpPr/>
            <p:nvPr/>
          </p:nvSpPr>
          <p:spPr>
            <a:xfrm>
              <a:off x="5781243" y="4955817"/>
              <a:ext cx="528637" cy="528637"/>
            </a:xfrm>
            <a:custGeom>
              <a:avLst/>
              <a:gdLst/>
              <a:ahLst/>
              <a:cxnLst/>
              <a:rect l="l" t="t" r="r" b="b"/>
              <a:pathLst>
                <a:path w="528637" h="528637" extrusionOk="0">
                  <a:moveTo>
                    <a:pt x="264319" y="0"/>
                  </a:moveTo>
                  <a:cubicBezTo>
                    <a:pt x="118586" y="0"/>
                    <a:pt x="0" y="118586"/>
                    <a:pt x="0" y="264319"/>
                  </a:cubicBezTo>
                  <a:cubicBezTo>
                    <a:pt x="0" y="410051"/>
                    <a:pt x="118586" y="528638"/>
                    <a:pt x="264319" y="528638"/>
                  </a:cubicBezTo>
                  <a:cubicBezTo>
                    <a:pt x="410051" y="528638"/>
                    <a:pt x="528638" y="410051"/>
                    <a:pt x="528638" y="264319"/>
                  </a:cubicBezTo>
                  <a:cubicBezTo>
                    <a:pt x="528638" y="118586"/>
                    <a:pt x="410051" y="0"/>
                    <a:pt x="264319" y="0"/>
                  </a:cubicBezTo>
                  <a:close/>
                  <a:moveTo>
                    <a:pt x="264319" y="504825"/>
                  </a:moveTo>
                  <a:cubicBezTo>
                    <a:pt x="131731" y="504825"/>
                    <a:pt x="23813" y="396907"/>
                    <a:pt x="23813" y="264319"/>
                  </a:cubicBezTo>
                  <a:cubicBezTo>
                    <a:pt x="23813" y="131731"/>
                    <a:pt x="131731" y="23813"/>
                    <a:pt x="264319" y="23813"/>
                  </a:cubicBezTo>
                  <a:cubicBezTo>
                    <a:pt x="396907" y="23813"/>
                    <a:pt x="504825" y="131731"/>
                    <a:pt x="504825" y="264319"/>
                  </a:cubicBezTo>
                  <a:cubicBezTo>
                    <a:pt x="504825" y="396907"/>
                    <a:pt x="396907" y="504825"/>
                    <a:pt x="264319" y="5048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412" name="Google Shape;3412;p96"/>
          <p:cNvGrpSpPr/>
          <p:nvPr/>
        </p:nvGrpSpPr>
        <p:grpSpPr>
          <a:xfrm>
            <a:off x="4897910" y="3712043"/>
            <a:ext cx="291143" cy="243727"/>
            <a:chOff x="10937247" y="1127341"/>
            <a:chExt cx="517588" cy="433292"/>
          </a:xfrm>
        </p:grpSpPr>
        <p:sp>
          <p:nvSpPr>
            <p:cNvPr id="3413" name="Google Shape;3413;p96"/>
            <p:cNvSpPr/>
            <p:nvPr/>
          </p:nvSpPr>
          <p:spPr>
            <a:xfrm>
              <a:off x="11118603" y="1279370"/>
              <a:ext cx="187454" cy="209635"/>
            </a:xfrm>
            <a:custGeom>
              <a:avLst/>
              <a:gdLst/>
              <a:ahLst/>
              <a:cxnLst/>
              <a:rect l="l" t="t" r="r" b="b"/>
              <a:pathLst>
                <a:path w="187454" h="209635" extrusionOk="0">
                  <a:moveTo>
                    <a:pt x="181356" y="92382"/>
                  </a:moveTo>
                  <a:lnTo>
                    <a:pt x="17716" y="1514"/>
                  </a:lnTo>
                  <a:cubicBezTo>
                    <a:pt x="14002" y="-582"/>
                    <a:pt x="9525" y="-486"/>
                    <a:pt x="5905" y="1704"/>
                  </a:cubicBezTo>
                  <a:cubicBezTo>
                    <a:pt x="2286" y="3800"/>
                    <a:pt x="0" y="7705"/>
                    <a:pt x="0" y="11991"/>
                  </a:cubicBezTo>
                  <a:lnTo>
                    <a:pt x="0" y="197729"/>
                  </a:lnTo>
                  <a:cubicBezTo>
                    <a:pt x="0" y="202015"/>
                    <a:pt x="2286" y="205920"/>
                    <a:pt x="6001" y="208016"/>
                  </a:cubicBezTo>
                  <a:cubicBezTo>
                    <a:pt x="7810" y="209064"/>
                    <a:pt x="9906" y="209635"/>
                    <a:pt x="11906" y="209635"/>
                  </a:cubicBezTo>
                  <a:cubicBezTo>
                    <a:pt x="13906" y="209635"/>
                    <a:pt x="16002" y="209064"/>
                    <a:pt x="17907" y="208016"/>
                  </a:cubicBezTo>
                  <a:lnTo>
                    <a:pt x="181547" y="113147"/>
                  </a:lnTo>
                  <a:cubicBezTo>
                    <a:pt x="185261" y="110956"/>
                    <a:pt x="187547" y="107051"/>
                    <a:pt x="187452" y="102765"/>
                  </a:cubicBezTo>
                  <a:cubicBezTo>
                    <a:pt x="187452" y="98478"/>
                    <a:pt x="185071" y="94573"/>
                    <a:pt x="181356" y="92478"/>
                  </a:cubicBezTo>
                  <a:close/>
                  <a:moveTo>
                    <a:pt x="23813" y="176964"/>
                  </a:moveTo>
                  <a:lnTo>
                    <a:pt x="23813" y="32089"/>
                  </a:lnTo>
                  <a:lnTo>
                    <a:pt x="151352" y="102955"/>
                  </a:lnTo>
                  <a:lnTo>
                    <a:pt x="23813" y="17696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14" name="Google Shape;3414;p96"/>
            <p:cNvSpPr/>
            <p:nvPr/>
          </p:nvSpPr>
          <p:spPr>
            <a:xfrm>
              <a:off x="10937247" y="1127341"/>
              <a:ext cx="517588" cy="433292"/>
            </a:xfrm>
            <a:custGeom>
              <a:avLst/>
              <a:gdLst/>
              <a:ahLst/>
              <a:cxnLst/>
              <a:rect l="l" t="t" r="r" b="b"/>
              <a:pathLst>
                <a:path w="517588" h="433292" extrusionOk="0">
                  <a:moveTo>
                    <a:pt x="498538" y="0"/>
                  </a:moveTo>
                  <a:lnTo>
                    <a:pt x="19050" y="0"/>
                  </a:lnTo>
                  <a:cubicBezTo>
                    <a:pt x="8573" y="0"/>
                    <a:pt x="0" y="8572"/>
                    <a:pt x="0" y="19050"/>
                  </a:cubicBezTo>
                  <a:lnTo>
                    <a:pt x="0" y="414242"/>
                  </a:lnTo>
                  <a:cubicBezTo>
                    <a:pt x="0" y="424720"/>
                    <a:pt x="8573" y="433292"/>
                    <a:pt x="19050" y="433292"/>
                  </a:cubicBezTo>
                  <a:lnTo>
                    <a:pt x="498538" y="433292"/>
                  </a:lnTo>
                  <a:cubicBezTo>
                    <a:pt x="509016" y="433292"/>
                    <a:pt x="517588" y="424720"/>
                    <a:pt x="517588" y="414242"/>
                  </a:cubicBezTo>
                  <a:lnTo>
                    <a:pt x="517588" y="19050"/>
                  </a:lnTo>
                  <a:cubicBezTo>
                    <a:pt x="517588" y="8572"/>
                    <a:pt x="509016" y="0"/>
                    <a:pt x="498538" y="0"/>
                  </a:cubicBezTo>
                  <a:close/>
                  <a:moveTo>
                    <a:pt x="479488" y="38100"/>
                  </a:moveTo>
                  <a:lnTo>
                    <a:pt x="479488" y="105251"/>
                  </a:lnTo>
                  <a:lnTo>
                    <a:pt x="38100" y="105251"/>
                  </a:lnTo>
                  <a:lnTo>
                    <a:pt x="38100" y="38100"/>
                  </a:lnTo>
                  <a:lnTo>
                    <a:pt x="479488" y="38100"/>
                  </a:lnTo>
                  <a:close/>
                  <a:moveTo>
                    <a:pt x="38100" y="395097"/>
                  </a:moveTo>
                  <a:lnTo>
                    <a:pt x="38100" y="128968"/>
                  </a:lnTo>
                  <a:lnTo>
                    <a:pt x="479488" y="128968"/>
                  </a:lnTo>
                  <a:lnTo>
                    <a:pt x="479488" y="395097"/>
                  </a:lnTo>
                  <a:lnTo>
                    <a:pt x="38100" y="39509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15" name="Google Shape;3415;p96"/>
            <p:cNvSpPr/>
            <p:nvPr/>
          </p:nvSpPr>
          <p:spPr>
            <a:xfrm>
              <a:off x="10998684" y="1186396"/>
              <a:ext cx="27900" cy="279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16" name="Google Shape;3416;p96"/>
            <p:cNvSpPr/>
            <p:nvPr/>
          </p:nvSpPr>
          <p:spPr>
            <a:xfrm>
              <a:off x="11042594" y="1186396"/>
              <a:ext cx="28003" cy="28003"/>
            </a:xfrm>
            <a:custGeom>
              <a:avLst/>
              <a:gdLst/>
              <a:ahLst/>
              <a:cxnLst/>
              <a:rect l="l" t="t" r="r" b="b"/>
              <a:pathLst>
                <a:path w="28003" h="28003" extrusionOk="0">
                  <a:moveTo>
                    <a:pt x="14002" y="28003"/>
                  </a:moveTo>
                  <a:cubicBezTo>
                    <a:pt x="21717" y="28003"/>
                    <a:pt x="28003" y="21717"/>
                    <a:pt x="28003" y="14002"/>
                  </a:cubicBezTo>
                  <a:cubicBezTo>
                    <a:pt x="28003" y="6287"/>
                    <a:pt x="21717" y="0"/>
                    <a:pt x="14002" y="0"/>
                  </a:cubicBezTo>
                  <a:cubicBezTo>
                    <a:pt x="6286" y="0"/>
                    <a:pt x="0" y="6287"/>
                    <a:pt x="0" y="14002"/>
                  </a:cubicBezTo>
                  <a:cubicBezTo>
                    <a:pt x="0" y="21717"/>
                    <a:pt x="6286" y="28003"/>
                    <a:pt x="14002" y="2800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417" name="Google Shape;3417;p96"/>
          <p:cNvSpPr/>
          <p:nvPr/>
        </p:nvSpPr>
        <p:spPr>
          <a:xfrm>
            <a:off x="7378257" y="3686170"/>
            <a:ext cx="294787" cy="295429"/>
          </a:xfrm>
          <a:custGeom>
            <a:avLst/>
            <a:gdLst/>
            <a:ahLst/>
            <a:cxnLst/>
            <a:rect l="l" t="t" r="r" b="b"/>
            <a:pathLst>
              <a:path w="524065" h="525208" extrusionOk="0">
                <a:moveTo>
                  <a:pt x="262033" y="0"/>
                </a:moveTo>
                <a:cubicBezTo>
                  <a:pt x="117539" y="0"/>
                  <a:pt x="0" y="117824"/>
                  <a:pt x="0" y="262604"/>
                </a:cubicBezTo>
                <a:cubicBezTo>
                  <a:pt x="0" y="282797"/>
                  <a:pt x="2286" y="302895"/>
                  <a:pt x="6858" y="322612"/>
                </a:cubicBezTo>
                <a:cubicBezTo>
                  <a:pt x="11430" y="342329"/>
                  <a:pt x="17907" y="360140"/>
                  <a:pt x="26480" y="377666"/>
                </a:cubicBezTo>
                <a:cubicBezTo>
                  <a:pt x="31242" y="387382"/>
                  <a:pt x="36767" y="396716"/>
                  <a:pt x="42672" y="405765"/>
                </a:cubicBezTo>
                <a:cubicBezTo>
                  <a:pt x="48197" y="414338"/>
                  <a:pt x="53721" y="422720"/>
                  <a:pt x="60198" y="430530"/>
                </a:cubicBezTo>
                <a:cubicBezTo>
                  <a:pt x="71152" y="443675"/>
                  <a:pt x="84011" y="455771"/>
                  <a:pt x="97250" y="466535"/>
                </a:cubicBezTo>
                <a:cubicBezTo>
                  <a:pt x="111252" y="477869"/>
                  <a:pt x="126397" y="487871"/>
                  <a:pt x="142399" y="496157"/>
                </a:cubicBezTo>
                <a:cubicBezTo>
                  <a:pt x="158401" y="504444"/>
                  <a:pt x="175736" y="511207"/>
                  <a:pt x="193358" y="516065"/>
                </a:cubicBezTo>
                <a:cubicBezTo>
                  <a:pt x="210979" y="520922"/>
                  <a:pt x="230029" y="523970"/>
                  <a:pt x="248793" y="524923"/>
                </a:cubicBezTo>
                <a:cubicBezTo>
                  <a:pt x="253175" y="525113"/>
                  <a:pt x="257651" y="525209"/>
                  <a:pt x="262033" y="525209"/>
                </a:cubicBezTo>
                <a:cubicBezTo>
                  <a:pt x="406527" y="525209"/>
                  <a:pt x="524066" y="407384"/>
                  <a:pt x="524066" y="262604"/>
                </a:cubicBezTo>
                <a:cubicBezTo>
                  <a:pt x="524066" y="117824"/>
                  <a:pt x="406527" y="0"/>
                  <a:pt x="262033" y="0"/>
                </a:cubicBezTo>
                <a:close/>
                <a:moveTo>
                  <a:pt x="462725" y="162973"/>
                </a:moveTo>
                <a:cubicBezTo>
                  <a:pt x="442532" y="155734"/>
                  <a:pt x="417862" y="151257"/>
                  <a:pt x="388144" y="149352"/>
                </a:cubicBezTo>
                <a:lnTo>
                  <a:pt x="326612" y="83630"/>
                </a:lnTo>
                <a:cubicBezTo>
                  <a:pt x="327374" y="74771"/>
                  <a:pt x="327184" y="60770"/>
                  <a:pt x="326612" y="47625"/>
                </a:cubicBezTo>
                <a:cubicBezTo>
                  <a:pt x="386239" y="65627"/>
                  <a:pt x="435388" y="107918"/>
                  <a:pt x="462725" y="162973"/>
                </a:cubicBezTo>
                <a:close/>
                <a:moveTo>
                  <a:pt x="313087" y="429101"/>
                </a:moveTo>
                <a:cubicBezTo>
                  <a:pt x="313087" y="429101"/>
                  <a:pt x="312325" y="429197"/>
                  <a:pt x="311944" y="429197"/>
                </a:cubicBezTo>
                <a:cubicBezTo>
                  <a:pt x="286226" y="431292"/>
                  <a:pt x="215265" y="418338"/>
                  <a:pt x="182594" y="405194"/>
                </a:cubicBezTo>
                <a:lnTo>
                  <a:pt x="152686" y="322421"/>
                </a:lnTo>
                <a:lnTo>
                  <a:pt x="242602" y="232220"/>
                </a:lnTo>
                <a:lnTo>
                  <a:pt x="326422" y="245269"/>
                </a:lnTo>
                <a:cubicBezTo>
                  <a:pt x="351282" y="280892"/>
                  <a:pt x="373856" y="333185"/>
                  <a:pt x="374618" y="366141"/>
                </a:cubicBezTo>
                <a:lnTo>
                  <a:pt x="312992" y="429101"/>
                </a:lnTo>
                <a:close/>
                <a:moveTo>
                  <a:pt x="61341" y="163068"/>
                </a:moveTo>
                <a:lnTo>
                  <a:pt x="107347" y="112967"/>
                </a:lnTo>
                <a:cubicBezTo>
                  <a:pt x="145066" y="114395"/>
                  <a:pt x="185928" y="118682"/>
                  <a:pt x="217456" y="137351"/>
                </a:cubicBezTo>
                <a:lnTo>
                  <a:pt x="223647" y="217551"/>
                </a:lnTo>
                <a:lnTo>
                  <a:pt x="132017" y="309372"/>
                </a:lnTo>
                <a:cubicBezTo>
                  <a:pt x="115824" y="304705"/>
                  <a:pt x="92393" y="298037"/>
                  <a:pt x="77343" y="294418"/>
                </a:cubicBezTo>
                <a:cubicBezTo>
                  <a:pt x="62484" y="258223"/>
                  <a:pt x="53721" y="220028"/>
                  <a:pt x="52102" y="184404"/>
                </a:cubicBezTo>
                <a:cubicBezTo>
                  <a:pt x="54864" y="177070"/>
                  <a:pt x="57912" y="169926"/>
                  <a:pt x="61341" y="163068"/>
                </a:cubicBezTo>
                <a:close/>
                <a:moveTo>
                  <a:pt x="302514" y="41815"/>
                </a:moveTo>
                <a:cubicBezTo>
                  <a:pt x="303181" y="55817"/>
                  <a:pt x="303467" y="70199"/>
                  <a:pt x="303086" y="78677"/>
                </a:cubicBezTo>
                <a:lnTo>
                  <a:pt x="222885" y="113348"/>
                </a:lnTo>
                <a:cubicBezTo>
                  <a:pt x="191548" y="96869"/>
                  <a:pt x="154781" y="91726"/>
                  <a:pt x="119825" y="89821"/>
                </a:cubicBezTo>
                <a:lnTo>
                  <a:pt x="119825" y="89345"/>
                </a:lnTo>
                <a:cubicBezTo>
                  <a:pt x="158591" y="57341"/>
                  <a:pt x="208121" y="38100"/>
                  <a:pt x="262128" y="38100"/>
                </a:cubicBezTo>
                <a:cubicBezTo>
                  <a:pt x="275939" y="38100"/>
                  <a:pt x="289465" y="39434"/>
                  <a:pt x="302609" y="41815"/>
                </a:cubicBezTo>
                <a:close/>
                <a:moveTo>
                  <a:pt x="38386" y="252317"/>
                </a:moveTo>
                <a:cubicBezTo>
                  <a:pt x="43244" y="271653"/>
                  <a:pt x="49720" y="290989"/>
                  <a:pt x="57817" y="309658"/>
                </a:cubicBezTo>
                <a:cubicBezTo>
                  <a:pt x="58103" y="310420"/>
                  <a:pt x="58579" y="311182"/>
                  <a:pt x="58865" y="311849"/>
                </a:cubicBezTo>
                <a:lnTo>
                  <a:pt x="52483" y="341662"/>
                </a:lnTo>
                <a:cubicBezTo>
                  <a:pt x="43244" y="317087"/>
                  <a:pt x="38100" y="290417"/>
                  <a:pt x="38100" y="262604"/>
                </a:cubicBezTo>
                <a:cubicBezTo>
                  <a:pt x="38100" y="259175"/>
                  <a:pt x="38195" y="255746"/>
                  <a:pt x="38386" y="252317"/>
                </a:cubicBezTo>
                <a:close/>
                <a:moveTo>
                  <a:pt x="131445" y="444818"/>
                </a:moveTo>
                <a:lnTo>
                  <a:pt x="168593" y="425101"/>
                </a:lnTo>
                <a:cubicBezTo>
                  <a:pt x="202216" y="440055"/>
                  <a:pt x="270605" y="452819"/>
                  <a:pt x="304514" y="453295"/>
                </a:cubicBezTo>
                <a:lnTo>
                  <a:pt x="326041" y="477869"/>
                </a:lnTo>
                <a:cubicBezTo>
                  <a:pt x="305753" y="483965"/>
                  <a:pt x="284321" y="487204"/>
                  <a:pt x="262128" y="487204"/>
                </a:cubicBezTo>
                <a:cubicBezTo>
                  <a:pt x="213360" y="487204"/>
                  <a:pt x="168307" y="471488"/>
                  <a:pt x="131445" y="444913"/>
                </a:cubicBezTo>
                <a:close/>
                <a:moveTo>
                  <a:pt x="458915" y="369570"/>
                </a:moveTo>
                <a:lnTo>
                  <a:pt x="458915" y="368618"/>
                </a:lnTo>
                <a:cubicBezTo>
                  <a:pt x="458915" y="368618"/>
                  <a:pt x="398240" y="360331"/>
                  <a:pt x="398240" y="360331"/>
                </a:cubicBezTo>
                <a:cubicBezTo>
                  <a:pt x="395573" y="322993"/>
                  <a:pt x="373856" y="274987"/>
                  <a:pt x="351949" y="240697"/>
                </a:cubicBezTo>
                <a:lnTo>
                  <a:pt x="388144" y="173260"/>
                </a:lnTo>
                <a:cubicBezTo>
                  <a:pt x="427196" y="176022"/>
                  <a:pt x="455867" y="183166"/>
                  <a:pt x="475679" y="195358"/>
                </a:cubicBezTo>
                <a:cubicBezTo>
                  <a:pt x="482346" y="216599"/>
                  <a:pt x="485966" y="239173"/>
                  <a:pt x="485966" y="262604"/>
                </a:cubicBezTo>
                <a:cubicBezTo>
                  <a:pt x="485966" y="301276"/>
                  <a:pt x="476155" y="337757"/>
                  <a:pt x="458915" y="36957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418" name="Google Shape;3418;p96"/>
          <p:cNvGrpSpPr/>
          <p:nvPr/>
        </p:nvGrpSpPr>
        <p:grpSpPr>
          <a:xfrm>
            <a:off x="8048770" y="3721412"/>
            <a:ext cx="294680" cy="224974"/>
            <a:chOff x="9811343" y="2749449"/>
            <a:chExt cx="523875" cy="399954"/>
          </a:xfrm>
        </p:grpSpPr>
        <p:sp>
          <p:nvSpPr>
            <p:cNvPr id="3419" name="Google Shape;3419;p96"/>
            <p:cNvSpPr/>
            <p:nvPr/>
          </p:nvSpPr>
          <p:spPr>
            <a:xfrm>
              <a:off x="10039562" y="2791073"/>
              <a:ext cx="15049" cy="15049"/>
            </a:xfrm>
            <a:custGeom>
              <a:avLst/>
              <a:gdLst/>
              <a:ahLst/>
              <a:cxnLst/>
              <a:rect l="l" t="t" r="r" b="b"/>
              <a:pathLst>
                <a:path w="15049" h="15049" extrusionOk="0">
                  <a:moveTo>
                    <a:pt x="7525" y="15050"/>
                  </a:moveTo>
                  <a:cubicBezTo>
                    <a:pt x="11716" y="15050"/>
                    <a:pt x="15049" y="11716"/>
                    <a:pt x="15049" y="7525"/>
                  </a:cubicBezTo>
                  <a:cubicBezTo>
                    <a:pt x="15049" y="3334"/>
                    <a:pt x="11716" y="0"/>
                    <a:pt x="7525" y="0"/>
                  </a:cubicBezTo>
                  <a:cubicBezTo>
                    <a:pt x="3334" y="0"/>
                    <a:pt x="0" y="3334"/>
                    <a:pt x="0" y="7525"/>
                  </a:cubicBezTo>
                  <a:cubicBezTo>
                    <a:pt x="0" y="11716"/>
                    <a:pt x="3429" y="15050"/>
                    <a:pt x="7525" y="1505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20" name="Google Shape;3420;p96"/>
            <p:cNvSpPr/>
            <p:nvPr/>
          </p:nvSpPr>
          <p:spPr>
            <a:xfrm>
              <a:off x="10069756" y="2791073"/>
              <a:ext cx="15049" cy="15049"/>
            </a:xfrm>
            <a:custGeom>
              <a:avLst/>
              <a:gdLst/>
              <a:ahLst/>
              <a:cxnLst/>
              <a:rect l="l" t="t" r="r" b="b"/>
              <a:pathLst>
                <a:path w="15049" h="15049" extrusionOk="0">
                  <a:moveTo>
                    <a:pt x="7525" y="15050"/>
                  </a:moveTo>
                  <a:cubicBezTo>
                    <a:pt x="11716" y="15050"/>
                    <a:pt x="15049" y="11716"/>
                    <a:pt x="15049" y="7525"/>
                  </a:cubicBezTo>
                  <a:cubicBezTo>
                    <a:pt x="15049" y="3334"/>
                    <a:pt x="11716" y="0"/>
                    <a:pt x="7525" y="0"/>
                  </a:cubicBezTo>
                  <a:cubicBezTo>
                    <a:pt x="3334" y="0"/>
                    <a:pt x="0" y="3334"/>
                    <a:pt x="0" y="7525"/>
                  </a:cubicBezTo>
                  <a:cubicBezTo>
                    <a:pt x="0" y="11716"/>
                    <a:pt x="3429" y="15050"/>
                    <a:pt x="7525" y="1505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21" name="Google Shape;3421;p96"/>
            <p:cNvSpPr/>
            <p:nvPr/>
          </p:nvSpPr>
          <p:spPr>
            <a:xfrm>
              <a:off x="10099951" y="2791073"/>
              <a:ext cx="15049" cy="15049"/>
            </a:xfrm>
            <a:custGeom>
              <a:avLst/>
              <a:gdLst/>
              <a:ahLst/>
              <a:cxnLst/>
              <a:rect l="l" t="t" r="r" b="b"/>
              <a:pathLst>
                <a:path w="15049" h="15049" extrusionOk="0">
                  <a:moveTo>
                    <a:pt x="7525" y="15050"/>
                  </a:moveTo>
                  <a:cubicBezTo>
                    <a:pt x="11716" y="15050"/>
                    <a:pt x="15049" y="11716"/>
                    <a:pt x="15049" y="7525"/>
                  </a:cubicBezTo>
                  <a:cubicBezTo>
                    <a:pt x="15049" y="3334"/>
                    <a:pt x="11716" y="0"/>
                    <a:pt x="7525" y="0"/>
                  </a:cubicBezTo>
                  <a:cubicBezTo>
                    <a:pt x="3334" y="0"/>
                    <a:pt x="0" y="3334"/>
                    <a:pt x="0" y="7525"/>
                  </a:cubicBezTo>
                  <a:cubicBezTo>
                    <a:pt x="0" y="11716"/>
                    <a:pt x="3429" y="15050"/>
                    <a:pt x="7525" y="1505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22" name="Google Shape;3422;p96"/>
            <p:cNvSpPr/>
            <p:nvPr/>
          </p:nvSpPr>
          <p:spPr>
            <a:xfrm>
              <a:off x="9811343" y="2749449"/>
              <a:ext cx="523875" cy="399954"/>
            </a:xfrm>
            <a:custGeom>
              <a:avLst/>
              <a:gdLst/>
              <a:ahLst/>
              <a:cxnLst/>
              <a:rect l="l" t="t" r="r" b="b"/>
              <a:pathLst>
                <a:path w="523875" h="399954" extrusionOk="0">
                  <a:moveTo>
                    <a:pt x="504825" y="0"/>
                  </a:moveTo>
                  <a:lnTo>
                    <a:pt x="201168" y="0"/>
                  </a:lnTo>
                  <a:cubicBezTo>
                    <a:pt x="190691" y="0"/>
                    <a:pt x="182118" y="8573"/>
                    <a:pt x="182118" y="19050"/>
                  </a:cubicBezTo>
                  <a:lnTo>
                    <a:pt x="182118" y="111633"/>
                  </a:lnTo>
                  <a:lnTo>
                    <a:pt x="19050" y="111633"/>
                  </a:lnTo>
                  <a:cubicBezTo>
                    <a:pt x="8573" y="111633"/>
                    <a:pt x="0" y="120206"/>
                    <a:pt x="0" y="130683"/>
                  </a:cubicBezTo>
                  <a:lnTo>
                    <a:pt x="0" y="380905"/>
                  </a:lnTo>
                  <a:cubicBezTo>
                    <a:pt x="0" y="391382"/>
                    <a:pt x="8573" y="399955"/>
                    <a:pt x="19050" y="399955"/>
                  </a:cubicBezTo>
                  <a:lnTo>
                    <a:pt x="322707" y="399955"/>
                  </a:lnTo>
                  <a:cubicBezTo>
                    <a:pt x="333185" y="399955"/>
                    <a:pt x="341757" y="391382"/>
                    <a:pt x="341757" y="380905"/>
                  </a:cubicBezTo>
                  <a:lnTo>
                    <a:pt x="341757" y="288322"/>
                  </a:lnTo>
                  <a:lnTo>
                    <a:pt x="504825" y="288322"/>
                  </a:lnTo>
                  <a:cubicBezTo>
                    <a:pt x="515303" y="288322"/>
                    <a:pt x="523875" y="279749"/>
                    <a:pt x="523875" y="269272"/>
                  </a:cubicBezTo>
                  <a:lnTo>
                    <a:pt x="523875" y="19050"/>
                  </a:lnTo>
                  <a:cubicBezTo>
                    <a:pt x="523875" y="8573"/>
                    <a:pt x="515303" y="0"/>
                    <a:pt x="504825" y="0"/>
                  </a:cubicBezTo>
                  <a:close/>
                  <a:moveTo>
                    <a:pt x="485775" y="38100"/>
                  </a:moveTo>
                  <a:lnTo>
                    <a:pt x="485775" y="61055"/>
                  </a:lnTo>
                  <a:lnTo>
                    <a:pt x="220218" y="61055"/>
                  </a:lnTo>
                  <a:lnTo>
                    <a:pt x="220218" y="38100"/>
                  </a:lnTo>
                  <a:lnTo>
                    <a:pt x="485775" y="38100"/>
                  </a:lnTo>
                  <a:close/>
                  <a:moveTo>
                    <a:pt x="303657" y="149828"/>
                  </a:moveTo>
                  <a:lnTo>
                    <a:pt x="303657" y="172784"/>
                  </a:lnTo>
                  <a:lnTo>
                    <a:pt x="38100" y="172784"/>
                  </a:lnTo>
                  <a:lnTo>
                    <a:pt x="38100" y="149828"/>
                  </a:lnTo>
                  <a:lnTo>
                    <a:pt x="303657" y="149828"/>
                  </a:lnTo>
                  <a:close/>
                  <a:moveTo>
                    <a:pt x="38100" y="361950"/>
                  </a:moveTo>
                  <a:lnTo>
                    <a:pt x="38100" y="200882"/>
                  </a:lnTo>
                  <a:lnTo>
                    <a:pt x="303657" y="200882"/>
                  </a:lnTo>
                  <a:lnTo>
                    <a:pt x="303657" y="361950"/>
                  </a:lnTo>
                  <a:lnTo>
                    <a:pt x="38100" y="361950"/>
                  </a:lnTo>
                  <a:close/>
                  <a:moveTo>
                    <a:pt x="341757" y="250317"/>
                  </a:moveTo>
                  <a:lnTo>
                    <a:pt x="341757" y="130778"/>
                  </a:lnTo>
                  <a:cubicBezTo>
                    <a:pt x="341757" y="120301"/>
                    <a:pt x="333185" y="111728"/>
                    <a:pt x="322707" y="111728"/>
                  </a:cubicBezTo>
                  <a:lnTo>
                    <a:pt x="220218" y="111728"/>
                  </a:lnTo>
                  <a:lnTo>
                    <a:pt x="220218" y="89249"/>
                  </a:lnTo>
                  <a:lnTo>
                    <a:pt x="485775" y="89249"/>
                  </a:lnTo>
                  <a:lnTo>
                    <a:pt x="485775" y="250317"/>
                  </a:lnTo>
                  <a:lnTo>
                    <a:pt x="341757" y="25031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23" name="Google Shape;3423;p96"/>
            <p:cNvSpPr/>
            <p:nvPr/>
          </p:nvSpPr>
          <p:spPr>
            <a:xfrm>
              <a:off x="9857444" y="2902706"/>
              <a:ext cx="15049" cy="15049"/>
            </a:xfrm>
            <a:custGeom>
              <a:avLst/>
              <a:gdLst/>
              <a:ahLst/>
              <a:cxnLst/>
              <a:rect l="l" t="t" r="r" b="b"/>
              <a:pathLst>
                <a:path w="15049" h="15049" extrusionOk="0">
                  <a:moveTo>
                    <a:pt x="7525" y="15049"/>
                  </a:moveTo>
                  <a:cubicBezTo>
                    <a:pt x="11716" y="15049"/>
                    <a:pt x="15049" y="11716"/>
                    <a:pt x="15049" y="7525"/>
                  </a:cubicBezTo>
                  <a:cubicBezTo>
                    <a:pt x="15049" y="3334"/>
                    <a:pt x="11716" y="0"/>
                    <a:pt x="7525" y="0"/>
                  </a:cubicBezTo>
                  <a:cubicBezTo>
                    <a:pt x="3334" y="0"/>
                    <a:pt x="0" y="3334"/>
                    <a:pt x="0" y="7525"/>
                  </a:cubicBezTo>
                  <a:cubicBezTo>
                    <a:pt x="0" y="11716"/>
                    <a:pt x="3429" y="15049"/>
                    <a:pt x="7525" y="1504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24" name="Google Shape;3424;p96"/>
            <p:cNvSpPr/>
            <p:nvPr/>
          </p:nvSpPr>
          <p:spPr>
            <a:xfrm>
              <a:off x="9887638" y="2902706"/>
              <a:ext cx="15049" cy="15049"/>
            </a:xfrm>
            <a:custGeom>
              <a:avLst/>
              <a:gdLst/>
              <a:ahLst/>
              <a:cxnLst/>
              <a:rect l="l" t="t" r="r" b="b"/>
              <a:pathLst>
                <a:path w="15049" h="15049" extrusionOk="0">
                  <a:moveTo>
                    <a:pt x="7525" y="15049"/>
                  </a:moveTo>
                  <a:cubicBezTo>
                    <a:pt x="11716" y="15049"/>
                    <a:pt x="15049" y="11716"/>
                    <a:pt x="15049" y="7525"/>
                  </a:cubicBezTo>
                  <a:cubicBezTo>
                    <a:pt x="15049" y="3334"/>
                    <a:pt x="11716" y="0"/>
                    <a:pt x="7525" y="0"/>
                  </a:cubicBezTo>
                  <a:cubicBezTo>
                    <a:pt x="3334" y="0"/>
                    <a:pt x="0" y="3334"/>
                    <a:pt x="0" y="7525"/>
                  </a:cubicBezTo>
                  <a:cubicBezTo>
                    <a:pt x="0" y="11716"/>
                    <a:pt x="3429" y="15049"/>
                    <a:pt x="7525" y="1504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25" name="Google Shape;3425;p96"/>
            <p:cNvSpPr/>
            <p:nvPr/>
          </p:nvSpPr>
          <p:spPr>
            <a:xfrm>
              <a:off x="9917833" y="2902706"/>
              <a:ext cx="15049" cy="15049"/>
            </a:xfrm>
            <a:custGeom>
              <a:avLst/>
              <a:gdLst/>
              <a:ahLst/>
              <a:cxnLst/>
              <a:rect l="l" t="t" r="r" b="b"/>
              <a:pathLst>
                <a:path w="15049" h="15049" extrusionOk="0">
                  <a:moveTo>
                    <a:pt x="7525" y="15049"/>
                  </a:moveTo>
                  <a:cubicBezTo>
                    <a:pt x="11716" y="15049"/>
                    <a:pt x="15049" y="11716"/>
                    <a:pt x="15049" y="7525"/>
                  </a:cubicBezTo>
                  <a:cubicBezTo>
                    <a:pt x="15049" y="3334"/>
                    <a:pt x="11716" y="0"/>
                    <a:pt x="7525" y="0"/>
                  </a:cubicBezTo>
                  <a:cubicBezTo>
                    <a:pt x="3334" y="0"/>
                    <a:pt x="0" y="3334"/>
                    <a:pt x="0" y="7525"/>
                  </a:cubicBezTo>
                  <a:cubicBezTo>
                    <a:pt x="0" y="11716"/>
                    <a:pt x="3429" y="15049"/>
                    <a:pt x="7525" y="1504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426" name="Google Shape;3426;p96"/>
          <p:cNvGrpSpPr/>
          <p:nvPr/>
        </p:nvGrpSpPr>
        <p:grpSpPr>
          <a:xfrm>
            <a:off x="6773608" y="3685115"/>
            <a:ext cx="211633" cy="297546"/>
            <a:chOff x="2503377" y="3469720"/>
            <a:chExt cx="376237" cy="528970"/>
          </a:xfrm>
        </p:grpSpPr>
        <p:sp>
          <p:nvSpPr>
            <p:cNvPr id="3427" name="Google Shape;3427;p96"/>
            <p:cNvSpPr/>
            <p:nvPr/>
          </p:nvSpPr>
          <p:spPr>
            <a:xfrm>
              <a:off x="2533263" y="3571494"/>
              <a:ext cx="316283" cy="427196"/>
            </a:xfrm>
            <a:custGeom>
              <a:avLst/>
              <a:gdLst/>
              <a:ahLst/>
              <a:cxnLst/>
              <a:rect l="l" t="t" r="r" b="b"/>
              <a:pathLst>
                <a:path w="316283" h="427196" extrusionOk="0">
                  <a:moveTo>
                    <a:pt x="315491" y="409670"/>
                  </a:moveTo>
                  <a:lnTo>
                    <a:pt x="230147" y="196406"/>
                  </a:lnTo>
                  <a:cubicBezTo>
                    <a:pt x="229861" y="194977"/>
                    <a:pt x="229385" y="193643"/>
                    <a:pt x="228623" y="192405"/>
                  </a:cubicBezTo>
                  <a:cubicBezTo>
                    <a:pt x="228623" y="192405"/>
                    <a:pt x="228623" y="192405"/>
                    <a:pt x="228623" y="192405"/>
                  </a:cubicBezTo>
                  <a:lnTo>
                    <a:pt x="181093" y="73628"/>
                  </a:lnTo>
                  <a:cubicBezTo>
                    <a:pt x="191666" y="66389"/>
                    <a:pt x="198619" y="54197"/>
                    <a:pt x="198619" y="40386"/>
                  </a:cubicBezTo>
                  <a:cubicBezTo>
                    <a:pt x="198619" y="18098"/>
                    <a:pt x="180522" y="0"/>
                    <a:pt x="158233" y="0"/>
                  </a:cubicBezTo>
                  <a:cubicBezTo>
                    <a:pt x="135945" y="0"/>
                    <a:pt x="117847" y="18098"/>
                    <a:pt x="117847" y="40386"/>
                  </a:cubicBezTo>
                  <a:cubicBezTo>
                    <a:pt x="117847" y="54197"/>
                    <a:pt x="124801" y="66389"/>
                    <a:pt x="135373" y="73628"/>
                  </a:cubicBezTo>
                  <a:lnTo>
                    <a:pt x="46124" y="296704"/>
                  </a:lnTo>
                  <a:cubicBezTo>
                    <a:pt x="45457" y="297847"/>
                    <a:pt x="44886" y="299085"/>
                    <a:pt x="44600" y="300419"/>
                  </a:cubicBezTo>
                  <a:lnTo>
                    <a:pt x="785" y="409861"/>
                  </a:lnTo>
                  <a:cubicBezTo>
                    <a:pt x="118" y="411575"/>
                    <a:pt x="-72" y="413290"/>
                    <a:pt x="23" y="415004"/>
                  </a:cubicBezTo>
                  <a:cubicBezTo>
                    <a:pt x="23" y="416814"/>
                    <a:pt x="214" y="418529"/>
                    <a:pt x="976" y="420243"/>
                  </a:cubicBezTo>
                  <a:cubicBezTo>
                    <a:pt x="2976" y="424625"/>
                    <a:pt x="7262" y="427196"/>
                    <a:pt x="11834" y="427196"/>
                  </a:cubicBezTo>
                  <a:cubicBezTo>
                    <a:pt x="13453" y="427196"/>
                    <a:pt x="15168" y="426815"/>
                    <a:pt x="16787" y="426149"/>
                  </a:cubicBezTo>
                  <a:lnTo>
                    <a:pt x="157567" y="361760"/>
                  </a:lnTo>
                  <a:lnTo>
                    <a:pt x="299489" y="426149"/>
                  </a:lnTo>
                  <a:cubicBezTo>
                    <a:pt x="301108" y="426911"/>
                    <a:pt x="302728" y="427196"/>
                    <a:pt x="304442" y="427196"/>
                  </a:cubicBezTo>
                  <a:cubicBezTo>
                    <a:pt x="309014" y="427196"/>
                    <a:pt x="313300" y="424625"/>
                    <a:pt x="315300" y="420243"/>
                  </a:cubicBezTo>
                  <a:cubicBezTo>
                    <a:pt x="316063" y="418529"/>
                    <a:pt x="316348" y="416719"/>
                    <a:pt x="316253" y="415004"/>
                  </a:cubicBezTo>
                  <a:cubicBezTo>
                    <a:pt x="316348" y="413290"/>
                    <a:pt x="316253" y="411575"/>
                    <a:pt x="315491" y="409861"/>
                  </a:cubicBezTo>
                  <a:close/>
                  <a:moveTo>
                    <a:pt x="103750" y="216503"/>
                  </a:moveTo>
                  <a:lnTo>
                    <a:pt x="135945" y="237458"/>
                  </a:lnTo>
                  <a:lnTo>
                    <a:pt x="81367" y="272320"/>
                  </a:lnTo>
                  <a:lnTo>
                    <a:pt x="103655" y="216503"/>
                  </a:lnTo>
                  <a:close/>
                  <a:moveTo>
                    <a:pt x="112799" y="194024"/>
                  </a:moveTo>
                  <a:lnTo>
                    <a:pt x="158233" y="80582"/>
                  </a:lnTo>
                  <a:lnTo>
                    <a:pt x="203668" y="194215"/>
                  </a:lnTo>
                  <a:lnTo>
                    <a:pt x="158043" y="223361"/>
                  </a:lnTo>
                  <a:lnTo>
                    <a:pt x="112799" y="194024"/>
                  </a:lnTo>
                  <a:close/>
                  <a:moveTo>
                    <a:pt x="157948" y="251651"/>
                  </a:moveTo>
                  <a:lnTo>
                    <a:pt x="233386" y="300704"/>
                  </a:lnTo>
                  <a:lnTo>
                    <a:pt x="157567" y="335375"/>
                  </a:lnTo>
                  <a:lnTo>
                    <a:pt x="81176" y="300704"/>
                  </a:lnTo>
                  <a:lnTo>
                    <a:pt x="157852" y="251651"/>
                  </a:lnTo>
                  <a:close/>
                  <a:moveTo>
                    <a:pt x="179950" y="237649"/>
                  </a:moveTo>
                  <a:lnTo>
                    <a:pt x="212621" y="216694"/>
                  </a:lnTo>
                  <a:lnTo>
                    <a:pt x="235386" y="273653"/>
                  </a:lnTo>
                  <a:lnTo>
                    <a:pt x="179855" y="237649"/>
                  </a:lnTo>
                  <a:close/>
                  <a:moveTo>
                    <a:pt x="33456" y="392144"/>
                  </a:moveTo>
                  <a:lnTo>
                    <a:pt x="62888" y="318516"/>
                  </a:lnTo>
                  <a:lnTo>
                    <a:pt x="128801" y="348425"/>
                  </a:lnTo>
                  <a:lnTo>
                    <a:pt x="33360" y="392049"/>
                  </a:lnTo>
                  <a:close/>
                  <a:moveTo>
                    <a:pt x="253102" y="317849"/>
                  </a:moveTo>
                  <a:lnTo>
                    <a:pt x="282916" y="392335"/>
                  </a:lnTo>
                  <a:lnTo>
                    <a:pt x="186237" y="348425"/>
                  </a:lnTo>
                  <a:lnTo>
                    <a:pt x="253102" y="31784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28" name="Google Shape;3428;p96"/>
            <p:cNvSpPr/>
            <p:nvPr/>
          </p:nvSpPr>
          <p:spPr>
            <a:xfrm>
              <a:off x="2765511" y="3503396"/>
              <a:ext cx="67050" cy="209067"/>
            </a:xfrm>
            <a:custGeom>
              <a:avLst/>
              <a:gdLst/>
              <a:ahLst/>
              <a:cxnLst/>
              <a:rect l="l" t="t" r="r" b="b"/>
              <a:pathLst>
                <a:path w="67050" h="209067" extrusionOk="0">
                  <a:moveTo>
                    <a:pt x="43142" y="108293"/>
                  </a:moveTo>
                  <a:cubicBezTo>
                    <a:pt x="43142" y="138392"/>
                    <a:pt x="31712" y="167063"/>
                    <a:pt x="11043" y="188970"/>
                  </a:cubicBezTo>
                  <a:cubicBezTo>
                    <a:pt x="6566" y="193733"/>
                    <a:pt x="6757" y="201257"/>
                    <a:pt x="11519" y="205829"/>
                  </a:cubicBezTo>
                  <a:cubicBezTo>
                    <a:pt x="13805" y="208020"/>
                    <a:pt x="16758" y="209068"/>
                    <a:pt x="19711" y="209068"/>
                  </a:cubicBezTo>
                  <a:cubicBezTo>
                    <a:pt x="22854" y="209068"/>
                    <a:pt x="25997" y="207830"/>
                    <a:pt x="28379" y="205353"/>
                  </a:cubicBezTo>
                  <a:cubicBezTo>
                    <a:pt x="53334" y="179064"/>
                    <a:pt x="67050" y="144584"/>
                    <a:pt x="67050" y="108293"/>
                  </a:cubicBezTo>
                  <a:cubicBezTo>
                    <a:pt x="67050" y="68193"/>
                    <a:pt x="49905" y="29807"/>
                    <a:pt x="19901" y="3042"/>
                  </a:cubicBezTo>
                  <a:cubicBezTo>
                    <a:pt x="15044" y="-1339"/>
                    <a:pt x="7519" y="-958"/>
                    <a:pt x="3042" y="3995"/>
                  </a:cubicBezTo>
                  <a:cubicBezTo>
                    <a:pt x="-1339" y="8948"/>
                    <a:pt x="-958" y="16472"/>
                    <a:pt x="3995" y="20854"/>
                  </a:cubicBezTo>
                  <a:cubicBezTo>
                    <a:pt x="28855" y="43047"/>
                    <a:pt x="43142" y="74956"/>
                    <a:pt x="43142" y="10829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29" name="Google Shape;3429;p96"/>
            <p:cNvSpPr/>
            <p:nvPr/>
          </p:nvSpPr>
          <p:spPr>
            <a:xfrm>
              <a:off x="2798377" y="3469720"/>
              <a:ext cx="81237" cy="276652"/>
            </a:xfrm>
            <a:custGeom>
              <a:avLst/>
              <a:gdLst/>
              <a:ahLst/>
              <a:cxnLst/>
              <a:rect l="l" t="t" r="r" b="b"/>
              <a:pathLst>
                <a:path w="81237" h="276652" extrusionOk="0">
                  <a:moveTo>
                    <a:pt x="57425" y="141969"/>
                  </a:moveTo>
                  <a:cubicBezTo>
                    <a:pt x="57425" y="184927"/>
                    <a:pt x="40947" y="225599"/>
                    <a:pt x="10943" y="256460"/>
                  </a:cubicBezTo>
                  <a:cubicBezTo>
                    <a:pt x="6371" y="261222"/>
                    <a:pt x="6466" y="268747"/>
                    <a:pt x="11229" y="273319"/>
                  </a:cubicBezTo>
                  <a:cubicBezTo>
                    <a:pt x="13515" y="275605"/>
                    <a:pt x="16563" y="276653"/>
                    <a:pt x="19516" y="276653"/>
                  </a:cubicBezTo>
                  <a:cubicBezTo>
                    <a:pt x="22468" y="276653"/>
                    <a:pt x="25707" y="275415"/>
                    <a:pt x="28088" y="273033"/>
                  </a:cubicBezTo>
                  <a:cubicBezTo>
                    <a:pt x="62378" y="237696"/>
                    <a:pt x="81238" y="191214"/>
                    <a:pt x="81238" y="141969"/>
                  </a:cubicBezTo>
                  <a:cubicBezTo>
                    <a:pt x="81238" y="89296"/>
                    <a:pt x="58949" y="38623"/>
                    <a:pt x="19992" y="3095"/>
                  </a:cubicBezTo>
                  <a:cubicBezTo>
                    <a:pt x="15134" y="-1287"/>
                    <a:pt x="7609" y="-1001"/>
                    <a:pt x="3133" y="3857"/>
                  </a:cubicBezTo>
                  <a:cubicBezTo>
                    <a:pt x="-1344" y="8715"/>
                    <a:pt x="-963" y="16239"/>
                    <a:pt x="3895" y="20716"/>
                  </a:cubicBezTo>
                  <a:cubicBezTo>
                    <a:pt x="37899" y="51768"/>
                    <a:pt x="57425" y="96059"/>
                    <a:pt x="57425" y="14206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30" name="Google Shape;3430;p96"/>
            <p:cNvSpPr/>
            <p:nvPr/>
          </p:nvSpPr>
          <p:spPr>
            <a:xfrm>
              <a:off x="2731932" y="3536301"/>
              <a:ext cx="53766" cy="142825"/>
            </a:xfrm>
            <a:custGeom>
              <a:avLst/>
              <a:gdLst/>
              <a:ahLst/>
              <a:cxnLst/>
              <a:rect l="l" t="t" r="r" b="b"/>
              <a:pathLst>
                <a:path w="53766" h="142825" extrusionOk="0">
                  <a:moveTo>
                    <a:pt x="29954" y="75388"/>
                  </a:moveTo>
                  <a:cubicBezTo>
                    <a:pt x="29954" y="93009"/>
                    <a:pt x="23477" y="109869"/>
                    <a:pt x="11666" y="122823"/>
                  </a:cubicBezTo>
                  <a:cubicBezTo>
                    <a:pt x="7284" y="127680"/>
                    <a:pt x="7570" y="135205"/>
                    <a:pt x="12428" y="139682"/>
                  </a:cubicBezTo>
                  <a:cubicBezTo>
                    <a:pt x="14714" y="141777"/>
                    <a:pt x="17571" y="142825"/>
                    <a:pt x="20429" y="142825"/>
                  </a:cubicBezTo>
                  <a:cubicBezTo>
                    <a:pt x="23667" y="142825"/>
                    <a:pt x="26906" y="141492"/>
                    <a:pt x="29192" y="138920"/>
                  </a:cubicBezTo>
                  <a:cubicBezTo>
                    <a:pt x="45003" y="121584"/>
                    <a:pt x="53766" y="99010"/>
                    <a:pt x="53766" y="75483"/>
                  </a:cubicBezTo>
                  <a:cubicBezTo>
                    <a:pt x="53766" y="47289"/>
                    <a:pt x="41289" y="20715"/>
                    <a:pt x="19476" y="2712"/>
                  </a:cubicBezTo>
                  <a:cubicBezTo>
                    <a:pt x="14428" y="-1479"/>
                    <a:pt x="6903" y="-717"/>
                    <a:pt x="2712" y="4332"/>
                  </a:cubicBezTo>
                  <a:cubicBezTo>
                    <a:pt x="-1479" y="9380"/>
                    <a:pt x="-717" y="16905"/>
                    <a:pt x="4332" y="21096"/>
                  </a:cubicBezTo>
                  <a:cubicBezTo>
                    <a:pt x="20619" y="34526"/>
                    <a:pt x="29954" y="54433"/>
                    <a:pt x="29954" y="7548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31" name="Google Shape;3431;p96"/>
            <p:cNvSpPr/>
            <p:nvPr/>
          </p:nvSpPr>
          <p:spPr>
            <a:xfrm>
              <a:off x="2503377" y="3470115"/>
              <a:ext cx="80519" cy="275591"/>
            </a:xfrm>
            <a:custGeom>
              <a:avLst/>
              <a:gdLst/>
              <a:ahLst/>
              <a:cxnLst/>
              <a:rect l="l" t="t" r="r" b="b"/>
              <a:pathLst>
                <a:path w="80519" h="275591" extrusionOk="0">
                  <a:moveTo>
                    <a:pt x="60960" y="275591"/>
                  </a:moveTo>
                  <a:cubicBezTo>
                    <a:pt x="63913" y="275591"/>
                    <a:pt x="66866" y="274448"/>
                    <a:pt x="69247" y="272257"/>
                  </a:cubicBezTo>
                  <a:cubicBezTo>
                    <a:pt x="74009" y="267685"/>
                    <a:pt x="74104" y="260161"/>
                    <a:pt x="69628" y="255398"/>
                  </a:cubicBezTo>
                  <a:cubicBezTo>
                    <a:pt x="40100" y="224632"/>
                    <a:pt x="23813" y="184151"/>
                    <a:pt x="23813" y="141479"/>
                  </a:cubicBezTo>
                  <a:cubicBezTo>
                    <a:pt x="23813" y="95759"/>
                    <a:pt x="43053" y="51754"/>
                    <a:pt x="76676" y="20702"/>
                  </a:cubicBezTo>
                  <a:cubicBezTo>
                    <a:pt x="81534" y="16225"/>
                    <a:pt x="81820" y="8701"/>
                    <a:pt x="77343" y="3843"/>
                  </a:cubicBezTo>
                  <a:cubicBezTo>
                    <a:pt x="72866" y="-1015"/>
                    <a:pt x="65341" y="-1301"/>
                    <a:pt x="60484" y="3176"/>
                  </a:cubicBezTo>
                  <a:cubicBezTo>
                    <a:pt x="22003" y="38704"/>
                    <a:pt x="0" y="89092"/>
                    <a:pt x="0" y="141384"/>
                  </a:cubicBezTo>
                  <a:cubicBezTo>
                    <a:pt x="0" y="190247"/>
                    <a:pt x="18669" y="236539"/>
                    <a:pt x="52483" y="271781"/>
                  </a:cubicBezTo>
                  <a:cubicBezTo>
                    <a:pt x="54864" y="274258"/>
                    <a:pt x="57912" y="275401"/>
                    <a:pt x="61055" y="27540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32" name="Google Shape;3432;p96"/>
            <p:cNvSpPr/>
            <p:nvPr/>
          </p:nvSpPr>
          <p:spPr>
            <a:xfrm>
              <a:off x="2550336" y="3503958"/>
              <a:ext cx="66202" cy="207648"/>
            </a:xfrm>
            <a:custGeom>
              <a:avLst/>
              <a:gdLst/>
              <a:ahLst/>
              <a:cxnLst/>
              <a:rect l="l" t="t" r="r" b="b"/>
              <a:pathLst>
                <a:path w="66202" h="207648" extrusionOk="0">
                  <a:moveTo>
                    <a:pt x="37814" y="203839"/>
                  </a:moveTo>
                  <a:cubicBezTo>
                    <a:pt x="40195" y="206315"/>
                    <a:pt x="43339" y="207649"/>
                    <a:pt x="46577" y="207649"/>
                  </a:cubicBezTo>
                  <a:cubicBezTo>
                    <a:pt x="49530" y="207649"/>
                    <a:pt x="52388" y="206601"/>
                    <a:pt x="54673" y="204410"/>
                  </a:cubicBezTo>
                  <a:cubicBezTo>
                    <a:pt x="59436" y="199933"/>
                    <a:pt x="59722" y="192409"/>
                    <a:pt x="55245" y="187551"/>
                  </a:cubicBezTo>
                  <a:cubicBezTo>
                    <a:pt x="34957" y="165834"/>
                    <a:pt x="23813" y="137449"/>
                    <a:pt x="23813" y="107636"/>
                  </a:cubicBezTo>
                  <a:cubicBezTo>
                    <a:pt x="23813" y="74584"/>
                    <a:pt x="37814" y="42961"/>
                    <a:pt x="62293" y="20768"/>
                  </a:cubicBezTo>
                  <a:cubicBezTo>
                    <a:pt x="67151" y="16387"/>
                    <a:pt x="67532" y="8862"/>
                    <a:pt x="63151" y="3909"/>
                  </a:cubicBezTo>
                  <a:cubicBezTo>
                    <a:pt x="58769" y="-949"/>
                    <a:pt x="51244" y="-1330"/>
                    <a:pt x="46291" y="3052"/>
                  </a:cubicBezTo>
                  <a:cubicBezTo>
                    <a:pt x="16859" y="29722"/>
                    <a:pt x="0" y="67822"/>
                    <a:pt x="0" y="107541"/>
                  </a:cubicBezTo>
                  <a:cubicBezTo>
                    <a:pt x="0" y="143355"/>
                    <a:pt x="13430" y="177454"/>
                    <a:pt x="37814" y="20364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33" name="Google Shape;3433;p96"/>
            <p:cNvSpPr/>
            <p:nvPr/>
          </p:nvSpPr>
          <p:spPr>
            <a:xfrm>
              <a:off x="2597008" y="3537674"/>
              <a:ext cx="52068" cy="140689"/>
            </a:xfrm>
            <a:custGeom>
              <a:avLst/>
              <a:gdLst/>
              <a:ahLst/>
              <a:cxnLst/>
              <a:rect l="l" t="t" r="r" b="b"/>
              <a:pathLst>
                <a:path w="52068" h="140689" extrusionOk="0">
                  <a:moveTo>
                    <a:pt x="23908" y="136689"/>
                  </a:moveTo>
                  <a:cubicBezTo>
                    <a:pt x="26289" y="139356"/>
                    <a:pt x="29528" y="140690"/>
                    <a:pt x="32766" y="140690"/>
                  </a:cubicBezTo>
                  <a:cubicBezTo>
                    <a:pt x="35623" y="140690"/>
                    <a:pt x="38386" y="139737"/>
                    <a:pt x="40672" y="137642"/>
                  </a:cubicBezTo>
                  <a:cubicBezTo>
                    <a:pt x="45625" y="133260"/>
                    <a:pt x="46006" y="125736"/>
                    <a:pt x="41624" y="120878"/>
                  </a:cubicBezTo>
                  <a:cubicBezTo>
                    <a:pt x="30099" y="108019"/>
                    <a:pt x="23813" y="91350"/>
                    <a:pt x="23813" y="74015"/>
                  </a:cubicBezTo>
                  <a:cubicBezTo>
                    <a:pt x="23813" y="53631"/>
                    <a:pt x="32671" y="34296"/>
                    <a:pt x="48006" y="20865"/>
                  </a:cubicBezTo>
                  <a:cubicBezTo>
                    <a:pt x="52959" y="16579"/>
                    <a:pt x="53435" y="9054"/>
                    <a:pt x="49149" y="4101"/>
                  </a:cubicBezTo>
                  <a:cubicBezTo>
                    <a:pt x="44863" y="-852"/>
                    <a:pt x="37338" y="-1423"/>
                    <a:pt x="32385" y="2958"/>
                  </a:cubicBezTo>
                  <a:cubicBezTo>
                    <a:pt x="11811" y="20865"/>
                    <a:pt x="0" y="46773"/>
                    <a:pt x="0" y="74110"/>
                  </a:cubicBezTo>
                  <a:cubicBezTo>
                    <a:pt x="0" y="97256"/>
                    <a:pt x="8477" y="119544"/>
                    <a:pt x="23813" y="13678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434" name="Google Shape;3434;p96"/>
          <p:cNvGrpSpPr/>
          <p:nvPr/>
        </p:nvGrpSpPr>
        <p:grpSpPr>
          <a:xfrm>
            <a:off x="4831888" y="3176330"/>
            <a:ext cx="396478" cy="396478"/>
            <a:chOff x="3779451" y="3468623"/>
            <a:chExt cx="528637" cy="528637"/>
          </a:xfrm>
        </p:grpSpPr>
        <p:sp>
          <p:nvSpPr>
            <p:cNvPr id="3435" name="Google Shape;3435;p96"/>
            <p:cNvSpPr/>
            <p:nvPr/>
          </p:nvSpPr>
          <p:spPr>
            <a:xfrm>
              <a:off x="3864224" y="3604943"/>
              <a:ext cx="296798" cy="257634"/>
            </a:xfrm>
            <a:custGeom>
              <a:avLst/>
              <a:gdLst/>
              <a:ahLst/>
              <a:cxnLst/>
              <a:rect l="l" t="t" r="r" b="b"/>
              <a:pathLst>
                <a:path w="296798" h="257634" extrusionOk="0">
                  <a:moveTo>
                    <a:pt x="296799" y="116855"/>
                  </a:moveTo>
                  <a:cubicBezTo>
                    <a:pt x="296799" y="93900"/>
                    <a:pt x="279940" y="75040"/>
                    <a:pt x="258032" y="71421"/>
                  </a:cubicBezTo>
                  <a:lnTo>
                    <a:pt x="258032" y="19129"/>
                  </a:lnTo>
                  <a:cubicBezTo>
                    <a:pt x="258032" y="11413"/>
                    <a:pt x="254317" y="5032"/>
                    <a:pt x="248222" y="1888"/>
                  </a:cubicBezTo>
                  <a:cubicBezTo>
                    <a:pt x="242030" y="-1255"/>
                    <a:pt x="234220" y="-398"/>
                    <a:pt x="228600" y="3889"/>
                  </a:cubicBezTo>
                  <a:cubicBezTo>
                    <a:pt x="224409" y="6746"/>
                    <a:pt x="167354" y="40750"/>
                    <a:pt x="131921" y="61801"/>
                  </a:cubicBezTo>
                  <a:lnTo>
                    <a:pt x="60103" y="61801"/>
                  </a:lnTo>
                  <a:cubicBezTo>
                    <a:pt x="50578" y="61801"/>
                    <a:pt x="42386" y="66849"/>
                    <a:pt x="37719" y="74374"/>
                  </a:cubicBezTo>
                  <a:lnTo>
                    <a:pt x="27146" y="74374"/>
                  </a:lnTo>
                  <a:cubicBezTo>
                    <a:pt x="12192" y="74374"/>
                    <a:pt x="0" y="86566"/>
                    <a:pt x="0" y="101520"/>
                  </a:cubicBezTo>
                  <a:lnTo>
                    <a:pt x="0" y="131238"/>
                  </a:lnTo>
                  <a:cubicBezTo>
                    <a:pt x="0" y="146192"/>
                    <a:pt x="12192" y="158384"/>
                    <a:pt x="27146" y="158384"/>
                  </a:cubicBezTo>
                  <a:lnTo>
                    <a:pt x="37624" y="158384"/>
                  </a:lnTo>
                  <a:cubicBezTo>
                    <a:pt x="41624" y="164956"/>
                    <a:pt x="48292" y="169624"/>
                    <a:pt x="56197" y="170767"/>
                  </a:cubicBezTo>
                  <a:cubicBezTo>
                    <a:pt x="61722" y="194674"/>
                    <a:pt x="71723" y="237823"/>
                    <a:pt x="73057" y="241823"/>
                  </a:cubicBezTo>
                  <a:cubicBezTo>
                    <a:pt x="74295" y="245728"/>
                    <a:pt x="78200" y="257635"/>
                    <a:pt x="94964" y="257635"/>
                  </a:cubicBezTo>
                  <a:lnTo>
                    <a:pt x="108394" y="257635"/>
                  </a:lnTo>
                  <a:cubicBezTo>
                    <a:pt x="115538" y="257635"/>
                    <a:pt x="121158" y="255349"/>
                    <a:pt x="124968" y="250777"/>
                  </a:cubicBezTo>
                  <a:cubicBezTo>
                    <a:pt x="128968" y="246014"/>
                    <a:pt x="130302" y="239537"/>
                    <a:pt x="128873" y="231536"/>
                  </a:cubicBezTo>
                  <a:lnTo>
                    <a:pt x="127921" y="226678"/>
                  </a:lnTo>
                  <a:cubicBezTo>
                    <a:pt x="125730" y="215725"/>
                    <a:pt x="121539" y="194008"/>
                    <a:pt x="122491" y="171148"/>
                  </a:cubicBezTo>
                  <a:lnTo>
                    <a:pt x="130683" y="171148"/>
                  </a:lnTo>
                  <a:lnTo>
                    <a:pt x="131254" y="171529"/>
                  </a:lnTo>
                  <a:cubicBezTo>
                    <a:pt x="166592" y="192484"/>
                    <a:pt x="224314" y="226869"/>
                    <a:pt x="228410" y="229631"/>
                  </a:cubicBezTo>
                  <a:cubicBezTo>
                    <a:pt x="231934" y="232298"/>
                    <a:pt x="236125" y="233632"/>
                    <a:pt x="240221" y="233632"/>
                  </a:cubicBezTo>
                  <a:cubicBezTo>
                    <a:pt x="242983" y="233632"/>
                    <a:pt x="245745" y="233060"/>
                    <a:pt x="248222" y="231727"/>
                  </a:cubicBezTo>
                  <a:cubicBezTo>
                    <a:pt x="254413" y="228679"/>
                    <a:pt x="258032" y="222202"/>
                    <a:pt x="258032" y="214486"/>
                  </a:cubicBezTo>
                  <a:lnTo>
                    <a:pt x="258032" y="162194"/>
                  </a:lnTo>
                  <a:cubicBezTo>
                    <a:pt x="279940" y="158670"/>
                    <a:pt x="296799" y="139715"/>
                    <a:pt x="296799" y="116760"/>
                  </a:cubicBezTo>
                  <a:close/>
                  <a:moveTo>
                    <a:pt x="57436" y="88185"/>
                  </a:moveTo>
                  <a:cubicBezTo>
                    <a:pt x="57436" y="86756"/>
                    <a:pt x="58579" y="85613"/>
                    <a:pt x="60007" y="85613"/>
                  </a:cubicBezTo>
                  <a:lnTo>
                    <a:pt x="125349" y="85613"/>
                  </a:lnTo>
                  <a:lnTo>
                    <a:pt x="125349" y="147335"/>
                  </a:lnTo>
                  <a:lnTo>
                    <a:pt x="60007" y="147335"/>
                  </a:lnTo>
                  <a:cubicBezTo>
                    <a:pt x="58579" y="147335"/>
                    <a:pt x="57436" y="146192"/>
                    <a:pt x="57436" y="144763"/>
                  </a:cubicBezTo>
                  <a:lnTo>
                    <a:pt x="57436" y="88185"/>
                  </a:lnTo>
                  <a:close/>
                  <a:moveTo>
                    <a:pt x="23717" y="131238"/>
                  </a:moveTo>
                  <a:lnTo>
                    <a:pt x="23717" y="101520"/>
                  </a:lnTo>
                  <a:cubicBezTo>
                    <a:pt x="23717" y="99710"/>
                    <a:pt x="25241" y="98186"/>
                    <a:pt x="27051" y="98186"/>
                  </a:cubicBezTo>
                  <a:lnTo>
                    <a:pt x="33623" y="98186"/>
                  </a:lnTo>
                  <a:lnTo>
                    <a:pt x="33623" y="134572"/>
                  </a:lnTo>
                  <a:lnTo>
                    <a:pt x="27051" y="134572"/>
                  </a:lnTo>
                  <a:cubicBezTo>
                    <a:pt x="25241" y="134572"/>
                    <a:pt x="23717" y="133048"/>
                    <a:pt x="23717" y="131238"/>
                  </a:cubicBezTo>
                  <a:close/>
                  <a:moveTo>
                    <a:pt x="104489" y="231250"/>
                  </a:moveTo>
                  <a:lnTo>
                    <a:pt x="104966" y="233727"/>
                  </a:lnTo>
                  <a:lnTo>
                    <a:pt x="95441" y="233727"/>
                  </a:lnTo>
                  <a:cubicBezTo>
                    <a:pt x="94202" y="229250"/>
                    <a:pt x="86678" y="196865"/>
                    <a:pt x="80677" y="171148"/>
                  </a:cubicBezTo>
                  <a:lnTo>
                    <a:pt x="98584" y="171148"/>
                  </a:lnTo>
                  <a:cubicBezTo>
                    <a:pt x="97631" y="196389"/>
                    <a:pt x="102203" y="219439"/>
                    <a:pt x="104489" y="231250"/>
                  </a:cubicBezTo>
                  <a:close/>
                  <a:moveTo>
                    <a:pt x="149162" y="154479"/>
                  </a:moveTo>
                  <a:lnTo>
                    <a:pt x="149162" y="79231"/>
                  </a:lnTo>
                  <a:cubicBezTo>
                    <a:pt x="173736" y="64658"/>
                    <a:pt x="216122" y="39417"/>
                    <a:pt x="234220" y="28368"/>
                  </a:cubicBezTo>
                  <a:lnTo>
                    <a:pt x="234220" y="205342"/>
                  </a:lnTo>
                  <a:cubicBezTo>
                    <a:pt x="216122" y="194293"/>
                    <a:pt x="173831" y="169147"/>
                    <a:pt x="149162" y="154479"/>
                  </a:cubicBezTo>
                  <a:close/>
                  <a:moveTo>
                    <a:pt x="258032" y="137810"/>
                  </a:moveTo>
                  <a:lnTo>
                    <a:pt x="258032" y="95805"/>
                  </a:lnTo>
                  <a:cubicBezTo>
                    <a:pt x="266700" y="98853"/>
                    <a:pt x="272986" y="107044"/>
                    <a:pt x="272986" y="116855"/>
                  </a:cubicBezTo>
                  <a:cubicBezTo>
                    <a:pt x="272986" y="126666"/>
                    <a:pt x="266700" y="134762"/>
                    <a:pt x="258032" y="13790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36" name="Google Shape;3436;p96"/>
            <p:cNvSpPr/>
            <p:nvPr/>
          </p:nvSpPr>
          <p:spPr>
            <a:xfrm>
              <a:off x="4173501" y="3710654"/>
              <a:ext cx="50006" cy="23812"/>
            </a:xfrm>
            <a:custGeom>
              <a:avLst/>
              <a:gdLst/>
              <a:ahLst/>
              <a:cxnLst/>
              <a:rect l="l" t="t" r="r" b="b"/>
              <a:pathLst>
                <a:path w="50006" h="23812" extrusionOk="0">
                  <a:moveTo>
                    <a:pt x="38100" y="0"/>
                  </a:moveTo>
                  <a:lnTo>
                    <a:pt x="11906" y="0"/>
                  </a:lnTo>
                  <a:cubicBezTo>
                    <a:pt x="5334" y="0"/>
                    <a:pt x="0" y="5334"/>
                    <a:pt x="0" y="11906"/>
                  </a:cubicBezTo>
                  <a:cubicBezTo>
                    <a:pt x="0" y="18479"/>
                    <a:pt x="5334" y="23813"/>
                    <a:pt x="11906" y="23813"/>
                  </a:cubicBezTo>
                  <a:lnTo>
                    <a:pt x="38100" y="23813"/>
                  </a:lnTo>
                  <a:cubicBezTo>
                    <a:pt x="44672" y="23813"/>
                    <a:pt x="50006" y="18479"/>
                    <a:pt x="50006" y="11906"/>
                  </a:cubicBezTo>
                  <a:cubicBezTo>
                    <a:pt x="50006" y="5334"/>
                    <a:pt x="44672" y="0"/>
                    <a:pt x="3810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37" name="Google Shape;3437;p96"/>
            <p:cNvSpPr/>
            <p:nvPr/>
          </p:nvSpPr>
          <p:spPr>
            <a:xfrm>
              <a:off x="4157558" y="3648420"/>
              <a:ext cx="42267" cy="42422"/>
            </a:xfrm>
            <a:custGeom>
              <a:avLst/>
              <a:gdLst/>
              <a:ahLst/>
              <a:cxnLst/>
              <a:rect l="l" t="t" r="r" b="b"/>
              <a:pathLst>
                <a:path w="42267" h="42422" extrusionOk="0">
                  <a:moveTo>
                    <a:pt x="11847" y="42422"/>
                  </a:moveTo>
                  <a:cubicBezTo>
                    <a:pt x="14895" y="42422"/>
                    <a:pt x="17943" y="41279"/>
                    <a:pt x="20324" y="38898"/>
                  </a:cubicBezTo>
                  <a:lnTo>
                    <a:pt x="38803" y="20324"/>
                  </a:lnTo>
                  <a:cubicBezTo>
                    <a:pt x="43470" y="15657"/>
                    <a:pt x="43375" y="8132"/>
                    <a:pt x="38803" y="3465"/>
                  </a:cubicBezTo>
                  <a:cubicBezTo>
                    <a:pt x="34135" y="-1202"/>
                    <a:pt x="26611" y="-1107"/>
                    <a:pt x="21943" y="3465"/>
                  </a:cubicBezTo>
                  <a:lnTo>
                    <a:pt x="3465" y="22039"/>
                  </a:lnTo>
                  <a:cubicBezTo>
                    <a:pt x="-1202" y="26706"/>
                    <a:pt x="-1107" y="34231"/>
                    <a:pt x="3465" y="38898"/>
                  </a:cubicBezTo>
                  <a:cubicBezTo>
                    <a:pt x="5751" y="41184"/>
                    <a:pt x="8799" y="42327"/>
                    <a:pt x="11847" y="4232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38" name="Google Shape;3438;p96"/>
            <p:cNvSpPr/>
            <p:nvPr/>
          </p:nvSpPr>
          <p:spPr>
            <a:xfrm>
              <a:off x="4157523" y="3754302"/>
              <a:ext cx="42338" cy="42457"/>
            </a:xfrm>
            <a:custGeom>
              <a:avLst/>
              <a:gdLst/>
              <a:ahLst/>
              <a:cxnLst/>
              <a:rect l="l" t="t" r="r" b="b"/>
              <a:pathLst>
                <a:path w="42338" h="42457" extrusionOk="0">
                  <a:moveTo>
                    <a:pt x="20360" y="3500"/>
                  </a:moveTo>
                  <a:cubicBezTo>
                    <a:pt x="15692" y="-1167"/>
                    <a:pt x="8168" y="-1167"/>
                    <a:pt x="3500" y="3500"/>
                  </a:cubicBezTo>
                  <a:cubicBezTo>
                    <a:pt x="-1167" y="8168"/>
                    <a:pt x="-1167" y="15692"/>
                    <a:pt x="3500" y="20360"/>
                  </a:cubicBezTo>
                  <a:lnTo>
                    <a:pt x="21979" y="38933"/>
                  </a:lnTo>
                  <a:cubicBezTo>
                    <a:pt x="24265" y="41315"/>
                    <a:pt x="27408" y="42458"/>
                    <a:pt x="30456" y="42458"/>
                  </a:cubicBezTo>
                  <a:cubicBezTo>
                    <a:pt x="33504" y="42458"/>
                    <a:pt x="36552" y="41315"/>
                    <a:pt x="38838" y="39029"/>
                  </a:cubicBezTo>
                  <a:cubicBezTo>
                    <a:pt x="43505" y="34361"/>
                    <a:pt x="43505" y="26837"/>
                    <a:pt x="38838" y="22169"/>
                  </a:cubicBezTo>
                  <a:lnTo>
                    <a:pt x="20360" y="359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39" name="Google Shape;3439;p96"/>
            <p:cNvSpPr/>
            <p:nvPr/>
          </p:nvSpPr>
          <p:spPr>
            <a:xfrm>
              <a:off x="3779451" y="3468623"/>
              <a:ext cx="528637" cy="528637"/>
            </a:xfrm>
            <a:custGeom>
              <a:avLst/>
              <a:gdLst/>
              <a:ahLst/>
              <a:cxnLst/>
              <a:rect l="l" t="t" r="r" b="b"/>
              <a:pathLst>
                <a:path w="528637" h="528637" extrusionOk="0">
                  <a:moveTo>
                    <a:pt x="264319" y="0"/>
                  </a:moveTo>
                  <a:cubicBezTo>
                    <a:pt x="118586" y="0"/>
                    <a:pt x="0" y="118586"/>
                    <a:pt x="0" y="264319"/>
                  </a:cubicBezTo>
                  <a:cubicBezTo>
                    <a:pt x="0" y="410051"/>
                    <a:pt x="118586" y="528638"/>
                    <a:pt x="264319" y="528638"/>
                  </a:cubicBezTo>
                  <a:cubicBezTo>
                    <a:pt x="410051" y="528638"/>
                    <a:pt x="528638" y="410051"/>
                    <a:pt x="528638" y="264319"/>
                  </a:cubicBezTo>
                  <a:cubicBezTo>
                    <a:pt x="528638" y="118586"/>
                    <a:pt x="410051" y="0"/>
                    <a:pt x="264319" y="0"/>
                  </a:cubicBezTo>
                  <a:close/>
                  <a:moveTo>
                    <a:pt x="264319" y="504825"/>
                  </a:moveTo>
                  <a:cubicBezTo>
                    <a:pt x="131731" y="504825"/>
                    <a:pt x="23813" y="396907"/>
                    <a:pt x="23813" y="264319"/>
                  </a:cubicBezTo>
                  <a:cubicBezTo>
                    <a:pt x="23813" y="131731"/>
                    <a:pt x="131731" y="23813"/>
                    <a:pt x="264319" y="23813"/>
                  </a:cubicBezTo>
                  <a:cubicBezTo>
                    <a:pt x="396907" y="23813"/>
                    <a:pt x="504825" y="131731"/>
                    <a:pt x="504825" y="264319"/>
                  </a:cubicBezTo>
                  <a:cubicBezTo>
                    <a:pt x="504825" y="396907"/>
                    <a:pt x="396907" y="504825"/>
                    <a:pt x="264319" y="5048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440" name="Google Shape;3440;p96"/>
          <p:cNvGrpSpPr/>
          <p:nvPr/>
        </p:nvGrpSpPr>
        <p:grpSpPr>
          <a:xfrm>
            <a:off x="6083762" y="3685879"/>
            <a:ext cx="276141" cy="296019"/>
            <a:chOff x="5265049" y="4313589"/>
            <a:chExt cx="490918" cy="526256"/>
          </a:xfrm>
        </p:grpSpPr>
        <p:sp>
          <p:nvSpPr>
            <p:cNvPr id="3441" name="Google Shape;3441;p96"/>
            <p:cNvSpPr/>
            <p:nvPr/>
          </p:nvSpPr>
          <p:spPr>
            <a:xfrm>
              <a:off x="5342964" y="4422435"/>
              <a:ext cx="152018" cy="180617"/>
            </a:xfrm>
            <a:custGeom>
              <a:avLst/>
              <a:gdLst/>
              <a:ahLst/>
              <a:cxnLst/>
              <a:rect l="l" t="t" r="r" b="b"/>
              <a:pathLst>
                <a:path w="152018" h="180617" extrusionOk="0">
                  <a:moveTo>
                    <a:pt x="94679" y="144328"/>
                  </a:moveTo>
                  <a:cubicBezTo>
                    <a:pt x="99441" y="146423"/>
                    <a:pt x="104775" y="147757"/>
                    <a:pt x="110776" y="147471"/>
                  </a:cubicBezTo>
                  <a:cubicBezTo>
                    <a:pt x="123444" y="147471"/>
                    <a:pt x="134112" y="142899"/>
                    <a:pt x="141541" y="134422"/>
                  </a:cubicBezTo>
                  <a:cubicBezTo>
                    <a:pt x="148400" y="126516"/>
                    <a:pt x="152019" y="115657"/>
                    <a:pt x="152019" y="102989"/>
                  </a:cubicBezTo>
                  <a:cubicBezTo>
                    <a:pt x="152019" y="85654"/>
                    <a:pt x="133922" y="63841"/>
                    <a:pt x="120396" y="48887"/>
                  </a:cubicBezTo>
                  <a:lnTo>
                    <a:pt x="118681" y="46982"/>
                  </a:lnTo>
                  <a:cubicBezTo>
                    <a:pt x="118681" y="46982"/>
                    <a:pt x="118681" y="46982"/>
                    <a:pt x="118681" y="46982"/>
                  </a:cubicBezTo>
                  <a:cubicBezTo>
                    <a:pt x="116967" y="45077"/>
                    <a:pt x="112871" y="39934"/>
                    <a:pt x="107823" y="33838"/>
                  </a:cubicBezTo>
                  <a:cubicBezTo>
                    <a:pt x="98679" y="22598"/>
                    <a:pt x="87249" y="8596"/>
                    <a:pt x="81343" y="2215"/>
                  </a:cubicBezTo>
                  <a:cubicBezTo>
                    <a:pt x="78581" y="-738"/>
                    <a:pt x="73057" y="-738"/>
                    <a:pt x="70390" y="2215"/>
                  </a:cubicBezTo>
                  <a:cubicBezTo>
                    <a:pt x="64579" y="8596"/>
                    <a:pt x="53150" y="22598"/>
                    <a:pt x="44005" y="33933"/>
                  </a:cubicBezTo>
                  <a:cubicBezTo>
                    <a:pt x="39053" y="40029"/>
                    <a:pt x="34957" y="45172"/>
                    <a:pt x="33242" y="47077"/>
                  </a:cubicBezTo>
                  <a:lnTo>
                    <a:pt x="31528" y="48982"/>
                  </a:lnTo>
                  <a:cubicBezTo>
                    <a:pt x="18002" y="63937"/>
                    <a:pt x="0" y="85844"/>
                    <a:pt x="0" y="103180"/>
                  </a:cubicBezTo>
                  <a:cubicBezTo>
                    <a:pt x="0" y="130135"/>
                    <a:pt x="16288" y="147471"/>
                    <a:pt x="41243" y="147471"/>
                  </a:cubicBezTo>
                  <a:lnTo>
                    <a:pt x="41243" y="147471"/>
                  </a:lnTo>
                  <a:cubicBezTo>
                    <a:pt x="47244" y="147471"/>
                    <a:pt x="52578" y="146328"/>
                    <a:pt x="57341" y="144232"/>
                  </a:cubicBezTo>
                  <a:cubicBezTo>
                    <a:pt x="55435" y="154615"/>
                    <a:pt x="52197" y="162139"/>
                    <a:pt x="47434" y="167473"/>
                  </a:cubicBezTo>
                  <a:cubicBezTo>
                    <a:pt x="46291" y="168807"/>
                    <a:pt x="45625" y="170426"/>
                    <a:pt x="45625" y="172236"/>
                  </a:cubicBezTo>
                  <a:lnTo>
                    <a:pt x="45625" y="173474"/>
                  </a:lnTo>
                  <a:cubicBezTo>
                    <a:pt x="45625" y="175379"/>
                    <a:pt x="46387" y="177189"/>
                    <a:pt x="47720" y="178522"/>
                  </a:cubicBezTo>
                  <a:cubicBezTo>
                    <a:pt x="49054" y="179856"/>
                    <a:pt x="50864" y="180618"/>
                    <a:pt x="52768" y="180618"/>
                  </a:cubicBezTo>
                  <a:lnTo>
                    <a:pt x="99346" y="180618"/>
                  </a:lnTo>
                  <a:cubicBezTo>
                    <a:pt x="103251" y="180618"/>
                    <a:pt x="106490" y="177379"/>
                    <a:pt x="106490" y="173379"/>
                  </a:cubicBezTo>
                  <a:lnTo>
                    <a:pt x="106490" y="172141"/>
                  </a:lnTo>
                  <a:cubicBezTo>
                    <a:pt x="106490" y="170426"/>
                    <a:pt x="105823" y="168712"/>
                    <a:pt x="104680" y="167378"/>
                  </a:cubicBezTo>
                  <a:cubicBezTo>
                    <a:pt x="99917" y="162044"/>
                    <a:pt x="96679" y="154519"/>
                    <a:pt x="94679" y="144137"/>
                  </a:cubicBezTo>
                  <a:close/>
                  <a:moveTo>
                    <a:pt x="86868" y="166426"/>
                  </a:moveTo>
                  <a:lnTo>
                    <a:pt x="65341" y="166426"/>
                  </a:lnTo>
                  <a:cubicBezTo>
                    <a:pt x="70104" y="156901"/>
                    <a:pt x="72771" y="144423"/>
                    <a:pt x="73628" y="127945"/>
                  </a:cubicBezTo>
                  <a:cubicBezTo>
                    <a:pt x="73724" y="125849"/>
                    <a:pt x="72771" y="123754"/>
                    <a:pt x="71247" y="122230"/>
                  </a:cubicBezTo>
                  <a:cubicBezTo>
                    <a:pt x="69914" y="120896"/>
                    <a:pt x="68104" y="120229"/>
                    <a:pt x="66294" y="120229"/>
                  </a:cubicBezTo>
                  <a:cubicBezTo>
                    <a:pt x="66008" y="120229"/>
                    <a:pt x="65723" y="120229"/>
                    <a:pt x="65437" y="120229"/>
                  </a:cubicBezTo>
                  <a:cubicBezTo>
                    <a:pt x="63246" y="120515"/>
                    <a:pt x="61341" y="121658"/>
                    <a:pt x="60198" y="123563"/>
                  </a:cubicBezTo>
                  <a:cubicBezTo>
                    <a:pt x="56102" y="130040"/>
                    <a:pt x="49911" y="133183"/>
                    <a:pt x="41243" y="133183"/>
                  </a:cubicBezTo>
                  <a:lnTo>
                    <a:pt x="41243" y="133183"/>
                  </a:lnTo>
                  <a:cubicBezTo>
                    <a:pt x="24384" y="133183"/>
                    <a:pt x="14288" y="121944"/>
                    <a:pt x="14288" y="103084"/>
                  </a:cubicBezTo>
                  <a:cubicBezTo>
                    <a:pt x="14288" y="93940"/>
                    <a:pt x="23622" y="78891"/>
                    <a:pt x="42101" y="58412"/>
                  </a:cubicBezTo>
                  <a:lnTo>
                    <a:pt x="44005" y="56317"/>
                  </a:lnTo>
                  <a:cubicBezTo>
                    <a:pt x="45815" y="54316"/>
                    <a:pt x="50006" y="49078"/>
                    <a:pt x="55150" y="42791"/>
                  </a:cubicBezTo>
                  <a:cubicBezTo>
                    <a:pt x="61627" y="34790"/>
                    <a:pt x="69914" y="24598"/>
                    <a:pt x="76009" y="17455"/>
                  </a:cubicBezTo>
                  <a:cubicBezTo>
                    <a:pt x="82105" y="24503"/>
                    <a:pt x="90392" y="34695"/>
                    <a:pt x="96869" y="42696"/>
                  </a:cubicBezTo>
                  <a:cubicBezTo>
                    <a:pt x="102013" y="48982"/>
                    <a:pt x="106299" y="54221"/>
                    <a:pt x="108014" y="56221"/>
                  </a:cubicBezTo>
                  <a:cubicBezTo>
                    <a:pt x="108014" y="56221"/>
                    <a:pt x="108014" y="56221"/>
                    <a:pt x="108014" y="56221"/>
                  </a:cubicBezTo>
                  <a:lnTo>
                    <a:pt x="109918" y="58317"/>
                  </a:lnTo>
                  <a:cubicBezTo>
                    <a:pt x="128492" y="78700"/>
                    <a:pt x="137827" y="93655"/>
                    <a:pt x="137827" y="102799"/>
                  </a:cubicBezTo>
                  <a:cubicBezTo>
                    <a:pt x="137827" y="111943"/>
                    <a:pt x="135446" y="119563"/>
                    <a:pt x="130874" y="124801"/>
                  </a:cubicBezTo>
                  <a:cubicBezTo>
                    <a:pt x="126206" y="130135"/>
                    <a:pt x="119443" y="132898"/>
                    <a:pt x="110871" y="132898"/>
                  </a:cubicBezTo>
                  <a:lnTo>
                    <a:pt x="110871" y="132898"/>
                  </a:lnTo>
                  <a:cubicBezTo>
                    <a:pt x="102203" y="132898"/>
                    <a:pt x="96012" y="129754"/>
                    <a:pt x="91916" y="123277"/>
                  </a:cubicBezTo>
                  <a:cubicBezTo>
                    <a:pt x="90773" y="121468"/>
                    <a:pt x="88773" y="120325"/>
                    <a:pt x="86582" y="120134"/>
                  </a:cubicBezTo>
                  <a:cubicBezTo>
                    <a:pt x="84487" y="119848"/>
                    <a:pt x="82201" y="120706"/>
                    <a:pt x="80677" y="122230"/>
                  </a:cubicBezTo>
                  <a:cubicBezTo>
                    <a:pt x="79248" y="123658"/>
                    <a:pt x="78486" y="125659"/>
                    <a:pt x="78581" y="127659"/>
                  </a:cubicBezTo>
                  <a:cubicBezTo>
                    <a:pt x="79534" y="144137"/>
                    <a:pt x="82201" y="156520"/>
                    <a:pt x="86963" y="1661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42" name="Google Shape;3442;p96"/>
            <p:cNvSpPr/>
            <p:nvPr/>
          </p:nvSpPr>
          <p:spPr>
            <a:xfrm>
              <a:off x="5265049" y="4313589"/>
              <a:ext cx="490918" cy="526256"/>
            </a:xfrm>
            <a:custGeom>
              <a:avLst/>
              <a:gdLst/>
              <a:ahLst/>
              <a:cxnLst/>
              <a:rect l="l" t="t" r="r" b="b"/>
              <a:pathLst>
                <a:path w="490918" h="526256" extrusionOk="0">
                  <a:moveTo>
                    <a:pt x="341662" y="228029"/>
                  </a:moveTo>
                  <a:cubicBezTo>
                    <a:pt x="331565" y="228029"/>
                    <a:pt x="321755" y="229076"/>
                    <a:pt x="312230" y="230981"/>
                  </a:cubicBezTo>
                  <a:lnTo>
                    <a:pt x="312420" y="19241"/>
                  </a:lnTo>
                  <a:cubicBezTo>
                    <a:pt x="312420" y="14192"/>
                    <a:pt x="310420" y="9335"/>
                    <a:pt x="306896" y="5810"/>
                  </a:cubicBezTo>
                  <a:cubicBezTo>
                    <a:pt x="303371" y="2191"/>
                    <a:pt x="298513" y="190"/>
                    <a:pt x="293465" y="190"/>
                  </a:cubicBezTo>
                  <a:lnTo>
                    <a:pt x="19336" y="0"/>
                  </a:lnTo>
                  <a:lnTo>
                    <a:pt x="19336" y="0"/>
                  </a:lnTo>
                  <a:cubicBezTo>
                    <a:pt x="8858" y="0"/>
                    <a:pt x="286" y="8477"/>
                    <a:pt x="286" y="19050"/>
                  </a:cubicBezTo>
                  <a:lnTo>
                    <a:pt x="0" y="395002"/>
                  </a:lnTo>
                  <a:cubicBezTo>
                    <a:pt x="0" y="400050"/>
                    <a:pt x="2000" y="404908"/>
                    <a:pt x="5524" y="408432"/>
                  </a:cubicBezTo>
                  <a:cubicBezTo>
                    <a:pt x="9049" y="412052"/>
                    <a:pt x="13907" y="414052"/>
                    <a:pt x="18955" y="414052"/>
                  </a:cubicBezTo>
                  <a:lnTo>
                    <a:pt x="197453" y="414052"/>
                  </a:lnTo>
                  <a:cubicBezTo>
                    <a:pt x="214027" y="478441"/>
                    <a:pt x="272320" y="526256"/>
                    <a:pt x="341757" y="526256"/>
                  </a:cubicBezTo>
                  <a:cubicBezTo>
                    <a:pt x="423958" y="526256"/>
                    <a:pt x="490919" y="459391"/>
                    <a:pt x="490919" y="377095"/>
                  </a:cubicBezTo>
                  <a:cubicBezTo>
                    <a:pt x="490919" y="294799"/>
                    <a:pt x="424053" y="227933"/>
                    <a:pt x="341757" y="227933"/>
                  </a:cubicBezTo>
                  <a:close/>
                  <a:moveTo>
                    <a:pt x="466725" y="371761"/>
                  </a:moveTo>
                  <a:lnTo>
                    <a:pt x="447770" y="371761"/>
                  </a:lnTo>
                  <a:cubicBezTo>
                    <a:pt x="446532" y="347758"/>
                    <a:pt x="437483" y="325755"/>
                    <a:pt x="422815" y="308515"/>
                  </a:cubicBezTo>
                  <a:lnTo>
                    <a:pt x="436150" y="295180"/>
                  </a:lnTo>
                  <a:cubicBezTo>
                    <a:pt x="454152" y="315944"/>
                    <a:pt x="465392" y="342519"/>
                    <a:pt x="466630" y="371761"/>
                  </a:cubicBezTo>
                  <a:close/>
                  <a:moveTo>
                    <a:pt x="273082" y="458343"/>
                  </a:moveTo>
                  <a:cubicBezTo>
                    <a:pt x="290036" y="472726"/>
                    <a:pt x="311658" y="481775"/>
                    <a:pt x="335280" y="483203"/>
                  </a:cubicBezTo>
                  <a:lnTo>
                    <a:pt x="335280" y="502158"/>
                  </a:lnTo>
                  <a:cubicBezTo>
                    <a:pt x="306419" y="500729"/>
                    <a:pt x="280226" y="489490"/>
                    <a:pt x="259747" y="471678"/>
                  </a:cubicBezTo>
                  <a:lnTo>
                    <a:pt x="273082" y="458343"/>
                  </a:lnTo>
                  <a:close/>
                  <a:moveTo>
                    <a:pt x="349568" y="483203"/>
                  </a:moveTo>
                  <a:cubicBezTo>
                    <a:pt x="372999" y="481489"/>
                    <a:pt x="394240" y="472154"/>
                    <a:pt x="411099" y="457676"/>
                  </a:cubicBezTo>
                  <a:lnTo>
                    <a:pt x="424434" y="471011"/>
                  </a:lnTo>
                  <a:cubicBezTo>
                    <a:pt x="404146" y="488918"/>
                    <a:pt x="378143" y="500253"/>
                    <a:pt x="349568" y="502063"/>
                  </a:cubicBezTo>
                  <a:lnTo>
                    <a:pt x="349568" y="483108"/>
                  </a:lnTo>
                  <a:close/>
                  <a:moveTo>
                    <a:pt x="341662" y="469297"/>
                  </a:moveTo>
                  <a:cubicBezTo>
                    <a:pt x="290894" y="469297"/>
                    <a:pt x="249555" y="427958"/>
                    <a:pt x="249555" y="377190"/>
                  </a:cubicBezTo>
                  <a:cubicBezTo>
                    <a:pt x="249555" y="326422"/>
                    <a:pt x="290894" y="285083"/>
                    <a:pt x="341662" y="285083"/>
                  </a:cubicBezTo>
                  <a:cubicBezTo>
                    <a:pt x="392430" y="285083"/>
                    <a:pt x="433769" y="326422"/>
                    <a:pt x="433769" y="377190"/>
                  </a:cubicBezTo>
                  <a:cubicBezTo>
                    <a:pt x="433769" y="427958"/>
                    <a:pt x="392430" y="469297"/>
                    <a:pt x="341662" y="469297"/>
                  </a:cubicBezTo>
                  <a:close/>
                  <a:moveTo>
                    <a:pt x="235553" y="371761"/>
                  </a:moveTo>
                  <a:lnTo>
                    <a:pt x="216599" y="371761"/>
                  </a:lnTo>
                  <a:cubicBezTo>
                    <a:pt x="217837" y="342138"/>
                    <a:pt x="229362" y="315278"/>
                    <a:pt x="247745" y="294418"/>
                  </a:cubicBezTo>
                  <a:lnTo>
                    <a:pt x="261080" y="307753"/>
                  </a:lnTo>
                  <a:cubicBezTo>
                    <a:pt x="246126" y="325088"/>
                    <a:pt x="236696" y="347377"/>
                    <a:pt x="235458" y="371761"/>
                  </a:cubicBezTo>
                  <a:close/>
                  <a:moveTo>
                    <a:pt x="412909" y="298323"/>
                  </a:moveTo>
                  <a:cubicBezTo>
                    <a:pt x="395859" y="282893"/>
                    <a:pt x="373856" y="272987"/>
                    <a:pt x="349568" y="271177"/>
                  </a:cubicBezTo>
                  <a:lnTo>
                    <a:pt x="349568" y="252222"/>
                  </a:lnTo>
                  <a:cubicBezTo>
                    <a:pt x="379095" y="254032"/>
                    <a:pt x="405765" y="266128"/>
                    <a:pt x="426244" y="284893"/>
                  </a:cubicBezTo>
                  <a:lnTo>
                    <a:pt x="412909" y="298228"/>
                  </a:lnTo>
                  <a:close/>
                  <a:moveTo>
                    <a:pt x="335280" y="271082"/>
                  </a:moveTo>
                  <a:cubicBezTo>
                    <a:pt x="310801" y="272606"/>
                    <a:pt x="288512" y="282321"/>
                    <a:pt x="271272" y="297656"/>
                  </a:cubicBezTo>
                  <a:lnTo>
                    <a:pt x="257937" y="284321"/>
                  </a:lnTo>
                  <a:cubicBezTo>
                    <a:pt x="278702" y="265557"/>
                    <a:pt x="305657" y="253746"/>
                    <a:pt x="335375" y="252222"/>
                  </a:cubicBezTo>
                  <a:lnTo>
                    <a:pt x="335375" y="271177"/>
                  </a:lnTo>
                  <a:close/>
                  <a:moveTo>
                    <a:pt x="38195" y="38195"/>
                  </a:moveTo>
                  <a:lnTo>
                    <a:pt x="274225" y="38386"/>
                  </a:lnTo>
                  <a:lnTo>
                    <a:pt x="274034" y="244507"/>
                  </a:lnTo>
                  <a:cubicBezTo>
                    <a:pt x="226028" y="269081"/>
                    <a:pt x="192881" y="318802"/>
                    <a:pt x="192500" y="376238"/>
                  </a:cubicBezTo>
                  <a:lnTo>
                    <a:pt x="38005" y="376238"/>
                  </a:lnTo>
                  <a:cubicBezTo>
                    <a:pt x="38005" y="376238"/>
                    <a:pt x="38290" y="38195"/>
                    <a:pt x="38290" y="38195"/>
                  </a:cubicBezTo>
                  <a:close/>
                  <a:moveTo>
                    <a:pt x="216884" y="386048"/>
                  </a:moveTo>
                  <a:lnTo>
                    <a:pt x="235839" y="386048"/>
                  </a:lnTo>
                  <a:cubicBezTo>
                    <a:pt x="237839" y="409956"/>
                    <a:pt x="247745" y="431578"/>
                    <a:pt x="262985" y="448342"/>
                  </a:cubicBezTo>
                  <a:lnTo>
                    <a:pt x="249650" y="461677"/>
                  </a:lnTo>
                  <a:cubicBezTo>
                    <a:pt x="231077" y="441389"/>
                    <a:pt x="219075" y="415100"/>
                    <a:pt x="216980" y="386048"/>
                  </a:cubicBezTo>
                  <a:close/>
                  <a:moveTo>
                    <a:pt x="434531" y="461010"/>
                  </a:moveTo>
                  <a:lnTo>
                    <a:pt x="421196" y="447675"/>
                  </a:lnTo>
                  <a:cubicBezTo>
                    <a:pt x="436055" y="431006"/>
                    <a:pt x="445675" y="409670"/>
                    <a:pt x="447675" y="386144"/>
                  </a:cubicBezTo>
                  <a:lnTo>
                    <a:pt x="466630" y="386144"/>
                  </a:lnTo>
                  <a:cubicBezTo>
                    <a:pt x="464630" y="414909"/>
                    <a:pt x="452819" y="440912"/>
                    <a:pt x="434626" y="46110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43" name="Google Shape;3443;p96"/>
            <p:cNvSpPr/>
            <p:nvPr/>
          </p:nvSpPr>
          <p:spPr>
            <a:xfrm>
              <a:off x="5573564" y="4623151"/>
              <a:ext cx="66293" cy="135255"/>
            </a:xfrm>
            <a:custGeom>
              <a:avLst/>
              <a:gdLst/>
              <a:ahLst/>
              <a:cxnLst/>
              <a:rect l="l" t="t" r="r" b="b"/>
              <a:pathLst>
                <a:path w="66293" h="135255" extrusionOk="0">
                  <a:moveTo>
                    <a:pt x="40481" y="63246"/>
                  </a:moveTo>
                  <a:lnTo>
                    <a:pt x="32099" y="59150"/>
                  </a:lnTo>
                  <a:cubicBezTo>
                    <a:pt x="16764" y="51626"/>
                    <a:pt x="14288" y="49816"/>
                    <a:pt x="14288" y="41720"/>
                  </a:cubicBezTo>
                  <a:cubicBezTo>
                    <a:pt x="14288" y="28099"/>
                    <a:pt x="28670" y="27051"/>
                    <a:pt x="33052" y="27051"/>
                  </a:cubicBezTo>
                  <a:cubicBezTo>
                    <a:pt x="37433" y="27051"/>
                    <a:pt x="51530" y="28099"/>
                    <a:pt x="51530" y="41720"/>
                  </a:cubicBezTo>
                  <a:cubicBezTo>
                    <a:pt x="51530" y="45625"/>
                    <a:pt x="54769" y="48863"/>
                    <a:pt x="58674" y="48863"/>
                  </a:cubicBezTo>
                  <a:cubicBezTo>
                    <a:pt x="62579" y="48863"/>
                    <a:pt x="65818" y="45625"/>
                    <a:pt x="65818" y="41720"/>
                  </a:cubicBezTo>
                  <a:cubicBezTo>
                    <a:pt x="65818" y="26575"/>
                    <a:pt x="55816" y="15811"/>
                    <a:pt x="40195" y="13335"/>
                  </a:cubicBezTo>
                  <a:lnTo>
                    <a:pt x="40195" y="7144"/>
                  </a:lnTo>
                  <a:cubicBezTo>
                    <a:pt x="40195" y="3239"/>
                    <a:pt x="36957" y="0"/>
                    <a:pt x="33052" y="0"/>
                  </a:cubicBezTo>
                  <a:cubicBezTo>
                    <a:pt x="29146" y="0"/>
                    <a:pt x="25908" y="3239"/>
                    <a:pt x="25908" y="7144"/>
                  </a:cubicBezTo>
                  <a:lnTo>
                    <a:pt x="25908" y="13335"/>
                  </a:lnTo>
                  <a:cubicBezTo>
                    <a:pt x="10096" y="15811"/>
                    <a:pt x="0" y="26575"/>
                    <a:pt x="0" y="41720"/>
                  </a:cubicBezTo>
                  <a:cubicBezTo>
                    <a:pt x="0" y="59246"/>
                    <a:pt x="10763" y="64579"/>
                    <a:pt x="25813" y="72009"/>
                  </a:cubicBezTo>
                  <a:lnTo>
                    <a:pt x="34195" y="76105"/>
                  </a:lnTo>
                  <a:cubicBezTo>
                    <a:pt x="49530" y="83629"/>
                    <a:pt x="52006" y="85439"/>
                    <a:pt x="52006" y="93536"/>
                  </a:cubicBezTo>
                  <a:cubicBezTo>
                    <a:pt x="52006" y="106966"/>
                    <a:pt x="37624" y="108014"/>
                    <a:pt x="33147" y="108014"/>
                  </a:cubicBezTo>
                  <a:cubicBezTo>
                    <a:pt x="28670" y="108014"/>
                    <a:pt x="14383" y="106966"/>
                    <a:pt x="14383" y="93536"/>
                  </a:cubicBezTo>
                  <a:cubicBezTo>
                    <a:pt x="14383" y="89630"/>
                    <a:pt x="11144" y="86392"/>
                    <a:pt x="7239" y="86392"/>
                  </a:cubicBezTo>
                  <a:cubicBezTo>
                    <a:pt x="3334" y="86392"/>
                    <a:pt x="95" y="89630"/>
                    <a:pt x="95" y="93536"/>
                  </a:cubicBezTo>
                  <a:cubicBezTo>
                    <a:pt x="95" y="108585"/>
                    <a:pt x="10287" y="119348"/>
                    <a:pt x="26003" y="121729"/>
                  </a:cubicBezTo>
                  <a:lnTo>
                    <a:pt x="26003" y="128111"/>
                  </a:lnTo>
                  <a:cubicBezTo>
                    <a:pt x="26003" y="132017"/>
                    <a:pt x="29242" y="135255"/>
                    <a:pt x="33147" y="135255"/>
                  </a:cubicBezTo>
                  <a:cubicBezTo>
                    <a:pt x="37052" y="135255"/>
                    <a:pt x="40291" y="132017"/>
                    <a:pt x="40291" y="128111"/>
                  </a:cubicBezTo>
                  <a:lnTo>
                    <a:pt x="40291" y="121729"/>
                  </a:lnTo>
                  <a:cubicBezTo>
                    <a:pt x="56102" y="119253"/>
                    <a:pt x="66294" y="108585"/>
                    <a:pt x="66294" y="93536"/>
                  </a:cubicBezTo>
                  <a:cubicBezTo>
                    <a:pt x="66294" y="76009"/>
                    <a:pt x="55531" y="70676"/>
                    <a:pt x="40576" y="6324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444" name="Google Shape;3444;p96"/>
          <p:cNvGrpSpPr/>
          <p:nvPr/>
        </p:nvGrpSpPr>
        <p:grpSpPr>
          <a:xfrm>
            <a:off x="5466146" y="3730461"/>
            <a:ext cx="294410" cy="206865"/>
            <a:chOff x="9425078" y="4356931"/>
            <a:chExt cx="523395" cy="367760"/>
          </a:xfrm>
        </p:grpSpPr>
        <p:sp>
          <p:nvSpPr>
            <p:cNvPr id="3445" name="Google Shape;3445;p96"/>
            <p:cNvSpPr/>
            <p:nvPr/>
          </p:nvSpPr>
          <p:spPr>
            <a:xfrm>
              <a:off x="9425078" y="4356931"/>
              <a:ext cx="523395" cy="367760"/>
            </a:xfrm>
            <a:custGeom>
              <a:avLst/>
              <a:gdLst/>
              <a:ahLst/>
              <a:cxnLst/>
              <a:rect l="l" t="t" r="r" b="b"/>
              <a:pathLst>
                <a:path w="523395" h="367760" extrusionOk="0">
                  <a:moveTo>
                    <a:pt x="515348" y="167069"/>
                  </a:moveTo>
                  <a:cubicBezTo>
                    <a:pt x="508205" y="138494"/>
                    <a:pt x="496108" y="105632"/>
                    <a:pt x="493441" y="99346"/>
                  </a:cubicBezTo>
                  <a:cubicBezTo>
                    <a:pt x="468200" y="39053"/>
                    <a:pt x="414193" y="95"/>
                    <a:pt x="355709" y="95"/>
                  </a:cubicBezTo>
                  <a:cubicBezTo>
                    <a:pt x="316562" y="95"/>
                    <a:pt x="285510" y="9811"/>
                    <a:pt x="261602" y="29718"/>
                  </a:cubicBezTo>
                  <a:cubicBezTo>
                    <a:pt x="237695" y="9716"/>
                    <a:pt x="206834" y="0"/>
                    <a:pt x="167876" y="0"/>
                  </a:cubicBezTo>
                  <a:cubicBezTo>
                    <a:pt x="109488" y="0"/>
                    <a:pt x="55386" y="38957"/>
                    <a:pt x="30145" y="99251"/>
                  </a:cubicBezTo>
                  <a:cubicBezTo>
                    <a:pt x="27668" y="105061"/>
                    <a:pt x="15191" y="135636"/>
                    <a:pt x="8047" y="164306"/>
                  </a:cubicBezTo>
                  <a:cubicBezTo>
                    <a:pt x="3570" y="182118"/>
                    <a:pt x="1189" y="202406"/>
                    <a:pt x="141" y="229838"/>
                  </a:cubicBezTo>
                  <a:cubicBezTo>
                    <a:pt x="-1573" y="276987"/>
                    <a:pt x="12428" y="321945"/>
                    <a:pt x="36717" y="347091"/>
                  </a:cubicBezTo>
                  <a:cubicBezTo>
                    <a:pt x="49766" y="360617"/>
                    <a:pt x="65006" y="367760"/>
                    <a:pt x="80818" y="367760"/>
                  </a:cubicBezTo>
                  <a:cubicBezTo>
                    <a:pt x="96629" y="367760"/>
                    <a:pt x="111393" y="360807"/>
                    <a:pt x="124061" y="347472"/>
                  </a:cubicBezTo>
                  <a:lnTo>
                    <a:pt x="190355" y="283369"/>
                  </a:lnTo>
                  <a:lnTo>
                    <a:pt x="259221" y="283369"/>
                  </a:lnTo>
                  <a:cubicBezTo>
                    <a:pt x="259793" y="283369"/>
                    <a:pt x="260459" y="283369"/>
                    <a:pt x="261031" y="283369"/>
                  </a:cubicBezTo>
                  <a:lnTo>
                    <a:pt x="333040" y="283369"/>
                  </a:lnTo>
                  <a:lnTo>
                    <a:pt x="399334" y="347472"/>
                  </a:lnTo>
                  <a:cubicBezTo>
                    <a:pt x="412002" y="360712"/>
                    <a:pt x="426956" y="367760"/>
                    <a:pt x="442577" y="367760"/>
                  </a:cubicBezTo>
                  <a:cubicBezTo>
                    <a:pt x="458198" y="367760"/>
                    <a:pt x="473724" y="360617"/>
                    <a:pt x="486678" y="347091"/>
                  </a:cubicBezTo>
                  <a:cubicBezTo>
                    <a:pt x="510967" y="321945"/>
                    <a:pt x="524969" y="276987"/>
                    <a:pt x="523254" y="229838"/>
                  </a:cubicBezTo>
                  <a:cubicBezTo>
                    <a:pt x="522302" y="204311"/>
                    <a:pt x="520016" y="186690"/>
                    <a:pt x="515063" y="166878"/>
                  </a:cubicBezTo>
                  <a:close/>
                  <a:moveTo>
                    <a:pt x="459532" y="320897"/>
                  </a:moveTo>
                  <a:cubicBezTo>
                    <a:pt x="455531" y="324993"/>
                    <a:pt x="449435" y="329946"/>
                    <a:pt x="442863" y="329946"/>
                  </a:cubicBezTo>
                  <a:cubicBezTo>
                    <a:pt x="437720" y="329946"/>
                    <a:pt x="432957" y="326898"/>
                    <a:pt x="429338" y="323564"/>
                  </a:cubicBezTo>
                  <a:cubicBezTo>
                    <a:pt x="429147" y="323279"/>
                    <a:pt x="428861" y="323088"/>
                    <a:pt x="428576" y="322802"/>
                  </a:cubicBezTo>
                  <a:lnTo>
                    <a:pt x="425909" y="320135"/>
                  </a:lnTo>
                  <a:cubicBezTo>
                    <a:pt x="425909" y="320135"/>
                    <a:pt x="425147" y="319373"/>
                    <a:pt x="424766" y="319088"/>
                  </a:cubicBezTo>
                  <a:lnTo>
                    <a:pt x="355138" y="251841"/>
                  </a:lnTo>
                  <a:cubicBezTo>
                    <a:pt x="351614" y="247936"/>
                    <a:pt x="346565" y="245554"/>
                    <a:pt x="340946" y="245554"/>
                  </a:cubicBezTo>
                  <a:lnTo>
                    <a:pt x="264365" y="245554"/>
                  </a:lnTo>
                  <a:cubicBezTo>
                    <a:pt x="263793" y="245554"/>
                    <a:pt x="263126" y="245554"/>
                    <a:pt x="262555" y="245554"/>
                  </a:cubicBezTo>
                  <a:lnTo>
                    <a:pt x="182831" y="245554"/>
                  </a:lnTo>
                  <a:cubicBezTo>
                    <a:pt x="177306" y="245554"/>
                    <a:pt x="172258" y="247936"/>
                    <a:pt x="168734" y="251746"/>
                  </a:cubicBezTo>
                  <a:lnTo>
                    <a:pt x="99011" y="319088"/>
                  </a:lnTo>
                  <a:cubicBezTo>
                    <a:pt x="99011" y="319088"/>
                    <a:pt x="98249" y="319754"/>
                    <a:pt x="97868" y="320135"/>
                  </a:cubicBezTo>
                  <a:lnTo>
                    <a:pt x="95201" y="322802"/>
                  </a:lnTo>
                  <a:cubicBezTo>
                    <a:pt x="95201" y="322802"/>
                    <a:pt x="94724" y="323279"/>
                    <a:pt x="94439" y="323564"/>
                  </a:cubicBezTo>
                  <a:cubicBezTo>
                    <a:pt x="90819" y="326898"/>
                    <a:pt x="86057" y="329946"/>
                    <a:pt x="80913" y="329946"/>
                  </a:cubicBezTo>
                  <a:cubicBezTo>
                    <a:pt x="74246" y="329946"/>
                    <a:pt x="68150" y="325088"/>
                    <a:pt x="64244" y="320897"/>
                  </a:cubicBezTo>
                  <a:cubicBezTo>
                    <a:pt x="47195" y="303181"/>
                    <a:pt x="37003" y="268034"/>
                    <a:pt x="38336" y="231458"/>
                  </a:cubicBezTo>
                  <a:cubicBezTo>
                    <a:pt x="39289" y="206693"/>
                    <a:pt x="41289" y="188881"/>
                    <a:pt x="45099" y="173736"/>
                  </a:cubicBezTo>
                  <a:cubicBezTo>
                    <a:pt x="51767" y="147161"/>
                    <a:pt x="64054" y="117443"/>
                    <a:pt x="65387" y="114109"/>
                  </a:cubicBezTo>
                  <a:cubicBezTo>
                    <a:pt x="84914" y="67342"/>
                    <a:pt x="124252" y="38291"/>
                    <a:pt x="167972" y="38291"/>
                  </a:cubicBezTo>
                  <a:cubicBezTo>
                    <a:pt x="203786" y="38291"/>
                    <a:pt x="228932" y="48006"/>
                    <a:pt x="246934" y="68771"/>
                  </a:cubicBezTo>
                  <a:cubicBezTo>
                    <a:pt x="250553" y="72962"/>
                    <a:pt x="255792" y="75343"/>
                    <a:pt x="261317" y="75343"/>
                  </a:cubicBezTo>
                  <a:lnTo>
                    <a:pt x="261983" y="75343"/>
                  </a:lnTo>
                  <a:cubicBezTo>
                    <a:pt x="267508" y="75343"/>
                    <a:pt x="272747" y="72962"/>
                    <a:pt x="276366" y="68771"/>
                  </a:cubicBezTo>
                  <a:cubicBezTo>
                    <a:pt x="294368" y="48101"/>
                    <a:pt x="319610" y="38386"/>
                    <a:pt x="355805" y="38386"/>
                  </a:cubicBezTo>
                  <a:cubicBezTo>
                    <a:pt x="399524" y="38386"/>
                    <a:pt x="438767" y="67437"/>
                    <a:pt x="458389" y="114205"/>
                  </a:cubicBezTo>
                  <a:cubicBezTo>
                    <a:pt x="460389" y="118967"/>
                    <a:pt x="471914" y="150305"/>
                    <a:pt x="478487" y="176498"/>
                  </a:cubicBezTo>
                  <a:cubicBezTo>
                    <a:pt x="482011" y="190691"/>
                    <a:pt x="484583" y="205454"/>
                    <a:pt x="485535" y="231553"/>
                  </a:cubicBezTo>
                  <a:cubicBezTo>
                    <a:pt x="486869" y="268129"/>
                    <a:pt x="476677" y="303276"/>
                    <a:pt x="459627" y="32099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46" name="Google Shape;3446;p96"/>
            <p:cNvSpPr/>
            <p:nvPr/>
          </p:nvSpPr>
          <p:spPr>
            <a:xfrm>
              <a:off x="9527803" y="4452181"/>
              <a:ext cx="104775" cy="104775"/>
            </a:xfrm>
            <a:custGeom>
              <a:avLst/>
              <a:gdLst/>
              <a:ahLst/>
              <a:cxnLst/>
              <a:rect l="l" t="t" r="r" b="b"/>
              <a:pathLst>
                <a:path w="104775" h="104775" extrusionOk="0">
                  <a:moveTo>
                    <a:pt x="52388" y="0"/>
                  </a:moveTo>
                  <a:cubicBezTo>
                    <a:pt x="23527" y="0"/>
                    <a:pt x="0" y="23527"/>
                    <a:pt x="0" y="52388"/>
                  </a:cubicBezTo>
                  <a:cubicBezTo>
                    <a:pt x="0" y="66389"/>
                    <a:pt x="5429" y="79534"/>
                    <a:pt x="15335" y="89440"/>
                  </a:cubicBezTo>
                  <a:cubicBezTo>
                    <a:pt x="25241" y="99346"/>
                    <a:pt x="38386" y="104775"/>
                    <a:pt x="52388" y="104775"/>
                  </a:cubicBezTo>
                  <a:cubicBezTo>
                    <a:pt x="81248" y="104775"/>
                    <a:pt x="104775" y="81248"/>
                    <a:pt x="104775" y="52388"/>
                  </a:cubicBezTo>
                  <a:cubicBezTo>
                    <a:pt x="104775" y="23527"/>
                    <a:pt x="81248" y="0"/>
                    <a:pt x="52388" y="0"/>
                  </a:cubicBezTo>
                  <a:close/>
                  <a:moveTo>
                    <a:pt x="52388" y="80963"/>
                  </a:moveTo>
                  <a:cubicBezTo>
                    <a:pt x="44768" y="80963"/>
                    <a:pt x="37528" y="78010"/>
                    <a:pt x="32195" y="72581"/>
                  </a:cubicBezTo>
                  <a:cubicBezTo>
                    <a:pt x="26861" y="67151"/>
                    <a:pt x="23813" y="60008"/>
                    <a:pt x="23813" y="52388"/>
                  </a:cubicBezTo>
                  <a:cubicBezTo>
                    <a:pt x="23813" y="36576"/>
                    <a:pt x="36671" y="23813"/>
                    <a:pt x="52388" y="23813"/>
                  </a:cubicBezTo>
                  <a:cubicBezTo>
                    <a:pt x="68104" y="23813"/>
                    <a:pt x="80963" y="36671"/>
                    <a:pt x="80963" y="52388"/>
                  </a:cubicBezTo>
                  <a:cubicBezTo>
                    <a:pt x="80963" y="68104"/>
                    <a:pt x="68104" y="80963"/>
                    <a:pt x="52388" y="8096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47" name="Google Shape;3447;p96"/>
            <p:cNvSpPr/>
            <p:nvPr/>
          </p:nvSpPr>
          <p:spPr>
            <a:xfrm>
              <a:off x="9772215" y="4524952"/>
              <a:ext cx="40576" cy="40576"/>
            </a:xfrm>
            <a:custGeom>
              <a:avLst/>
              <a:gdLst/>
              <a:ahLst/>
              <a:cxnLst/>
              <a:rect l="l" t="t" r="r" b="b"/>
              <a:pathLst>
                <a:path w="40576" h="40576" extrusionOk="0">
                  <a:moveTo>
                    <a:pt x="20288" y="0"/>
                  </a:moveTo>
                  <a:cubicBezTo>
                    <a:pt x="9049" y="0"/>
                    <a:pt x="0" y="9049"/>
                    <a:pt x="0" y="20288"/>
                  </a:cubicBezTo>
                  <a:cubicBezTo>
                    <a:pt x="0" y="31528"/>
                    <a:pt x="9144" y="40577"/>
                    <a:pt x="20288" y="40577"/>
                  </a:cubicBezTo>
                  <a:cubicBezTo>
                    <a:pt x="25908" y="40577"/>
                    <a:pt x="30956" y="38290"/>
                    <a:pt x="34671" y="34671"/>
                  </a:cubicBezTo>
                  <a:cubicBezTo>
                    <a:pt x="38386" y="30956"/>
                    <a:pt x="40577" y="25908"/>
                    <a:pt x="40577" y="20288"/>
                  </a:cubicBezTo>
                  <a:cubicBezTo>
                    <a:pt x="40577" y="9049"/>
                    <a:pt x="31433" y="0"/>
                    <a:pt x="202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48" name="Google Shape;3448;p96"/>
            <p:cNvSpPr/>
            <p:nvPr/>
          </p:nvSpPr>
          <p:spPr>
            <a:xfrm>
              <a:off x="9772215" y="4443513"/>
              <a:ext cx="40576" cy="40576"/>
            </a:xfrm>
            <a:custGeom>
              <a:avLst/>
              <a:gdLst/>
              <a:ahLst/>
              <a:cxnLst/>
              <a:rect l="l" t="t" r="r" b="b"/>
              <a:pathLst>
                <a:path w="40576" h="40576" extrusionOk="0">
                  <a:moveTo>
                    <a:pt x="20288" y="0"/>
                  </a:moveTo>
                  <a:cubicBezTo>
                    <a:pt x="9049" y="0"/>
                    <a:pt x="0" y="9144"/>
                    <a:pt x="0" y="20288"/>
                  </a:cubicBezTo>
                  <a:cubicBezTo>
                    <a:pt x="0" y="31433"/>
                    <a:pt x="9144" y="40577"/>
                    <a:pt x="20288" y="40577"/>
                  </a:cubicBezTo>
                  <a:cubicBezTo>
                    <a:pt x="25908" y="40577"/>
                    <a:pt x="30956" y="38291"/>
                    <a:pt x="34671" y="34671"/>
                  </a:cubicBezTo>
                  <a:cubicBezTo>
                    <a:pt x="38386" y="30956"/>
                    <a:pt x="40577" y="25908"/>
                    <a:pt x="40577" y="20288"/>
                  </a:cubicBezTo>
                  <a:cubicBezTo>
                    <a:pt x="40577" y="9049"/>
                    <a:pt x="31433" y="0"/>
                    <a:pt x="202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49" name="Google Shape;3449;p96"/>
            <p:cNvSpPr/>
            <p:nvPr/>
          </p:nvSpPr>
          <p:spPr>
            <a:xfrm>
              <a:off x="9731543" y="4484280"/>
              <a:ext cx="40576" cy="40576"/>
            </a:xfrm>
            <a:custGeom>
              <a:avLst/>
              <a:gdLst/>
              <a:ahLst/>
              <a:cxnLst/>
              <a:rect l="l" t="t" r="r" b="b"/>
              <a:pathLst>
                <a:path w="40576" h="40576" extrusionOk="0">
                  <a:moveTo>
                    <a:pt x="20288" y="0"/>
                  </a:moveTo>
                  <a:cubicBezTo>
                    <a:pt x="9049" y="0"/>
                    <a:pt x="0" y="9144"/>
                    <a:pt x="0" y="20288"/>
                  </a:cubicBezTo>
                  <a:cubicBezTo>
                    <a:pt x="0" y="25908"/>
                    <a:pt x="2286" y="30956"/>
                    <a:pt x="5906" y="34671"/>
                  </a:cubicBezTo>
                  <a:cubicBezTo>
                    <a:pt x="9620" y="38386"/>
                    <a:pt x="14669" y="40577"/>
                    <a:pt x="20288" y="40577"/>
                  </a:cubicBezTo>
                  <a:cubicBezTo>
                    <a:pt x="31528" y="40577"/>
                    <a:pt x="40577" y="31432"/>
                    <a:pt x="40577" y="20288"/>
                  </a:cubicBezTo>
                  <a:cubicBezTo>
                    <a:pt x="40577" y="9144"/>
                    <a:pt x="31433" y="0"/>
                    <a:pt x="202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450" name="Google Shape;3450;p96"/>
            <p:cNvSpPr/>
            <p:nvPr/>
          </p:nvSpPr>
          <p:spPr>
            <a:xfrm>
              <a:off x="9812982" y="4484280"/>
              <a:ext cx="40576" cy="40576"/>
            </a:xfrm>
            <a:custGeom>
              <a:avLst/>
              <a:gdLst/>
              <a:ahLst/>
              <a:cxnLst/>
              <a:rect l="l" t="t" r="r" b="b"/>
              <a:pathLst>
                <a:path w="40576" h="40576" extrusionOk="0">
                  <a:moveTo>
                    <a:pt x="20288" y="0"/>
                  </a:moveTo>
                  <a:cubicBezTo>
                    <a:pt x="9049" y="0"/>
                    <a:pt x="0" y="9144"/>
                    <a:pt x="0" y="20288"/>
                  </a:cubicBezTo>
                  <a:cubicBezTo>
                    <a:pt x="0" y="25908"/>
                    <a:pt x="2286" y="30956"/>
                    <a:pt x="5905" y="34671"/>
                  </a:cubicBezTo>
                  <a:cubicBezTo>
                    <a:pt x="9620" y="38386"/>
                    <a:pt x="14668" y="40577"/>
                    <a:pt x="20288" y="40577"/>
                  </a:cubicBezTo>
                  <a:cubicBezTo>
                    <a:pt x="31528" y="40577"/>
                    <a:pt x="40576" y="31432"/>
                    <a:pt x="40576" y="20288"/>
                  </a:cubicBezTo>
                  <a:cubicBezTo>
                    <a:pt x="40576" y="9144"/>
                    <a:pt x="31432" y="0"/>
                    <a:pt x="202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451" name="Google Shape;3451;p96"/>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3.5.26</a:t>
            </a: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3455"/>
        <p:cNvGrpSpPr/>
        <p:nvPr/>
      </p:nvGrpSpPr>
      <p:grpSpPr>
        <a:xfrm>
          <a:off x="0" y="0"/>
          <a:ext cx="0" cy="0"/>
          <a:chOff x="0" y="0"/>
          <a:chExt cx="0" cy="0"/>
        </a:xfrm>
      </p:grpSpPr>
      <p:sp>
        <p:nvSpPr>
          <p:cNvPr id="3456" name="Google Shape;3456;p97"/>
          <p:cNvSpPr txBox="1">
            <a:spLocks noGrp="1"/>
          </p:cNvSpPr>
          <p:nvPr>
            <p:ph type="title"/>
          </p:nvPr>
        </p:nvSpPr>
        <p:spPr>
          <a:xfrm>
            <a:off x="365750" y="274325"/>
            <a:ext cx="2727900" cy="365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a:t>Icons:  General</a:t>
            </a:r>
            <a:endParaRPr/>
          </a:p>
        </p:txBody>
      </p:sp>
      <p:sp>
        <p:nvSpPr>
          <p:cNvPr id="3457" name="Google Shape;3457;p97"/>
          <p:cNvSpPr txBox="1">
            <a:spLocks noGrp="1"/>
          </p:cNvSpPr>
          <p:nvPr>
            <p:ph type="sldNum" idx="12"/>
          </p:nvPr>
        </p:nvSpPr>
        <p:spPr>
          <a:xfrm>
            <a:off x="8229600" y="4866905"/>
            <a:ext cx="473700" cy="92400"/>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76</a:t>
            </a:fld>
            <a:endParaRPr/>
          </a:p>
        </p:txBody>
      </p:sp>
      <p:sp>
        <p:nvSpPr>
          <p:cNvPr id="3458" name="Google Shape;3458;p97"/>
          <p:cNvSpPr txBox="1"/>
          <p:nvPr/>
        </p:nvSpPr>
        <p:spPr>
          <a:xfrm>
            <a:off x="1171078" y="1382115"/>
            <a:ext cx="4431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CSV</a:t>
            </a:r>
            <a:endParaRPr sz="1800">
              <a:solidFill>
                <a:srgbClr val="252525"/>
              </a:solidFill>
              <a:latin typeface="Arial"/>
              <a:ea typeface="Arial"/>
              <a:cs typeface="Arial"/>
              <a:sym typeface="Arial"/>
            </a:endParaRPr>
          </a:p>
        </p:txBody>
      </p:sp>
      <p:sp>
        <p:nvSpPr>
          <p:cNvPr id="3459" name="Google Shape;3459;p97"/>
          <p:cNvSpPr txBox="1"/>
          <p:nvPr/>
        </p:nvSpPr>
        <p:spPr>
          <a:xfrm>
            <a:off x="1963275"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XML</a:t>
            </a:r>
            <a:endParaRPr sz="1800">
              <a:solidFill>
                <a:srgbClr val="252525"/>
              </a:solidFill>
              <a:latin typeface="Arial"/>
              <a:ea typeface="Arial"/>
              <a:cs typeface="Arial"/>
              <a:sym typeface="Arial"/>
            </a:endParaRPr>
          </a:p>
        </p:txBody>
      </p:sp>
      <p:sp>
        <p:nvSpPr>
          <p:cNvPr id="3460" name="Google Shape;3460;p97"/>
          <p:cNvSpPr txBox="1"/>
          <p:nvPr/>
        </p:nvSpPr>
        <p:spPr>
          <a:xfrm>
            <a:off x="2755472"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JSON</a:t>
            </a:r>
            <a:endParaRPr sz="1800">
              <a:solidFill>
                <a:srgbClr val="252525"/>
              </a:solidFill>
              <a:latin typeface="Arial"/>
              <a:ea typeface="Arial"/>
              <a:cs typeface="Arial"/>
              <a:sym typeface="Arial"/>
            </a:endParaRPr>
          </a:p>
        </p:txBody>
      </p:sp>
      <p:sp>
        <p:nvSpPr>
          <p:cNvPr id="3461" name="Google Shape;3461;p97"/>
          <p:cNvSpPr txBox="1"/>
          <p:nvPr/>
        </p:nvSpPr>
        <p:spPr>
          <a:xfrm>
            <a:off x="2771356" y="2157573"/>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Instant</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Elasticity</a:t>
            </a:r>
            <a:endParaRPr sz="600">
              <a:solidFill>
                <a:srgbClr val="11567F"/>
              </a:solidFill>
            </a:endParaRPr>
          </a:p>
        </p:txBody>
      </p:sp>
      <p:sp>
        <p:nvSpPr>
          <p:cNvPr id="3462" name="Google Shape;3462;p97"/>
          <p:cNvSpPr txBox="1"/>
          <p:nvPr/>
        </p:nvSpPr>
        <p:spPr>
          <a:xfrm>
            <a:off x="4322047" y="1382115"/>
            <a:ext cx="4788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SQL</a:t>
            </a:r>
            <a:endParaRPr sz="1800">
              <a:solidFill>
                <a:srgbClr val="252525"/>
              </a:solidFill>
              <a:latin typeface="Arial"/>
              <a:ea typeface="Arial"/>
              <a:cs typeface="Arial"/>
              <a:sym typeface="Arial"/>
            </a:endParaRPr>
          </a:p>
        </p:txBody>
      </p:sp>
      <p:sp>
        <p:nvSpPr>
          <p:cNvPr id="3463" name="Google Shape;3463;p97"/>
          <p:cNvSpPr txBox="1"/>
          <p:nvPr/>
        </p:nvSpPr>
        <p:spPr>
          <a:xfrm>
            <a:off x="5013413" y="1382115"/>
            <a:ext cx="680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TLOG</a:t>
            </a:r>
            <a:endParaRPr sz="1800">
              <a:solidFill>
                <a:srgbClr val="252525"/>
              </a:solidFill>
              <a:latin typeface="Arial"/>
              <a:ea typeface="Arial"/>
              <a:cs typeface="Arial"/>
              <a:sym typeface="Arial"/>
            </a:endParaRPr>
          </a:p>
        </p:txBody>
      </p:sp>
      <p:sp>
        <p:nvSpPr>
          <p:cNvPr id="3464" name="Google Shape;3464;p97"/>
          <p:cNvSpPr txBox="1"/>
          <p:nvPr/>
        </p:nvSpPr>
        <p:spPr>
          <a:xfrm>
            <a:off x="5924260"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XLS</a:t>
            </a:r>
            <a:endParaRPr sz="1800">
              <a:solidFill>
                <a:srgbClr val="252525"/>
              </a:solidFill>
              <a:latin typeface="Arial"/>
              <a:ea typeface="Arial"/>
              <a:cs typeface="Arial"/>
              <a:sym typeface="Arial"/>
            </a:endParaRPr>
          </a:p>
        </p:txBody>
      </p:sp>
      <p:sp>
        <p:nvSpPr>
          <p:cNvPr id="3465" name="Google Shape;3465;p97"/>
          <p:cNvSpPr txBox="1"/>
          <p:nvPr/>
        </p:nvSpPr>
        <p:spPr>
          <a:xfrm>
            <a:off x="5857810" y="3708489"/>
            <a:ext cx="576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JavaScript</a:t>
            </a:r>
            <a:endParaRPr sz="1800">
              <a:solidFill>
                <a:srgbClr val="252525"/>
              </a:solidFill>
              <a:latin typeface="Arial"/>
              <a:ea typeface="Arial"/>
              <a:cs typeface="Arial"/>
              <a:sym typeface="Arial"/>
            </a:endParaRPr>
          </a:p>
        </p:txBody>
      </p:sp>
      <p:sp>
        <p:nvSpPr>
          <p:cNvPr id="3466" name="Google Shape;3466;p97"/>
          <p:cNvSpPr txBox="1"/>
          <p:nvPr/>
        </p:nvSpPr>
        <p:spPr>
          <a:xfrm>
            <a:off x="6696578" y="3708489"/>
            <a:ext cx="483000" cy="105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Code</a:t>
            </a:r>
            <a:endParaRPr sz="1800">
              <a:solidFill>
                <a:srgbClr val="252525"/>
              </a:solidFill>
              <a:latin typeface="Arial"/>
              <a:ea typeface="Arial"/>
              <a:cs typeface="Arial"/>
              <a:sym typeface="Arial"/>
            </a:endParaRPr>
          </a:p>
        </p:txBody>
      </p:sp>
      <p:sp>
        <p:nvSpPr>
          <p:cNvPr id="3467" name="Google Shape;3467;p97"/>
          <p:cNvSpPr txBox="1"/>
          <p:nvPr/>
        </p:nvSpPr>
        <p:spPr>
          <a:xfrm>
            <a:off x="7442204" y="3708489"/>
            <a:ext cx="576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Cube</a:t>
            </a:r>
            <a:endParaRPr sz="1800">
              <a:solidFill>
                <a:srgbClr val="252525"/>
              </a:solidFill>
              <a:latin typeface="Arial"/>
              <a:ea typeface="Arial"/>
              <a:cs typeface="Arial"/>
              <a:sym typeface="Arial"/>
            </a:endParaRPr>
          </a:p>
        </p:txBody>
      </p:sp>
      <p:sp>
        <p:nvSpPr>
          <p:cNvPr id="3468" name="Google Shape;3468;p97"/>
          <p:cNvSpPr txBox="1"/>
          <p:nvPr/>
        </p:nvSpPr>
        <p:spPr>
          <a:xfrm>
            <a:off x="3517969" y="2157573"/>
            <a:ext cx="502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Refresh</a:t>
            </a:r>
            <a:endParaRPr sz="1800">
              <a:solidFill>
                <a:srgbClr val="252525"/>
              </a:solidFill>
              <a:latin typeface="Arial"/>
              <a:ea typeface="Arial"/>
              <a:cs typeface="Arial"/>
              <a:sym typeface="Arial"/>
            </a:endParaRPr>
          </a:p>
        </p:txBody>
      </p:sp>
      <p:sp>
        <p:nvSpPr>
          <p:cNvPr id="3469" name="Google Shape;3469;p97"/>
          <p:cNvSpPr txBox="1"/>
          <p:nvPr/>
        </p:nvSpPr>
        <p:spPr>
          <a:xfrm>
            <a:off x="4339866"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No</a:t>
            </a:r>
            <a:endParaRPr sz="1800">
              <a:solidFill>
                <a:srgbClr val="252525"/>
              </a:solidFill>
              <a:latin typeface="Arial"/>
              <a:ea typeface="Arial"/>
              <a:cs typeface="Arial"/>
              <a:sym typeface="Arial"/>
            </a:endParaRPr>
          </a:p>
        </p:txBody>
      </p:sp>
      <p:sp>
        <p:nvSpPr>
          <p:cNvPr id="3470" name="Google Shape;3470;p97"/>
          <p:cNvSpPr txBox="1"/>
          <p:nvPr/>
        </p:nvSpPr>
        <p:spPr>
          <a:xfrm>
            <a:off x="6705646" y="1382115"/>
            <a:ext cx="464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SQL</a:t>
            </a:r>
            <a:endParaRPr sz="1800">
              <a:solidFill>
                <a:srgbClr val="252525"/>
              </a:solidFill>
              <a:latin typeface="Arial"/>
              <a:ea typeface="Arial"/>
              <a:cs typeface="Arial"/>
              <a:sym typeface="Arial"/>
            </a:endParaRPr>
          </a:p>
        </p:txBody>
      </p:sp>
      <p:sp>
        <p:nvSpPr>
          <p:cNvPr id="3471" name="Google Shape;3471;p97"/>
          <p:cNvSpPr txBox="1"/>
          <p:nvPr/>
        </p:nvSpPr>
        <p:spPr>
          <a:xfrm>
            <a:off x="7563751" y="1382115"/>
            <a:ext cx="333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Hadoop</a:t>
            </a:r>
            <a:endParaRPr sz="1800">
              <a:solidFill>
                <a:srgbClr val="252525"/>
              </a:solidFill>
              <a:latin typeface="Arial"/>
              <a:ea typeface="Arial"/>
              <a:cs typeface="Arial"/>
              <a:sym typeface="Arial"/>
            </a:endParaRPr>
          </a:p>
        </p:txBody>
      </p:sp>
      <p:sp>
        <p:nvSpPr>
          <p:cNvPr id="3472" name="Google Shape;3472;p97"/>
          <p:cNvSpPr txBox="1"/>
          <p:nvPr/>
        </p:nvSpPr>
        <p:spPr>
          <a:xfrm>
            <a:off x="1171078"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Hadoop</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Replace</a:t>
            </a:r>
            <a:endParaRPr sz="600">
              <a:solidFill>
                <a:srgbClr val="11567F"/>
              </a:solidFill>
            </a:endParaRPr>
          </a:p>
        </p:txBody>
      </p:sp>
      <p:sp>
        <p:nvSpPr>
          <p:cNvPr id="3473" name="Google Shape;3473;p97"/>
          <p:cNvSpPr txBox="1"/>
          <p:nvPr/>
        </p:nvSpPr>
        <p:spPr>
          <a:xfrm>
            <a:off x="2014853" y="2157573"/>
            <a:ext cx="339900" cy="1272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Trusted</a:t>
            </a:r>
            <a:endParaRPr sz="1800">
              <a:solidFill>
                <a:srgbClr val="252525"/>
              </a:solidFill>
              <a:latin typeface="Arial"/>
              <a:ea typeface="Arial"/>
              <a:cs typeface="Arial"/>
              <a:sym typeface="Arial"/>
            </a:endParaRPr>
          </a:p>
        </p:txBody>
      </p:sp>
      <p:sp>
        <p:nvSpPr>
          <p:cNvPr id="3474" name="Google Shape;3474;p97"/>
          <p:cNvSpPr txBox="1"/>
          <p:nvPr/>
        </p:nvSpPr>
        <p:spPr>
          <a:xfrm>
            <a:off x="1226175" y="2933031"/>
            <a:ext cx="333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Tools</a:t>
            </a:r>
            <a:endParaRPr sz="1800">
              <a:solidFill>
                <a:srgbClr val="252525"/>
              </a:solidFill>
              <a:latin typeface="Arial"/>
              <a:ea typeface="Arial"/>
              <a:cs typeface="Arial"/>
              <a:sym typeface="Arial"/>
            </a:endParaRPr>
          </a:p>
        </p:txBody>
      </p:sp>
      <p:sp>
        <p:nvSpPr>
          <p:cNvPr id="3475" name="Google Shape;3475;p97"/>
          <p:cNvSpPr txBox="1"/>
          <p:nvPr/>
        </p:nvSpPr>
        <p:spPr>
          <a:xfrm>
            <a:off x="2014853" y="2933031"/>
            <a:ext cx="3399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Services</a:t>
            </a:r>
            <a:endParaRPr sz="1800">
              <a:solidFill>
                <a:srgbClr val="252525"/>
              </a:solidFill>
              <a:latin typeface="Arial"/>
              <a:ea typeface="Arial"/>
              <a:cs typeface="Arial"/>
              <a:sym typeface="Arial"/>
            </a:endParaRPr>
          </a:p>
        </p:txBody>
      </p:sp>
      <p:sp>
        <p:nvSpPr>
          <p:cNvPr id="3476" name="Google Shape;3476;p97"/>
          <p:cNvSpPr txBox="1"/>
          <p:nvPr/>
        </p:nvSpPr>
        <p:spPr>
          <a:xfrm>
            <a:off x="3593310" y="1382115"/>
            <a:ext cx="3519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LOG</a:t>
            </a:r>
            <a:endParaRPr sz="1800">
              <a:solidFill>
                <a:srgbClr val="252525"/>
              </a:solidFill>
              <a:latin typeface="Arial"/>
              <a:ea typeface="Arial"/>
              <a:cs typeface="Arial"/>
              <a:sym typeface="Arial"/>
            </a:endParaRPr>
          </a:p>
        </p:txBody>
      </p:sp>
      <p:sp>
        <p:nvSpPr>
          <p:cNvPr id="3477" name="Google Shape;3477;p97"/>
          <p:cNvSpPr txBox="1"/>
          <p:nvPr/>
        </p:nvSpPr>
        <p:spPr>
          <a:xfrm>
            <a:off x="4339866" y="2933031"/>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Web App</a:t>
            </a:r>
            <a:endParaRPr sz="1800">
              <a:solidFill>
                <a:srgbClr val="252525"/>
              </a:solidFill>
              <a:latin typeface="Arial"/>
              <a:ea typeface="Arial"/>
              <a:cs typeface="Arial"/>
              <a:sym typeface="Arial"/>
            </a:endParaRPr>
          </a:p>
        </p:txBody>
      </p:sp>
      <p:sp>
        <p:nvSpPr>
          <p:cNvPr id="3478" name="Google Shape;3478;p97"/>
          <p:cNvSpPr txBox="1"/>
          <p:nvPr/>
        </p:nvSpPr>
        <p:spPr>
          <a:xfrm>
            <a:off x="2760644" y="2933031"/>
            <a:ext cx="4329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World</a:t>
            </a:r>
            <a:endParaRPr sz="1800">
              <a:solidFill>
                <a:srgbClr val="252525"/>
              </a:solidFill>
              <a:latin typeface="Arial"/>
              <a:ea typeface="Arial"/>
              <a:cs typeface="Arial"/>
              <a:sym typeface="Arial"/>
            </a:endParaRPr>
          </a:p>
        </p:txBody>
      </p:sp>
      <p:sp>
        <p:nvSpPr>
          <p:cNvPr id="3479" name="Google Shape;3479;p97"/>
          <p:cNvSpPr txBox="1"/>
          <p:nvPr/>
        </p:nvSpPr>
        <p:spPr>
          <a:xfrm>
            <a:off x="3547675" y="2933025"/>
            <a:ext cx="4431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Connected</a:t>
            </a:r>
            <a:endParaRPr sz="1800">
              <a:solidFill>
                <a:srgbClr val="252525"/>
              </a:solidFill>
              <a:latin typeface="Arial"/>
              <a:ea typeface="Arial"/>
              <a:cs typeface="Arial"/>
              <a:sym typeface="Arial"/>
            </a:endParaRPr>
          </a:p>
        </p:txBody>
      </p:sp>
      <p:sp>
        <p:nvSpPr>
          <p:cNvPr id="3480" name="Google Shape;3480;p97"/>
          <p:cNvSpPr txBox="1"/>
          <p:nvPr/>
        </p:nvSpPr>
        <p:spPr>
          <a:xfrm>
            <a:off x="5132063"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Backup</a:t>
            </a:r>
            <a:endParaRPr sz="1800">
              <a:solidFill>
                <a:srgbClr val="252525"/>
              </a:solidFill>
              <a:latin typeface="Arial"/>
              <a:ea typeface="Arial"/>
              <a:cs typeface="Arial"/>
              <a:sym typeface="Arial"/>
            </a:endParaRPr>
          </a:p>
        </p:txBody>
      </p:sp>
      <p:sp>
        <p:nvSpPr>
          <p:cNvPr id="3481" name="Google Shape;3481;p97"/>
          <p:cNvSpPr txBox="1"/>
          <p:nvPr/>
        </p:nvSpPr>
        <p:spPr>
          <a:xfrm>
            <a:off x="2771356" y="3708489"/>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Information</a:t>
            </a:r>
            <a:endParaRPr sz="1800">
              <a:solidFill>
                <a:srgbClr val="252525"/>
              </a:solidFill>
              <a:latin typeface="Arial"/>
              <a:ea typeface="Arial"/>
              <a:cs typeface="Arial"/>
              <a:sym typeface="Arial"/>
            </a:endParaRPr>
          </a:p>
        </p:txBody>
      </p:sp>
      <p:sp>
        <p:nvSpPr>
          <p:cNvPr id="3482" name="Google Shape;3482;p97"/>
          <p:cNvSpPr txBox="1"/>
          <p:nvPr/>
        </p:nvSpPr>
        <p:spPr>
          <a:xfrm>
            <a:off x="1963275" y="3708489"/>
            <a:ext cx="4431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Check</a:t>
            </a:r>
            <a:endParaRPr sz="1800">
              <a:solidFill>
                <a:srgbClr val="252525"/>
              </a:solidFill>
              <a:latin typeface="Arial"/>
              <a:ea typeface="Arial"/>
              <a:cs typeface="Arial"/>
              <a:sym typeface="Arial"/>
            </a:endParaRPr>
          </a:p>
        </p:txBody>
      </p:sp>
      <p:sp>
        <p:nvSpPr>
          <p:cNvPr id="3483" name="Google Shape;3483;p97"/>
          <p:cNvSpPr txBox="1"/>
          <p:nvPr/>
        </p:nvSpPr>
        <p:spPr>
          <a:xfrm>
            <a:off x="1143772" y="3708489"/>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Play</a:t>
            </a:r>
            <a:endParaRPr sz="1800">
              <a:solidFill>
                <a:srgbClr val="252525"/>
              </a:solidFill>
              <a:latin typeface="Arial"/>
              <a:ea typeface="Arial"/>
              <a:cs typeface="Arial"/>
              <a:sym typeface="Arial"/>
            </a:endParaRPr>
          </a:p>
        </p:txBody>
      </p:sp>
      <p:sp>
        <p:nvSpPr>
          <p:cNvPr id="3484" name="Google Shape;3484;p97"/>
          <p:cNvSpPr txBox="1"/>
          <p:nvPr/>
        </p:nvSpPr>
        <p:spPr>
          <a:xfrm>
            <a:off x="5110475" y="3708500"/>
            <a:ext cx="483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Application/</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Collaboration</a:t>
            </a:r>
            <a:endParaRPr sz="600">
              <a:solidFill>
                <a:srgbClr val="11567F"/>
              </a:solidFill>
            </a:endParaRPr>
          </a:p>
        </p:txBody>
      </p:sp>
      <p:sp>
        <p:nvSpPr>
          <p:cNvPr id="3485" name="Google Shape;3485;p97"/>
          <p:cNvSpPr txBox="1"/>
          <p:nvPr/>
        </p:nvSpPr>
        <p:spPr>
          <a:xfrm>
            <a:off x="4356550" y="3708500"/>
            <a:ext cx="4329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Flexibility</a:t>
            </a:r>
            <a:endParaRPr sz="1800">
              <a:solidFill>
                <a:srgbClr val="252525"/>
              </a:solidFill>
              <a:latin typeface="Arial"/>
              <a:ea typeface="Arial"/>
              <a:cs typeface="Arial"/>
              <a:sym typeface="Arial"/>
            </a:endParaRPr>
          </a:p>
        </p:txBody>
      </p:sp>
      <p:sp>
        <p:nvSpPr>
          <p:cNvPr id="3486" name="Google Shape;3486;p97"/>
          <p:cNvSpPr txBox="1"/>
          <p:nvPr/>
        </p:nvSpPr>
        <p:spPr>
          <a:xfrm>
            <a:off x="3547669" y="3708489"/>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Profit</a:t>
            </a:r>
            <a:endParaRPr sz="1800">
              <a:solidFill>
                <a:srgbClr val="252525"/>
              </a:solidFill>
              <a:latin typeface="Arial"/>
              <a:ea typeface="Arial"/>
              <a:cs typeface="Arial"/>
              <a:sym typeface="Arial"/>
            </a:endParaRPr>
          </a:p>
        </p:txBody>
      </p:sp>
      <p:sp>
        <p:nvSpPr>
          <p:cNvPr id="3487" name="Google Shape;3487;p97"/>
          <p:cNvSpPr txBox="1"/>
          <p:nvPr/>
        </p:nvSpPr>
        <p:spPr>
          <a:xfrm>
            <a:off x="5932960" y="2157573"/>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Cloud</a:t>
            </a:r>
            <a:endParaRPr sz="1800">
              <a:solidFill>
                <a:srgbClr val="252525"/>
              </a:solidFill>
              <a:latin typeface="Arial"/>
              <a:ea typeface="Arial"/>
              <a:cs typeface="Arial"/>
              <a:sym typeface="Arial"/>
            </a:endParaRPr>
          </a:p>
        </p:txBody>
      </p:sp>
      <p:sp>
        <p:nvSpPr>
          <p:cNvPr id="3488" name="Google Shape;3488;p97"/>
          <p:cNvSpPr txBox="1"/>
          <p:nvPr/>
        </p:nvSpPr>
        <p:spPr>
          <a:xfrm>
            <a:off x="6725157" y="2157573"/>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Alert</a:t>
            </a:r>
            <a:endParaRPr sz="1800">
              <a:solidFill>
                <a:srgbClr val="252525"/>
              </a:solidFill>
              <a:latin typeface="Arial"/>
              <a:ea typeface="Arial"/>
              <a:cs typeface="Arial"/>
              <a:sym typeface="Arial"/>
            </a:endParaRPr>
          </a:p>
        </p:txBody>
      </p:sp>
      <p:sp>
        <p:nvSpPr>
          <p:cNvPr id="3489" name="Google Shape;3489;p97"/>
          <p:cNvSpPr txBox="1"/>
          <p:nvPr/>
        </p:nvSpPr>
        <p:spPr>
          <a:xfrm>
            <a:off x="7518967" y="2157573"/>
            <a:ext cx="42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Tag</a:t>
            </a:r>
            <a:endParaRPr sz="600">
              <a:solidFill>
                <a:srgbClr val="11567F"/>
              </a:solidFill>
              <a:latin typeface="Arial"/>
              <a:ea typeface="Arial"/>
              <a:cs typeface="Arial"/>
              <a:sym typeface="Arial"/>
            </a:endParaRPr>
          </a:p>
        </p:txBody>
      </p:sp>
      <p:sp>
        <p:nvSpPr>
          <p:cNvPr id="3490" name="Google Shape;3490;p97"/>
          <p:cNvSpPr txBox="1"/>
          <p:nvPr/>
        </p:nvSpPr>
        <p:spPr>
          <a:xfrm>
            <a:off x="6771554" y="2933031"/>
            <a:ext cx="333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IoT</a:t>
            </a:r>
            <a:endParaRPr sz="1800">
              <a:solidFill>
                <a:srgbClr val="252525"/>
              </a:solidFill>
              <a:latin typeface="Arial"/>
              <a:ea typeface="Arial"/>
              <a:cs typeface="Arial"/>
              <a:sym typeface="Arial"/>
            </a:endParaRPr>
          </a:p>
        </p:txBody>
      </p:sp>
      <p:sp>
        <p:nvSpPr>
          <p:cNvPr id="3491" name="Google Shape;3491;p97"/>
          <p:cNvSpPr txBox="1"/>
          <p:nvPr/>
        </p:nvSpPr>
        <p:spPr>
          <a:xfrm>
            <a:off x="7481348" y="2933031"/>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Key</a:t>
            </a:r>
            <a:endParaRPr sz="1800">
              <a:solidFill>
                <a:srgbClr val="252525"/>
              </a:solidFill>
              <a:latin typeface="Arial"/>
              <a:ea typeface="Arial"/>
              <a:cs typeface="Arial"/>
              <a:sym typeface="Arial"/>
            </a:endParaRPr>
          </a:p>
        </p:txBody>
      </p:sp>
      <p:sp>
        <p:nvSpPr>
          <p:cNvPr id="3492" name="Google Shape;3492;p97"/>
          <p:cNvSpPr txBox="1"/>
          <p:nvPr/>
        </p:nvSpPr>
        <p:spPr>
          <a:xfrm>
            <a:off x="5142376" y="2933031"/>
            <a:ext cx="42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Search</a:t>
            </a:r>
            <a:endParaRPr sz="1800">
              <a:solidFill>
                <a:srgbClr val="252525"/>
              </a:solidFill>
              <a:latin typeface="Arial"/>
              <a:ea typeface="Arial"/>
              <a:cs typeface="Arial"/>
              <a:sym typeface="Arial"/>
            </a:endParaRPr>
          </a:p>
        </p:txBody>
      </p:sp>
      <p:sp>
        <p:nvSpPr>
          <p:cNvPr id="3493" name="Google Shape;3493;p97"/>
          <p:cNvSpPr txBox="1"/>
          <p:nvPr/>
        </p:nvSpPr>
        <p:spPr>
          <a:xfrm>
            <a:off x="5924260" y="2933031"/>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Proxy</a:t>
            </a:r>
            <a:endParaRPr sz="1800">
              <a:solidFill>
                <a:srgbClr val="252525"/>
              </a:solidFill>
              <a:latin typeface="Arial"/>
              <a:ea typeface="Arial"/>
              <a:cs typeface="Arial"/>
              <a:sym typeface="Arial"/>
            </a:endParaRPr>
          </a:p>
        </p:txBody>
      </p:sp>
      <p:sp>
        <p:nvSpPr>
          <p:cNvPr id="3494" name="Google Shape;3494;p97"/>
          <p:cNvSpPr txBox="1"/>
          <p:nvPr/>
        </p:nvSpPr>
        <p:spPr>
          <a:xfrm>
            <a:off x="1132825" y="4483950"/>
            <a:ext cx="5253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Documentation</a:t>
            </a:r>
            <a:endParaRPr sz="1800">
              <a:solidFill>
                <a:srgbClr val="252525"/>
              </a:solidFill>
              <a:latin typeface="Arial"/>
              <a:ea typeface="Arial"/>
              <a:cs typeface="Arial"/>
              <a:sym typeface="Arial"/>
            </a:endParaRPr>
          </a:p>
        </p:txBody>
      </p:sp>
      <p:sp>
        <p:nvSpPr>
          <p:cNvPr id="3495" name="Google Shape;3495;p97"/>
          <p:cNvSpPr txBox="1"/>
          <p:nvPr/>
        </p:nvSpPr>
        <p:spPr>
          <a:xfrm>
            <a:off x="1977050" y="4483950"/>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Document</a:t>
            </a:r>
            <a:endParaRPr sz="1800">
              <a:solidFill>
                <a:srgbClr val="252525"/>
              </a:solidFill>
              <a:latin typeface="Arial"/>
              <a:ea typeface="Arial"/>
              <a:cs typeface="Arial"/>
              <a:sym typeface="Arial"/>
            </a:endParaRPr>
          </a:p>
        </p:txBody>
      </p:sp>
      <p:sp>
        <p:nvSpPr>
          <p:cNvPr id="3496" name="Google Shape;3496;p97"/>
          <p:cNvSpPr txBox="1"/>
          <p:nvPr/>
        </p:nvSpPr>
        <p:spPr>
          <a:xfrm>
            <a:off x="2695865" y="4483949"/>
            <a:ext cx="5622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Generic File</a:t>
            </a:r>
            <a:endParaRPr sz="600">
              <a:solidFill>
                <a:srgbClr val="11567F"/>
              </a:solidFill>
            </a:endParaRPr>
          </a:p>
        </p:txBody>
      </p:sp>
      <p:sp>
        <p:nvSpPr>
          <p:cNvPr id="3497" name="Google Shape;3497;p97"/>
          <p:cNvSpPr txBox="1"/>
          <p:nvPr/>
        </p:nvSpPr>
        <p:spPr>
          <a:xfrm>
            <a:off x="3481226" y="4483950"/>
            <a:ext cx="576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 Sheet</a:t>
            </a:r>
            <a:endParaRPr sz="1800">
              <a:solidFill>
                <a:srgbClr val="252525"/>
              </a:solidFill>
              <a:latin typeface="Arial"/>
              <a:ea typeface="Arial"/>
              <a:cs typeface="Arial"/>
              <a:sym typeface="Arial"/>
            </a:endParaRPr>
          </a:p>
        </p:txBody>
      </p:sp>
      <p:sp>
        <p:nvSpPr>
          <p:cNvPr id="3498" name="Google Shape;3498;p97"/>
          <p:cNvSpPr txBox="1"/>
          <p:nvPr/>
        </p:nvSpPr>
        <p:spPr>
          <a:xfrm>
            <a:off x="4335183" y="4483949"/>
            <a:ext cx="45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Blog</a:t>
            </a:r>
            <a:endParaRPr sz="1800">
              <a:solidFill>
                <a:srgbClr val="252525"/>
              </a:solidFill>
              <a:latin typeface="Arial"/>
              <a:ea typeface="Arial"/>
              <a:cs typeface="Arial"/>
              <a:sym typeface="Arial"/>
            </a:endParaRPr>
          </a:p>
        </p:txBody>
      </p:sp>
      <p:sp>
        <p:nvSpPr>
          <p:cNvPr id="3499" name="Google Shape;3499;p97"/>
          <p:cNvSpPr txBox="1"/>
          <p:nvPr/>
        </p:nvSpPr>
        <p:spPr>
          <a:xfrm>
            <a:off x="5884575" y="4483975"/>
            <a:ext cx="525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Platform</a:t>
            </a:r>
            <a:endParaRPr sz="600">
              <a:solidFill>
                <a:srgbClr val="11567F"/>
              </a:solidFill>
            </a:endParaRPr>
          </a:p>
        </p:txBody>
      </p:sp>
      <p:sp>
        <p:nvSpPr>
          <p:cNvPr id="3500" name="Google Shape;3500;p97"/>
          <p:cNvSpPr txBox="1"/>
          <p:nvPr/>
        </p:nvSpPr>
        <p:spPr>
          <a:xfrm>
            <a:off x="5127371" y="4483974"/>
            <a:ext cx="45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Blog / Report</a:t>
            </a:r>
            <a:endParaRPr sz="600">
              <a:solidFill>
                <a:srgbClr val="11567F"/>
              </a:solidFill>
            </a:endParaRPr>
          </a:p>
        </p:txBody>
      </p:sp>
      <p:sp>
        <p:nvSpPr>
          <p:cNvPr id="3501" name="Google Shape;3501;p97"/>
          <p:cNvSpPr txBox="1"/>
          <p:nvPr/>
        </p:nvSpPr>
        <p:spPr>
          <a:xfrm>
            <a:off x="6689825" y="4483950"/>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Spreadsheet 1</a:t>
            </a:r>
            <a:endParaRPr sz="1800">
              <a:solidFill>
                <a:srgbClr val="252525"/>
              </a:solidFill>
              <a:latin typeface="Arial"/>
              <a:ea typeface="Arial"/>
              <a:cs typeface="Arial"/>
              <a:sym typeface="Arial"/>
            </a:endParaRPr>
          </a:p>
        </p:txBody>
      </p:sp>
      <p:sp>
        <p:nvSpPr>
          <p:cNvPr id="3502" name="Google Shape;3502;p97"/>
          <p:cNvSpPr txBox="1"/>
          <p:nvPr/>
        </p:nvSpPr>
        <p:spPr>
          <a:xfrm>
            <a:off x="7472950" y="4483950"/>
            <a:ext cx="515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Spreadsheet 2</a:t>
            </a:r>
            <a:endParaRPr sz="1800">
              <a:solidFill>
                <a:srgbClr val="252525"/>
              </a:solidFill>
              <a:latin typeface="Arial"/>
              <a:ea typeface="Arial"/>
              <a:cs typeface="Arial"/>
              <a:sym typeface="Arial"/>
            </a:endParaRPr>
          </a:p>
        </p:txBody>
      </p:sp>
      <p:grpSp>
        <p:nvGrpSpPr>
          <p:cNvPr id="3503" name="Google Shape;3503;p97"/>
          <p:cNvGrpSpPr/>
          <p:nvPr/>
        </p:nvGrpSpPr>
        <p:grpSpPr>
          <a:xfrm>
            <a:off x="2054736" y="1010315"/>
            <a:ext cx="260121" cy="295376"/>
            <a:chOff x="347848" y="274204"/>
            <a:chExt cx="462438" cy="525113"/>
          </a:xfrm>
        </p:grpSpPr>
        <p:sp>
          <p:nvSpPr>
            <p:cNvPr id="3504" name="Google Shape;3504;p97"/>
            <p:cNvSpPr/>
            <p:nvPr/>
          </p:nvSpPr>
          <p:spPr>
            <a:xfrm>
              <a:off x="347848" y="274204"/>
              <a:ext cx="462438" cy="525113"/>
            </a:xfrm>
            <a:custGeom>
              <a:avLst/>
              <a:gdLst/>
              <a:ahLst/>
              <a:cxnLst/>
              <a:rect l="l" t="t" r="r" b="b"/>
              <a:pathLst>
                <a:path w="462438" h="525113" extrusionOk="0">
                  <a:moveTo>
                    <a:pt x="417386" y="224314"/>
                  </a:moveTo>
                  <a:lnTo>
                    <a:pt x="398145" y="224314"/>
                  </a:lnTo>
                  <a:lnTo>
                    <a:pt x="398145" y="19050"/>
                  </a:lnTo>
                  <a:cubicBezTo>
                    <a:pt x="398145" y="8573"/>
                    <a:pt x="389573" y="0"/>
                    <a:pt x="379095" y="0"/>
                  </a:cubicBezTo>
                  <a:lnTo>
                    <a:pt x="119062" y="0"/>
                  </a:lnTo>
                  <a:cubicBezTo>
                    <a:pt x="113443" y="0"/>
                    <a:pt x="108109" y="2476"/>
                    <a:pt x="104489" y="6763"/>
                  </a:cubicBezTo>
                  <a:lnTo>
                    <a:pt x="4477" y="124968"/>
                  </a:lnTo>
                  <a:cubicBezTo>
                    <a:pt x="1524" y="128397"/>
                    <a:pt x="0" y="132778"/>
                    <a:pt x="0" y="137255"/>
                  </a:cubicBezTo>
                  <a:lnTo>
                    <a:pt x="0" y="506063"/>
                  </a:lnTo>
                  <a:cubicBezTo>
                    <a:pt x="0" y="516541"/>
                    <a:pt x="8573" y="525113"/>
                    <a:pt x="19050" y="525113"/>
                  </a:cubicBezTo>
                  <a:lnTo>
                    <a:pt x="379000" y="525113"/>
                  </a:lnTo>
                  <a:cubicBezTo>
                    <a:pt x="389477" y="525113"/>
                    <a:pt x="398050" y="516541"/>
                    <a:pt x="398050" y="506063"/>
                  </a:cubicBezTo>
                  <a:lnTo>
                    <a:pt x="398050" y="443008"/>
                  </a:lnTo>
                  <a:lnTo>
                    <a:pt x="417290" y="443008"/>
                  </a:lnTo>
                  <a:cubicBezTo>
                    <a:pt x="442246" y="443008"/>
                    <a:pt x="462439" y="422720"/>
                    <a:pt x="462439" y="397859"/>
                  </a:cubicBezTo>
                  <a:lnTo>
                    <a:pt x="462439" y="269558"/>
                  </a:lnTo>
                  <a:cubicBezTo>
                    <a:pt x="462439" y="244602"/>
                    <a:pt x="442151" y="224409"/>
                    <a:pt x="417290" y="224409"/>
                  </a:cubicBezTo>
                  <a:close/>
                  <a:moveTo>
                    <a:pt x="103346" y="67151"/>
                  </a:moveTo>
                  <a:lnTo>
                    <a:pt x="103346" y="122968"/>
                  </a:lnTo>
                  <a:lnTo>
                    <a:pt x="56102" y="122968"/>
                  </a:lnTo>
                  <a:lnTo>
                    <a:pt x="103346" y="67151"/>
                  </a:lnTo>
                  <a:close/>
                  <a:moveTo>
                    <a:pt x="360045" y="487013"/>
                  </a:moveTo>
                  <a:lnTo>
                    <a:pt x="38195" y="487013"/>
                  </a:lnTo>
                  <a:lnTo>
                    <a:pt x="38195" y="161068"/>
                  </a:lnTo>
                  <a:lnTo>
                    <a:pt x="122492" y="161068"/>
                  </a:lnTo>
                  <a:cubicBezTo>
                    <a:pt x="132969" y="161068"/>
                    <a:pt x="141542" y="152495"/>
                    <a:pt x="141542" y="142018"/>
                  </a:cubicBezTo>
                  <a:lnTo>
                    <a:pt x="141542" y="38100"/>
                  </a:lnTo>
                  <a:lnTo>
                    <a:pt x="360140" y="38100"/>
                  </a:lnTo>
                  <a:lnTo>
                    <a:pt x="360140" y="224314"/>
                  </a:lnTo>
                  <a:lnTo>
                    <a:pt x="160877" y="224314"/>
                  </a:lnTo>
                  <a:cubicBezTo>
                    <a:pt x="135922" y="224314"/>
                    <a:pt x="115729" y="244602"/>
                    <a:pt x="115729" y="269462"/>
                  </a:cubicBezTo>
                  <a:lnTo>
                    <a:pt x="115729" y="397764"/>
                  </a:lnTo>
                  <a:cubicBezTo>
                    <a:pt x="115729" y="422720"/>
                    <a:pt x="136017" y="442913"/>
                    <a:pt x="160877" y="442913"/>
                  </a:cubicBezTo>
                  <a:lnTo>
                    <a:pt x="360140" y="442913"/>
                  </a:lnTo>
                  <a:lnTo>
                    <a:pt x="360140" y="486918"/>
                  </a:lnTo>
                  <a:close/>
                  <a:moveTo>
                    <a:pt x="438722" y="397859"/>
                  </a:moveTo>
                  <a:cubicBezTo>
                    <a:pt x="438722" y="409670"/>
                    <a:pt x="429101" y="419195"/>
                    <a:pt x="417386" y="419195"/>
                  </a:cubicBezTo>
                  <a:lnTo>
                    <a:pt x="160782" y="419195"/>
                  </a:lnTo>
                  <a:cubicBezTo>
                    <a:pt x="148971" y="419195"/>
                    <a:pt x="139446" y="409575"/>
                    <a:pt x="139446" y="397859"/>
                  </a:cubicBezTo>
                  <a:lnTo>
                    <a:pt x="139446" y="269558"/>
                  </a:lnTo>
                  <a:cubicBezTo>
                    <a:pt x="139446" y="257747"/>
                    <a:pt x="149066" y="248222"/>
                    <a:pt x="160782" y="248222"/>
                  </a:cubicBezTo>
                  <a:lnTo>
                    <a:pt x="417386" y="248222"/>
                  </a:lnTo>
                  <a:cubicBezTo>
                    <a:pt x="429197" y="248222"/>
                    <a:pt x="438722" y="257842"/>
                    <a:pt x="438722" y="269558"/>
                  </a:cubicBezTo>
                  <a:lnTo>
                    <a:pt x="438722" y="39785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05" name="Google Shape;3505;p97"/>
            <p:cNvSpPr/>
            <p:nvPr/>
          </p:nvSpPr>
          <p:spPr>
            <a:xfrm>
              <a:off x="505105" y="563287"/>
              <a:ext cx="81248" cy="99345"/>
            </a:xfrm>
            <a:custGeom>
              <a:avLst/>
              <a:gdLst/>
              <a:ahLst/>
              <a:cxnLst/>
              <a:rect l="l" t="t" r="r" b="b"/>
              <a:pathLst>
                <a:path w="81248" h="99345" extrusionOk="0">
                  <a:moveTo>
                    <a:pt x="80201" y="0"/>
                  </a:moveTo>
                  <a:lnTo>
                    <a:pt x="60674" y="0"/>
                  </a:lnTo>
                  <a:lnTo>
                    <a:pt x="43910" y="32480"/>
                  </a:lnTo>
                  <a:lnTo>
                    <a:pt x="40481" y="39910"/>
                  </a:lnTo>
                  <a:lnTo>
                    <a:pt x="37338" y="32480"/>
                  </a:lnTo>
                  <a:lnTo>
                    <a:pt x="20574" y="0"/>
                  </a:lnTo>
                  <a:lnTo>
                    <a:pt x="667" y="0"/>
                  </a:lnTo>
                  <a:lnTo>
                    <a:pt x="28004" y="48387"/>
                  </a:lnTo>
                  <a:lnTo>
                    <a:pt x="0" y="99346"/>
                  </a:lnTo>
                  <a:lnTo>
                    <a:pt x="19717" y="99346"/>
                  </a:lnTo>
                  <a:lnTo>
                    <a:pt x="36767" y="65246"/>
                  </a:lnTo>
                  <a:lnTo>
                    <a:pt x="40481" y="57817"/>
                  </a:lnTo>
                  <a:lnTo>
                    <a:pt x="43910" y="65246"/>
                  </a:lnTo>
                  <a:lnTo>
                    <a:pt x="61341" y="99346"/>
                  </a:lnTo>
                  <a:lnTo>
                    <a:pt x="81248" y="99346"/>
                  </a:lnTo>
                  <a:lnTo>
                    <a:pt x="52673" y="48387"/>
                  </a:lnTo>
                  <a:lnTo>
                    <a:pt x="80201"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06" name="Google Shape;3506;p97"/>
            <p:cNvSpPr/>
            <p:nvPr/>
          </p:nvSpPr>
          <p:spPr>
            <a:xfrm>
              <a:off x="598546" y="563287"/>
              <a:ext cx="88487" cy="99345"/>
            </a:xfrm>
            <a:custGeom>
              <a:avLst/>
              <a:gdLst/>
              <a:ahLst/>
              <a:cxnLst/>
              <a:rect l="l" t="t" r="r" b="b"/>
              <a:pathLst>
                <a:path w="88487" h="99345" extrusionOk="0">
                  <a:moveTo>
                    <a:pt x="76105" y="0"/>
                  </a:moveTo>
                  <a:lnTo>
                    <a:pt x="44291" y="46387"/>
                  </a:lnTo>
                  <a:lnTo>
                    <a:pt x="12478" y="0"/>
                  </a:lnTo>
                  <a:lnTo>
                    <a:pt x="191" y="0"/>
                  </a:lnTo>
                  <a:lnTo>
                    <a:pt x="0" y="99346"/>
                  </a:lnTo>
                  <a:lnTo>
                    <a:pt x="16478" y="99346"/>
                  </a:lnTo>
                  <a:lnTo>
                    <a:pt x="16478" y="32575"/>
                  </a:lnTo>
                  <a:lnTo>
                    <a:pt x="41434" y="67532"/>
                  </a:lnTo>
                  <a:lnTo>
                    <a:pt x="47244" y="67532"/>
                  </a:lnTo>
                  <a:lnTo>
                    <a:pt x="72295" y="32290"/>
                  </a:lnTo>
                  <a:lnTo>
                    <a:pt x="72295" y="99346"/>
                  </a:lnTo>
                  <a:lnTo>
                    <a:pt x="88487" y="99346"/>
                  </a:lnTo>
                  <a:lnTo>
                    <a:pt x="88392" y="0"/>
                  </a:lnTo>
                  <a:lnTo>
                    <a:pt x="76105"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07" name="Google Shape;3507;p97"/>
            <p:cNvSpPr/>
            <p:nvPr/>
          </p:nvSpPr>
          <p:spPr>
            <a:xfrm>
              <a:off x="708750" y="563287"/>
              <a:ext cx="60197" cy="99345"/>
            </a:xfrm>
            <a:custGeom>
              <a:avLst/>
              <a:gdLst/>
              <a:ahLst/>
              <a:cxnLst/>
              <a:rect l="l" t="t" r="r" b="b"/>
              <a:pathLst>
                <a:path w="60197" h="99345" extrusionOk="0">
                  <a:moveTo>
                    <a:pt x="16478" y="0"/>
                  </a:moveTo>
                  <a:lnTo>
                    <a:pt x="0" y="0"/>
                  </a:lnTo>
                  <a:lnTo>
                    <a:pt x="0" y="99346"/>
                  </a:lnTo>
                  <a:lnTo>
                    <a:pt x="60198" y="99346"/>
                  </a:lnTo>
                  <a:lnTo>
                    <a:pt x="60198" y="84772"/>
                  </a:lnTo>
                  <a:lnTo>
                    <a:pt x="16478" y="84772"/>
                  </a:lnTo>
                  <a:lnTo>
                    <a:pt x="16478"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08" name="Google Shape;3508;p97"/>
          <p:cNvGrpSpPr/>
          <p:nvPr/>
        </p:nvGrpSpPr>
        <p:grpSpPr>
          <a:xfrm>
            <a:off x="6017174" y="1010315"/>
            <a:ext cx="260121" cy="295376"/>
            <a:chOff x="1211065" y="274204"/>
            <a:chExt cx="462438" cy="525113"/>
          </a:xfrm>
        </p:grpSpPr>
        <p:sp>
          <p:nvSpPr>
            <p:cNvPr id="3509" name="Google Shape;3509;p97"/>
            <p:cNvSpPr/>
            <p:nvPr/>
          </p:nvSpPr>
          <p:spPr>
            <a:xfrm>
              <a:off x="1211065" y="274204"/>
              <a:ext cx="462438" cy="525113"/>
            </a:xfrm>
            <a:custGeom>
              <a:avLst/>
              <a:gdLst/>
              <a:ahLst/>
              <a:cxnLst/>
              <a:rect l="l" t="t" r="r" b="b"/>
              <a:pathLst>
                <a:path w="462438" h="525113" extrusionOk="0">
                  <a:moveTo>
                    <a:pt x="417386" y="224314"/>
                  </a:moveTo>
                  <a:lnTo>
                    <a:pt x="398145" y="224314"/>
                  </a:lnTo>
                  <a:lnTo>
                    <a:pt x="398145" y="19050"/>
                  </a:lnTo>
                  <a:cubicBezTo>
                    <a:pt x="398145" y="8573"/>
                    <a:pt x="389573" y="0"/>
                    <a:pt x="379095" y="0"/>
                  </a:cubicBezTo>
                  <a:lnTo>
                    <a:pt x="119062" y="0"/>
                  </a:lnTo>
                  <a:cubicBezTo>
                    <a:pt x="113443" y="0"/>
                    <a:pt x="108109" y="2476"/>
                    <a:pt x="104489" y="6763"/>
                  </a:cubicBezTo>
                  <a:lnTo>
                    <a:pt x="4477" y="124968"/>
                  </a:lnTo>
                  <a:cubicBezTo>
                    <a:pt x="1619" y="128397"/>
                    <a:pt x="0" y="132778"/>
                    <a:pt x="0" y="137255"/>
                  </a:cubicBezTo>
                  <a:lnTo>
                    <a:pt x="0" y="506063"/>
                  </a:lnTo>
                  <a:cubicBezTo>
                    <a:pt x="0" y="516541"/>
                    <a:pt x="8573" y="525113"/>
                    <a:pt x="19050" y="525113"/>
                  </a:cubicBezTo>
                  <a:lnTo>
                    <a:pt x="379000" y="525113"/>
                  </a:lnTo>
                  <a:cubicBezTo>
                    <a:pt x="389477" y="525113"/>
                    <a:pt x="398050" y="516541"/>
                    <a:pt x="398050" y="506063"/>
                  </a:cubicBezTo>
                  <a:lnTo>
                    <a:pt x="398050" y="443008"/>
                  </a:lnTo>
                  <a:lnTo>
                    <a:pt x="417290" y="443008"/>
                  </a:lnTo>
                  <a:cubicBezTo>
                    <a:pt x="442246" y="443008"/>
                    <a:pt x="462439" y="422720"/>
                    <a:pt x="462439" y="397859"/>
                  </a:cubicBezTo>
                  <a:lnTo>
                    <a:pt x="462439" y="269558"/>
                  </a:lnTo>
                  <a:cubicBezTo>
                    <a:pt x="462439" y="244602"/>
                    <a:pt x="442151" y="224409"/>
                    <a:pt x="417290" y="224409"/>
                  </a:cubicBezTo>
                  <a:close/>
                  <a:moveTo>
                    <a:pt x="103346" y="67151"/>
                  </a:moveTo>
                  <a:lnTo>
                    <a:pt x="103346" y="122968"/>
                  </a:lnTo>
                  <a:lnTo>
                    <a:pt x="56102" y="122968"/>
                  </a:lnTo>
                  <a:lnTo>
                    <a:pt x="103346" y="67151"/>
                  </a:lnTo>
                  <a:close/>
                  <a:moveTo>
                    <a:pt x="360045" y="487013"/>
                  </a:moveTo>
                  <a:lnTo>
                    <a:pt x="38195" y="487013"/>
                  </a:lnTo>
                  <a:lnTo>
                    <a:pt x="38195" y="161068"/>
                  </a:lnTo>
                  <a:lnTo>
                    <a:pt x="122396" y="161068"/>
                  </a:lnTo>
                  <a:cubicBezTo>
                    <a:pt x="132874" y="161068"/>
                    <a:pt x="141446" y="152495"/>
                    <a:pt x="141446" y="142018"/>
                  </a:cubicBezTo>
                  <a:lnTo>
                    <a:pt x="141446" y="38100"/>
                  </a:lnTo>
                  <a:lnTo>
                    <a:pt x="360045" y="38100"/>
                  </a:lnTo>
                  <a:lnTo>
                    <a:pt x="360045" y="224314"/>
                  </a:lnTo>
                  <a:lnTo>
                    <a:pt x="160782" y="224314"/>
                  </a:lnTo>
                  <a:cubicBezTo>
                    <a:pt x="135827" y="224314"/>
                    <a:pt x="115634" y="244602"/>
                    <a:pt x="115634" y="269462"/>
                  </a:cubicBezTo>
                  <a:lnTo>
                    <a:pt x="115634" y="397764"/>
                  </a:lnTo>
                  <a:cubicBezTo>
                    <a:pt x="115634" y="422720"/>
                    <a:pt x="135922" y="442913"/>
                    <a:pt x="160782" y="442913"/>
                  </a:cubicBezTo>
                  <a:lnTo>
                    <a:pt x="360045" y="442913"/>
                  </a:lnTo>
                  <a:lnTo>
                    <a:pt x="360045" y="486918"/>
                  </a:lnTo>
                  <a:close/>
                  <a:moveTo>
                    <a:pt x="438722" y="397859"/>
                  </a:moveTo>
                  <a:cubicBezTo>
                    <a:pt x="438722" y="409670"/>
                    <a:pt x="429101" y="419195"/>
                    <a:pt x="417386" y="419195"/>
                  </a:cubicBezTo>
                  <a:lnTo>
                    <a:pt x="160782" y="419195"/>
                  </a:lnTo>
                  <a:cubicBezTo>
                    <a:pt x="148971" y="419195"/>
                    <a:pt x="139446" y="409575"/>
                    <a:pt x="139446" y="397859"/>
                  </a:cubicBezTo>
                  <a:lnTo>
                    <a:pt x="139446" y="269558"/>
                  </a:lnTo>
                  <a:cubicBezTo>
                    <a:pt x="139446" y="257747"/>
                    <a:pt x="149066" y="248222"/>
                    <a:pt x="160782" y="248222"/>
                  </a:cubicBezTo>
                  <a:lnTo>
                    <a:pt x="417386" y="248222"/>
                  </a:lnTo>
                  <a:cubicBezTo>
                    <a:pt x="429197" y="248222"/>
                    <a:pt x="438722" y="257842"/>
                    <a:pt x="438722" y="269558"/>
                  </a:cubicBezTo>
                  <a:lnTo>
                    <a:pt x="438722" y="39785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10" name="Google Shape;3510;p97"/>
            <p:cNvSpPr/>
            <p:nvPr/>
          </p:nvSpPr>
          <p:spPr>
            <a:xfrm>
              <a:off x="1382610" y="563287"/>
              <a:ext cx="81153" cy="99440"/>
            </a:xfrm>
            <a:custGeom>
              <a:avLst/>
              <a:gdLst/>
              <a:ahLst/>
              <a:cxnLst/>
              <a:rect l="l" t="t" r="r" b="b"/>
              <a:pathLst>
                <a:path w="81153" h="99440" extrusionOk="0">
                  <a:moveTo>
                    <a:pt x="80201" y="0"/>
                  </a:moveTo>
                  <a:lnTo>
                    <a:pt x="60674" y="0"/>
                  </a:lnTo>
                  <a:lnTo>
                    <a:pt x="43910" y="32480"/>
                  </a:lnTo>
                  <a:lnTo>
                    <a:pt x="40481" y="39910"/>
                  </a:lnTo>
                  <a:lnTo>
                    <a:pt x="37338" y="32480"/>
                  </a:lnTo>
                  <a:lnTo>
                    <a:pt x="20574" y="0"/>
                  </a:lnTo>
                  <a:lnTo>
                    <a:pt x="667" y="0"/>
                  </a:lnTo>
                  <a:lnTo>
                    <a:pt x="28004" y="48387"/>
                  </a:lnTo>
                  <a:lnTo>
                    <a:pt x="0" y="99441"/>
                  </a:lnTo>
                  <a:lnTo>
                    <a:pt x="19717" y="99441"/>
                  </a:lnTo>
                  <a:lnTo>
                    <a:pt x="36767" y="65246"/>
                  </a:lnTo>
                  <a:lnTo>
                    <a:pt x="40481" y="57817"/>
                  </a:lnTo>
                  <a:lnTo>
                    <a:pt x="43910" y="65246"/>
                  </a:lnTo>
                  <a:lnTo>
                    <a:pt x="61341" y="99441"/>
                  </a:lnTo>
                  <a:lnTo>
                    <a:pt x="81153" y="99441"/>
                  </a:lnTo>
                  <a:lnTo>
                    <a:pt x="52673" y="48387"/>
                  </a:lnTo>
                  <a:lnTo>
                    <a:pt x="80201"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11" name="Google Shape;3511;p97"/>
            <p:cNvSpPr/>
            <p:nvPr/>
          </p:nvSpPr>
          <p:spPr>
            <a:xfrm>
              <a:off x="1476241" y="563287"/>
              <a:ext cx="60197" cy="99440"/>
            </a:xfrm>
            <a:custGeom>
              <a:avLst/>
              <a:gdLst/>
              <a:ahLst/>
              <a:cxnLst/>
              <a:rect l="l" t="t" r="r" b="b"/>
              <a:pathLst>
                <a:path w="60197" h="99440" extrusionOk="0">
                  <a:moveTo>
                    <a:pt x="16383" y="0"/>
                  </a:moveTo>
                  <a:lnTo>
                    <a:pt x="0" y="0"/>
                  </a:lnTo>
                  <a:lnTo>
                    <a:pt x="0" y="99441"/>
                  </a:lnTo>
                  <a:lnTo>
                    <a:pt x="60198" y="99441"/>
                  </a:lnTo>
                  <a:lnTo>
                    <a:pt x="60198" y="84772"/>
                  </a:lnTo>
                  <a:lnTo>
                    <a:pt x="16383" y="84772"/>
                  </a:lnTo>
                  <a:lnTo>
                    <a:pt x="16383"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12" name="Google Shape;3512;p97"/>
            <p:cNvSpPr/>
            <p:nvPr/>
          </p:nvSpPr>
          <p:spPr>
            <a:xfrm>
              <a:off x="1545202" y="561192"/>
              <a:ext cx="69056" cy="103632"/>
            </a:xfrm>
            <a:custGeom>
              <a:avLst/>
              <a:gdLst/>
              <a:ahLst/>
              <a:cxnLst/>
              <a:rect l="l" t="t" r="r" b="b"/>
              <a:pathLst>
                <a:path w="69056" h="103632" extrusionOk="0">
                  <a:moveTo>
                    <a:pt x="38386" y="42672"/>
                  </a:moveTo>
                  <a:cubicBezTo>
                    <a:pt x="23336" y="37719"/>
                    <a:pt x="19145" y="34385"/>
                    <a:pt x="19145" y="27623"/>
                  </a:cubicBezTo>
                  <a:cubicBezTo>
                    <a:pt x="19145" y="19717"/>
                    <a:pt x="24765" y="15240"/>
                    <a:pt x="34671" y="15240"/>
                  </a:cubicBezTo>
                  <a:cubicBezTo>
                    <a:pt x="49054" y="15240"/>
                    <a:pt x="57722" y="23527"/>
                    <a:pt x="57722" y="23527"/>
                  </a:cubicBezTo>
                  <a:lnTo>
                    <a:pt x="66675" y="10097"/>
                  </a:lnTo>
                  <a:cubicBezTo>
                    <a:pt x="66675" y="10097"/>
                    <a:pt x="57531" y="0"/>
                    <a:pt x="34671" y="0"/>
                  </a:cubicBezTo>
                  <a:cubicBezTo>
                    <a:pt x="11811" y="0"/>
                    <a:pt x="857" y="11240"/>
                    <a:pt x="857" y="28289"/>
                  </a:cubicBezTo>
                  <a:cubicBezTo>
                    <a:pt x="857" y="43815"/>
                    <a:pt x="10287" y="51340"/>
                    <a:pt x="31052" y="57912"/>
                  </a:cubicBezTo>
                  <a:cubicBezTo>
                    <a:pt x="47434" y="63341"/>
                    <a:pt x="50768" y="67151"/>
                    <a:pt x="50768" y="74771"/>
                  </a:cubicBezTo>
                  <a:cubicBezTo>
                    <a:pt x="50768" y="82868"/>
                    <a:pt x="46006" y="88487"/>
                    <a:pt x="34480" y="88487"/>
                  </a:cubicBezTo>
                  <a:cubicBezTo>
                    <a:pt x="19717" y="88487"/>
                    <a:pt x="8953" y="78867"/>
                    <a:pt x="8953" y="78867"/>
                  </a:cubicBezTo>
                  <a:lnTo>
                    <a:pt x="0" y="91250"/>
                  </a:lnTo>
                  <a:cubicBezTo>
                    <a:pt x="0" y="91250"/>
                    <a:pt x="11240" y="103632"/>
                    <a:pt x="34957" y="103632"/>
                  </a:cubicBezTo>
                  <a:cubicBezTo>
                    <a:pt x="58674" y="103632"/>
                    <a:pt x="69056" y="90392"/>
                    <a:pt x="69056" y="73438"/>
                  </a:cubicBezTo>
                  <a:cubicBezTo>
                    <a:pt x="69056" y="58007"/>
                    <a:pt x="60579" y="49244"/>
                    <a:pt x="38195" y="4248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13" name="Google Shape;3513;p97"/>
          <p:cNvGrpSpPr/>
          <p:nvPr/>
        </p:nvGrpSpPr>
        <p:grpSpPr>
          <a:xfrm>
            <a:off x="5215427" y="1010322"/>
            <a:ext cx="273088" cy="295376"/>
            <a:chOff x="9309436" y="1372413"/>
            <a:chExt cx="485489" cy="525113"/>
          </a:xfrm>
        </p:grpSpPr>
        <p:sp>
          <p:nvSpPr>
            <p:cNvPr id="3514" name="Google Shape;3514;p97"/>
            <p:cNvSpPr/>
            <p:nvPr/>
          </p:nvSpPr>
          <p:spPr>
            <a:xfrm>
              <a:off x="9309436" y="1372413"/>
              <a:ext cx="485489" cy="525113"/>
            </a:xfrm>
            <a:custGeom>
              <a:avLst/>
              <a:gdLst/>
              <a:ahLst/>
              <a:cxnLst/>
              <a:rect l="l" t="t" r="r" b="b"/>
              <a:pathLst>
                <a:path w="485489" h="525113" extrusionOk="0">
                  <a:moveTo>
                    <a:pt x="440531" y="226028"/>
                  </a:moveTo>
                  <a:lnTo>
                    <a:pt x="398145" y="226028"/>
                  </a:lnTo>
                  <a:lnTo>
                    <a:pt x="398145" y="19050"/>
                  </a:lnTo>
                  <a:cubicBezTo>
                    <a:pt x="398145" y="8573"/>
                    <a:pt x="389573" y="0"/>
                    <a:pt x="379095" y="0"/>
                  </a:cubicBezTo>
                  <a:lnTo>
                    <a:pt x="119063" y="0"/>
                  </a:lnTo>
                  <a:cubicBezTo>
                    <a:pt x="113443" y="0"/>
                    <a:pt x="108109" y="2476"/>
                    <a:pt x="104489" y="6763"/>
                  </a:cubicBezTo>
                  <a:lnTo>
                    <a:pt x="4477" y="124968"/>
                  </a:lnTo>
                  <a:cubicBezTo>
                    <a:pt x="1619" y="128397"/>
                    <a:pt x="0" y="132778"/>
                    <a:pt x="0" y="137255"/>
                  </a:cubicBezTo>
                  <a:lnTo>
                    <a:pt x="0" y="506063"/>
                  </a:lnTo>
                  <a:cubicBezTo>
                    <a:pt x="0" y="516541"/>
                    <a:pt x="8573" y="525113"/>
                    <a:pt x="19050" y="525113"/>
                  </a:cubicBezTo>
                  <a:lnTo>
                    <a:pt x="379000" y="525113"/>
                  </a:lnTo>
                  <a:cubicBezTo>
                    <a:pt x="389477" y="525113"/>
                    <a:pt x="398050" y="516541"/>
                    <a:pt x="398050" y="506063"/>
                  </a:cubicBezTo>
                  <a:lnTo>
                    <a:pt x="398050" y="443675"/>
                  </a:lnTo>
                  <a:lnTo>
                    <a:pt x="440436" y="443675"/>
                  </a:lnTo>
                  <a:cubicBezTo>
                    <a:pt x="465296" y="443675"/>
                    <a:pt x="485489" y="423482"/>
                    <a:pt x="485489" y="398621"/>
                  </a:cubicBezTo>
                  <a:lnTo>
                    <a:pt x="485489" y="271082"/>
                  </a:lnTo>
                  <a:cubicBezTo>
                    <a:pt x="485489" y="246221"/>
                    <a:pt x="465296" y="226028"/>
                    <a:pt x="440436" y="226028"/>
                  </a:cubicBezTo>
                  <a:close/>
                  <a:moveTo>
                    <a:pt x="103346" y="67151"/>
                  </a:moveTo>
                  <a:lnTo>
                    <a:pt x="103346" y="122968"/>
                  </a:lnTo>
                  <a:lnTo>
                    <a:pt x="56102" y="122968"/>
                  </a:lnTo>
                  <a:lnTo>
                    <a:pt x="103346" y="67151"/>
                  </a:lnTo>
                  <a:close/>
                  <a:moveTo>
                    <a:pt x="360045" y="487013"/>
                  </a:moveTo>
                  <a:lnTo>
                    <a:pt x="38100" y="487013"/>
                  </a:lnTo>
                  <a:lnTo>
                    <a:pt x="38100" y="161068"/>
                  </a:lnTo>
                  <a:lnTo>
                    <a:pt x="122301" y="161068"/>
                  </a:lnTo>
                  <a:cubicBezTo>
                    <a:pt x="132779" y="161068"/>
                    <a:pt x="141351" y="152495"/>
                    <a:pt x="141351" y="142018"/>
                  </a:cubicBezTo>
                  <a:lnTo>
                    <a:pt x="141351" y="38100"/>
                  </a:lnTo>
                  <a:lnTo>
                    <a:pt x="359950" y="38100"/>
                  </a:lnTo>
                  <a:lnTo>
                    <a:pt x="359950" y="226028"/>
                  </a:lnTo>
                  <a:lnTo>
                    <a:pt x="120396" y="226028"/>
                  </a:lnTo>
                  <a:cubicBezTo>
                    <a:pt x="95536" y="226028"/>
                    <a:pt x="75343" y="246221"/>
                    <a:pt x="75343" y="271082"/>
                  </a:cubicBezTo>
                  <a:lnTo>
                    <a:pt x="75343" y="398621"/>
                  </a:lnTo>
                  <a:cubicBezTo>
                    <a:pt x="75343" y="423482"/>
                    <a:pt x="95536" y="443675"/>
                    <a:pt x="120396" y="443675"/>
                  </a:cubicBezTo>
                  <a:lnTo>
                    <a:pt x="359950" y="443675"/>
                  </a:lnTo>
                  <a:lnTo>
                    <a:pt x="359950" y="487013"/>
                  </a:lnTo>
                  <a:close/>
                  <a:moveTo>
                    <a:pt x="461772" y="398621"/>
                  </a:moveTo>
                  <a:cubicBezTo>
                    <a:pt x="461772" y="410337"/>
                    <a:pt x="452247" y="419862"/>
                    <a:pt x="440531" y="419862"/>
                  </a:cubicBezTo>
                  <a:lnTo>
                    <a:pt x="120396" y="419862"/>
                  </a:lnTo>
                  <a:cubicBezTo>
                    <a:pt x="108680" y="419862"/>
                    <a:pt x="99155" y="410337"/>
                    <a:pt x="99155" y="398621"/>
                  </a:cubicBezTo>
                  <a:lnTo>
                    <a:pt x="99155" y="271082"/>
                  </a:lnTo>
                  <a:cubicBezTo>
                    <a:pt x="99155" y="259366"/>
                    <a:pt x="108680" y="249841"/>
                    <a:pt x="120396" y="249841"/>
                  </a:cubicBezTo>
                  <a:lnTo>
                    <a:pt x="440436" y="249841"/>
                  </a:lnTo>
                  <a:cubicBezTo>
                    <a:pt x="452152" y="249841"/>
                    <a:pt x="461677" y="259366"/>
                    <a:pt x="461677" y="271082"/>
                  </a:cubicBezTo>
                  <a:lnTo>
                    <a:pt x="461677" y="39862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15" name="Google Shape;3515;p97"/>
            <p:cNvSpPr/>
            <p:nvPr/>
          </p:nvSpPr>
          <p:spPr>
            <a:xfrm>
              <a:off x="9424879" y="1660258"/>
              <a:ext cx="71818" cy="98774"/>
            </a:xfrm>
            <a:custGeom>
              <a:avLst/>
              <a:gdLst/>
              <a:ahLst/>
              <a:cxnLst/>
              <a:rect l="l" t="t" r="r" b="b"/>
              <a:pathLst>
                <a:path w="71818" h="98774" extrusionOk="0">
                  <a:moveTo>
                    <a:pt x="0" y="14478"/>
                  </a:moveTo>
                  <a:lnTo>
                    <a:pt x="27718" y="14478"/>
                  </a:lnTo>
                  <a:lnTo>
                    <a:pt x="27718" y="98774"/>
                  </a:lnTo>
                  <a:lnTo>
                    <a:pt x="44005" y="98774"/>
                  </a:lnTo>
                  <a:lnTo>
                    <a:pt x="44005" y="14478"/>
                  </a:lnTo>
                  <a:lnTo>
                    <a:pt x="71818" y="14478"/>
                  </a:lnTo>
                  <a:lnTo>
                    <a:pt x="71818" y="0"/>
                  </a:lnTo>
                  <a:lnTo>
                    <a:pt x="0" y="0"/>
                  </a:lnTo>
                  <a:lnTo>
                    <a:pt x="0" y="1447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16" name="Google Shape;3516;p97"/>
            <p:cNvSpPr/>
            <p:nvPr/>
          </p:nvSpPr>
          <p:spPr>
            <a:xfrm>
              <a:off x="9506032" y="1660258"/>
              <a:ext cx="59817" cy="98774"/>
            </a:xfrm>
            <a:custGeom>
              <a:avLst/>
              <a:gdLst/>
              <a:ahLst/>
              <a:cxnLst/>
              <a:rect l="l" t="t" r="r" b="b"/>
              <a:pathLst>
                <a:path w="59817" h="98774" extrusionOk="0">
                  <a:moveTo>
                    <a:pt x="16383" y="0"/>
                  </a:moveTo>
                  <a:lnTo>
                    <a:pt x="0" y="0"/>
                  </a:lnTo>
                  <a:lnTo>
                    <a:pt x="0" y="98774"/>
                  </a:lnTo>
                  <a:lnTo>
                    <a:pt x="59817" y="98774"/>
                  </a:lnTo>
                  <a:lnTo>
                    <a:pt x="59817" y="84296"/>
                  </a:lnTo>
                  <a:lnTo>
                    <a:pt x="16383" y="84296"/>
                  </a:lnTo>
                  <a:lnTo>
                    <a:pt x="16383"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17" name="Google Shape;3517;p97"/>
            <p:cNvSpPr/>
            <p:nvPr/>
          </p:nvSpPr>
          <p:spPr>
            <a:xfrm>
              <a:off x="9566039" y="1658162"/>
              <a:ext cx="91059" cy="103251"/>
            </a:xfrm>
            <a:custGeom>
              <a:avLst/>
              <a:gdLst/>
              <a:ahLst/>
              <a:cxnLst/>
              <a:rect l="l" t="t" r="r" b="b"/>
              <a:pathLst>
                <a:path w="91059" h="103251" extrusionOk="0">
                  <a:moveTo>
                    <a:pt x="45434" y="0"/>
                  </a:moveTo>
                  <a:cubicBezTo>
                    <a:pt x="18098" y="0"/>
                    <a:pt x="0" y="22860"/>
                    <a:pt x="0" y="51721"/>
                  </a:cubicBezTo>
                  <a:cubicBezTo>
                    <a:pt x="0" y="80582"/>
                    <a:pt x="18098" y="103251"/>
                    <a:pt x="45434" y="103251"/>
                  </a:cubicBezTo>
                  <a:cubicBezTo>
                    <a:pt x="72771" y="103251"/>
                    <a:pt x="91059" y="80201"/>
                    <a:pt x="91059" y="51721"/>
                  </a:cubicBezTo>
                  <a:cubicBezTo>
                    <a:pt x="91059" y="23241"/>
                    <a:pt x="72962" y="0"/>
                    <a:pt x="45434" y="0"/>
                  </a:cubicBezTo>
                  <a:close/>
                  <a:moveTo>
                    <a:pt x="45434" y="87440"/>
                  </a:moveTo>
                  <a:cubicBezTo>
                    <a:pt x="28480" y="87440"/>
                    <a:pt x="16764" y="72009"/>
                    <a:pt x="16764" y="51721"/>
                  </a:cubicBezTo>
                  <a:cubicBezTo>
                    <a:pt x="16764" y="31433"/>
                    <a:pt x="28480" y="15621"/>
                    <a:pt x="45434" y="15621"/>
                  </a:cubicBezTo>
                  <a:cubicBezTo>
                    <a:pt x="62389" y="15621"/>
                    <a:pt x="74295" y="31242"/>
                    <a:pt x="74295" y="51721"/>
                  </a:cubicBezTo>
                  <a:cubicBezTo>
                    <a:pt x="74295" y="72200"/>
                    <a:pt x="62389" y="87440"/>
                    <a:pt x="45434" y="874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18" name="Google Shape;3518;p97"/>
            <p:cNvSpPr/>
            <p:nvPr/>
          </p:nvSpPr>
          <p:spPr>
            <a:xfrm>
              <a:off x="9662623" y="1658258"/>
              <a:ext cx="86867" cy="103251"/>
            </a:xfrm>
            <a:custGeom>
              <a:avLst/>
              <a:gdLst/>
              <a:ahLst/>
              <a:cxnLst/>
              <a:rect l="l" t="t" r="r" b="b"/>
              <a:pathLst>
                <a:path w="86867" h="103251" extrusionOk="0">
                  <a:moveTo>
                    <a:pt x="43243" y="58865"/>
                  </a:moveTo>
                  <a:lnTo>
                    <a:pt x="69437" y="58865"/>
                  </a:lnTo>
                  <a:lnTo>
                    <a:pt x="69437" y="60198"/>
                  </a:lnTo>
                  <a:cubicBezTo>
                    <a:pt x="69151" y="76486"/>
                    <a:pt x="60007" y="87535"/>
                    <a:pt x="45244" y="87535"/>
                  </a:cubicBezTo>
                  <a:cubicBezTo>
                    <a:pt x="28099" y="87535"/>
                    <a:pt x="16954" y="71914"/>
                    <a:pt x="16954" y="51625"/>
                  </a:cubicBezTo>
                  <a:cubicBezTo>
                    <a:pt x="16954" y="31337"/>
                    <a:pt x="28289" y="15430"/>
                    <a:pt x="45625" y="15430"/>
                  </a:cubicBezTo>
                  <a:cubicBezTo>
                    <a:pt x="60293" y="15430"/>
                    <a:pt x="68389" y="25146"/>
                    <a:pt x="68389" y="25146"/>
                  </a:cubicBezTo>
                  <a:lnTo>
                    <a:pt x="78105" y="12668"/>
                  </a:lnTo>
                  <a:cubicBezTo>
                    <a:pt x="78105" y="12668"/>
                    <a:pt x="68389" y="0"/>
                    <a:pt x="45815" y="0"/>
                  </a:cubicBezTo>
                  <a:cubicBezTo>
                    <a:pt x="17621" y="0"/>
                    <a:pt x="0" y="22860"/>
                    <a:pt x="0" y="51721"/>
                  </a:cubicBezTo>
                  <a:cubicBezTo>
                    <a:pt x="0" y="80581"/>
                    <a:pt x="17145" y="103251"/>
                    <a:pt x="45244" y="103251"/>
                  </a:cubicBezTo>
                  <a:cubicBezTo>
                    <a:pt x="71247" y="103251"/>
                    <a:pt x="86868" y="84106"/>
                    <a:pt x="86868" y="54864"/>
                  </a:cubicBezTo>
                  <a:lnTo>
                    <a:pt x="86868" y="45148"/>
                  </a:lnTo>
                  <a:lnTo>
                    <a:pt x="43243" y="45148"/>
                  </a:lnTo>
                  <a:lnTo>
                    <a:pt x="43243" y="5896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19" name="Google Shape;3519;p97"/>
          <p:cNvGrpSpPr/>
          <p:nvPr/>
        </p:nvGrpSpPr>
        <p:grpSpPr>
          <a:xfrm>
            <a:off x="4441929" y="1010331"/>
            <a:ext cx="260121" cy="295376"/>
            <a:chOff x="7722472" y="5866491"/>
            <a:chExt cx="462438" cy="525113"/>
          </a:xfrm>
        </p:grpSpPr>
        <p:sp>
          <p:nvSpPr>
            <p:cNvPr id="3520" name="Google Shape;3520;p97"/>
            <p:cNvSpPr/>
            <p:nvPr/>
          </p:nvSpPr>
          <p:spPr>
            <a:xfrm>
              <a:off x="7722472" y="5866491"/>
              <a:ext cx="462438" cy="525113"/>
            </a:xfrm>
            <a:custGeom>
              <a:avLst/>
              <a:gdLst/>
              <a:ahLst/>
              <a:cxnLst/>
              <a:rect l="l" t="t" r="r" b="b"/>
              <a:pathLst>
                <a:path w="462438" h="525113" extrusionOk="0">
                  <a:moveTo>
                    <a:pt x="417386" y="224314"/>
                  </a:moveTo>
                  <a:lnTo>
                    <a:pt x="398145" y="224314"/>
                  </a:lnTo>
                  <a:lnTo>
                    <a:pt x="398145" y="19050"/>
                  </a:lnTo>
                  <a:cubicBezTo>
                    <a:pt x="398145" y="8573"/>
                    <a:pt x="389573" y="0"/>
                    <a:pt x="379095" y="0"/>
                  </a:cubicBezTo>
                  <a:lnTo>
                    <a:pt x="119062" y="0"/>
                  </a:lnTo>
                  <a:cubicBezTo>
                    <a:pt x="113443" y="0"/>
                    <a:pt x="108109" y="2476"/>
                    <a:pt x="104489" y="6763"/>
                  </a:cubicBezTo>
                  <a:lnTo>
                    <a:pt x="4477" y="124968"/>
                  </a:lnTo>
                  <a:cubicBezTo>
                    <a:pt x="1524" y="128397"/>
                    <a:pt x="0" y="132778"/>
                    <a:pt x="0" y="137255"/>
                  </a:cubicBezTo>
                  <a:lnTo>
                    <a:pt x="0" y="506063"/>
                  </a:lnTo>
                  <a:cubicBezTo>
                    <a:pt x="0" y="516541"/>
                    <a:pt x="8573" y="525113"/>
                    <a:pt x="19050" y="525113"/>
                  </a:cubicBezTo>
                  <a:lnTo>
                    <a:pt x="379000" y="525113"/>
                  </a:lnTo>
                  <a:cubicBezTo>
                    <a:pt x="389477" y="525113"/>
                    <a:pt x="398050" y="516541"/>
                    <a:pt x="398050" y="506063"/>
                  </a:cubicBezTo>
                  <a:lnTo>
                    <a:pt x="398050" y="443008"/>
                  </a:lnTo>
                  <a:lnTo>
                    <a:pt x="417290" y="443008"/>
                  </a:lnTo>
                  <a:cubicBezTo>
                    <a:pt x="442246" y="443008"/>
                    <a:pt x="462439" y="422720"/>
                    <a:pt x="462439" y="397859"/>
                  </a:cubicBezTo>
                  <a:lnTo>
                    <a:pt x="462439" y="269558"/>
                  </a:lnTo>
                  <a:cubicBezTo>
                    <a:pt x="462439" y="244602"/>
                    <a:pt x="442151" y="224409"/>
                    <a:pt x="417290" y="224409"/>
                  </a:cubicBezTo>
                  <a:close/>
                  <a:moveTo>
                    <a:pt x="103346" y="67151"/>
                  </a:moveTo>
                  <a:lnTo>
                    <a:pt x="103346" y="122968"/>
                  </a:lnTo>
                  <a:lnTo>
                    <a:pt x="56102" y="122968"/>
                  </a:lnTo>
                  <a:lnTo>
                    <a:pt x="103346" y="67151"/>
                  </a:lnTo>
                  <a:close/>
                  <a:moveTo>
                    <a:pt x="360045" y="487013"/>
                  </a:moveTo>
                  <a:lnTo>
                    <a:pt x="38195" y="487013"/>
                  </a:lnTo>
                  <a:lnTo>
                    <a:pt x="38195" y="161068"/>
                  </a:lnTo>
                  <a:lnTo>
                    <a:pt x="122492" y="161068"/>
                  </a:lnTo>
                  <a:cubicBezTo>
                    <a:pt x="132969" y="161068"/>
                    <a:pt x="141542" y="152495"/>
                    <a:pt x="141542" y="142018"/>
                  </a:cubicBezTo>
                  <a:lnTo>
                    <a:pt x="141542" y="38100"/>
                  </a:lnTo>
                  <a:lnTo>
                    <a:pt x="360140" y="38100"/>
                  </a:lnTo>
                  <a:lnTo>
                    <a:pt x="360140" y="224314"/>
                  </a:lnTo>
                  <a:lnTo>
                    <a:pt x="160877" y="224314"/>
                  </a:lnTo>
                  <a:cubicBezTo>
                    <a:pt x="135922" y="224314"/>
                    <a:pt x="115729" y="244602"/>
                    <a:pt x="115729" y="269462"/>
                  </a:cubicBezTo>
                  <a:lnTo>
                    <a:pt x="115729" y="397764"/>
                  </a:lnTo>
                  <a:cubicBezTo>
                    <a:pt x="115729" y="422720"/>
                    <a:pt x="136017" y="442913"/>
                    <a:pt x="160877" y="442913"/>
                  </a:cubicBezTo>
                  <a:lnTo>
                    <a:pt x="360140" y="442913"/>
                  </a:lnTo>
                  <a:lnTo>
                    <a:pt x="360140" y="486918"/>
                  </a:lnTo>
                  <a:close/>
                  <a:moveTo>
                    <a:pt x="438722" y="397859"/>
                  </a:moveTo>
                  <a:cubicBezTo>
                    <a:pt x="438722" y="409670"/>
                    <a:pt x="429101" y="419195"/>
                    <a:pt x="417386" y="419195"/>
                  </a:cubicBezTo>
                  <a:lnTo>
                    <a:pt x="160782" y="419195"/>
                  </a:lnTo>
                  <a:cubicBezTo>
                    <a:pt x="148971" y="419195"/>
                    <a:pt x="139446" y="409575"/>
                    <a:pt x="139446" y="397859"/>
                  </a:cubicBezTo>
                  <a:lnTo>
                    <a:pt x="139446" y="269558"/>
                  </a:lnTo>
                  <a:cubicBezTo>
                    <a:pt x="139446" y="257747"/>
                    <a:pt x="149066" y="248222"/>
                    <a:pt x="160782" y="248222"/>
                  </a:cubicBezTo>
                  <a:lnTo>
                    <a:pt x="417386" y="248222"/>
                  </a:lnTo>
                  <a:cubicBezTo>
                    <a:pt x="429197" y="248222"/>
                    <a:pt x="438722" y="257842"/>
                    <a:pt x="438722" y="269558"/>
                  </a:cubicBezTo>
                  <a:lnTo>
                    <a:pt x="438722" y="39785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21" name="Google Shape;3521;p97"/>
            <p:cNvSpPr/>
            <p:nvPr/>
          </p:nvSpPr>
          <p:spPr>
            <a:xfrm>
              <a:off x="7888492" y="6153479"/>
              <a:ext cx="69056" cy="103632"/>
            </a:xfrm>
            <a:custGeom>
              <a:avLst/>
              <a:gdLst/>
              <a:ahLst/>
              <a:cxnLst/>
              <a:rect l="l" t="t" r="r" b="b"/>
              <a:pathLst>
                <a:path w="69056" h="103632" extrusionOk="0">
                  <a:moveTo>
                    <a:pt x="38386" y="42672"/>
                  </a:moveTo>
                  <a:cubicBezTo>
                    <a:pt x="23336" y="37719"/>
                    <a:pt x="19145" y="34385"/>
                    <a:pt x="19145" y="27623"/>
                  </a:cubicBezTo>
                  <a:cubicBezTo>
                    <a:pt x="19145" y="19717"/>
                    <a:pt x="24765" y="15240"/>
                    <a:pt x="34671" y="15240"/>
                  </a:cubicBezTo>
                  <a:cubicBezTo>
                    <a:pt x="49054" y="15240"/>
                    <a:pt x="57721" y="23527"/>
                    <a:pt x="57721" y="23527"/>
                  </a:cubicBezTo>
                  <a:lnTo>
                    <a:pt x="66675" y="10097"/>
                  </a:lnTo>
                  <a:cubicBezTo>
                    <a:pt x="66675" y="10097"/>
                    <a:pt x="57531" y="0"/>
                    <a:pt x="34671" y="0"/>
                  </a:cubicBezTo>
                  <a:cubicBezTo>
                    <a:pt x="11811" y="0"/>
                    <a:pt x="857" y="11240"/>
                    <a:pt x="857" y="28289"/>
                  </a:cubicBezTo>
                  <a:cubicBezTo>
                    <a:pt x="857" y="43815"/>
                    <a:pt x="10287" y="51340"/>
                    <a:pt x="31052" y="57912"/>
                  </a:cubicBezTo>
                  <a:cubicBezTo>
                    <a:pt x="47434" y="63341"/>
                    <a:pt x="50768" y="67151"/>
                    <a:pt x="50768" y="74771"/>
                  </a:cubicBezTo>
                  <a:cubicBezTo>
                    <a:pt x="50768" y="82868"/>
                    <a:pt x="46006" y="88487"/>
                    <a:pt x="34481" y="88487"/>
                  </a:cubicBezTo>
                  <a:cubicBezTo>
                    <a:pt x="19717" y="88487"/>
                    <a:pt x="8954" y="78867"/>
                    <a:pt x="8954" y="78867"/>
                  </a:cubicBezTo>
                  <a:lnTo>
                    <a:pt x="0" y="91250"/>
                  </a:lnTo>
                  <a:cubicBezTo>
                    <a:pt x="0" y="91250"/>
                    <a:pt x="11240" y="103632"/>
                    <a:pt x="34957" y="103632"/>
                  </a:cubicBezTo>
                  <a:cubicBezTo>
                    <a:pt x="58674" y="103632"/>
                    <a:pt x="69056" y="90392"/>
                    <a:pt x="69056" y="73438"/>
                  </a:cubicBezTo>
                  <a:cubicBezTo>
                    <a:pt x="69056" y="58007"/>
                    <a:pt x="60579" y="49244"/>
                    <a:pt x="38195" y="4248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22" name="Google Shape;3522;p97"/>
            <p:cNvSpPr/>
            <p:nvPr/>
          </p:nvSpPr>
          <p:spPr>
            <a:xfrm>
              <a:off x="7967836" y="6153384"/>
              <a:ext cx="91630" cy="120205"/>
            </a:xfrm>
            <a:custGeom>
              <a:avLst/>
              <a:gdLst/>
              <a:ahLst/>
              <a:cxnLst/>
              <a:rect l="l" t="t" r="r" b="b"/>
              <a:pathLst>
                <a:path w="91630" h="120205" extrusionOk="0">
                  <a:moveTo>
                    <a:pt x="91630" y="52006"/>
                  </a:moveTo>
                  <a:cubicBezTo>
                    <a:pt x="91630" y="23050"/>
                    <a:pt x="73438" y="0"/>
                    <a:pt x="45720" y="0"/>
                  </a:cubicBezTo>
                  <a:cubicBezTo>
                    <a:pt x="18002" y="0"/>
                    <a:pt x="0" y="23050"/>
                    <a:pt x="0" y="52006"/>
                  </a:cubicBezTo>
                  <a:cubicBezTo>
                    <a:pt x="0" y="80963"/>
                    <a:pt x="18193" y="103822"/>
                    <a:pt x="45720" y="103822"/>
                  </a:cubicBezTo>
                  <a:cubicBezTo>
                    <a:pt x="48387" y="103822"/>
                    <a:pt x="50864" y="103632"/>
                    <a:pt x="53340" y="103156"/>
                  </a:cubicBezTo>
                  <a:lnTo>
                    <a:pt x="62103" y="120205"/>
                  </a:lnTo>
                  <a:lnTo>
                    <a:pt x="80296" y="120205"/>
                  </a:lnTo>
                  <a:lnTo>
                    <a:pt x="68199" y="97822"/>
                  </a:lnTo>
                  <a:cubicBezTo>
                    <a:pt x="82772" y="89059"/>
                    <a:pt x="91535" y="71818"/>
                    <a:pt x="91535" y="51911"/>
                  </a:cubicBezTo>
                  <a:close/>
                  <a:moveTo>
                    <a:pt x="45720" y="88011"/>
                  </a:moveTo>
                  <a:cubicBezTo>
                    <a:pt x="28670" y="88011"/>
                    <a:pt x="16859" y="72485"/>
                    <a:pt x="16859" y="52102"/>
                  </a:cubicBezTo>
                  <a:cubicBezTo>
                    <a:pt x="16859" y="31718"/>
                    <a:pt x="28670" y="15811"/>
                    <a:pt x="45720" y="15811"/>
                  </a:cubicBezTo>
                  <a:cubicBezTo>
                    <a:pt x="62770" y="15811"/>
                    <a:pt x="74676" y="31528"/>
                    <a:pt x="74676" y="52102"/>
                  </a:cubicBezTo>
                  <a:cubicBezTo>
                    <a:pt x="74676" y="72676"/>
                    <a:pt x="62770" y="88011"/>
                    <a:pt x="45720" y="8801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23" name="Google Shape;3523;p97"/>
            <p:cNvSpPr/>
            <p:nvPr/>
          </p:nvSpPr>
          <p:spPr>
            <a:xfrm>
              <a:off x="8075659" y="6155574"/>
              <a:ext cx="60197" cy="99345"/>
            </a:xfrm>
            <a:custGeom>
              <a:avLst/>
              <a:gdLst/>
              <a:ahLst/>
              <a:cxnLst/>
              <a:rect l="l" t="t" r="r" b="b"/>
              <a:pathLst>
                <a:path w="60197" h="99345" extrusionOk="0">
                  <a:moveTo>
                    <a:pt x="16478" y="0"/>
                  </a:moveTo>
                  <a:lnTo>
                    <a:pt x="0" y="0"/>
                  </a:lnTo>
                  <a:lnTo>
                    <a:pt x="0" y="99346"/>
                  </a:lnTo>
                  <a:lnTo>
                    <a:pt x="60198" y="99346"/>
                  </a:lnTo>
                  <a:lnTo>
                    <a:pt x="60198" y="84772"/>
                  </a:lnTo>
                  <a:lnTo>
                    <a:pt x="16478" y="84772"/>
                  </a:lnTo>
                  <a:lnTo>
                    <a:pt x="16478"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524" name="Google Shape;3524;p97"/>
          <p:cNvSpPr/>
          <p:nvPr/>
        </p:nvSpPr>
        <p:spPr>
          <a:xfrm>
            <a:off x="2831382" y="2544730"/>
            <a:ext cx="292001" cy="292001"/>
          </a:xfrm>
          <a:custGeom>
            <a:avLst/>
            <a:gdLst/>
            <a:ahLst/>
            <a:cxnLst/>
            <a:rect l="l" t="t" r="r" b="b"/>
            <a:pathLst>
              <a:path w="519112" h="519112" extrusionOk="0">
                <a:moveTo>
                  <a:pt x="259556" y="0"/>
                </a:moveTo>
                <a:cubicBezTo>
                  <a:pt x="116395" y="0"/>
                  <a:pt x="0" y="116395"/>
                  <a:pt x="0" y="259556"/>
                </a:cubicBezTo>
                <a:cubicBezTo>
                  <a:pt x="0" y="402717"/>
                  <a:pt x="116395" y="519113"/>
                  <a:pt x="259556" y="519113"/>
                </a:cubicBezTo>
                <a:cubicBezTo>
                  <a:pt x="402717" y="519113"/>
                  <a:pt x="519113" y="402717"/>
                  <a:pt x="519113" y="259556"/>
                </a:cubicBezTo>
                <a:cubicBezTo>
                  <a:pt x="519113" y="116395"/>
                  <a:pt x="402717" y="0"/>
                  <a:pt x="259556" y="0"/>
                </a:cubicBezTo>
                <a:close/>
                <a:moveTo>
                  <a:pt x="480155" y="240506"/>
                </a:moveTo>
                <a:lnTo>
                  <a:pt x="396716" y="240506"/>
                </a:lnTo>
                <a:cubicBezTo>
                  <a:pt x="393954" y="164783"/>
                  <a:pt x="374618" y="98965"/>
                  <a:pt x="345376" y="55435"/>
                </a:cubicBezTo>
                <a:cubicBezTo>
                  <a:pt x="419386" y="86678"/>
                  <a:pt x="473012" y="157067"/>
                  <a:pt x="480155" y="240506"/>
                </a:cubicBezTo>
                <a:close/>
                <a:moveTo>
                  <a:pt x="240506" y="42386"/>
                </a:moveTo>
                <a:lnTo>
                  <a:pt x="240506" y="240506"/>
                </a:lnTo>
                <a:lnTo>
                  <a:pt x="160592" y="240506"/>
                </a:lnTo>
                <a:cubicBezTo>
                  <a:pt x="164592" y="153067"/>
                  <a:pt x="195548" y="62770"/>
                  <a:pt x="240506" y="42386"/>
                </a:cubicBezTo>
                <a:close/>
                <a:moveTo>
                  <a:pt x="240506" y="278606"/>
                </a:moveTo>
                <a:lnTo>
                  <a:pt x="240506" y="476726"/>
                </a:lnTo>
                <a:cubicBezTo>
                  <a:pt x="195644" y="456343"/>
                  <a:pt x="164592" y="366141"/>
                  <a:pt x="160592" y="278606"/>
                </a:cubicBezTo>
                <a:lnTo>
                  <a:pt x="240506" y="278606"/>
                </a:lnTo>
                <a:close/>
                <a:moveTo>
                  <a:pt x="278606" y="476726"/>
                </a:moveTo>
                <a:lnTo>
                  <a:pt x="278606" y="278606"/>
                </a:lnTo>
                <a:lnTo>
                  <a:pt x="358521" y="278606"/>
                </a:lnTo>
                <a:cubicBezTo>
                  <a:pt x="354521" y="366046"/>
                  <a:pt x="323564" y="456343"/>
                  <a:pt x="278606" y="476726"/>
                </a:cubicBezTo>
                <a:close/>
                <a:moveTo>
                  <a:pt x="278606" y="240506"/>
                </a:moveTo>
                <a:lnTo>
                  <a:pt x="278606" y="42386"/>
                </a:lnTo>
                <a:cubicBezTo>
                  <a:pt x="323469" y="62770"/>
                  <a:pt x="354521" y="152972"/>
                  <a:pt x="358521" y="240506"/>
                </a:cubicBezTo>
                <a:lnTo>
                  <a:pt x="278606" y="240506"/>
                </a:lnTo>
                <a:close/>
                <a:moveTo>
                  <a:pt x="173736" y="55435"/>
                </a:moveTo>
                <a:cubicBezTo>
                  <a:pt x="144494" y="98965"/>
                  <a:pt x="125254" y="164783"/>
                  <a:pt x="122396" y="240506"/>
                </a:cubicBezTo>
                <a:lnTo>
                  <a:pt x="38957" y="240506"/>
                </a:lnTo>
                <a:cubicBezTo>
                  <a:pt x="46101" y="157067"/>
                  <a:pt x="99727" y="86678"/>
                  <a:pt x="173736" y="55435"/>
                </a:cubicBezTo>
                <a:close/>
                <a:moveTo>
                  <a:pt x="38957" y="278606"/>
                </a:moveTo>
                <a:lnTo>
                  <a:pt x="122396" y="278606"/>
                </a:lnTo>
                <a:cubicBezTo>
                  <a:pt x="125158" y="354330"/>
                  <a:pt x="144494" y="420148"/>
                  <a:pt x="173736" y="463677"/>
                </a:cubicBezTo>
                <a:cubicBezTo>
                  <a:pt x="99727" y="432435"/>
                  <a:pt x="46101" y="362045"/>
                  <a:pt x="38957" y="278606"/>
                </a:cubicBezTo>
                <a:close/>
                <a:moveTo>
                  <a:pt x="345376" y="463677"/>
                </a:moveTo>
                <a:cubicBezTo>
                  <a:pt x="374618" y="420148"/>
                  <a:pt x="393859" y="354330"/>
                  <a:pt x="396716" y="278606"/>
                </a:cubicBezTo>
                <a:lnTo>
                  <a:pt x="480155" y="278606"/>
                </a:lnTo>
                <a:cubicBezTo>
                  <a:pt x="473012" y="362045"/>
                  <a:pt x="419386" y="432435"/>
                  <a:pt x="345376" y="46367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25" name="Google Shape;3525;p97"/>
          <p:cNvSpPr/>
          <p:nvPr/>
        </p:nvSpPr>
        <p:spPr>
          <a:xfrm>
            <a:off x="1245580" y="2543702"/>
            <a:ext cx="294075" cy="294060"/>
          </a:xfrm>
          <a:custGeom>
            <a:avLst/>
            <a:gdLst/>
            <a:ahLst/>
            <a:cxnLst/>
            <a:rect l="l" t="t" r="r" b="b"/>
            <a:pathLst>
              <a:path w="522800" h="522774" extrusionOk="0">
                <a:moveTo>
                  <a:pt x="506275" y="426763"/>
                </a:moveTo>
                <a:lnTo>
                  <a:pt x="277294" y="197782"/>
                </a:lnTo>
                <a:cubicBezTo>
                  <a:pt x="298821" y="144537"/>
                  <a:pt x="286914" y="83482"/>
                  <a:pt x="245576" y="42143"/>
                </a:cubicBezTo>
                <a:cubicBezTo>
                  <a:pt x="204142" y="709"/>
                  <a:pt x="142420" y="-11387"/>
                  <a:pt x="88413" y="11282"/>
                </a:cubicBezTo>
                <a:cubicBezTo>
                  <a:pt x="82508" y="13759"/>
                  <a:pt x="78317" y="18902"/>
                  <a:pt x="77079" y="25189"/>
                </a:cubicBezTo>
                <a:cubicBezTo>
                  <a:pt x="75840" y="31380"/>
                  <a:pt x="77841" y="37857"/>
                  <a:pt x="82317" y="42334"/>
                </a:cubicBezTo>
                <a:lnTo>
                  <a:pt x="143563" y="103579"/>
                </a:lnTo>
                <a:cubicBezTo>
                  <a:pt x="154612" y="114628"/>
                  <a:pt x="154612" y="132535"/>
                  <a:pt x="143563" y="143584"/>
                </a:cubicBezTo>
                <a:cubicBezTo>
                  <a:pt x="132800" y="154348"/>
                  <a:pt x="114226" y="154348"/>
                  <a:pt x="103558" y="143584"/>
                </a:cubicBezTo>
                <a:lnTo>
                  <a:pt x="42312" y="82339"/>
                </a:lnTo>
                <a:cubicBezTo>
                  <a:pt x="37836" y="77862"/>
                  <a:pt x="31359" y="75862"/>
                  <a:pt x="25167" y="77100"/>
                </a:cubicBezTo>
                <a:cubicBezTo>
                  <a:pt x="18976" y="78338"/>
                  <a:pt x="13737" y="82624"/>
                  <a:pt x="11261" y="88435"/>
                </a:cubicBezTo>
                <a:cubicBezTo>
                  <a:pt x="-11409" y="142537"/>
                  <a:pt x="783" y="204259"/>
                  <a:pt x="42122" y="245597"/>
                </a:cubicBezTo>
                <a:cubicBezTo>
                  <a:pt x="69935" y="273410"/>
                  <a:pt x="106606" y="287888"/>
                  <a:pt x="143849" y="287888"/>
                </a:cubicBezTo>
                <a:cubicBezTo>
                  <a:pt x="161946" y="287888"/>
                  <a:pt x="180234" y="284269"/>
                  <a:pt x="197665" y="277220"/>
                </a:cubicBezTo>
                <a:lnTo>
                  <a:pt x="426741" y="506296"/>
                </a:lnTo>
                <a:cubicBezTo>
                  <a:pt x="437314" y="516869"/>
                  <a:pt x="451506" y="522775"/>
                  <a:pt x="466556" y="522775"/>
                </a:cubicBezTo>
                <a:cubicBezTo>
                  <a:pt x="481605" y="522775"/>
                  <a:pt x="495798" y="516964"/>
                  <a:pt x="506370" y="506296"/>
                </a:cubicBezTo>
                <a:cubicBezTo>
                  <a:pt x="528278" y="484389"/>
                  <a:pt x="528278" y="448670"/>
                  <a:pt x="506370" y="426667"/>
                </a:cubicBezTo>
                <a:close/>
                <a:moveTo>
                  <a:pt x="68982" y="218641"/>
                </a:moveTo>
                <a:cubicBezTo>
                  <a:pt x="45932" y="195591"/>
                  <a:pt x="35169" y="163873"/>
                  <a:pt x="38693" y="132631"/>
                </a:cubicBezTo>
                <a:lnTo>
                  <a:pt x="76602" y="170540"/>
                </a:lnTo>
                <a:cubicBezTo>
                  <a:pt x="89175" y="183113"/>
                  <a:pt x="105844" y="189971"/>
                  <a:pt x="123561" y="189971"/>
                </a:cubicBezTo>
                <a:cubicBezTo>
                  <a:pt x="141277" y="189971"/>
                  <a:pt x="157946" y="183018"/>
                  <a:pt x="170519" y="170540"/>
                </a:cubicBezTo>
                <a:cubicBezTo>
                  <a:pt x="196427" y="144632"/>
                  <a:pt x="196427" y="102532"/>
                  <a:pt x="170519" y="76624"/>
                </a:cubicBezTo>
                <a:lnTo>
                  <a:pt x="132609" y="38714"/>
                </a:lnTo>
                <a:cubicBezTo>
                  <a:pt x="163851" y="35285"/>
                  <a:pt x="195570" y="45953"/>
                  <a:pt x="218620" y="69004"/>
                </a:cubicBezTo>
                <a:cubicBezTo>
                  <a:pt x="251577" y="101960"/>
                  <a:pt x="259197" y="151776"/>
                  <a:pt x="237670" y="192924"/>
                </a:cubicBezTo>
                <a:cubicBezTo>
                  <a:pt x="232717" y="202258"/>
                  <a:pt x="226335" y="210926"/>
                  <a:pt x="218620" y="218641"/>
                </a:cubicBezTo>
                <a:cubicBezTo>
                  <a:pt x="210905" y="226357"/>
                  <a:pt x="202332" y="232738"/>
                  <a:pt x="192903" y="237691"/>
                </a:cubicBezTo>
                <a:cubicBezTo>
                  <a:pt x="151659" y="259218"/>
                  <a:pt x="101844" y="251503"/>
                  <a:pt x="68982" y="218641"/>
                </a:cubicBezTo>
                <a:close/>
                <a:moveTo>
                  <a:pt x="479319" y="479436"/>
                </a:moveTo>
                <a:cubicBezTo>
                  <a:pt x="472461" y="486294"/>
                  <a:pt x="460460" y="486294"/>
                  <a:pt x="453602" y="479436"/>
                </a:cubicBezTo>
                <a:lnTo>
                  <a:pt x="231860" y="257694"/>
                </a:lnTo>
                <a:cubicBezTo>
                  <a:pt x="232336" y="257313"/>
                  <a:pt x="232812" y="256837"/>
                  <a:pt x="233289" y="256456"/>
                </a:cubicBezTo>
                <a:cubicBezTo>
                  <a:pt x="237480" y="253027"/>
                  <a:pt x="241671" y="249502"/>
                  <a:pt x="245481" y="245597"/>
                </a:cubicBezTo>
                <a:cubicBezTo>
                  <a:pt x="249386" y="241692"/>
                  <a:pt x="252910" y="237596"/>
                  <a:pt x="256339" y="233310"/>
                </a:cubicBezTo>
                <a:cubicBezTo>
                  <a:pt x="256720" y="232834"/>
                  <a:pt x="257196" y="232357"/>
                  <a:pt x="257577" y="231881"/>
                </a:cubicBezTo>
                <a:lnTo>
                  <a:pt x="479319" y="453623"/>
                </a:lnTo>
                <a:cubicBezTo>
                  <a:pt x="486463" y="460767"/>
                  <a:pt x="486463" y="472292"/>
                  <a:pt x="479319" y="47934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26" name="Google Shape;3526;p97"/>
          <p:cNvSpPr/>
          <p:nvPr/>
        </p:nvSpPr>
        <p:spPr>
          <a:xfrm>
            <a:off x="4425076" y="2548226"/>
            <a:ext cx="295858" cy="295858"/>
          </a:xfrm>
          <a:custGeom>
            <a:avLst/>
            <a:gdLst/>
            <a:ahLst/>
            <a:cxnLst/>
            <a:rect l="l" t="t" r="r" b="b"/>
            <a:pathLst>
              <a:path w="525970" h="525970" extrusionOk="0">
                <a:moveTo>
                  <a:pt x="455676" y="441674"/>
                </a:moveTo>
                <a:cubicBezTo>
                  <a:pt x="499205" y="394716"/>
                  <a:pt x="525971" y="331946"/>
                  <a:pt x="525971" y="262985"/>
                </a:cubicBezTo>
                <a:cubicBezTo>
                  <a:pt x="525971" y="249746"/>
                  <a:pt x="524923" y="236792"/>
                  <a:pt x="523113" y="224028"/>
                </a:cubicBezTo>
                <a:cubicBezTo>
                  <a:pt x="523113" y="223933"/>
                  <a:pt x="523113" y="223742"/>
                  <a:pt x="523113" y="223647"/>
                </a:cubicBezTo>
                <a:cubicBezTo>
                  <a:pt x="515398" y="172212"/>
                  <a:pt x="492633" y="125540"/>
                  <a:pt x="459486" y="88392"/>
                </a:cubicBezTo>
                <a:cubicBezTo>
                  <a:pt x="458915" y="87630"/>
                  <a:pt x="458343" y="86963"/>
                  <a:pt x="457676" y="86392"/>
                </a:cubicBezTo>
                <a:cubicBezTo>
                  <a:pt x="446723" y="74390"/>
                  <a:pt x="434721" y="63341"/>
                  <a:pt x="421767" y="53531"/>
                </a:cubicBezTo>
                <a:cubicBezTo>
                  <a:pt x="420815" y="52578"/>
                  <a:pt x="419767" y="51721"/>
                  <a:pt x="418529" y="51054"/>
                </a:cubicBezTo>
                <a:cubicBezTo>
                  <a:pt x="418433" y="51054"/>
                  <a:pt x="418243" y="50959"/>
                  <a:pt x="418148" y="50863"/>
                </a:cubicBezTo>
                <a:cubicBezTo>
                  <a:pt x="374618" y="18955"/>
                  <a:pt x="320993" y="0"/>
                  <a:pt x="262985" y="0"/>
                </a:cubicBezTo>
                <a:cubicBezTo>
                  <a:pt x="227267" y="0"/>
                  <a:pt x="193262" y="7144"/>
                  <a:pt x="162211" y="20098"/>
                </a:cubicBezTo>
                <a:cubicBezTo>
                  <a:pt x="161735" y="20288"/>
                  <a:pt x="161354" y="20384"/>
                  <a:pt x="160877" y="20574"/>
                </a:cubicBezTo>
                <a:cubicBezTo>
                  <a:pt x="118682" y="38386"/>
                  <a:pt x="82106" y="66961"/>
                  <a:pt x="54578" y="102775"/>
                </a:cubicBezTo>
                <a:cubicBezTo>
                  <a:pt x="54578" y="102775"/>
                  <a:pt x="54388" y="102965"/>
                  <a:pt x="54293" y="103061"/>
                </a:cubicBezTo>
                <a:cubicBezTo>
                  <a:pt x="53721" y="103727"/>
                  <a:pt x="53150" y="104489"/>
                  <a:pt x="52673" y="105156"/>
                </a:cubicBezTo>
                <a:cubicBezTo>
                  <a:pt x="52673" y="105251"/>
                  <a:pt x="52483" y="105347"/>
                  <a:pt x="52388" y="105537"/>
                </a:cubicBezTo>
                <a:cubicBezTo>
                  <a:pt x="51245" y="106775"/>
                  <a:pt x="50292" y="108109"/>
                  <a:pt x="49530" y="109633"/>
                </a:cubicBezTo>
                <a:cubicBezTo>
                  <a:pt x="18383" y="152876"/>
                  <a:pt x="0" y="205835"/>
                  <a:pt x="0" y="262985"/>
                </a:cubicBezTo>
                <a:cubicBezTo>
                  <a:pt x="0" y="303467"/>
                  <a:pt x="9239" y="341757"/>
                  <a:pt x="25622" y="376047"/>
                </a:cubicBezTo>
                <a:cubicBezTo>
                  <a:pt x="25813" y="376523"/>
                  <a:pt x="26099" y="377095"/>
                  <a:pt x="26384" y="377571"/>
                </a:cubicBezTo>
                <a:cubicBezTo>
                  <a:pt x="69056" y="465296"/>
                  <a:pt x="159068" y="525971"/>
                  <a:pt x="263081" y="525971"/>
                </a:cubicBezTo>
                <a:cubicBezTo>
                  <a:pt x="338233" y="525971"/>
                  <a:pt x="406051" y="494252"/>
                  <a:pt x="453962" y="443579"/>
                </a:cubicBezTo>
                <a:cubicBezTo>
                  <a:pt x="454628" y="443008"/>
                  <a:pt x="455200" y="442341"/>
                  <a:pt x="455771" y="441674"/>
                </a:cubicBezTo>
                <a:close/>
                <a:moveTo>
                  <a:pt x="431292" y="411956"/>
                </a:moveTo>
                <a:cubicBezTo>
                  <a:pt x="413671" y="415195"/>
                  <a:pt x="395573" y="417004"/>
                  <a:pt x="377571" y="417004"/>
                </a:cubicBezTo>
                <a:cubicBezTo>
                  <a:pt x="341852" y="417004"/>
                  <a:pt x="307277" y="410623"/>
                  <a:pt x="274320" y="398240"/>
                </a:cubicBezTo>
                <a:cubicBezTo>
                  <a:pt x="278225" y="388429"/>
                  <a:pt x="280416" y="377762"/>
                  <a:pt x="280607" y="366617"/>
                </a:cubicBezTo>
                <a:cubicBezTo>
                  <a:pt x="308515" y="352806"/>
                  <a:pt x="334137" y="335280"/>
                  <a:pt x="357092" y="314135"/>
                </a:cubicBezTo>
                <a:cubicBezTo>
                  <a:pt x="366522" y="318326"/>
                  <a:pt x="377000" y="320707"/>
                  <a:pt x="388049" y="320707"/>
                </a:cubicBezTo>
                <a:cubicBezTo>
                  <a:pt x="422720" y="320707"/>
                  <a:pt x="452057" y="297466"/>
                  <a:pt x="461391" y="265748"/>
                </a:cubicBezTo>
                <a:cubicBezTo>
                  <a:pt x="470345" y="262985"/>
                  <a:pt x="479012" y="259747"/>
                  <a:pt x="487585" y="256032"/>
                </a:cubicBezTo>
                <a:cubicBezTo>
                  <a:pt x="487585" y="258318"/>
                  <a:pt x="487775" y="260604"/>
                  <a:pt x="487775" y="262890"/>
                </a:cubicBezTo>
                <a:cubicBezTo>
                  <a:pt x="487775" y="320040"/>
                  <a:pt x="466344" y="372142"/>
                  <a:pt x="431102" y="411861"/>
                </a:cubicBezTo>
                <a:close/>
                <a:moveTo>
                  <a:pt x="149257" y="183261"/>
                </a:moveTo>
                <a:cubicBezTo>
                  <a:pt x="157734" y="210693"/>
                  <a:pt x="183356" y="230696"/>
                  <a:pt x="213551" y="230696"/>
                </a:cubicBezTo>
                <a:cubicBezTo>
                  <a:pt x="223552" y="230696"/>
                  <a:pt x="233077" y="228410"/>
                  <a:pt x="241649" y="224504"/>
                </a:cubicBezTo>
                <a:cubicBezTo>
                  <a:pt x="263366" y="241649"/>
                  <a:pt x="288131" y="255080"/>
                  <a:pt x="314325" y="263843"/>
                </a:cubicBezTo>
                <a:cubicBezTo>
                  <a:pt x="316897" y="273368"/>
                  <a:pt x="321183" y="282131"/>
                  <a:pt x="326898" y="289846"/>
                </a:cubicBezTo>
                <a:cubicBezTo>
                  <a:pt x="310229" y="304514"/>
                  <a:pt x="292037" y="317278"/>
                  <a:pt x="272606" y="327755"/>
                </a:cubicBezTo>
                <a:cubicBezTo>
                  <a:pt x="258413" y="296704"/>
                  <a:pt x="227076" y="275082"/>
                  <a:pt x="190786" y="275082"/>
                </a:cubicBezTo>
                <a:cubicBezTo>
                  <a:pt x="171069" y="275082"/>
                  <a:pt x="152876" y="281559"/>
                  <a:pt x="138113" y="292322"/>
                </a:cubicBezTo>
                <a:cubicBezTo>
                  <a:pt x="109538" y="251460"/>
                  <a:pt x="91726" y="203740"/>
                  <a:pt x="86678" y="154019"/>
                </a:cubicBezTo>
                <a:cubicBezTo>
                  <a:pt x="106109" y="166688"/>
                  <a:pt x="127159" y="176594"/>
                  <a:pt x="149352" y="183261"/>
                </a:cubicBezTo>
                <a:close/>
                <a:moveTo>
                  <a:pt x="412718" y="95345"/>
                </a:moveTo>
                <a:cubicBezTo>
                  <a:pt x="416624" y="98870"/>
                  <a:pt x="420434" y="102489"/>
                  <a:pt x="424148" y="106299"/>
                </a:cubicBezTo>
                <a:cubicBezTo>
                  <a:pt x="421481" y="128302"/>
                  <a:pt x="416338" y="149828"/>
                  <a:pt x="408718" y="170593"/>
                </a:cubicBezTo>
                <a:cubicBezTo>
                  <a:pt x="402146" y="168783"/>
                  <a:pt x="395288" y="167735"/>
                  <a:pt x="388144" y="167735"/>
                </a:cubicBezTo>
                <a:cubicBezTo>
                  <a:pt x="353187" y="167735"/>
                  <a:pt x="323660" y="191357"/>
                  <a:pt x="314611" y="223457"/>
                </a:cubicBezTo>
                <a:cubicBezTo>
                  <a:pt x="299085" y="217075"/>
                  <a:pt x="284321" y="208788"/>
                  <a:pt x="270701" y="198787"/>
                </a:cubicBezTo>
                <a:cubicBezTo>
                  <a:pt x="273082" y="194882"/>
                  <a:pt x="275082" y="190786"/>
                  <a:pt x="276701" y="186500"/>
                </a:cubicBezTo>
                <a:cubicBezTo>
                  <a:pt x="331184" y="172974"/>
                  <a:pt x="379381" y="140589"/>
                  <a:pt x="412718" y="95441"/>
                </a:cubicBezTo>
                <a:close/>
                <a:moveTo>
                  <a:pt x="462248" y="225362"/>
                </a:moveTo>
                <a:cubicBezTo>
                  <a:pt x="458819" y="211741"/>
                  <a:pt x="451676" y="199549"/>
                  <a:pt x="442055" y="189929"/>
                </a:cubicBezTo>
                <a:cubicBezTo>
                  <a:pt x="447485" y="175832"/>
                  <a:pt x="452057" y="161449"/>
                  <a:pt x="455581" y="146780"/>
                </a:cubicBezTo>
                <a:cubicBezTo>
                  <a:pt x="468344" y="167926"/>
                  <a:pt x="477774" y="191357"/>
                  <a:pt x="483108" y="216313"/>
                </a:cubicBezTo>
                <a:cubicBezTo>
                  <a:pt x="476345" y="219742"/>
                  <a:pt x="469392" y="222695"/>
                  <a:pt x="462344" y="225362"/>
                </a:cubicBezTo>
                <a:close/>
                <a:moveTo>
                  <a:pt x="349663" y="244221"/>
                </a:moveTo>
                <a:cubicBezTo>
                  <a:pt x="349663" y="222980"/>
                  <a:pt x="366903" y="205740"/>
                  <a:pt x="388144" y="205740"/>
                </a:cubicBezTo>
                <a:cubicBezTo>
                  <a:pt x="409385" y="205740"/>
                  <a:pt x="426625" y="222980"/>
                  <a:pt x="426625" y="244221"/>
                </a:cubicBezTo>
                <a:cubicBezTo>
                  <a:pt x="426625" y="265462"/>
                  <a:pt x="409385" y="282702"/>
                  <a:pt x="388144" y="282702"/>
                </a:cubicBezTo>
                <a:cubicBezTo>
                  <a:pt x="366903" y="282702"/>
                  <a:pt x="349663" y="265462"/>
                  <a:pt x="349663" y="244221"/>
                </a:cubicBezTo>
                <a:close/>
                <a:moveTo>
                  <a:pt x="242411" y="166116"/>
                </a:moveTo>
                <a:cubicBezTo>
                  <a:pt x="242126" y="167354"/>
                  <a:pt x="241935" y="168497"/>
                  <a:pt x="241935" y="169831"/>
                </a:cubicBezTo>
                <a:cubicBezTo>
                  <a:pt x="239078" y="182880"/>
                  <a:pt x="227457" y="192691"/>
                  <a:pt x="213551" y="192691"/>
                </a:cubicBezTo>
                <a:cubicBezTo>
                  <a:pt x="197453" y="192691"/>
                  <a:pt x="184404" y="179642"/>
                  <a:pt x="184404" y="163544"/>
                </a:cubicBezTo>
                <a:cubicBezTo>
                  <a:pt x="184404" y="147447"/>
                  <a:pt x="197453" y="134398"/>
                  <a:pt x="213551" y="134398"/>
                </a:cubicBezTo>
                <a:cubicBezTo>
                  <a:pt x="229648" y="134398"/>
                  <a:pt x="242697" y="147447"/>
                  <a:pt x="242697" y="163544"/>
                </a:cubicBezTo>
                <a:cubicBezTo>
                  <a:pt x="242697" y="164402"/>
                  <a:pt x="242507" y="165259"/>
                  <a:pt x="242411" y="166211"/>
                </a:cubicBezTo>
                <a:close/>
                <a:moveTo>
                  <a:pt x="190786" y="313182"/>
                </a:moveTo>
                <a:cubicBezTo>
                  <a:pt x="219361" y="313182"/>
                  <a:pt x="242697" y="336423"/>
                  <a:pt x="242697" y="365093"/>
                </a:cubicBezTo>
                <a:cubicBezTo>
                  <a:pt x="242697" y="393764"/>
                  <a:pt x="219456" y="417004"/>
                  <a:pt x="190786" y="417004"/>
                </a:cubicBezTo>
                <a:cubicBezTo>
                  <a:pt x="162116" y="417004"/>
                  <a:pt x="138875" y="393764"/>
                  <a:pt x="138875" y="365093"/>
                </a:cubicBezTo>
                <a:cubicBezTo>
                  <a:pt x="138875" y="336423"/>
                  <a:pt x="162116" y="313182"/>
                  <a:pt x="190786" y="313182"/>
                </a:cubicBezTo>
                <a:close/>
                <a:moveTo>
                  <a:pt x="382238" y="72390"/>
                </a:moveTo>
                <a:cubicBezTo>
                  <a:pt x="356330" y="107537"/>
                  <a:pt x="319945" y="133541"/>
                  <a:pt x="278416" y="146304"/>
                </a:cubicBezTo>
                <a:cubicBezTo>
                  <a:pt x="270796" y="117539"/>
                  <a:pt x="244602" y="96203"/>
                  <a:pt x="213455" y="96203"/>
                </a:cubicBezTo>
                <a:cubicBezTo>
                  <a:pt x="208121" y="96203"/>
                  <a:pt x="202883" y="96869"/>
                  <a:pt x="197930" y="98108"/>
                </a:cubicBezTo>
                <a:cubicBezTo>
                  <a:pt x="192881" y="82772"/>
                  <a:pt x="189929" y="66866"/>
                  <a:pt x="188690" y="50673"/>
                </a:cubicBezTo>
                <a:cubicBezTo>
                  <a:pt x="211931" y="42482"/>
                  <a:pt x="236887" y="38005"/>
                  <a:pt x="262890" y="38005"/>
                </a:cubicBezTo>
                <a:cubicBezTo>
                  <a:pt x="306705" y="38005"/>
                  <a:pt x="347567" y="50578"/>
                  <a:pt x="382143" y="72390"/>
                </a:cubicBezTo>
                <a:close/>
                <a:moveTo>
                  <a:pt x="152019" y="67437"/>
                </a:moveTo>
                <a:cubicBezTo>
                  <a:pt x="154305" y="84582"/>
                  <a:pt x="158401" y="101441"/>
                  <a:pt x="164402" y="117729"/>
                </a:cubicBezTo>
                <a:cubicBezTo>
                  <a:pt x="157639" y="124968"/>
                  <a:pt x="152495" y="133541"/>
                  <a:pt x="149447" y="143161"/>
                </a:cubicBezTo>
                <a:cubicBezTo>
                  <a:pt x="130016" y="136112"/>
                  <a:pt x="111633" y="126111"/>
                  <a:pt x="95155" y="113443"/>
                </a:cubicBezTo>
                <a:cubicBezTo>
                  <a:pt x="111443" y="95155"/>
                  <a:pt x="130683" y="79629"/>
                  <a:pt x="152019" y="67437"/>
                </a:cubicBezTo>
                <a:close/>
                <a:moveTo>
                  <a:pt x="52388" y="184023"/>
                </a:moveTo>
                <a:cubicBezTo>
                  <a:pt x="61532" y="233648"/>
                  <a:pt x="81820" y="280892"/>
                  <a:pt x="112014" y="321564"/>
                </a:cubicBezTo>
                <a:cubicBezTo>
                  <a:pt x="105442" y="333280"/>
                  <a:pt x="101537" y="346710"/>
                  <a:pt x="100870" y="360902"/>
                </a:cubicBezTo>
                <a:cubicBezTo>
                  <a:pt x="85916" y="359188"/>
                  <a:pt x="71057" y="356235"/>
                  <a:pt x="56483" y="352235"/>
                </a:cubicBezTo>
                <a:cubicBezTo>
                  <a:pt x="44577" y="324898"/>
                  <a:pt x="38005" y="294704"/>
                  <a:pt x="38005" y="262985"/>
                </a:cubicBezTo>
                <a:cubicBezTo>
                  <a:pt x="38005" y="235172"/>
                  <a:pt x="43148" y="208598"/>
                  <a:pt x="52388" y="184023"/>
                </a:cubicBezTo>
                <a:close/>
                <a:moveTo>
                  <a:pt x="82296" y="396716"/>
                </a:moveTo>
                <a:cubicBezTo>
                  <a:pt x="90678" y="398050"/>
                  <a:pt x="99155" y="399002"/>
                  <a:pt x="107633" y="399669"/>
                </a:cubicBezTo>
                <a:cubicBezTo>
                  <a:pt x="121253" y="432149"/>
                  <a:pt x="153353" y="455104"/>
                  <a:pt x="190691" y="455104"/>
                </a:cubicBezTo>
                <a:cubicBezTo>
                  <a:pt x="214598" y="455104"/>
                  <a:pt x="236220" y="445675"/>
                  <a:pt x="252317" y="430530"/>
                </a:cubicBezTo>
                <a:cubicBezTo>
                  <a:pt x="292037" y="446818"/>
                  <a:pt x="334042" y="455104"/>
                  <a:pt x="377476" y="455104"/>
                </a:cubicBezTo>
                <a:cubicBezTo>
                  <a:pt x="378238" y="455104"/>
                  <a:pt x="379000" y="455104"/>
                  <a:pt x="379762" y="455104"/>
                </a:cubicBezTo>
                <a:cubicBezTo>
                  <a:pt x="345662" y="475964"/>
                  <a:pt x="305657" y="487966"/>
                  <a:pt x="262890" y="487966"/>
                </a:cubicBezTo>
                <a:cubicBezTo>
                  <a:pt x="188976" y="487966"/>
                  <a:pt x="123254" y="452057"/>
                  <a:pt x="82201" y="39681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527" name="Google Shape;3527;p97"/>
          <p:cNvGrpSpPr/>
          <p:nvPr/>
        </p:nvGrpSpPr>
        <p:grpSpPr>
          <a:xfrm>
            <a:off x="2068144" y="1764883"/>
            <a:ext cx="229100" cy="298269"/>
            <a:chOff x="6232359" y="4403327"/>
            <a:chExt cx="407289" cy="530256"/>
          </a:xfrm>
        </p:grpSpPr>
        <p:sp>
          <p:nvSpPr>
            <p:cNvPr id="3528" name="Google Shape;3528;p97"/>
            <p:cNvSpPr/>
            <p:nvPr/>
          </p:nvSpPr>
          <p:spPr>
            <a:xfrm>
              <a:off x="6232359" y="4403327"/>
              <a:ext cx="407289" cy="530256"/>
            </a:xfrm>
            <a:custGeom>
              <a:avLst/>
              <a:gdLst/>
              <a:ahLst/>
              <a:cxnLst/>
              <a:rect l="l" t="t" r="r" b="b"/>
              <a:pathLst>
                <a:path w="407289" h="530256" extrusionOk="0">
                  <a:moveTo>
                    <a:pt x="106680" y="355187"/>
                  </a:moveTo>
                  <a:lnTo>
                    <a:pt x="69437" y="465582"/>
                  </a:lnTo>
                  <a:lnTo>
                    <a:pt x="105632" y="450342"/>
                  </a:lnTo>
                  <a:cubicBezTo>
                    <a:pt x="107252" y="449580"/>
                    <a:pt x="109061" y="449199"/>
                    <a:pt x="110871" y="449199"/>
                  </a:cubicBezTo>
                  <a:cubicBezTo>
                    <a:pt x="115348" y="449199"/>
                    <a:pt x="119729" y="451580"/>
                    <a:pt x="122206" y="455486"/>
                  </a:cubicBezTo>
                  <a:lnTo>
                    <a:pt x="142018" y="488823"/>
                  </a:lnTo>
                  <a:lnTo>
                    <a:pt x="178403" y="380333"/>
                  </a:lnTo>
                  <a:cubicBezTo>
                    <a:pt x="171355" y="382143"/>
                    <a:pt x="163640" y="383667"/>
                    <a:pt x="155734" y="383667"/>
                  </a:cubicBezTo>
                  <a:cubicBezTo>
                    <a:pt x="150686" y="383667"/>
                    <a:pt x="145447" y="383096"/>
                    <a:pt x="140113" y="381476"/>
                  </a:cubicBezTo>
                  <a:cubicBezTo>
                    <a:pt x="124778" y="376523"/>
                    <a:pt x="114586" y="364903"/>
                    <a:pt x="106490" y="354997"/>
                  </a:cubicBezTo>
                  <a:lnTo>
                    <a:pt x="106680" y="355187"/>
                  </a:lnTo>
                  <a:close/>
                  <a:moveTo>
                    <a:pt x="301466" y="353187"/>
                  </a:moveTo>
                  <a:lnTo>
                    <a:pt x="301276" y="353187"/>
                  </a:lnTo>
                  <a:cubicBezTo>
                    <a:pt x="292989" y="363665"/>
                    <a:pt x="282416" y="376523"/>
                    <a:pt x="266033" y="381667"/>
                  </a:cubicBezTo>
                  <a:cubicBezTo>
                    <a:pt x="260794" y="383286"/>
                    <a:pt x="255746" y="384048"/>
                    <a:pt x="250698" y="384048"/>
                  </a:cubicBezTo>
                  <a:cubicBezTo>
                    <a:pt x="243650" y="384048"/>
                    <a:pt x="236982" y="382905"/>
                    <a:pt x="230505" y="381286"/>
                  </a:cubicBezTo>
                  <a:lnTo>
                    <a:pt x="266700" y="488918"/>
                  </a:lnTo>
                  <a:lnTo>
                    <a:pt x="286703" y="455581"/>
                  </a:lnTo>
                  <a:cubicBezTo>
                    <a:pt x="289084" y="451676"/>
                    <a:pt x="293561" y="449294"/>
                    <a:pt x="298037" y="449294"/>
                  </a:cubicBezTo>
                  <a:cubicBezTo>
                    <a:pt x="299847" y="449294"/>
                    <a:pt x="301466" y="449675"/>
                    <a:pt x="303276" y="450247"/>
                  </a:cubicBezTo>
                  <a:lnTo>
                    <a:pt x="339471" y="465677"/>
                  </a:lnTo>
                  <a:lnTo>
                    <a:pt x="301466" y="353282"/>
                  </a:lnTo>
                  <a:lnTo>
                    <a:pt x="301466" y="353282"/>
                  </a:lnTo>
                  <a:close/>
                  <a:moveTo>
                    <a:pt x="155543" y="40481"/>
                  </a:moveTo>
                  <a:cubicBezTo>
                    <a:pt x="154496" y="40481"/>
                    <a:pt x="153543" y="40481"/>
                    <a:pt x="152495" y="40862"/>
                  </a:cubicBezTo>
                  <a:cubicBezTo>
                    <a:pt x="147828" y="42291"/>
                    <a:pt x="142399" y="49149"/>
                    <a:pt x="136874" y="55912"/>
                  </a:cubicBezTo>
                  <a:cubicBezTo>
                    <a:pt x="131255" y="62865"/>
                    <a:pt x="124968" y="70485"/>
                    <a:pt x="116681" y="76486"/>
                  </a:cubicBezTo>
                  <a:cubicBezTo>
                    <a:pt x="108395" y="82391"/>
                    <a:pt x="98870" y="86011"/>
                    <a:pt x="90202" y="88964"/>
                  </a:cubicBezTo>
                  <a:cubicBezTo>
                    <a:pt x="82106" y="91916"/>
                    <a:pt x="73819" y="95060"/>
                    <a:pt x="70961" y="98679"/>
                  </a:cubicBezTo>
                  <a:cubicBezTo>
                    <a:pt x="68294" y="102203"/>
                    <a:pt x="67913" y="111347"/>
                    <a:pt x="67532" y="119443"/>
                  </a:cubicBezTo>
                  <a:cubicBezTo>
                    <a:pt x="67151" y="128302"/>
                    <a:pt x="66484" y="138398"/>
                    <a:pt x="63532" y="147923"/>
                  </a:cubicBezTo>
                  <a:cubicBezTo>
                    <a:pt x="60484" y="157163"/>
                    <a:pt x="54864" y="165545"/>
                    <a:pt x="50006" y="172593"/>
                  </a:cubicBezTo>
                  <a:cubicBezTo>
                    <a:pt x="45149" y="179927"/>
                    <a:pt x="40100" y="187166"/>
                    <a:pt x="40100" y="192119"/>
                  </a:cubicBezTo>
                  <a:cubicBezTo>
                    <a:pt x="40100" y="197072"/>
                    <a:pt x="45149" y="204597"/>
                    <a:pt x="50006" y="211646"/>
                  </a:cubicBezTo>
                  <a:cubicBezTo>
                    <a:pt x="55055" y="218980"/>
                    <a:pt x="60484" y="227076"/>
                    <a:pt x="63532" y="236315"/>
                  </a:cubicBezTo>
                  <a:cubicBezTo>
                    <a:pt x="66580" y="246031"/>
                    <a:pt x="67151" y="256032"/>
                    <a:pt x="67532" y="264795"/>
                  </a:cubicBezTo>
                  <a:cubicBezTo>
                    <a:pt x="67913" y="272891"/>
                    <a:pt x="68294" y="281940"/>
                    <a:pt x="70961" y="285560"/>
                  </a:cubicBezTo>
                  <a:cubicBezTo>
                    <a:pt x="73819" y="289274"/>
                    <a:pt x="82106" y="292513"/>
                    <a:pt x="90202" y="295275"/>
                  </a:cubicBezTo>
                  <a:cubicBezTo>
                    <a:pt x="98679" y="298228"/>
                    <a:pt x="108204" y="302038"/>
                    <a:pt x="116681" y="307753"/>
                  </a:cubicBezTo>
                  <a:cubicBezTo>
                    <a:pt x="124968" y="313658"/>
                    <a:pt x="131255" y="321373"/>
                    <a:pt x="136874" y="328327"/>
                  </a:cubicBezTo>
                  <a:cubicBezTo>
                    <a:pt x="142304" y="335090"/>
                    <a:pt x="148019" y="342138"/>
                    <a:pt x="152495" y="343376"/>
                  </a:cubicBezTo>
                  <a:cubicBezTo>
                    <a:pt x="153257" y="343567"/>
                    <a:pt x="154115" y="343757"/>
                    <a:pt x="155162" y="343757"/>
                  </a:cubicBezTo>
                  <a:cubicBezTo>
                    <a:pt x="159830" y="343757"/>
                    <a:pt x="166878" y="341948"/>
                    <a:pt x="173165" y="340233"/>
                  </a:cubicBezTo>
                  <a:cubicBezTo>
                    <a:pt x="182023" y="337852"/>
                    <a:pt x="192215" y="335280"/>
                    <a:pt x="202692" y="335280"/>
                  </a:cubicBezTo>
                  <a:cubicBezTo>
                    <a:pt x="213169" y="335280"/>
                    <a:pt x="223361" y="337852"/>
                    <a:pt x="232410" y="340233"/>
                  </a:cubicBezTo>
                  <a:cubicBezTo>
                    <a:pt x="238697" y="342043"/>
                    <a:pt x="245745" y="343757"/>
                    <a:pt x="250412" y="343757"/>
                  </a:cubicBezTo>
                  <a:cubicBezTo>
                    <a:pt x="251460" y="343757"/>
                    <a:pt x="252413" y="343757"/>
                    <a:pt x="253270" y="343376"/>
                  </a:cubicBezTo>
                  <a:cubicBezTo>
                    <a:pt x="257937" y="341948"/>
                    <a:pt x="263366" y="335090"/>
                    <a:pt x="268891" y="328327"/>
                  </a:cubicBezTo>
                  <a:cubicBezTo>
                    <a:pt x="274511" y="321373"/>
                    <a:pt x="280797" y="313754"/>
                    <a:pt x="289084" y="307753"/>
                  </a:cubicBezTo>
                  <a:cubicBezTo>
                    <a:pt x="297371" y="301847"/>
                    <a:pt x="306896" y="298228"/>
                    <a:pt x="315563" y="295275"/>
                  </a:cubicBezTo>
                  <a:cubicBezTo>
                    <a:pt x="323660" y="292322"/>
                    <a:pt x="332137" y="289370"/>
                    <a:pt x="334994" y="285560"/>
                  </a:cubicBezTo>
                  <a:cubicBezTo>
                    <a:pt x="337661" y="282035"/>
                    <a:pt x="338042" y="272891"/>
                    <a:pt x="338423" y="264795"/>
                  </a:cubicBezTo>
                  <a:cubicBezTo>
                    <a:pt x="338804" y="255937"/>
                    <a:pt x="339281" y="245840"/>
                    <a:pt x="342424" y="236315"/>
                  </a:cubicBezTo>
                  <a:cubicBezTo>
                    <a:pt x="345472" y="227076"/>
                    <a:pt x="351092" y="218694"/>
                    <a:pt x="355949" y="211646"/>
                  </a:cubicBezTo>
                  <a:cubicBezTo>
                    <a:pt x="360807" y="204311"/>
                    <a:pt x="365855" y="197072"/>
                    <a:pt x="365855" y="192119"/>
                  </a:cubicBezTo>
                  <a:cubicBezTo>
                    <a:pt x="365855" y="187166"/>
                    <a:pt x="360807" y="179642"/>
                    <a:pt x="355949" y="172593"/>
                  </a:cubicBezTo>
                  <a:cubicBezTo>
                    <a:pt x="350901" y="165449"/>
                    <a:pt x="345472" y="157163"/>
                    <a:pt x="342424" y="147923"/>
                  </a:cubicBezTo>
                  <a:cubicBezTo>
                    <a:pt x="339185" y="138398"/>
                    <a:pt x="338804" y="128206"/>
                    <a:pt x="338423" y="119443"/>
                  </a:cubicBezTo>
                  <a:cubicBezTo>
                    <a:pt x="338042" y="111347"/>
                    <a:pt x="337661" y="102299"/>
                    <a:pt x="334994" y="98679"/>
                  </a:cubicBezTo>
                  <a:cubicBezTo>
                    <a:pt x="332137" y="95155"/>
                    <a:pt x="323660" y="91726"/>
                    <a:pt x="315563" y="88964"/>
                  </a:cubicBezTo>
                  <a:cubicBezTo>
                    <a:pt x="307086" y="86011"/>
                    <a:pt x="297561" y="82201"/>
                    <a:pt x="289084" y="76486"/>
                  </a:cubicBezTo>
                  <a:cubicBezTo>
                    <a:pt x="280797" y="70580"/>
                    <a:pt x="274320" y="62865"/>
                    <a:pt x="268891" y="55912"/>
                  </a:cubicBezTo>
                  <a:cubicBezTo>
                    <a:pt x="263462" y="49149"/>
                    <a:pt x="257747" y="42291"/>
                    <a:pt x="253079" y="40862"/>
                  </a:cubicBezTo>
                  <a:cubicBezTo>
                    <a:pt x="252317" y="40672"/>
                    <a:pt x="251269" y="40481"/>
                    <a:pt x="250222" y="40481"/>
                  </a:cubicBezTo>
                  <a:cubicBezTo>
                    <a:pt x="245555" y="40481"/>
                    <a:pt x="238697" y="42291"/>
                    <a:pt x="232410" y="44006"/>
                  </a:cubicBezTo>
                  <a:cubicBezTo>
                    <a:pt x="223552" y="46387"/>
                    <a:pt x="213360" y="48959"/>
                    <a:pt x="202883" y="48959"/>
                  </a:cubicBezTo>
                  <a:cubicBezTo>
                    <a:pt x="192405" y="48959"/>
                    <a:pt x="182213" y="46387"/>
                    <a:pt x="173355" y="44006"/>
                  </a:cubicBezTo>
                  <a:cubicBezTo>
                    <a:pt x="167069" y="42196"/>
                    <a:pt x="160211" y="40481"/>
                    <a:pt x="155543" y="40481"/>
                  </a:cubicBezTo>
                  <a:close/>
                  <a:moveTo>
                    <a:pt x="155543" y="381"/>
                  </a:moveTo>
                  <a:cubicBezTo>
                    <a:pt x="165640" y="381"/>
                    <a:pt x="175355" y="2953"/>
                    <a:pt x="184309" y="5525"/>
                  </a:cubicBezTo>
                  <a:cubicBezTo>
                    <a:pt x="191357" y="7334"/>
                    <a:pt x="197834" y="9049"/>
                    <a:pt x="203168" y="9049"/>
                  </a:cubicBezTo>
                  <a:cubicBezTo>
                    <a:pt x="208502" y="9049"/>
                    <a:pt x="214884" y="7239"/>
                    <a:pt x="222028" y="5525"/>
                  </a:cubicBezTo>
                  <a:cubicBezTo>
                    <a:pt x="230886" y="3143"/>
                    <a:pt x="240602" y="381"/>
                    <a:pt x="250793" y="381"/>
                  </a:cubicBezTo>
                  <a:cubicBezTo>
                    <a:pt x="255841" y="381"/>
                    <a:pt x="261080" y="953"/>
                    <a:pt x="266414" y="2762"/>
                  </a:cubicBezTo>
                  <a:cubicBezTo>
                    <a:pt x="282797" y="7906"/>
                    <a:pt x="293084" y="20765"/>
                    <a:pt x="301371" y="31052"/>
                  </a:cubicBezTo>
                  <a:cubicBezTo>
                    <a:pt x="305657" y="36195"/>
                    <a:pt x="309848" y="41339"/>
                    <a:pt x="313754" y="44101"/>
                  </a:cubicBezTo>
                  <a:cubicBezTo>
                    <a:pt x="317564" y="46863"/>
                    <a:pt x="323850" y="49054"/>
                    <a:pt x="330518" y="51626"/>
                  </a:cubicBezTo>
                  <a:cubicBezTo>
                    <a:pt x="343091" y="56198"/>
                    <a:pt x="358426" y="61913"/>
                    <a:pt x="368522" y="75343"/>
                  </a:cubicBezTo>
                  <a:cubicBezTo>
                    <a:pt x="378428" y="88583"/>
                    <a:pt x="379000" y="104204"/>
                    <a:pt x="379857" y="117824"/>
                  </a:cubicBezTo>
                  <a:cubicBezTo>
                    <a:pt x="380048" y="124968"/>
                    <a:pt x="380429" y="131255"/>
                    <a:pt x="381857" y="136017"/>
                  </a:cubicBezTo>
                  <a:cubicBezTo>
                    <a:pt x="383286" y="140208"/>
                    <a:pt x="386906" y="145256"/>
                    <a:pt x="390525" y="151067"/>
                  </a:cubicBezTo>
                  <a:cubicBezTo>
                    <a:pt x="398050" y="161925"/>
                    <a:pt x="407289" y="175546"/>
                    <a:pt x="407289" y="192786"/>
                  </a:cubicBezTo>
                  <a:cubicBezTo>
                    <a:pt x="407289" y="210026"/>
                    <a:pt x="397955" y="223361"/>
                    <a:pt x="390525" y="234315"/>
                  </a:cubicBezTo>
                  <a:cubicBezTo>
                    <a:pt x="386906" y="240030"/>
                    <a:pt x="383286" y="245174"/>
                    <a:pt x="381857" y="249365"/>
                  </a:cubicBezTo>
                  <a:cubicBezTo>
                    <a:pt x="380238" y="253937"/>
                    <a:pt x="380048" y="260604"/>
                    <a:pt x="379857" y="267557"/>
                  </a:cubicBezTo>
                  <a:cubicBezTo>
                    <a:pt x="379286" y="281178"/>
                    <a:pt x="378428" y="296609"/>
                    <a:pt x="368522" y="309848"/>
                  </a:cubicBezTo>
                  <a:cubicBezTo>
                    <a:pt x="358616" y="323279"/>
                    <a:pt x="342995" y="328994"/>
                    <a:pt x="330518" y="333566"/>
                  </a:cubicBezTo>
                  <a:cubicBezTo>
                    <a:pt x="328136" y="334328"/>
                    <a:pt x="325660" y="335375"/>
                    <a:pt x="323469" y="336137"/>
                  </a:cubicBezTo>
                  <a:lnTo>
                    <a:pt x="372237" y="481108"/>
                  </a:lnTo>
                  <a:cubicBezTo>
                    <a:pt x="374904" y="489014"/>
                    <a:pt x="370427" y="497491"/>
                    <a:pt x="362331" y="500063"/>
                  </a:cubicBezTo>
                  <a:cubicBezTo>
                    <a:pt x="360902" y="500444"/>
                    <a:pt x="359664" y="500634"/>
                    <a:pt x="358331" y="500634"/>
                  </a:cubicBezTo>
                  <a:cubicBezTo>
                    <a:pt x="356521" y="500634"/>
                    <a:pt x="354902" y="500253"/>
                    <a:pt x="353282" y="499491"/>
                  </a:cubicBezTo>
                  <a:lnTo>
                    <a:pt x="303943" y="478536"/>
                  </a:lnTo>
                  <a:lnTo>
                    <a:pt x="276606" y="523780"/>
                  </a:lnTo>
                  <a:cubicBezTo>
                    <a:pt x="274987" y="526352"/>
                    <a:pt x="272606" y="528542"/>
                    <a:pt x="269558" y="529495"/>
                  </a:cubicBezTo>
                  <a:cubicBezTo>
                    <a:pt x="267938" y="529876"/>
                    <a:pt x="266319" y="530257"/>
                    <a:pt x="264509" y="530257"/>
                  </a:cubicBezTo>
                  <a:cubicBezTo>
                    <a:pt x="262033" y="530257"/>
                    <a:pt x="259842" y="529876"/>
                    <a:pt x="257842" y="528638"/>
                  </a:cubicBezTo>
                  <a:cubicBezTo>
                    <a:pt x="254222" y="526828"/>
                    <a:pt x="251365" y="523685"/>
                    <a:pt x="249936" y="519970"/>
                  </a:cubicBezTo>
                  <a:lnTo>
                    <a:pt x="204597" y="385667"/>
                  </a:lnTo>
                  <a:lnTo>
                    <a:pt x="159449" y="519970"/>
                  </a:lnTo>
                  <a:cubicBezTo>
                    <a:pt x="158210" y="523685"/>
                    <a:pt x="155448" y="526923"/>
                    <a:pt x="151543" y="528638"/>
                  </a:cubicBezTo>
                  <a:cubicBezTo>
                    <a:pt x="149543" y="529590"/>
                    <a:pt x="147066" y="530257"/>
                    <a:pt x="144875" y="530257"/>
                  </a:cubicBezTo>
                  <a:cubicBezTo>
                    <a:pt x="143066" y="530257"/>
                    <a:pt x="141637" y="530066"/>
                    <a:pt x="139827" y="529495"/>
                  </a:cubicBezTo>
                  <a:cubicBezTo>
                    <a:pt x="136779" y="528542"/>
                    <a:pt x="134207" y="526542"/>
                    <a:pt x="132779" y="523780"/>
                  </a:cubicBezTo>
                  <a:lnTo>
                    <a:pt x="105442" y="478536"/>
                  </a:lnTo>
                  <a:lnTo>
                    <a:pt x="56102" y="499491"/>
                  </a:lnTo>
                  <a:cubicBezTo>
                    <a:pt x="54483" y="500253"/>
                    <a:pt x="52673" y="500634"/>
                    <a:pt x="50864" y="500634"/>
                  </a:cubicBezTo>
                  <a:cubicBezTo>
                    <a:pt x="49625" y="500634"/>
                    <a:pt x="48197" y="500444"/>
                    <a:pt x="47054" y="500063"/>
                  </a:cubicBezTo>
                  <a:cubicBezTo>
                    <a:pt x="38957" y="497491"/>
                    <a:pt x="34481" y="489014"/>
                    <a:pt x="37148" y="481108"/>
                  </a:cubicBezTo>
                  <a:lnTo>
                    <a:pt x="85725" y="336899"/>
                  </a:lnTo>
                  <a:cubicBezTo>
                    <a:pt x="83058" y="335756"/>
                    <a:pt x="79820" y="334518"/>
                    <a:pt x="76581" y="333375"/>
                  </a:cubicBezTo>
                  <a:cubicBezTo>
                    <a:pt x="64008" y="328803"/>
                    <a:pt x="48673" y="323088"/>
                    <a:pt x="38767" y="309658"/>
                  </a:cubicBezTo>
                  <a:cubicBezTo>
                    <a:pt x="28861" y="296418"/>
                    <a:pt x="28289" y="280797"/>
                    <a:pt x="27432" y="267367"/>
                  </a:cubicBezTo>
                  <a:cubicBezTo>
                    <a:pt x="27051" y="260223"/>
                    <a:pt x="26861" y="253746"/>
                    <a:pt x="25432" y="249174"/>
                  </a:cubicBezTo>
                  <a:cubicBezTo>
                    <a:pt x="24003" y="244983"/>
                    <a:pt x="20384" y="239935"/>
                    <a:pt x="16764" y="234125"/>
                  </a:cubicBezTo>
                  <a:cubicBezTo>
                    <a:pt x="9239" y="223076"/>
                    <a:pt x="0" y="209455"/>
                    <a:pt x="0" y="192405"/>
                  </a:cubicBezTo>
                  <a:cubicBezTo>
                    <a:pt x="0" y="175355"/>
                    <a:pt x="9335" y="161830"/>
                    <a:pt x="16764" y="150686"/>
                  </a:cubicBezTo>
                  <a:cubicBezTo>
                    <a:pt x="20384" y="144971"/>
                    <a:pt x="24003" y="139827"/>
                    <a:pt x="25432" y="135636"/>
                  </a:cubicBezTo>
                  <a:cubicBezTo>
                    <a:pt x="26861" y="131064"/>
                    <a:pt x="27242" y="124397"/>
                    <a:pt x="27432" y="117443"/>
                  </a:cubicBezTo>
                  <a:cubicBezTo>
                    <a:pt x="28004" y="103823"/>
                    <a:pt x="28861" y="88392"/>
                    <a:pt x="38767" y="74962"/>
                  </a:cubicBezTo>
                  <a:cubicBezTo>
                    <a:pt x="48673" y="61532"/>
                    <a:pt x="64294" y="56007"/>
                    <a:pt x="76581" y="51245"/>
                  </a:cubicBezTo>
                  <a:cubicBezTo>
                    <a:pt x="83249" y="48673"/>
                    <a:pt x="89345" y="46482"/>
                    <a:pt x="93345" y="43720"/>
                  </a:cubicBezTo>
                  <a:cubicBezTo>
                    <a:pt x="97155" y="41148"/>
                    <a:pt x="101251" y="35814"/>
                    <a:pt x="105442" y="30671"/>
                  </a:cubicBezTo>
                  <a:cubicBezTo>
                    <a:pt x="113729" y="20384"/>
                    <a:pt x="124016" y="7525"/>
                    <a:pt x="140399" y="2381"/>
                  </a:cubicBezTo>
                  <a:cubicBezTo>
                    <a:pt x="145637" y="571"/>
                    <a:pt x="150876" y="0"/>
                    <a:pt x="156020" y="0"/>
                  </a:cubicBezTo>
                  <a:lnTo>
                    <a:pt x="155829" y="381"/>
                  </a:lnTo>
                  <a:lnTo>
                    <a:pt x="155543" y="38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29" name="Google Shape;3529;p97"/>
            <p:cNvSpPr/>
            <p:nvPr/>
          </p:nvSpPr>
          <p:spPr>
            <a:xfrm>
              <a:off x="6348754" y="4539249"/>
              <a:ext cx="173450" cy="115633"/>
            </a:xfrm>
            <a:custGeom>
              <a:avLst/>
              <a:gdLst/>
              <a:ahLst/>
              <a:cxnLst/>
              <a:rect l="l" t="t" r="r" b="b"/>
              <a:pathLst>
                <a:path w="173450" h="115633" extrusionOk="0">
                  <a:moveTo>
                    <a:pt x="150876" y="0"/>
                  </a:moveTo>
                  <a:lnTo>
                    <a:pt x="149257" y="1143"/>
                  </a:lnTo>
                  <a:lnTo>
                    <a:pt x="65056" y="76200"/>
                  </a:lnTo>
                  <a:lnTo>
                    <a:pt x="63817" y="76962"/>
                  </a:lnTo>
                  <a:lnTo>
                    <a:pt x="60198" y="77343"/>
                  </a:lnTo>
                  <a:lnTo>
                    <a:pt x="58579" y="76200"/>
                  </a:lnTo>
                  <a:lnTo>
                    <a:pt x="20764" y="47530"/>
                  </a:lnTo>
                  <a:lnTo>
                    <a:pt x="18764" y="46387"/>
                  </a:lnTo>
                  <a:lnTo>
                    <a:pt x="15145" y="46768"/>
                  </a:lnTo>
                  <a:lnTo>
                    <a:pt x="13526" y="48387"/>
                  </a:lnTo>
                  <a:lnTo>
                    <a:pt x="762" y="64198"/>
                  </a:lnTo>
                  <a:lnTo>
                    <a:pt x="0" y="65818"/>
                  </a:lnTo>
                  <a:lnTo>
                    <a:pt x="381" y="69342"/>
                  </a:lnTo>
                  <a:lnTo>
                    <a:pt x="1619" y="70771"/>
                  </a:lnTo>
                  <a:lnTo>
                    <a:pt x="51816" y="111633"/>
                  </a:lnTo>
                  <a:lnTo>
                    <a:pt x="54673" y="113633"/>
                  </a:lnTo>
                  <a:lnTo>
                    <a:pt x="60769" y="115633"/>
                  </a:lnTo>
                  <a:lnTo>
                    <a:pt x="66865" y="115633"/>
                  </a:lnTo>
                  <a:lnTo>
                    <a:pt x="72962" y="113252"/>
                  </a:lnTo>
                  <a:lnTo>
                    <a:pt x="75343" y="111252"/>
                  </a:lnTo>
                  <a:lnTo>
                    <a:pt x="172212" y="24098"/>
                  </a:lnTo>
                  <a:lnTo>
                    <a:pt x="173450" y="22479"/>
                  </a:lnTo>
                  <a:lnTo>
                    <a:pt x="173450" y="18574"/>
                  </a:lnTo>
                  <a:lnTo>
                    <a:pt x="172212" y="16954"/>
                  </a:lnTo>
                  <a:lnTo>
                    <a:pt x="156210" y="1143"/>
                  </a:lnTo>
                  <a:lnTo>
                    <a:pt x="154591" y="0"/>
                  </a:lnTo>
                  <a:lnTo>
                    <a:pt x="150876"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30" name="Google Shape;3530;p97"/>
          <p:cNvGrpSpPr/>
          <p:nvPr/>
        </p:nvGrpSpPr>
        <p:grpSpPr>
          <a:xfrm>
            <a:off x="6803914" y="1010679"/>
            <a:ext cx="268158" cy="294679"/>
            <a:chOff x="6469302" y="5866872"/>
            <a:chExt cx="476726" cy="523874"/>
          </a:xfrm>
        </p:grpSpPr>
        <p:sp>
          <p:nvSpPr>
            <p:cNvPr id="3531" name="Google Shape;3531;p97"/>
            <p:cNvSpPr/>
            <p:nvPr/>
          </p:nvSpPr>
          <p:spPr>
            <a:xfrm>
              <a:off x="6469302" y="5866872"/>
              <a:ext cx="476726" cy="523874"/>
            </a:xfrm>
            <a:custGeom>
              <a:avLst/>
              <a:gdLst/>
              <a:ahLst/>
              <a:cxnLst/>
              <a:rect l="l" t="t" r="r" b="b"/>
              <a:pathLst>
                <a:path w="476726" h="523874" extrusionOk="0">
                  <a:moveTo>
                    <a:pt x="434054" y="208693"/>
                  </a:moveTo>
                  <a:lnTo>
                    <a:pt x="427768" y="208693"/>
                  </a:lnTo>
                  <a:cubicBezTo>
                    <a:pt x="427768" y="208693"/>
                    <a:pt x="427768" y="208597"/>
                    <a:pt x="427768" y="208502"/>
                  </a:cubicBezTo>
                  <a:lnTo>
                    <a:pt x="427768" y="93440"/>
                  </a:lnTo>
                  <a:cubicBezTo>
                    <a:pt x="427768" y="87630"/>
                    <a:pt x="425387" y="82296"/>
                    <a:pt x="421577" y="78486"/>
                  </a:cubicBezTo>
                  <a:cubicBezTo>
                    <a:pt x="405765" y="26861"/>
                    <a:pt x="308801" y="0"/>
                    <a:pt x="212884" y="0"/>
                  </a:cubicBezTo>
                  <a:cubicBezTo>
                    <a:pt x="73152" y="0"/>
                    <a:pt x="0" y="47054"/>
                    <a:pt x="0" y="93536"/>
                  </a:cubicBezTo>
                  <a:lnTo>
                    <a:pt x="0" y="430435"/>
                  </a:lnTo>
                  <a:cubicBezTo>
                    <a:pt x="0" y="476917"/>
                    <a:pt x="73152" y="523875"/>
                    <a:pt x="212884" y="523875"/>
                  </a:cubicBezTo>
                  <a:cubicBezTo>
                    <a:pt x="352616" y="523875"/>
                    <a:pt x="425768" y="476822"/>
                    <a:pt x="425768" y="430435"/>
                  </a:cubicBezTo>
                  <a:lnTo>
                    <a:pt x="425768" y="406241"/>
                  </a:lnTo>
                  <a:lnTo>
                    <a:pt x="434150" y="406241"/>
                  </a:lnTo>
                  <a:cubicBezTo>
                    <a:pt x="457581" y="406241"/>
                    <a:pt x="476726" y="387191"/>
                    <a:pt x="476726" y="363665"/>
                  </a:cubicBezTo>
                  <a:lnTo>
                    <a:pt x="476726" y="251270"/>
                  </a:lnTo>
                  <a:cubicBezTo>
                    <a:pt x="476726" y="227838"/>
                    <a:pt x="457676" y="208693"/>
                    <a:pt x="434150" y="208693"/>
                  </a:cubicBezTo>
                  <a:close/>
                  <a:moveTo>
                    <a:pt x="212789" y="38100"/>
                  </a:moveTo>
                  <a:cubicBezTo>
                    <a:pt x="317564" y="38100"/>
                    <a:pt x="384620" y="70390"/>
                    <a:pt x="385572" y="92964"/>
                  </a:cubicBezTo>
                  <a:cubicBezTo>
                    <a:pt x="385572" y="93155"/>
                    <a:pt x="385572" y="93250"/>
                    <a:pt x="385572" y="93440"/>
                  </a:cubicBezTo>
                  <a:lnTo>
                    <a:pt x="385572" y="94202"/>
                  </a:lnTo>
                  <a:cubicBezTo>
                    <a:pt x="384048" y="116777"/>
                    <a:pt x="317183" y="148781"/>
                    <a:pt x="212789" y="148781"/>
                  </a:cubicBezTo>
                  <a:cubicBezTo>
                    <a:pt x="108395" y="148781"/>
                    <a:pt x="38005" y="115443"/>
                    <a:pt x="38005" y="93440"/>
                  </a:cubicBezTo>
                  <a:cubicBezTo>
                    <a:pt x="38005" y="71437"/>
                    <a:pt x="107728" y="38005"/>
                    <a:pt x="212789" y="38005"/>
                  </a:cubicBezTo>
                  <a:close/>
                  <a:moveTo>
                    <a:pt x="387572" y="430340"/>
                  </a:moveTo>
                  <a:cubicBezTo>
                    <a:pt x="387572" y="452342"/>
                    <a:pt x="317849" y="485680"/>
                    <a:pt x="212789" y="485680"/>
                  </a:cubicBezTo>
                  <a:cubicBezTo>
                    <a:pt x="107728" y="485680"/>
                    <a:pt x="38005" y="452342"/>
                    <a:pt x="38005" y="430340"/>
                  </a:cubicBezTo>
                  <a:lnTo>
                    <a:pt x="38005" y="148495"/>
                  </a:lnTo>
                  <a:cubicBezTo>
                    <a:pt x="72962" y="170974"/>
                    <a:pt x="131540" y="186881"/>
                    <a:pt x="212789" y="186881"/>
                  </a:cubicBezTo>
                  <a:cubicBezTo>
                    <a:pt x="278797" y="186881"/>
                    <a:pt x="345281" y="174117"/>
                    <a:pt x="385572" y="149352"/>
                  </a:cubicBezTo>
                  <a:lnTo>
                    <a:pt x="385572" y="208407"/>
                  </a:lnTo>
                  <a:cubicBezTo>
                    <a:pt x="385572" y="208407"/>
                    <a:pt x="385572" y="208502"/>
                    <a:pt x="385572" y="208597"/>
                  </a:cubicBezTo>
                  <a:lnTo>
                    <a:pt x="209264" y="208597"/>
                  </a:lnTo>
                  <a:cubicBezTo>
                    <a:pt x="185833" y="208597"/>
                    <a:pt x="166688" y="227647"/>
                    <a:pt x="166688" y="251174"/>
                  </a:cubicBezTo>
                  <a:lnTo>
                    <a:pt x="166688" y="363569"/>
                  </a:lnTo>
                  <a:cubicBezTo>
                    <a:pt x="166688" y="387001"/>
                    <a:pt x="185738" y="406146"/>
                    <a:pt x="209264" y="406146"/>
                  </a:cubicBezTo>
                  <a:lnTo>
                    <a:pt x="387572" y="406146"/>
                  </a:lnTo>
                  <a:lnTo>
                    <a:pt x="387572" y="430340"/>
                  </a:lnTo>
                  <a:close/>
                  <a:moveTo>
                    <a:pt x="452723" y="363665"/>
                  </a:moveTo>
                  <a:cubicBezTo>
                    <a:pt x="452723" y="374047"/>
                    <a:pt x="444341" y="382429"/>
                    <a:pt x="433959" y="382429"/>
                  </a:cubicBezTo>
                  <a:lnTo>
                    <a:pt x="209169" y="382429"/>
                  </a:lnTo>
                  <a:cubicBezTo>
                    <a:pt x="198787" y="382429"/>
                    <a:pt x="190405" y="374047"/>
                    <a:pt x="190405" y="363665"/>
                  </a:cubicBezTo>
                  <a:lnTo>
                    <a:pt x="190405" y="251270"/>
                  </a:lnTo>
                  <a:cubicBezTo>
                    <a:pt x="190405" y="240887"/>
                    <a:pt x="198787" y="232505"/>
                    <a:pt x="209169" y="232505"/>
                  </a:cubicBezTo>
                  <a:lnTo>
                    <a:pt x="433959" y="232505"/>
                  </a:lnTo>
                  <a:cubicBezTo>
                    <a:pt x="444341" y="232505"/>
                    <a:pt x="452723" y="240887"/>
                    <a:pt x="452723" y="251270"/>
                  </a:cubicBezTo>
                  <a:lnTo>
                    <a:pt x="452723" y="36366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32" name="Google Shape;3532;p97"/>
            <p:cNvSpPr/>
            <p:nvPr/>
          </p:nvSpPr>
          <p:spPr>
            <a:xfrm>
              <a:off x="6685138" y="6127476"/>
              <a:ext cx="60578" cy="90963"/>
            </a:xfrm>
            <a:custGeom>
              <a:avLst/>
              <a:gdLst/>
              <a:ahLst/>
              <a:cxnLst/>
              <a:rect l="l" t="t" r="r" b="b"/>
              <a:pathLst>
                <a:path w="60578" h="90963" extrusionOk="0">
                  <a:moveTo>
                    <a:pt x="33623" y="37433"/>
                  </a:moveTo>
                  <a:cubicBezTo>
                    <a:pt x="20384" y="33052"/>
                    <a:pt x="16764" y="30194"/>
                    <a:pt x="16764" y="24194"/>
                  </a:cubicBezTo>
                  <a:cubicBezTo>
                    <a:pt x="16764" y="17240"/>
                    <a:pt x="21717" y="13335"/>
                    <a:pt x="30385" y="13335"/>
                  </a:cubicBezTo>
                  <a:cubicBezTo>
                    <a:pt x="43053" y="13335"/>
                    <a:pt x="50578" y="20574"/>
                    <a:pt x="50578" y="20574"/>
                  </a:cubicBezTo>
                  <a:lnTo>
                    <a:pt x="58388" y="8858"/>
                  </a:lnTo>
                  <a:cubicBezTo>
                    <a:pt x="58388" y="8858"/>
                    <a:pt x="50387" y="0"/>
                    <a:pt x="30385" y="0"/>
                  </a:cubicBezTo>
                  <a:cubicBezTo>
                    <a:pt x="10382" y="0"/>
                    <a:pt x="762" y="9906"/>
                    <a:pt x="762" y="24860"/>
                  </a:cubicBezTo>
                  <a:cubicBezTo>
                    <a:pt x="762" y="38481"/>
                    <a:pt x="9049" y="45053"/>
                    <a:pt x="27146" y="50864"/>
                  </a:cubicBezTo>
                  <a:cubicBezTo>
                    <a:pt x="41529" y="55626"/>
                    <a:pt x="44387" y="58960"/>
                    <a:pt x="44387" y="65627"/>
                  </a:cubicBezTo>
                  <a:cubicBezTo>
                    <a:pt x="44387" y="72771"/>
                    <a:pt x="40195" y="77629"/>
                    <a:pt x="30194" y="77629"/>
                  </a:cubicBezTo>
                  <a:cubicBezTo>
                    <a:pt x="17240" y="77629"/>
                    <a:pt x="7810" y="69247"/>
                    <a:pt x="7810" y="69247"/>
                  </a:cubicBezTo>
                  <a:lnTo>
                    <a:pt x="0" y="80105"/>
                  </a:lnTo>
                  <a:cubicBezTo>
                    <a:pt x="0" y="80105"/>
                    <a:pt x="9906" y="90964"/>
                    <a:pt x="30670" y="90964"/>
                  </a:cubicBezTo>
                  <a:cubicBezTo>
                    <a:pt x="51435" y="90964"/>
                    <a:pt x="60579" y="79343"/>
                    <a:pt x="60579" y="64579"/>
                  </a:cubicBezTo>
                  <a:cubicBezTo>
                    <a:pt x="60579" y="51054"/>
                    <a:pt x="53150" y="43339"/>
                    <a:pt x="33623" y="3743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33" name="Google Shape;3533;p97"/>
            <p:cNvSpPr/>
            <p:nvPr/>
          </p:nvSpPr>
          <p:spPr>
            <a:xfrm>
              <a:off x="6753909" y="6127380"/>
              <a:ext cx="80391" cy="105441"/>
            </a:xfrm>
            <a:custGeom>
              <a:avLst/>
              <a:gdLst/>
              <a:ahLst/>
              <a:cxnLst/>
              <a:rect l="l" t="t" r="r" b="b"/>
              <a:pathLst>
                <a:path w="80391" h="105441" extrusionOk="0">
                  <a:moveTo>
                    <a:pt x="80296" y="45625"/>
                  </a:moveTo>
                  <a:cubicBezTo>
                    <a:pt x="80296" y="20193"/>
                    <a:pt x="64294" y="0"/>
                    <a:pt x="40100" y="0"/>
                  </a:cubicBezTo>
                  <a:cubicBezTo>
                    <a:pt x="15907" y="0"/>
                    <a:pt x="0" y="20193"/>
                    <a:pt x="0" y="45625"/>
                  </a:cubicBezTo>
                  <a:cubicBezTo>
                    <a:pt x="0" y="71057"/>
                    <a:pt x="16002" y="91059"/>
                    <a:pt x="40100" y="91059"/>
                  </a:cubicBezTo>
                  <a:cubicBezTo>
                    <a:pt x="42386" y="91059"/>
                    <a:pt x="44577" y="90868"/>
                    <a:pt x="46768" y="90488"/>
                  </a:cubicBezTo>
                  <a:lnTo>
                    <a:pt x="54483" y="105442"/>
                  </a:lnTo>
                  <a:lnTo>
                    <a:pt x="70485" y="105442"/>
                  </a:lnTo>
                  <a:lnTo>
                    <a:pt x="59912" y="85820"/>
                  </a:lnTo>
                  <a:cubicBezTo>
                    <a:pt x="72676" y="78105"/>
                    <a:pt x="80391" y="63056"/>
                    <a:pt x="80391" y="45625"/>
                  </a:cubicBezTo>
                  <a:close/>
                  <a:moveTo>
                    <a:pt x="40100" y="77153"/>
                  </a:moveTo>
                  <a:cubicBezTo>
                    <a:pt x="25146" y="77153"/>
                    <a:pt x="14859" y="63532"/>
                    <a:pt x="14859" y="45625"/>
                  </a:cubicBezTo>
                  <a:cubicBezTo>
                    <a:pt x="14859" y="27718"/>
                    <a:pt x="25146" y="13811"/>
                    <a:pt x="40100" y="13811"/>
                  </a:cubicBezTo>
                  <a:cubicBezTo>
                    <a:pt x="55055" y="13811"/>
                    <a:pt x="65532" y="27622"/>
                    <a:pt x="65532" y="45625"/>
                  </a:cubicBezTo>
                  <a:cubicBezTo>
                    <a:pt x="65532" y="63627"/>
                    <a:pt x="55055" y="77153"/>
                    <a:pt x="40100" y="7715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34" name="Google Shape;3534;p97"/>
            <p:cNvSpPr/>
            <p:nvPr/>
          </p:nvSpPr>
          <p:spPr>
            <a:xfrm>
              <a:off x="6844016" y="6129381"/>
              <a:ext cx="52768" cy="87058"/>
            </a:xfrm>
            <a:custGeom>
              <a:avLst/>
              <a:gdLst/>
              <a:ahLst/>
              <a:cxnLst/>
              <a:rect l="l" t="t" r="r" b="b"/>
              <a:pathLst>
                <a:path w="52768" h="87058" extrusionOk="0">
                  <a:moveTo>
                    <a:pt x="14383" y="0"/>
                  </a:moveTo>
                  <a:lnTo>
                    <a:pt x="0" y="0"/>
                  </a:lnTo>
                  <a:lnTo>
                    <a:pt x="0" y="87058"/>
                  </a:lnTo>
                  <a:lnTo>
                    <a:pt x="52768" y="87058"/>
                  </a:lnTo>
                  <a:lnTo>
                    <a:pt x="52768" y="74295"/>
                  </a:lnTo>
                  <a:lnTo>
                    <a:pt x="14383" y="74295"/>
                  </a:lnTo>
                  <a:lnTo>
                    <a:pt x="14383"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35" name="Google Shape;3535;p97"/>
          <p:cNvGrpSpPr/>
          <p:nvPr/>
        </p:nvGrpSpPr>
        <p:grpSpPr>
          <a:xfrm>
            <a:off x="6828368" y="4104453"/>
            <a:ext cx="219295" cy="294680"/>
            <a:chOff x="10414107" y="5527071"/>
            <a:chExt cx="389858" cy="523875"/>
          </a:xfrm>
        </p:grpSpPr>
        <p:sp>
          <p:nvSpPr>
            <p:cNvPr id="3536" name="Google Shape;3536;p97"/>
            <p:cNvSpPr/>
            <p:nvPr/>
          </p:nvSpPr>
          <p:spPr>
            <a:xfrm>
              <a:off x="10414107" y="5527071"/>
              <a:ext cx="389858" cy="523875"/>
            </a:xfrm>
            <a:custGeom>
              <a:avLst/>
              <a:gdLst/>
              <a:ahLst/>
              <a:cxnLst/>
              <a:rect l="l" t="t" r="r" b="b"/>
              <a:pathLst>
                <a:path w="389858" h="523875" extrusionOk="0">
                  <a:moveTo>
                    <a:pt x="370808" y="0"/>
                  </a:moveTo>
                  <a:lnTo>
                    <a:pt x="125635" y="0"/>
                  </a:lnTo>
                  <a:cubicBezTo>
                    <a:pt x="120301" y="0"/>
                    <a:pt x="115157" y="2286"/>
                    <a:pt x="111538" y="6191"/>
                  </a:cubicBezTo>
                  <a:lnTo>
                    <a:pt x="4953" y="123063"/>
                  </a:lnTo>
                  <a:cubicBezTo>
                    <a:pt x="1714" y="126587"/>
                    <a:pt x="0" y="131159"/>
                    <a:pt x="0" y="135922"/>
                  </a:cubicBezTo>
                  <a:lnTo>
                    <a:pt x="0" y="504825"/>
                  </a:lnTo>
                  <a:cubicBezTo>
                    <a:pt x="0" y="515303"/>
                    <a:pt x="8572" y="523875"/>
                    <a:pt x="19050" y="523875"/>
                  </a:cubicBezTo>
                  <a:lnTo>
                    <a:pt x="370808" y="523875"/>
                  </a:lnTo>
                  <a:cubicBezTo>
                    <a:pt x="381286" y="523875"/>
                    <a:pt x="389858" y="515303"/>
                    <a:pt x="389858" y="504825"/>
                  </a:cubicBezTo>
                  <a:lnTo>
                    <a:pt x="389858" y="19050"/>
                  </a:lnTo>
                  <a:cubicBezTo>
                    <a:pt x="389858" y="8573"/>
                    <a:pt x="381286" y="0"/>
                    <a:pt x="370808" y="0"/>
                  </a:cubicBezTo>
                  <a:close/>
                  <a:moveTo>
                    <a:pt x="104299" y="70676"/>
                  </a:moveTo>
                  <a:lnTo>
                    <a:pt x="104299" y="121063"/>
                  </a:lnTo>
                  <a:lnTo>
                    <a:pt x="58388" y="121063"/>
                  </a:lnTo>
                  <a:lnTo>
                    <a:pt x="104299" y="70676"/>
                  </a:lnTo>
                  <a:close/>
                  <a:moveTo>
                    <a:pt x="351758" y="485775"/>
                  </a:moveTo>
                  <a:lnTo>
                    <a:pt x="38100" y="485775"/>
                  </a:lnTo>
                  <a:lnTo>
                    <a:pt x="38100" y="159163"/>
                  </a:lnTo>
                  <a:lnTo>
                    <a:pt x="123349" y="159163"/>
                  </a:lnTo>
                  <a:cubicBezTo>
                    <a:pt x="133826" y="159163"/>
                    <a:pt x="142399" y="150590"/>
                    <a:pt x="142399" y="140113"/>
                  </a:cubicBezTo>
                  <a:lnTo>
                    <a:pt x="142399" y="38100"/>
                  </a:lnTo>
                  <a:lnTo>
                    <a:pt x="351758" y="38100"/>
                  </a:lnTo>
                  <a:lnTo>
                    <a:pt x="351758" y="4857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37" name="Google Shape;3537;p97"/>
            <p:cNvSpPr/>
            <p:nvPr/>
          </p:nvSpPr>
          <p:spPr>
            <a:xfrm>
              <a:off x="10495926" y="5732430"/>
              <a:ext cx="226504" cy="234219"/>
            </a:xfrm>
            <a:custGeom>
              <a:avLst/>
              <a:gdLst/>
              <a:ahLst/>
              <a:cxnLst/>
              <a:rect l="l" t="t" r="r" b="b"/>
              <a:pathLst>
                <a:path w="226504" h="234219" extrusionOk="0">
                  <a:moveTo>
                    <a:pt x="213932" y="0"/>
                  </a:moveTo>
                  <a:lnTo>
                    <a:pt x="12382" y="0"/>
                  </a:lnTo>
                  <a:cubicBezTo>
                    <a:pt x="8858" y="0"/>
                    <a:pt x="5715" y="1619"/>
                    <a:pt x="3619" y="4096"/>
                  </a:cubicBezTo>
                  <a:cubicBezTo>
                    <a:pt x="1333" y="6286"/>
                    <a:pt x="0" y="9239"/>
                    <a:pt x="0" y="12668"/>
                  </a:cubicBezTo>
                  <a:lnTo>
                    <a:pt x="0" y="222314"/>
                  </a:lnTo>
                  <a:cubicBezTo>
                    <a:pt x="0" y="228886"/>
                    <a:pt x="5334" y="234220"/>
                    <a:pt x="11906" y="234220"/>
                  </a:cubicBezTo>
                  <a:lnTo>
                    <a:pt x="214598" y="234220"/>
                  </a:lnTo>
                  <a:cubicBezTo>
                    <a:pt x="221171" y="234220"/>
                    <a:pt x="226505" y="228886"/>
                    <a:pt x="226505" y="222314"/>
                  </a:cubicBezTo>
                  <a:lnTo>
                    <a:pt x="226505" y="12668"/>
                  </a:lnTo>
                  <a:cubicBezTo>
                    <a:pt x="226505" y="9335"/>
                    <a:pt x="225076" y="6286"/>
                    <a:pt x="222790" y="4096"/>
                  </a:cubicBezTo>
                  <a:cubicBezTo>
                    <a:pt x="220599" y="1619"/>
                    <a:pt x="217551" y="0"/>
                    <a:pt x="214027" y="0"/>
                  </a:cubicBezTo>
                  <a:close/>
                  <a:moveTo>
                    <a:pt x="202597" y="93916"/>
                  </a:moveTo>
                  <a:lnTo>
                    <a:pt x="125063" y="93916"/>
                  </a:lnTo>
                  <a:lnTo>
                    <a:pt x="125063" y="60674"/>
                  </a:lnTo>
                  <a:lnTo>
                    <a:pt x="202597" y="60674"/>
                  </a:lnTo>
                  <a:lnTo>
                    <a:pt x="202597" y="93916"/>
                  </a:lnTo>
                  <a:close/>
                  <a:moveTo>
                    <a:pt x="101251" y="60674"/>
                  </a:moveTo>
                  <a:lnTo>
                    <a:pt x="101251" y="93916"/>
                  </a:lnTo>
                  <a:lnTo>
                    <a:pt x="23717" y="93916"/>
                  </a:lnTo>
                  <a:lnTo>
                    <a:pt x="23717" y="60674"/>
                  </a:lnTo>
                  <a:lnTo>
                    <a:pt x="101251" y="60674"/>
                  </a:lnTo>
                  <a:close/>
                  <a:moveTo>
                    <a:pt x="23717" y="117729"/>
                  </a:moveTo>
                  <a:lnTo>
                    <a:pt x="101251" y="117729"/>
                  </a:lnTo>
                  <a:lnTo>
                    <a:pt x="101251" y="151066"/>
                  </a:lnTo>
                  <a:lnTo>
                    <a:pt x="23717" y="151066"/>
                  </a:lnTo>
                  <a:lnTo>
                    <a:pt x="23717" y="117729"/>
                  </a:lnTo>
                  <a:close/>
                  <a:moveTo>
                    <a:pt x="125063" y="117729"/>
                  </a:moveTo>
                  <a:lnTo>
                    <a:pt x="202597" y="117729"/>
                  </a:lnTo>
                  <a:lnTo>
                    <a:pt x="202597" y="151066"/>
                  </a:lnTo>
                  <a:lnTo>
                    <a:pt x="125063" y="151066"/>
                  </a:lnTo>
                  <a:lnTo>
                    <a:pt x="125063" y="117729"/>
                  </a:lnTo>
                  <a:close/>
                  <a:moveTo>
                    <a:pt x="23717" y="174879"/>
                  </a:moveTo>
                  <a:lnTo>
                    <a:pt x="101251" y="174879"/>
                  </a:lnTo>
                  <a:lnTo>
                    <a:pt x="101251" y="210312"/>
                  </a:lnTo>
                  <a:lnTo>
                    <a:pt x="23717" y="210312"/>
                  </a:lnTo>
                  <a:lnTo>
                    <a:pt x="23717" y="174879"/>
                  </a:lnTo>
                  <a:close/>
                  <a:moveTo>
                    <a:pt x="125063" y="210312"/>
                  </a:moveTo>
                  <a:lnTo>
                    <a:pt x="125063" y="174879"/>
                  </a:lnTo>
                  <a:lnTo>
                    <a:pt x="202597" y="174879"/>
                  </a:lnTo>
                  <a:lnTo>
                    <a:pt x="202597" y="210312"/>
                  </a:lnTo>
                  <a:lnTo>
                    <a:pt x="125063" y="21031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38" name="Google Shape;3538;p97"/>
          <p:cNvGrpSpPr/>
          <p:nvPr/>
        </p:nvGrpSpPr>
        <p:grpSpPr>
          <a:xfrm>
            <a:off x="7583884" y="4124529"/>
            <a:ext cx="293822" cy="245923"/>
            <a:chOff x="8525129" y="4658538"/>
            <a:chExt cx="522350" cy="437197"/>
          </a:xfrm>
        </p:grpSpPr>
        <p:sp>
          <p:nvSpPr>
            <p:cNvPr id="3539" name="Google Shape;3539;p97"/>
            <p:cNvSpPr/>
            <p:nvPr/>
          </p:nvSpPr>
          <p:spPr>
            <a:xfrm>
              <a:off x="8599614" y="4810272"/>
              <a:ext cx="372427" cy="218694"/>
            </a:xfrm>
            <a:custGeom>
              <a:avLst/>
              <a:gdLst/>
              <a:ahLst/>
              <a:cxnLst/>
              <a:rect l="l" t="t" r="r" b="b"/>
              <a:pathLst>
                <a:path w="372427" h="218694" extrusionOk="0">
                  <a:moveTo>
                    <a:pt x="360521" y="0"/>
                  </a:moveTo>
                  <a:lnTo>
                    <a:pt x="11906" y="0"/>
                  </a:lnTo>
                  <a:cubicBezTo>
                    <a:pt x="5334" y="0"/>
                    <a:pt x="0" y="5334"/>
                    <a:pt x="0" y="11906"/>
                  </a:cubicBezTo>
                  <a:lnTo>
                    <a:pt x="0" y="206788"/>
                  </a:lnTo>
                  <a:cubicBezTo>
                    <a:pt x="0" y="213360"/>
                    <a:pt x="5334" y="218694"/>
                    <a:pt x="11906" y="218694"/>
                  </a:cubicBezTo>
                  <a:lnTo>
                    <a:pt x="360521" y="218694"/>
                  </a:lnTo>
                  <a:cubicBezTo>
                    <a:pt x="367094" y="218694"/>
                    <a:pt x="372428" y="213360"/>
                    <a:pt x="372428" y="206788"/>
                  </a:cubicBezTo>
                  <a:lnTo>
                    <a:pt x="372428" y="11906"/>
                  </a:lnTo>
                  <a:cubicBezTo>
                    <a:pt x="372428" y="5334"/>
                    <a:pt x="367094" y="0"/>
                    <a:pt x="360521" y="0"/>
                  </a:cubicBezTo>
                  <a:close/>
                  <a:moveTo>
                    <a:pt x="139827" y="137446"/>
                  </a:moveTo>
                  <a:lnTo>
                    <a:pt x="139827" y="107252"/>
                  </a:lnTo>
                  <a:lnTo>
                    <a:pt x="232696" y="107252"/>
                  </a:lnTo>
                  <a:lnTo>
                    <a:pt x="232696" y="137446"/>
                  </a:lnTo>
                  <a:lnTo>
                    <a:pt x="139827" y="137446"/>
                  </a:lnTo>
                  <a:close/>
                  <a:moveTo>
                    <a:pt x="232696" y="161258"/>
                  </a:moveTo>
                  <a:lnTo>
                    <a:pt x="232696" y="194977"/>
                  </a:lnTo>
                  <a:lnTo>
                    <a:pt x="139827" y="194977"/>
                  </a:lnTo>
                  <a:lnTo>
                    <a:pt x="139827" y="161258"/>
                  </a:lnTo>
                  <a:lnTo>
                    <a:pt x="232696" y="161258"/>
                  </a:lnTo>
                  <a:close/>
                  <a:moveTo>
                    <a:pt x="348615" y="83439"/>
                  </a:moveTo>
                  <a:lnTo>
                    <a:pt x="256413" y="83439"/>
                  </a:lnTo>
                  <a:lnTo>
                    <a:pt x="256413" y="52483"/>
                  </a:lnTo>
                  <a:lnTo>
                    <a:pt x="348615" y="52483"/>
                  </a:lnTo>
                  <a:lnTo>
                    <a:pt x="348615" y="83439"/>
                  </a:lnTo>
                  <a:close/>
                  <a:moveTo>
                    <a:pt x="232696" y="52483"/>
                  </a:moveTo>
                  <a:lnTo>
                    <a:pt x="232696" y="83439"/>
                  </a:lnTo>
                  <a:lnTo>
                    <a:pt x="139827" y="83439"/>
                  </a:lnTo>
                  <a:lnTo>
                    <a:pt x="139827" y="52483"/>
                  </a:lnTo>
                  <a:lnTo>
                    <a:pt x="232696" y="52483"/>
                  </a:lnTo>
                  <a:close/>
                  <a:moveTo>
                    <a:pt x="116014" y="52483"/>
                  </a:moveTo>
                  <a:lnTo>
                    <a:pt x="116014" y="83439"/>
                  </a:lnTo>
                  <a:lnTo>
                    <a:pt x="23813" y="83439"/>
                  </a:lnTo>
                  <a:lnTo>
                    <a:pt x="23813" y="52483"/>
                  </a:lnTo>
                  <a:lnTo>
                    <a:pt x="116014" y="52483"/>
                  </a:lnTo>
                  <a:close/>
                  <a:moveTo>
                    <a:pt x="23813" y="107252"/>
                  </a:moveTo>
                  <a:lnTo>
                    <a:pt x="116014" y="107252"/>
                  </a:lnTo>
                  <a:lnTo>
                    <a:pt x="116014" y="137446"/>
                  </a:lnTo>
                  <a:lnTo>
                    <a:pt x="23813" y="137446"/>
                  </a:lnTo>
                  <a:lnTo>
                    <a:pt x="23813" y="107252"/>
                  </a:lnTo>
                  <a:close/>
                  <a:moveTo>
                    <a:pt x="256508" y="107252"/>
                  </a:moveTo>
                  <a:lnTo>
                    <a:pt x="348710" y="107252"/>
                  </a:lnTo>
                  <a:lnTo>
                    <a:pt x="348710" y="137446"/>
                  </a:lnTo>
                  <a:lnTo>
                    <a:pt x="256508" y="137446"/>
                  </a:lnTo>
                  <a:lnTo>
                    <a:pt x="256508" y="107252"/>
                  </a:lnTo>
                  <a:close/>
                  <a:moveTo>
                    <a:pt x="23813" y="161258"/>
                  </a:moveTo>
                  <a:lnTo>
                    <a:pt x="116014" y="161258"/>
                  </a:lnTo>
                  <a:lnTo>
                    <a:pt x="116014" y="194977"/>
                  </a:lnTo>
                  <a:lnTo>
                    <a:pt x="23813" y="194977"/>
                  </a:lnTo>
                  <a:lnTo>
                    <a:pt x="23813" y="161258"/>
                  </a:lnTo>
                  <a:close/>
                  <a:moveTo>
                    <a:pt x="256508" y="194977"/>
                  </a:moveTo>
                  <a:lnTo>
                    <a:pt x="256508" y="161258"/>
                  </a:lnTo>
                  <a:lnTo>
                    <a:pt x="348710" y="161258"/>
                  </a:lnTo>
                  <a:lnTo>
                    <a:pt x="348710" y="194977"/>
                  </a:lnTo>
                  <a:lnTo>
                    <a:pt x="256508" y="19497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40" name="Google Shape;3540;p97"/>
            <p:cNvSpPr/>
            <p:nvPr/>
          </p:nvSpPr>
          <p:spPr>
            <a:xfrm>
              <a:off x="8587327" y="4713498"/>
              <a:ext cx="24002" cy="24003"/>
            </a:xfrm>
            <a:custGeom>
              <a:avLst/>
              <a:gdLst/>
              <a:ahLst/>
              <a:cxnLst/>
              <a:rect l="l" t="t" r="r" b="b"/>
              <a:pathLst>
                <a:path w="24002" h="24003" extrusionOk="0">
                  <a:moveTo>
                    <a:pt x="12001" y="24003"/>
                  </a:moveTo>
                  <a:cubicBezTo>
                    <a:pt x="18669" y="24003"/>
                    <a:pt x="24003" y="18574"/>
                    <a:pt x="24003" y="12002"/>
                  </a:cubicBezTo>
                  <a:cubicBezTo>
                    <a:pt x="24003" y="5429"/>
                    <a:pt x="18669" y="0"/>
                    <a:pt x="12001" y="0"/>
                  </a:cubicBezTo>
                  <a:cubicBezTo>
                    <a:pt x="5334" y="0"/>
                    <a:pt x="0" y="5429"/>
                    <a:pt x="0" y="12002"/>
                  </a:cubicBezTo>
                  <a:cubicBezTo>
                    <a:pt x="0" y="18574"/>
                    <a:pt x="5429" y="24003"/>
                    <a:pt x="12001" y="2400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41" name="Google Shape;3541;p97"/>
            <p:cNvSpPr/>
            <p:nvPr/>
          </p:nvSpPr>
          <p:spPr>
            <a:xfrm>
              <a:off x="8635523" y="4713498"/>
              <a:ext cx="24003" cy="24003"/>
            </a:xfrm>
            <a:custGeom>
              <a:avLst/>
              <a:gdLst/>
              <a:ahLst/>
              <a:cxnLst/>
              <a:rect l="l" t="t" r="r" b="b"/>
              <a:pathLst>
                <a:path w="24003" h="24003" extrusionOk="0">
                  <a:moveTo>
                    <a:pt x="12002" y="24003"/>
                  </a:moveTo>
                  <a:cubicBezTo>
                    <a:pt x="18669" y="24003"/>
                    <a:pt x="24003" y="18574"/>
                    <a:pt x="24003" y="12002"/>
                  </a:cubicBezTo>
                  <a:cubicBezTo>
                    <a:pt x="24003" y="5429"/>
                    <a:pt x="18669" y="0"/>
                    <a:pt x="12002" y="0"/>
                  </a:cubicBezTo>
                  <a:cubicBezTo>
                    <a:pt x="5334" y="0"/>
                    <a:pt x="0" y="5429"/>
                    <a:pt x="0" y="12002"/>
                  </a:cubicBezTo>
                  <a:cubicBezTo>
                    <a:pt x="0" y="18574"/>
                    <a:pt x="5429" y="24003"/>
                    <a:pt x="12002" y="2400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42" name="Google Shape;3542;p97"/>
            <p:cNvSpPr/>
            <p:nvPr/>
          </p:nvSpPr>
          <p:spPr>
            <a:xfrm>
              <a:off x="8683625" y="4713498"/>
              <a:ext cx="24003" cy="24003"/>
            </a:xfrm>
            <a:custGeom>
              <a:avLst/>
              <a:gdLst/>
              <a:ahLst/>
              <a:cxnLst/>
              <a:rect l="l" t="t" r="r" b="b"/>
              <a:pathLst>
                <a:path w="24003" h="24003" extrusionOk="0">
                  <a:moveTo>
                    <a:pt x="12002" y="24003"/>
                  </a:moveTo>
                  <a:cubicBezTo>
                    <a:pt x="18669" y="24003"/>
                    <a:pt x="24003" y="18574"/>
                    <a:pt x="24003" y="12002"/>
                  </a:cubicBezTo>
                  <a:cubicBezTo>
                    <a:pt x="24003" y="5429"/>
                    <a:pt x="18669" y="0"/>
                    <a:pt x="12002" y="0"/>
                  </a:cubicBezTo>
                  <a:cubicBezTo>
                    <a:pt x="5334" y="0"/>
                    <a:pt x="0" y="5429"/>
                    <a:pt x="0" y="12002"/>
                  </a:cubicBezTo>
                  <a:cubicBezTo>
                    <a:pt x="0" y="18574"/>
                    <a:pt x="5429" y="24003"/>
                    <a:pt x="12002" y="2400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43" name="Google Shape;3543;p97"/>
            <p:cNvSpPr/>
            <p:nvPr/>
          </p:nvSpPr>
          <p:spPr>
            <a:xfrm>
              <a:off x="8525129" y="4658538"/>
              <a:ext cx="522350" cy="437197"/>
            </a:xfrm>
            <a:custGeom>
              <a:avLst/>
              <a:gdLst/>
              <a:ahLst/>
              <a:cxnLst/>
              <a:rect l="l" t="t" r="r" b="b"/>
              <a:pathLst>
                <a:path w="522350" h="437197" extrusionOk="0">
                  <a:moveTo>
                    <a:pt x="503301" y="0"/>
                  </a:moveTo>
                  <a:lnTo>
                    <a:pt x="19050" y="0"/>
                  </a:lnTo>
                  <a:cubicBezTo>
                    <a:pt x="8572" y="0"/>
                    <a:pt x="0" y="8572"/>
                    <a:pt x="0" y="19050"/>
                  </a:cubicBezTo>
                  <a:lnTo>
                    <a:pt x="0" y="418148"/>
                  </a:lnTo>
                  <a:cubicBezTo>
                    <a:pt x="0" y="428625"/>
                    <a:pt x="8572" y="437198"/>
                    <a:pt x="19050" y="437198"/>
                  </a:cubicBezTo>
                  <a:lnTo>
                    <a:pt x="503301" y="437198"/>
                  </a:lnTo>
                  <a:cubicBezTo>
                    <a:pt x="513778" y="437198"/>
                    <a:pt x="522351" y="428625"/>
                    <a:pt x="522351" y="418148"/>
                  </a:cubicBezTo>
                  <a:lnTo>
                    <a:pt x="522351" y="19050"/>
                  </a:lnTo>
                  <a:cubicBezTo>
                    <a:pt x="522351" y="8572"/>
                    <a:pt x="513778" y="0"/>
                    <a:pt x="503301" y="0"/>
                  </a:cubicBezTo>
                  <a:close/>
                  <a:moveTo>
                    <a:pt x="484251" y="38100"/>
                  </a:moveTo>
                  <a:lnTo>
                    <a:pt x="484251" y="96583"/>
                  </a:lnTo>
                  <a:lnTo>
                    <a:pt x="38100" y="96583"/>
                  </a:lnTo>
                  <a:lnTo>
                    <a:pt x="38100" y="38100"/>
                  </a:lnTo>
                  <a:lnTo>
                    <a:pt x="484251" y="38100"/>
                  </a:lnTo>
                  <a:close/>
                  <a:moveTo>
                    <a:pt x="38100" y="399098"/>
                  </a:moveTo>
                  <a:lnTo>
                    <a:pt x="38100" y="120396"/>
                  </a:lnTo>
                  <a:lnTo>
                    <a:pt x="484251" y="120396"/>
                  </a:lnTo>
                  <a:lnTo>
                    <a:pt x="484251" y="399098"/>
                  </a:lnTo>
                  <a:lnTo>
                    <a:pt x="38100" y="39909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44" name="Google Shape;3544;p97"/>
          <p:cNvGrpSpPr/>
          <p:nvPr/>
        </p:nvGrpSpPr>
        <p:grpSpPr>
          <a:xfrm>
            <a:off x="7582616" y="1766432"/>
            <a:ext cx="295121" cy="295186"/>
            <a:chOff x="11006788" y="4909843"/>
            <a:chExt cx="524659" cy="524775"/>
          </a:xfrm>
        </p:grpSpPr>
        <p:sp>
          <p:nvSpPr>
            <p:cNvPr id="3545" name="Google Shape;3545;p97"/>
            <p:cNvSpPr/>
            <p:nvPr/>
          </p:nvSpPr>
          <p:spPr>
            <a:xfrm>
              <a:off x="11006788" y="4909843"/>
              <a:ext cx="524659" cy="524775"/>
            </a:xfrm>
            <a:custGeom>
              <a:avLst/>
              <a:gdLst/>
              <a:ahLst/>
              <a:cxnLst/>
              <a:rect l="l" t="t" r="r" b="b"/>
              <a:pathLst>
                <a:path w="524659" h="524775" extrusionOk="0">
                  <a:moveTo>
                    <a:pt x="511325" y="265981"/>
                  </a:moveTo>
                  <a:lnTo>
                    <a:pt x="258722" y="13473"/>
                  </a:lnTo>
                  <a:cubicBezTo>
                    <a:pt x="249292" y="4043"/>
                    <a:pt x="236243" y="-910"/>
                    <a:pt x="222908" y="138"/>
                  </a:cubicBezTo>
                  <a:lnTo>
                    <a:pt x="54887" y="12425"/>
                  </a:lnTo>
                  <a:cubicBezTo>
                    <a:pt x="32312" y="14045"/>
                    <a:pt x="14024" y="32333"/>
                    <a:pt x="12405" y="54907"/>
                  </a:cubicBezTo>
                  <a:lnTo>
                    <a:pt x="118" y="222928"/>
                  </a:lnTo>
                  <a:cubicBezTo>
                    <a:pt x="-835" y="236263"/>
                    <a:pt x="4023" y="249312"/>
                    <a:pt x="13453" y="258742"/>
                  </a:cubicBezTo>
                  <a:lnTo>
                    <a:pt x="266056" y="511345"/>
                  </a:lnTo>
                  <a:cubicBezTo>
                    <a:pt x="274724" y="520013"/>
                    <a:pt x="286249" y="524775"/>
                    <a:pt x="298536" y="524775"/>
                  </a:cubicBezTo>
                  <a:cubicBezTo>
                    <a:pt x="310823" y="524775"/>
                    <a:pt x="322349" y="520013"/>
                    <a:pt x="331016" y="511345"/>
                  </a:cubicBezTo>
                  <a:lnTo>
                    <a:pt x="511229" y="331132"/>
                  </a:lnTo>
                  <a:cubicBezTo>
                    <a:pt x="519897" y="322464"/>
                    <a:pt x="524660" y="310939"/>
                    <a:pt x="524660" y="298652"/>
                  </a:cubicBezTo>
                  <a:cubicBezTo>
                    <a:pt x="524660" y="286365"/>
                    <a:pt x="519897" y="274839"/>
                    <a:pt x="511229" y="266171"/>
                  </a:cubicBezTo>
                  <a:close/>
                  <a:moveTo>
                    <a:pt x="484369" y="304081"/>
                  </a:moveTo>
                  <a:lnTo>
                    <a:pt x="484369" y="304081"/>
                  </a:lnTo>
                  <a:cubicBezTo>
                    <a:pt x="484369" y="304081"/>
                    <a:pt x="304156" y="484294"/>
                    <a:pt x="304156" y="484294"/>
                  </a:cubicBezTo>
                  <a:cubicBezTo>
                    <a:pt x="302156" y="486294"/>
                    <a:pt x="299774" y="486580"/>
                    <a:pt x="298631" y="486580"/>
                  </a:cubicBezTo>
                  <a:cubicBezTo>
                    <a:pt x="297488" y="486580"/>
                    <a:pt x="295107" y="486294"/>
                    <a:pt x="293107" y="484294"/>
                  </a:cubicBezTo>
                  <a:lnTo>
                    <a:pt x="40313" y="231786"/>
                  </a:lnTo>
                  <a:cubicBezTo>
                    <a:pt x="38694" y="230167"/>
                    <a:pt x="37837" y="227976"/>
                    <a:pt x="38027" y="225690"/>
                  </a:cubicBezTo>
                  <a:lnTo>
                    <a:pt x="50315" y="57669"/>
                  </a:lnTo>
                  <a:cubicBezTo>
                    <a:pt x="50600" y="53764"/>
                    <a:pt x="53744" y="50621"/>
                    <a:pt x="57554" y="50335"/>
                  </a:cubicBezTo>
                  <a:lnTo>
                    <a:pt x="225575" y="38048"/>
                  </a:lnTo>
                  <a:cubicBezTo>
                    <a:pt x="225575" y="38048"/>
                    <a:pt x="225956" y="38048"/>
                    <a:pt x="226146" y="38048"/>
                  </a:cubicBezTo>
                  <a:cubicBezTo>
                    <a:pt x="228242" y="38048"/>
                    <a:pt x="230242" y="38905"/>
                    <a:pt x="231671" y="40334"/>
                  </a:cubicBezTo>
                  <a:lnTo>
                    <a:pt x="484274" y="292937"/>
                  </a:lnTo>
                  <a:cubicBezTo>
                    <a:pt x="486274" y="294937"/>
                    <a:pt x="486560" y="297318"/>
                    <a:pt x="486560" y="298461"/>
                  </a:cubicBezTo>
                  <a:cubicBezTo>
                    <a:pt x="486560" y="299604"/>
                    <a:pt x="486274" y="301986"/>
                    <a:pt x="484274" y="30398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46" name="Google Shape;3546;p97"/>
            <p:cNvSpPr/>
            <p:nvPr/>
          </p:nvSpPr>
          <p:spPr>
            <a:xfrm>
              <a:off x="11105013" y="5008088"/>
              <a:ext cx="79628" cy="79628"/>
            </a:xfrm>
            <a:custGeom>
              <a:avLst/>
              <a:gdLst/>
              <a:ahLst/>
              <a:cxnLst/>
              <a:rect l="l" t="t" r="r" b="b"/>
              <a:pathLst>
                <a:path w="79628" h="79628" extrusionOk="0">
                  <a:moveTo>
                    <a:pt x="39814" y="0"/>
                  </a:moveTo>
                  <a:cubicBezTo>
                    <a:pt x="17812" y="0"/>
                    <a:pt x="0" y="17812"/>
                    <a:pt x="0" y="39814"/>
                  </a:cubicBezTo>
                  <a:cubicBezTo>
                    <a:pt x="0" y="61817"/>
                    <a:pt x="17812" y="79629"/>
                    <a:pt x="39814" y="79629"/>
                  </a:cubicBezTo>
                  <a:cubicBezTo>
                    <a:pt x="61817" y="79629"/>
                    <a:pt x="79629" y="61817"/>
                    <a:pt x="79629" y="39814"/>
                  </a:cubicBezTo>
                  <a:cubicBezTo>
                    <a:pt x="79629" y="17812"/>
                    <a:pt x="61817" y="0"/>
                    <a:pt x="39814" y="0"/>
                  </a:cubicBezTo>
                  <a:close/>
                  <a:moveTo>
                    <a:pt x="39814" y="55721"/>
                  </a:moveTo>
                  <a:cubicBezTo>
                    <a:pt x="31051" y="55721"/>
                    <a:pt x="23813" y="48577"/>
                    <a:pt x="23813" y="39719"/>
                  </a:cubicBezTo>
                  <a:cubicBezTo>
                    <a:pt x="23813" y="30861"/>
                    <a:pt x="30956" y="23717"/>
                    <a:pt x="39814" y="23717"/>
                  </a:cubicBezTo>
                  <a:cubicBezTo>
                    <a:pt x="48673" y="23717"/>
                    <a:pt x="55816" y="30861"/>
                    <a:pt x="55816" y="39719"/>
                  </a:cubicBezTo>
                  <a:cubicBezTo>
                    <a:pt x="55816" y="48577"/>
                    <a:pt x="48673" y="55721"/>
                    <a:pt x="39814" y="5572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547" name="Google Shape;3547;p97"/>
          <p:cNvSpPr/>
          <p:nvPr/>
        </p:nvSpPr>
        <p:spPr>
          <a:xfrm>
            <a:off x="4424648" y="1766687"/>
            <a:ext cx="294679" cy="294680"/>
          </a:xfrm>
          <a:custGeom>
            <a:avLst/>
            <a:gdLst/>
            <a:ahLst/>
            <a:cxnLst/>
            <a:rect l="l" t="t" r="r" b="b"/>
            <a:pathLst>
              <a:path w="523874" h="523875" extrusionOk="0">
                <a:moveTo>
                  <a:pt x="261937" y="0"/>
                </a:moveTo>
                <a:cubicBezTo>
                  <a:pt x="117538" y="0"/>
                  <a:pt x="0" y="117539"/>
                  <a:pt x="0" y="261938"/>
                </a:cubicBezTo>
                <a:cubicBezTo>
                  <a:pt x="0" y="406337"/>
                  <a:pt x="117538" y="523875"/>
                  <a:pt x="261937" y="523875"/>
                </a:cubicBezTo>
                <a:cubicBezTo>
                  <a:pt x="406337" y="523875"/>
                  <a:pt x="523875" y="406337"/>
                  <a:pt x="523875" y="261938"/>
                </a:cubicBezTo>
                <a:cubicBezTo>
                  <a:pt x="523875" y="117539"/>
                  <a:pt x="406432" y="0"/>
                  <a:pt x="261937" y="0"/>
                </a:cubicBezTo>
                <a:close/>
                <a:moveTo>
                  <a:pt x="261937" y="38100"/>
                </a:moveTo>
                <a:cubicBezTo>
                  <a:pt x="316802" y="38100"/>
                  <a:pt x="367094" y="58007"/>
                  <a:pt x="406051" y="90869"/>
                </a:cubicBezTo>
                <a:lnTo>
                  <a:pt x="90869" y="406051"/>
                </a:lnTo>
                <a:cubicBezTo>
                  <a:pt x="58007" y="367094"/>
                  <a:pt x="38100" y="316802"/>
                  <a:pt x="38100" y="261938"/>
                </a:cubicBezTo>
                <a:cubicBezTo>
                  <a:pt x="38100" y="138494"/>
                  <a:pt x="138494" y="38100"/>
                  <a:pt x="261937" y="38100"/>
                </a:cubicBezTo>
                <a:close/>
                <a:moveTo>
                  <a:pt x="261937" y="485775"/>
                </a:moveTo>
                <a:cubicBezTo>
                  <a:pt x="207074" y="485775"/>
                  <a:pt x="156782" y="465868"/>
                  <a:pt x="117824" y="433007"/>
                </a:cubicBezTo>
                <a:lnTo>
                  <a:pt x="433102" y="117729"/>
                </a:lnTo>
                <a:cubicBezTo>
                  <a:pt x="465963" y="156686"/>
                  <a:pt x="485870" y="206978"/>
                  <a:pt x="485870" y="261842"/>
                </a:cubicBezTo>
                <a:cubicBezTo>
                  <a:pt x="485870" y="385286"/>
                  <a:pt x="385477" y="485680"/>
                  <a:pt x="262033" y="48568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48" name="Google Shape;3548;p97"/>
          <p:cNvSpPr/>
          <p:nvPr/>
        </p:nvSpPr>
        <p:spPr>
          <a:xfrm>
            <a:off x="5996984" y="4110562"/>
            <a:ext cx="295170" cy="279503"/>
          </a:xfrm>
          <a:custGeom>
            <a:avLst/>
            <a:gdLst/>
            <a:ahLst/>
            <a:cxnLst/>
            <a:rect l="l" t="t" r="r" b="b"/>
            <a:pathLst>
              <a:path w="524747" h="496895" extrusionOk="0">
                <a:moveTo>
                  <a:pt x="523211" y="239435"/>
                </a:moveTo>
                <a:cubicBezTo>
                  <a:pt x="523116" y="235244"/>
                  <a:pt x="520735" y="231434"/>
                  <a:pt x="517115" y="229338"/>
                </a:cubicBezTo>
                <a:lnTo>
                  <a:pt x="461680" y="198668"/>
                </a:lnTo>
                <a:lnTo>
                  <a:pt x="519306" y="161520"/>
                </a:lnTo>
                <a:cubicBezTo>
                  <a:pt x="522830" y="159234"/>
                  <a:pt x="524926" y="155329"/>
                  <a:pt x="524735" y="151138"/>
                </a:cubicBezTo>
                <a:cubicBezTo>
                  <a:pt x="524640" y="146947"/>
                  <a:pt x="522259" y="143137"/>
                  <a:pt x="518639" y="141137"/>
                </a:cubicBezTo>
                <a:lnTo>
                  <a:pt x="266036" y="1500"/>
                </a:lnTo>
                <a:cubicBezTo>
                  <a:pt x="262417" y="-500"/>
                  <a:pt x="258035" y="-500"/>
                  <a:pt x="254511" y="1500"/>
                </a:cubicBezTo>
                <a:lnTo>
                  <a:pt x="6480" y="139898"/>
                </a:lnTo>
                <a:cubicBezTo>
                  <a:pt x="2861" y="141899"/>
                  <a:pt x="575" y="145709"/>
                  <a:pt x="384" y="149900"/>
                </a:cubicBezTo>
                <a:cubicBezTo>
                  <a:pt x="194" y="154091"/>
                  <a:pt x="2289" y="157996"/>
                  <a:pt x="5813" y="160282"/>
                </a:cubicBezTo>
                <a:lnTo>
                  <a:pt x="63249" y="197715"/>
                </a:lnTo>
                <a:lnTo>
                  <a:pt x="6099" y="229433"/>
                </a:lnTo>
                <a:cubicBezTo>
                  <a:pt x="2384" y="231434"/>
                  <a:pt x="98" y="235339"/>
                  <a:pt x="3" y="239530"/>
                </a:cubicBezTo>
                <a:cubicBezTo>
                  <a:pt x="-92" y="243721"/>
                  <a:pt x="2003" y="247721"/>
                  <a:pt x="5528" y="249912"/>
                </a:cubicBezTo>
                <a:lnTo>
                  <a:pt x="61630" y="285440"/>
                </a:lnTo>
                <a:lnTo>
                  <a:pt x="6099" y="316206"/>
                </a:lnTo>
                <a:cubicBezTo>
                  <a:pt x="2384" y="318206"/>
                  <a:pt x="98" y="322112"/>
                  <a:pt x="3" y="326303"/>
                </a:cubicBezTo>
                <a:cubicBezTo>
                  <a:pt x="-92" y="330494"/>
                  <a:pt x="2003" y="334494"/>
                  <a:pt x="5528" y="336685"/>
                </a:cubicBezTo>
                <a:lnTo>
                  <a:pt x="255654" y="495086"/>
                </a:lnTo>
                <a:cubicBezTo>
                  <a:pt x="257559" y="496324"/>
                  <a:pt x="259845" y="496895"/>
                  <a:pt x="262036" y="496895"/>
                </a:cubicBezTo>
                <a:cubicBezTo>
                  <a:pt x="264227" y="496895"/>
                  <a:pt x="266513" y="496229"/>
                  <a:pt x="268418" y="494990"/>
                </a:cubicBezTo>
                <a:lnTo>
                  <a:pt x="517782" y="336590"/>
                </a:lnTo>
                <a:cubicBezTo>
                  <a:pt x="521306" y="334304"/>
                  <a:pt x="523402" y="330398"/>
                  <a:pt x="523307" y="326207"/>
                </a:cubicBezTo>
                <a:cubicBezTo>
                  <a:pt x="523211" y="322016"/>
                  <a:pt x="520830" y="318206"/>
                  <a:pt x="517211" y="316111"/>
                </a:cubicBezTo>
                <a:lnTo>
                  <a:pt x="461775" y="285440"/>
                </a:lnTo>
                <a:lnTo>
                  <a:pt x="517782" y="249817"/>
                </a:lnTo>
                <a:cubicBezTo>
                  <a:pt x="521306" y="247531"/>
                  <a:pt x="523402" y="243626"/>
                  <a:pt x="523307" y="239435"/>
                </a:cubicBezTo>
                <a:close/>
                <a:moveTo>
                  <a:pt x="260226" y="25598"/>
                </a:moveTo>
                <a:lnTo>
                  <a:pt x="489683" y="152376"/>
                </a:lnTo>
                <a:lnTo>
                  <a:pt x="262226" y="299061"/>
                </a:lnTo>
                <a:lnTo>
                  <a:pt x="35341" y="151043"/>
                </a:lnTo>
                <a:lnTo>
                  <a:pt x="260226" y="25503"/>
                </a:lnTo>
                <a:close/>
                <a:moveTo>
                  <a:pt x="439010" y="300109"/>
                </a:moveTo>
                <a:lnTo>
                  <a:pt x="487969" y="327255"/>
                </a:lnTo>
                <a:lnTo>
                  <a:pt x="261845" y="470892"/>
                </a:lnTo>
                <a:lnTo>
                  <a:pt x="35150" y="327255"/>
                </a:lnTo>
                <a:lnTo>
                  <a:pt x="84490" y="299918"/>
                </a:lnTo>
                <a:lnTo>
                  <a:pt x="255559" y="408313"/>
                </a:lnTo>
                <a:cubicBezTo>
                  <a:pt x="257464" y="409551"/>
                  <a:pt x="259750" y="410123"/>
                  <a:pt x="261941" y="410123"/>
                </a:cubicBezTo>
                <a:cubicBezTo>
                  <a:pt x="264131" y="410123"/>
                  <a:pt x="266417" y="409456"/>
                  <a:pt x="268322" y="408218"/>
                </a:cubicBezTo>
                <a:lnTo>
                  <a:pt x="438820" y="299918"/>
                </a:lnTo>
                <a:cubicBezTo>
                  <a:pt x="438820" y="299918"/>
                  <a:pt x="438915" y="300014"/>
                  <a:pt x="439010" y="300109"/>
                </a:cubicBezTo>
                <a:close/>
                <a:moveTo>
                  <a:pt x="261941" y="384215"/>
                </a:moveTo>
                <a:lnTo>
                  <a:pt x="35246" y="240578"/>
                </a:lnTo>
                <a:lnTo>
                  <a:pt x="85823" y="212574"/>
                </a:lnTo>
                <a:cubicBezTo>
                  <a:pt x="85823" y="212574"/>
                  <a:pt x="85823" y="212574"/>
                  <a:pt x="85823" y="212574"/>
                </a:cubicBezTo>
                <a:lnTo>
                  <a:pt x="255654" y="323350"/>
                </a:lnTo>
                <a:cubicBezTo>
                  <a:pt x="257654" y="324683"/>
                  <a:pt x="259940" y="325255"/>
                  <a:pt x="262131" y="325255"/>
                </a:cubicBezTo>
                <a:cubicBezTo>
                  <a:pt x="264322" y="325255"/>
                  <a:pt x="266608" y="324588"/>
                  <a:pt x="268608" y="323350"/>
                </a:cubicBezTo>
                <a:lnTo>
                  <a:pt x="439010" y="213431"/>
                </a:lnTo>
                <a:cubicBezTo>
                  <a:pt x="439010" y="213431"/>
                  <a:pt x="439010" y="213431"/>
                  <a:pt x="439010" y="213431"/>
                </a:cubicBezTo>
                <a:lnTo>
                  <a:pt x="487969" y="240578"/>
                </a:lnTo>
                <a:lnTo>
                  <a:pt x="261845" y="38421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549" name="Google Shape;3549;p97"/>
          <p:cNvGrpSpPr/>
          <p:nvPr/>
        </p:nvGrpSpPr>
        <p:grpSpPr>
          <a:xfrm>
            <a:off x="1242398" y="3326025"/>
            <a:ext cx="294679" cy="294680"/>
            <a:chOff x="5147881" y="1161033"/>
            <a:chExt cx="523874" cy="523875"/>
          </a:xfrm>
        </p:grpSpPr>
        <p:sp>
          <p:nvSpPr>
            <p:cNvPr id="3550" name="Google Shape;3550;p97"/>
            <p:cNvSpPr/>
            <p:nvPr/>
          </p:nvSpPr>
          <p:spPr>
            <a:xfrm>
              <a:off x="5324284" y="1296610"/>
              <a:ext cx="219076" cy="246852"/>
            </a:xfrm>
            <a:custGeom>
              <a:avLst/>
              <a:gdLst/>
              <a:ahLst/>
              <a:cxnLst/>
              <a:rect l="l" t="t" r="r" b="b"/>
              <a:pathLst>
                <a:path w="219076" h="246852" extrusionOk="0">
                  <a:moveTo>
                    <a:pt x="209455" y="105882"/>
                  </a:moveTo>
                  <a:lnTo>
                    <a:pt x="29528" y="2536"/>
                  </a:lnTo>
                  <a:cubicBezTo>
                    <a:pt x="23622" y="-893"/>
                    <a:pt x="16383" y="-798"/>
                    <a:pt x="10573" y="2536"/>
                  </a:cubicBezTo>
                  <a:cubicBezTo>
                    <a:pt x="4667" y="5870"/>
                    <a:pt x="1048" y="12156"/>
                    <a:pt x="1048" y="18919"/>
                  </a:cubicBezTo>
                  <a:lnTo>
                    <a:pt x="0" y="227707"/>
                  </a:lnTo>
                  <a:cubicBezTo>
                    <a:pt x="0" y="234565"/>
                    <a:pt x="3620" y="240852"/>
                    <a:pt x="9525" y="244281"/>
                  </a:cubicBezTo>
                  <a:cubicBezTo>
                    <a:pt x="12478" y="245995"/>
                    <a:pt x="15811" y="246852"/>
                    <a:pt x="19050" y="246852"/>
                  </a:cubicBezTo>
                  <a:cubicBezTo>
                    <a:pt x="22289" y="246852"/>
                    <a:pt x="25718" y="245995"/>
                    <a:pt x="28670" y="244281"/>
                  </a:cubicBezTo>
                  <a:lnTo>
                    <a:pt x="209645" y="138839"/>
                  </a:lnTo>
                  <a:cubicBezTo>
                    <a:pt x="215551" y="135410"/>
                    <a:pt x="219170" y="129123"/>
                    <a:pt x="219075" y="122361"/>
                  </a:cubicBezTo>
                  <a:cubicBezTo>
                    <a:pt x="218980" y="115598"/>
                    <a:pt x="215455" y="109311"/>
                    <a:pt x="209550" y="105882"/>
                  </a:cubicBezTo>
                  <a:close/>
                  <a:moveTo>
                    <a:pt x="38291" y="194560"/>
                  </a:moveTo>
                  <a:lnTo>
                    <a:pt x="38957" y="51780"/>
                  </a:lnTo>
                  <a:lnTo>
                    <a:pt x="161925" y="122456"/>
                  </a:lnTo>
                  <a:lnTo>
                    <a:pt x="38195" y="19456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51" name="Google Shape;3551;p97"/>
            <p:cNvSpPr/>
            <p:nvPr/>
          </p:nvSpPr>
          <p:spPr>
            <a:xfrm>
              <a:off x="5147881" y="1161033"/>
              <a:ext cx="523874" cy="523875"/>
            </a:xfrm>
            <a:custGeom>
              <a:avLst/>
              <a:gdLst/>
              <a:ahLst/>
              <a:cxnLst/>
              <a:rect l="l" t="t" r="r" b="b"/>
              <a:pathLst>
                <a:path w="523874" h="523875" extrusionOk="0">
                  <a:moveTo>
                    <a:pt x="261937" y="0"/>
                  </a:moveTo>
                  <a:cubicBezTo>
                    <a:pt x="117538" y="0"/>
                    <a:pt x="0" y="117539"/>
                    <a:pt x="0" y="261938"/>
                  </a:cubicBezTo>
                  <a:cubicBezTo>
                    <a:pt x="0" y="406337"/>
                    <a:pt x="117538" y="523875"/>
                    <a:pt x="261937" y="523875"/>
                  </a:cubicBezTo>
                  <a:cubicBezTo>
                    <a:pt x="406337" y="523875"/>
                    <a:pt x="523875" y="406337"/>
                    <a:pt x="523875" y="261938"/>
                  </a:cubicBezTo>
                  <a:cubicBezTo>
                    <a:pt x="523875" y="117539"/>
                    <a:pt x="406432" y="0"/>
                    <a:pt x="261937" y="0"/>
                  </a:cubicBezTo>
                  <a:close/>
                  <a:moveTo>
                    <a:pt x="261937" y="485775"/>
                  </a:moveTo>
                  <a:cubicBezTo>
                    <a:pt x="138494" y="485775"/>
                    <a:pt x="38100" y="385382"/>
                    <a:pt x="38100" y="261938"/>
                  </a:cubicBezTo>
                  <a:cubicBezTo>
                    <a:pt x="38100" y="138494"/>
                    <a:pt x="138589" y="38100"/>
                    <a:pt x="261937" y="38100"/>
                  </a:cubicBezTo>
                  <a:cubicBezTo>
                    <a:pt x="385286" y="38100"/>
                    <a:pt x="485775" y="138494"/>
                    <a:pt x="485775" y="261938"/>
                  </a:cubicBezTo>
                  <a:cubicBezTo>
                    <a:pt x="485775" y="385382"/>
                    <a:pt x="385381" y="485775"/>
                    <a:pt x="261937" y="48577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552" name="Google Shape;3552;p97"/>
          <p:cNvSpPr/>
          <p:nvPr/>
        </p:nvSpPr>
        <p:spPr>
          <a:xfrm>
            <a:off x="5999946" y="2548342"/>
            <a:ext cx="294572" cy="287822"/>
          </a:xfrm>
          <a:custGeom>
            <a:avLst/>
            <a:gdLst/>
            <a:ahLst/>
            <a:cxnLst/>
            <a:rect l="l" t="t" r="r" b="b"/>
            <a:pathLst>
              <a:path w="523684" h="511683" extrusionOk="0">
                <a:moveTo>
                  <a:pt x="458343" y="345186"/>
                </a:moveTo>
                <a:lnTo>
                  <a:pt x="458343" y="249936"/>
                </a:lnTo>
                <a:cubicBezTo>
                  <a:pt x="458343" y="239459"/>
                  <a:pt x="449771" y="230886"/>
                  <a:pt x="439293" y="230886"/>
                </a:cubicBezTo>
                <a:lnTo>
                  <a:pt x="280892" y="230886"/>
                </a:lnTo>
                <a:lnTo>
                  <a:pt x="280892" y="166497"/>
                </a:lnTo>
                <a:cubicBezTo>
                  <a:pt x="318230" y="157829"/>
                  <a:pt x="346234" y="124301"/>
                  <a:pt x="346234" y="84392"/>
                </a:cubicBezTo>
                <a:cubicBezTo>
                  <a:pt x="346234" y="37814"/>
                  <a:pt x="308420" y="0"/>
                  <a:pt x="261842" y="0"/>
                </a:cubicBezTo>
                <a:cubicBezTo>
                  <a:pt x="215265" y="0"/>
                  <a:pt x="177451" y="37814"/>
                  <a:pt x="177451" y="84392"/>
                </a:cubicBezTo>
                <a:cubicBezTo>
                  <a:pt x="177451" y="124397"/>
                  <a:pt x="205454" y="157829"/>
                  <a:pt x="242792" y="166497"/>
                </a:cubicBezTo>
                <a:lnTo>
                  <a:pt x="242792" y="230886"/>
                </a:lnTo>
                <a:lnTo>
                  <a:pt x="84392" y="230886"/>
                </a:lnTo>
                <a:cubicBezTo>
                  <a:pt x="73914" y="230886"/>
                  <a:pt x="65342" y="239459"/>
                  <a:pt x="65342" y="249936"/>
                </a:cubicBezTo>
                <a:lnTo>
                  <a:pt x="65342" y="345186"/>
                </a:lnTo>
                <a:cubicBezTo>
                  <a:pt x="28004" y="353854"/>
                  <a:pt x="0" y="387382"/>
                  <a:pt x="0" y="427292"/>
                </a:cubicBezTo>
                <a:cubicBezTo>
                  <a:pt x="0" y="473773"/>
                  <a:pt x="37814" y="511683"/>
                  <a:pt x="84392" y="511683"/>
                </a:cubicBezTo>
                <a:cubicBezTo>
                  <a:pt x="130969" y="511683"/>
                  <a:pt x="168783" y="473869"/>
                  <a:pt x="168783" y="427292"/>
                </a:cubicBezTo>
                <a:cubicBezTo>
                  <a:pt x="168783" y="387287"/>
                  <a:pt x="140780" y="353854"/>
                  <a:pt x="103442" y="345186"/>
                </a:cubicBezTo>
                <a:lnTo>
                  <a:pt x="103442" y="268986"/>
                </a:lnTo>
                <a:lnTo>
                  <a:pt x="420243" y="268986"/>
                </a:lnTo>
                <a:lnTo>
                  <a:pt x="420243" y="345186"/>
                </a:lnTo>
                <a:cubicBezTo>
                  <a:pt x="382905" y="353854"/>
                  <a:pt x="354902" y="387382"/>
                  <a:pt x="354902" y="427292"/>
                </a:cubicBezTo>
                <a:cubicBezTo>
                  <a:pt x="354902" y="473773"/>
                  <a:pt x="392716" y="511683"/>
                  <a:pt x="439293" y="511683"/>
                </a:cubicBezTo>
                <a:cubicBezTo>
                  <a:pt x="485870" y="511683"/>
                  <a:pt x="523685" y="473869"/>
                  <a:pt x="523685" y="427292"/>
                </a:cubicBezTo>
                <a:cubicBezTo>
                  <a:pt x="523685" y="387287"/>
                  <a:pt x="495681" y="353854"/>
                  <a:pt x="458343" y="345186"/>
                </a:cubicBezTo>
                <a:close/>
                <a:moveTo>
                  <a:pt x="215551" y="84392"/>
                </a:moveTo>
                <a:cubicBezTo>
                  <a:pt x="215551" y="58865"/>
                  <a:pt x="236315" y="38100"/>
                  <a:pt x="261842" y="38100"/>
                </a:cubicBezTo>
                <a:cubicBezTo>
                  <a:pt x="287369" y="38100"/>
                  <a:pt x="308134" y="58865"/>
                  <a:pt x="308134" y="84392"/>
                </a:cubicBezTo>
                <a:cubicBezTo>
                  <a:pt x="308134" y="109918"/>
                  <a:pt x="287369" y="130683"/>
                  <a:pt x="261842" y="130683"/>
                </a:cubicBezTo>
                <a:cubicBezTo>
                  <a:pt x="236315" y="130683"/>
                  <a:pt x="215551" y="109918"/>
                  <a:pt x="215551" y="84392"/>
                </a:cubicBezTo>
                <a:close/>
                <a:moveTo>
                  <a:pt x="130683" y="427387"/>
                </a:moveTo>
                <a:cubicBezTo>
                  <a:pt x="130683" y="452914"/>
                  <a:pt x="109919" y="473678"/>
                  <a:pt x="84392" y="473678"/>
                </a:cubicBezTo>
                <a:cubicBezTo>
                  <a:pt x="58865" y="473678"/>
                  <a:pt x="38100" y="452914"/>
                  <a:pt x="38100" y="427387"/>
                </a:cubicBezTo>
                <a:cubicBezTo>
                  <a:pt x="38100" y="401860"/>
                  <a:pt x="58865" y="381095"/>
                  <a:pt x="84392" y="381095"/>
                </a:cubicBezTo>
                <a:cubicBezTo>
                  <a:pt x="109919" y="381095"/>
                  <a:pt x="130683" y="401860"/>
                  <a:pt x="130683" y="427387"/>
                </a:cubicBezTo>
                <a:close/>
                <a:moveTo>
                  <a:pt x="439293" y="473583"/>
                </a:moveTo>
                <a:cubicBezTo>
                  <a:pt x="413766" y="473583"/>
                  <a:pt x="393002" y="452819"/>
                  <a:pt x="393002" y="427292"/>
                </a:cubicBezTo>
                <a:cubicBezTo>
                  <a:pt x="393002" y="401765"/>
                  <a:pt x="413766" y="381000"/>
                  <a:pt x="439293" y="381000"/>
                </a:cubicBezTo>
                <a:cubicBezTo>
                  <a:pt x="464820" y="381000"/>
                  <a:pt x="485585" y="401765"/>
                  <a:pt x="485585" y="427292"/>
                </a:cubicBezTo>
                <a:cubicBezTo>
                  <a:pt x="485585" y="452819"/>
                  <a:pt x="464820" y="473583"/>
                  <a:pt x="439293" y="47358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553" name="Google Shape;3553;p97"/>
          <p:cNvGrpSpPr/>
          <p:nvPr/>
        </p:nvGrpSpPr>
        <p:grpSpPr>
          <a:xfrm>
            <a:off x="2032632" y="2543788"/>
            <a:ext cx="300133" cy="296943"/>
            <a:chOff x="6645042" y="2847467"/>
            <a:chExt cx="533569" cy="527898"/>
          </a:xfrm>
        </p:grpSpPr>
        <p:sp>
          <p:nvSpPr>
            <p:cNvPr id="3554" name="Google Shape;3554;p97"/>
            <p:cNvSpPr/>
            <p:nvPr/>
          </p:nvSpPr>
          <p:spPr>
            <a:xfrm>
              <a:off x="6645042" y="2847467"/>
              <a:ext cx="519875" cy="522541"/>
            </a:xfrm>
            <a:custGeom>
              <a:avLst/>
              <a:gdLst/>
              <a:ahLst/>
              <a:cxnLst/>
              <a:rect l="l" t="t" r="r" b="b"/>
              <a:pathLst>
                <a:path w="519875" h="522541" extrusionOk="0">
                  <a:moveTo>
                    <a:pt x="34141" y="314325"/>
                  </a:moveTo>
                  <a:cubicBezTo>
                    <a:pt x="43570" y="303848"/>
                    <a:pt x="62716" y="296037"/>
                    <a:pt x="87004" y="292608"/>
                  </a:cubicBezTo>
                  <a:lnTo>
                    <a:pt x="87004" y="260318"/>
                  </a:lnTo>
                  <a:cubicBezTo>
                    <a:pt x="86719" y="254318"/>
                    <a:pt x="86719" y="248317"/>
                    <a:pt x="87004" y="242316"/>
                  </a:cubicBezTo>
                  <a:cubicBezTo>
                    <a:pt x="88147" y="234601"/>
                    <a:pt x="88814" y="226886"/>
                    <a:pt x="88814" y="219170"/>
                  </a:cubicBezTo>
                  <a:cubicBezTo>
                    <a:pt x="88814" y="211836"/>
                    <a:pt x="84909" y="205169"/>
                    <a:pt x="78527" y="201549"/>
                  </a:cubicBezTo>
                  <a:lnTo>
                    <a:pt x="48619" y="184214"/>
                  </a:lnTo>
                  <a:lnTo>
                    <a:pt x="88243" y="116777"/>
                  </a:lnTo>
                  <a:lnTo>
                    <a:pt x="116151" y="133064"/>
                  </a:lnTo>
                  <a:cubicBezTo>
                    <a:pt x="123485" y="137446"/>
                    <a:pt x="132820" y="136589"/>
                    <a:pt x="139297" y="131064"/>
                  </a:cubicBezTo>
                  <a:lnTo>
                    <a:pt x="140916" y="129730"/>
                  </a:lnTo>
                  <a:cubicBezTo>
                    <a:pt x="157966" y="113062"/>
                    <a:pt x="178540" y="100393"/>
                    <a:pt x="201114" y="92678"/>
                  </a:cubicBezTo>
                  <a:cubicBezTo>
                    <a:pt x="209496" y="90106"/>
                    <a:pt x="215306" y="82391"/>
                    <a:pt x="215497" y="73533"/>
                  </a:cubicBezTo>
                  <a:lnTo>
                    <a:pt x="215497" y="40862"/>
                  </a:lnTo>
                  <a:lnTo>
                    <a:pt x="297126" y="40862"/>
                  </a:lnTo>
                  <a:lnTo>
                    <a:pt x="297126" y="73533"/>
                  </a:lnTo>
                  <a:cubicBezTo>
                    <a:pt x="297126" y="73533"/>
                    <a:pt x="315414" y="48673"/>
                    <a:pt x="337321" y="37243"/>
                  </a:cubicBezTo>
                  <a:lnTo>
                    <a:pt x="337321" y="31147"/>
                  </a:lnTo>
                  <a:cubicBezTo>
                    <a:pt x="337321" y="9144"/>
                    <a:pt x="328177" y="95"/>
                    <a:pt x="317033" y="0"/>
                  </a:cubicBezTo>
                  <a:lnTo>
                    <a:pt x="195208" y="0"/>
                  </a:lnTo>
                  <a:cubicBezTo>
                    <a:pt x="184064" y="0"/>
                    <a:pt x="174920" y="9049"/>
                    <a:pt x="174920" y="20288"/>
                  </a:cubicBezTo>
                  <a:lnTo>
                    <a:pt x="174920" y="58960"/>
                  </a:lnTo>
                  <a:cubicBezTo>
                    <a:pt x="156442" y="66866"/>
                    <a:pt x="139297" y="77534"/>
                    <a:pt x="124152" y="90773"/>
                  </a:cubicBezTo>
                  <a:lnTo>
                    <a:pt x="91481" y="71533"/>
                  </a:lnTo>
                  <a:cubicBezTo>
                    <a:pt x="88338" y="69723"/>
                    <a:pt x="84814" y="68771"/>
                    <a:pt x="81194" y="68771"/>
                  </a:cubicBezTo>
                  <a:cubicBezTo>
                    <a:pt x="74050" y="68771"/>
                    <a:pt x="67383" y="72485"/>
                    <a:pt x="63763" y="78772"/>
                  </a:cubicBezTo>
                  <a:lnTo>
                    <a:pt x="2994" y="181261"/>
                  </a:lnTo>
                  <a:cubicBezTo>
                    <a:pt x="-54" y="186119"/>
                    <a:pt x="-816" y="192119"/>
                    <a:pt x="898" y="197549"/>
                  </a:cubicBezTo>
                  <a:cubicBezTo>
                    <a:pt x="2327" y="202787"/>
                    <a:pt x="5851" y="207264"/>
                    <a:pt x="10519" y="209931"/>
                  </a:cubicBezTo>
                  <a:lnTo>
                    <a:pt x="48047" y="231172"/>
                  </a:lnTo>
                  <a:cubicBezTo>
                    <a:pt x="48047" y="231172"/>
                    <a:pt x="46237" y="246031"/>
                    <a:pt x="46237" y="260699"/>
                  </a:cubicBezTo>
                  <a:lnTo>
                    <a:pt x="46237" y="291275"/>
                  </a:lnTo>
                  <a:lnTo>
                    <a:pt x="33855" y="314134"/>
                  </a:lnTo>
                  <a:close/>
                  <a:moveTo>
                    <a:pt x="434095" y="263843"/>
                  </a:moveTo>
                  <a:cubicBezTo>
                    <a:pt x="434095" y="277463"/>
                    <a:pt x="433714" y="287179"/>
                    <a:pt x="431524" y="299466"/>
                  </a:cubicBezTo>
                  <a:cubicBezTo>
                    <a:pt x="429428" y="308324"/>
                    <a:pt x="433619" y="317468"/>
                    <a:pt x="441620" y="321659"/>
                  </a:cubicBezTo>
                  <a:lnTo>
                    <a:pt x="471814" y="337947"/>
                  </a:lnTo>
                  <a:lnTo>
                    <a:pt x="431619" y="407289"/>
                  </a:lnTo>
                  <a:lnTo>
                    <a:pt x="400472" y="391001"/>
                  </a:lnTo>
                  <a:cubicBezTo>
                    <a:pt x="397519" y="389382"/>
                    <a:pt x="394186" y="388525"/>
                    <a:pt x="390852" y="388525"/>
                  </a:cubicBezTo>
                  <a:cubicBezTo>
                    <a:pt x="386280" y="388525"/>
                    <a:pt x="381898" y="390049"/>
                    <a:pt x="378279" y="392811"/>
                  </a:cubicBezTo>
                  <a:cubicBezTo>
                    <a:pt x="359038" y="409861"/>
                    <a:pt x="336464" y="422720"/>
                    <a:pt x="311985" y="430530"/>
                  </a:cubicBezTo>
                  <a:cubicBezTo>
                    <a:pt x="303317" y="433007"/>
                    <a:pt x="297412" y="440912"/>
                    <a:pt x="297316" y="449961"/>
                  </a:cubicBezTo>
                  <a:lnTo>
                    <a:pt x="297316" y="481775"/>
                  </a:lnTo>
                  <a:lnTo>
                    <a:pt x="234356" y="481775"/>
                  </a:lnTo>
                  <a:cubicBezTo>
                    <a:pt x="228165" y="504634"/>
                    <a:pt x="208258" y="522542"/>
                    <a:pt x="204352" y="522542"/>
                  </a:cubicBezTo>
                  <a:cubicBezTo>
                    <a:pt x="200447" y="522542"/>
                    <a:pt x="317224" y="522542"/>
                    <a:pt x="317224" y="522542"/>
                  </a:cubicBezTo>
                  <a:cubicBezTo>
                    <a:pt x="328368" y="522542"/>
                    <a:pt x="337417" y="513398"/>
                    <a:pt x="337512" y="502253"/>
                  </a:cubicBezTo>
                  <a:lnTo>
                    <a:pt x="337512" y="463106"/>
                  </a:lnTo>
                  <a:cubicBezTo>
                    <a:pt x="357229" y="455105"/>
                    <a:pt x="375802" y="444437"/>
                    <a:pt x="392566" y="431292"/>
                  </a:cubicBezTo>
                  <a:lnTo>
                    <a:pt x="429904" y="451390"/>
                  </a:lnTo>
                  <a:cubicBezTo>
                    <a:pt x="432952" y="453009"/>
                    <a:pt x="436286" y="453962"/>
                    <a:pt x="439715" y="453962"/>
                  </a:cubicBezTo>
                  <a:cubicBezTo>
                    <a:pt x="446954" y="453962"/>
                    <a:pt x="453622" y="449961"/>
                    <a:pt x="457146" y="443675"/>
                  </a:cubicBezTo>
                  <a:lnTo>
                    <a:pt x="517534" y="339185"/>
                  </a:lnTo>
                  <a:cubicBezTo>
                    <a:pt x="520011" y="334328"/>
                    <a:pt x="520582" y="328708"/>
                    <a:pt x="518963" y="323469"/>
                  </a:cubicBezTo>
                  <a:cubicBezTo>
                    <a:pt x="517439" y="318230"/>
                    <a:pt x="513820" y="313754"/>
                    <a:pt x="508962" y="311087"/>
                  </a:cubicBezTo>
                  <a:lnTo>
                    <a:pt x="473053" y="291465"/>
                  </a:lnTo>
                  <a:cubicBezTo>
                    <a:pt x="474005" y="281083"/>
                    <a:pt x="474386" y="270605"/>
                    <a:pt x="474196" y="260128"/>
                  </a:cubicBezTo>
                  <a:cubicBezTo>
                    <a:pt x="474196" y="255270"/>
                    <a:pt x="474196" y="253365"/>
                    <a:pt x="474100" y="248602"/>
                  </a:cubicBezTo>
                  <a:cubicBezTo>
                    <a:pt x="477815" y="246602"/>
                    <a:pt x="459718" y="258699"/>
                    <a:pt x="434000" y="26365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555" name="Google Shape;3555;p97"/>
            <p:cNvGrpSpPr/>
            <p:nvPr/>
          </p:nvGrpSpPr>
          <p:grpSpPr>
            <a:xfrm>
              <a:off x="6647337" y="2869636"/>
              <a:ext cx="531274" cy="505729"/>
              <a:chOff x="6647337" y="2869636"/>
              <a:chExt cx="531274" cy="505729"/>
            </a:xfrm>
          </p:grpSpPr>
          <p:sp>
            <p:nvSpPr>
              <p:cNvPr id="3556" name="Google Shape;3556;p97"/>
              <p:cNvSpPr/>
              <p:nvPr/>
            </p:nvSpPr>
            <p:spPr>
              <a:xfrm>
                <a:off x="6804913" y="2869636"/>
                <a:ext cx="373698" cy="354354"/>
              </a:xfrm>
              <a:custGeom>
                <a:avLst/>
                <a:gdLst/>
                <a:ahLst/>
                <a:cxnLst/>
                <a:rect l="l" t="t" r="r" b="b"/>
                <a:pathLst>
                  <a:path w="373698" h="354354" extrusionOk="0">
                    <a:moveTo>
                      <a:pt x="61913" y="354354"/>
                    </a:moveTo>
                    <a:lnTo>
                      <a:pt x="213551" y="216813"/>
                    </a:lnTo>
                    <a:cubicBezTo>
                      <a:pt x="270605" y="242626"/>
                      <a:pt x="337757" y="217385"/>
                      <a:pt x="363569" y="160330"/>
                    </a:cubicBezTo>
                    <a:cubicBezTo>
                      <a:pt x="375761" y="133469"/>
                      <a:pt x="377000" y="102894"/>
                      <a:pt x="366998" y="75081"/>
                    </a:cubicBezTo>
                    <a:cubicBezTo>
                      <a:pt x="365188" y="70128"/>
                      <a:pt x="361093" y="66318"/>
                      <a:pt x="355949" y="65080"/>
                    </a:cubicBezTo>
                    <a:cubicBezTo>
                      <a:pt x="350806" y="63937"/>
                      <a:pt x="345472" y="65270"/>
                      <a:pt x="341471" y="68699"/>
                    </a:cubicBezTo>
                    <a:lnTo>
                      <a:pt x="291370" y="114229"/>
                    </a:lnTo>
                    <a:cubicBezTo>
                      <a:pt x="287179" y="118039"/>
                      <a:pt x="281654" y="119944"/>
                      <a:pt x="276035" y="119658"/>
                    </a:cubicBezTo>
                    <a:cubicBezTo>
                      <a:pt x="264319" y="119087"/>
                      <a:pt x="255365" y="109276"/>
                      <a:pt x="255841" y="97560"/>
                    </a:cubicBezTo>
                    <a:cubicBezTo>
                      <a:pt x="256127" y="91940"/>
                      <a:pt x="258604" y="86606"/>
                      <a:pt x="262795" y="82796"/>
                    </a:cubicBezTo>
                    <a:lnTo>
                      <a:pt x="313087" y="37267"/>
                    </a:lnTo>
                    <a:cubicBezTo>
                      <a:pt x="319469" y="31361"/>
                      <a:pt x="319945" y="21360"/>
                      <a:pt x="314039" y="14978"/>
                    </a:cubicBezTo>
                    <a:cubicBezTo>
                      <a:pt x="312706" y="13454"/>
                      <a:pt x="310991" y="12311"/>
                      <a:pt x="309182" y="11359"/>
                    </a:cubicBezTo>
                    <a:cubicBezTo>
                      <a:pt x="253079" y="-15883"/>
                      <a:pt x="185452" y="7549"/>
                      <a:pt x="158210" y="63746"/>
                    </a:cubicBezTo>
                    <a:cubicBezTo>
                      <a:pt x="145066" y="90797"/>
                      <a:pt x="143256" y="121944"/>
                      <a:pt x="153162" y="150329"/>
                    </a:cubicBezTo>
                    <a:lnTo>
                      <a:pt x="0" y="289298"/>
                    </a:lnTo>
                    <a:moveTo>
                      <a:pt x="186118" y="148043"/>
                    </a:moveTo>
                    <a:cubicBezTo>
                      <a:pt x="167354" y="106895"/>
                      <a:pt x="185547" y="58222"/>
                      <a:pt x="226695" y="39458"/>
                    </a:cubicBezTo>
                    <a:cubicBezTo>
                      <a:pt x="240602" y="33076"/>
                      <a:pt x="256032" y="30790"/>
                      <a:pt x="271177" y="32790"/>
                    </a:cubicBezTo>
                    <a:lnTo>
                      <a:pt x="241744" y="59460"/>
                    </a:lnTo>
                    <a:cubicBezTo>
                      <a:pt x="220313" y="79082"/>
                      <a:pt x="218694" y="112229"/>
                      <a:pt x="238125" y="133850"/>
                    </a:cubicBezTo>
                    <a:cubicBezTo>
                      <a:pt x="257556" y="155472"/>
                      <a:pt x="290798" y="157187"/>
                      <a:pt x="312420" y="137756"/>
                    </a:cubicBezTo>
                    <a:cubicBezTo>
                      <a:pt x="312515" y="137756"/>
                      <a:pt x="312611" y="137565"/>
                      <a:pt x="312706" y="137470"/>
                    </a:cubicBezTo>
                    <a:lnTo>
                      <a:pt x="342043" y="110800"/>
                    </a:lnTo>
                    <a:cubicBezTo>
                      <a:pt x="342900" y="134708"/>
                      <a:pt x="333185" y="157758"/>
                      <a:pt x="315373" y="173665"/>
                    </a:cubicBezTo>
                    <a:cubicBezTo>
                      <a:pt x="289179" y="197954"/>
                      <a:pt x="250127" y="202335"/>
                      <a:pt x="219170" y="184238"/>
                    </a:cubicBezTo>
                    <a:cubicBezTo>
                      <a:pt x="212027" y="180047"/>
                      <a:pt x="205550" y="174713"/>
                      <a:pt x="200025" y="168521"/>
                    </a:cubicBezTo>
                    <a:cubicBezTo>
                      <a:pt x="194405" y="162425"/>
                      <a:pt x="189738" y="155472"/>
                      <a:pt x="186118" y="147947"/>
                    </a:cubicBezTo>
                    <a:close/>
                    <a:moveTo>
                      <a:pt x="28194" y="306348"/>
                    </a:moveTo>
                    <a:lnTo>
                      <a:pt x="168211" y="179380"/>
                    </a:lnTo>
                    <a:cubicBezTo>
                      <a:pt x="170783" y="182904"/>
                      <a:pt x="173641" y="186428"/>
                      <a:pt x="176593" y="189667"/>
                    </a:cubicBezTo>
                    <a:cubicBezTo>
                      <a:pt x="179641" y="193001"/>
                      <a:pt x="182785" y="196144"/>
                      <a:pt x="186118" y="199097"/>
                    </a:cubicBezTo>
                    <a:lnTo>
                      <a:pt x="45910" y="326255"/>
                    </a:lnTo>
                    <a:cubicBezTo>
                      <a:pt x="45910" y="326255"/>
                      <a:pt x="40672" y="317778"/>
                      <a:pt x="28194" y="30634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57" name="Google Shape;3557;p97"/>
              <p:cNvSpPr/>
              <p:nvPr/>
            </p:nvSpPr>
            <p:spPr>
              <a:xfrm>
                <a:off x="6647337" y="3148429"/>
                <a:ext cx="226964" cy="226936"/>
              </a:xfrm>
              <a:custGeom>
                <a:avLst/>
                <a:gdLst/>
                <a:ahLst/>
                <a:cxnLst/>
                <a:rect l="l" t="t" r="r" b="b"/>
                <a:pathLst>
                  <a:path w="226964" h="226936" extrusionOk="0">
                    <a:moveTo>
                      <a:pt x="160148" y="10124"/>
                    </a:moveTo>
                    <a:cubicBezTo>
                      <a:pt x="103093" y="-15689"/>
                      <a:pt x="35942" y="9552"/>
                      <a:pt x="10129" y="66607"/>
                    </a:cubicBezTo>
                    <a:cubicBezTo>
                      <a:pt x="-2063" y="93467"/>
                      <a:pt x="-3301" y="124043"/>
                      <a:pt x="6700" y="151856"/>
                    </a:cubicBezTo>
                    <a:cubicBezTo>
                      <a:pt x="8510" y="156809"/>
                      <a:pt x="12605" y="160619"/>
                      <a:pt x="17749" y="161857"/>
                    </a:cubicBezTo>
                    <a:cubicBezTo>
                      <a:pt x="22892" y="163000"/>
                      <a:pt x="28226" y="161666"/>
                      <a:pt x="32227" y="158237"/>
                    </a:cubicBezTo>
                    <a:lnTo>
                      <a:pt x="82328" y="112708"/>
                    </a:lnTo>
                    <a:cubicBezTo>
                      <a:pt x="86519" y="108898"/>
                      <a:pt x="92044" y="106993"/>
                      <a:pt x="97664" y="107279"/>
                    </a:cubicBezTo>
                    <a:cubicBezTo>
                      <a:pt x="109379" y="107850"/>
                      <a:pt x="118333" y="117661"/>
                      <a:pt x="117857" y="129377"/>
                    </a:cubicBezTo>
                    <a:cubicBezTo>
                      <a:pt x="117571" y="134996"/>
                      <a:pt x="115094" y="140330"/>
                      <a:pt x="110903" y="144140"/>
                    </a:cubicBezTo>
                    <a:lnTo>
                      <a:pt x="60611" y="189670"/>
                    </a:lnTo>
                    <a:cubicBezTo>
                      <a:pt x="54230" y="195575"/>
                      <a:pt x="53753" y="205577"/>
                      <a:pt x="59659" y="211958"/>
                    </a:cubicBezTo>
                    <a:cubicBezTo>
                      <a:pt x="60992" y="213482"/>
                      <a:pt x="62707" y="214625"/>
                      <a:pt x="64517" y="215578"/>
                    </a:cubicBezTo>
                    <a:cubicBezTo>
                      <a:pt x="120619" y="242819"/>
                      <a:pt x="188246" y="219388"/>
                      <a:pt x="215488" y="163190"/>
                    </a:cubicBezTo>
                    <a:cubicBezTo>
                      <a:pt x="228632" y="136139"/>
                      <a:pt x="230633" y="102897"/>
                      <a:pt x="220727" y="74513"/>
                    </a:cubicBezTo>
                    <a:moveTo>
                      <a:pt x="187580" y="78894"/>
                    </a:moveTo>
                    <a:cubicBezTo>
                      <a:pt x="206344" y="120042"/>
                      <a:pt x="188151" y="168715"/>
                      <a:pt x="147003" y="187479"/>
                    </a:cubicBezTo>
                    <a:cubicBezTo>
                      <a:pt x="133097" y="193861"/>
                      <a:pt x="117666" y="196147"/>
                      <a:pt x="102521" y="194147"/>
                    </a:cubicBezTo>
                    <a:lnTo>
                      <a:pt x="131954" y="167477"/>
                    </a:lnTo>
                    <a:cubicBezTo>
                      <a:pt x="153385" y="147855"/>
                      <a:pt x="155004" y="114708"/>
                      <a:pt x="135573" y="93086"/>
                    </a:cubicBezTo>
                    <a:cubicBezTo>
                      <a:pt x="116142" y="71465"/>
                      <a:pt x="82900" y="69750"/>
                      <a:pt x="61278" y="89181"/>
                    </a:cubicBezTo>
                    <a:cubicBezTo>
                      <a:pt x="61183" y="89181"/>
                      <a:pt x="61088" y="89372"/>
                      <a:pt x="60992" y="89467"/>
                    </a:cubicBezTo>
                    <a:lnTo>
                      <a:pt x="31655" y="116137"/>
                    </a:lnTo>
                    <a:cubicBezTo>
                      <a:pt x="30798" y="92229"/>
                      <a:pt x="40514" y="69179"/>
                      <a:pt x="58325" y="53272"/>
                    </a:cubicBezTo>
                    <a:cubicBezTo>
                      <a:pt x="84519" y="28983"/>
                      <a:pt x="123572" y="24602"/>
                      <a:pt x="154528" y="42699"/>
                    </a:cubicBezTo>
                    <a:cubicBezTo>
                      <a:pt x="161672" y="46890"/>
                      <a:pt x="168149" y="52224"/>
                      <a:pt x="173673" y="58415"/>
                    </a:cubicBezTo>
                    <a:cubicBezTo>
                      <a:pt x="179293" y="64511"/>
                      <a:pt x="183960" y="71465"/>
                      <a:pt x="187580" y="7898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3558" name="Google Shape;3558;p97"/>
          <p:cNvGrpSpPr/>
          <p:nvPr/>
        </p:nvGrpSpPr>
        <p:grpSpPr>
          <a:xfrm>
            <a:off x="3618079" y="3322994"/>
            <a:ext cx="300144" cy="300192"/>
            <a:chOff x="8099839" y="2806509"/>
            <a:chExt cx="533590" cy="533675"/>
          </a:xfrm>
        </p:grpSpPr>
        <p:sp>
          <p:nvSpPr>
            <p:cNvPr id="3559" name="Google Shape;3559;p97"/>
            <p:cNvSpPr/>
            <p:nvPr/>
          </p:nvSpPr>
          <p:spPr>
            <a:xfrm>
              <a:off x="8131759" y="3063875"/>
              <a:ext cx="501670" cy="276309"/>
            </a:xfrm>
            <a:custGeom>
              <a:avLst/>
              <a:gdLst/>
              <a:ahLst/>
              <a:cxnLst/>
              <a:rect l="l" t="t" r="r" b="b"/>
              <a:pathLst>
                <a:path w="501670" h="276309" extrusionOk="0">
                  <a:moveTo>
                    <a:pt x="501290" y="17812"/>
                  </a:moveTo>
                  <a:cubicBezTo>
                    <a:pt x="501290" y="17812"/>
                    <a:pt x="501290" y="17431"/>
                    <a:pt x="501290" y="17240"/>
                  </a:cubicBezTo>
                  <a:cubicBezTo>
                    <a:pt x="501099" y="16097"/>
                    <a:pt x="500814" y="14954"/>
                    <a:pt x="500433" y="13906"/>
                  </a:cubicBezTo>
                  <a:cubicBezTo>
                    <a:pt x="500433" y="13716"/>
                    <a:pt x="500337" y="13621"/>
                    <a:pt x="500242" y="13430"/>
                  </a:cubicBezTo>
                  <a:cubicBezTo>
                    <a:pt x="499861" y="12287"/>
                    <a:pt x="499290" y="11240"/>
                    <a:pt x="498718" y="10192"/>
                  </a:cubicBezTo>
                  <a:lnTo>
                    <a:pt x="498432" y="9716"/>
                  </a:lnTo>
                  <a:cubicBezTo>
                    <a:pt x="497766" y="8668"/>
                    <a:pt x="497004" y="7715"/>
                    <a:pt x="496242" y="6763"/>
                  </a:cubicBezTo>
                  <a:cubicBezTo>
                    <a:pt x="496242" y="6763"/>
                    <a:pt x="496146" y="6668"/>
                    <a:pt x="496051" y="6572"/>
                  </a:cubicBezTo>
                  <a:cubicBezTo>
                    <a:pt x="496051" y="6572"/>
                    <a:pt x="495956" y="6572"/>
                    <a:pt x="495861" y="6477"/>
                  </a:cubicBezTo>
                  <a:cubicBezTo>
                    <a:pt x="495003" y="5620"/>
                    <a:pt x="494051" y="4763"/>
                    <a:pt x="493098" y="4001"/>
                  </a:cubicBezTo>
                  <a:lnTo>
                    <a:pt x="492717" y="3715"/>
                  </a:lnTo>
                  <a:cubicBezTo>
                    <a:pt x="491765" y="3048"/>
                    <a:pt x="490622" y="2381"/>
                    <a:pt x="489574" y="1905"/>
                  </a:cubicBezTo>
                  <a:lnTo>
                    <a:pt x="489193" y="1715"/>
                  </a:lnTo>
                  <a:cubicBezTo>
                    <a:pt x="488050" y="1238"/>
                    <a:pt x="486907" y="857"/>
                    <a:pt x="485764" y="571"/>
                  </a:cubicBezTo>
                  <a:lnTo>
                    <a:pt x="485383" y="571"/>
                  </a:lnTo>
                  <a:cubicBezTo>
                    <a:pt x="484240" y="191"/>
                    <a:pt x="483097" y="95"/>
                    <a:pt x="481859" y="0"/>
                  </a:cubicBezTo>
                  <a:lnTo>
                    <a:pt x="396610" y="0"/>
                  </a:lnTo>
                  <a:cubicBezTo>
                    <a:pt x="385180" y="0"/>
                    <a:pt x="375846" y="9334"/>
                    <a:pt x="375846" y="20765"/>
                  </a:cubicBezTo>
                  <a:cubicBezTo>
                    <a:pt x="375846" y="32195"/>
                    <a:pt x="385180" y="41529"/>
                    <a:pt x="396610" y="41529"/>
                  </a:cubicBezTo>
                  <a:lnTo>
                    <a:pt x="427947" y="41529"/>
                  </a:lnTo>
                  <a:lnTo>
                    <a:pt x="319362" y="142494"/>
                  </a:lnTo>
                  <a:lnTo>
                    <a:pt x="226398" y="68104"/>
                  </a:lnTo>
                  <a:cubicBezTo>
                    <a:pt x="218493" y="61817"/>
                    <a:pt x="207158" y="62103"/>
                    <a:pt x="199633" y="68771"/>
                  </a:cubicBezTo>
                  <a:lnTo>
                    <a:pt x="7228" y="239840"/>
                  </a:lnTo>
                  <a:cubicBezTo>
                    <a:pt x="-1440" y="247269"/>
                    <a:pt x="-2487" y="260414"/>
                    <a:pt x="5037" y="269081"/>
                  </a:cubicBezTo>
                  <a:cubicBezTo>
                    <a:pt x="12467" y="277749"/>
                    <a:pt x="25611" y="278797"/>
                    <a:pt x="34279" y="271272"/>
                  </a:cubicBezTo>
                  <a:cubicBezTo>
                    <a:pt x="34470" y="271082"/>
                    <a:pt x="34660" y="270986"/>
                    <a:pt x="34851" y="270796"/>
                  </a:cubicBezTo>
                  <a:lnTo>
                    <a:pt x="214206" y="111347"/>
                  </a:lnTo>
                  <a:lnTo>
                    <a:pt x="307456" y="185928"/>
                  </a:lnTo>
                  <a:cubicBezTo>
                    <a:pt x="315457" y="192405"/>
                    <a:pt x="326982" y="191929"/>
                    <a:pt x="334602" y="184880"/>
                  </a:cubicBezTo>
                  <a:lnTo>
                    <a:pt x="460142" y="68294"/>
                  </a:lnTo>
                  <a:lnTo>
                    <a:pt x="460142" y="105727"/>
                  </a:lnTo>
                  <a:cubicBezTo>
                    <a:pt x="460142" y="117157"/>
                    <a:pt x="469476" y="126492"/>
                    <a:pt x="480906" y="126492"/>
                  </a:cubicBezTo>
                  <a:cubicBezTo>
                    <a:pt x="492336" y="126492"/>
                    <a:pt x="501671" y="117157"/>
                    <a:pt x="501671" y="105727"/>
                  </a:cubicBezTo>
                  <a:lnTo>
                    <a:pt x="501671" y="20669"/>
                  </a:lnTo>
                  <a:cubicBezTo>
                    <a:pt x="501671" y="19717"/>
                    <a:pt x="501671" y="18669"/>
                    <a:pt x="501385" y="1771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60" name="Google Shape;3560;p97"/>
            <p:cNvSpPr/>
            <p:nvPr/>
          </p:nvSpPr>
          <p:spPr>
            <a:xfrm>
              <a:off x="8099839" y="2806509"/>
              <a:ext cx="405003" cy="384451"/>
            </a:xfrm>
            <a:custGeom>
              <a:avLst/>
              <a:gdLst/>
              <a:ahLst/>
              <a:cxnLst/>
              <a:rect l="l" t="t" r="r" b="b"/>
              <a:pathLst>
                <a:path w="405003" h="384451" extrusionOk="0">
                  <a:moveTo>
                    <a:pt x="107442" y="381476"/>
                  </a:moveTo>
                  <a:cubicBezTo>
                    <a:pt x="117253" y="387382"/>
                    <a:pt x="130016" y="384239"/>
                    <a:pt x="135922" y="374333"/>
                  </a:cubicBezTo>
                  <a:cubicBezTo>
                    <a:pt x="141827" y="364522"/>
                    <a:pt x="138684" y="351758"/>
                    <a:pt x="128778" y="345853"/>
                  </a:cubicBezTo>
                  <a:cubicBezTo>
                    <a:pt x="128207" y="345472"/>
                    <a:pt x="127540" y="345186"/>
                    <a:pt x="126873" y="344900"/>
                  </a:cubicBezTo>
                  <a:cubicBezTo>
                    <a:pt x="48292" y="303181"/>
                    <a:pt x="18383" y="205740"/>
                    <a:pt x="60103" y="127159"/>
                  </a:cubicBezTo>
                  <a:cubicBezTo>
                    <a:pt x="101822" y="48578"/>
                    <a:pt x="199263" y="18669"/>
                    <a:pt x="277844" y="60388"/>
                  </a:cubicBezTo>
                  <a:cubicBezTo>
                    <a:pt x="356426" y="102108"/>
                    <a:pt x="386334" y="199549"/>
                    <a:pt x="344615" y="278130"/>
                  </a:cubicBezTo>
                  <a:cubicBezTo>
                    <a:pt x="341471" y="284131"/>
                    <a:pt x="337852" y="289941"/>
                    <a:pt x="333947" y="295466"/>
                  </a:cubicBezTo>
                  <a:cubicBezTo>
                    <a:pt x="327184" y="304705"/>
                    <a:pt x="329279" y="317754"/>
                    <a:pt x="338519" y="324422"/>
                  </a:cubicBezTo>
                  <a:cubicBezTo>
                    <a:pt x="347758" y="331184"/>
                    <a:pt x="360807" y="329089"/>
                    <a:pt x="367570" y="319850"/>
                  </a:cubicBezTo>
                  <a:cubicBezTo>
                    <a:pt x="367665" y="319659"/>
                    <a:pt x="367760" y="319564"/>
                    <a:pt x="367856" y="319373"/>
                  </a:cubicBezTo>
                  <a:cubicBezTo>
                    <a:pt x="392144" y="285178"/>
                    <a:pt x="405098" y="244316"/>
                    <a:pt x="405003" y="202502"/>
                  </a:cubicBezTo>
                  <a:cubicBezTo>
                    <a:pt x="405003" y="90869"/>
                    <a:pt x="314135" y="0"/>
                    <a:pt x="202502" y="0"/>
                  </a:cubicBezTo>
                  <a:cubicBezTo>
                    <a:pt x="90869" y="0"/>
                    <a:pt x="0" y="90964"/>
                    <a:pt x="0" y="202597"/>
                  </a:cubicBezTo>
                  <a:cubicBezTo>
                    <a:pt x="0" y="277559"/>
                    <a:pt x="41243" y="346329"/>
                    <a:pt x="107442" y="38147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61" name="Google Shape;3561;p97"/>
            <p:cNvSpPr/>
            <p:nvPr/>
          </p:nvSpPr>
          <p:spPr>
            <a:xfrm>
              <a:off x="8252103" y="2897844"/>
              <a:ext cx="100862" cy="221565"/>
            </a:xfrm>
            <a:custGeom>
              <a:avLst/>
              <a:gdLst/>
              <a:ahLst/>
              <a:cxnLst/>
              <a:rect l="l" t="t" r="r" b="b"/>
              <a:pathLst>
                <a:path w="100862" h="221565" extrusionOk="0">
                  <a:moveTo>
                    <a:pt x="50333" y="52397"/>
                  </a:moveTo>
                  <a:cubicBezTo>
                    <a:pt x="62716" y="52397"/>
                    <a:pt x="72812" y="62494"/>
                    <a:pt x="72812" y="74876"/>
                  </a:cubicBezTo>
                  <a:cubicBezTo>
                    <a:pt x="72527" y="82496"/>
                    <a:pt x="78623" y="88878"/>
                    <a:pt x="86243" y="89164"/>
                  </a:cubicBezTo>
                  <a:cubicBezTo>
                    <a:pt x="93863" y="89449"/>
                    <a:pt x="100244" y="83353"/>
                    <a:pt x="100530" y="75733"/>
                  </a:cubicBezTo>
                  <a:cubicBezTo>
                    <a:pt x="100530" y="75448"/>
                    <a:pt x="100530" y="75162"/>
                    <a:pt x="100530" y="74876"/>
                  </a:cubicBezTo>
                  <a:cubicBezTo>
                    <a:pt x="100530" y="52492"/>
                    <a:pt x="85671" y="32871"/>
                    <a:pt x="64145" y="26680"/>
                  </a:cubicBezTo>
                  <a:lnTo>
                    <a:pt x="64145" y="14297"/>
                  </a:lnTo>
                  <a:cubicBezTo>
                    <a:pt x="64430" y="6677"/>
                    <a:pt x="58334" y="295"/>
                    <a:pt x="50714" y="10"/>
                  </a:cubicBezTo>
                  <a:cubicBezTo>
                    <a:pt x="43094" y="-276"/>
                    <a:pt x="36713" y="5820"/>
                    <a:pt x="36427" y="13440"/>
                  </a:cubicBezTo>
                  <a:cubicBezTo>
                    <a:pt x="36427" y="13726"/>
                    <a:pt x="36427" y="14011"/>
                    <a:pt x="36427" y="14297"/>
                  </a:cubicBezTo>
                  <a:lnTo>
                    <a:pt x="36427" y="26680"/>
                  </a:lnTo>
                  <a:cubicBezTo>
                    <a:pt x="9757" y="34204"/>
                    <a:pt x="-5674" y="62017"/>
                    <a:pt x="1946" y="88592"/>
                  </a:cubicBezTo>
                  <a:cubicBezTo>
                    <a:pt x="8042" y="110214"/>
                    <a:pt x="27854" y="125073"/>
                    <a:pt x="50333" y="124978"/>
                  </a:cubicBezTo>
                  <a:cubicBezTo>
                    <a:pt x="62811" y="124978"/>
                    <a:pt x="72908" y="135074"/>
                    <a:pt x="72908" y="147457"/>
                  </a:cubicBezTo>
                  <a:cubicBezTo>
                    <a:pt x="72908" y="159934"/>
                    <a:pt x="62811" y="170031"/>
                    <a:pt x="50429" y="170031"/>
                  </a:cubicBezTo>
                  <a:cubicBezTo>
                    <a:pt x="38046" y="170031"/>
                    <a:pt x="27854" y="159934"/>
                    <a:pt x="27854" y="147552"/>
                  </a:cubicBezTo>
                  <a:cubicBezTo>
                    <a:pt x="27569" y="139932"/>
                    <a:pt x="21187" y="133931"/>
                    <a:pt x="13567" y="134122"/>
                  </a:cubicBezTo>
                  <a:cubicBezTo>
                    <a:pt x="6233" y="134312"/>
                    <a:pt x="422" y="140218"/>
                    <a:pt x="137" y="147552"/>
                  </a:cubicBezTo>
                  <a:cubicBezTo>
                    <a:pt x="137" y="169936"/>
                    <a:pt x="14996" y="189557"/>
                    <a:pt x="36522" y="195748"/>
                  </a:cubicBezTo>
                  <a:lnTo>
                    <a:pt x="36522" y="208131"/>
                  </a:lnTo>
                  <a:cubicBezTo>
                    <a:pt x="36808" y="215751"/>
                    <a:pt x="43190" y="221752"/>
                    <a:pt x="50810" y="221561"/>
                  </a:cubicBezTo>
                  <a:cubicBezTo>
                    <a:pt x="58144" y="221371"/>
                    <a:pt x="63954" y="215465"/>
                    <a:pt x="64240" y="208131"/>
                  </a:cubicBezTo>
                  <a:lnTo>
                    <a:pt x="64240" y="195748"/>
                  </a:lnTo>
                  <a:cubicBezTo>
                    <a:pt x="90910" y="188319"/>
                    <a:pt x="106436" y="160601"/>
                    <a:pt x="99006" y="133931"/>
                  </a:cubicBezTo>
                  <a:cubicBezTo>
                    <a:pt x="92910" y="112119"/>
                    <a:pt x="73003" y="97165"/>
                    <a:pt x="50429" y="97355"/>
                  </a:cubicBezTo>
                  <a:cubicBezTo>
                    <a:pt x="38046" y="97069"/>
                    <a:pt x="28140" y="86687"/>
                    <a:pt x="28521" y="74305"/>
                  </a:cubicBezTo>
                  <a:cubicBezTo>
                    <a:pt x="28807" y="62303"/>
                    <a:pt x="38427" y="52683"/>
                    <a:pt x="50429" y="52397"/>
                  </a:cubicBezTo>
                  <a:lnTo>
                    <a:pt x="50429" y="5239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562" name="Google Shape;3562;p97"/>
          <p:cNvSpPr/>
          <p:nvPr/>
        </p:nvSpPr>
        <p:spPr>
          <a:xfrm>
            <a:off x="5208395" y="2546422"/>
            <a:ext cx="290460" cy="291679"/>
          </a:xfrm>
          <a:custGeom>
            <a:avLst/>
            <a:gdLst/>
            <a:ahLst/>
            <a:cxnLst/>
            <a:rect l="l" t="t" r="r" b="b"/>
            <a:pathLst>
              <a:path w="516374" h="518540" extrusionOk="0">
                <a:moveTo>
                  <a:pt x="498479" y="411575"/>
                </a:moveTo>
                <a:lnTo>
                  <a:pt x="372177" y="284798"/>
                </a:lnTo>
                <a:lnTo>
                  <a:pt x="363891" y="276511"/>
                </a:lnTo>
                <a:cubicBezTo>
                  <a:pt x="398562" y="204788"/>
                  <a:pt x="386560" y="115824"/>
                  <a:pt x="327315" y="56388"/>
                </a:cubicBezTo>
                <a:cubicBezTo>
                  <a:pt x="291120" y="20003"/>
                  <a:pt x="242923" y="0"/>
                  <a:pt x="191679" y="0"/>
                </a:cubicBezTo>
                <a:lnTo>
                  <a:pt x="191679" y="0"/>
                </a:lnTo>
                <a:cubicBezTo>
                  <a:pt x="140434" y="0"/>
                  <a:pt x="92333" y="20003"/>
                  <a:pt x="56043" y="56388"/>
                </a:cubicBezTo>
                <a:cubicBezTo>
                  <a:pt x="-18633" y="131350"/>
                  <a:pt x="-18729" y="253365"/>
                  <a:pt x="56043" y="328422"/>
                </a:cubicBezTo>
                <a:cubicBezTo>
                  <a:pt x="92238" y="364712"/>
                  <a:pt x="140434" y="384810"/>
                  <a:pt x="191679" y="384810"/>
                </a:cubicBezTo>
                <a:lnTo>
                  <a:pt x="191679" y="384810"/>
                </a:lnTo>
                <a:cubicBezTo>
                  <a:pt x="221111" y="384810"/>
                  <a:pt x="249400" y="378047"/>
                  <a:pt x="275118" y="365474"/>
                </a:cubicBezTo>
                <a:lnTo>
                  <a:pt x="283214" y="373571"/>
                </a:lnTo>
                <a:lnTo>
                  <a:pt x="409515" y="500444"/>
                </a:lnTo>
                <a:cubicBezTo>
                  <a:pt x="421136" y="512159"/>
                  <a:pt x="436662" y="518541"/>
                  <a:pt x="453140" y="518541"/>
                </a:cubicBezTo>
                <a:cubicBezTo>
                  <a:pt x="469618" y="518541"/>
                  <a:pt x="485049" y="512159"/>
                  <a:pt x="496669" y="500444"/>
                </a:cubicBezTo>
                <a:lnTo>
                  <a:pt x="498288" y="498824"/>
                </a:lnTo>
                <a:cubicBezTo>
                  <a:pt x="522387" y="474726"/>
                  <a:pt x="522387" y="435578"/>
                  <a:pt x="498384" y="411480"/>
                </a:cubicBezTo>
                <a:close/>
                <a:moveTo>
                  <a:pt x="191679" y="346710"/>
                </a:moveTo>
                <a:cubicBezTo>
                  <a:pt x="150626" y="346710"/>
                  <a:pt x="112050" y="330708"/>
                  <a:pt x="83094" y="301562"/>
                </a:cubicBezTo>
                <a:cubicBezTo>
                  <a:pt x="23181" y="241364"/>
                  <a:pt x="23181" y="143447"/>
                  <a:pt x="83094" y="83344"/>
                </a:cubicBezTo>
                <a:cubicBezTo>
                  <a:pt x="112145" y="54197"/>
                  <a:pt x="150626" y="38195"/>
                  <a:pt x="191679" y="38195"/>
                </a:cubicBezTo>
                <a:cubicBezTo>
                  <a:pt x="232731" y="38195"/>
                  <a:pt x="271308" y="54197"/>
                  <a:pt x="300359" y="83344"/>
                </a:cubicBezTo>
                <a:lnTo>
                  <a:pt x="300359" y="83344"/>
                </a:lnTo>
                <a:cubicBezTo>
                  <a:pt x="360271" y="143542"/>
                  <a:pt x="360271" y="241364"/>
                  <a:pt x="300359" y="301562"/>
                </a:cubicBezTo>
                <a:cubicBezTo>
                  <a:pt x="271308" y="330708"/>
                  <a:pt x="232731" y="346710"/>
                  <a:pt x="191774" y="346710"/>
                </a:cubicBezTo>
                <a:lnTo>
                  <a:pt x="191774" y="346710"/>
                </a:lnTo>
                <a:close/>
                <a:moveTo>
                  <a:pt x="471523" y="471869"/>
                </a:moveTo>
                <a:lnTo>
                  <a:pt x="469809" y="473583"/>
                </a:lnTo>
                <a:cubicBezTo>
                  <a:pt x="465237" y="478155"/>
                  <a:pt x="459236" y="480441"/>
                  <a:pt x="453140" y="480441"/>
                </a:cubicBezTo>
                <a:cubicBezTo>
                  <a:pt x="447044" y="480441"/>
                  <a:pt x="441138" y="478155"/>
                  <a:pt x="436566" y="473583"/>
                </a:cubicBezTo>
                <a:lnTo>
                  <a:pt x="310265" y="346710"/>
                </a:lnTo>
                <a:lnTo>
                  <a:pt x="331887" y="326993"/>
                </a:lnTo>
                <a:lnTo>
                  <a:pt x="345222" y="311753"/>
                </a:lnTo>
                <a:lnTo>
                  <a:pt x="471523" y="438531"/>
                </a:lnTo>
                <a:cubicBezTo>
                  <a:pt x="480762" y="447770"/>
                  <a:pt x="480667" y="462725"/>
                  <a:pt x="471523" y="47186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563" name="Google Shape;3563;p97"/>
          <p:cNvGrpSpPr/>
          <p:nvPr/>
        </p:nvGrpSpPr>
        <p:grpSpPr>
          <a:xfrm>
            <a:off x="3630285" y="1766540"/>
            <a:ext cx="277749" cy="294980"/>
            <a:chOff x="3003264" y="4386204"/>
            <a:chExt cx="493776" cy="524409"/>
          </a:xfrm>
        </p:grpSpPr>
        <p:sp>
          <p:nvSpPr>
            <p:cNvPr id="3564" name="Google Shape;3564;p97"/>
            <p:cNvSpPr/>
            <p:nvPr/>
          </p:nvSpPr>
          <p:spPr>
            <a:xfrm>
              <a:off x="3062470" y="4532068"/>
              <a:ext cx="434570" cy="378545"/>
            </a:xfrm>
            <a:custGeom>
              <a:avLst/>
              <a:gdLst/>
              <a:ahLst/>
              <a:cxnLst/>
              <a:rect l="l" t="t" r="r" b="b"/>
              <a:pathLst>
                <a:path w="434570" h="378545" extrusionOk="0">
                  <a:moveTo>
                    <a:pt x="410948" y="10880"/>
                  </a:moveTo>
                  <a:cubicBezTo>
                    <a:pt x="406471" y="1355"/>
                    <a:pt x="395041" y="-2645"/>
                    <a:pt x="385612" y="1832"/>
                  </a:cubicBezTo>
                  <a:cubicBezTo>
                    <a:pt x="376087" y="6308"/>
                    <a:pt x="372086" y="17738"/>
                    <a:pt x="376563" y="27168"/>
                  </a:cubicBezTo>
                  <a:cubicBezTo>
                    <a:pt x="389803" y="54981"/>
                    <a:pt x="396470" y="84794"/>
                    <a:pt x="396470" y="115846"/>
                  </a:cubicBezTo>
                  <a:cubicBezTo>
                    <a:pt x="396470" y="230051"/>
                    <a:pt x="303601" y="322919"/>
                    <a:pt x="189397" y="322919"/>
                  </a:cubicBezTo>
                  <a:cubicBezTo>
                    <a:pt x="143867" y="322919"/>
                    <a:pt x="100433" y="308060"/>
                    <a:pt x="64714" y="280914"/>
                  </a:cubicBezTo>
                  <a:lnTo>
                    <a:pt x="122341" y="264341"/>
                  </a:lnTo>
                  <a:cubicBezTo>
                    <a:pt x="132437" y="261388"/>
                    <a:pt x="138247" y="250910"/>
                    <a:pt x="135390" y="240719"/>
                  </a:cubicBezTo>
                  <a:cubicBezTo>
                    <a:pt x="132437" y="230622"/>
                    <a:pt x="121864" y="224812"/>
                    <a:pt x="111768" y="227669"/>
                  </a:cubicBezTo>
                  <a:lnTo>
                    <a:pt x="24424" y="252815"/>
                  </a:lnTo>
                  <a:cubicBezTo>
                    <a:pt x="17089" y="254911"/>
                    <a:pt x="11755" y="261197"/>
                    <a:pt x="10803" y="268817"/>
                  </a:cubicBezTo>
                  <a:lnTo>
                    <a:pt x="135" y="357209"/>
                  </a:lnTo>
                  <a:cubicBezTo>
                    <a:pt x="-1103" y="367687"/>
                    <a:pt x="6326" y="377117"/>
                    <a:pt x="16708" y="378450"/>
                  </a:cubicBezTo>
                  <a:cubicBezTo>
                    <a:pt x="17470" y="378545"/>
                    <a:pt x="18232" y="378545"/>
                    <a:pt x="18994" y="378545"/>
                  </a:cubicBezTo>
                  <a:cubicBezTo>
                    <a:pt x="28519" y="378545"/>
                    <a:pt x="36711" y="371497"/>
                    <a:pt x="37854" y="361781"/>
                  </a:cubicBezTo>
                  <a:lnTo>
                    <a:pt x="43759" y="312918"/>
                  </a:lnTo>
                  <a:cubicBezTo>
                    <a:pt x="85669" y="343970"/>
                    <a:pt x="136342" y="360829"/>
                    <a:pt x="189397" y="360829"/>
                  </a:cubicBezTo>
                  <a:cubicBezTo>
                    <a:pt x="324652" y="360829"/>
                    <a:pt x="434570" y="250815"/>
                    <a:pt x="434570" y="115655"/>
                  </a:cubicBezTo>
                  <a:cubicBezTo>
                    <a:pt x="434570" y="78889"/>
                    <a:pt x="426664" y="43551"/>
                    <a:pt x="411043" y="1069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65" name="Google Shape;3565;p97"/>
            <p:cNvSpPr/>
            <p:nvPr/>
          </p:nvSpPr>
          <p:spPr>
            <a:xfrm>
              <a:off x="3003264" y="4386204"/>
              <a:ext cx="434665" cy="378676"/>
            </a:xfrm>
            <a:custGeom>
              <a:avLst/>
              <a:gdLst/>
              <a:ahLst/>
              <a:cxnLst/>
              <a:rect l="l" t="t" r="r" b="b"/>
              <a:pathLst>
                <a:path w="434665" h="378676" extrusionOk="0">
                  <a:moveTo>
                    <a:pt x="58103" y="351435"/>
                  </a:moveTo>
                  <a:cubicBezTo>
                    <a:pt x="44863" y="323622"/>
                    <a:pt x="38195" y="293809"/>
                    <a:pt x="38195" y="262758"/>
                  </a:cubicBezTo>
                  <a:cubicBezTo>
                    <a:pt x="38195" y="148553"/>
                    <a:pt x="131064" y="55684"/>
                    <a:pt x="245269" y="55684"/>
                  </a:cubicBezTo>
                  <a:cubicBezTo>
                    <a:pt x="290798" y="55684"/>
                    <a:pt x="334232" y="70543"/>
                    <a:pt x="369951" y="97689"/>
                  </a:cubicBezTo>
                  <a:lnTo>
                    <a:pt x="312325" y="114263"/>
                  </a:lnTo>
                  <a:cubicBezTo>
                    <a:pt x="302228" y="117215"/>
                    <a:pt x="296418" y="127693"/>
                    <a:pt x="299276" y="137885"/>
                  </a:cubicBezTo>
                  <a:cubicBezTo>
                    <a:pt x="301657" y="146267"/>
                    <a:pt x="309277" y="151696"/>
                    <a:pt x="317564" y="151696"/>
                  </a:cubicBezTo>
                  <a:cubicBezTo>
                    <a:pt x="319278" y="151696"/>
                    <a:pt x="321088" y="151410"/>
                    <a:pt x="322898" y="150934"/>
                  </a:cubicBezTo>
                  <a:lnTo>
                    <a:pt x="410242" y="125788"/>
                  </a:lnTo>
                  <a:cubicBezTo>
                    <a:pt x="417576" y="123692"/>
                    <a:pt x="422910" y="117406"/>
                    <a:pt x="423863" y="109786"/>
                  </a:cubicBezTo>
                  <a:lnTo>
                    <a:pt x="434531" y="21394"/>
                  </a:lnTo>
                  <a:cubicBezTo>
                    <a:pt x="435769" y="10916"/>
                    <a:pt x="428339" y="1487"/>
                    <a:pt x="417957" y="153"/>
                  </a:cubicBezTo>
                  <a:cubicBezTo>
                    <a:pt x="407384" y="-1180"/>
                    <a:pt x="398050" y="6344"/>
                    <a:pt x="396716" y="16727"/>
                  </a:cubicBezTo>
                  <a:lnTo>
                    <a:pt x="390811" y="65590"/>
                  </a:lnTo>
                  <a:cubicBezTo>
                    <a:pt x="348901" y="34538"/>
                    <a:pt x="298228" y="17679"/>
                    <a:pt x="245174" y="17679"/>
                  </a:cubicBezTo>
                  <a:cubicBezTo>
                    <a:pt x="109919" y="17679"/>
                    <a:pt x="0" y="127693"/>
                    <a:pt x="0" y="262853"/>
                  </a:cubicBezTo>
                  <a:cubicBezTo>
                    <a:pt x="0" y="299619"/>
                    <a:pt x="7906" y="334862"/>
                    <a:pt x="23527" y="367818"/>
                  </a:cubicBezTo>
                  <a:cubicBezTo>
                    <a:pt x="26765" y="374676"/>
                    <a:pt x="33623" y="378677"/>
                    <a:pt x="40767" y="378677"/>
                  </a:cubicBezTo>
                  <a:cubicBezTo>
                    <a:pt x="43529" y="378677"/>
                    <a:pt x="46292" y="378105"/>
                    <a:pt x="48959" y="376867"/>
                  </a:cubicBezTo>
                  <a:cubicBezTo>
                    <a:pt x="58484" y="372390"/>
                    <a:pt x="62484" y="360960"/>
                    <a:pt x="58007" y="35153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66" name="Google Shape;3566;p97"/>
          <p:cNvGrpSpPr/>
          <p:nvPr/>
        </p:nvGrpSpPr>
        <p:grpSpPr>
          <a:xfrm>
            <a:off x="2040089" y="3326018"/>
            <a:ext cx="294679" cy="294680"/>
            <a:chOff x="2622202" y="290691"/>
            <a:chExt cx="523874" cy="523875"/>
          </a:xfrm>
        </p:grpSpPr>
        <p:sp>
          <p:nvSpPr>
            <p:cNvPr id="3567" name="Google Shape;3567;p97"/>
            <p:cNvSpPr/>
            <p:nvPr/>
          </p:nvSpPr>
          <p:spPr>
            <a:xfrm>
              <a:off x="2748130" y="429205"/>
              <a:ext cx="272239" cy="240676"/>
            </a:xfrm>
            <a:custGeom>
              <a:avLst/>
              <a:gdLst/>
              <a:ahLst/>
              <a:cxnLst/>
              <a:rect l="l" t="t" r="r" b="b"/>
              <a:pathLst>
                <a:path w="272239" h="240676" extrusionOk="0">
                  <a:moveTo>
                    <a:pt x="263835" y="3314"/>
                  </a:moveTo>
                  <a:cubicBezTo>
                    <a:pt x="255167" y="-2592"/>
                    <a:pt x="243261" y="-401"/>
                    <a:pt x="237356" y="8267"/>
                  </a:cubicBezTo>
                  <a:lnTo>
                    <a:pt x="111054" y="192195"/>
                  </a:lnTo>
                  <a:lnTo>
                    <a:pt x="32282" y="116471"/>
                  </a:lnTo>
                  <a:cubicBezTo>
                    <a:pt x="24758" y="109232"/>
                    <a:pt x="12661" y="109422"/>
                    <a:pt x="5327" y="117042"/>
                  </a:cubicBezTo>
                  <a:cubicBezTo>
                    <a:pt x="-2008" y="124662"/>
                    <a:pt x="-1722" y="136664"/>
                    <a:pt x="5898" y="143998"/>
                  </a:cubicBezTo>
                  <a:lnTo>
                    <a:pt x="100862" y="235343"/>
                  </a:lnTo>
                  <a:cubicBezTo>
                    <a:pt x="104387" y="238772"/>
                    <a:pt x="109149" y="240677"/>
                    <a:pt x="114102" y="240677"/>
                  </a:cubicBezTo>
                  <a:cubicBezTo>
                    <a:pt x="114769" y="240677"/>
                    <a:pt x="115340" y="240677"/>
                    <a:pt x="116007" y="240582"/>
                  </a:cubicBezTo>
                  <a:cubicBezTo>
                    <a:pt x="121532" y="240010"/>
                    <a:pt x="126580" y="237057"/>
                    <a:pt x="129818" y="232390"/>
                  </a:cubicBezTo>
                  <a:lnTo>
                    <a:pt x="268883" y="29984"/>
                  </a:lnTo>
                  <a:cubicBezTo>
                    <a:pt x="274884" y="21316"/>
                    <a:pt x="272598" y="9410"/>
                    <a:pt x="263930" y="350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68" name="Google Shape;3568;p97"/>
            <p:cNvSpPr/>
            <p:nvPr/>
          </p:nvSpPr>
          <p:spPr>
            <a:xfrm>
              <a:off x="2622202" y="290691"/>
              <a:ext cx="523874" cy="523875"/>
            </a:xfrm>
            <a:custGeom>
              <a:avLst/>
              <a:gdLst/>
              <a:ahLst/>
              <a:cxnLst/>
              <a:rect l="l" t="t" r="r" b="b"/>
              <a:pathLst>
                <a:path w="523874" h="523875" extrusionOk="0">
                  <a:moveTo>
                    <a:pt x="261937" y="0"/>
                  </a:moveTo>
                  <a:cubicBezTo>
                    <a:pt x="117538" y="0"/>
                    <a:pt x="0" y="117539"/>
                    <a:pt x="0" y="261938"/>
                  </a:cubicBezTo>
                  <a:cubicBezTo>
                    <a:pt x="0" y="406337"/>
                    <a:pt x="117538" y="523875"/>
                    <a:pt x="261937" y="523875"/>
                  </a:cubicBezTo>
                  <a:cubicBezTo>
                    <a:pt x="406337" y="523875"/>
                    <a:pt x="523875" y="406337"/>
                    <a:pt x="523875" y="261938"/>
                  </a:cubicBezTo>
                  <a:cubicBezTo>
                    <a:pt x="523875" y="117539"/>
                    <a:pt x="406432" y="0"/>
                    <a:pt x="261937" y="0"/>
                  </a:cubicBezTo>
                  <a:close/>
                  <a:moveTo>
                    <a:pt x="261937" y="485775"/>
                  </a:moveTo>
                  <a:cubicBezTo>
                    <a:pt x="138494" y="485775"/>
                    <a:pt x="38100" y="385382"/>
                    <a:pt x="38100" y="261938"/>
                  </a:cubicBezTo>
                  <a:cubicBezTo>
                    <a:pt x="38100" y="138494"/>
                    <a:pt x="138589" y="38100"/>
                    <a:pt x="261937" y="38100"/>
                  </a:cubicBezTo>
                  <a:cubicBezTo>
                    <a:pt x="385286" y="38100"/>
                    <a:pt x="485775" y="138494"/>
                    <a:pt x="485775" y="261938"/>
                  </a:cubicBezTo>
                  <a:cubicBezTo>
                    <a:pt x="485775" y="385382"/>
                    <a:pt x="385381" y="485775"/>
                    <a:pt x="261937" y="48577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69" name="Google Shape;3569;p97"/>
          <p:cNvGrpSpPr/>
          <p:nvPr/>
        </p:nvGrpSpPr>
        <p:grpSpPr>
          <a:xfrm>
            <a:off x="6789024" y="3391226"/>
            <a:ext cx="296661" cy="164263"/>
            <a:chOff x="3416132" y="391184"/>
            <a:chExt cx="527398" cy="292024"/>
          </a:xfrm>
        </p:grpSpPr>
        <p:sp>
          <p:nvSpPr>
            <p:cNvPr id="3570" name="Google Shape;3570;p97"/>
            <p:cNvSpPr/>
            <p:nvPr/>
          </p:nvSpPr>
          <p:spPr>
            <a:xfrm>
              <a:off x="3770466" y="429466"/>
              <a:ext cx="173064" cy="211641"/>
            </a:xfrm>
            <a:custGeom>
              <a:avLst/>
              <a:gdLst/>
              <a:ahLst/>
              <a:cxnLst/>
              <a:rect l="l" t="t" r="r" b="b"/>
              <a:pathLst>
                <a:path w="173064" h="211641" extrusionOk="0">
                  <a:moveTo>
                    <a:pt x="164302" y="89816"/>
                  </a:moveTo>
                  <a:lnTo>
                    <a:pt x="29333" y="3044"/>
                  </a:lnTo>
                  <a:cubicBezTo>
                    <a:pt x="20474" y="-2671"/>
                    <a:pt x="8663" y="-100"/>
                    <a:pt x="3044" y="8759"/>
                  </a:cubicBezTo>
                  <a:cubicBezTo>
                    <a:pt x="-2671" y="17617"/>
                    <a:pt x="-100" y="29428"/>
                    <a:pt x="8759" y="35048"/>
                  </a:cubicBezTo>
                  <a:lnTo>
                    <a:pt x="118868" y="105818"/>
                  </a:lnTo>
                  <a:lnTo>
                    <a:pt x="8759" y="176589"/>
                  </a:lnTo>
                  <a:cubicBezTo>
                    <a:pt x="-100" y="182304"/>
                    <a:pt x="-2671" y="194020"/>
                    <a:pt x="3044" y="202878"/>
                  </a:cubicBezTo>
                  <a:cubicBezTo>
                    <a:pt x="6663" y="208498"/>
                    <a:pt x="12854" y="211641"/>
                    <a:pt x="19046" y="211641"/>
                  </a:cubicBezTo>
                  <a:cubicBezTo>
                    <a:pt x="22570" y="211641"/>
                    <a:pt x="26094" y="210689"/>
                    <a:pt x="29333" y="208593"/>
                  </a:cubicBezTo>
                  <a:lnTo>
                    <a:pt x="164302" y="121820"/>
                  </a:lnTo>
                  <a:cubicBezTo>
                    <a:pt x="169731" y="118296"/>
                    <a:pt x="173065" y="112295"/>
                    <a:pt x="173065" y="105818"/>
                  </a:cubicBezTo>
                  <a:cubicBezTo>
                    <a:pt x="173065" y="99341"/>
                    <a:pt x="169731" y="93341"/>
                    <a:pt x="164302" y="8981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71" name="Google Shape;3571;p97"/>
            <p:cNvSpPr/>
            <p:nvPr/>
          </p:nvSpPr>
          <p:spPr>
            <a:xfrm>
              <a:off x="3416132" y="429466"/>
              <a:ext cx="173064" cy="211641"/>
            </a:xfrm>
            <a:custGeom>
              <a:avLst/>
              <a:gdLst/>
              <a:ahLst/>
              <a:cxnLst/>
              <a:rect l="l" t="t" r="r" b="b"/>
              <a:pathLst>
                <a:path w="173064" h="211641" extrusionOk="0">
                  <a:moveTo>
                    <a:pt x="170021" y="8759"/>
                  </a:moveTo>
                  <a:cubicBezTo>
                    <a:pt x="164306" y="-100"/>
                    <a:pt x="152591" y="-2671"/>
                    <a:pt x="143732" y="3044"/>
                  </a:cubicBezTo>
                  <a:lnTo>
                    <a:pt x="8763" y="89816"/>
                  </a:lnTo>
                  <a:cubicBezTo>
                    <a:pt x="3334" y="93341"/>
                    <a:pt x="0" y="99341"/>
                    <a:pt x="0" y="105818"/>
                  </a:cubicBezTo>
                  <a:cubicBezTo>
                    <a:pt x="0" y="112295"/>
                    <a:pt x="3334" y="118296"/>
                    <a:pt x="8763" y="121820"/>
                  </a:cubicBezTo>
                  <a:lnTo>
                    <a:pt x="143732" y="208593"/>
                  </a:lnTo>
                  <a:cubicBezTo>
                    <a:pt x="146875" y="210593"/>
                    <a:pt x="150495" y="211641"/>
                    <a:pt x="154019" y="211641"/>
                  </a:cubicBezTo>
                  <a:cubicBezTo>
                    <a:pt x="160306" y="211641"/>
                    <a:pt x="166402" y="208593"/>
                    <a:pt x="170021" y="202878"/>
                  </a:cubicBezTo>
                  <a:cubicBezTo>
                    <a:pt x="175736" y="194020"/>
                    <a:pt x="173165" y="182209"/>
                    <a:pt x="164306" y="176589"/>
                  </a:cubicBezTo>
                  <a:lnTo>
                    <a:pt x="54197" y="105818"/>
                  </a:lnTo>
                  <a:lnTo>
                    <a:pt x="164306" y="35048"/>
                  </a:lnTo>
                  <a:cubicBezTo>
                    <a:pt x="173165" y="29333"/>
                    <a:pt x="175736" y="17617"/>
                    <a:pt x="170021" y="875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72" name="Google Shape;3572;p97"/>
            <p:cNvSpPr/>
            <p:nvPr/>
          </p:nvSpPr>
          <p:spPr>
            <a:xfrm>
              <a:off x="3632267" y="391184"/>
              <a:ext cx="95320" cy="292024"/>
            </a:xfrm>
            <a:custGeom>
              <a:avLst/>
              <a:gdLst/>
              <a:ahLst/>
              <a:cxnLst/>
              <a:rect l="l" t="t" r="r" b="b"/>
              <a:pathLst>
                <a:path w="95320" h="292024" extrusionOk="0">
                  <a:moveTo>
                    <a:pt x="80474" y="464"/>
                  </a:moveTo>
                  <a:cubicBezTo>
                    <a:pt x="70187" y="-1822"/>
                    <a:pt x="59995" y="4559"/>
                    <a:pt x="57709" y="14846"/>
                  </a:cubicBezTo>
                  <a:lnTo>
                    <a:pt x="464" y="268783"/>
                  </a:lnTo>
                  <a:cubicBezTo>
                    <a:pt x="-1822" y="279070"/>
                    <a:pt x="4559" y="289262"/>
                    <a:pt x="14846" y="291548"/>
                  </a:cubicBezTo>
                  <a:cubicBezTo>
                    <a:pt x="16275" y="291834"/>
                    <a:pt x="17704" y="292024"/>
                    <a:pt x="19037" y="292024"/>
                  </a:cubicBezTo>
                  <a:cubicBezTo>
                    <a:pt x="27705" y="292024"/>
                    <a:pt x="35611" y="286023"/>
                    <a:pt x="37611" y="277165"/>
                  </a:cubicBezTo>
                  <a:lnTo>
                    <a:pt x="94856" y="23228"/>
                  </a:lnTo>
                  <a:cubicBezTo>
                    <a:pt x="97142" y="12941"/>
                    <a:pt x="90761" y="2750"/>
                    <a:pt x="80474" y="46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73" name="Google Shape;3573;p97"/>
          <p:cNvGrpSpPr/>
          <p:nvPr/>
        </p:nvGrpSpPr>
        <p:grpSpPr>
          <a:xfrm>
            <a:off x="3638556" y="2544635"/>
            <a:ext cx="261193" cy="295269"/>
            <a:chOff x="5774725" y="259813"/>
            <a:chExt cx="464344" cy="524922"/>
          </a:xfrm>
        </p:grpSpPr>
        <p:sp>
          <p:nvSpPr>
            <p:cNvPr id="3574" name="Google Shape;3574;p97"/>
            <p:cNvSpPr/>
            <p:nvPr/>
          </p:nvSpPr>
          <p:spPr>
            <a:xfrm>
              <a:off x="5774725" y="259813"/>
              <a:ext cx="464344" cy="524922"/>
            </a:xfrm>
            <a:custGeom>
              <a:avLst/>
              <a:gdLst/>
              <a:ahLst/>
              <a:cxnLst/>
              <a:rect l="l" t="t" r="r" b="b"/>
              <a:pathLst>
                <a:path w="464344" h="524922" extrusionOk="0">
                  <a:moveTo>
                    <a:pt x="438353" y="380048"/>
                  </a:moveTo>
                  <a:cubicBezTo>
                    <a:pt x="436448" y="383858"/>
                    <a:pt x="432734" y="386620"/>
                    <a:pt x="428924" y="387477"/>
                  </a:cubicBezTo>
                  <a:cubicBezTo>
                    <a:pt x="425114" y="388334"/>
                    <a:pt x="420351" y="387477"/>
                    <a:pt x="416732" y="385572"/>
                  </a:cubicBezTo>
                  <a:cubicBezTo>
                    <a:pt x="409207" y="380905"/>
                    <a:pt x="406254" y="371475"/>
                    <a:pt x="411112" y="363855"/>
                  </a:cubicBezTo>
                  <a:cubicBezTo>
                    <a:pt x="413874" y="359188"/>
                    <a:pt x="419684" y="356426"/>
                    <a:pt x="425304" y="356426"/>
                  </a:cubicBezTo>
                  <a:cubicBezTo>
                    <a:pt x="430924" y="356426"/>
                    <a:pt x="430924" y="356426"/>
                    <a:pt x="432829" y="358331"/>
                  </a:cubicBezTo>
                  <a:cubicBezTo>
                    <a:pt x="440354" y="362998"/>
                    <a:pt x="443306" y="372428"/>
                    <a:pt x="438449" y="380048"/>
                  </a:cubicBezTo>
                  <a:lnTo>
                    <a:pt x="438353" y="380048"/>
                  </a:lnTo>
                  <a:close/>
                  <a:moveTo>
                    <a:pt x="267094" y="466534"/>
                  </a:moveTo>
                  <a:cubicBezTo>
                    <a:pt x="262331" y="457200"/>
                    <a:pt x="253854" y="449675"/>
                    <a:pt x="243472" y="445865"/>
                  </a:cubicBezTo>
                  <a:lnTo>
                    <a:pt x="243472" y="327470"/>
                  </a:lnTo>
                  <a:cubicBezTo>
                    <a:pt x="259569" y="324707"/>
                    <a:pt x="272809" y="316135"/>
                    <a:pt x="283096" y="304038"/>
                  </a:cubicBezTo>
                  <a:lnTo>
                    <a:pt x="386156" y="363284"/>
                  </a:lnTo>
                  <a:cubicBezTo>
                    <a:pt x="383394" y="374618"/>
                    <a:pt x="386156" y="385858"/>
                    <a:pt x="391776" y="394335"/>
                  </a:cubicBezTo>
                  <a:cubicBezTo>
                    <a:pt x="359582" y="432911"/>
                    <a:pt x="316148" y="457391"/>
                    <a:pt x="266808" y="465677"/>
                  </a:cubicBezTo>
                  <a:lnTo>
                    <a:pt x="266808" y="466534"/>
                  </a:lnTo>
                  <a:lnTo>
                    <a:pt x="267094" y="466534"/>
                  </a:lnTo>
                  <a:close/>
                  <a:moveTo>
                    <a:pt x="231280" y="499491"/>
                  </a:moveTo>
                  <a:cubicBezTo>
                    <a:pt x="222707" y="499491"/>
                    <a:pt x="215183" y="492062"/>
                    <a:pt x="215183" y="483489"/>
                  </a:cubicBezTo>
                  <a:cubicBezTo>
                    <a:pt x="215183" y="474917"/>
                    <a:pt x="222707" y="467487"/>
                    <a:pt x="231280" y="467487"/>
                  </a:cubicBezTo>
                  <a:cubicBezTo>
                    <a:pt x="239852" y="467487"/>
                    <a:pt x="247377" y="474917"/>
                    <a:pt x="247377" y="483489"/>
                  </a:cubicBezTo>
                  <a:cubicBezTo>
                    <a:pt x="247377" y="492062"/>
                    <a:pt x="239852" y="499491"/>
                    <a:pt x="231280" y="499491"/>
                  </a:cubicBezTo>
                  <a:close/>
                  <a:moveTo>
                    <a:pt x="70307" y="395097"/>
                  </a:moveTo>
                  <a:cubicBezTo>
                    <a:pt x="73070" y="391287"/>
                    <a:pt x="75070" y="387668"/>
                    <a:pt x="75927" y="382905"/>
                  </a:cubicBezTo>
                  <a:cubicBezTo>
                    <a:pt x="77832" y="375476"/>
                    <a:pt x="77832" y="368808"/>
                    <a:pt x="75927" y="362236"/>
                  </a:cubicBezTo>
                  <a:lnTo>
                    <a:pt x="178130" y="303848"/>
                  </a:lnTo>
                  <a:cubicBezTo>
                    <a:pt x="188608" y="316040"/>
                    <a:pt x="202800" y="325565"/>
                    <a:pt x="219755" y="328327"/>
                  </a:cubicBezTo>
                  <a:lnTo>
                    <a:pt x="219755" y="446723"/>
                  </a:lnTo>
                  <a:cubicBezTo>
                    <a:pt x="209277" y="449485"/>
                    <a:pt x="200895" y="457105"/>
                    <a:pt x="196133" y="467392"/>
                  </a:cubicBezTo>
                  <a:cubicBezTo>
                    <a:pt x="146888" y="458915"/>
                    <a:pt x="103359" y="433483"/>
                    <a:pt x="71165" y="396050"/>
                  </a:cubicBezTo>
                  <a:lnTo>
                    <a:pt x="70307" y="395192"/>
                  </a:lnTo>
                  <a:lnTo>
                    <a:pt x="70307" y="395002"/>
                  </a:lnTo>
                  <a:lnTo>
                    <a:pt x="70307" y="395002"/>
                  </a:lnTo>
                  <a:close/>
                  <a:moveTo>
                    <a:pt x="33446" y="387668"/>
                  </a:moveTo>
                  <a:cubicBezTo>
                    <a:pt x="29636" y="386810"/>
                    <a:pt x="25921" y="383858"/>
                    <a:pt x="24016" y="380238"/>
                  </a:cubicBezTo>
                  <a:cubicBezTo>
                    <a:pt x="22111" y="376428"/>
                    <a:pt x="21254" y="372809"/>
                    <a:pt x="22111" y="368046"/>
                  </a:cubicBezTo>
                  <a:cubicBezTo>
                    <a:pt x="22968" y="364236"/>
                    <a:pt x="25921" y="360617"/>
                    <a:pt x="29636" y="358712"/>
                  </a:cubicBezTo>
                  <a:cubicBezTo>
                    <a:pt x="32398" y="356807"/>
                    <a:pt x="35255" y="356807"/>
                    <a:pt x="38208" y="356807"/>
                  </a:cubicBezTo>
                  <a:cubicBezTo>
                    <a:pt x="43828" y="356807"/>
                    <a:pt x="49543" y="359569"/>
                    <a:pt x="52400" y="364236"/>
                  </a:cubicBezTo>
                  <a:cubicBezTo>
                    <a:pt x="54305" y="368046"/>
                    <a:pt x="55163" y="371666"/>
                    <a:pt x="54305" y="376428"/>
                  </a:cubicBezTo>
                  <a:cubicBezTo>
                    <a:pt x="53448" y="380238"/>
                    <a:pt x="50495" y="383858"/>
                    <a:pt x="46781" y="385763"/>
                  </a:cubicBezTo>
                  <a:cubicBezTo>
                    <a:pt x="42971" y="387668"/>
                    <a:pt x="38208" y="388525"/>
                    <a:pt x="34589" y="387668"/>
                  </a:cubicBezTo>
                  <a:lnTo>
                    <a:pt x="33446" y="387668"/>
                  </a:lnTo>
                  <a:close/>
                  <a:moveTo>
                    <a:pt x="24016" y="143161"/>
                  </a:moveTo>
                  <a:cubicBezTo>
                    <a:pt x="26778" y="138494"/>
                    <a:pt x="32588" y="134684"/>
                    <a:pt x="38208" y="134684"/>
                  </a:cubicBezTo>
                  <a:cubicBezTo>
                    <a:pt x="43828" y="134684"/>
                    <a:pt x="43828" y="134684"/>
                    <a:pt x="46781" y="136589"/>
                  </a:cubicBezTo>
                  <a:cubicBezTo>
                    <a:pt x="50591" y="138494"/>
                    <a:pt x="53448" y="142113"/>
                    <a:pt x="54305" y="145923"/>
                  </a:cubicBezTo>
                  <a:cubicBezTo>
                    <a:pt x="55163" y="149733"/>
                    <a:pt x="54305" y="154400"/>
                    <a:pt x="52400" y="158115"/>
                  </a:cubicBezTo>
                  <a:cubicBezTo>
                    <a:pt x="50495" y="161925"/>
                    <a:pt x="46781" y="164687"/>
                    <a:pt x="42971" y="165545"/>
                  </a:cubicBezTo>
                  <a:cubicBezTo>
                    <a:pt x="39161" y="166402"/>
                    <a:pt x="34398" y="165545"/>
                    <a:pt x="30779" y="163640"/>
                  </a:cubicBezTo>
                  <a:cubicBezTo>
                    <a:pt x="26969" y="161735"/>
                    <a:pt x="24111" y="158115"/>
                    <a:pt x="23254" y="154305"/>
                  </a:cubicBezTo>
                  <a:cubicBezTo>
                    <a:pt x="22397" y="150495"/>
                    <a:pt x="23254" y="145828"/>
                    <a:pt x="25159" y="142113"/>
                  </a:cubicBezTo>
                  <a:lnTo>
                    <a:pt x="24111" y="143161"/>
                  </a:lnTo>
                  <a:lnTo>
                    <a:pt x="24016" y="143161"/>
                  </a:lnTo>
                  <a:close/>
                  <a:moveTo>
                    <a:pt x="195275" y="56674"/>
                  </a:moveTo>
                  <a:cubicBezTo>
                    <a:pt x="200038" y="67056"/>
                    <a:pt x="208515" y="73533"/>
                    <a:pt x="218897" y="77343"/>
                  </a:cubicBezTo>
                  <a:lnTo>
                    <a:pt x="218897" y="195739"/>
                  </a:lnTo>
                  <a:cubicBezTo>
                    <a:pt x="202800" y="198501"/>
                    <a:pt x="189560" y="206978"/>
                    <a:pt x="179273" y="218313"/>
                  </a:cubicBezTo>
                  <a:lnTo>
                    <a:pt x="76213" y="159068"/>
                  </a:lnTo>
                  <a:cubicBezTo>
                    <a:pt x="77070" y="153543"/>
                    <a:pt x="77070" y="146876"/>
                    <a:pt x="76213" y="140303"/>
                  </a:cubicBezTo>
                  <a:cubicBezTo>
                    <a:pt x="75356" y="135636"/>
                    <a:pt x="73451" y="131826"/>
                    <a:pt x="70593" y="128111"/>
                  </a:cubicBezTo>
                  <a:cubicBezTo>
                    <a:pt x="102788" y="89535"/>
                    <a:pt x="146222" y="65056"/>
                    <a:pt x="195561" y="56769"/>
                  </a:cubicBezTo>
                  <a:lnTo>
                    <a:pt x="195371" y="56579"/>
                  </a:lnTo>
                  <a:lnTo>
                    <a:pt x="195275" y="56579"/>
                  </a:lnTo>
                  <a:close/>
                  <a:moveTo>
                    <a:pt x="231280" y="23622"/>
                  </a:moveTo>
                  <a:cubicBezTo>
                    <a:pt x="239852" y="23622"/>
                    <a:pt x="247377" y="31051"/>
                    <a:pt x="247377" y="39624"/>
                  </a:cubicBezTo>
                  <a:cubicBezTo>
                    <a:pt x="247377" y="48197"/>
                    <a:pt x="239852" y="55626"/>
                    <a:pt x="231280" y="55626"/>
                  </a:cubicBezTo>
                  <a:cubicBezTo>
                    <a:pt x="222707" y="55626"/>
                    <a:pt x="215183" y="48197"/>
                    <a:pt x="215183" y="39624"/>
                  </a:cubicBezTo>
                  <a:cubicBezTo>
                    <a:pt x="215183" y="31051"/>
                    <a:pt x="222707" y="23622"/>
                    <a:pt x="231280" y="23622"/>
                  </a:cubicBezTo>
                  <a:close/>
                  <a:moveTo>
                    <a:pt x="392062" y="128016"/>
                  </a:moveTo>
                  <a:cubicBezTo>
                    <a:pt x="386442" y="136493"/>
                    <a:pt x="383489" y="146780"/>
                    <a:pt x="385394" y="157163"/>
                  </a:cubicBezTo>
                  <a:lnTo>
                    <a:pt x="281286" y="216408"/>
                  </a:lnTo>
                  <a:cubicBezTo>
                    <a:pt x="271856" y="206026"/>
                    <a:pt x="258617" y="197644"/>
                    <a:pt x="243377" y="195739"/>
                  </a:cubicBezTo>
                  <a:lnTo>
                    <a:pt x="243377" y="77343"/>
                  </a:lnTo>
                  <a:cubicBezTo>
                    <a:pt x="253854" y="73533"/>
                    <a:pt x="262236" y="66961"/>
                    <a:pt x="266999" y="56674"/>
                  </a:cubicBezTo>
                  <a:cubicBezTo>
                    <a:pt x="316243" y="65151"/>
                    <a:pt x="359772" y="90583"/>
                    <a:pt x="391967" y="128016"/>
                  </a:cubicBezTo>
                  <a:lnTo>
                    <a:pt x="392157" y="128016"/>
                  </a:lnTo>
                  <a:lnTo>
                    <a:pt x="392157" y="128016"/>
                  </a:lnTo>
                  <a:close/>
                  <a:moveTo>
                    <a:pt x="438353" y="143161"/>
                  </a:moveTo>
                  <a:cubicBezTo>
                    <a:pt x="443116" y="150590"/>
                    <a:pt x="440258" y="161068"/>
                    <a:pt x="432734" y="164878"/>
                  </a:cubicBezTo>
                  <a:cubicBezTo>
                    <a:pt x="428924" y="166783"/>
                    <a:pt x="425209" y="167640"/>
                    <a:pt x="420542" y="166783"/>
                  </a:cubicBezTo>
                  <a:cubicBezTo>
                    <a:pt x="416732" y="165926"/>
                    <a:pt x="413017" y="162973"/>
                    <a:pt x="411112" y="159353"/>
                  </a:cubicBezTo>
                  <a:cubicBezTo>
                    <a:pt x="406349" y="151924"/>
                    <a:pt x="409207" y="141446"/>
                    <a:pt x="416732" y="137636"/>
                  </a:cubicBezTo>
                  <a:cubicBezTo>
                    <a:pt x="424256" y="132969"/>
                    <a:pt x="433686" y="135731"/>
                    <a:pt x="438544" y="143161"/>
                  </a:cubicBezTo>
                  <a:lnTo>
                    <a:pt x="438353" y="143161"/>
                  </a:lnTo>
                  <a:close/>
                  <a:moveTo>
                    <a:pt x="62783" y="341471"/>
                  </a:moveTo>
                  <a:cubicBezTo>
                    <a:pt x="58973" y="337661"/>
                    <a:pt x="53353" y="334899"/>
                    <a:pt x="47543" y="334042"/>
                  </a:cubicBezTo>
                  <a:cubicBezTo>
                    <a:pt x="42780" y="333184"/>
                    <a:pt x="38970" y="332137"/>
                    <a:pt x="34303" y="333184"/>
                  </a:cubicBezTo>
                  <a:cubicBezTo>
                    <a:pt x="25730" y="310610"/>
                    <a:pt x="21063" y="286131"/>
                    <a:pt x="21063" y="261842"/>
                  </a:cubicBezTo>
                  <a:cubicBezTo>
                    <a:pt x="21063" y="237553"/>
                    <a:pt x="25826" y="212884"/>
                    <a:pt x="34303" y="190500"/>
                  </a:cubicBezTo>
                  <a:lnTo>
                    <a:pt x="37065" y="190500"/>
                  </a:lnTo>
                  <a:cubicBezTo>
                    <a:pt x="40875" y="190500"/>
                    <a:pt x="43733" y="190500"/>
                    <a:pt x="47543" y="189643"/>
                  </a:cubicBezTo>
                  <a:cubicBezTo>
                    <a:pt x="54210" y="187738"/>
                    <a:pt x="59735" y="184976"/>
                    <a:pt x="64497" y="180308"/>
                  </a:cubicBezTo>
                  <a:lnTo>
                    <a:pt x="167558" y="239554"/>
                  </a:lnTo>
                  <a:cubicBezTo>
                    <a:pt x="164795" y="246983"/>
                    <a:pt x="163748" y="254699"/>
                    <a:pt x="163748" y="262985"/>
                  </a:cubicBezTo>
                  <a:cubicBezTo>
                    <a:pt x="163748" y="271272"/>
                    <a:pt x="164605" y="277082"/>
                    <a:pt x="167558" y="283655"/>
                  </a:cubicBezTo>
                  <a:lnTo>
                    <a:pt x="63449" y="342900"/>
                  </a:lnTo>
                  <a:lnTo>
                    <a:pt x="62592" y="342043"/>
                  </a:lnTo>
                  <a:lnTo>
                    <a:pt x="62783" y="341662"/>
                  </a:lnTo>
                  <a:lnTo>
                    <a:pt x="62783" y="341471"/>
                  </a:lnTo>
                  <a:close/>
                  <a:moveTo>
                    <a:pt x="231280" y="304895"/>
                  </a:moveTo>
                  <a:cubicBezTo>
                    <a:pt x="207658" y="304895"/>
                    <a:pt x="187751" y="285083"/>
                    <a:pt x="187751" y="261652"/>
                  </a:cubicBezTo>
                  <a:cubicBezTo>
                    <a:pt x="187751" y="238220"/>
                    <a:pt x="207658" y="218408"/>
                    <a:pt x="231280" y="218408"/>
                  </a:cubicBezTo>
                  <a:cubicBezTo>
                    <a:pt x="254902" y="218408"/>
                    <a:pt x="274809" y="238220"/>
                    <a:pt x="274809" y="261652"/>
                  </a:cubicBezTo>
                  <a:cubicBezTo>
                    <a:pt x="274809" y="285083"/>
                    <a:pt x="254902" y="304895"/>
                    <a:pt x="231280" y="304895"/>
                  </a:cubicBezTo>
                  <a:close/>
                  <a:moveTo>
                    <a:pt x="397586" y="343376"/>
                  </a:moveTo>
                  <a:lnTo>
                    <a:pt x="294526" y="284131"/>
                  </a:lnTo>
                  <a:cubicBezTo>
                    <a:pt x="297288" y="277559"/>
                    <a:pt x="298336" y="270034"/>
                    <a:pt x="298336" y="261557"/>
                  </a:cubicBezTo>
                  <a:cubicBezTo>
                    <a:pt x="298336" y="253079"/>
                    <a:pt x="296431" y="244697"/>
                    <a:pt x="293573" y="237077"/>
                  </a:cubicBezTo>
                  <a:lnTo>
                    <a:pt x="395777" y="178689"/>
                  </a:lnTo>
                  <a:cubicBezTo>
                    <a:pt x="400539" y="183356"/>
                    <a:pt x="407111" y="187166"/>
                    <a:pt x="413779" y="189071"/>
                  </a:cubicBezTo>
                  <a:cubicBezTo>
                    <a:pt x="417589" y="189928"/>
                    <a:pt x="420446" y="189928"/>
                    <a:pt x="424256" y="189928"/>
                  </a:cubicBezTo>
                  <a:cubicBezTo>
                    <a:pt x="428066" y="189928"/>
                    <a:pt x="426161" y="189928"/>
                    <a:pt x="427019" y="189928"/>
                  </a:cubicBezTo>
                  <a:cubicBezTo>
                    <a:pt x="435591" y="212503"/>
                    <a:pt x="440258" y="236982"/>
                    <a:pt x="440258" y="261271"/>
                  </a:cubicBezTo>
                  <a:cubicBezTo>
                    <a:pt x="440258" y="285559"/>
                    <a:pt x="435496" y="310229"/>
                    <a:pt x="427019" y="332613"/>
                  </a:cubicBezTo>
                  <a:cubicBezTo>
                    <a:pt x="422256" y="332613"/>
                    <a:pt x="417589" y="332613"/>
                    <a:pt x="413779" y="333470"/>
                  </a:cubicBezTo>
                  <a:cubicBezTo>
                    <a:pt x="407111" y="335375"/>
                    <a:pt x="402444" y="338138"/>
                    <a:pt x="397682" y="341948"/>
                  </a:cubicBezTo>
                  <a:lnTo>
                    <a:pt x="397682" y="342805"/>
                  </a:lnTo>
                  <a:lnTo>
                    <a:pt x="397491" y="343186"/>
                  </a:lnTo>
                  <a:lnTo>
                    <a:pt x="397491" y="343376"/>
                  </a:lnTo>
                  <a:close/>
                  <a:moveTo>
                    <a:pt x="449688" y="341471"/>
                  </a:moveTo>
                  <a:cubicBezTo>
                    <a:pt x="459118" y="316135"/>
                    <a:pt x="463880" y="288893"/>
                    <a:pt x="463880" y="261557"/>
                  </a:cubicBezTo>
                  <a:cubicBezTo>
                    <a:pt x="463880" y="234220"/>
                    <a:pt x="459118" y="207074"/>
                    <a:pt x="449688" y="180594"/>
                  </a:cubicBezTo>
                  <a:cubicBezTo>
                    <a:pt x="463880" y="168402"/>
                    <a:pt x="468548" y="147733"/>
                    <a:pt x="459118" y="130778"/>
                  </a:cubicBezTo>
                  <a:cubicBezTo>
                    <a:pt x="449688" y="113919"/>
                    <a:pt x="428924" y="107347"/>
                    <a:pt x="410921" y="113919"/>
                  </a:cubicBezTo>
                  <a:cubicBezTo>
                    <a:pt x="374917" y="70676"/>
                    <a:pt x="325863" y="42577"/>
                    <a:pt x="270999" y="32957"/>
                  </a:cubicBezTo>
                  <a:cubicBezTo>
                    <a:pt x="268237" y="14192"/>
                    <a:pt x="252140" y="0"/>
                    <a:pt x="232232" y="0"/>
                  </a:cubicBezTo>
                  <a:cubicBezTo>
                    <a:pt x="212325" y="0"/>
                    <a:pt x="196228" y="14097"/>
                    <a:pt x="193466" y="32957"/>
                  </a:cubicBezTo>
                  <a:cubicBezTo>
                    <a:pt x="138602" y="42291"/>
                    <a:pt x="89357" y="70676"/>
                    <a:pt x="53543" y="113919"/>
                  </a:cubicBezTo>
                  <a:cubicBezTo>
                    <a:pt x="35541" y="107347"/>
                    <a:pt x="14777" y="113919"/>
                    <a:pt x="5347" y="130778"/>
                  </a:cubicBezTo>
                  <a:cubicBezTo>
                    <a:pt x="-273" y="140113"/>
                    <a:pt x="-1321" y="150590"/>
                    <a:pt x="1537" y="160782"/>
                  </a:cubicBezTo>
                  <a:cubicBezTo>
                    <a:pt x="3442" y="169259"/>
                    <a:pt x="8204" y="175927"/>
                    <a:pt x="14777" y="180594"/>
                  </a:cubicBezTo>
                  <a:cubicBezTo>
                    <a:pt x="5347" y="206121"/>
                    <a:pt x="489" y="233363"/>
                    <a:pt x="489" y="261557"/>
                  </a:cubicBezTo>
                  <a:cubicBezTo>
                    <a:pt x="489" y="289751"/>
                    <a:pt x="5252" y="316040"/>
                    <a:pt x="14681" y="342519"/>
                  </a:cubicBezTo>
                  <a:cubicBezTo>
                    <a:pt x="8014" y="347186"/>
                    <a:pt x="3347" y="354711"/>
                    <a:pt x="1442" y="363188"/>
                  </a:cubicBezTo>
                  <a:cubicBezTo>
                    <a:pt x="-1321" y="373571"/>
                    <a:pt x="584" y="383858"/>
                    <a:pt x="5252" y="393192"/>
                  </a:cubicBezTo>
                  <a:cubicBezTo>
                    <a:pt x="10014" y="402527"/>
                    <a:pt x="19444" y="409194"/>
                    <a:pt x="28874" y="411956"/>
                  </a:cubicBezTo>
                  <a:cubicBezTo>
                    <a:pt x="32684" y="411956"/>
                    <a:pt x="35541" y="413861"/>
                    <a:pt x="39351" y="413861"/>
                  </a:cubicBezTo>
                  <a:cubicBezTo>
                    <a:pt x="43161" y="413861"/>
                    <a:pt x="48781" y="413861"/>
                    <a:pt x="53543" y="411099"/>
                  </a:cubicBezTo>
                  <a:cubicBezTo>
                    <a:pt x="89548" y="454343"/>
                    <a:pt x="138602" y="482441"/>
                    <a:pt x="193466" y="492062"/>
                  </a:cubicBezTo>
                  <a:cubicBezTo>
                    <a:pt x="196228" y="510826"/>
                    <a:pt x="212325" y="524923"/>
                    <a:pt x="232232" y="524923"/>
                  </a:cubicBezTo>
                  <a:cubicBezTo>
                    <a:pt x="252140" y="524923"/>
                    <a:pt x="268237" y="510826"/>
                    <a:pt x="270999" y="492062"/>
                  </a:cubicBezTo>
                  <a:cubicBezTo>
                    <a:pt x="325863" y="482727"/>
                    <a:pt x="375107" y="454343"/>
                    <a:pt x="410921" y="411099"/>
                  </a:cubicBezTo>
                  <a:cubicBezTo>
                    <a:pt x="415684" y="413004"/>
                    <a:pt x="420351" y="413861"/>
                    <a:pt x="425114" y="413861"/>
                  </a:cubicBezTo>
                  <a:cubicBezTo>
                    <a:pt x="429876" y="413861"/>
                    <a:pt x="431781" y="413861"/>
                    <a:pt x="435591" y="411956"/>
                  </a:cubicBezTo>
                  <a:cubicBezTo>
                    <a:pt x="446069" y="409194"/>
                    <a:pt x="454451" y="402622"/>
                    <a:pt x="459213" y="393192"/>
                  </a:cubicBezTo>
                  <a:cubicBezTo>
                    <a:pt x="468643" y="376333"/>
                    <a:pt x="464833" y="354616"/>
                    <a:pt x="449783" y="343376"/>
                  </a:cubicBezTo>
                  <a:lnTo>
                    <a:pt x="449783" y="341471"/>
                  </a:lnTo>
                  <a:lnTo>
                    <a:pt x="449974" y="341471"/>
                  </a:lnTo>
                  <a:lnTo>
                    <a:pt x="449688" y="34147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75" name="Google Shape;3575;p97"/>
            <p:cNvSpPr/>
            <p:nvPr/>
          </p:nvSpPr>
          <p:spPr>
            <a:xfrm>
              <a:off x="6120305" y="474315"/>
              <a:ext cx="39814" cy="39624"/>
            </a:xfrm>
            <a:custGeom>
              <a:avLst/>
              <a:gdLst/>
              <a:ahLst/>
              <a:cxnLst/>
              <a:rect l="l" t="t" r="r" b="b"/>
              <a:pathLst>
                <a:path w="39814" h="39624" extrusionOk="0">
                  <a:moveTo>
                    <a:pt x="19907" y="0"/>
                  </a:moveTo>
                  <a:cubicBezTo>
                    <a:pt x="8573" y="0"/>
                    <a:pt x="0" y="9335"/>
                    <a:pt x="0" y="19812"/>
                  </a:cubicBezTo>
                  <a:cubicBezTo>
                    <a:pt x="0" y="30290"/>
                    <a:pt x="9430" y="39624"/>
                    <a:pt x="19907" y="39624"/>
                  </a:cubicBezTo>
                  <a:cubicBezTo>
                    <a:pt x="30385" y="39624"/>
                    <a:pt x="39815" y="30290"/>
                    <a:pt x="39815" y="19812"/>
                  </a:cubicBezTo>
                  <a:cubicBezTo>
                    <a:pt x="39815" y="9335"/>
                    <a:pt x="30385" y="0"/>
                    <a:pt x="1990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76" name="Google Shape;3576;p97"/>
            <p:cNvSpPr/>
            <p:nvPr/>
          </p:nvSpPr>
          <p:spPr>
            <a:xfrm>
              <a:off x="6120305" y="526036"/>
              <a:ext cx="39814" cy="39623"/>
            </a:xfrm>
            <a:custGeom>
              <a:avLst/>
              <a:gdLst/>
              <a:ahLst/>
              <a:cxnLst/>
              <a:rect l="l" t="t" r="r" b="b"/>
              <a:pathLst>
                <a:path w="39814" h="39623" extrusionOk="0">
                  <a:moveTo>
                    <a:pt x="19907" y="0"/>
                  </a:moveTo>
                  <a:cubicBezTo>
                    <a:pt x="8573" y="0"/>
                    <a:pt x="0" y="9334"/>
                    <a:pt x="0" y="19812"/>
                  </a:cubicBezTo>
                  <a:cubicBezTo>
                    <a:pt x="0" y="30290"/>
                    <a:pt x="9430" y="39624"/>
                    <a:pt x="19907" y="39624"/>
                  </a:cubicBezTo>
                  <a:cubicBezTo>
                    <a:pt x="30385" y="39624"/>
                    <a:pt x="39815" y="30290"/>
                    <a:pt x="39815" y="19812"/>
                  </a:cubicBezTo>
                  <a:cubicBezTo>
                    <a:pt x="39815" y="9334"/>
                    <a:pt x="30385" y="0"/>
                    <a:pt x="1990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77" name="Google Shape;3577;p97"/>
            <p:cNvSpPr/>
            <p:nvPr/>
          </p:nvSpPr>
          <p:spPr>
            <a:xfrm>
              <a:off x="5851700" y="526036"/>
              <a:ext cx="39814" cy="39623"/>
            </a:xfrm>
            <a:custGeom>
              <a:avLst/>
              <a:gdLst/>
              <a:ahLst/>
              <a:cxnLst/>
              <a:rect l="l" t="t" r="r" b="b"/>
              <a:pathLst>
                <a:path w="39814" h="39623" extrusionOk="0">
                  <a:moveTo>
                    <a:pt x="19907" y="0"/>
                  </a:moveTo>
                  <a:cubicBezTo>
                    <a:pt x="8573" y="0"/>
                    <a:pt x="0" y="9334"/>
                    <a:pt x="0" y="19812"/>
                  </a:cubicBezTo>
                  <a:cubicBezTo>
                    <a:pt x="0" y="30290"/>
                    <a:pt x="9430" y="39624"/>
                    <a:pt x="19907" y="39624"/>
                  </a:cubicBezTo>
                  <a:cubicBezTo>
                    <a:pt x="30385" y="39624"/>
                    <a:pt x="39814" y="30290"/>
                    <a:pt x="39814" y="19812"/>
                  </a:cubicBezTo>
                  <a:cubicBezTo>
                    <a:pt x="39814" y="9334"/>
                    <a:pt x="30385" y="0"/>
                    <a:pt x="1990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78" name="Google Shape;3578;p97"/>
            <p:cNvSpPr/>
            <p:nvPr/>
          </p:nvSpPr>
          <p:spPr>
            <a:xfrm>
              <a:off x="5851700" y="474315"/>
              <a:ext cx="39814" cy="39624"/>
            </a:xfrm>
            <a:custGeom>
              <a:avLst/>
              <a:gdLst/>
              <a:ahLst/>
              <a:cxnLst/>
              <a:rect l="l" t="t" r="r" b="b"/>
              <a:pathLst>
                <a:path w="39814" h="39624" extrusionOk="0">
                  <a:moveTo>
                    <a:pt x="19907" y="0"/>
                  </a:moveTo>
                  <a:cubicBezTo>
                    <a:pt x="8573" y="0"/>
                    <a:pt x="0" y="9335"/>
                    <a:pt x="0" y="19812"/>
                  </a:cubicBezTo>
                  <a:cubicBezTo>
                    <a:pt x="0" y="30290"/>
                    <a:pt x="9430" y="39624"/>
                    <a:pt x="19907" y="39624"/>
                  </a:cubicBezTo>
                  <a:cubicBezTo>
                    <a:pt x="30385" y="39624"/>
                    <a:pt x="39814" y="30290"/>
                    <a:pt x="39814" y="19812"/>
                  </a:cubicBezTo>
                  <a:cubicBezTo>
                    <a:pt x="39814" y="9335"/>
                    <a:pt x="30385" y="0"/>
                    <a:pt x="1990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79" name="Google Shape;3579;p97"/>
            <p:cNvSpPr/>
            <p:nvPr/>
          </p:nvSpPr>
          <p:spPr>
            <a:xfrm>
              <a:off x="6030791" y="371220"/>
              <a:ext cx="40248" cy="39884"/>
            </a:xfrm>
            <a:custGeom>
              <a:avLst/>
              <a:gdLst/>
              <a:ahLst/>
              <a:cxnLst/>
              <a:rect l="l" t="t" r="r" b="b"/>
              <a:pathLst>
                <a:path w="40248" h="39884" extrusionOk="0">
                  <a:moveTo>
                    <a:pt x="2646" y="10036"/>
                  </a:moveTo>
                  <a:cubicBezTo>
                    <a:pt x="-2974" y="19371"/>
                    <a:pt x="741" y="31753"/>
                    <a:pt x="10171" y="37278"/>
                  </a:cubicBezTo>
                  <a:cubicBezTo>
                    <a:pt x="19601" y="42802"/>
                    <a:pt x="31983" y="39183"/>
                    <a:pt x="37603" y="29848"/>
                  </a:cubicBezTo>
                  <a:cubicBezTo>
                    <a:pt x="43223" y="20514"/>
                    <a:pt x="39508" y="8131"/>
                    <a:pt x="30078" y="2607"/>
                  </a:cubicBezTo>
                  <a:cubicBezTo>
                    <a:pt x="20648" y="-2918"/>
                    <a:pt x="8266" y="702"/>
                    <a:pt x="2646" y="1003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80" name="Google Shape;3580;p97"/>
            <p:cNvSpPr/>
            <p:nvPr/>
          </p:nvSpPr>
          <p:spPr>
            <a:xfrm>
              <a:off x="6076225" y="396747"/>
              <a:ext cx="40248" cy="39884"/>
            </a:xfrm>
            <a:custGeom>
              <a:avLst/>
              <a:gdLst/>
              <a:ahLst/>
              <a:cxnLst/>
              <a:rect l="l" t="t" r="r" b="b"/>
              <a:pathLst>
                <a:path w="40248" h="39884" extrusionOk="0">
                  <a:moveTo>
                    <a:pt x="10171" y="37278"/>
                  </a:moveTo>
                  <a:cubicBezTo>
                    <a:pt x="19601" y="42802"/>
                    <a:pt x="31983" y="39183"/>
                    <a:pt x="37603" y="29848"/>
                  </a:cubicBezTo>
                  <a:cubicBezTo>
                    <a:pt x="43223" y="20514"/>
                    <a:pt x="39508" y="8131"/>
                    <a:pt x="30078" y="2607"/>
                  </a:cubicBezTo>
                  <a:cubicBezTo>
                    <a:pt x="20648" y="-2918"/>
                    <a:pt x="8266" y="702"/>
                    <a:pt x="2646" y="10036"/>
                  </a:cubicBezTo>
                  <a:cubicBezTo>
                    <a:pt x="-2974" y="19371"/>
                    <a:pt x="741" y="31753"/>
                    <a:pt x="10171" y="3727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81" name="Google Shape;3581;p97"/>
            <p:cNvSpPr/>
            <p:nvPr/>
          </p:nvSpPr>
          <p:spPr>
            <a:xfrm>
              <a:off x="5940970" y="628871"/>
              <a:ext cx="40248" cy="39884"/>
            </a:xfrm>
            <a:custGeom>
              <a:avLst/>
              <a:gdLst/>
              <a:ahLst/>
              <a:cxnLst/>
              <a:rect l="l" t="t" r="r" b="b"/>
              <a:pathLst>
                <a:path w="40248" h="39884" extrusionOk="0">
                  <a:moveTo>
                    <a:pt x="37603" y="29848"/>
                  </a:moveTo>
                  <a:cubicBezTo>
                    <a:pt x="43223" y="20514"/>
                    <a:pt x="39508" y="8131"/>
                    <a:pt x="30078" y="2607"/>
                  </a:cubicBezTo>
                  <a:cubicBezTo>
                    <a:pt x="20648" y="-2918"/>
                    <a:pt x="8266" y="702"/>
                    <a:pt x="2646" y="10036"/>
                  </a:cubicBezTo>
                  <a:cubicBezTo>
                    <a:pt x="-2974" y="19371"/>
                    <a:pt x="741" y="31753"/>
                    <a:pt x="10171" y="37278"/>
                  </a:cubicBezTo>
                  <a:cubicBezTo>
                    <a:pt x="19601" y="42802"/>
                    <a:pt x="31983" y="39183"/>
                    <a:pt x="37603" y="2984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82" name="Google Shape;3582;p97"/>
            <p:cNvSpPr/>
            <p:nvPr/>
          </p:nvSpPr>
          <p:spPr>
            <a:xfrm>
              <a:off x="5895346" y="603439"/>
              <a:ext cx="40248" cy="39884"/>
            </a:xfrm>
            <a:custGeom>
              <a:avLst/>
              <a:gdLst/>
              <a:ahLst/>
              <a:cxnLst/>
              <a:rect l="l" t="t" r="r" b="b"/>
              <a:pathLst>
                <a:path w="40248" h="39884" extrusionOk="0">
                  <a:moveTo>
                    <a:pt x="30078" y="2607"/>
                  </a:moveTo>
                  <a:cubicBezTo>
                    <a:pt x="20648" y="-2918"/>
                    <a:pt x="8266" y="702"/>
                    <a:pt x="2646" y="10036"/>
                  </a:cubicBezTo>
                  <a:cubicBezTo>
                    <a:pt x="-2974" y="19371"/>
                    <a:pt x="741" y="31753"/>
                    <a:pt x="10171" y="37278"/>
                  </a:cubicBezTo>
                  <a:cubicBezTo>
                    <a:pt x="19601" y="42802"/>
                    <a:pt x="31983" y="39183"/>
                    <a:pt x="37603" y="29848"/>
                  </a:cubicBezTo>
                  <a:cubicBezTo>
                    <a:pt x="43223" y="20514"/>
                    <a:pt x="39508" y="8131"/>
                    <a:pt x="30078" y="260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83" name="Google Shape;3583;p97"/>
            <p:cNvSpPr/>
            <p:nvPr/>
          </p:nvSpPr>
          <p:spPr>
            <a:xfrm>
              <a:off x="5895303" y="396620"/>
              <a:ext cx="40333" cy="40138"/>
            </a:xfrm>
            <a:custGeom>
              <a:avLst/>
              <a:gdLst/>
              <a:ahLst/>
              <a:cxnLst/>
              <a:rect l="l" t="t" r="r" b="b"/>
              <a:pathLst>
                <a:path w="40333" h="40138" extrusionOk="0">
                  <a:moveTo>
                    <a:pt x="30120" y="37405"/>
                  </a:moveTo>
                  <a:cubicBezTo>
                    <a:pt x="39550" y="31880"/>
                    <a:pt x="43360" y="19498"/>
                    <a:pt x="37645" y="10163"/>
                  </a:cubicBezTo>
                  <a:cubicBezTo>
                    <a:pt x="32025" y="829"/>
                    <a:pt x="19643" y="-3076"/>
                    <a:pt x="10213" y="2734"/>
                  </a:cubicBezTo>
                  <a:cubicBezTo>
                    <a:pt x="783" y="8258"/>
                    <a:pt x="-3027" y="20641"/>
                    <a:pt x="2688" y="29975"/>
                  </a:cubicBezTo>
                  <a:cubicBezTo>
                    <a:pt x="8308" y="39310"/>
                    <a:pt x="20691" y="43215"/>
                    <a:pt x="30120" y="3740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84" name="Google Shape;3584;p97"/>
            <p:cNvSpPr/>
            <p:nvPr/>
          </p:nvSpPr>
          <p:spPr>
            <a:xfrm>
              <a:off x="5940738" y="371093"/>
              <a:ext cx="40333" cy="40138"/>
            </a:xfrm>
            <a:custGeom>
              <a:avLst/>
              <a:gdLst/>
              <a:ahLst/>
              <a:cxnLst/>
              <a:rect l="l" t="t" r="r" b="b"/>
              <a:pathLst>
                <a:path w="40333" h="40138" extrusionOk="0">
                  <a:moveTo>
                    <a:pt x="30120" y="37405"/>
                  </a:moveTo>
                  <a:cubicBezTo>
                    <a:pt x="39550" y="31880"/>
                    <a:pt x="43360" y="19498"/>
                    <a:pt x="37645" y="10163"/>
                  </a:cubicBezTo>
                  <a:cubicBezTo>
                    <a:pt x="32025" y="829"/>
                    <a:pt x="19643" y="-3076"/>
                    <a:pt x="10213" y="2734"/>
                  </a:cubicBezTo>
                  <a:cubicBezTo>
                    <a:pt x="783" y="8258"/>
                    <a:pt x="-3027" y="20641"/>
                    <a:pt x="2688" y="29975"/>
                  </a:cubicBezTo>
                  <a:cubicBezTo>
                    <a:pt x="8308" y="39310"/>
                    <a:pt x="20691" y="43215"/>
                    <a:pt x="30120" y="3740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85" name="Google Shape;3585;p97"/>
            <p:cNvSpPr/>
            <p:nvPr/>
          </p:nvSpPr>
          <p:spPr>
            <a:xfrm>
              <a:off x="6076183" y="603312"/>
              <a:ext cx="40333" cy="40138"/>
            </a:xfrm>
            <a:custGeom>
              <a:avLst/>
              <a:gdLst/>
              <a:ahLst/>
              <a:cxnLst/>
              <a:rect l="l" t="t" r="r" b="b"/>
              <a:pathLst>
                <a:path w="40333" h="40138" extrusionOk="0">
                  <a:moveTo>
                    <a:pt x="10213" y="2734"/>
                  </a:moveTo>
                  <a:cubicBezTo>
                    <a:pt x="783" y="8258"/>
                    <a:pt x="-3027" y="20641"/>
                    <a:pt x="2688" y="29975"/>
                  </a:cubicBezTo>
                  <a:cubicBezTo>
                    <a:pt x="8308" y="39310"/>
                    <a:pt x="20691" y="43215"/>
                    <a:pt x="30120" y="37405"/>
                  </a:cubicBezTo>
                  <a:cubicBezTo>
                    <a:pt x="39550" y="31880"/>
                    <a:pt x="43360" y="19498"/>
                    <a:pt x="37645" y="10163"/>
                  </a:cubicBezTo>
                  <a:cubicBezTo>
                    <a:pt x="32025" y="829"/>
                    <a:pt x="19643" y="-3076"/>
                    <a:pt x="10213" y="273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86" name="Google Shape;3586;p97"/>
            <p:cNvSpPr/>
            <p:nvPr/>
          </p:nvSpPr>
          <p:spPr>
            <a:xfrm>
              <a:off x="6030749" y="628839"/>
              <a:ext cx="40333" cy="40138"/>
            </a:xfrm>
            <a:custGeom>
              <a:avLst/>
              <a:gdLst/>
              <a:ahLst/>
              <a:cxnLst/>
              <a:rect l="l" t="t" r="r" b="b"/>
              <a:pathLst>
                <a:path w="40333" h="40138" extrusionOk="0">
                  <a:moveTo>
                    <a:pt x="10213" y="2734"/>
                  </a:moveTo>
                  <a:cubicBezTo>
                    <a:pt x="783" y="8258"/>
                    <a:pt x="-3027" y="20641"/>
                    <a:pt x="2688" y="29975"/>
                  </a:cubicBezTo>
                  <a:cubicBezTo>
                    <a:pt x="8308" y="39310"/>
                    <a:pt x="20691" y="43215"/>
                    <a:pt x="30120" y="37405"/>
                  </a:cubicBezTo>
                  <a:cubicBezTo>
                    <a:pt x="39550" y="31880"/>
                    <a:pt x="43360" y="19498"/>
                    <a:pt x="37645" y="10163"/>
                  </a:cubicBezTo>
                  <a:cubicBezTo>
                    <a:pt x="32025" y="829"/>
                    <a:pt x="19643" y="-3076"/>
                    <a:pt x="10213" y="273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87" name="Google Shape;3587;p97"/>
          <p:cNvGrpSpPr/>
          <p:nvPr/>
        </p:nvGrpSpPr>
        <p:grpSpPr>
          <a:xfrm>
            <a:off x="1265405" y="1010321"/>
            <a:ext cx="260121" cy="295376"/>
            <a:chOff x="6496040" y="237511"/>
            <a:chExt cx="462438" cy="525113"/>
          </a:xfrm>
        </p:grpSpPr>
        <p:sp>
          <p:nvSpPr>
            <p:cNvPr id="3588" name="Google Shape;3588;p97"/>
            <p:cNvSpPr/>
            <p:nvPr/>
          </p:nvSpPr>
          <p:spPr>
            <a:xfrm>
              <a:off x="6496040" y="237511"/>
              <a:ext cx="462438" cy="525113"/>
            </a:xfrm>
            <a:custGeom>
              <a:avLst/>
              <a:gdLst/>
              <a:ahLst/>
              <a:cxnLst/>
              <a:rect l="l" t="t" r="r" b="b"/>
              <a:pathLst>
                <a:path w="462438" h="525113" extrusionOk="0">
                  <a:moveTo>
                    <a:pt x="417386" y="224314"/>
                  </a:moveTo>
                  <a:lnTo>
                    <a:pt x="398145" y="224314"/>
                  </a:lnTo>
                  <a:lnTo>
                    <a:pt x="398145" y="19050"/>
                  </a:lnTo>
                  <a:cubicBezTo>
                    <a:pt x="398145" y="8573"/>
                    <a:pt x="389573" y="0"/>
                    <a:pt x="379095" y="0"/>
                  </a:cubicBezTo>
                  <a:lnTo>
                    <a:pt x="119062" y="0"/>
                  </a:lnTo>
                  <a:cubicBezTo>
                    <a:pt x="113443" y="0"/>
                    <a:pt x="108109" y="2476"/>
                    <a:pt x="104489" y="6763"/>
                  </a:cubicBezTo>
                  <a:lnTo>
                    <a:pt x="4477" y="124968"/>
                  </a:lnTo>
                  <a:cubicBezTo>
                    <a:pt x="1524" y="128397"/>
                    <a:pt x="0" y="132778"/>
                    <a:pt x="0" y="137255"/>
                  </a:cubicBezTo>
                  <a:lnTo>
                    <a:pt x="0" y="506063"/>
                  </a:lnTo>
                  <a:cubicBezTo>
                    <a:pt x="0" y="516541"/>
                    <a:pt x="8573" y="525113"/>
                    <a:pt x="19050" y="525113"/>
                  </a:cubicBezTo>
                  <a:lnTo>
                    <a:pt x="379000" y="525113"/>
                  </a:lnTo>
                  <a:cubicBezTo>
                    <a:pt x="389477" y="525113"/>
                    <a:pt x="398050" y="516541"/>
                    <a:pt x="398050" y="506063"/>
                  </a:cubicBezTo>
                  <a:lnTo>
                    <a:pt x="398050" y="443008"/>
                  </a:lnTo>
                  <a:lnTo>
                    <a:pt x="417290" y="443008"/>
                  </a:lnTo>
                  <a:cubicBezTo>
                    <a:pt x="442246" y="443008"/>
                    <a:pt x="462439" y="422720"/>
                    <a:pt x="462439" y="397859"/>
                  </a:cubicBezTo>
                  <a:lnTo>
                    <a:pt x="462439" y="269558"/>
                  </a:lnTo>
                  <a:cubicBezTo>
                    <a:pt x="462439" y="244602"/>
                    <a:pt x="442151" y="224409"/>
                    <a:pt x="417290" y="224409"/>
                  </a:cubicBezTo>
                  <a:close/>
                  <a:moveTo>
                    <a:pt x="103346" y="67151"/>
                  </a:moveTo>
                  <a:lnTo>
                    <a:pt x="103346" y="122968"/>
                  </a:lnTo>
                  <a:lnTo>
                    <a:pt x="56102" y="122968"/>
                  </a:lnTo>
                  <a:lnTo>
                    <a:pt x="103346" y="67151"/>
                  </a:lnTo>
                  <a:close/>
                  <a:moveTo>
                    <a:pt x="360045" y="487013"/>
                  </a:moveTo>
                  <a:lnTo>
                    <a:pt x="38195" y="487013"/>
                  </a:lnTo>
                  <a:lnTo>
                    <a:pt x="38195" y="161068"/>
                  </a:lnTo>
                  <a:lnTo>
                    <a:pt x="122492" y="161068"/>
                  </a:lnTo>
                  <a:cubicBezTo>
                    <a:pt x="132969" y="161068"/>
                    <a:pt x="141542" y="152495"/>
                    <a:pt x="141542" y="142018"/>
                  </a:cubicBezTo>
                  <a:lnTo>
                    <a:pt x="141542" y="38100"/>
                  </a:lnTo>
                  <a:lnTo>
                    <a:pt x="360140" y="38100"/>
                  </a:lnTo>
                  <a:lnTo>
                    <a:pt x="360140" y="224314"/>
                  </a:lnTo>
                  <a:lnTo>
                    <a:pt x="160877" y="224314"/>
                  </a:lnTo>
                  <a:cubicBezTo>
                    <a:pt x="135922" y="224314"/>
                    <a:pt x="115729" y="244602"/>
                    <a:pt x="115729" y="269462"/>
                  </a:cubicBezTo>
                  <a:lnTo>
                    <a:pt x="115729" y="397764"/>
                  </a:lnTo>
                  <a:cubicBezTo>
                    <a:pt x="115729" y="422720"/>
                    <a:pt x="136017" y="442913"/>
                    <a:pt x="160877" y="442913"/>
                  </a:cubicBezTo>
                  <a:lnTo>
                    <a:pt x="360140" y="442913"/>
                  </a:lnTo>
                  <a:lnTo>
                    <a:pt x="360140" y="486918"/>
                  </a:lnTo>
                  <a:close/>
                  <a:moveTo>
                    <a:pt x="438722" y="397859"/>
                  </a:moveTo>
                  <a:cubicBezTo>
                    <a:pt x="438722" y="409670"/>
                    <a:pt x="429101" y="419195"/>
                    <a:pt x="417386" y="419195"/>
                  </a:cubicBezTo>
                  <a:lnTo>
                    <a:pt x="160782" y="419195"/>
                  </a:lnTo>
                  <a:cubicBezTo>
                    <a:pt x="148971" y="419195"/>
                    <a:pt x="139446" y="409575"/>
                    <a:pt x="139446" y="397859"/>
                  </a:cubicBezTo>
                  <a:lnTo>
                    <a:pt x="139446" y="269558"/>
                  </a:lnTo>
                  <a:cubicBezTo>
                    <a:pt x="139446" y="257747"/>
                    <a:pt x="149066" y="248222"/>
                    <a:pt x="160782" y="248222"/>
                  </a:cubicBezTo>
                  <a:lnTo>
                    <a:pt x="417386" y="248222"/>
                  </a:lnTo>
                  <a:cubicBezTo>
                    <a:pt x="429197" y="248222"/>
                    <a:pt x="438722" y="257842"/>
                    <a:pt x="438722" y="269558"/>
                  </a:cubicBezTo>
                  <a:lnTo>
                    <a:pt x="438722" y="39785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89" name="Google Shape;3589;p97"/>
            <p:cNvSpPr/>
            <p:nvPr/>
          </p:nvSpPr>
          <p:spPr>
            <a:xfrm>
              <a:off x="6663394" y="524499"/>
              <a:ext cx="76580" cy="103822"/>
            </a:xfrm>
            <a:custGeom>
              <a:avLst/>
              <a:gdLst/>
              <a:ahLst/>
              <a:cxnLst/>
              <a:rect l="l" t="t" r="r" b="b"/>
              <a:pathLst>
                <a:path w="76580" h="103822" extrusionOk="0">
                  <a:moveTo>
                    <a:pt x="46292" y="15526"/>
                  </a:moveTo>
                  <a:cubicBezTo>
                    <a:pt x="59531" y="15526"/>
                    <a:pt x="67342" y="25146"/>
                    <a:pt x="67342" y="25146"/>
                  </a:cubicBezTo>
                  <a:lnTo>
                    <a:pt x="76581" y="12382"/>
                  </a:lnTo>
                  <a:cubicBezTo>
                    <a:pt x="76581" y="12382"/>
                    <a:pt x="66961" y="0"/>
                    <a:pt x="46101" y="0"/>
                  </a:cubicBezTo>
                  <a:cubicBezTo>
                    <a:pt x="17907" y="0"/>
                    <a:pt x="0" y="23051"/>
                    <a:pt x="0" y="52006"/>
                  </a:cubicBezTo>
                  <a:cubicBezTo>
                    <a:pt x="0" y="80963"/>
                    <a:pt x="17907" y="103823"/>
                    <a:pt x="46101" y="103823"/>
                  </a:cubicBezTo>
                  <a:cubicBezTo>
                    <a:pt x="66961" y="103823"/>
                    <a:pt x="76581" y="91250"/>
                    <a:pt x="76581" y="91250"/>
                  </a:cubicBezTo>
                  <a:lnTo>
                    <a:pt x="67342" y="78677"/>
                  </a:lnTo>
                  <a:cubicBezTo>
                    <a:pt x="67342" y="78677"/>
                    <a:pt x="59531" y="88106"/>
                    <a:pt x="46292" y="88106"/>
                  </a:cubicBezTo>
                  <a:cubicBezTo>
                    <a:pt x="29051" y="88106"/>
                    <a:pt x="16955" y="72390"/>
                    <a:pt x="16955" y="52006"/>
                  </a:cubicBezTo>
                  <a:cubicBezTo>
                    <a:pt x="16955" y="31623"/>
                    <a:pt x="29051" y="15526"/>
                    <a:pt x="46292" y="1552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90" name="Google Shape;3590;p97"/>
            <p:cNvSpPr/>
            <p:nvPr/>
          </p:nvSpPr>
          <p:spPr>
            <a:xfrm>
              <a:off x="6747500" y="524499"/>
              <a:ext cx="69056" cy="103632"/>
            </a:xfrm>
            <a:custGeom>
              <a:avLst/>
              <a:gdLst/>
              <a:ahLst/>
              <a:cxnLst/>
              <a:rect l="l" t="t" r="r" b="b"/>
              <a:pathLst>
                <a:path w="69056" h="103632" extrusionOk="0">
                  <a:moveTo>
                    <a:pt x="38386" y="42672"/>
                  </a:moveTo>
                  <a:cubicBezTo>
                    <a:pt x="23336" y="37719"/>
                    <a:pt x="19145" y="34385"/>
                    <a:pt x="19145" y="27623"/>
                  </a:cubicBezTo>
                  <a:cubicBezTo>
                    <a:pt x="19145" y="19717"/>
                    <a:pt x="24765" y="15240"/>
                    <a:pt x="34671" y="15240"/>
                  </a:cubicBezTo>
                  <a:cubicBezTo>
                    <a:pt x="49054" y="15240"/>
                    <a:pt x="57722" y="23527"/>
                    <a:pt x="57722" y="23527"/>
                  </a:cubicBezTo>
                  <a:lnTo>
                    <a:pt x="66675" y="10097"/>
                  </a:lnTo>
                  <a:cubicBezTo>
                    <a:pt x="66675" y="10097"/>
                    <a:pt x="57531" y="0"/>
                    <a:pt x="34671" y="0"/>
                  </a:cubicBezTo>
                  <a:cubicBezTo>
                    <a:pt x="11811" y="0"/>
                    <a:pt x="857" y="11240"/>
                    <a:pt x="857" y="28289"/>
                  </a:cubicBezTo>
                  <a:cubicBezTo>
                    <a:pt x="857" y="43815"/>
                    <a:pt x="10287" y="51340"/>
                    <a:pt x="31052" y="57912"/>
                  </a:cubicBezTo>
                  <a:cubicBezTo>
                    <a:pt x="47434" y="63341"/>
                    <a:pt x="50768" y="67151"/>
                    <a:pt x="50768" y="74771"/>
                  </a:cubicBezTo>
                  <a:cubicBezTo>
                    <a:pt x="50768" y="82868"/>
                    <a:pt x="46006" y="88487"/>
                    <a:pt x="34480" y="88487"/>
                  </a:cubicBezTo>
                  <a:cubicBezTo>
                    <a:pt x="19717" y="88487"/>
                    <a:pt x="8954" y="78867"/>
                    <a:pt x="8954" y="78867"/>
                  </a:cubicBezTo>
                  <a:lnTo>
                    <a:pt x="0" y="91250"/>
                  </a:lnTo>
                  <a:cubicBezTo>
                    <a:pt x="0" y="91250"/>
                    <a:pt x="11240" y="103632"/>
                    <a:pt x="34957" y="103632"/>
                  </a:cubicBezTo>
                  <a:cubicBezTo>
                    <a:pt x="58674" y="103632"/>
                    <a:pt x="69056" y="90392"/>
                    <a:pt x="69056" y="73438"/>
                  </a:cubicBezTo>
                  <a:cubicBezTo>
                    <a:pt x="69056" y="58007"/>
                    <a:pt x="60579" y="49244"/>
                    <a:pt x="38195" y="4248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91" name="Google Shape;3591;p97"/>
            <p:cNvSpPr/>
            <p:nvPr/>
          </p:nvSpPr>
          <p:spPr>
            <a:xfrm>
              <a:off x="6819890" y="526594"/>
              <a:ext cx="90963" cy="99345"/>
            </a:xfrm>
            <a:custGeom>
              <a:avLst/>
              <a:gdLst/>
              <a:ahLst/>
              <a:cxnLst/>
              <a:rect l="l" t="t" r="r" b="b"/>
              <a:pathLst>
                <a:path w="90963" h="99345" extrusionOk="0">
                  <a:moveTo>
                    <a:pt x="45434" y="80010"/>
                  </a:moveTo>
                  <a:lnTo>
                    <a:pt x="17431" y="0"/>
                  </a:lnTo>
                  <a:lnTo>
                    <a:pt x="0" y="0"/>
                  </a:lnTo>
                  <a:lnTo>
                    <a:pt x="37147" y="99346"/>
                  </a:lnTo>
                  <a:lnTo>
                    <a:pt x="53721" y="99346"/>
                  </a:lnTo>
                  <a:lnTo>
                    <a:pt x="90964" y="0"/>
                  </a:lnTo>
                  <a:lnTo>
                    <a:pt x="73533" y="0"/>
                  </a:lnTo>
                  <a:lnTo>
                    <a:pt x="45434" y="8001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592" name="Google Shape;3592;p97"/>
          <p:cNvGrpSpPr/>
          <p:nvPr/>
        </p:nvGrpSpPr>
        <p:grpSpPr>
          <a:xfrm>
            <a:off x="3639199" y="1010323"/>
            <a:ext cx="260121" cy="295376"/>
            <a:chOff x="11588282" y="298914"/>
            <a:chExt cx="462438" cy="525113"/>
          </a:xfrm>
        </p:grpSpPr>
        <p:sp>
          <p:nvSpPr>
            <p:cNvPr id="3593" name="Google Shape;3593;p97"/>
            <p:cNvSpPr/>
            <p:nvPr/>
          </p:nvSpPr>
          <p:spPr>
            <a:xfrm>
              <a:off x="11588282" y="298914"/>
              <a:ext cx="462438" cy="525113"/>
            </a:xfrm>
            <a:custGeom>
              <a:avLst/>
              <a:gdLst/>
              <a:ahLst/>
              <a:cxnLst/>
              <a:rect l="l" t="t" r="r" b="b"/>
              <a:pathLst>
                <a:path w="462438" h="525113" extrusionOk="0">
                  <a:moveTo>
                    <a:pt x="417386" y="224314"/>
                  </a:moveTo>
                  <a:lnTo>
                    <a:pt x="398145" y="224314"/>
                  </a:lnTo>
                  <a:lnTo>
                    <a:pt x="398145" y="19050"/>
                  </a:lnTo>
                  <a:cubicBezTo>
                    <a:pt x="398145" y="8573"/>
                    <a:pt x="389573" y="0"/>
                    <a:pt x="379095" y="0"/>
                  </a:cubicBezTo>
                  <a:lnTo>
                    <a:pt x="119062" y="0"/>
                  </a:lnTo>
                  <a:cubicBezTo>
                    <a:pt x="113443" y="0"/>
                    <a:pt x="108109" y="2476"/>
                    <a:pt x="104489" y="6763"/>
                  </a:cubicBezTo>
                  <a:lnTo>
                    <a:pt x="4477" y="124968"/>
                  </a:lnTo>
                  <a:cubicBezTo>
                    <a:pt x="1524" y="128397"/>
                    <a:pt x="0" y="132778"/>
                    <a:pt x="0" y="137255"/>
                  </a:cubicBezTo>
                  <a:lnTo>
                    <a:pt x="0" y="506063"/>
                  </a:lnTo>
                  <a:cubicBezTo>
                    <a:pt x="0" y="516541"/>
                    <a:pt x="8573" y="525113"/>
                    <a:pt x="19050" y="525113"/>
                  </a:cubicBezTo>
                  <a:lnTo>
                    <a:pt x="379000" y="525113"/>
                  </a:lnTo>
                  <a:cubicBezTo>
                    <a:pt x="389477" y="525113"/>
                    <a:pt x="398050" y="516541"/>
                    <a:pt x="398050" y="506063"/>
                  </a:cubicBezTo>
                  <a:lnTo>
                    <a:pt x="398050" y="443008"/>
                  </a:lnTo>
                  <a:lnTo>
                    <a:pt x="417290" y="443008"/>
                  </a:lnTo>
                  <a:cubicBezTo>
                    <a:pt x="442246" y="443008"/>
                    <a:pt x="462439" y="422720"/>
                    <a:pt x="462439" y="397859"/>
                  </a:cubicBezTo>
                  <a:lnTo>
                    <a:pt x="462439" y="269558"/>
                  </a:lnTo>
                  <a:cubicBezTo>
                    <a:pt x="462439" y="244602"/>
                    <a:pt x="442151" y="224409"/>
                    <a:pt x="417290" y="224409"/>
                  </a:cubicBezTo>
                  <a:close/>
                  <a:moveTo>
                    <a:pt x="103346" y="67151"/>
                  </a:moveTo>
                  <a:lnTo>
                    <a:pt x="103346" y="122968"/>
                  </a:lnTo>
                  <a:lnTo>
                    <a:pt x="56102" y="122968"/>
                  </a:lnTo>
                  <a:lnTo>
                    <a:pt x="103346" y="67151"/>
                  </a:lnTo>
                  <a:close/>
                  <a:moveTo>
                    <a:pt x="360045" y="487013"/>
                  </a:moveTo>
                  <a:lnTo>
                    <a:pt x="38195" y="487013"/>
                  </a:lnTo>
                  <a:lnTo>
                    <a:pt x="38195" y="161068"/>
                  </a:lnTo>
                  <a:lnTo>
                    <a:pt x="122492" y="161068"/>
                  </a:lnTo>
                  <a:cubicBezTo>
                    <a:pt x="132969" y="161068"/>
                    <a:pt x="141542" y="152495"/>
                    <a:pt x="141542" y="142018"/>
                  </a:cubicBezTo>
                  <a:lnTo>
                    <a:pt x="141542" y="38100"/>
                  </a:lnTo>
                  <a:lnTo>
                    <a:pt x="360140" y="38100"/>
                  </a:lnTo>
                  <a:lnTo>
                    <a:pt x="360140" y="224314"/>
                  </a:lnTo>
                  <a:lnTo>
                    <a:pt x="160877" y="224314"/>
                  </a:lnTo>
                  <a:cubicBezTo>
                    <a:pt x="135922" y="224314"/>
                    <a:pt x="115729" y="244602"/>
                    <a:pt x="115729" y="269462"/>
                  </a:cubicBezTo>
                  <a:lnTo>
                    <a:pt x="115729" y="397764"/>
                  </a:lnTo>
                  <a:cubicBezTo>
                    <a:pt x="115729" y="422720"/>
                    <a:pt x="136017" y="442913"/>
                    <a:pt x="160877" y="442913"/>
                  </a:cubicBezTo>
                  <a:lnTo>
                    <a:pt x="360140" y="442913"/>
                  </a:lnTo>
                  <a:lnTo>
                    <a:pt x="360140" y="486918"/>
                  </a:lnTo>
                  <a:close/>
                  <a:moveTo>
                    <a:pt x="438722" y="397859"/>
                  </a:moveTo>
                  <a:cubicBezTo>
                    <a:pt x="438722" y="409670"/>
                    <a:pt x="429101" y="419195"/>
                    <a:pt x="417386" y="419195"/>
                  </a:cubicBezTo>
                  <a:lnTo>
                    <a:pt x="160782" y="419195"/>
                  </a:lnTo>
                  <a:cubicBezTo>
                    <a:pt x="148971" y="419195"/>
                    <a:pt x="139446" y="409575"/>
                    <a:pt x="139446" y="397859"/>
                  </a:cubicBezTo>
                  <a:lnTo>
                    <a:pt x="139446" y="269558"/>
                  </a:lnTo>
                  <a:cubicBezTo>
                    <a:pt x="139446" y="257747"/>
                    <a:pt x="149066" y="248222"/>
                    <a:pt x="160782" y="248222"/>
                  </a:cubicBezTo>
                  <a:lnTo>
                    <a:pt x="417386" y="248222"/>
                  </a:lnTo>
                  <a:cubicBezTo>
                    <a:pt x="429197" y="248222"/>
                    <a:pt x="438722" y="257842"/>
                    <a:pt x="438722" y="269558"/>
                  </a:cubicBezTo>
                  <a:lnTo>
                    <a:pt x="438722" y="39785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94" name="Google Shape;3594;p97"/>
            <p:cNvSpPr/>
            <p:nvPr/>
          </p:nvSpPr>
          <p:spPr>
            <a:xfrm>
              <a:off x="11761351" y="587997"/>
              <a:ext cx="60102" cy="99345"/>
            </a:xfrm>
            <a:custGeom>
              <a:avLst/>
              <a:gdLst/>
              <a:ahLst/>
              <a:cxnLst/>
              <a:rect l="l" t="t" r="r" b="b"/>
              <a:pathLst>
                <a:path w="60102" h="99345" extrusionOk="0">
                  <a:moveTo>
                    <a:pt x="16383" y="0"/>
                  </a:moveTo>
                  <a:lnTo>
                    <a:pt x="0" y="0"/>
                  </a:lnTo>
                  <a:lnTo>
                    <a:pt x="0" y="99346"/>
                  </a:lnTo>
                  <a:lnTo>
                    <a:pt x="60103" y="99346"/>
                  </a:lnTo>
                  <a:lnTo>
                    <a:pt x="60103" y="84772"/>
                  </a:lnTo>
                  <a:lnTo>
                    <a:pt x="16383" y="84772"/>
                  </a:lnTo>
                  <a:lnTo>
                    <a:pt x="16383"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95" name="Google Shape;3595;p97"/>
            <p:cNvSpPr/>
            <p:nvPr/>
          </p:nvSpPr>
          <p:spPr>
            <a:xfrm>
              <a:off x="11818310" y="585807"/>
              <a:ext cx="91630" cy="103822"/>
            </a:xfrm>
            <a:custGeom>
              <a:avLst/>
              <a:gdLst/>
              <a:ahLst/>
              <a:cxnLst/>
              <a:rect l="l" t="t" r="r" b="b"/>
              <a:pathLst>
                <a:path w="91630" h="103822" extrusionOk="0">
                  <a:moveTo>
                    <a:pt x="45720" y="0"/>
                  </a:moveTo>
                  <a:cubicBezTo>
                    <a:pt x="18193" y="0"/>
                    <a:pt x="0" y="23050"/>
                    <a:pt x="0" y="52006"/>
                  </a:cubicBezTo>
                  <a:cubicBezTo>
                    <a:pt x="0" y="80963"/>
                    <a:pt x="18193" y="103822"/>
                    <a:pt x="45720" y="103822"/>
                  </a:cubicBezTo>
                  <a:cubicBezTo>
                    <a:pt x="73247" y="103822"/>
                    <a:pt x="91630" y="80677"/>
                    <a:pt x="91630" y="52006"/>
                  </a:cubicBezTo>
                  <a:cubicBezTo>
                    <a:pt x="91630" y="23336"/>
                    <a:pt x="73438" y="0"/>
                    <a:pt x="45720" y="0"/>
                  </a:cubicBezTo>
                  <a:close/>
                  <a:moveTo>
                    <a:pt x="45720" y="88011"/>
                  </a:moveTo>
                  <a:cubicBezTo>
                    <a:pt x="28670" y="88011"/>
                    <a:pt x="16859" y="72485"/>
                    <a:pt x="16859" y="52102"/>
                  </a:cubicBezTo>
                  <a:cubicBezTo>
                    <a:pt x="16859" y="31718"/>
                    <a:pt x="28670" y="15811"/>
                    <a:pt x="45720" y="15811"/>
                  </a:cubicBezTo>
                  <a:cubicBezTo>
                    <a:pt x="62770" y="15811"/>
                    <a:pt x="74676" y="31528"/>
                    <a:pt x="74676" y="52102"/>
                  </a:cubicBezTo>
                  <a:cubicBezTo>
                    <a:pt x="74676" y="72676"/>
                    <a:pt x="62770" y="88011"/>
                    <a:pt x="45720" y="8801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596" name="Google Shape;3596;p97"/>
            <p:cNvSpPr/>
            <p:nvPr/>
          </p:nvSpPr>
          <p:spPr>
            <a:xfrm>
              <a:off x="11916513" y="585902"/>
              <a:ext cx="87439" cy="103822"/>
            </a:xfrm>
            <a:custGeom>
              <a:avLst/>
              <a:gdLst/>
              <a:ahLst/>
              <a:cxnLst/>
              <a:rect l="l" t="t" r="r" b="b"/>
              <a:pathLst>
                <a:path w="87439" h="103822" extrusionOk="0">
                  <a:moveTo>
                    <a:pt x="43529" y="59246"/>
                  </a:moveTo>
                  <a:lnTo>
                    <a:pt x="69914" y="59246"/>
                  </a:lnTo>
                  <a:lnTo>
                    <a:pt x="69914" y="60579"/>
                  </a:lnTo>
                  <a:cubicBezTo>
                    <a:pt x="69532" y="76962"/>
                    <a:pt x="60484" y="88106"/>
                    <a:pt x="45529" y="88106"/>
                  </a:cubicBezTo>
                  <a:cubicBezTo>
                    <a:pt x="28289" y="88106"/>
                    <a:pt x="17050" y="72390"/>
                    <a:pt x="17050" y="52006"/>
                  </a:cubicBezTo>
                  <a:cubicBezTo>
                    <a:pt x="17050" y="31623"/>
                    <a:pt x="28480" y="15526"/>
                    <a:pt x="45910" y="15526"/>
                  </a:cubicBezTo>
                  <a:cubicBezTo>
                    <a:pt x="60674" y="15526"/>
                    <a:pt x="68771" y="25336"/>
                    <a:pt x="68771" y="25336"/>
                  </a:cubicBezTo>
                  <a:lnTo>
                    <a:pt x="78581" y="12764"/>
                  </a:lnTo>
                  <a:cubicBezTo>
                    <a:pt x="78581" y="12764"/>
                    <a:pt x="68771" y="0"/>
                    <a:pt x="46101" y="0"/>
                  </a:cubicBezTo>
                  <a:cubicBezTo>
                    <a:pt x="17812" y="0"/>
                    <a:pt x="0" y="23051"/>
                    <a:pt x="0" y="52006"/>
                  </a:cubicBezTo>
                  <a:cubicBezTo>
                    <a:pt x="0" y="80963"/>
                    <a:pt x="17240" y="103823"/>
                    <a:pt x="45529" y="103823"/>
                  </a:cubicBezTo>
                  <a:cubicBezTo>
                    <a:pt x="71723" y="103823"/>
                    <a:pt x="87440" y="84582"/>
                    <a:pt x="87440" y="55150"/>
                  </a:cubicBezTo>
                  <a:lnTo>
                    <a:pt x="87440" y="45339"/>
                  </a:lnTo>
                  <a:lnTo>
                    <a:pt x="43529" y="45339"/>
                  </a:lnTo>
                  <a:lnTo>
                    <a:pt x="43529" y="5924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597" name="Google Shape;3597;p97"/>
          <p:cNvSpPr/>
          <p:nvPr/>
        </p:nvSpPr>
        <p:spPr>
          <a:xfrm>
            <a:off x="7580810" y="3327517"/>
            <a:ext cx="299984" cy="291679"/>
          </a:xfrm>
          <a:custGeom>
            <a:avLst/>
            <a:gdLst/>
            <a:ahLst/>
            <a:cxnLst/>
            <a:rect l="l" t="t" r="r" b="b"/>
            <a:pathLst>
              <a:path w="533304" h="518541" extrusionOk="0">
                <a:moveTo>
                  <a:pt x="526066" y="132969"/>
                </a:moveTo>
                <a:lnTo>
                  <a:pt x="525494" y="132493"/>
                </a:lnTo>
                <a:lnTo>
                  <a:pt x="376619" y="5048"/>
                </a:lnTo>
                <a:cubicBezTo>
                  <a:pt x="372809" y="1810"/>
                  <a:pt x="367951" y="0"/>
                  <a:pt x="362903" y="0"/>
                </a:cubicBezTo>
                <a:lnTo>
                  <a:pt x="21146" y="0"/>
                </a:lnTo>
                <a:cubicBezTo>
                  <a:pt x="15526" y="0"/>
                  <a:pt x="10192" y="2191"/>
                  <a:pt x="6191" y="6191"/>
                </a:cubicBezTo>
                <a:cubicBezTo>
                  <a:pt x="2191" y="10192"/>
                  <a:pt x="0" y="15526"/>
                  <a:pt x="0" y="21145"/>
                </a:cubicBezTo>
                <a:lnTo>
                  <a:pt x="1429" y="358426"/>
                </a:lnTo>
                <a:cubicBezTo>
                  <a:pt x="1429" y="364046"/>
                  <a:pt x="3715" y="369380"/>
                  <a:pt x="7715" y="373380"/>
                </a:cubicBezTo>
                <a:lnTo>
                  <a:pt x="149066" y="512445"/>
                </a:lnTo>
                <a:cubicBezTo>
                  <a:pt x="152876" y="516350"/>
                  <a:pt x="158306" y="518541"/>
                  <a:pt x="163830" y="518541"/>
                </a:cubicBezTo>
                <a:lnTo>
                  <a:pt x="512255" y="518541"/>
                </a:lnTo>
                <a:cubicBezTo>
                  <a:pt x="523875" y="518541"/>
                  <a:pt x="533305" y="509111"/>
                  <a:pt x="533305" y="497491"/>
                </a:cubicBezTo>
                <a:lnTo>
                  <a:pt x="533305" y="149066"/>
                </a:lnTo>
                <a:cubicBezTo>
                  <a:pt x="533305" y="142685"/>
                  <a:pt x="530447" y="136874"/>
                  <a:pt x="525875" y="133064"/>
                </a:cubicBezTo>
                <a:close/>
                <a:moveTo>
                  <a:pt x="43624" y="349472"/>
                </a:moveTo>
                <a:lnTo>
                  <a:pt x="42482" y="68485"/>
                </a:lnTo>
                <a:lnTo>
                  <a:pt x="142875" y="158401"/>
                </a:lnTo>
                <a:lnTo>
                  <a:pt x="142875" y="446627"/>
                </a:lnTo>
                <a:lnTo>
                  <a:pt x="43624" y="349472"/>
                </a:lnTo>
                <a:close/>
                <a:moveTo>
                  <a:pt x="72295" y="42291"/>
                </a:moveTo>
                <a:lnTo>
                  <a:pt x="355092" y="42291"/>
                </a:lnTo>
                <a:cubicBezTo>
                  <a:pt x="355092" y="42291"/>
                  <a:pt x="460915" y="127921"/>
                  <a:pt x="460915" y="127921"/>
                </a:cubicBezTo>
                <a:lnTo>
                  <a:pt x="171736" y="127921"/>
                </a:lnTo>
                <a:lnTo>
                  <a:pt x="72295" y="42291"/>
                </a:lnTo>
                <a:close/>
                <a:moveTo>
                  <a:pt x="491300" y="476345"/>
                </a:moveTo>
                <a:lnTo>
                  <a:pt x="185071" y="476345"/>
                </a:lnTo>
                <a:lnTo>
                  <a:pt x="185071" y="170117"/>
                </a:lnTo>
                <a:lnTo>
                  <a:pt x="491300" y="170117"/>
                </a:lnTo>
                <a:lnTo>
                  <a:pt x="491300" y="47634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598" name="Google Shape;3598;p97"/>
          <p:cNvGrpSpPr/>
          <p:nvPr/>
        </p:nvGrpSpPr>
        <p:grpSpPr>
          <a:xfrm>
            <a:off x="3659612" y="4106278"/>
            <a:ext cx="219295" cy="294680"/>
            <a:chOff x="6541099" y="1055837"/>
            <a:chExt cx="389858" cy="523875"/>
          </a:xfrm>
        </p:grpSpPr>
        <p:sp>
          <p:nvSpPr>
            <p:cNvPr id="3599" name="Google Shape;3599;p97"/>
            <p:cNvSpPr/>
            <p:nvPr/>
          </p:nvSpPr>
          <p:spPr>
            <a:xfrm>
              <a:off x="6665781" y="1263387"/>
              <a:ext cx="188309" cy="23812"/>
            </a:xfrm>
            <a:custGeom>
              <a:avLst/>
              <a:gdLst/>
              <a:ahLst/>
              <a:cxnLst/>
              <a:rect l="l" t="t" r="r" b="b"/>
              <a:pathLst>
                <a:path w="188309" h="23812" extrusionOk="0">
                  <a:moveTo>
                    <a:pt x="11906" y="0"/>
                  </a:moveTo>
                  <a:cubicBezTo>
                    <a:pt x="5334" y="0"/>
                    <a:pt x="0" y="5334"/>
                    <a:pt x="0" y="11906"/>
                  </a:cubicBezTo>
                  <a:cubicBezTo>
                    <a:pt x="0" y="18478"/>
                    <a:pt x="5334" y="23813"/>
                    <a:pt x="11906" y="23813"/>
                  </a:cubicBezTo>
                  <a:lnTo>
                    <a:pt x="176403" y="23813"/>
                  </a:lnTo>
                  <a:cubicBezTo>
                    <a:pt x="182975" y="23813"/>
                    <a:pt x="188309" y="18478"/>
                    <a:pt x="188309" y="11906"/>
                  </a:cubicBezTo>
                  <a:cubicBezTo>
                    <a:pt x="188309" y="5334"/>
                    <a:pt x="182975" y="0"/>
                    <a:pt x="176403" y="0"/>
                  </a:cubicBezTo>
                  <a:lnTo>
                    <a:pt x="11906"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00" name="Google Shape;3600;p97"/>
            <p:cNvSpPr/>
            <p:nvPr/>
          </p:nvSpPr>
          <p:spPr>
            <a:xfrm>
              <a:off x="6618632" y="1260720"/>
              <a:ext cx="28500" cy="285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01" name="Google Shape;3601;p97"/>
            <p:cNvSpPr/>
            <p:nvPr/>
          </p:nvSpPr>
          <p:spPr>
            <a:xfrm>
              <a:off x="6665781" y="1317584"/>
              <a:ext cx="188309" cy="23812"/>
            </a:xfrm>
            <a:custGeom>
              <a:avLst/>
              <a:gdLst/>
              <a:ahLst/>
              <a:cxnLst/>
              <a:rect l="l" t="t" r="r" b="b"/>
              <a:pathLst>
                <a:path w="188309" h="23812" extrusionOk="0">
                  <a:moveTo>
                    <a:pt x="176403" y="0"/>
                  </a:moveTo>
                  <a:lnTo>
                    <a:pt x="11906" y="0"/>
                  </a:lnTo>
                  <a:cubicBezTo>
                    <a:pt x="5334" y="0"/>
                    <a:pt x="0" y="5334"/>
                    <a:pt x="0" y="11906"/>
                  </a:cubicBezTo>
                  <a:cubicBezTo>
                    <a:pt x="0" y="18478"/>
                    <a:pt x="5334" y="23813"/>
                    <a:pt x="11906" y="23813"/>
                  </a:cubicBezTo>
                  <a:lnTo>
                    <a:pt x="176403" y="23813"/>
                  </a:lnTo>
                  <a:cubicBezTo>
                    <a:pt x="182975" y="23813"/>
                    <a:pt x="188309" y="18478"/>
                    <a:pt x="188309" y="11906"/>
                  </a:cubicBezTo>
                  <a:cubicBezTo>
                    <a:pt x="188309" y="5334"/>
                    <a:pt x="182975" y="0"/>
                    <a:pt x="176403"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02" name="Google Shape;3602;p97"/>
            <p:cNvSpPr/>
            <p:nvPr/>
          </p:nvSpPr>
          <p:spPr>
            <a:xfrm>
              <a:off x="6618632" y="1315012"/>
              <a:ext cx="28500" cy="285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03" name="Google Shape;3603;p97"/>
            <p:cNvSpPr/>
            <p:nvPr/>
          </p:nvSpPr>
          <p:spPr>
            <a:xfrm>
              <a:off x="6665781" y="1371877"/>
              <a:ext cx="188309" cy="23812"/>
            </a:xfrm>
            <a:custGeom>
              <a:avLst/>
              <a:gdLst/>
              <a:ahLst/>
              <a:cxnLst/>
              <a:rect l="l" t="t" r="r" b="b"/>
              <a:pathLst>
                <a:path w="188309" h="23812" extrusionOk="0">
                  <a:moveTo>
                    <a:pt x="176403" y="0"/>
                  </a:moveTo>
                  <a:lnTo>
                    <a:pt x="11906" y="0"/>
                  </a:lnTo>
                  <a:cubicBezTo>
                    <a:pt x="5334" y="0"/>
                    <a:pt x="0" y="5334"/>
                    <a:pt x="0" y="11906"/>
                  </a:cubicBezTo>
                  <a:cubicBezTo>
                    <a:pt x="0" y="18478"/>
                    <a:pt x="5334" y="23813"/>
                    <a:pt x="11906" y="23813"/>
                  </a:cubicBezTo>
                  <a:lnTo>
                    <a:pt x="176403" y="23813"/>
                  </a:lnTo>
                  <a:cubicBezTo>
                    <a:pt x="182975" y="23813"/>
                    <a:pt x="188309" y="18478"/>
                    <a:pt x="188309" y="11906"/>
                  </a:cubicBezTo>
                  <a:cubicBezTo>
                    <a:pt x="188309" y="5334"/>
                    <a:pt x="182975" y="0"/>
                    <a:pt x="176403"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04" name="Google Shape;3604;p97"/>
            <p:cNvSpPr/>
            <p:nvPr/>
          </p:nvSpPr>
          <p:spPr>
            <a:xfrm>
              <a:off x="6618632" y="1369305"/>
              <a:ext cx="28500" cy="285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05" name="Google Shape;3605;p97"/>
            <p:cNvSpPr/>
            <p:nvPr/>
          </p:nvSpPr>
          <p:spPr>
            <a:xfrm>
              <a:off x="6665781" y="1426169"/>
              <a:ext cx="188309" cy="23812"/>
            </a:xfrm>
            <a:custGeom>
              <a:avLst/>
              <a:gdLst/>
              <a:ahLst/>
              <a:cxnLst/>
              <a:rect l="l" t="t" r="r" b="b"/>
              <a:pathLst>
                <a:path w="188309" h="23812" extrusionOk="0">
                  <a:moveTo>
                    <a:pt x="176403" y="0"/>
                  </a:moveTo>
                  <a:lnTo>
                    <a:pt x="11906" y="0"/>
                  </a:lnTo>
                  <a:cubicBezTo>
                    <a:pt x="5334" y="0"/>
                    <a:pt x="0" y="5334"/>
                    <a:pt x="0" y="11906"/>
                  </a:cubicBezTo>
                  <a:cubicBezTo>
                    <a:pt x="0" y="18478"/>
                    <a:pt x="5334" y="23813"/>
                    <a:pt x="11906" y="23813"/>
                  </a:cubicBezTo>
                  <a:lnTo>
                    <a:pt x="176403" y="23813"/>
                  </a:lnTo>
                  <a:cubicBezTo>
                    <a:pt x="182975" y="23813"/>
                    <a:pt x="188309" y="18478"/>
                    <a:pt x="188309" y="11906"/>
                  </a:cubicBezTo>
                  <a:cubicBezTo>
                    <a:pt x="188309" y="5334"/>
                    <a:pt x="182975" y="0"/>
                    <a:pt x="176403"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06" name="Google Shape;3606;p97"/>
            <p:cNvSpPr/>
            <p:nvPr/>
          </p:nvSpPr>
          <p:spPr>
            <a:xfrm>
              <a:off x="6618632" y="1423502"/>
              <a:ext cx="28500" cy="285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07" name="Google Shape;3607;p97"/>
            <p:cNvSpPr/>
            <p:nvPr/>
          </p:nvSpPr>
          <p:spPr>
            <a:xfrm>
              <a:off x="6665781" y="1480366"/>
              <a:ext cx="188309" cy="23812"/>
            </a:xfrm>
            <a:custGeom>
              <a:avLst/>
              <a:gdLst/>
              <a:ahLst/>
              <a:cxnLst/>
              <a:rect l="l" t="t" r="r" b="b"/>
              <a:pathLst>
                <a:path w="188309" h="23812" extrusionOk="0">
                  <a:moveTo>
                    <a:pt x="176403" y="0"/>
                  </a:moveTo>
                  <a:lnTo>
                    <a:pt x="11906" y="0"/>
                  </a:lnTo>
                  <a:cubicBezTo>
                    <a:pt x="5334" y="0"/>
                    <a:pt x="0" y="5334"/>
                    <a:pt x="0" y="11906"/>
                  </a:cubicBezTo>
                  <a:cubicBezTo>
                    <a:pt x="0" y="18478"/>
                    <a:pt x="5334" y="23813"/>
                    <a:pt x="11906" y="23813"/>
                  </a:cubicBezTo>
                  <a:lnTo>
                    <a:pt x="176403" y="23813"/>
                  </a:lnTo>
                  <a:cubicBezTo>
                    <a:pt x="182975" y="23813"/>
                    <a:pt x="188309" y="18478"/>
                    <a:pt x="188309" y="11906"/>
                  </a:cubicBezTo>
                  <a:cubicBezTo>
                    <a:pt x="188309" y="5334"/>
                    <a:pt x="182975" y="0"/>
                    <a:pt x="176403"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08" name="Google Shape;3608;p97"/>
            <p:cNvSpPr/>
            <p:nvPr/>
          </p:nvSpPr>
          <p:spPr>
            <a:xfrm>
              <a:off x="6618632" y="1477795"/>
              <a:ext cx="28500" cy="285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09" name="Google Shape;3609;p97"/>
            <p:cNvSpPr/>
            <p:nvPr/>
          </p:nvSpPr>
          <p:spPr>
            <a:xfrm>
              <a:off x="6541099" y="1055837"/>
              <a:ext cx="389858" cy="523875"/>
            </a:xfrm>
            <a:custGeom>
              <a:avLst/>
              <a:gdLst/>
              <a:ahLst/>
              <a:cxnLst/>
              <a:rect l="l" t="t" r="r" b="b"/>
              <a:pathLst>
                <a:path w="389858" h="523875" extrusionOk="0">
                  <a:moveTo>
                    <a:pt x="370808" y="0"/>
                  </a:moveTo>
                  <a:lnTo>
                    <a:pt x="125635" y="0"/>
                  </a:lnTo>
                  <a:cubicBezTo>
                    <a:pt x="120301" y="0"/>
                    <a:pt x="115157" y="2286"/>
                    <a:pt x="111538" y="6191"/>
                  </a:cubicBezTo>
                  <a:lnTo>
                    <a:pt x="4953" y="123063"/>
                  </a:lnTo>
                  <a:cubicBezTo>
                    <a:pt x="1714" y="126587"/>
                    <a:pt x="0" y="131159"/>
                    <a:pt x="0" y="135922"/>
                  </a:cubicBezTo>
                  <a:lnTo>
                    <a:pt x="0" y="504825"/>
                  </a:lnTo>
                  <a:cubicBezTo>
                    <a:pt x="0" y="515303"/>
                    <a:pt x="8572" y="523875"/>
                    <a:pt x="19050" y="523875"/>
                  </a:cubicBezTo>
                  <a:lnTo>
                    <a:pt x="370808" y="523875"/>
                  </a:lnTo>
                  <a:cubicBezTo>
                    <a:pt x="381286" y="523875"/>
                    <a:pt x="389858" y="515303"/>
                    <a:pt x="389858" y="504825"/>
                  </a:cubicBezTo>
                  <a:lnTo>
                    <a:pt x="389858" y="19050"/>
                  </a:lnTo>
                  <a:cubicBezTo>
                    <a:pt x="389858" y="8573"/>
                    <a:pt x="381286" y="0"/>
                    <a:pt x="370808" y="0"/>
                  </a:cubicBezTo>
                  <a:close/>
                  <a:moveTo>
                    <a:pt x="104299" y="70676"/>
                  </a:moveTo>
                  <a:lnTo>
                    <a:pt x="104299" y="121063"/>
                  </a:lnTo>
                  <a:lnTo>
                    <a:pt x="58388" y="121063"/>
                  </a:lnTo>
                  <a:lnTo>
                    <a:pt x="104299" y="70676"/>
                  </a:lnTo>
                  <a:close/>
                  <a:moveTo>
                    <a:pt x="351758" y="485775"/>
                  </a:moveTo>
                  <a:lnTo>
                    <a:pt x="38100" y="485775"/>
                  </a:lnTo>
                  <a:lnTo>
                    <a:pt x="38100" y="159163"/>
                  </a:lnTo>
                  <a:lnTo>
                    <a:pt x="123349" y="159163"/>
                  </a:lnTo>
                  <a:cubicBezTo>
                    <a:pt x="133826" y="159163"/>
                    <a:pt x="142399" y="150590"/>
                    <a:pt x="142399" y="140113"/>
                  </a:cubicBezTo>
                  <a:lnTo>
                    <a:pt x="142399" y="38100"/>
                  </a:lnTo>
                  <a:lnTo>
                    <a:pt x="351758" y="38100"/>
                  </a:lnTo>
                  <a:lnTo>
                    <a:pt x="351758" y="4857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610" name="Google Shape;3610;p97"/>
          <p:cNvGrpSpPr/>
          <p:nvPr/>
        </p:nvGrpSpPr>
        <p:grpSpPr>
          <a:xfrm>
            <a:off x="2075178" y="4104002"/>
            <a:ext cx="219295" cy="294680"/>
            <a:chOff x="1106738" y="1806686"/>
            <a:chExt cx="389858" cy="523875"/>
          </a:xfrm>
        </p:grpSpPr>
        <p:sp>
          <p:nvSpPr>
            <p:cNvPr id="3611" name="Google Shape;3611;p97"/>
            <p:cNvSpPr/>
            <p:nvPr/>
          </p:nvSpPr>
          <p:spPr>
            <a:xfrm>
              <a:off x="1317526" y="1902317"/>
              <a:ext cx="112800" cy="1506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12" name="Google Shape;3612;p97"/>
            <p:cNvSpPr/>
            <p:nvPr/>
          </p:nvSpPr>
          <p:spPr>
            <a:xfrm>
              <a:off x="1172746" y="2029095"/>
              <a:ext cx="111347" cy="23812"/>
            </a:xfrm>
            <a:custGeom>
              <a:avLst/>
              <a:gdLst/>
              <a:ahLst/>
              <a:cxnLst/>
              <a:rect l="l" t="t" r="r" b="b"/>
              <a:pathLst>
                <a:path w="111347" h="23812" extrusionOk="0">
                  <a:moveTo>
                    <a:pt x="11906" y="0"/>
                  </a:moveTo>
                  <a:cubicBezTo>
                    <a:pt x="5334" y="0"/>
                    <a:pt x="0" y="5334"/>
                    <a:pt x="0" y="11906"/>
                  </a:cubicBezTo>
                  <a:cubicBezTo>
                    <a:pt x="0" y="18479"/>
                    <a:pt x="5334" y="23813"/>
                    <a:pt x="11906" y="23813"/>
                  </a:cubicBezTo>
                  <a:lnTo>
                    <a:pt x="99441" y="23813"/>
                  </a:lnTo>
                  <a:cubicBezTo>
                    <a:pt x="106013" y="23813"/>
                    <a:pt x="111347" y="18479"/>
                    <a:pt x="111347" y="11906"/>
                  </a:cubicBezTo>
                  <a:cubicBezTo>
                    <a:pt x="111347" y="5334"/>
                    <a:pt x="106013" y="0"/>
                    <a:pt x="99441" y="0"/>
                  </a:cubicBezTo>
                  <a:lnTo>
                    <a:pt x="11906"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13" name="Google Shape;3613;p97"/>
            <p:cNvSpPr/>
            <p:nvPr/>
          </p:nvSpPr>
          <p:spPr>
            <a:xfrm>
              <a:off x="1172746" y="2092531"/>
              <a:ext cx="258794" cy="23812"/>
            </a:xfrm>
            <a:custGeom>
              <a:avLst/>
              <a:gdLst/>
              <a:ahLst/>
              <a:cxnLst/>
              <a:rect l="l" t="t" r="r" b="b"/>
              <a:pathLst>
                <a:path w="258794" h="23812" extrusionOk="0">
                  <a:moveTo>
                    <a:pt x="246888" y="0"/>
                  </a:moveTo>
                  <a:lnTo>
                    <a:pt x="11906" y="0"/>
                  </a:lnTo>
                  <a:cubicBezTo>
                    <a:pt x="5334" y="0"/>
                    <a:pt x="0" y="5334"/>
                    <a:pt x="0" y="11906"/>
                  </a:cubicBezTo>
                  <a:cubicBezTo>
                    <a:pt x="0" y="18479"/>
                    <a:pt x="5334" y="23813"/>
                    <a:pt x="11906" y="23813"/>
                  </a:cubicBezTo>
                  <a:lnTo>
                    <a:pt x="246888" y="23813"/>
                  </a:lnTo>
                  <a:cubicBezTo>
                    <a:pt x="253460" y="23813"/>
                    <a:pt x="258794" y="18479"/>
                    <a:pt x="258794" y="11906"/>
                  </a:cubicBezTo>
                  <a:cubicBezTo>
                    <a:pt x="258794" y="5334"/>
                    <a:pt x="253460" y="0"/>
                    <a:pt x="2468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14" name="Google Shape;3614;p97"/>
            <p:cNvSpPr/>
            <p:nvPr/>
          </p:nvSpPr>
          <p:spPr>
            <a:xfrm>
              <a:off x="1172746" y="2155872"/>
              <a:ext cx="258794" cy="23812"/>
            </a:xfrm>
            <a:custGeom>
              <a:avLst/>
              <a:gdLst/>
              <a:ahLst/>
              <a:cxnLst/>
              <a:rect l="l" t="t" r="r" b="b"/>
              <a:pathLst>
                <a:path w="258794" h="23812" extrusionOk="0">
                  <a:moveTo>
                    <a:pt x="246888" y="0"/>
                  </a:moveTo>
                  <a:lnTo>
                    <a:pt x="11906" y="0"/>
                  </a:lnTo>
                  <a:cubicBezTo>
                    <a:pt x="5334" y="0"/>
                    <a:pt x="0" y="5334"/>
                    <a:pt x="0" y="11906"/>
                  </a:cubicBezTo>
                  <a:cubicBezTo>
                    <a:pt x="0" y="18478"/>
                    <a:pt x="5334" y="23813"/>
                    <a:pt x="11906" y="23813"/>
                  </a:cubicBezTo>
                  <a:lnTo>
                    <a:pt x="246888" y="23813"/>
                  </a:lnTo>
                  <a:cubicBezTo>
                    <a:pt x="253460" y="23813"/>
                    <a:pt x="258794" y="18478"/>
                    <a:pt x="258794" y="11906"/>
                  </a:cubicBezTo>
                  <a:cubicBezTo>
                    <a:pt x="258794" y="5334"/>
                    <a:pt x="253460" y="0"/>
                    <a:pt x="2468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15" name="Google Shape;3615;p97"/>
            <p:cNvSpPr/>
            <p:nvPr/>
          </p:nvSpPr>
          <p:spPr>
            <a:xfrm>
              <a:off x="1172746" y="2219214"/>
              <a:ext cx="258794" cy="23812"/>
            </a:xfrm>
            <a:custGeom>
              <a:avLst/>
              <a:gdLst/>
              <a:ahLst/>
              <a:cxnLst/>
              <a:rect l="l" t="t" r="r" b="b"/>
              <a:pathLst>
                <a:path w="258794" h="23812" extrusionOk="0">
                  <a:moveTo>
                    <a:pt x="246888" y="0"/>
                  </a:moveTo>
                  <a:lnTo>
                    <a:pt x="11906" y="0"/>
                  </a:lnTo>
                  <a:cubicBezTo>
                    <a:pt x="5334" y="0"/>
                    <a:pt x="0" y="5334"/>
                    <a:pt x="0" y="11906"/>
                  </a:cubicBezTo>
                  <a:cubicBezTo>
                    <a:pt x="0" y="18478"/>
                    <a:pt x="5334" y="23813"/>
                    <a:pt x="11906" y="23813"/>
                  </a:cubicBezTo>
                  <a:lnTo>
                    <a:pt x="246888" y="23813"/>
                  </a:lnTo>
                  <a:cubicBezTo>
                    <a:pt x="253460" y="23813"/>
                    <a:pt x="258794" y="18478"/>
                    <a:pt x="258794" y="11906"/>
                  </a:cubicBezTo>
                  <a:cubicBezTo>
                    <a:pt x="258794" y="5334"/>
                    <a:pt x="253460" y="0"/>
                    <a:pt x="2468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16" name="Google Shape;3616;p97"/>
            <p:cNvSpPr/>
            <p:nvPr/>
          </p:nvSpPr>
          <p:spPr>
            <a:xfrm>
              <a:off x="1106738" y="1806686"/>
              <a:ext cx="389858" cy="523875"/>
            </a:xfrm>
            <a:custGeom>
              <a:avLst/>
              <a:gdLst/>
              <a:ahLst/>
              <a:cxnLst/>
              <a:rect l="l" t="t" r="r" b="b"/>
              <a:pathLst>
                <a:path w="389858" h="523875" extrusionOk="0">
                  <a:moveTo>
                    <a:pt x="370808" y="0"/>
                  </a:moveTo>
                  <a:lnTo>
                    <a:pt x="125635" y="0"/>
                  </a:lnTo>
                  <a:cubicBezTo>
                    <a:pt x="120301" y="0"/>
                    <a:pt x="115157" y="2286"/>
                    <a:pt x="111538" y="6191"/>
                  </a:cubicBezTo>
                  <a:lnTo>
                    <a:pt x="4953" y="123063"/>
                  </a:lnTo>
                  <a:cubicBezTo>
                    <a:pt x="1714" y="126587"/>
                    <a:pt x="0" y="131159"/>
                    <a:pt x="0" y="135922"/>
                  </a:cubicBezTo>
                  <a:lnTo>
                    <a:pt x="0" y="504825"/>
                  </a:lnTo>
                  <a:cubicBezTo>
                    <a:pt x="0" y="515303"/>
                    <a:pt x="8572" y="523875"/>
                    <a:pt x="19050" y="523875"/>
                  </a:cubicBezTo>
                  <a:lnTo>
                    <a:pt x="370808" y="523875"/>
                  </a:lnTo>
                  <a:cubicBezTo>
                    <a:pt x="381286" y="523875"/>
                    <a:pt x="389858" y="515303"/>
                    <a:pt x="389858" y="504825"/>
                  </a:cubicBezTo>
                  <a:lnTo>
                    <a:pt x="389858" y="19050"/>
                  </a:lnTo>
                  <a:cubicBezTo>
                    <a:pt x="389858" y="8573"/>
                    <a:pt x="381286" y="0"/>
                    <a:pt x="370808" y="0"/>
                  </a:cubicBezTo>
                  <a:close/>
                  <a:moveTo>
                    <a:pt x="104299" y="70676"/>
                  </a:moveTo>
                  <a:lnTo>
                    <a:pt x="104299" y="121063"/>
                  </a:lnTo>
                  <a:lnTo>
                    <a:pt x="58388" y="121063"/>
                  </a:lnTo>
                  <a:lnTo>
                    <a:pt x="104299" y="70676"/>
                  </a:lnTo>
                  <a:close/>
                  <a:moveTo>
                    <a:pt x="351758" y="485775"/>
                  </a:moveTo>
                  <a:lnTo>
                    <a:pt x="38100" y="485775"/>
                  </a:lnTo>
                  <a:lnTo>
                    <a:pt x="38100" y="159163"/>
                  </a:lnTo>
                  <a:lnTo>
                    <a:pt x="123349" y="159163"/>
                  </a:lnTo>
                  <a:cubicBezTo>
                    <a:pt x="133826" y="159163"/>
                    <a:pt x="142399" y="150590"/>
                    <a:pt x="142399" y="140113"/>
                  </a:cubicBezTo>
                  <a:lnTo>
                    <a:pt x="142399" y="38100"/>
                  </a:lnTo>
                  <a:lnTo>
                    <a:pt x="351758" y="38100"/>
                  </a:lnTo>
                  <a:lnTo>
                    <a:pt x="351758" y="4857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617" name="Google Shape;3617;p97"/>
          <p:cNvGrpSpPr/>
          <p:nvPr/>
        </p:nvGrpSpPr>
        <p:grpSpPr>
          <a:xfrm>
            <a:off x="1294036" y="4108965"/>
            <a:ext cx="202847" cy="295805"/>
            <a:chOff x="1826198" y="1886887"/>
            <a:chExt cx="360616" cy="525875"/>
          </a:xfrm>
        </p:grpSpPr>
        <p:sp>
          <p:nvSpPr>
            <p:cNvPr id="3618" name="Google Shape;3618;p97"/>
            <p:cNvSpPr/>
            <p:nvPr/>
          </p:nvSpPr>
          <p:spPr>
            <a:xfrm>
              <a:off x="1826198" y="1886887"/>
              <a:ext cx="360616" cy="525875"/>
            </a:xfrm>
            <a:custGeom>
              <a:avLst/>
              <a:gdLst/>
              <a:ahLst/>
              <a:cxnLst/>
              <a:rect l="l" t="t" r="r" b="b"/>
              <a:pathLst>
                <a:path w="360616" h="525875" extrusionOk="0">
                  <a:moveTo>
                    <a:pt x="341567" y="63341"/>
                  </a:moveTo>
                  <a:lnTo>
                    <a:pt x="285560" y="63341"/>
                  </a:lnTo>
                  <a:lnTo>
                    <a:pt x="285560" y="52959"/>
                  </a:lnTo>
                  <a:cubicBezTo>
                    <a:pt x="285560" y="35909"/>
                    <a:pt x="272891" y="16955"/>
                    <a:pt x="254603" y="16955"/>
                  </a:cubicBezTo>
                  <a:lnTo>
                    <a:pt x="217075" y="16955"/>
                  </a:lnTo>
                  <a:cubicBezTo>
                    <a:pt x="213551" y="1524"/>
                    <a:pt x="202502" y="0"/>
                    <a:pt x="190405" y="0"/>
                  </a:cubicBezTo>
                  <a:lnTo>
                    <a:pt x="173450" y="0"/>
                  </a:lnTo>
                  <a:cubicBezTo>
                    <a:pt x="163925" y="0"/>
                    <a:pt x="148971" y="0"/>
                    <a:pt x="144399" y="16955"/>
                  </a:cubicBezTo>
                  <a:lnTo>
                    <a:pt x="108776" y="16955"/>
                  </a:lnTo>
                  <a:cubicBezTo>
                    <a:pt x="90107" y="16955"/>
                    <a:pt x="75057" y="36671"/>
                    <a:pt x="75057" y="52959"/>
                  </a:cubicBezTo>
                  <a:lnTo>
                    <a:pt x="75057" y="63341"/>
                  </a:lnTo>
                  <a:lnTo>
                    <a:pt x="19050" y="63341"/>
                  </a:lnTo>
                  <a:cubicBezTo>
                    <a:pt x="8573" y="63341"/>
                    <a:pt x="0" y="71914"/>
                    <a:pt x="0" y="82391"/>
                  </a:cubicBezTo>
                  <a:lnTo>
                    <a:pt x="0" y="506825"/>
                  </a:lnTo>
                  <a:cubicBezTo>
                    <a:pt x="0" y="517303"/>
                    <a:pt x="8573" y="525875"/>
                    <a:pt x="19050" y="525875"/>
                  </a:cubicBezTo>
                  <a:lnTo>
                    <a:pt x="341567" y="525875"/>
                  </a:lnTo>
                  <a:cubicBezTo>
                    <a:pt x="352044" y="525875"/>
                    <a:pt x="360617" y="517303"/>
                    <a:pt x="360617" y="506825"/>
                  </a:cubicBezTo>
                  <a:lnTo>
                    <a:pt x="360617" y="82391"/>
                  </a:lnTo>
                  <a:cubicBezTo>
                    <a:pt x="360617" y="71914"/>
                    <a:pt x="352044" y="63341"/>
                    <a:pt x="341567" y="63341"/>
                  </a:cubicBezTo>
                  <a:close/>
                  <a:moveTo>
                    <a:pt x="98870" y="52959"/>
                  </a:moveTo>
                  <a:cubicBezTo>
                    <a:pt x="98870" y="47816"/>
                    <a:pt x="105156" y="40767"/>
                    <a:pt x="108776" y="40767"/>
                  </a:cubicBezTo>
                  <a:lnTo>
                    <a:pt x="154972" y="40767"/>
                  </a:lnTo>
                  <a:cubicBezTo>
                    <a:pt x="161544" y="40767"/>
                    <a:pt x="166878" y="35433"/>
                    <a:pt x="166878" y="28861"/>
                  </a:cubicBezTo>
                  <a:cubicBezTo>
                    <a:pt x="166878" y="26384"/>
                    <a:pt x="167069" y="24860"/>
                    <a:pt x="167259" y="23908"/>
                  </a:cubicBezTo>
                  <a:cubicBezTo>
                    <a:pt x="168878" y="23717"/>
                    <a:pt x="171545" y="23717"/>
                    <a:pt x="173546" y="23717"/>
                  </a:cubicBezTo>
                  <a:lnTo>
                    <a:pt x="190500" y="23717"/>
                  </a:lnTo>
                  <a:cubicBezTo>
                    <a:pt x="191738" y="23717"/>
                    <a:pt x="193167" y="23717"/>
                    <a:pt x="194310" y="23717"/>
                  </a:cubicBezTo>
                  <a:cubicBezTo>
                    <a:pt x="194405" y="24860"/>
                    <a:pt x="194501" y="26480"/>
                    <a:pt x="194501" y="28766"/>
                  </a:cubicBezTo>
                  <a:cubicBezTo>
                    <a:pt x="194501" y="35338"/>
                    <a:pt x="199835" y="40672"/>
                    <a:pt x="206407" y="40672"/>
                  </a:cubicBezTo>
                  <a:lnTo>
                    <a:pt x="254699" y="40672"/>
                  </a:lnTo>
                  <a:cubicBezTo>
                    <a:pt x="257270" y="40672"/>
                    <a:pt x="261842" y="46863"/>
                    <a:pt x="261842" y="52864"/>
                  </a:cubicBezTo>
                  <a:lnTo>
                    <a:pt x="261842" y="63246"/>
                  </a:lnTo>
                  <a:lnTo>
                    <a:pt x="98965" y="63246"/>
                  </a:lnTo>
                  <a:lnTo>
                    <a:pt x="98965" y="52864"/>
                  </a:lnTo>
                  <a:close/>
                  <a:moveTo>
                    <a:pt x="322517" y="487680"/>
                  </a:moveTo>
                  <a:lnTo>
                    <a:pt x="38100" y="487680"/>
                  </a:lnTo>
                  <a:lnTo>
                    <a:pt x="38100" y="101441"/>
                  </a:lnTo>
                  <a:lnTo>
                    <a:pt x="322517" y="101441"/>
                  </a:lnTo>
                  <a:lnTo>
                    <a:pt x="322517" y="4877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19" name="Google Shape;3619;p97"/>
            <p:cNvSpPr/>
            <p:nvPr/>
          </p:nvSpPr>
          <p:spPr>
            <a:xfrm>
              <a:off x="1901255" y="2042240"/>
              <a:ext cx="210502" cy="244506"/>
            </a:xfrm>
            <a:custGeom>
              <a:avLst/>
              <a:gdLst/>
              <a:ahLst/>
              <a:cxnLst/>
              <a:rect l="l" t="t" r="r" b="b"/>
              <a:pathLst>
                <a:path w="210502" h="244506" extrusionOk="0">
                  <a:moveTo>
                    <a:pt x="11906" y="244507"/>
                  </a:moveTo>
                  <a:lnTo>
                    <a:pt x="198596" y="244507"/>
                  </a:lnTo>
                  <a:cubicBezTo>
                    <a:pt x="205169" y="244507"/>
                    <a:pt x="210502" y="239173"/>
                    <a:pt x="210502" y="232601"/>
                  </a:cubicBezTo>
                  <a:lnTo>
                    <a:pt x="210502" y="11906"/>
                  </a:lnTo>
                  <a:cubicBezTo>
                    <a:pt x="210502" y="5334"/>
                    <a:pt x="205169" y="0"/>
                    <a:pt x="198596" y="0"/>
                  </a:cubicBezTo>
                  <a:lnTo>
                    <a:pt x="11906" y="0"/>
                  </a:lnTo>
                  <a:cubicBezTo>
                    <a:pt x="5334" y="0"/>
                    <a:pt x="0" y="5334"/>
                    <a:pt x="0" y="11906"/>
                  </a:cubicBezTo>
                  <a:lnTo>
                    <a:pt x="0" y="232601"/>
                  </a:lnTo>
                  <a:cubicBezTo>
                    <a:pt x="0" y="239173"/>
                    <a:pt x="5334" y="244507"/>
                    <a:pt x="11906" y="244507"/>
                  </a:cubicBezTo>
                  <a:close/>
                  <a:moveTo>
                    <a:pt x="23813" y="220694"/>
                  </a:moveTo>
                  <a:lnTo>
                    <a:pt x="23813" y="176594"/>
                  </a:lnTo>
                  <a:lnTo>
                    <a:pt x="186690" y="176594"/>
                  </a:lnTo>
                  <a:lnTo>
                    <a:pt x="186690" y="220694"/>
                  </a:lnTo>
                  <a:lnTo>
                    <a:pt x="23813" y="220694"/>
                  </a:lnTo>
                  <a:close/>
                  <a:moveTo>
                    <a:pt x="186785" y="23813"/>
                  </a:moveTo>
                  <a:lnTo>
                    <a:pt x="186785" y="152781"/>
                  </a:lnTo>
                  <a:lnTo>
                    <a:pt x="23908" y="152781"/>
                  </a:lnTo>
                  <a:lnTo>
                    <a:pt x="23908" y="23813"/>
                  </a:lnTo>
                  <a:lnTo>
                    <a:pt x="186785" y="2381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20" name="Google Shape;3620;p97"/>
            <p:cNvSpPr/>
            <p:nvPr/>
          </p:nvSpPr>
          <p:spPr>
            <a:xfrm>
              <a:off x="1960691" y="2093199"/>
              <a:ext cx="91725" cy="23812"/>
            </a:xfrm>
            <a:custGeom>
              <a:avLst/>
              <a:gdLst/>
              <a:ahLst/>
              <a:cxnLst/>
              <a:rect l="l" t="t" r="r" b="b"/>
              <a:pathLst>
                <a:path w="91725" h="23812" extrusionOk="0">
                  <a:moveTo>
                    <a:pt x="11906" y="23813"/>
                  </a:moveTo>
                  <a:lnTo>
                    <a:pt x="79819" y="23813"/>
                  </a:lnTo>
                  <a:cubicBezTo>
                    <a:pt x="86392" y="23813"/>
                    <a:pt x="91726" y="18479"/>
                    <a:pt x="91726" y="11906"/>
                  </a:cubicBezTo>
                  <a:cubicBezTo>
                    <a:pt x="91726" y="5334"/>
                    <a:pt x="86392" y="0"/>
                    <a:pt x="79819"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21" name="Google Shape;3621;p97"/>
            <p:cNvSpPr/>
            <p:nvPr/>
          </p:nvSpPr>
          <p:spPr>
            <a:xfrm>
              <a:off x="1960691" y="2144062"/>
              <a:ext cx="91725" cy="23812"/>
            </a:xfrm>
            <a:custGeom>
              <a:avLst/>
              <a:gdLst/>
              <a:ahLst/>
              <a:cxnLst/>
              <a:rect l="l" t="t" r="r" b="b"/>
              <a:pathLst>
                <a:path w="91725" h="23812" extrusionOk="0">
                  <a:moveTo>
                    <a:pt x="11906" y="23812"/>
                  </a:moveTo>
                  <a:lnTo>
                    <a:pt x="79819" y="23812"/>
                  </a:lnTo>
                  <a:cubicBezTo>
                    <a:pt x="86392" y="23812"/>
                    <a:pt x="91726" y="18479"/>
                    <a:pt x="91726" y="11906"/>
                  </a:cubicBezTo>
                  <a:cubicBezTo>
                    <a:pt x="91726" y="5334"/>
                    <a:pt x="86392" y="0"/>
                    <a:pt x="79819" y="0"/>
                  </a:cubicBezTo>
                  <a:lnTo>
                    <a:pt x="11906" y="0"/>
                  </a:lnTo>
                  <a:cubicBezTo>
                    <a:pt x="5334" y="0"/>
                    <a:pt x="0" y="5334"/>
                    <a:pt x="0" y="11906"/>
                  </a:cubicBezTo>
                  <a:cubicBezTo>
                    <a:pt x="0" y="18479"/>
                    <a:pt x="5334" y="23812"/>
                    <a:pt x="11906" y="2381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622" name="Google Shape;3622;p97"/>
          <p:cNvSpPr/>
          <p:nvPr/>
        </p:nvSpPr>
        <p:spPr>
          <a:xfrm>
            <a:off x="5997339" y="1809406"/>
            <a:ext cx="294733" cy="209222"/>
          </a:xfrm>
          <a:custGeom>
            <a:avLst/>
            <a:gdLst/>
            <a:ahLst/>
            <a:cxnLst/>
            <a:rect l="l" t="t" r="r" b="b"/>
            <a:pathLst>
              <a:path w="523970" h="371951" extrusionOk="0">
                <a:moveTo>
                  <a:pt x="420338" y="371951"/>
                </a:moveTo>
                <a:lnTo>
                  <a:pt x="124682" y="371951"/>
                </a:lnTo>
                <a:cubicBezTo>
                  <a:pt x="54769" y="371951"/>
                  <a:pt x="0" y="318135"/>
                  <a:pt x="0" y="249460"/>
                </a:cubicBezTo>
                <a:cubicBezTo>
                  <a:pt x="0" y="180785"/>
                  <a:pt x="50197" y="131540"/>
                  <a:pt x="115919" y="127254"/>
                </a:cubicBezTo>
                <a:cubicBezTo>
                  <a:pt x="141732" y="51626"/>
                  <a:pt x="212789" y="0"/>
                  <a:pt x="293656" y="0"/>
                </a:cubicBezTo>
                <a:cubicBezTo>
                  <a:pt x="397288" y="0"/>
                  <a:pt x="481679" y="84201"/>
                  <a:pt x="481679" y="187738"/>
                </a:cubicBezTo>
                <a:cubicBezTo>
                  <a:pt x="481679" y="188024"/>
                  <a:pt x="481679" y="188309"/>
                  <a:pt x="481679" y="188595"/>
                </a:cubicBezTo>
                <a:cubicBezTo>
                  <a:pt x="508349" y="208026"/>
                  <a:pt x="523970" y="237839"/>
                  <a:pt x="523970" y="270510"/>
                </a:cubicBezTo>
                <a:cubicBezTo>
                  <a:pt x="523970" y="327279"/>
                  <a:pt x="478536" y="371856"/>
                  <a:pt x="420434" y="371856"/>
                </a:cubicBezTo>
                <a:close/>
                <a:moveTo>
                  <a:pt x="124492" y="165068"/>
                </a:moveTo>
                <a:cubicBezTo>
                  <a:pt x="76200" y="165068"/>
                  <a:pt x="38100" y="202121"/>
                  <a:pt x="38100" y="249460"/>
                </a:cubicBezTo>
                <a:cubicBezTo>
                  <a:pt x="38100" y="296799"/>
                  <a:pt x="76105" y="333851"/>
                  <a:pt x="124682" y="333851"/>
                </a:cubicBezTo>
                <a:lnTo>
                  <a:pt x="420338" y="333851"/>
                </a:lnTo>
                <a:cubicBezTo>
                  <a:pt x="457010" y="333851"/>
                  <a:pt x="485775" y="306038"/>
                  <a:pt x="485775" y="270605"/>
                </a:cubicBezTo>
                <a:cubicBezTo>
                  <a:pt x="485775" y="247460"/>
                  <a:pt x="473678" y="227266"/>
                  <a:pt x="452533" y="215170"/>
                </a:cubicBezTo>
                <a:cubicBezTo>
                  <a:pt x="446151" y="211550"/>
                  <a:pt x="442436" y="204597"/>
                  <a:pt x="443008" y="197263"/>
                </a:cubicBezTo>
                <a:lnTo>
                  <a:pt x="443198" y="194882"/>
                </a:lnTo>
                <a:cubicBezTo>
                  <a:pt x="443389" y="192500"/>
                  <a:pt x="443579" y="190214"/>
                  <a:pt x="443579" y="187738"/>
                </a:cubicBezTo>
                <a:cubicBezTo>
                  <a:pt x="443579" y="105251"/>
                  <a:pt x="376333" y="38100"/>
                  <a:pt x="293656" y="38100"/>
                </a:cubicBezTo>
                <a:cubicBezTo>
                  <a:pt x="225171" y="38100"/>
                  <a:pt x="165449" y="84582"/>
                  <a:pt x="148495" y="151162"/>
                </a:cubicBezTo>
                <a:cubicBezTo>
                  <a:pt x="146304" y="159925"/>
                  <a:pt x="138113" y="165926"/>
                  <a:pt x="129159" y="165544"/>
                </a:cubicBezTo>
                <a:cubicBezTo>
                  <a:pt x="127921" y="165544"/>
                  <a:pt x="126682" y="165354"/>
                  <a:pt x="125444" y="165164"/>
                </a:cubicBezTo>
                <a:lnTo>
                  <a:pt x="124492" y="16516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23" name="Google Shape;3623;p97"/>
          <p:cNvSpPr/>
          <p:nvPr/>
        </p:nvSpPr>
        <p:spPr>
          <a:xfrm>
            <a:off x="4425708" y="3339479"/>
            <a:ext cx="294596" cy="267783"/>
          </a:xfrm>
          <a:custGeom>
            <a:avLst/>
            <a:gdLst/>
            <a:ahLst/>
            <a:cxnLst/>
            <a:rect l="l" t="t" r="r" b="b"/>
            <a:pathLst>
              <a:path w="523726" h="476059" extrusionOk="0">
                <a:moveTo>
                  <a:pt x="515847" y="260223"/>
                </a:moveTo>
                <a:lnTo>
                  <a:pt x="434504" y="199739"/>
                </a:lnTo>
                <a:cubicBezTo>
                  <a:pt x="427741" y="194691"/>
                  <a:pt x="418502" y="194691"/>
                  <a:pt x="411739" y="199739"/>
                </a:cubicBezTo>
                <a:lnTo>
                  <a:pt x="330396" y="260223"/>
                </a:lnTo>
                <a:cubicBezTo>
                  <a:pt x="321918" y="266510"/>
                  <a:pt x="320204" y="278416"/>
                  <a:pt x="326490" y="286893"/>
                </a:cubicBezTo>
                <a:cubicBezTo>
                  <a:pt x="332777" y="295275"/>
                  <a:pt x="344683" y="297085"/>
                  <a:pt x="353160" y="290798"/>
                </a:cubicBezTo>
                <a:lnTo>
                  <a:pt x="403548" y="253270"/>
                </a:lnTo>
                <a:lnTo>
                  <a:pt x="403548" y="376619"/>
                </a:lnTo>
                <a:cubicBezTo>
                  <a:pt x="403548" y="410432"/>
                  <a:pt x="375925" y="437960"/>
                  <a:pt x="341921" y="437960"/>
                </a:cubicBezTo>
                <a:cubicBezTo>
                  <a:pt x="307917" y="437960"/>
                  <a:pt x="280294" y="410147"/>
                  <a:pt x="280294" y="375952"/>
                </a:cubicBezTo>
                <a:lnTo>
                  <a:pt x="280294" y="99441"/>
                </a:lnTo>
                <a:cubicBezTo>
                  <a:pt x="280294" y="44577"/>
                  <a:pt x="235527" y="0"/>
                  <a:pt x="180567" y="0"/>
                </a:cubicBezTo>
                <a:cubicBezTo>
                  <a:pt x="125608" y="0"/>
                  <a:pt x="80841" y="44863"/>
                  <a:pt x="80841" y="100108"/>
                </a:cubicBezTo>
                <a:lnTo>
                  <a:pt x="80841" y="216980"/>
                </a:lnTo>
                <a:lnTo>
                  <a:pt x="30453" y="179356"/>
                </a:lnTo>
                <a:cubicBezTo>
                  <a:pt x="22071" y="173069"/>
                  <a:pt x="10070" y="174784"/>
                  <a:pt x="3783" y="183261"/>
                </a:cubicBezTo>
                <a:cubicBezTo>
                  <a:pt x="-2503" y="191738"/>
                  <a:pt x="-789" y="203644"/>
                  <a:pt x="7689" y="209931"/>
                </a:cubicBezTo>
                <a:lnTo>
                  <a:pt x="88842" y="270415"/>
                </a:lnTo>
                <a:cubicBezTo>
                  <a:pt x="92175" y="272891"/>
                  <a:pt x="96176" y="274225"/>
                  <a:pt x="100272" y="274225"/>
                </a:cubicBezTo>
                <a:cubicBezTo>
                  <a:pt x="104367" y="274225"/>
                  <a:pt x="108273" y="272987"/>
                  <a:pt x="111702" y="270415"/>
                </a:cubicBezTo>
                <a:lnTo>
                  <a:pt x="192855" y="209931"/>
                </a:lnTo>
                <a:cubicBezTo>
                  <a:pt x="201332" y="203644"/>
                  <a:pt x="203046" y="191738"/>
                  <a:pt x="196760" y="183261"/>
                </a:cubicBezTo>
                <a:cubicBezTo>
                  <a:pt x="190473" y="174879"/>
                  <a:pt x="178567" y="173069"/>
                  <a:pt x="170090" y="179356"/>
                </a:cubicBezTo>
                <a:lnTo>
                  <a:pt x="119036" y="217456"/>
                </a:lnTo>
                <a:lnTo>
                  <a:pt x="119036" y="100108"/>
                </a:lnTo>
                <a:cubicBezTo>
                  <a:pt x="119036" y="65913"/>
                  <a:pt x="146658" y="38100"/>
                  <a:pt x="180663" y="38100"/>
                </a:cubicBezTo>
                <a:cubicBezTo>
                  <a:pt x="214667" y="38100"/>
                  <a:pt x="242289" y="65627"/>
                  <a:pt x="242289" y="99441"/>
                </a:cubicBezTo>
                <a:lnTo>
                  <a:pt x="242289" y="375952"/>
                </a:lnTo>
                <a:cubicBezTo>
                  <a:pt x="242289" y="431101"/>
                  <a:pt x="287057" y="476060"/>
                  <a:pt x="342016" y="476060"/>
                </a:cubicBezTo>
                <a:cubicBezTo>
                  <a:pt x="396975" y="476060"/>
                  <a:pt x="441743" y="431483"/>
                  <a:pt x="441743" y="376619"/>
                </a:cubicBezTo>
                <a:lnTo>
                  <a:pt x="441743" y="252413"/>
                </a:lnTo>
                <a:lnTo>
                  <a:pt x="493273" y="290703"/>
                </a:lnTo>
                <a:cubicBezTo>
                  <a:pt x="496702" y="293275"/>
                  <a:pt x="500703" y="294513"/>
                  <a:pt x="504608" y="294513"/>
                </a:cubicBezTo>
                <a:cubicBezTo>
                  <a:pt x="510418" y="294513"/>
                  <a:pt x="516133" y="291846"/>
                  <a:pt x="519943" y="286798"/>
                </a:cubicBezTo>
                <a:cubicBezTo>
                  <a:pt x="526230" y="278321"/>
                  <a:pt x="524515" y="266414"/>
                  <a:pt x="516038" y="26012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624" name="Google Shape;3624;p97"/>
          <p:cNvGrpSpPr/>
          <p:nvPr/>
        </p:nvGrpSpPr>
        <p:grpSpPr>
          <a:xfrm>
            <a:off x="7582806" y="1055947"/>
            <a:ext cx="294743" cy="204114"/>
            <a:chOff x="7513941" y="2729196"/>
            <a:chExt cx="523988" cy="362869"/>
          </a:xfrm>
        </p:grpSpPr>
        <p:sp>
          <p:nvSpPr>
            <p:cNvPr id="3625" name="Google Shape;3625;p97"/>
            <p:cNvSpPr/>
            <p:nvPr/>
          </p:nvSpPr>
          <p:spPr>
            <a:xfrm>
              <a:off x="7813235" y="2862131"/>
              <a:ext cx="43200" cy="432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26" name="Google Shape;3626;p97"/>
            <p:cNvSpPr/>
            <p:nvPr/>
          </p:nvSpPr>
          <p:spPr>
            <a:xfrm>
              <a:off x="7513941" y="2729196"/>
              <a:ext cx="523988" cy="362869"/>
            </a:xfrm>
            <a:custGeom>
              <a:avLst/>
              <a:gdLst/>
              <a:ahLst/>
              <a:cxnLst/>
              <a:rect l="l" t="t" r="r" b="b"/>
              <a:pathLst>
                <a:path w="523988" h="362869" extrusionOk="0">
                  <a:moveTo>
                    <a:pt x="504843" y="172369"/>
                  </a:moveTo>
                  <a:cubicBezTo>
                    <a:pt x="494366" y="172369"/>
                    <a:pt x="485793" y="180942"/>
                    <a:pt x="485793" y="191419"/>
                  </a:cubicBezTo>
                  <a:cubicBezTo>
                    <a:pt x="485793" y="215232"/>
                    <a:pt x="466458" y="234567"/>
                    <a:pt x="442645" y="234567"/>
                  </a:cubicBezTo>
                  <a:cubicBezTo>
                    <a:pt x="418833" y="234567"/>
                    <a:pt x="399592" y="215232"/>
                    <a:pt x="399592" y="191324"/>
                  </a:cubicBezTo>
                  <a:lnTo>
                    <a:pt x="399592" y="185704"/>
                  </a:lnTo>
                  <a:cubicBezTo>
                    <a:pt x="399687" y="129507"/>
                    <a:pt x="399973" y="35590"/>
                    <a:pt x="283006" y="6634"/>
                  </a:cubicBezTo>
                  <a:cubicBezTo>
                    <a:pt x="224142" y="-7939"/>
                    <a:pt x="162991" y="1681"/>
                    <a:pt x="110794" y="33685"/>
                  </a:cubicBezTo>
                  <a:cubicBezTo>
                    <a:pt x="57359" y="66451"/>
                    <a:pt x="20211" y="118172"/>
                    <a:pt x="6019" y="179322"/>
                  </a:cubicBezTo>
                  <a:cubicBezTo>
                    <a:pt x="-7506" y="237806"/>
                    <a:pt x="1923" y="298099"/>
                    <a:pt x="32689" y="349534"/>
                  </a:cubicBezTo>
                  <a:cubicBezTo>
                    <a:pt x="35166" y="357345"/>
                    <a:pt x="42500" y="362774"/>
                    <a:pt x="50787" y="362774"/>
                  </a:cubicBezTo>
                  <a:lnTo>
                    <a:pt x="124701" y="362774"/>
                  </a:lnTo>
                  <a:cubicBezTo>
                    <a:pt x="135178" y="362774"/>
                    <a:pt x="143751" y="354201"/>
                    <a:pt x="143751" y="343724"/>
                  </a:cubicBezTo>
                  <a:cubicBezTo>
                    <a:pt x="143751" y="321912"/>
                    <a:pt x="161467" y="304195"/>
                    <a:pt x="183279" y="304195"/>
                  </a:cubicBezTo>
                  <a:cubicBezTo>
                    <a:pt x="205092" y="304195"/>
                    <a:pt x="222808" y="321912"/>
                    <a:pt x="222808" y="343724"/>
                  </a:cubicBezTo>
                  <a:cubicBezTo>
                    <a:pt x="222808" y="354201"/>
                    <a:pt x="231381" y="362774"/>
                    <a:pt x="241858" y="362774"/>
                  </a:cubicBezTo>
                  <a:lnTo>
                    <a:pt x="313772" y="362774"/>
                  </a:lnTo>
                  <a:cubicBezTo>
                    <a:pt x="314439" y="362774"/>
                    <a:pt x="315201" y="362869"/>
                    <a:pt x="315867" y="362869"/>
                  </a:cubicBezTo>
                  <a:cubicBezTo>
                    <a:pt x="317677" y="362869"/>
                    <a:pt x="319487" y="362583"/>
                    <a:pt x="321201" y="362107"/>
                  </a:cubicBezTo>
                  <a:cubicBezTo>
                    <a:pt x="329298" y="359726"/>
                    <a:pt x="334917" y="352296"/>
                    <a:pt x="334917" y="343819"/>
                  </a:cubicBezTo>
                  <a:lnTo>
                    <a:pt x="334917" y="205611"/>
                  </a:lnTo>
                  <a:cubicBezTo>
                    <a:pt x="334917" y="195134"/>
                    <a:pt x="326345" y="186561"/>
                    <a:pt x="315867" y="186561"/>
                  </a:cubicBezTo>
                  <a:cubicBezTo>
                    <a:pt x="315582" y="186561"/>
                    <a:pt x="315391" y="186561"/>
                    <a:pt x="315105" y="186561"/>
                  </a:cubicBezTo>
                  <a:cubicBezTo>
                    <a:pt x="308724" y="186466"/>
                    <a:pt x="302342" y="189514"/>
                    <a:pt x="298627" y="195324"/>
                  </a:cubicBezTo>
                  <a:cubicBezTo>
                    <a:pt x="287197" y="213231"/>
                    <a:pt x="267766" y="223899"/>
                    <a:pt x="246621" y="223899"/>
                  </a:cubicBezTo>
                  <a:cubicBezTo>
                    <a:pt x="212616" y="223899"/>
                    <a:pt x="184994" y="196277"/>
                    <a:pt x="184994" y="162273"/>
                  </a:cubicBezTo>
                  <a:cubicBezTo>
                    <a:pt x="184994" y="128268"/>
                    <a:pt x="212616" y="100646"/>
                    <a:pt x="246621" y="100646"/>
                  </a:cubicBezTo>
                  <a:cubicBezTo>
                    <a:pt x="263099" y="100646"/>
                    <a:pt x="278529" y="107028"/>
                    <a:pt x="290245" y="118743"/>
                  </a:cubicBezTo>
                  <a:cubicBezTo>
                    <a:pt x="297675" y="126173"/>
                    <a:pt x="309771" y="126173"/>
                    <a:pt x="317201" y="118743"/>
                  </a:cubicBezTo>
                  <a:cubicBezTo>
                    <a:pt x="324630" y="111314"/>
                    <a:pt x="324630" y="99217"/>
                    <a:pt x="317201" y="91788"/>
                  </a:cubicBezTo>
                  <a:cubicBezTo>
                    <a:pt x="298341" y="72928"/>
                    <a:pt x="273291" y="62546"/>
                    <a:pt x="246621" y="62546"/>
                  </a:cubicBezTo>
                  <a:cubicBezTo>
                    <a:pt x="191566" y="62546"/>
                    <a:pt x="146894" y="107313"/>
                    <a:pt x="146894" y="162273"/>
                  </a:cubicBezTo>
                  <a:cubicBezTo>
                    <a:pt x="146894" y="217232"/>
                    <a:pt x="191661" y="261999"/>
                    <a:pt x="246621" y="261999"/>
                  </a:cubicBezTo>
                  <a:cubicBezTo>
                    <a:pt x="264623" y="261999"/>
                    <a:pt x="281863" y="257142"/>
                    <a:pt x="296817" y="248379"/>
                  </a:cubicBezTo>
                  <a:lnTo>
                    <a:pt x="296817" y="324674"/>
                  </a:lnTo>
                  <a:lnTo>
                    <a:pt x="258527" y="324674"/>
                  </a:lnTo>
                  <a:cubicBezTo>
                    <a:pt x="250050" y="291051"/>
                    <a:pt x="219474" y="266095"/>
                    <a:pt x="183279" y="266095"/>
                  </a:cubicBezTo>
                  <a:cubicBezTo>
                    <a:pt x="147084" y="266095"/>
                    <a:pt x="116509" y="291051"/>
                    <a:pt x="108032" y="324674"/>
                  </a:cubicBezTo>
                  <a:lnTo>
                    <a:pt x="62312" y="324674"/>
                  </a:lnTo>
                  <a:cubicBezTo>
                    <a:pt x="39166" y="282954"/>
                    <a:pt x="32308" y="234758"/>
                    <a:pt x="43167" y="187990"/>
                  </a:cubicBezTo>
                  <a:cubicBezTo>
                    <a:pt x="54978" y="136936"/>
                    <a:pt x="86124" y="93693"/>
                    <a:pt x="130797" y="66261"/>
                  </a:cubicBezTo>
                  <a:cubicBezTo>
                    <a:pt x="174231" y="39591"/>
                    <a:pt x="225094" y="31590"/>
                    <a:pt x="273957" y="43686"/>
                  </a:cubicBezTo>
                  <a:cubicBezTo>
                    <a:pt x="361873" y="65403"/>
                    <a:pt x="361683" y="129316"/>
                    <a:pt x="361587" y="185704"/>
                  </a:cubicBezTo>
                  <a:lnTo>
                    <a:pt x="361587" y="191514"/>
                  </a:lnTo>
                  <a:cubicBezTo>
                    <a:pt x="361587" y="236282"/>
                    <a:pt x="397973" y="272763"/>
                    <a:pt x="442740" y="272763"/>
                  </a:cubicBezTo>
                  <a:cubicBezTo>
                    <a:pt x="487508" y="272763"/>
                    <a:pt x="523989" y="236282"/>
                    <a:pt x="523989" y="191514"/>
                  </a:cubicBezTo>
                  <a:cubicBezTo>
                    <a:pt x="523989" y="181037"/>
                    <a:pt x="515416" y="172464"/>
                    <a:pt x="504939" y="17246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627" name="Google Shape;3627;p97"/>
          <p:cNvSpPr/>
          <p:nvPr/>
        </p:nvSpPr>
        <p:spPr>
          <a:xfrm>
            <a:off x="1246274" y="1766643"/>
            <a:ext cx="294680" cy="294733"/>
          </a:xfrm>
          <a:custGeom>
            <a:avLst/>
            <a:gdLst/>
            <a:ahLst/>
            <a:cxnLst/>
            <a:rect l="l" t="t" r="r" b="b"/>
            <a:pathLst>
              <a:path w="523875" h="523970" extrusionOk="0">
                <a:moveTo>
                  <a:pt x="458534" y="434816"/>
                </a:moveTo>
                <a:cubicBezTo>
                  <a:pt x="499110" y="388620"/>
                  <a:pt x="523875" y="328232"/>
                  <a:pt x="523875" y="262033"/>
                </a:cubicBezTo>
                <a:cubicBezTo>
                  <a:pt x="523875" y="195834"/>
                  <a:pt x="497300" y="130778"/>
                  <a:pt x="453866" y="84011"/>
                </a:cubicBezTo>
                <a:lnTo>
                  <a:pt x="494157" y="43720"/>
                </a:lnTo>
                <a:cubicBezTo>
                  <a:pt x="498824" y="39053"/>
                  <a:pt x="498824" y="31528"/>
                  <a:pt x="494157" y="26861"/>
                </a:cubicBezTo>
                <a:cubicBezTo>
                  <a:pt x="489490" y="22193"/>
                  <a:pt x="481965" y="22193"/>
                  <a:pt x="477298" y="26861"/>
                </a:cubicBezTo>
                <a:lnTo>
                  <a:pt x="436912" y="67247"/>
                </a:lnTo>
                <a:cubicBezTo>
                  <a:pt x="390525" y="25527"/>
                  <a:pt x="329184" y="0"/>
                  <a:pt x="261938" y="0"/>
                </a:cubicBezTo>
                <a:cubicBezTo>
                  <a:pt x="194691" y="0"/>
                  <a:pt x="135255" y="24670"/>
                  <a:pt x="89154" y="65342"/>
                </a:cubicBezTo>
                <a:lnTo>
                  <a:pt x="50673" y="26861"/>
                </a:lnTo>
                <a:cubicBezTo>
                  <a:pt x="46006" y="22193"/>
                  <a:pt x="38481" y="22193"/>
                  <a:pt x="33814" y="26861"/>
                </a:cubicBezTo>
                <a:cubicBezTo>
                  <a:pt x="29147" y="31528"/>
                  <a:pt x="29147" y="39053"/>
                  <a:pt x="33814" y="43720"/>
                </a:cubicBezTo>
                <a:lnTo>
                  <a:pt x="72009" y="81915"/>
                </a:lnTo>
                <a:cubicBezTo>
                  <a:pt x="27432" y="128873"/>
                  <a:pt x="0" y="192310"/>
                  <a:pt x="0" y="262033"/>
                </a:cubicBezTo>
                <a:cubicBezTo>
                  <a:pt x="0" y="331756"/>
                  <a:pt x="25432" y="390620"/>
                  <a:pt x="67247" y="437007"/>
                </a:cubicBezTo>
                <a:lnTo>
                  <a:pt x="33814" y="470440"/>
                </a:lnTo>
                <a:cubicBezTo>
                  <a:pt x="29147" y="475107"/>
                  <a:pt x="29147" y="482632"/>
                  <a:pt x="33814" y="487299"/>
                </a:cubicBezTo>
                <a:cubicBezTo>
                  <a:pt x="36100" y="489585"/>
                  <a:pt x="39148" y="490823"/>
                  <a:pt x="42196" y="490823"/>
                </a:cubicBezTo>
                <a:cubicBezTo>
                  <a:pt x="45244" y="490823"/>
                  <a:pt x="48292" y="489680"/>
                  <a:pt x="50578" y="487299"/>
                </a:cubicBezTo>
                <a:lnTo>
                  <a:pt x="83915" y="453962"/>
                </a:lnTo>
                <a:cubicBezTo>
                  <a:pt x="130683" y="497396"/>
                  <a:pt x="193262" y="523970"/>
                  <a:pt x="261938" y="523970"/>
                </a:cubicBezTo>
                <a:cubicBezTo>
                  <a:pt x="330613" y="523970"/>
                  <a:pt x="395002" y="496538"/>
                  <a:pt x="442055" y="451961"/>
                </a:cubicBezTo>
                <a:lnTo>
                  <a:pt x="477393" y="487299"/>
                </a:lnTo>
                <a:cubicBezTo>
                  <a:pt x="479679" y="489585"/>
                  <a:pt x="482727" y="490823"/>
                  <a:pt x="485775" y="490823"/>
                </a:cubicBezTo>
                <a:cubicBezTo>
                  <a:pt x="488823" y="490823"/>
                  <a:pt x="491871" y="489680"/>
                  <a:pt x="494157" y="487299"/>
                </a:cubicBezTo>
                <a:cubicBezTo>
                  <a:pt x="498824" y="482632"/>
                  <a:pt x="498824" y="475107"/>
                  <a:pt x="494157" y="470440"/>
                </a:cubicBezTo>
                <a:lnTo>
                  <a:pt x="458534" y="434816"/>
                </a:lnTo>
                <a:close/>
                <a:moveTo>
                  <a:pt x="485680" y="261938"/>
                </a:moveTo>
                <a:cubicBezTo>
                  <a:pt x="485680" y="317564"/>
                  <a:pt x="465201" y="368522"/>
                  <a:pt x="431483" y="407765"/>
                </a:cubicBezTo>
                <a:lnTo>
                  <a:pt x="385477" y="361760"/>
                </a:lnTo>
                <a:cubicBezTo>
                  <a:pt x="407480" y="334518"/>
                  <a:pt x="420719" y="299942"/>
                  <a:pt x="420719" y="262223"/>
                </a:cubicBezTo>
                <a:cubicBezTo>
                  <a:pt x="420719" y="221837"/>
                  <a:pt x="405479" y="185071"/>
                  <a:pt x="380619" y="157067"/>
                </a:cubicBezTo>
                <a:lnTo>
                  <a:pt x="426911" y="110776"/>
                </a:lnTo>
                <a:cubicBezTo>
                  <a:pt x="463391" y="150590"/>
                  <a:pt x="485775" y="203645"/>
                  <a:pt x="485775" y="261842"/>
                </a:cubicBezTo>
                <a:close/>
                <a:moveTo>
                  <a:pt x="141351" y="262319"/>
                </a:moveTo>
                <a:cubicBezTo>
                  <a:pt x="141351" y="231458"/>
                  <a:pt x="153067" y="203454"/>
                  <a:pt x="172117" y="182118"/>
                </a:cubicBezTo>
                <a:lnTo>
                  <a:pt x="247079" y="257080"/>
                </a:lnTo>
                <a:lnTo>
                  <a:pt x="167259" y="336899"/>
                </a:lnTo>
                <a:cubicBezTo>
                  <a:pt x="151067" y="316325"/>
                  <a:pt x="141351" y="290513"/>
                  <a:pt x="141351" y="262414"/>
                </a:cubicBezTo>
                <a:close/>
                <a:moveTo>
                  <a:pt x="189643" y="165926"/>
                </a:moveTo>
                <a:cubicBezTo>
                  <a:pt x="209836" y="150781"/>
                  <a:pt x="234791" y="141637"/>
                  <a:pt x="261938" y="141637"/>
                </a:cubicBezTo>
                <a:cubicBezTo>
                  <a:pt x="289084" y="141637"/>
                  <a:pt x="315944" y="151352"/>
                  <a:pt x="336423" y="167545"/>
                </a:cubicBezTo>
                <a:lnTo>
                  <a:pt x="263843" y="240125"/>
                </a:lnTo>
                <a:lnTo>
                  <a:pt x="189643" y="165926"/>
                </a:lnTo>
                <a:close/>
                <a:moveTo>
                  <a:pt x="263938" y="273844"/>
                </a:moveTo>
                <a:lnTo>
                  <a:pt x="342233" y="352139"/>
                </a:lnTo>
                <a:cubicBezTo>
                  <a:pt x="320897" y="371189"/>
                  <a:pt x="292799" y="382905"/>
                  <a:pt x="262033" y="382905"/>
                </a:cubicBezTo>
                <a:cubicBezTo>
                  <a:pt x="231267" y="382905"/>
                  <a:pt x="204883" y="371951"/>
                  <a:pt x="183833" y="353949"/>
                </a:cubicBezTo>
                <a:lnTo>
                  <a:pt x="263938" y="273844"/>
                </a:lnTo>
                <a:close/>
                <a:moveTo>
                  <a:pt x="280797" y="256985"/>
                </a:moveTo>
                <a:lnTo>
                  <a:pt x="353759" y="184023"/>
                </a:lnTo>
                <a:cubicBezTo>
                  <a:pt x="371761" y="205073"/>
                  <a:pt x="382715" y="232410"/>
                  <a:pt x="382715" y="262223"/>
                </a:cubicBezTo>
                <a:cubicBezTo>
                  <a:pt x="382715" y="289370"/>
                  <a:pt x="373571" y="314325"/>
                  <a:pt x="358426" y="334518"/>
                </a:cubicBezTo>
                <a:lnTo>
                  <a:pt x="280797" y="256889"/>
                </a:lnTo>
                <a:close/>
                <a:moveTo>
                  <a:pt x="261842" y="38100"/>
                </a:moveTo>
                <a:cubicBezTo>
                  <a:pt x="318516" y="38100"/>
                  <a:pt x="370332" y="59341"/>
                  <a:pt x="409861" y="94202"/>
                </a:cubicBezTo>
                <a:lnTo>
                  <a:pt x="363665" y="140399"/>
                </a:lnTo>
                <a:cubicBezTo>
                  <a:pt x="336137" y="117348"/>
                  <a:pt x="300704" y="103442"/>
                  <a:pt x="262033" y="103442"/>
                </a:cubicBezTo>
                <a:cubicBezTo>
                  <a:pt x="223361" y="103442"/>
                  <a:pt x="189738" y="116681"/>
                  <a:pt x="162497" y="138684"/>
                </a:cubicBezTo>
                <a:lnTo>
                  <a:pt x="116110" y="92297"/>
                </a:lnTo>
                <a:cubicBezTo>
                  <a:pt x="155353" y="58579"/>
                  <a:pt x="206216" y="38100"/>
                  <a:pt x="261938" y="38100"/>
                </a:cubicBezTo>
                <a:close/>
                <a:moveTo>
                  <a:pt x="38005" y="261938"/>
                </a:moveTo>
                <a:cubicBezTo>
                  <a:pt x="38005" y="202692"/>
                  <a:pt x="61151" y="148876"/>
                  <a:pt x="98870" y="108776"/>
                </a:cubicBezTo>
                <a:lnTo>
                  <a:pt x="145161" y="155067"/>
                </a:lnTo>
                <a:cubicBezTo>
                  <a:pt x="119158" y="183356"/>
                  <a:pt x="103156" y="220885"/>
                  <a:pt x="103156" y="262223"/>
                </a:cubicBezTo>
                <a:cubicBezTo>
                  <a:pt x="103156" y="300895"/>
                  <a:pt x="117062" y="336328"/>
                  <a:pt x="140113" y="363855"/>
                </a:cubicBezTo>
                <a:lnTo>
                  <a:pt x="94107" y="409861"/>
                </a:lnTo>
                <a:cubicBezTo>
                  <a:pt x="59245" y="370332"/>
                  <a:pt x="38005" y="318611"/>
                  <a:pt x="38005" y="261842"/>
                </a:cubicBezTo>
                <a:close/>
                <a:moveTo>
                  <a:pt x="261842" y="485775"/>
                </a:moveTo>
                <a:cubicBezTo>
                  <a:pt x="203645" y="485775"/>
                  <a:pt x="150590" y="463487"/>
                  <a:pt x="110776" y="426911"/>
                </a:cubicBezTo>
                <a:lnTo>
                  <a:pt x="156782" y="380905"/>
                </a:lnTo>
                <a:cubicBezTo>
                  <a:pt x="184785" y="405765"/>
                  <a:pt x="221552" y="421005"/>
                  <a:pt x="261938" y="421005"/>
                </a:cubicBezTo>
                <a:cubicBezTo>
                  <a:pt x="302324" y="421005"/>
                  <a:pt x="340805" y="405003"/>
                  <a:pt x="369094" y="379000"/>
                </a:cubicBezTo>
                <a:lnTo>
                  <a:pt x="415004" y="424910"/>
                </a:lnTo>
                <a:cubicBezTo>
                  <a:pt x="374904" y="462629"/>
                  <a:pt x="321088" y="485775"/>
                  <a:pt x="261842" y="48577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628" name="Google Shape;3628;p97"/>
          <p:cNvGrpSpPr/>
          <p:nvPr/>
        </p:nvGrpSpPr>
        <p:grpSpPr>
          <a:xfrm>
            <a:off x="2863624" y="4103997"/>
            <a:ext cx="219295" cy="294680"/>
            <a:chOff x="385698" y="3471862"/>
            <a:chExt cx="389858" cy="523875"/>
          </a:xfrm>
        </p:grpSpPr>
        <p:sp>
          <p:nvSpPr>
            <p:cNvPr id="3629" name="Google Shape;3629;p97"/>
            <p:cNvSpPr/>
            <p:nvPr/>
          </p:nvSpPr>
          <p:spPr>
            <a:xfrm>
              <a:off x="449705" y="3692080"/>
              <a:ext cx="258794" cy="23812"/>
            </a:xfrm>
            <a:custGeom>
              <a:avLst/>
              <a:gdLst/>
              <a:ahLst/>
              <a:cxnLst/>
              <a:rect l="l" t="t" r="r" b="b"/>
              <a:pathLst>
                <a:path w="258794" h="23812" extrusionOk="0">
                  <a:moveTo>
                    <a:pt x="11906" y="0"/>
                  </a:moveTo>
                  <a:cubicBezTo>
                    <a:pt x="5334" y="0"/>
                    <a:pt x="0" y="5334"/>
                    <a:pt x="0" y="11906"/>
                  </a:cubicBezTo>
                  <a:cubicBezTo>
                    <a:pt x="0" y="18478"/>
                    <a:pt x="5334" y="23813"/>
                    <a:pt x="11906" y="23813"/>
                  </a:cubicBezTo>
                  <a:lnTo>
                    <a:pt x="246888" y="23813"/>
                  </a:lnTo>
                  <a:cubicBezTo>
                    <a:pt x="253460" y="23813"/>
                    <a:pt x="258794" y="18478"/>
                    <a:pt x="258794" y="11906"/>
                  </a:cubicBezTo>
                  <a:cubicBezTo>
                    <a:pt x="258794" y="5334"/>
                    <a:pt x="253460" y="0"/>
                    <a:pt x="246888" y="0"/>
                  </a:cubicBezTo>
                  <a:lnTo>
                    <a:pt x="11906"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30" name="Google Shape;3630;p97"/>
            <p:cNvSpPr/>
            <p:nvPr/>
          </p:nvSpPr>
          <p:spPr>
            <a:xfrm>
              <a:off x="449705" y="3755421"/>
              <a:ext cx="258794" cy="23812"/>
            </a:xfrm>
            <a:custGeom>
              <a:avLst/>
              <a:gdLst/>
              <a:ahLst/>
              <a:cxnLst/>
              <a:rect l="l" t="t" r="r" b="b"/>
              <a:pathLst>
                <a:path w="258794" h="23812" extrusionOk="0">
                  <a:moveTo>
                    <a:pt x="246888" y="0"/>
                  </a:moveTo>
                  <a:lnTo>
                    <a:pt x="11906" y="0"/>
                  </a:lnTo>
                  <a:cubicBezTo>
                    <a:pt x="5334" y="0"/>
                    <a:pt x="0" y="5334"/>
                    <a:pt x="0" y="11906"/>
                  </a:cubicBezTo>
                  <a:cubicBezTo>
                    <a:pt x="0" y="18478"/>
                    <a:pt x="5334" y="23813"/>
                    <a:pt x="11906" y="23813"/>
                  </a:cubicBezTo>
                  <a:lnTo>
                    <a:pt x="246888" y="23813"/>
                  </a:lnTo>
                  <a:cubicBezTo>
                    <a:pt x="253460" y="23813"/>
                    <a:pt x="258794" y="18478"/>
                    <a:pt x="258794" y="11906"/>
                  </a:cubicBezTo>
                  <a:cubicBezTo>
                    <a:pt x="258794" y="5334"/>
                    <a:pt x="253460" y="0"/>
                    <a:pt x="2468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31" name="Google Shape;3631;p97"/>
            <p:cNvSpPr/>
            <p:nvPr/>
          </p:nvSpPr>
          <p:spPr>
            <a:xfrm>
              <a:off x="449705" y="3818762"/>
              <a:ext cx="258794" cy="23812"/>
            </a:xfrm>
            <a:custGeom>
              <a:avLst/>
              <a:gdLst/>
              <a:ahLst/>
              <a:cxnLst/>
              <a:rect l="l" t="t" r="r" b="b"/>
              <a:pathLst>
                <a:path w="258794" h="23812" extrusionOk="0">
                  <a:moveTo>
                    <a:pt x="246888" y="0"/>
                  </a:moveTo>
                  <a:lnTo>
                    <a:pt x="11906" y="0"/>
                  </a:lnTo>
                  <a:cubicBezTo>
                    <a:pt x="5334" y="0"/>
                    <a:pt x="0" y="5334"/>
                    <a:pt x="0" y="11906"/>
                  </a:cubicBezTo>
                  <a:cubicBezTo>
                    <a:pt x="0" y="18479"/>
                    <a:pt x="5334" y="23813"/>
                    <a:pt x="11906" y="23813"/>
                  </a:cubicBezTo>
                  <a:lnTo>
                    <a:pt x="246888" y="23813"/>
                  </a:lnTo>
                  <a:cubicBezTo>
                    <a:pt x="253460" y="23813"/>
                    <a:pt x="258794" y="18479"/>
                    <a:pt x="258794" y="11906"/>
                  </a:cubicBezTo>
                  <a:cubicBezTo>
                    <a:pt x="258794" y="5334"/>
                    <a:pt x="253460" y="0"/>
                    <a:pt x="2468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32" name="Google Shape;3632;p97"/>
            <p:cNvSpPr/>
            <p:nvPr/>
          </p:nvSpPr>
          <p:spPr>
            <a:xfrm>
              <a:off x="449705" y="3882104"/>
              <a:ext cx="258794" cy="23812"/>
            </a:xfrm>
            <a:custGeom>
              <a:avLst/>
              <a:gdLst/>
              <a:ahLst/>
              <a:cxnLst/>
              <a:rect l="l" t="t" r="r" b="b"/>
              <a:pathLst>
                <a:path w="258794" h="23812" extrusionOk="0">
                  <a:moveTo>
                    <a:pt x="246888" y="0"/>
                  </a:moveTo>
                  <a:lnTo>
                    <a:pt x="11906" y="0"/>
                  </a:lnTo>
                  <a:cubicBezTo>
                    <a:pt x="5334" y="0"/>
                    <a:pt x="0" y="5334"/>
                    <a:pt x="0" y="11906"/>
                  </a:cubicBezTo>
                  <a:cubicBezTo>
                    <a:pt x="0" y="18478"/>
                    <a:pt x="5334" y="23813"/>
                    <a:pt x="11906" y="23813"/>
                  </a:cubicBezTo>
                  <a:lnTo>
                    <a:pt x="246888" y="23813"/>
                  </a:lnTo>
                  <a:cubicBezTo>
                    <a:pt x="253460" y="23813"/>
                    <a:pt x="258794" y="18478"/>
                    <a:pt x="258794" y="11906"/>
                  </a:cubicBezTo>
                  <a:cubicBezTo>
                    <a:pt x="258794" y="5334"/>
                    <a:pt x="253460" y="0"/>
                    <a:pt x="2468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33" name="Google Shape;3633;p97"/>
            <p:cNvSpPr/>
            <p:nvPr/>
          </p:nvSpPr>
          <p:spPr>
            <a:xfrm>
              <a:off x="385698" y="3471862"/>
              <a:ext cx="389858" cy="523875"/>
            </a:xfrm>
            <a:custGeom>
              <a:avLst/>
              <a:gdLst/>
              <a:ahLst/>
              <a:cxnLst/>
              <a:rect l="l" t="t" r="r" b="b"/>
              <a:pathLst>
                <a:path w="389858" h="523875" extrusionOk="0">
                  <a:moveTo>
                    <a:pt x="370808" y="0"/>
                  </a:moveTo>
                  <a:lnTo>
                    <a:pt x="125635" y="0"/>
                  </a:lnTo>
                  <a:cubicBezTo>
                    <a:pt x="120301" y="0"/>
                    <a:pt x="115157" y="2286"/>
                    <a:pt x="111538" y="6191"/>
                  </a:cubicBezTo>
                  <a:lnTo>
                    <a:pt x="4953" y="123063"/>
                  </a:lnTo>
                  <a:cubicBezTo>
                    <a:pt x="1714" y="126587"/>
                    <a:pt x="0" y="131159"/>
                    <a:pt x="0" y="135922"/>
                  </a:cubicBezTo>
                  <a:lnTo>
                    <a:pt x="0" y="504825"/>
                  </a:lnTo>
                  <a:cubicBezTo>
                    <a:pt x="0" y="515303"/>
                    <a:pt x="8572" y="523875"/>
                    <a:pt x="19050" y="523875"/>
                  </a:cubicBezTo>
                  <a:lnTo>
                    <a:pt x="370808" y="523875"/>
                  </a:lnTo>
                  <a:cubicBezTo>
                    <a:pt x="381286" y="523875"/>
                    <a:pt x="389858" y="515303"/>
                    <a:pt x="389858" y="504825"/>
                  </a:cubicBezTo>
                  <a:lnTo>
                    <a:pt x="389858" y="19050"/>
                  </a:lnTo>
                  <a:cubicBezTo>
                    <a:pt x="389858" y="8573"/>
                    <a:pt x="381286" y="0"/>
                    <a:pt x="370808" y="0"/>
                  </a:cubicBezTo>
                  <a:close/>
                  <a:moveTo>
                    <a:pt x="104299" y="70676"/>
                  </a:moveTo>
                  <a:lnTo>
                    <a:pt x="104299" y="121063"/>
                  </a:lnTo>
                  <a:lnTo>
                    <a:pt x="58388" y="121063"/>
                  </a:lnTo>
                  <a:lnTo>
                    <a:pt x="104299" y="70676"/>
                  </a:lnTo>
                  <a:close/>
                  <a:moveTo>
                    <a:pt x="351758" y="485775"/>
                  </a:moveTo>
                  <a:lnTo>
                    <a:pt x="38100" y="485775"/>
                  </a:lnTo>
                  <a:lnTo>
                    <a:pt x="38100" y="159163"/>
                  </a:lnTo>
                  <a:lnTo>
                    <a:pt x="123349" y="159163"/>
                  </a:lnTo>
                  <a:cubicBezTo>
                    <a:pt x="133826" y="159163"/>
                    <a:pt x="142399" y="150590"/>
                    <a:pt x="142399" y="140113"/>
                  </a:cubicBezTo>
                  <a:lnTo>
                    <a:pt x="142399" y="38100"/>
                  </a:lnTo>
                  <a:lnTo>
                    <a:pt x="351758" y="38100"/>
                  </a:lnTo>
                  <a:lnTo>
                    <a:pt x="351758" y="4857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634" name="Google Shape;3634;p97"/>
          <p:cNvSpPr/>
          <p:nvPr/>
        </p:nvSpPr>
        <p:spPr>
          <a:xfrm>
            <a:off x="6795630" y="2542266"/>
            <a:ext cx="279731" cy="300000"/>
          </a:xfrm>
          <a:custGeom>
            <a:avLst/>
            <a:gdLst/>
            <a:ahLst/>
            <a:cxnLst/>
            <a:rect l="l" t="t" r="r" b="b"/>
            <a:pathLst>
              <a:path w="497300" h="533334" extrusionOk="0">
                <a:moveTo>
                  <a:pt x="403765" y="353116"/>
                </a:moveTo>
                <a:cubicBezTo>
                  <a:pt x="382048" y="353116"/>
                  <a:pt x="363760" y="366451"/>
                  <a:pt x="357092" y="386453"/>
                </a:cubicBezTo>
                <a:lnTo>
                  <a:pt x="327089" y="386453"/>
                </a:lnTo>
                <a:lnTo>
                  <a:pt x="328803" y="234625"/>
                </a:lnTo>
                <a:lnTo>
                  <a:pt x="328803" y="234625"/>
                </a:lnTo>
                <a:cubicBezTo>
                  <a:pt x="328803" y="222909"/>
                  <a:pt x="318802" y="214622"/>
                  <a:pt x="307086" y="214622"/>
                </a:cubicBezTo>
                <a:lnTo>
                  <a:pt x="193643" y="214622"/>
                </a:lnTo>
                <a:cubicBezTo>
                  <a:pt x="181928" y="214622"/>
                  <a:pt x="173641" y="224623"/>
                  <a:pt x="173641" y="234625"/>
                </a:cubicBezTo>
                <a:lnTo>
                  <a:pt x="173641" y="234625"/>
                </a:lnTo>
                <a:lnTo>
                  <a:pt x="171926" y="386453"/>
                </a:lnTo>
                <a:lnTo>
                  <a:pt x="140208" y="386453"/>
                </a:lnTo>
                <a:cubicBezTo>
                  <a:pt x="130207" y="361402"/>
                  <a:pt x="101822" y="348067"/>
                  <a:pt x="75152" y="358069"/>
                </a:cubicBezTo>
                <a:cubicBezTo>
                  <a:pt x="50101" y="368070"/>
                  <a:pt x="36767" y="396454"/>
                  <a:pt x="46768" y="423124"/>
                </a:cubicBezTo>
                <a:cubicBezTo>
                  <a:pt x="56769" y="449794"/>
                  <a:pt x="85154" y="461510"/>
                  <a:pt x="111823" y="451509"/>
                </a:cubicBezTo>
                <a:cubicBezTo>
                  <a:pt x="125159" y="446461"/>
                  <a:pt x="135160" y="436459"/>
                  <a:pt x="140208" y="423124"/>
                </a:cubicBezTo>
                <a:lnTo>
                  <a:pt x="190214" y="423124"/>
                </a:lnTo>
                <a:cubicBezTo>
                  <a:pt x="198596" y="423124"/>
                  <a:pt x="206883" y="414742"/>
                  <a:pt x="206883" y="406456"/>
                </a:cubicBezTo>
                <a:lnTo>
                  <a:pt x="208597" y="256342"/>
                </a:lnTo>
                <a:lnTo>
                  <a:pt x="231934" y="256342"/>
                </a:lnTo>
                <a:lnTo>
                  <a:pt x="231934" y="436555"/>
                </a:lnTo>
                <a:cubicBezTo>
                  <a:pt x="206883" y="446556"/>
                  <a:pt x="193548" y="474940"/>
                  <a:pt x="203549" y="501610"/>
                </a:cubicBezTo>
                <a:cubicBezTo>
                  <a:pt x="213551" y="526661"/>
                  <a:pt x="241935" y="539996"/>
                  <a:pt x="268605" y="529995"/>
                </a:cubicBezTo>
                <a:cubicBezTo>
                  <a:pt x="293656" y="519994"/>
                  <a:pt x="306991" y="491609"/>
                  <a:pt x="296990" y="464939"/>
                </a:cubicBezTo>
                <a:cubicBezTo>
                  <a:pt x="291941" y="451604"/>
                  <a:pt x="281940" y="441603"/>
                  <a:pt x="268605" y="436555"/>
                </a:cubicBezTo>
                <a:lnTo>
                  <a:pt x="268605" y="256342"/>
                </a:lnTo>
                <a:lnTo>
                  <a:pt x="290322" y="256342"/>
                </a:lnTo>
                <a:lnTo>
                  <a:pt x="290322" y="404836"/>
                </a:lnTo>
                <a:cubicBezTo>
                  <a:pt x="290322" y="409885"/>
                  <a:pt x="292037" y="414838"/>
                  <a:pt x="295370" y="418171"/>
                </a:cubicBezTo>
                <a:cubicBezTo>
                  <a:pt x="298704" y="421505"/>
                  <a:pt x="303752" y="423220"/>
                  <a:pt x="308705" y="423220"/>
                </a:cubicBezTo>
                <a:lnTo>
                  <a:pt x="357092" y="423220"/>
                </a:lnTo>
                <a:cubicBezTo>
                  <a:pt x="368808" y="448270"/>
                  <a:pt x="397097" y="459891"/>
                  <a:pt x="422148" y="448270"/>
                </a:cubicBezTo>
                <a:cubicBezTo>
                  <a:pt x="447199" y="436555"/>
                  <a:pt x="458819" y="408265"/>
                  <a:pt x="447199" y="383215"/>
                </a:cubicBezTo>
                <a:cubicBezTo>
                  <a:pt x="440531" y="364831"/>
                  <a:pt x="422148" y="353211"/>
                  <a:pt x="403860" y="353211"/>
                </a:cubicBezTo>
                <a:close/>
                <a:moveTo>
                  <a:pt x="93440" y="419886"/>
                </a:moveTo>
                <a:cubicBezTo>
                  <a:pt x="85058" y="419886"/>
                  <a:pt x="80105" y="413218"/>
                  <a:pt x="80105" y="406551"/>
                </a:cubicBezTo>
                <a:cubicBezTo>
                  <a:pt x="80105" y="399883"/>
                  <a:pt x="86773" y="391501"/>
                  <a:pt x="95155" y="391501"/>
                </a:cubicBezTo>
                <a:cubicBezTo>
                  <a:pt x="103537" y="391501"/>
                  <a:pt x="108490" y="398169"/>
                  <a:pt x="108490" y="404836"/>
                </a:cubicBezTo>
                <a:cubicBezTo>
                  <a:pt x="108490" y="411504"/>
                  <a:pt x="101822" y="419886"/>
                  <a:pt x="93440" y="419886"/>
                </a:cubicBezTo>
                <a:lnTo>
                  <a:pt x="93440" y="419886"/>
                </a:lnTo>
                <a:close/>
                <a:moveTo>
                  <a:pt x="250317" y="496657"/>
                </a:moveTo>
                <a:cubicBezTo>
                  <a:pt x="241935" y="496657"/>
                  <a:pt x="236982" y="489990"/>
                  <a:pt x="236982" y="483322"/>
                </a:cubicBezTo>
                <a:cubicBezTo>
                  <a:pt x="236982" y="476655"/>
                  <a:pt x="243650" y="469987"/>
                  <a:pt x="250317" y="469987"/>
                </a:cubicBezTo>
                <a:cubicBezTo>
                  <a:pt x="256985" y="469987"/>
                  <a:pt x="263652" y="476655"/>
                  <a:pt x="263652" y="483322"/>
                </a:cubicBezTo>
                <a:cubicBezTo>
                  <a:pt x="265366" y="489990"/>
                  <a:pt x="258604" y="496657"/>
                  <a:pt x="250317" y="496657"/>
                </a:cubicBezTo>
                <a:close/>
                <a:moveTo>
                  <a:pt x="403765" y="416552"/>
                </a:moveTo>
                <a:cubicBezTo>
                  <a:pt x="395383" y="416552"/>
                  <a:pt x="390430" y="409885"/>
                  <a:pt x="390430" y="403217"/>
                </a:cubicBezTo>
                <a:cubicBezTo>
                  <a:pt x="390430" y="396550"/>
                  <a:pt x="397097" y="389882"/>
                  <a:pt x="403765" y="389882"/>
                </a:cubicBezTo>
                <a:cubicBezTo>
                  <a:pt x="410432" y="389882"/>
                  <a:pt x="417100" y="396550"/>
                  <a:pt x="417100" y="403217"/>
                </a:cubicBezTo>
                <a:cubicBezTo>
                  <a:pt x="417100" y="409885"/>
                  <a:pt x="410432" y="416552"/>
                  <a:pt x="403765" y="416552"/>
                </a:cubicBezTo>
                <a:lnTo>
                  <a:pt x="403765" y="416552"/>
                </a:lnTo>
                <a:close/>
                <a:moveTo>
                  <a:pt x="448818" y="164616"/>
                </a:moveTo>
                <a:cubicBezTo>
                  <a:pt x="447104" y="127945"/>
                  <a:pt x="433769" y="94512"/>
                  <a:pt x="410432" y="66223"/>
                </a:cubicBezTo>
                <a:cubicBezTo>
                  <a:pt x="387096" y="36219"/>
                  <a:pt x="353663" y="12787"/>
                  <a:pt x="315373" y="4501"/>
                </a:cubicBezTo>
                <a:cubicBezTo>
                  <a:pt x="272034" y="-5501"/>
                  <a:pt x="225266" y="1167"/>
                  <a:pt x="186881" y="24503"/>
                </a:cubicBezTo>
                <a:cubicBezTo>
                  <a:pt x="151829" y="44506"/>
                  <a:pt x="123444" y="76224"/>
                  <a:pt x="108490" y="112895"/>
                </a:cubicBezTo>
                <a:cubicBezTo>
                  <a:pt x="86773" y="114610"/>
                  <a:pt x="66770" y="121277"/>
                  <a:pt x="48387" y="134612"/>
                </a:cubicBezTo>
                <a:cubicBezTo>
                  <a:pt x="26670" y="149662"/>
                  <a:pt x="10001" y="172998"/>
                  <a:pt x="3334" y="198049"/>
                </a:cubicBezTo>
                <a:cubicBezTo>
                  <a:pt x="-3334" y="224719"/>
                  <a:pt x="0" y="253103"/>
                  <a:pt x="13335" y="278154"/>
                </a:cubicBezTo>
                <a:cubicBezTo>
                  <a:pt x="26670" y="303205"/>
                  <a:pt x="50006" y="321493"/>
                  <a:pt x="76772" y="331589"/>
                </a:cubicBezTo>
                <a:lnTo>
                  <a:pt x="78486" y="331589"/>
                </a:lnTo>
                <a:cubicBezTo>
                  <a:pt x="81820" y="333304"/>
                  <a:pt x="85154" y="333304"/>
                  <a:pt x="86868" y="333304"/>
                </a:cubicBezTo>
                <a:lnTo>
                  <a:pt x="121920" y="333304"/>
                </a:lnTo>
                <a:cubicBezTo>
                  <a:pt x="133636" y="333304"/>
                  <a:pt x="141922" y="323302"/>
                  <a:pt x="141922" y="313301"/>
                </a:cubicBezTo>
                <a:cubicBezTo>
                  <a:pt x="141922" y="303300"/>
                  <a:pt x="136874" y="291584"/>
                  <a:pt x="125254" y="291584"/>
                </a:cubicBezTo>
                <a:lnTo>
                  <a:pt x="90202" y="291584"/>
                </a:lnTo>
                <a:cubicBezTo>
                  <a:pt x="56864" y="279868"/>
                  <a:pt x="36767" y="243197"/>
                  <a:pt x="45149" y="208145"/>
                </a:cubicBezTo>
                <a:cubicBezTo>
                  <a:pt x="55150" y="174808"/>
                  <a:pt x="86868" y="151376"/>
                  <a:pt x="123539" y="154710"/>
                </a:cubicBezTo>
                <a:cubicBezTo>
                  <a:pt x="133541" y="154710"/>
                  <a:pt x="141922" y="149662"/>
                  <a:pt x="145256" y="139660"/>
                </a:cubicBezTo>
                <a:cubicBezTo>
                  <a:pt x="155258" y="106323"/>
                  <a:pt x="178594" y="76224"/>
                  <a:pt x="210312" y="59555"/>
                </a:cubicBezTo>
                <a:cubicBezTo>
                  <a:pt x="267081" y="26218"/>
                  <a:pt x="340424" y="39553"/>
                  <a:pt x="380524" y="91273"/>
                </a:cubicBezTo>
                <a:cubicBezTo>
                  <a:pt x="398907" y="116324"/>
                  <a:pt x="410528" y="146328"/>
                  <a:pt x="410528" y="178046"/>
                </a:cubicBezTo>
                <a:cubicBezTo>
                  <a:pt x="410528" y="186428"/>
                  <a:pt x="415576" y="193096"/>
                  <a:pt x="422243" y="196429"/>
                </a:cubicBezTo>
                <a:cubicBezTo>
                  <a:pt x="442246" y="204811"/>
                  <a:pt x="457295" y="224814"/>
                  <a:pt x="457295" y="246436"/>
                </a:cubicBezTo>
                <a:cubicBezTo>
                  <a:pt x="453962" y="268153"/>
                  <a:pt x="438912" y="284821"/>
                  <a:pt x="418910" y="293108"/>
                </a:cubicBezTo>
                <a:lnTo>
                  <a:pt x="373856" y="293108"/>
                </a:lnTo>
                <a:cubicBezTo>
                  <a:pt x="362140" y="293108"/>
                  <a:pt x="353854" y="303109"/>
                  <a:pt x="353854" y="313111"/>
                </a:cubicBezTo>
                <a:cubicBezTo>
                  <a:pt x="353854" y="323112"/>
                  <a:pt x="363855" y="333113"/>
                  <a:pt x="373856" y="333113"/>
                </a:cubicBezTo>
                <a:lnTo>
                  <a:pt x="420529" y="333113"/>
                </a:lnTo>
                <a:cubicBezTo>
                  <a:pt x="423863" y="333113"/>
                  <a:pt x="427196" y="331399"/>
                  <a:pt x="430530" y="329779"/>
                </a:cubicBezTo>
                <a:lnTo>
                  <a:pt x="432245" y="329779"/>
                </a:lnTo>
                <a:cubicBezTo>
                  <a:pt x="468916" y="318064"/>
                  <a:pt x="493966" y="284726"/>
                  <a:pt x="497300" y="248055"/>
                </a:cubicBezTo>
                <a:cubicBezTo>
                  <a:pt x="497300" y="214717"/>
                  <a:pt x="478917" y="181285"/>
                  <a:pt x="448913" y="16461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635" name="Google Shape;3635;p97"/>
          <p:cNvGrpSpPr/>
          <p:nvPr/>
        </p:nvGrpSpPr>
        <p:grpSpPr>
          <a:xfrm>
            <a:off x="2826402" y="3323347"/>
            <a:ext cx="300038" cy="300038"/>
            <a:chOff x="6415936" y="4952812"/>
            <a:chExt cx="533400" cy="533400"/>
          </a:xfrm>
        </p:grpSpPr>
        <p:sp>
          <p:nvSpPr>
            <p:cNvPr id="3636" name="Google Shape;3636;p97"/>
            <p:cNvSpPr/>
            <p:nvPr/>
          </p:nvSpPr>
          <p:spPr>
            <a:xfrm>
              <a:off x="6415936" y="4952812"/>
              <a:ext cx="533400" cy="533400"/>
            </a:xfrm>
            <a:custGeom>
              <a:avLst/>
              <a:gdLst/>
              <a:ahLst/>
              <a:cxnLst/>
              <a:rect l="l" t="t" r="r" b="b"/>
              <a:pathLst>
                <a:path w="533400" h="533400" extrusionOk="0">
                  <a:moveTo>
                    <a:pt x="266700" y="0"/>
                  </a:moveTo>
                  <a:cubicBezTo>
                    <a:pt x="119634" y="0"/>
                    <a:pt x="0" y="119634"/>
                    <a:pt x="0" y="266700"/>
                  </a:cubicBezTo>
                  <a:cubicBezTo>
                    <a:pt x="0" y="413766"/>
                    <a:pt x="119634" y="533400"/>
                    <a:pt x="266700" y="533400"/>
                  </a:cubicBezTo>
                  <a:cubicBezTo>
                    <a:pt x="413766" y="533400"/>
                    <a:pt x="533400" y="413766"/>
                    <a:pt x="533400" y="266700"/>
                  </a:cubicBezTo>
                  <a:cubicBezTo>
                    <a:pt x="533400" y="119634"/>
                    <a:pt x="413766" y="0"/>
                    <a:pt x="266700" y="0"/>
                  </a:cubicBezTo>
                  <a:close/>
                  <a:moveTo>
                    <a:pt x="266700" y="488442"/>
                  </a:moveTo>
                  <a:cubicBezTo>
                    <a:pt x="144399" y="488442"/>
                    <a:pt x="44958" y="388906"/>
                    <a:pt x="44958" y="266700"/>
                  </a:cubicBezTo>
                  <a:cubicBezTo>
                    <a:pt x="44958" y="144494"/>
                    <a:pt x="144494" y="44958"/>
                    <a:pt x="266700" y="44958"/>
                  </a:cubicBezTo>
                  <a:cubicBezTo>
                    <a:pt x="388906" y="44958"/>
                    <a:pt x="488442" y="144494"/>
                    <a:pt x="488442" y="266700"/>
                  </a:cubicBezTo>
                  <a:cubicBezTo>
                    <a:pt x="488442" y="388906"/>
                    <a:pt x="389001" y="488442"/>
                    <a:pt x="266700" y="48844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37" name="Google Shape;3637;p97"/>
            <p:cNvSpPr/>
            <p:nvPr/>
          </p:nvSpPr>
          <p:spPr>
            <a:xfrm>
              <a:off x="6607856" y="5149408"/>
              <a:ext cx="166513" cy="232981"/>
            </a:xfrm>
            <a:custGeom>
              <a:avLst/>
              <a:gdLst/>
              <a:ahLst/>
              <a:cxnLst/>
              <a:rect l="l" t="t" r="r" b="b"/>
              <a:pathLst>
                <a:path w="166513" h="232981" extrusionOk="0">
                  <a:moveTo>
                    <a:pt x="150122" y="199358"/>
                  </a:moveTo>
                  <a:lnTo>
                    <a:pt x="100402" y="199358"/>
                  </a:lnTo>
                  <a:lnTo>
                    <a:pt x="100402" y="16764"/>
                  </a:lnTo>
                  <a:cubicBezTo>
                    <a:pt x="100402" y="7525"/>
                    <a:pt x="92877" y="0"/>
                    <a:pt x="83638" y="0"/>
                  </a:cubicBezTo>
                  <a:lnTo>
                    <a:pt x="39346" y="0"/>
                  </a:lnTo>
                  <a:cubicBezTo>
                    <a:pt x="30107" y="286"/>
                    <a:pt x="22773" y="8001"/>
                    <a:pt x="23059" y="17240"/>
                  </a:cubicBezTo>
                  <a:cubicBezTo>
                    <a:pt x="23344" y="26098"/>
                    <a:pt x="30488" y="33338"/>
                    <a:pt x="39346" y="33528"/>
                  </a:cubicBezTo>
                  <a:lnTo>
                    <a:pt x="66874" y="33528"/>
                  </a:lnTo>
                  <a:lnTo>
                    <a:pt x="66874" y="199454"/>
                  </a:lnTo>
                  <a:lnTo>
                    <a:pt x="17248" y="199454"/>
                  </a:lnTo>
                  <a:cubicBezTo>
                    <a:pt x="8009" y="199168"/>
                    <a:pt x="199" y="206502"/>
                    <a:pt x="8" y="215741"/>
                  </a:cubicBezTo>
                  <a:cubicBezTo>
                    <a:pt x="-278" y="224980"/>
                    <a:pt x="7057" y="232791"/>
                    <a:pt x="16296" y="232981"/>
                  </a:cubicBezTo>
                  <a:cubicBezTo>
                    <a:pt x="16582" y="232981"/>
                    <a:pt x="16963" y="232981"/>
                    <a:pt x="17248" y="232981"/>
                  </a:cubicBezTo>
                  <a:lnTo>
                    <a:pt x="150217" y="232981"/>
                  </a:lnTo>
                  <a:cubicBezTo>
                    <a:pt x="159457" y="232696"/>
                    <a:pt x="166791" y="224980"/>
                    <a:pt x="166505" y="215741"/>
                  </a:cubicBezTo>
                  <a:cubicBezTo>
                    <a:pt x="166219" y="206883"/>
                    <a:pt x="159076" y="199644"/>
                    <a:pt x="150217" y="199454"/>
                  </a:cubicBezTo>
                  <a:lnTo>
                    <a:pt x="150217" y="19945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38" name="Google Shape;3638;p97"/>
            <p:cNvSpPr/>
            <p:nvPr/>
          </p:nvSpPr>
          <p:spPr>
            <a:xfrm>
              <a:off x="6652632" y="5056729"/>
              <a:ext cx="55721" cy="55721"/>
            </a:xfrm>
            <a:custGeom>
              <a:avLst/>
              <a:gdLst/>
              <a:ahLst/>
              <a:cxnLst/>
              <a:rect l="l" t="t" r="r" b="b"/>
              <a:pathLst>
                <a:path w="55721" h="55721" extrusionOk="0">
                  <a:moveTo>
                    <a:pt x="27813" y="55721"/>
                  </a:moveTo>
                  <a:cubicBezTo>
                    <a:pt x="43244" y="55721"/>
                    <a:pt x="55721" y="43244"/>
                    <a:pt x="55721" y="27908"/>
                  </a:cubicBezTo>
                  <a:cubicBezTo>
                    <a:pt x="55721" y="12478"/>
                    <a:pt x="43244" y="0"/>
                    <a:pt x="27908" y="0"/>
                  </a:cubicBezTo>
                  <a:cubicBezTo>
                    <a:pt x="12478" y="0"/>
                    <a:pt x="0" y="12478"/>
                    <a:pt x="0" y="27813"/>
                  </a:cubicBezTo>
                  <a:lnTo>
                    <a:pt x="0" y="27813"/>
                  </a:lnTo>
                  <a:cubicBezTo>
                    <a:pt x="0" y="43244"/>
                    <a:pt x="12478" y="55626"/>
                    <a:pt x="27813" y="5572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639" name="Google Shape;3639;p97"/>
          <p:cNvGrpSpPr/>
          <p:nvPr/>
        </p:nvGrpSpPr>
        <p:grpSpPr>
          <a:xfrm>
            <a:off x="2832898" y="1762664"/>
            <a:ext cx="280749" cy="302743"/>
            <a:chOff x="7642230" y="4948002"/>
            <a:chExt cx="499109" cy="538209"/>
          </a:xfrm>
        </p:grpSpPr>
        <p:sp>
          <p:nvSpPr>
            <p:cNvPr id="3640" name="Google Shape;3640;p97"/>
            <p:cNvSpPr/>
            <p:nvPr/>
          </p:nvSpPr>
          <p:spPr>
            <a:xfrm>
              <a:off x="7790819" y="5218559"/>
              <a:ext cx="14287" cy="24574"/>
            </a:xfrm>
            <a:custGeom>
              <a:avLst/>
              <a:gdLst/>
              <a:ahLst/>
              <a:cxnLst/>
              <a:rect l="l" t="t" r="r" b="b"/>
              <a:pathLst>
                <a:path w="14287" h="24574" extrusionOk="0">
                  <a:moveTo>
                    <a:pt x="7144" y="24574"/>
                  </a:moveTo>
                  <a:cubicBezTo>
                    <a:pt x="11049" y="24574"/>
                    <a:pt x="14288" y="21336"/>
                    <a:pt x="14288" y="17431"/>
                  </a:cubicBezTo>
                  <a:lnTo>
                    <a:pt x="14288" y="7144"/>
                  </a:lnTo>
                  <a:cubicBezTo>
                    <a:pt x="14288" y="3239"/>
                    <a:pt x="11049" y="0"/>
                    <a:pt x="7144" y="0"/>
                  </a:cubicBezTo>
                  <a:cubicBezTo>
                    <a:pt x="3239" y="0"/>
                    <a:pt x="0" y="3239"/>
                    <a:pt x="0" y="7144"/>
                  </a:cubicBezTo>
                  <a:lnTo>
                    <a:pt x="0" y="17431"/>
                  </a:lnTo>
                  <a:cubicBezTo>
                    <a:pt x="0" y="21336"/>
                    <a:pt x="3239" y="24574"/>
                    <a:pt x="7144" y="2457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41" name="Google Shape;3641;p97"/>
            <p:cNvSpPr/>
            <p:nvPr/>
          </p:nvSpPr>
          <p:spPr>
            <a:xfrm>
              <a:off x="7790819" y="5181983"/>
              <a:ext cx="14287" cy="24574"/>
            </a:xfrm>
            <a:custGeom>
              <a:avLst/>
              <a:gdLst/>
              <a:ahLst/>
              <a:cxnLst/>
              <a:rect l="l" t="t" r="r" b="b"/>
              <a:pathLst>
                <a:path w="14287" h="24574" extrusionOk="0">
                  <a:moveTo>
                    <a:pt x="7144" y="24575"/>
                  </a:moveTo>
                  <a:cubicBezTo>
                    <a:pt x="11049" y="24575"/>
                    <a:pt x="14288" y="21336"/>
                    <a:pt x="14288" y="17431"/>
                  </a:cubicBezTo>
                  <a:lnTo>
                    <a:pt x="14288" y="7144"/>
                  </a:lnTo>
                  <a:cubicBezTo>
                    <a:pt x="14288" y="3239"/>
                    <a:pt x="11049" y="0"/>
                    <a:pt x="7144" y="0"/>
                  </a:cubicBezTo>
                  <a:cubicBezTo>
                    <a:pt x="3239" y="0"/>
                    <a:pt x="0" y="3239"/>
                    <a:pt x="0" y="7144"/>
                  </a:cubicBezTo>
                  <a:lnTo>
                    <a:pt x="0" y="17431"/>
                  </a:lnTo>
                  <a:cubicBezTo>
                    <a:pt x="0" y="21336"/>
                    <a:pt x="3239" y="24575"/>
                    <a:pt x="7144" y="2457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42" name="Google Shape;3642;p97"/>
            <p:cNvSpPr/>
            <p:nvPr/>
          </p:nvSpPr>
          <p:spPr>
            <a:xfrm>
              <a:off x="7790819" y="5255326"/>
              <a:ext cx="18216" cy="20669"/>
            </a:xfrm>
            <a:custGeom>
              <a:avLst/>
              <a:gdLst/>
              <a:ahLst/>
              <a:cxnLst/>
              <a:rect l="l" t="t" r="r" b="b"/>
              <a:pathLst>
                <a:path w="18216" h="20669" extrusionOk="0">
                  <a:moveTo>
                    <a:pt x="3905" y="17907"/>
                  </a:moveTo>
                  <a:lnTo>
                    <a:pt x="7810" y="19907"/>
                  </a:lnTo>
                  <a:cubicBezTo>
                    <a:pt x="8858" y="20384"/>
                    <a:pt x="9906" y="20669"/>
                    <a:pt x="11049" y="20669"/>
                  </a:cubicBezTo>
                  <a:cubicBezTo>
                    <a:pt x="13621" y="20669"/>
                    <a:pt x="16193" y="19241"/>
                    <a:pt x="17431" y="16764"/>
                  </a:cubicBezTo>
                  <a:cubicBezTo>
                    <a:pt x="19241" y="13240"/>
                    <a:pt x="17812" y="8954"/>
                    <a:pt x="14288" y="7144"/>
                  </a:cubicBezTo>
                  <a:lnTo>
                    <a:pt x="14288" y="7144"/>
                  </a:lnTo>
                  <a:cubicBezTo>
                    <a:pt x="14288" y="3143"/>
                    <a:pt x="11049" y="0"/>
                    <a:pt x="7144" y="0"/>
                  </a:cubicBezTo>
                  <a:cubicBezTo>
                    <a:pt x="3239" y="0"/>
                    <a:pt x="0" y="3239"/>
                    <a:pt x="0" y="7144"/>
                  </a:cubicBezTo>
                  <a:lnTo>
                    <a:pt x="0" y="11525"/>
                  </a:lnTo>
                  <a:cubicBezTo>
                    <a:pt x="0" y="14192"/>
                    <a:pt x="1524" y="16669"/>
                    <a:pt x="3905" y="1790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43" name="Google Shape;3643;p97"/>
            <p:cNvSpPr/>
            <p:nvPr/>
          </p:nvSpPr>
          <p:spPr>
            <a:xfrm>
              <a:off x="7817561" y="5273209"/>
              <a:ext cx="23192" cy="18787"/>
            </a:xfrm>
            <a:custGeom>
              <a:avLst/>
              <a:gdLst/>
              <a:ahLst/>
              <a:cxnLst/>
              <a:rect l="l" t="t" r="r" b="b"/>
              <a:pathLst>
                <a:path w="23192" h="18787" extrusionOk="0">
                  <a:moveTo>
                    <a:pt x="3929" y="13549"/>
                  </a:moveTo>
                  <a:lnTo>
                    <a:pt x="12787" y="18026"/>
                  </a:lnTo>
                  <a:cubicBezTo>
                    <a:pt x="13835" y="18502"/>
                    <a:pt x="14882" y="18788"/>
                    <a:pt x="16025" y="18788"/>
                  </a:cubicBezTo>
                  <a:cubicBezTo>
                    <a:pt x="18597" y="18788"/>
                    <a:pt x="21169" y="17359"/>
                    <a:pt x="22407" y="14882"/>
                  </a:cubicBezTo>
                  <a:cubicBezTo>
                    <a:pt x="24217" y="11358"/>
                    <a:pt x="22788" y="7072"/>
                    <a:pt x="19264" y="5262"/>
                  </a:cubicBezTo>
                  <a:lnTo>
                    <a:pt x="10406" y="785"/>
                  </a:lnTo>
                  <a:cubicBezTo>
                    <a:pt x="6881" y="-1024"/>
                    <a:pt x="2595" y="404"/>
                    <a:pt x="785" y="3929"/>
                  </a:cubicBezTo>
                  <a:cubicBezTo>
                    <a:pt x="-1024" y="7453"/>
                    <a:pt x="404" y="11739"/>
                    <a:pt x="3929" y="1354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44" name="Google Shape;3644;p97"/>
            <p:cNvSpPr/>
            <p:nvPr/>
          </p:nvSpPr>
          <p:spPr>
            <a:xfrm>
              <a:off x="7849184" y="5289116"/>
              <a:ext cx="23192" cy="18787"/>
            </a:xfrm>
            <a:custGeom>
              <a:avLst/>
              <a:gdLst/>
              <a:ahLst/>
              <a:cxnLst/>
              <a:rect l="l" t="t" r="r" b="b"/>
              <a:pathLst>
                <a:path w="23192" h="18787" extrusionOk="0">
                  <a:moveTo>
                    <a:pt x="3929" y="13549"/>
                  </a:moveTo>
                  <a:lnTo>
                    <a:pt x="12787" y="18026"/>
                  </a:lnTo>
                  <a:cubicBezTo>
                    <a:pt x="13835" y="18502"/>
                    <a:pt x="14882" y="18788"/>
                    <a:pt x="16025" y="18788"/>
                  </a:cubicBezTo>
                  <a:cubicBezTo>
                    <a:pt x="18597" y="18788"/>
                    <a:pt x="21169" y="17359"/>
                    <a:pt x="22407" y="14882"/>
                  </a:cubicBezTo>
                  <a:cubicBezTo>
                    <a:pt x="24217" y="11358"/>
                    <a:pt x="22788" y="7072"/>
                    <a:pt x="19264" y="5262"/>
                  </a:cubicBezTo>
                  <a:lnTo>
                    <a:pt x="10406" y="785"/>
                  </a:lnTo>
                  <a:cubicBezTo>
                    <a:pt x="6881" y="-1024"/>
                    <a:pt x="2595" y="404"/>
                    <a:pt x="785" y="3929"/>
                  </a:cubicBezTo>
                  <a:cubicBezTo>
                    <a:pt x="-1024" y="7453"/>
                    <a:pt x="404" y="11739"/>
                    <a:pt x="3929" y="1354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45" name="Google Shape;3645;p97"/>
            <p:cNvSpPr/>
            <p:nvPr/>
          </p:nvSpPr>
          <p:spPr>
            <a:xfrm>
              <a:off x="7911287" y="5117190"/>
              <a:ext cx="23192" cy="18787"/>
            </a:xfrm>
            <a:custGeom>
              <a:avLst/>
              <a:gdLst/>
              <a:ahLst/>
              <a:cxnLst/>
              <a:rect l="l" t="t" r="r" b="b"/>
              <a:pathLst>
                <a:path w="23192" h="18787" extrusionOk="0">
                  <a:moveTo>
                    <a:pt x="3929" y="13549"/>
                  </a:moveTo>
                  <a:lnTo>
                    <a:pt x="12787" y="18026"/>
                  </a:lnTo>
                  <a:cubicBezTo>
                    <a:pt x="13835" y="18502"/>
                    <a:pt x="14882" y="18788"/>
                    <a:pt x="16025" y="18788"/>
                  </a:cubicBezTo>
                  <a:cubicBezTo>
                    <a:pt x="18597" y="18788"/>
                    <a:pt x="21169" y="17359"/>
                    <a:pt x="22407" y="14882"/>
                  </a:cubicBezTo>
                  <a:cubicBezTo>
                    <a:pt x="24217" y="11358"/>
                    <a:pt x="22788" y="7072"/>
                    <a:pt x="19264" y="5262"/>
                  </a:cubicBezTo>
                  <a:lnTo>
                    <a:pt x="10406" y="785"/>
                  </a:lnTo>
                  <a:cubicBezTo>
                    <a:pt x="6881" y="-1024"/>
                    <a:pt x="2595" y="404"/>
                    <a:pt x="785" y="3929"/>
                  </a:cubicBezTo>
                  <a:cubicBezTo>
                    <a:pt x="-1024" y="7453"/>
                    <a:pt x="404" y="11739"/>
                    <a:pt x="3929" y="1354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46" name="Google Shape;3646;p97"/>
            <p:cNvSpPr/>
            <p:nvPr/>
          </p:nvSpPr>
          <p:spPr>
            <a:xfrm>
              <a:off x="7880807" y="5103664"/>
              <a:ext cx="22144" cy="16335"/>
            </a:xfrm>
            <a:custGeom>
              <a:avLst/>
              <a:gdLst/>
              <a:ahLst/>
              <a:cxnLst/>
              <a:rect l="l" t="t" r="r" b="b"/>
              <a:pathLst>
                <a:path w="22144" h="16335" extrusionOk="0">
                  <a:moveTo>
                    <a:pt x="10215" y="15550"/>
                  </a:moveTo>
                  <a:lnTo>
                    <a:pt x="10977" y="15169"/>
                  </a:lnTo>
                  <a:lnTo>
                    <a:pt x="11739" y="15550"/>
                  </a:lnTo>
                  <a:cubicBezTo>
                    <a:pt x="12787" y="16026"/>
                    <a:pt x="13835" y="16312"/>
                    <a:pt x="14978" y="16312"/>
                  </a:cubicBezTo>
                  <a:cubicBezTo>
                    <a:pt x="17549" y="16312"/>
                    <a:pt x="20121" y="14883"/>
                    <a:pt x="21359" y="12406"/>
                  </a:cubicBezTo>
                  <a:cubicBezTo>
                    <a:pt x="23169" y="8882"/>
                    <a:pt x="21740" y="4596"/>
                    <a:pt x="18216" y="2786"/>
                  </a:cubicBezTo>
                  <a:lnTo>
                    <a:pt x="14311" y="786"/>
                  </a:lnTo>
                  <a:cubicBezTo>
                    <a:pt x="12311" y="-262"/>
                    <a:pt x="9929" y="-262"/>
                    <a:pt x="7834" y="786"/>
                  </a:cubicBezTo>
                  <a:lnTo>
                    <a:pt x="3929" y="2786"/>
                  </a:lnTo>
                  <a:cubicBezTo>
                    <a:pt x="404" y="4596"/>
                    <a:pt x="-1024" y="8882"/>
                    <a:pt x="785" y="12406"/>
                  </a:cubicBezTo>
                  <a:cubicBezTo>
                    <a:pt x="2595" y="15931"/>
                    <a:pt x="6881" y="17359"/>
                    <a:pt x="10406" y="1555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47" name="Google Shape;3647;p97"/>
            <p:cNvSpPr/>
            <p:nvPr/>
          </p:nvSpPr>
          <p:spPr>
            <a:xfrm>
              <a:off x="7848994" y="5117190"/>
              <a:ext cx="23192" cy="18787"/>
            </a:xfrm>
            <a:custGeom>
              <a:avLst/>
              <a:gdLst/>
              <a:ahLst/>
              <a:cxnLst/>
              <a:rect l="l" t="t" r="r" b="b"/>
              <a:pathLst>
                <a:path w="23192" h="18787" extrusionOk="0">
                  <a:moveTo>
                    <a:pt x="7167" y="18788"/>
                  </a:moveTo>
                  <a:cubicBezTo>
                    <a:pt x="8215" y="18788"/>
                    <a:pt x="9358" y="18502"/>
                    <a:pt x="10406" y="18026"/>
                  </a:cubicBezTo>
                  <a:lnTo>
                    <a:pt x="19264" y="13549"/>
                  </a:lnTo>
                  <a:cubicBezTo>
                    <a:pt x="22788" y="11739"/>
                    <a:pt x="24217" y="7453"/>
                    <a:pt x="22407" y="3929"/>
                  </a:cubicBezTo>
                  <a:cubicBezTo>
                    <a:pt x="20597" y="404"/>
                    <a:pt x="16311" y="-1024"/>
                    <a:pt x="12787" y="785"/>
                  </a:cubicBezTo>
                  <a:lnTo>
                    <a:pt x="3929" y="5262"/>
                  </a:lnTo>
                  <a:cubicBezTo>
                    <a:pt x="404" y="7072"/>
                    <a:pt x="-1024" y="11358"/>
                    <a:pt x="785" y="14882"/>
                  </a:cubicBezTo>
                  <a:cubicBezTo>
                    <a:pt x="2024" y="17359"/>
                    <a:pt x="4595" y="18788"/>
                    <a:pt x="7167" y="187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48" name="Google Shape;3648;p97"/>
            <p:cNvSpPr/>
            <p:nvPr/>
          </p:nvSpPr>
          <p:spPr>
            <a:xfrm>
              <a:off x="7978748" y="5218654"/>
              <a:ext cx="14287" cy="24574"/>
            </a:xfrm>
            <a:custGeom>
              <a:avLst/>
              <a:gdLst/>
              <a:ahLst/>
              <a:cxnLst/>
              <a:rect l="l" t="t" r="r" b="b"/>
              <a:pathLst>
                <a:path w="14287" h="24574" extrusionOk="0">
                  <a:moveTo>
                    <a:pt x="7144" y="0"/>
                  </a:moveTo>
                  <a:cubicBezTo>
                    <a:pt x="3239" y="0"/>
                    <a:pt x="0" y="3239"/>
                    <a:pt x="0" y="7144"/>
                  </a:cubicBezTo>
                  <a:lnTo>
                    <a:pt x="0" y="17431"/>
                  </a:lnTo>
                  <a:cubicBezTo>
                    <a:pt x="0" y="21336"/>
                    <a:pt x="3239" y="24575"/>
                    <a:pt x="7144" y="24575"/>
                  </a:cubicBezTo>
                  <a:cubicBezTo>
                    <a:pt x="11049" y="24575"/>
                    <a:pt x="14288" y="21336"/>
                    <a:pt x="14288" y="17431"/>
                  </a:cubicBezTo>
                  <a:lnTo>
                    <a:pt x="14288" y="7144"/>
                  </a:lnTo>
                  <a:cubicBezTo>
                    <a:pt x="14288" y="3239"/>
                    <a:pt x="11049" y="0"/>
                    <a:pt x="714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49" name="Google Shape;3649;p97"/>
            <p:cNvSpPr/>
            <p:nvPr/>
          </p:nvSpPr>
          <p:spPr>
            <a:xfrm>
              <a:off x="7978748" y="5181983"/>
              <a:ext cx="14287" cy="24574"/>
            </a:xfrm>
            <a:custGeom>
              <a:avLst/>
              <a:gdLst/>
              <a:ahLst/>
              <a:cxnLst/>
              <a:rect l="l" t="t" r="r" b="b"/>
              <a:pathLst>
                <a:path w="14287" h="24574" extrusionOk="0">
                  <a:moveTo>
                    <a:pt x="7144" y="0"/>
                  </a:moveTo>
                  <a:cubicBezTo>
                    <a:pt x="3239" y="0"/>
                    <a:pt x="0" y="3239"/>
                    <a:pt x="0" y="7144"/>
                  </a:cubicBezTo>
                  <a:lnTo>
                    <a:pt x="0" y="17431"/>
                  </a:lnTo>
                  <a:cubicBezTo>
                    <a:pt x="0" y="21336"/>
                    <a:pt x="3239" y="24575"/>
                    <a:pt x="7144" y="24575"/>
                  </a:cubicBezTo>
                  <a:cubicBezTo>
                    <a:pt x="11049" y="24575"/>
                    <a:pt x="14288" y="21336"/>
                    <a:pt x="14288" y="17431"/>
                  </a:cubicBezTo>
                  <a:lnTo>
                    <a:pt x="14288" y="7144"/>
                  </a:lnTo>
                  <a:cubicBezTo>
                    <a:pt x="14288" y="3239"/>
                    <a:pt x="11049" y="0"/>
                    <a:pt x="714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50" name="Google Shape;3650;p97"/>
            <p:cNvSpPr/>
            <p:nvPr/>
          </p:nvSpPr>
          <p:spPr>
            <a:xfrm>
              <a:off x="7974819" y="5255326"/>
              <a:ext cx="18216" cy="20669"/>
            </a:xfrm>
            <a:custGeom>
              <a:avLst/>
              <a:gdLst/>
              <a:ahLst/>
              <a:cxnLst/>
              <a:rect l="l" t="t" r="r" b="b"/>
              <a:pathLst>
                <a:path w="18216" h="20669" extrusionOk="0">
                  <a:moveTo>
                    <a:pt x="11072" y="0"/>
                  </a:moveTo>
                  <a:cubicBezTo>
                    <a:pt x="7167" y="0"/>
                    <a:pt x="3929" y="3239"/>
                    <a:pt x="3929" y="7144"/>
                  </a:cubicBezTo>
                  <a:lnTo>
                    <a:pt x="3929" y="7144"/>
                  </a:lnTo>
                  <a:cubicBezTo>
                    <a:pt x="404" y="8954"/>
                    <a:pt x="-1024" y="13240"/>
                    <a:pt x="785" y="16764"/>
                  </a:cubicBezTo>
                  <a:cubicBezTo>
                    <a:pt x="2024" y="19241"/>
                    <a:pt x="4595" y="20669"/>
                    <a:pt x="7167" y="20669"/>
                  </a:cubicBezTo>
                  <a:cubicBezTo>
                    <a:pt x="8215" y="20669"/>
                    <a:pt x="9358" y="20384"/>
                    <a:pt x="10406" y="19907"/>
                  </a:cubicBezTo>
                  <a:lnTo>
                    <a:pt x="14311" y="17907"/>
                  </a:lnTo>
                  <a:cubicBezTo>
                    <a:pt x="16692" y="16669"/>
                    <a:pt x="18216" y="14192"/>
                    <a:pt x="18216" y="11525"/>
                  </a:cubicBezTo>
                  <a:lnTo>
                    <a:pt x="18216" y="7144"/>
                  </a:lnTo>
                  <a:cubicBezTo>
                    <a:pt x="18216" y="3239"/>
                    <a:pt x="14978" y="0"/>
                    <a:pt x="1107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51" name="Google Shape;3651;p97"/>
            <p:cNvSpPr/>
            <p:nvPr/>
          </p:nvSpPr>
          <p:spPr>
            <a:xfrm>
              <a:off x="7943196" y="5273209"/>
              <a:ext cx="23192" cy="18787"/>
            </a:xfrm>
            <a:custGeom>
              <a:avLst/>
              <a:gdLst/>
              <a:ahLst/>
              <a:cxnLst/>
              <a:rect l="l" t="t" r="r" b="b"/>
              <a:pathLst>
                <a:path w="23192" h="18787" extrusionOk="0">
                  <a:moveTo>
                    <a:pt x="12787" y="785"/>
                  </a:moveTo>
                  <a:lnTo>
                    <a:pt x="3929" y="5262"/>
                  </a:lnTo>
                  <a:cubicBezTo>
                    <a:pt x="404" y="7072"/>
                    <a:pt x="-1024" y="11358"/>
                    <a:pt x="785" y="14882"/>
                  </a:cubicBezTo>
                  <a:cubicBezTo>
                    <a:pt x="2024" y="17359"/>
                    <a:pt x="4595" y="18788"/>
                    <a:pt x="7167" y="18788"/>
                  </a:cubicBezTo>
                  <a:cubicBezTo>
                    <a:pt x="8215" y="18788"/>
                    <a:pt x="9358" y="18502"/>
                    <a:pt x="10406" y="18026"/>
                  </a:cubicBezTo>
                  <a:lnTo>
                    <a:pt x="19264" y="13549"/>
                  </a:lnTo>
                  <a:cubicBezTo>
                    <a:pt x="22788" y="11739"/>
                    <a:pt x="24217" y="7453"/>
                    <a:pt x="22407" y="3929"/>
                  </a:cubicBezTo>
                  <a:cubicBezTo>
                    <a:pt x="20597" y="404"/>
                    <a:pt x="16311" y="-1024"/>
                    <a:pt x="12787" y="78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52" name="Google Shape;3652;p97"/>
            <p:cNvSpPr/>
            <p:nvPr/>
          </p:nvSpPr>
          <p:spPr>
            <a:xfrm>
              <a:off x="7911478" y="5289211"/>
              <a:ext cx="23192" cy="18787"/>
            </a:xfrm>
            <a:custGeom>
              <a:avLst/>
              <a:gdLst/>
              <a:ahLst/>
              <a:cxnLst/>
              <a:rect l="l" t="t" r="r" b="b"/>
              <a:pathLst>
                <a:path w="23192" h="18787" extrusionOk="0">
                  <a:moveTo>
                    <a:pt x="12787" y="785"/>
                  </a:moveTo>
                  <a:lnTo>
                    <a:pt x="3929" y="5262"/>
                  </a:lnTo>
                  <a:cubicBezTo>
                    <a:pt x="404" y="7072"/>
                    <a:pt x="-1024" y="11358"/>
                    <a:pt x="785" y="14882"/>
                  </a:cubicBezTo>
                  <a:cubicBezTo>
                    <a:pt x="2024" y="17359"/>
                    <a:pt x="4595" y="18788"/>
                    <a:pt x="7167" y="18788"/>
                  </a:cubicBezTo>
                  <a:cubicBezTo>
                    <a:pt x="8215" y="18788"/>
                    <a:pt x="9358" y="18502"/>
                    <a:pt x="10406" y="18026"/>
                  </a:cubicBezTo>
                  <a:lnTo>
                    <a:pt x="19264" y="13549"/>
                  </a:lnTo>
                  <a:cubicBezTo>
                    <a:pt x="22788" y="11739"/>
                    <a:pt x="24217" y="7453"/>
                    <a:pt x="22407" y="3929"/>
                  </a:cubicBezTo>
                  <a:cubicBezTo>
                    <a:pt x="20597" y="404"/>
                    <a:pt x="16311" y="-1024"/>
                    <a:pt x="12787" y="78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53" name="Google Shape;3653;p97"/>
            <p:cNvSpPr/>
            <p:nvPr/>
          </p:nvSpPr>
          <p:spPr>
            <a:xfrm>
              <a:off x="7642230" y="5141788"/>
              <a:ext cx="23812" cy="33337"/>
            </a:xfrm>
            <a:custGeom>
              <a:avLst/>
              <a:gdLst/>
              <a:ahLst/>
              <a:cxnLst/>
              <a:rect l="l" t="t" r="r" b="b"/>
              <a:pathLst>
                <a:path w="23812" h="33337" extrusionOk="0">
                  <a:moveTo>
                    <a:pt x="11906" y="33338"/>
                  </a:moveTo>
                  <a:cubicBezTo>
                    <a:pt x="18478" y="33338"/>
                    <a:pt x="23813" y="28004"/>
                    <a:pt x="23813" y="21431"/>
                  </a:cubicBezTo>
                  <a:lnTo>
                    <a:pt x="23813" y="11906"/>
                  </a:lnTo>
                  <a:cubicBezTo>
                    <a:pt x="23813" y="5334"/>
                    <a:pt x="18478" y="0"/>
                    <a:pt x="11906" y="0"/>
                  </a:cubicBezTo>
                  <a:cubicBezTo>
                    <a:pt x="5334" y="0"/>
                    <a:pt x="0" y="5334"/>
                    <a:pt x="0" y="11906"/>
                  </a:cubicBezTo>
                  <a:lnTo>
                    <a:pt x="0" y="21431"/>
                  </a:lnTo>
                  <a:cubicBezTo>
                    <a:pt x="0" y="28004"/>
                    <a:pt x="5334" y="33338"/>
                    <a:pt x="11906" y="3333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54" name="Google Shape;3654;p97"/>
            <p:cNvSpPr/>
            <p:nvPr/>
          </p:nvSpPr>
          <p:spPr>
            <a:xfrm>
              <a:off x="7642230" y="5102640"/>
              <a:ext cx="23812" cy="33337"/>
            </a:xfrm>
            <a:custGeom>
              <a:avLst/>
              <a:gdLst/>
              <a:ahLst/>
              <a:cxnLst/>
              <a:rect l="l" t="t" r="r" b="b"/>
              <a:pathLst>
                <a:path w="23812" h="33337" extrusionOk="0">
                  <a:moveTo>
                    <a:pt x="11906" y="33338"/>
                  </a:moveTo>
                  <a:cubicBezTo>
                    <a:pt x="18478" y="33338"/>
                    <a:pt x="23813" y="28004"/>
                    <a:pt x="23813" y="21431"/>
                  </a:cubicBezTo>
                  <a:lnTo>
                    <a:pt x="23813" y="11906"/>
                  </a:lnTo>
                  <a:cubicBezTo>
                    <a:pt x="23813" y="5334"/>
                    <a:pt x="18478" y="0"/>
                    <a:pt x="11906" y="0"/>
                  </a:cubicBezTo>
                  <a:cubicBezTo>
                    <a:pt x="5334" y="0"/>
                    <a:pt x="0" y="5334"/>
                    <a:pt x="0" y="11906"/>
                  </a:cubicBezTo>
                  <a:lnTo>
                    <a:pt x="0" y="21431"/>
                  </a:lnTo>
                  <a:cubicBezTo>
                    <a:pt x="0" y="28004"/>
                    <a:pt x="5334" y="33338"/>
                    <a:pt x="11906" y="3333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55" name="Google Shape;3655;p97"/>
            <p:cNvSpPr/>
            <p:nvPr/>
          </p:nvSpPr>
          <p:spPr>
            <a:xfrm>
              <a:off x="7642230" y="5298188"/>
              <a:ext cx="23812" cy="33337"/>
            </a:xfrm>
            <a:custGeom>
              <a:avLst/>
              <a:gdLst/>
              <a:ahLst/>
              <a:cxnLst/>
              <a:rect l="l" t="t" r="r" b="b"/>
              <a:pathLst>
                <a:path w="23812" h="33337" extrusionOk="0">
                  <a:moveTo>
                    <a:pt x="11906" y="33338"/>
                  </a:moveTo>
                  <a:cubicBezTo>
                    <a:pt x="18478" y="33338"/>
                    <a:pt x="23813" y="28004"/>
                    <a:pt x="23813" y="21431"/>
                  </a:cubicBezTo>
                  <a:lnTo>
                    <a:pt x="23813" y="11906"/>
                  </a:lnTo>
                  <a:cubicBezTo>
                    <a:pt x="23813" y="5334"/>
                    <a:pt x="18478" y="0"/>
                    <a:pt x="11906" y="0"/>
                  </a:cubicBezTo>
                  <a:cubicBezTo>
                    <a:pt x="5334" y="0"/>
                    <a:pt x="0" y="5334"/>
                    <a:pt x="0" y="11906"/>
                  </a:cubicBezTo>
                  <a:lnTo>
                    <a:pt x="0" y="21431"/>
                  </a:lnTo>
                  <a:cubicBezTo>
                    <a:pt x="0" y="28004"/>
                    <a:pt x="5334" y="33338"/>
                    <a:pt x="11906" y="3333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56" name="Google Shape;3656;p97"/>
            <p:cNvSpPr/>
            <p:nvPr/>
          </p:nvSpPr>
          <p:spPr>
            <a:xfrm>
              <a:off x="7642230" y="5180936"/>
              <a:ext cx="23812" cy="33337"/>
            </a:xfrm>
            <a:custGeom>
              <a:avLst/>
              <a:gdLst/>
              <a:ahLst/>
              <a:cxnLst/>
              <a:rect l="l" t="t" r="r" b="b"/>
              <a:pathLst>
                <a:path w="23812" h="33337" extrusionOk="0">
                  <a:moveTo>
                    <a:pt x="11906" y="33338"/>
                  </a:moveTo>
                  <a:cubicBezTo>
                    <a:pt x="18478" y="33338"/>
                    <a:pt x="23813" y="28003"/>
                    <a:pt x="23813" y="21431"/>
                  </a:cubicBezTo>
                  <a:lnTo>
                    <a:pt x="23813" y="11906"/>
                  </a:lnTo>
                  <a:cubicBezTo>
                    <a:pt x="23813" y="5334"/>
                    <a:pt x="18478" y="0"/>
                    <a:pt x="11906" y="0"/>
                  </a:cubicBezTo>
                  <a:cubicBezTo>
                    <a:pt x="5334" y="0"/>
                    <a:pt x="0" y="5334"/>
                    <a:pt x="0" y="11906"/>
                  </a:cubicBezTo>
                  <a:lnTo>
                    <a:pt x="0" y="21431"/>
                  </a:lnTo>
                  <a:cubicBezTo>
                    <a:pt x="0" y="28003"/>
                    <a:pt x="5334" y="33338"/>
                    <a:pt x="11906" y="3333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57" name="Google Shape;3657;p97"/>
            <p:cNvSpPr/>
            <p:nvPr/>
          </p:nvSpPr>
          <p:spPr>
            <a:xfrm>
              <a:off x="7642230" y="5219988"/>
              <a:ext cx="23812" cy="33337"/>
            </a:xfrm>
            <a:custGeom>
              <a:avLst/>
              <a:gdLst/>
              <a:ahLst/>
              <a:cxnLst/>
              <a:rect l="l" t="t" r="r" b="b"/>
              <a:pathLst>
                <a:path w="23812" h="33337" extrusionOk="0">
                  <a:moveTo>
                    <a:pt x="11906" y="33338"/>
                  </a:moveTo>
                  <a:cubicBezTo>
                    <a:pt x="18478" y="33338"/>
                    <a:pt x="23813" y="28004"/>
                    <a:pt x="23813" y="21431"/>
                  </a:cubicBezTo>
                  <a:lnTo>
                    <a:pt x="23813" y="11906"/>
                  </a:lnTo>
                  <a:cubicBezTo>
                    <a:pt x="23813" y="5334"/>
                    <a:pt x="18478" y="0"/>
                    <a:pt x="11906" y="0"/>
                  </a:cubicBezTo>
                  <a:cubicBezTo>
                    <a:pt x="5334" y="0"/>
                    <a:pt x="0" y="5334"/>
                    <a:pt x="0" y="11906"/>
                  </a:cubicBezTo>
                  <a:lnTo>
                    <a:pt x="0" y="21431"/>
                  </a:lnTo>
                  <a:cubicBezTo>
                    <a:pt x="0" y="28004"/>
                    <a:pt x="5334" y="33338"/>
                    <a:pt x="11906" y="3333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58" name="Google Shape;3658;p97"/>
            <p:cNvSpPr/>
            <p:nvPr/>
          </p:nvSpPr>
          <p:spPr>
            <a:xfrm>
              <a:off x="7642230" y="5259136"/>
              <a:ext cx="23812" cy="33337"/>
            </a:xfrm>
            <a:custGeom>
              <a:avLst/>
              <a:gdLst/>
              <a:ahLst/>
              <a:cxnLst/>
              <a:rect l="l" t="t" r="r" b="b"/>
              <a:pathLst>
                <a:path w="23812" h="33337" extrusionOk="0">
                  <a:moveTo>
                    <a:pt x="11906" y="33338"/>
                  </a:moveTo>
                  <a:cubicBezTo>
                    <a:pt x="18478" y="33338"/>
                    <a:pt x="23813" y="28003"/>
                    <a:pt x="23813" y="21431"/>
                  </a:cubicBezTo>
                  <a:lnTo>
                    <a:pt x="23813" y="11906"/>
                  </a:lnTo>
                  <a:cubicBezTo>
                    <a:pt x="23813" y="5334"/>
                    <a:pt x="18478" y="0"/>
                    <a:pt x="11906" y="0"/>
                  </a:cubicBezTo>
                  <a:cubicBezTo>
                    <a:pt x="5334" y="0"/>
                    <a:pt x="0" y="5334"/>
                    <a:pt x="0" y="11906"/>
                  </a:cubicBezTo>
                  <a:lnTo>
                    <a:pt x="0" y="21431"/>
                  </a:lnTo>
                  <a:cubicBezTo>
                    <a:pt x="0" y="28003"/>
                    <a:pt x="5334" y="33338"/>
                    <a:pt x="11906" y="3333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59" name="Google Shape;3659;p97"/>
            <p:cNvSpPr/>
            <p:nvPr/>
          </p:nvSpPr>
          <p:spPr>
            <a:xfrm>
              <a:off x="7642230" y="5337336"/>
              <a:ext cx="28342" cy="31146"/>
            </a:xfrm>
            <a:custGeom>
              <a:avLst/>
              <a:gdLst/>
              <a:ahLst/>
              <a:cxnLst/>
              <a:rect l="l" t="t" r="r" b="b"/>
              <a:pathLst>
                <a:path w="28342" h="31146" extrusionOk="0">
                  <a:moveTo>
                    <a:pt x="11906" y="0"/>
                  </a:moveTo>
                  <a:cubicBezTo>
                    <a:pt x="5334" y="0"/>
                    <a:pt x="0" y="5334"/>
                    <a:pt x="0" y="11906"/>
                  </a:cubicBezTo>
                  <a:lnTo>
                    <a:pt x="0" y="16955"/>
                  </a:lnTo>
                  <a:cubicBezTo>
                    <a:pt x="0" y="21431"/>
                    <a:pt x="2572" y="25527"/>
                    <a:pt x="6572" y="27623"/>
                  </a:cubicBezTo>
                  <a:lnTo>
                    <a:pt x="11049" y="29908"/>
                  </a:lnTo>
                  <a:cubicBezTo>
                    <a:pt x="12763" y="30766"/>
                    <a:pt x="14573" y="31147"/>
                    <a:pt x="16383" y="31147"/>
                  </a:cubicBezTo>
                  <a:cubicBezTo>
                    <a:pt x="20764" y="31147"/>
                    <a:pt x="24955" y="28766"/>
                    <a:pt x="27051" y="24575"/>
                  </a:cubicBezTo>
                  <a:cubicBezTo>
                    <a:pt x="29718" y="19336"/>
                    <a:pt x="28099" y="13145"/>
                    <a:pt x="23622" y="9716"/>
                  </a:cubicBezTo>
                  <a:cubicBezTo>
                    <a:pt x="22574" y="4191"/>
                    <a:pt x="17716"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60" name="Google Shape;3660;p97"/>
            <p:cNvSpPr/>
            <p:nvPr/>
          </p:nvSpPr>
          <p:spPr>
            <a:xfrm>
              <a:off x="7795932" y="5419982"/>
              <a:ext cx="33400" cy="28606"/>
            </a:xfrm>
            <a:custGeom>
              <a:avLst/>
              <a:gdLst/>
              <a:ahLst/>
              <a:cxnLst/>
              <a:rect l="l" t="t" r="r" b="b"/>
              <a:pathLst>
                <a:path w="33400" h="28606" extrusionOk="0">
                  <a:moveTo>
                    <a:pt x="26892" y="6127"/>
                  </a:moveTo>
                  <a:lnTo>
                    <a:pt x="17272" y="1270"/>
                  </a:lnTo>
                  <a:cubicBezTo>
                    <a:pt x="11366" y="-1683"/>
                    <a:pt x="4222" y="698"/>
                    <a:pt x="1270" y="6508"/>
                  </a:cubicBezTo>
                  <a:cubicBezTo>
                    <a:pt x="-1683" y="12414"/>
                    <a:pt x="698" y="19558"/>
                    <a:pt x="6508" y="22510"/>
                  </a:cubicBezTo>
                  <a:lnTo>
                    <a:pt x="16129" y="27368"/>
                  </a:lnTo>
                  <a:cubicBezTo>
                    <a:pt x="17843" y="28225"/>
                    <a:pt x="19653" y="28606"/>
                    <a:pt x="21463" y="28606"/>
                  </a:cubicBezTo>
                  <a:cubicBezTo>
                    <a:pt x="25844" y="28606"/>
                    <a:pt x="30035" y="26225"/>
                    <a:pt x="32131" y="22034"/>
                  </a:cubicBezTo>
                  <a:cubicBezTo>
                    <a:pt x="35083" y="16129"/>
                    <a:pt x="32702" y="8985"/>
                    <a:pt x="26892" y="603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61" name="Google Shape;3661;p97"/>
            <p:cNvSpPr/>
            <p:nvPr/>
          </p:nvSpPr>
          <p:spPr>
            <a:xfrm>
              <a:off x="7835556" y="5440079"/>
              <a:ext cx="33400" cy="28606"/>
            </a:xfrm>
            <a:custGeom>
              <a:avLst/>
              <a:gdLst/>
              <a:ahLst/>
              <a:cxnLst/>
              <a:rect l="l" t="t" r="r" b="b"/>
              <a:pathLst>
                <a:path w="33400" h="28606" extrusionOk="0">
                  <a:moveTo>
                    <a:pt x="26892" y="6127"/>
                  </a:moveTo>
                  <a:lnTo>
                    <a:pt x="17272" y="1270"/>
                  </a:lnTo>
                  <a:cubicBezTo>
                    <a:pt x="11366" y="-1683"/>
                    <a:pt x="4222" y="698"/>
                    <a:pt x="1270" y="6508"/>
                  </a:cubicBezTo>
                  <a:cubicBezTo>
                    <a:pt x="-1683" y="12414"/>
                    <a:pt x="698" y="19558"/>
                    <a:pt x="6508" y="22510"/>
                  </a:cubicBezTo>
                  <a:lnTo>
                    <a:pt x="16129" y="27368"/>
                  </a:lnTo>
                  <a:cubicBezTo>
                    <a:pt x="17843" y="28225"/>
                    <a:pt x="19653" y="28606"/>
                    <a:pt x="21463" y="28606"/>
                  </a:cubicBezTo>
                  <a:cubicBezTo>
                    <a:pt x="25844" y="28606"/>
                    <a:pt x="30035" y="26225"/>
                    <a:pt x="32131" y="22034"/>
                  </a:cubicBezTo>
                  <a:cubicBezTo>
                    <a:pt x="35083" y="16129"/>
                    <a:pt x="32702" y="8985"/>
                    <a:pt x="26892" y="603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62" name="Google Shape;3662;p97"/>
            <p:cNvSpPr/>
            <p:nvPr/>
          </p:nvSpPr>
          <p:spPr>
            <a:xfrm>
              <a:off x="7676774" y="5359879"/>
              <a:ext cx="33400" cy="28606"/>
            </a:xfrm>
            <a:custGeom>
              <a:avLst/>
              <a:gdLst/>
              <a:ahLst/>
              <a:cxnLst/>
              <a:rect l="l" t="t" r="r" b="b"/>
              <a:pathLst>
                <a:path w="33400" h="28606" extrusionOk="0">
                  <a:moveTo>
                    <a:pt x="26892" y="6127"/>
                  </a:moveTo>
                  <a:lnTo>
                    <a:pt x="17272" y="1270"/>
                  </a:lnTo>
                  <a:cubicBezTo>
                    <a:pt x="11366" y="-1683"/>
                    <a:pt x="4222" y="698"/>
                    <a:pt x="1270" y="6508"/>
                  </a:cubicBezTo>
                  <a:cubicBezTo>
                    <a:pt x="-1683" y="12414"/>
                    <a:pt x="698" y="19558"/>
                    <a:pt x="6508" y="22510"/>
                  </a:cubicBezTo>
                  <a:lnTo>
                    <a:pt x="16129" y="27368"/>
                  </a:lnTo>
                  <a:cubicBezTo>
                    <a:pt x="17843" y="28225"/>
                    <a:pt x="19653" y="28606"/>
                    <a:pt x="21463" y="28606"/>
                  </a:cubicBezTo>
                  <a:cubicBezTo>
                    <a:pt x="25844" y="28606"/>
                    <a:pt x="30035" y="26225"/>
                    <a:pt x="32131" y="22034"/>
                  </a:cubicBezTo>
                  <a:cubicBezTo>
                    <a:pt x="35083" y="16129"/>
                    <a:pt x="32702" y="8985"/>
                    <a:pt x="26892" y="603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63" name="Google Shape;3663;p97"/>
            <p:cNvSpPr/>
            <p:nvPr/>
          </p:nvSpPr>
          <p:spPr>
            <a:xfrm>
              <a:off x="7756212" y="5399979"/>
              <a:ext cx="33400" cy="28606"/>
            </a:xfrm>
            <a:custGeom>
              <a:avLst/>
              <a:gdLst/>
              <a:ahLst/>
              <a:cxnLst/>
              <a:rect l="l" t="t" r="r" b="b"/>
              <a:pathLst>
                <a:path w="33400" h="28606" extrusionOk="0">
                  <a:moveTo>
                    <a:pt x="26892" y="6127"/>
                  </a:moveTo>
                  <a:lnTo>
                    <a:pt x="17272" y="1270"/>
                  </a:lnTo>
                  <a:cubicBezTo>
                    <a:pt x="11366" y="-1683"/>
                    <a:pt x="4222" y="698"/>
                    <a:pt x="1270" y="6508"/>
                  </a:cubicBezTo>
                  <a:cubicBezTo>
                    <a:pt x="-1683" y="12414"/>
                    <a:pt x="698" y="19558"/>
                    <a:pt x="6508" y="22510"/>
                  </a:cubicBezTo>
                  <a:lnTo>
                    <a:pt x="16129" y="27368"/>
                  </a:lnTo>
                  <a:cubicBezTo>
                    <a:pt x="17843" y="28225"/>
                    <a:pt x="19653" y="28606"/>
                    <a:pt x="21463" y="28606"/>
                  </a:cubicBezTo>
                  <a:cubicBezTo>
                    <a:pt x="25844" y="28606"/>
                    <a:pt x="30035" y="26225"/>
                    <a:pt x="32131" y="22034"/>
                  </a:cubicBezTo>
                  <a:cubicBezTo>
                    <a:pt x="35083" y="16129"/>
                    <a:pt x="32702" y="8985"/>
                    <a:pt x="26892" y="603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64" name="Google Shape;3664;p97"/>
            <p:cNvSpPr/>
            <p:nvPr/>
          </p:nvSpPr>
          <p:spPr>
            <a:xfrm>
              <a:off x="7716493" y="5379881"/>
              <a:ext cx="33400" cy="28606"/>
            </a:xfrm>
            <a:custGeom>
              <a:avLst/>
              <a:gdLst/>
              <a:ahLst/>
              <a:cxnLst/>
              <a:rect l="l" t="t" r="r" b="b"/>
              <a:pathLst>
                <a:path w="33400" h="28606" extrusionOk="0">
                  <a:moveTo>
                    <a:pt x="26892" y="6127"/>
                  </a:moveTo>
                  <a:lnTo>
                    <a:pt x="17272" y="1270"/>
                  </a:lnTo>
                  <a:cubicBezTo>
                    <a:pt x="11366" y="-1683"/>
                    <a:pt x="4222" y="698"/>
                    <a:pt x="1270" y="6508"/>
                  </a:cubicBezTo>
                  <a:cubicBezTo>
                    <a:pt x="-1683" y="12414"/>
                    <a:pt x="698" y="19558"/>
                    <a:pt x="6508" y="22510"/>
                  </a:cubicBezTo>
                  <a:lnTo>
                    <a:pt x="16129" y="27368"/>
                  </a:lnTo>
                  <a:cubicBezTo>
                    <a:pt x="17843" y="28225"/>
                    <a:pt x="19653" y="28606"/>
                    <a:pt x="21463" y="28606"/>
                  </a:cubicBezTo>
                  <a:cubicBezTo>
                    <a:pt x="25844" y="28606"/>
                    <a:pt x="30035" y="26225"/>
                    <a:pt x="32131" y="22034"/>
                  </a:cubicBezTo>
                  <a:cubicBezTo>
                    <a:pt x="35083" y="16129"/>
                    <a:pt x="32702" y="8985"/>
                    <a:pt x="26892" y="603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65" name="Google Shape;3665;p97"/>
            <p:cNvSpPr/>
            <p:nvPr/>
          </p:nvSpPr>
          <p:spPr>
            <a:xfrm>
              <a:off x="7879783" y="5417822"/>
              <a:ext cx="24002" cy="33718"/>
            </a:xfrm>
            <a:custGeom>
              <a:avLst/>
              <a:gdLst/>
              <a:ahLst/>
              <a:cxnLst/>
              <a:rect l="l" t="t" r="r" b="b"/>
              <a:pathLst>
                <a:path w="24002" h="33718" extrusionOk="0">
                  <a:moveTo>
                    <a:pt x="22955" y="26289"/>
                  </a:moveTo>
                  <a:cubicBezTo>
                    <a:pt x="23622" y="24765"/>
                    <a:pt x="24003" y="23241"/>
                    <a:pt x="24003" y="21431"/>
                  </a:cubicBezTo>
                  <a:lnTo>
                    <a:pt x="24003" y="11906"/>
                  </a:lnTo>
                  <a:cubicBezTo>
                    <a:pt x="24003" y="5334"/>
                    <a:pt x="18669" y="0"/>
                    <a:pt x="12097" y="0"/>
                  </a:cubicBezTo>
                  <a:cubicBezTo>
                    <a:pt x="7048" y="0"/>
                    <a:pt x="2858" y="3143"/>
                    <a:pt x="1048" y="7429"/>
                  </a:cubicBezTo>
                  <a:cubicBezTo>
                    <a:pt x="381" y="8953"/>
                    <a:pt x="0" y="10477"/>
                    <a:pt x="0" y="12287"/>
                  </a:cubicBezTo>
                  <a:lnTo>
                    <a:pt x="0" y="21812"/>
                  </a:lnTo>
                  <a:cubicBezTo>
                    <a:pt x="0" y="28384"/>
                    <a:pt x="5334" y="33719"/>
                    <a:pt x="11906" y="33719"/>
                  </a:cubicBezTo>
                  <a:cubicBezTo>
                    <a:pt x="16955" y="33719"/>
                    <a:pt x="21145" y="30575"/>
                    <a:pt x="22955" y="2628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66" name="Google Shape;3666;p97"/>
            <p:cNvSpPr/>
            <p:nvPr/>
          </p:nvSpPr>
          <p:spPr>
            <a:xfrm>
              <a:off x="7676774" y="5085559"/>
              <a:ext cx="33400" cy="28606"/>
            </a:xfrm>
            <a:custGeom>
              <a:avLst/>
              <a:gdLst/>
              <a:ahLst/>
              <a:cxnLst/>
              <a:rect l="l" t="t" r="r" b="b"/>
              <a:pathLst>
                <a:path w="33400" h="28606" extrusionOk="0">
                  <a:moveTo>
                    <a:pt x="26892" y="6127"/>
                  </a:moveTo>
                  <a:lnTo>
                    <a:pt x="17272" y="1270"/>
                  </a:lnTo>
                  <a:cubicBezTo>
                    <a:pt x="11366" y="-1683"/>
                    <a:pt x="4222" y="698"/>
                    <a:pt x="1270" y="6508"/>
                  </a:cubicBezTo>
                  <a:cubicBezTo>
                    <a:pt x="-1683" y="12414"/>
                    <a:pt x="698" y="19558"/>
                    <a:pt x="6508" y="22510"/>
                  </a:cubicBezTo>
                  <a:lnTo>
                    <a:pt x="16129" y="27368"/>
                  </a:lnTo>
                  <a:cubicBezTo>
                    <a:pt x="17843" y="28225"/>
                    <a:pt x="19653" y="28606"/>
                    <a:pt x="21463" y="28606"/>
                  </a:cubicBezTo>
                  <a:cubicBezTo>
                    <a:pt x="25844" y="28606"/>
                    <a:pt x="30035" y="26225"/>
                    <a:pt x="32131" y="22034"/>
                  </a:cubicBezTo>
                  <a:cubicBezTo>
                    <a:pt x="35083" y="16129"/>
                    <a:pt x="32702" y="8985"/>
                    <a:pt x="26892" y="603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67" name="Google Shape;3667;p97"/>
            <p:cNvSpPr/>
            <p:nvPr/>
          </p:nvSpPr>
          <p:spPr>
            <a:xfrm>
              <a:off x="8073092" y="5085541"/>
              <a:ext cx="33435" cy="28719"/>
            </a:xfrm>
            <a:custGeom>
              <a:avLst/>
              <a:gdLst/>
              <a:ahLst/>
              <a:cxnLst/>
              <a:rect l="l" t="t" r="r" b="b"/>
              <a:pathLst>
                <a:path w="33435" h="28719" extrusionOk="0">
                  <a:moveTo>
                    <a:pt x="11955" y="28624"/>
                  </a:moveTo>
                  <a:cubicBezTo>
                    <a:pt x="13765" y="28624"/>
                    <a:pt x="15575" y="28243"/>
                    <a:pt x="17289" y="27386"/>
                  </a:cubicBezTo>
                  <a:lnTo>
                    <a:pt x="26909" y="22528"/>
                  </a:lnTo>
                  <a:cubicBezTo>
                    <a:pt x="32815" y="19575"/>
                    <a:pt x="35101" y="12431"/>
                    <a:pt x="32148" y="6526"/>
                  </a:cubicBezTo>
                  <a:cubicBezTo>
                    <a:pt x="29195" y="620"/>
                    <a:pt x="22052" y="-1666"/>
                    <a:pt x="16146" y="1287"/>
                  </a:cubicBezTo>
                  <a:lnTo>
                    <a:pt x="6526" y="6145"/>
                  </a:lnTo>
                  <a:cubicBezTo>
                    <a:pt x="620" y="9098"/>
                    <a:pt x="-1666" y="16241"/>
                    <a:pt x="1287" y="22147"/>
                  </a:cubicBezTo>
                  <a:cubicBezTo>
                    <a:pt x="3383" y="26338"/>
                    <a:pt x="7574" y="28719"/>
                    <a:pt x="11955" y="287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68" name="Google Shape;3668;p97"/>
            <p:cNvSpPr/>
            <p:nvPr/>
          </p:nvSpPr>
          <p:spPr>
            <a:xfrm>
              <a:off x="8073204" y="5045649"/>
              <a:ext cx="33400" cy="28701"/>
            </a:xfrm>
            <a:custGeom>
              <a:avLst/>
              <a:gdLst/>
              <a:ahLst/>
              <a:cxnLst/>
              <a:rect l="l" t="t" r="r" b="b"/>
              <a:pathLst>
                <a:path w="33400" h="28701" extrusionOk="0">
                  <a:moveTo>
                    <a:pt x="6508" y="22606"/>
                  </a:moveTo>
                  <a:lnTo>
                    <a:pt x="16129" y="27463"/>
                  </a:lnTo>
                  <a:cubicBezTo>
                    <a:pt x="17843" y="28321"/>
                    <a:pt x="19653" y="28702"/>
                    <a:pt x="21463" y="28702"/>
                  </a:cubicBezTo>
                  <a:cubicBezTo>
                    <a:pt x="25844" y="28702"/>
                    <a:pt x="30035" y="26320"/>
                    <a:pt x="32131" y="22129"/>
                  </a:cubicBezTo>
                  <a:cubicBezTo>
                    <a:pt x="35083" y="16224"/>
                    <a:pt x="32702" y="9080"/>
                    <a:pt x="26892" y="6127"/>
                  </a:cubicBezTo>
                  <a:lnTo>
                    <a:pt x="17272" y="1270"/>
                  </a:lnTo>
                  <a:cubicBezTo>
                    <a:pt x="11366" y="-1683"/>
                    <a:pt x="4222" y="698"/>
                    <a:pt x="1270" y="6508"/>
                  </a:cubicBezTo>
                  <a:cubicBezTo>
                    <a:pt x="-1683" y="12414"/>
                    <a:pt x="698" y="19558"/>
                    <a:pt x="6508" y="225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69" name="Google Shape;3669;p97"/>
            <p:cNvSpPr/>
            <p:nvPr/>
          </p:nvSpPr>
          <p:spPr>
            <a:xfrm>
              <a:off x="8033485" y="5025647"/>
              <a:ext cx="33400" cy="28701"/>
            </a:xfrm>
            <a:custGeom>
              <a:avLst/>
              <a:gdLst/>
              <a:ahLst/>
              <a:cxnLst/>
              <a:rect l="l" t="t" r="r" b="b"/>
              <a:pathLst>
                <a:path w="33400" h="28701" extrusionOk="0">
                  <a:moveTo>
                    <a:pt x="6508" y="22606"/>
                  </a:moveTo>
                  <a:lnTo>
                    <a:pt x="16129" y="27463"/>
                  </a:lnTo>
                  <a:cubicBezTo>
                    <a:pt x="17843" y="28321"/>
                    <a:pt x="19653" y="28702"/>
                    <a:pt x="21463" y="28702"/>
                  </a:cubicBezTo>
                  <a:cubicBezTo>
                    <a:pt x="25844" y="28702"/>
                    <a:pt x="30035" y="26320"/>
                    <a:pt x="32131" y="22129"/>
                  </a:cubicBezTo>
                  <a:cubicBezTo>
                    <a:pt x="35083" y="16224"/>
                    <a:pt x="32702" y="9080"/>
                    <a:pt x="26892" y="6127"/>
                  </a:cubicBezTo>
                  <a:lnTo>
                    <a:pt x="17272" y="1270"/>
                  </a:lnTo>
                  <a:cubicBezTo>
                    <a:pt x="11366" y="-1683"/>
                    <a:pt x="4222" y="698"/>
                    <a:pt x="1270" y="6508"/>
                  </a:cubicBezTo>
                  <a:cubicBezTo>
                    <a:pt x="-1683" y="12414"/>
                    <a:pt x="698" y="19558"/>
                    <a:pt x="6508" y="225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70" name="Google Shape;3670;p97"/>
            <p:cNvSpPr/>
            <p:nvPr/>
          </p:nvSpPr>
          <p:spPr>
            <a:xfrm>
              <a:off x="7993766" y="5005549"/>
              <a:ext cx="33400" cy="28701"/>
            </a:xfrm>
            <a:custGeom>
              <a:avLst/>
              <a:gdLst/>
              <a:ahLst/>
              <a:cxnLst/>
              <a:rect l="l" t="t" r="r" b="b"/>
              <a:pathLst>
                <a:path w="33400" h="28701" extrusionOk="0">
                  <a:moveTo>
                    <a:pt x="6508" y="22606"/>
                  </a:moveTo>
                  <a:lnTo>
                    <a:pt x="16129" y="27463"/>
                  </a:lnTo>
                  <a:cubicBezTo>
                    <a:pt x="17843" y="28321"/>
                    <a:pt x="19653" y="28702"/>
                    <a:pt x="21463" y="28702"/>
                  </a:cubicBezTo>
                  <a:cubicBezTo>
                    <a:pt x="25844" y="28702"/>
                    <a:pt x="30035" y="26320"/>
                    <a:pt x="32131" y="22129"/>
                  </a:cubicBezTo>
                  <a:cubicBezTo>
                    <a:pt x="35083" y="16224"/>
                    <a:pt x="32702" y="9080"/>
                    <a:pt x="26892" y="6127"/>
                  </a:cubicBezTo>
                  <a:lnTo>
                    <a:pt x="17272" y="1270"/>
                  </a:lnTo>
                  <a:cubicBezTo>
                    <a:pt x="11366" y="-1683"/>
                    <a:pt x="4222" y="698"/>
                    <a:pt x="1270" y="6508"/>
                  </a:cubicBezTo>
                  <a:cubicBezTo>
                    <a:pt x="-1683" y="12414"/>
                    <a:pt x="698" y="19558"/>
                    <a:pt x="6508" y="225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71" name="Google Shape;3671;p97"/>
            <p:cNvSpPr/>
            <p:nvPr/>
          </p:nvSpPr>
          <p:spPr>
            <a:xfrm>
              <a:off x="7914423" y="4965449"/>
              <a:ext cx="33400" cy="28701"/>
            </a:xfrm>
            <a:custGeom>
              <a:avLst/>
              <a:gdLst/>
              <a:ahLst/>
              <a:cxnLst/>
              <a:rect l="l" t="t" r="r" b="b"/>
              <a:pathLst>
                <a:path w="33400" h="28701" extrusionOk="0">
                  <a:moveTo>
                    <a:pt x="6508" y="22606"/>
                  </a:moveTo>
                  <a:lnTo>
                    <a:pt x="16129" y="27463"/>
                  </a:lnTo>
                  <a:cubicBezTo>
                    <a:pt x="17843" y="28321"/>
                    <a:pt x="19653" y="28702"/>
                    <a:pt x="21463" y="28702"/>
                  </a:cubicBezTo>
                  <a:cubicBezTo>
                    <a:pt x="25844" y="28702"/>
                    <a:pt x="30035" y="26320"/>
                    <a:pt x="32131" y="22129"/>
                  </a:cubicBezTo>
                  <a:cubicBezTo>
                    <a:pt x="35083" y="16224"/>
                    <a:pt x="32702" y="9080"/>
                    <a:pt x="26892" y="6127"/>
                  </a:cubicBezTo>
                  <a:lnTo>
                    <a:pt x="17272" y="1270"/>
                  </a:lnTo>
                  <a:cubicBezTo>
                    <a:pt x="11366" y="-1683"/>
                    <a:pt x="4222" y="698"/>
                    <a:pt x="1270" y="6508"/>
                  </a:cubicBezTo>
                  <a:cubicBezTo>
                    <a:pt x="-1683" y="12414"/>
                    <a:pt x="698" y="19558"/>
                    <a:pt x="6508" y="225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72" name="Google Shape;3672;p97"/>
            <p:cNvSpPr/>
            <p:nvPr/>
          </p:nvSpPr>
          <p:spPr>
            <a:xfrm>
              <a:off x="7954142" y="4985546"/>
              <a:ext cx="33400" cy="28701"/>
            </a:xfrm>
            <a:custGeom>
              <a:avLst/>
              <a:gdLst/>
              <a:ahLst/>
              <a:cxnLst/>
              <a:rect l="l" t="t" r="r" b="b"/>
              <a:pathLst>
                <a:path w="33400" h="28701" extrusionOk="0">
                  <a:moveTo>
                    <a:pt x="6508" y="22606"/>
                  </a:moveTo>
                  <a:lnTo>
                    <a:pt x="16129" y="27463"/>
                  </a:lnTo>
                  <a:cubicBezTo>
                    <a:pt x="17843" y="28321"/>
                    <a:pt x="19653" y="28702"/>
                    <a:pt x="21463" y="28702"/>
                  </a:cubicBezTo>
                  <a:cubicBezTo>
                    <a:pt x="25844" y="28702"/>
                    <a:pt x="30035" y="26320"/>
                    <a:pt x="32131" y="22129"/>
                  </a:cubicBezTo>
                  <a:cubicBezTo>
                    <a:pt x="35083" y="16224"/>
                    <a:pt x="32702" y="9080"/>
                    <a:pt x="26892" y="6127"/>
                  </a:cubicBezTo>
                  <a:lnTo>
                    <a:pt x="17272" y="1270"/>
                  </a:lnTo>
                  <a:cubicBezTo>
                    <a:pt x="11366" y="-1683"/>
                    <a:pt x="4222" y="698"/>
                    <a:pt x="1270" y="6508"/>
                  </a:cubicBezTo>
                  <a:cubicBezTo>
                    <a:pt x="-1683" y="12414"/>
                    <a:pt x="698" y="19558"/>
                    <a:pt x="6508" y="225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73" name="Google Shape;3673;p97"/>
            <p:cNvSpPr/>
            <p:nvPr/>
          </p:nvSpPr>
          <p:spPr>
            <a:xfrm>
              <a:off x="7875353" y="4948002"/>
              <a:ext cx="32750" cy="26146"/>
            </a:xfrm>
            <a:custGeom>
              <a:avLst/>
              <a:gdLst/>
              <a:ahLst/>
              <a:cxnLst/>
              <a:rect l="l" t="t" r="r" b="b"/>
              <a:pathLst>
                <a:path w="32750" h="26146" extrusionOk="0">
                  <a:moveTo>
                    <a:pt x="16337" y="25289"/>
                  </a:moveTo>
                  <a:cubicBezTo>
                    <a:pt x="17765" y="25860"/>
                    <a:pt x="19289" y="26146"/>
                    <a:pt x="20813" y="26146"/>
                  </a:cubicBezTo>
                  <a:cubicBezTo>
                    <a:pt x="25195" y="26146"/>
                    <a:pt x="29386" y="23765"/>
                    <a:pt x="31481" y="19574"/>
                  </a:cubicBezTo>
                  <a:cubicBezTo>
                    <a:pt x="34434" y="13668"/>
                    <a:pt x="32053" y="6525"/>
                    <a:pt x="26243" y="3572"/>
                  </a:cubicBezTo>
                  <a:lnTo>
                    <a:pt x="21766" y="1286"/>
                  </a:lnTo>
                  <a:cubicBezTo>
                    <a:pt x="18432" y="-429"/>
                    <a:pt x="14432" y="-429"/>
                    <a:pt x="11003" y="1286"/>
                  </a:cubicBezTo>
                  <a:lnTo>
                    <a:pt x="6526" y="3572"/>
                  </a:lnTo>
                  <a:cubicBezTo>
                    <a:pt x="620" y="6525"/>
                    <a:pt x="-1666" y="13668"/>
                    <a:pt x="1287" y="19574"/>
                  </a:cubicBezTo>
                  <a:cubicBezTo>
                    <a:pt x="4145" y="25194"/>
                    <a:pt x="10717" y="27575"/>
                    <a:pt x="16432" y="251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74" name="Google Shape;3674;p97"/>
            <p:cNvSpPr/>
            <p:nvPr/>
          </p:nvSpPr>
          <p:spPr>
            <a:xfrm>
              <a:off x="7716476" y="5025724"/>
              <a:ext cx="33435" cy="28719"/>
            </a:xfrm>
            <a:custGeom>
              <a:avLst/>
              <a:gdLst/>
              <a:ahLst/>
              <a:cxnLst/>
              <a:rect l="l" t="t" r="r" b="b"/>
              <a:pathLst>
                <a:path w="33435" h="28719" extrusionOk="0">
                  <a:moveTo>
                    <a:pt x="11955" y="28624"/>
                  </a:moveTo>
                  <a:cubicBezTo>
                    <a:pt x="13765" y="28624"/>
                    <a:pt x="15575" y="28243"/>
                    <a:pt x="17289" y="27386"/>
                  </a:cubicBezTo>
                  <a:lnTo>
                    <a:pt x="26909" y="22528"/>
                  </a:lnTo>
                  <a:cubicBezTo>
                    <a:pt x="32815" y="19575"/>
                    <a:pt x="35101" y="12431"/>
                    <a:pt x="32148" y="6526"/>
                  </a:cubicBezTo>
                  <a:cubicBezTo>
                    <a:pt x="29195" y="620"/>
                    <a:pt x="22052" y="-1666"/>
                    <a:pt x="16146" y="1287"/>
                  </a:cubicBezTo>
                  <a:lnTo>
                    <a:pt x="6526" y="6145"/>
                  </a:lnTo>
                  <a:cubicBezTo>
                    <a:pt x="620" y="9098"/>
                    <a:pt x="-1666" y="16241"/>
                    <a:pt x="1287" y="22147"/>
                  </a:cubicBezTo>
                  <a:cubicBezTo>
                    <a:pt x="3383" y="26338"/>
                    <a:pt x="7574" y="28719"/>
                    <a:pt x="11955" y="287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75" name="Google Shape;3675;p97"/>
            <p:cNvSpPr/>
            <p:nvPr/>
          </p:nvSpPr>
          <p:spPr>
            <a:xfrm>
              <a:off x="7835538" y="4965526"/>
              <a:ext cx="33435" cy="28719"/>
            </a:xfrm>
            <a:custGeom>
              <a:avLst/>
              <a:gdLst/>
              <a:ahLst/>
              <a:cxnLst/>
              <a:rect l="l" t="t" r="r" b="b"/>
              <a:pathLst>
                <a:path w="33435" h="28719" extrusionOk="0">
                  <a:moveTo>
                    <a:pt x="11955" y="28624"/>
                  </a:moveTo>
                  <a:cubicBezTo>
                    <a:pt x="13765" y="28624"/>
                    <a:pt x="15575" y="28243"/>
                    <a:pt x="17289" y="27386"/>
                  </a:cubicBezTo>
                  <a:lnTo>
                    <a:pt x="26909" y="22528"/>
                  </a:lnTo>
                  <a:cubicBezTo>
                    <a:pt x="32815" y="19575"/>
                    <a:pt x="35101" y="12431"/>
                    <a:pt x="32148" y="6526"/>
                  </a:cubicBezTo>
                  <a:cubicBezTo>
                    <a:pt x="29195" y="620"/>
                    <a:pt x="22052" y="-1666"/>
                    <a:pt x="16146" y="1287"/>
                  </a:cubicBezTo>
                  <a:lnTo>
                    <a:pt x="6526" y="6145"/>
                  </a:lnTo>
                  <a:cubicBezTo>
                    <a:pt x="620" y="9098"/>
                    <a:pt x="-1666" y="16241"/>
                    <a:pt x="1287" y="22147"/>
                  </a:cubicBezTo>
                  <a:cubicBezTo>
                    <a:pt x="3383" y="26338"/>
                    <a:pt x="7574" y="28719"/>
                    <a:pt x="11955" y="287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76" name="Google Shape;3676;p97"/>
            <p:cNvSpPr/>
            <p:nvPr/>
          </p:nvSpPr>
          <p:spPr>
            <a:xfrm>
              <a:off x="7756195" y="5005722"/>
              <a:ext cx="33435" cy="28719"/>
            </a:xfrm>
            <a:custGeom>
              <a:avLst/>
              <a:gdLst/>
              <a:ahLst/>
              <a:cxnLst/>
              <a:rect l="l" t="t" r="r" b="b"/>
              <a:pathLst>
                <a:path w="33435" h="28719" extrusionOk="0">
                  <a:moveTo>
                    <a:pt x="11955" y="28624"/>
                  </a:moveTo>
                  <a:cubicBezTo>
                    <a:pt x="13765" y="28624"/>
                    <a:pt x="15575" y="28243"/>
                    <a:pt x="17289" y="27386"/>
                  </a:cubicBezTo>
                  <a:lnTo>
                    <a:pt x="26909" y="22528"/>
                  </a:lnTo>
                  <a:cubicBezTo>
                    <a:pt x="32815" y="19575"/>
                    <a:pt x="35101" y="12431"/>
                    <a:pt x="32148" y="6526"/>
                  </a:cubicBezTo>
                  <a:cubicBezTo>
                    <a:pt x="29195" y="620"/>
                    <a:pt x="22052" y="-1666"/>
                    <a:pt x="16146" y="1287"/>
                  </a:cubicBezTo>
                  <a:lnTo>
                    <a:pt x="6526" y="6145"/>
                  </a:lnTo>
                  <a:cubicBezTo>
                    <a:pt x="620" y="9098"/>
                    <a:pt x="-1666" y="16241"/>
                    <a:pt x="1287" y="22147"/>
                  </a:cubicBezTo>
                  <a:cubicBezTo>
                    <a:pt x="3383" y="26338"/>
                    <a:pt x="7574" y="28719"/>
                    <a:pt x="11955" y="287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77" name="Google Shape;3677;p97"/>
            <p:cNvSpPr/>
            <p:nvPr/>
          </p:nvSpPr>
          <p:spPr>
            <a:xfrm>
              <a:off x="7795819" y="4985624"/>
              <a:ext cx="33435" cy="28719"/>
            </a:xfrm>
            <a:custGeom>
              <a:avLst/>
              <a:gdLst/>
              <a:ahLst/>
              <a:cxnLst/>
              <a:rect l="l" t="t" r="r" b="b"/>
              <a:pathLst>
                <a:path w="33435" h="28719" extrusionOk="0">
                  <a:moveTo>
                    <a:pt x="11955" y="28624"/>
                  </a:moveTo>
                  <a:cubicBezTo>
                    <a:pt x="13765" y="28624"/>
                    <a:pt x="15575" y="28243"/>
                    <a:pt x="17289" y="27386"/>
                  </a:cubicBezTo>
                  <a:lnTo>
                    <a:pt x="26909" y="22528"/>
                  </a:lnTo>
                  <a:cubicBezTo>
                    <a:pt x="32815" y="19575"/>
                    <a:pt x="35101" y="12431"/>
                    <a:pt x="32148" y="6526"/>
                  </a:cubicBezTo>
                  <a:cubicBezTo>
                    <a:pt x="29195" y="620"/>
                    <a:pt x="22052" y="-1666"/>
                    <a:pt x="16146" y="1287"/>
                  </a:cubicBezTo>
                  <a:lnTo>
                    <a:pt x="6526" y="6145"/>
                  </a:lnTo>
                  <a:cubicBezTo>
                    <a:pt x="620" y="9098"/>
                    <a:pt x="-1666" y="16241"/>
                    <a:pt x="1287" y="22147"/>
                  </a:cubicBezTo>
                  <a:cubicBezTo>
                    <a:pt x="3383" y="26338"/>
                    <a:pt x="7574" y="28719"/>
                    <a:pt x="11955" y="287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78" name="Google Shape;3678;p97"/>
            <p:cNvSpPr/>
            <p:nvPr/>
          </p:nvSpPr>
          <p:spPr>
            <a:xfrm>
              <a:off x="7676756" y="5045822"/>
              <a:ext cx="33435" cy="28719"/>
            </a:xfrm>
            <a:custGeom>
              <a:avLst/>
              <a:gdLst/>
              <a:ahLst/>
              <a:cxnLst/>
              <a:rect l="l" t="t" r="r" b="b"/>
              <a:pathLst>
                <a:path w="33435" h="28719" extrusionOk="0">
                  <a:moveTo>
                    <a:pt x="11955" y="28624"/>
                  </a:moveTo>
                  <a:cubicBezTo>
                    <a:pt x="13765" y="28624"/>
                    <a:pt x="15575" y="28243"/>
                    <a:pt x="17289" y="27386"/>
                  </a:cubicBezTo>
                  <a:lnTo>
                    <a:pt x="26909" y="22528"/>
                  </a:lnTo>
                  <a:cubicBezTo>
                    <a:pt x="32815" y="19575"/>
                    <a:pt x="35101" y="12431"/>
                    <a:pt x="32148" y="6526"/>
                  </a:cubicBezTo>
                  <a:cubicBezTo>
                    <a:pt x="29195" y="620"/>
                    <a:pt x="22052" y="-1666"/>
                    <a:pt x="16146" y="1287"/>
                  </a:cubicBezTo>
                  <a:lnTo>
                    <a:pt x="6526" y="6145"/>
                  </a:lnTo>
                  <a:cubicBezTo>
                    <a:pt x="620" y="9098"/>
                    <a:pt x="-1666" y="16241"/>
                    <a:pt x="1287" y="22147"/>
                  </a:cubicBezTo>
                  <a:cubicBezTo>
                    <a:pt x="3383" y="26338"/>
                    <a:pt x="7574" y="28719"/>
                    <a:pt x="11955" y="287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79" name="Google Shape;3679;p97"/>
            <p:cNvSpPr/>
            <p:nvPr/>
          </p:nvSpPr>
          <p:spPr>
            <a:xfrm>
              <a:off x="7642230" y="5065825"/>
              <a:ext cx="28173" cy="31195"/>
            </a:xfrm>
            <a:custGeom>
              <a:avLst/>
              <a:gdLst/>
              <a:ahLst/>
              <a:cxnLst/>
              <a:rect l="l" t="t" r="r" b="b"/>
              <a:pathLst>
                <a:path w="28173" h="31195" extrusionOk="0">
                  <a:moveTo>
                    <a:pt x="27051" y="6526"/>
                  </a:moveTo>
                  <a:cubicBezTo>
                    <a:pt x="24098" y="620"/>
                    <a:pt x="16954" y="-1666"/>
                    <a:pt x="11049" y="1287"/>
                  </a:cubicBezTo>
                  <a:lnTo>
                    <a:pt x="6572" y="3573"/>
                  </a:lnTo>
                  <a:cubicBezTo>
                    <a:pt x="6572" y="3573"/>
                    <a:pt x="6382" y="3764"/>
                    <a:pt x="6286" y="3764"/>
                  </a:cubicBezTo>
                  <a:cubicBezTo>
                    <a:pt x="6096" y="3859"/>
                    <a:pt x="5905" y="3954"/>
                    <a:pt x="5715" y="4049"/>
                  </a:cubicBezTo>
                  <a:cubicBezTo>
                    <a:pt x="4667" y="4716"/>
                    <a:pt x="3810" y="5478"/>
                    <a:pt x="3048" y="6335"/>
                  </a:cubicBezTo>
                  <a:cubicBezTo>
                    <a:pt x="2857" y="6526"/>
                    <a:pt x="2762" y="6812"/>
                    <a:pt x="2572" y="7002"/>
                  </a:cubicBezTo>
                  <a:cubicBezTo>
                    <a:pt x="1810" y="7955"/>
                    <a:pt x="1333" y="8907"/>
                    <a:pt x="857" y="10050"/>
                  </a:cubicBezTo>
                  <a:cubicBezTo>
                    <a:pt x="857" y="10336"/>
                    <a:pt x="667" y="10526"/>
                    <a:pt x="571" y="10812"/>
                  </a:cubicBezTo>
                  <a:cubicBezTo>
                    <a:pt x="190" y="11955"/>
                    <a:pt x="0" y="13098"/>
                    <a:pt x="0" y="14241"/>
                  </a:cubicBezTo>
                  <a:lnTo>
                    <a:pt x="0" y="19289"/>
                  </a:lnTo>
                  <a:cubicBezTo>
                    <a:pt x="0" y="25862"/>
                    <a:pt x="5334" y="31196"/>
                    <a:pt x="11906" y="31196"/>
                  </a:cubicBezTo>
                  <a:cubicBezTo>
                    <a:pt x="15145" y="31196"/>
                    <a:pt x="18097" y="29862"/>
                    <a:pt x="20288" y="27767"/>
                  </a:cubicBezTo>
                  <a:cubicBezTo>
                    <a:pt x="23146" y="26814"/>
                    <a:pt x="25622" y="24719"/>
                    <a:pt x="27051" y="21861"/>
                  </a:cubicBezTo>
                  <a:cubicBezTo>
                    <a:pt x="28289" y="19385"/>
                    <a:pt x="28384" y="16718"/>
                    <a:pt x="27908" y="14241"/>
                  </a:cubicBezTo>
                  <a:cubicBezTo>
                    <a:pt x="28384" y="11765"/>
                    <a:pt x="28289" y="9098"/>
                    <a:pt x="27051" y="662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80" name="Google Shape;3680;p97"/>
            <p:cNvSpPr/>
            <p:nvPr/>
          </p:nvSpPr>
          <p:spPr>
            <a:xfrm>
              <a:off x="8112928" y="5065842"/>
              <a:ext cx="28411" cy="30701"/>
            </a:xfrm>
            <a:custGeom>
              <a:avLst/>
              <a:gdLst/>
              <a:ahLst/>
              <a:cxnLst/>
              <a:rect l="l" t="t" r="r" b="b"/>
              <a:pathLst>
                <a:path w="28411" h="30701" extrusionOk="0">
                  <a:moveTo>
                    <a:pt x="19744" y="2508"/>
                  </a:moveTo>
                  <a:lnTo>
                    <a:pt x="17267" y="1270"/>
                  </a:lnTo>
                  <a:cubicBezTo>
                    <a:pt x="11362" y="-1683"/>
                    <a:pt x="4218" y="698"/>
                    <a:pt x="1265" y="6508"/>
                  </a:cubicBezTo>
                  <a:cubicBezTo>
                    <a:pt x="27" y="8985"/>
                    <a:pt x="-259" y="11652"/>
                    <a:pt x="218" y="14128"/>
                  </a:cubicBezTo>
                  <a:cubicBezTo>
                    <a:pt x="-259" y="16605"/>
                    <a:pt x="27" y="19272"/>
                    <a:pt x="1265" y="21748"/>
                  </a:cubicBezTo>
                  <a:cubicBezTo>
                    <a:pt x="2885" y="24987"/>
                    <a:pt x="5933" y="27178"/>
                    <a:pt x="9171" y="27940"/>
                  </a:cubicBezTo>
                  <a:cubicBezTo>
                    <a:pt x="11171" y="29559"/>
                    <a:pt x="13648" y="30702"/>
                    <a:pt x="16506" y="30702"/>
                  </a:cubicBezTo>
                  <a:cubicBezTo>
                    <a:pt x="23078" y="30702"/>
                    <a:pt x="28412" y="25368"/>
                    <a:pt x="28412" y="18796"/>
                  </a:cubicBezTo>
                  <a:lnTo>
                    <a:pt x="28412" y="13747"/>
                  </a:lnTo>
                  <a:cubicBezTo>
                    <a:pt x="28412" y="8318"/>
                    <a:pt x="24697" y="3937"/>
                    <a:pt x="19744" y="250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81" name="Google Shape;3681;p97"/>
            <p:cNvSpPr/>
            <p:nvPr/>
          </p:nvSpPr>
          <p:spPr>
            <a:xfrm>
              <a:off x="8117527" y="5141502"/>
              <a:ext cx="23812" cy="33337"/>
            </a:xfrm>
            <a:custGeom>
              <a:avLst/>
              <a:gdLst/>
              <a:ahLst/>
              <a:cxnLst/>
              <a:rect l="l" t="t" r="r" b="b"/>
              <a:pathLst>
                <a:path w="23812" h="33337" extrusionOk="0">
                  <a:moveTo>
                    <a:pt x="11906" y="0"/>
                  </a:moveTo>
                  <a:cubicBezTo>
                    <a:pt x="5334" y="0"/>
                    <a:pt x="0" y="5334"/>
                    <a:pt x="0" y="11906"/>
                  </a:cubicBezTo>
                  <a:lnTo>
                    <a:pt x="0" y="21431"/>
                  </a:lnTo>
                  <a:cubicBezTo>
                    <a:pt x="0" y="28004"/>
                    <a:pt x="5334" y="33338"/>
                    <a:pt x="11906" y="33338"/>
                  </a:cubicBezTo>
                  <a:cubicBezTo>
                    <a:pt x="18478" y="33338"/>
                    <a:pt x="23813" y="28004"/>
                    <a:pt x="23813" y="21431"/>
                  </a:cubicBezTo>
                  <a:lnTo>
                    <a:pt x="23813" y="11906"/>
                  </a:lnTo>
                  <a:cubicBezTo>
                    <a:pt x="23813"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82" name="Google Shape;3682;p97"/>
            <p:cNvSpPr/>
            <p:nvPr/>
          </p:nvSpPr>
          <p:spPr>
            <a:xfrm>
              <a:off x="8117527" y="5219702"/>
              <a:ext cx="23812" cy="33337"/>
            </a:xfrm>
            <a:custGeom>
              <a:avLst/>
              <a:gdLst/>
              <a:ahLst/>
              <a:cxnLst/>
              <a:rect l="l" t="t" r="r" b="b"/>
              <a:pathLst>
                <a:path w="23812" h="33337" extrusionOk="0">
                  <a:moveTo>
                    <a:pt x="11906" y="0"/>
                  </a:moveTo>
                  <a:cubicBezTo>
                    <a:pt x="5334" y="0"/>
                    <a:pt x="0" y="5334"/>
                    <a:pt x="0" y="11906"/>
                  </a:cubicBezTo>
                  <a:lnTo>
                    <a:pt x="0" y="21431"/>
                  </a:lnTo>
                  <a:cubicBezTo>
                    <a:pt x="0" y="28003"/>
                    <a:pt x="5334" y="33338"/>
                    <a:pt x="11906" y="33338"/>
                  </a:cubicBezTo>
                  <a:cubicBezTo>
                    <a:pt x="18478" y="33338"/>
                    <a:pt x="23813" y="28003"/>
                    <a:pt x="23813" y="21431"/>
                  </a:cubicBezTo>
                  <a:lnTo>
                    <a:pt x="23813" y="11906"/>
                  </a:lnTo>
                  <a:cubicBezTo>
                    <a:pt x="23813"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83" name="Google Shape;3683;p97"/>
            <p:cNvSpPr/>
            <p:nvPr/>
          </p:nvSpPr>
          <p:spPr>
            <a:xfrm>
              <a:off x="8117527" y="5102354"/>
              <a:ext cx="23812" cy="33337"/>
            </a:xfrm>
            <a:custGeom>
              <a:avLst/>
              <a:gdLst/>
              <a:ahLst/>
              <a:cxnLst/>
              <a:rect l="l" t="t" r="r" b="b"/>
              <a:pathLst>
                <a:path w="23812" h="33337" extrusionOk="0">
                  <a:moveTo>
                    <a:pt x="11906" y="0"/>
                  </a:moveTo>
                  <a:cubicBezTo>
                    <a:pt x="5334" y="0"/>
                    <a:pt x="0" y="5334"/>
                    <a:pt x="0" y="11906"/>
                  </a:cubicBezTo>
                  <a:lnTo>
                    <a:pt x="0" y="21431"/>
                  </a:lnTo>
                  <a:cubicBezTo>
                    <a:pt x="0" y="28003"/>
                    <a:pt x="5334" y="33338"/>
                    <a:pt x="11906" y="33338"/>
                  </a:cubicBezTo>
                  <a:cubicBezTo>
                    <a:pt x="18478" y="33338"/>
                    <a:pt x="23813" y="28003"/>
                    <a:pt x="23813" y="21431"/>
                  </a:cubicBezTo>
                  <a:lnTo>
                    <a:pt x="23813" y="11906"/>
                  </a:lnTo>
                  <a:cubicBezTo>
                    <a:pt x="23813"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84" name="Google Shape;3684;p97"/>
            <p:cNvSpPr/>
            <p:nvPr/>
          </p:nvSpPr>
          <p:spPr>
            <a:xfrm>
              <a:off x="8117527" y="5258755"/>
              <a:ext cx="23812" cy="33337"/>
            </a:xfrm>
            <a:custGeom>
              <a:avLst/>
              <a:gdLst/>
              <a:ahLst/>
              <a:cxnLst/>
              <a:rect l="l" t="t" r="r" b="b"/>
              <a:pathLst>
                <a:path w="23812" h="33337" extrusionOk="0">
                  <a:moveTo>
                    <a:pt x="11906" y="0"/>
                  </a:moveTo>
                  <a:cubicBezTo>
                    <a:pt x="5334" y="0"/>
                    <a:pt x="0" y="5334"/>
                    <a:pt x="0" y="11906"/>
                  </a:cubicBezTo>
                  <a:lnTo>
                    <a:pt x="0" y="21431"/>
                  </a:lnTo>
                  <a:cubicBezTo>
                    <a:pt x="0" y="28004"/>
                    <a:pt x="5334" y="33338"/>
                    <a:pt x="11906" y="33338"/>
                  </a:cubicBezTo>
                  <a:cubicBezTo>
                    <a:pt x="18478" y="33338"/>
                    <a:pt x="23813" y="28004"/>
                    <a:pt x="23813" y="21431"/>
                  </a:cubicBezTo>
                  <a:lnTo>
                    <a:pt x="23813" y="11906"/>
                  </a:lnTo>
                  <a:cubicBezTo>
                    <a:pt x="23813"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85" name="Google Shape;3685;p97"/>
            <p:cNvSpPr/>
            <p:nvPr/>
          </p:nvSpPr>
          <p:spPr>
            <a:xfrm>
              <a:off x="8117527" y="5180554"/>
              <a:ext cx="23812" cy="33337"/>
            </a:xfrm>
            <a:custGeom>
              <a:avLst/>
              <a:gdLst/>
              <a:ahLst/>
              <a:cxnLst/>
              <a:rect l="l" t="t" r="r" b="b"/>
              <a:pathLst>
                <a:path w="23812" h="33337" extrusionOk="0">
                  <a:moveTo>
                    <a:pt x="11906" y="0"/>
                  </a:moveTo>
                  <a:cubicBezTo>
                    <a:pt x="5334" y="0"/>
                    <a:pt x="0" y="5334"/>
                    <a:pt x="0" y="11906"/>
                  </a:cubicBezTo>
                  <a:lnTo>
                    <a:pt x="0" y="21431"/>
                  </a:lnTo>
                  <a:cubicBezTo>
                    <a:pt x="0" y="28004"/>
                    <a:pt x="5334" y="33338"/>
                    <a:pt x="11906" y="33338"/>
                  </a:cubicBezTo>
                  <a:cubicBezTo>
                    <a:pt x="18478" y="33338"/>
                    <a:pt x="23813" y="28004"/>
                    <a:pt x="23813" y="21431"/>
                  </a:cubicBezTo>
                  <a:lnTo>
                    <a:pt x="23813" y="11906"/>
                  </a:lnTo>
                  <a:cubicBezTo>
                    <a:pt x="23813"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86" name="Google Shape;3686;p97"/>
            <p:cNvSpPr/>
            <p:nvPr/>
          </p:nvSpPr>
          <p:spPr>
            <a:xfrm>
              <a:off x="8117527" y="5297902"/>
              <a:ext cx="23812" cy="33337"/>
            </a:xfrm>
            <a:custGeom>
              <a:avLst/>
              <a:gdLst/>
              <a:ahLst/>
              <a:cxnLst/>
              <a:rect l="l" t="t" r="r" b="b"/>
              <a:pathLst>
                <a:path w="23812" h="33337" extrusionOk="0">
                  <a:moveTo>
                    <a:pt x="11906" y="0"/>
                  </a:moveTo>
                  <a:cubicBezTo>
                    <a:pt x="5334" y="0"/>
                    <a:pt x="0" y="5334"/>
                    <a:pt x="0" y="11906"/>
                  </a:cubicBezTo>
                  <a:lnTo>
                    <a:pt x="0" y="21431"/>
                  </a:lnTo>
                  <a:cubicBezTo>
                    <a:pt x="0" y="28003"/>
                    <a:pt x="5334" y="33338"/>
                    <a:pt x="11906" y="33338"/>
                  </a:cubicBezTo>
                  <a:cubicBezTo>
                    <a:pt x="18478" y="33338"/>
                    <a:pt x="23813" y="28003"/>
                    <a:pt x="23813" y="21431"/>
                  </a:cubicBezTo>
                  <a:lnTo>
                    <a:pt x="23813" y="11906"/>
                  </a:lnTo>
                  <a:cubicBezTo>
                    <a:pt x="23813"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87" name="Google Shape;3687;p97"/>
            <p:cNvSpPr/>
            <p:nvPr/>
          </p:nvSpPr>
          <p:spPr>
            <a:xfrm>
              <a:off x="8112997" y="5336955"/>
              <a:ext cx="28342" cy="31146"/>
            </a:xfrm>
            <a:custGeom>
              <a:avLst/>
              <a:gdLst/>
              <a:ahLst/>
              <a:cxnLst/>
              <a:rect l="l" t="t" r="r" b="b"/>
              <a:pathLst>
                <a:path w="28342" h="31146" extrusionOk="0">
                  <a:moveTo>
                    <a:pt x="16436" y="0"/>
                  </a:moveTo>
                  <a:cubicBezTo>
                    <a:pt x="10626" y="0"/>
                    <a:pt x="5768" y="4191"/>
                    <a:pt x="4720" y="9715"/>
                  </a:cubicBezTo>
                  <a:cubicBezTo>
                    <a:pt x="244" y="13144"/>
                    <a:pt x="-1376" y="19336"/>
                    <a:pt x="1291" y="24574"/>
                  </a:cubicBezTo>
                  <a:cubicBezTo>
                    <a:pt x="3387" y="28765"/>
                    <a:pt x="7578" y="31147"/>
                    <a:pt x="11959" y="31147"/>
                  </a:cubicBezTo>
                  <a:cubicBezTo>
                    <a:pt x="13769" y="31147"/>
                    <a:pt x="15579" y="30766"/>
                    <a:pt x="17293" y="29908"/>
                  </a:cubicBezTo>
                  <a:lnTo>
                    <a:pt x="21770" y="27622"/>
                  </a:lnTo>
                  <a:cubicBezTo>
                    <a:pt x="25771" y="25622"/>
                    <a:pt x="28342" y="21526"/>
                    <a:pt x="28342" y="16954"/>
                  </a:cubicBezTo>
                  <a:lnTo>
                    <a:pt x="28342" y="11906"/>
                  </a:lnTo>
                  <a:cubicBezTo>
                    <a:pt x="28342" y="5334"/>
                    <a:pt x="23008" y="0"/>
                    <a:pt x="1643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88" name="Google Shape;3688;p97"/>
            <p:cNvSpPr/>
            <p:nvPr/>
          </p:nvSpPr>
          <p:spPr>
            <a:xfrm>
              <a:off x="8033658" y="5379578"/>
              <a:ext cx="33435" cy="28623"/>
            </a:xfrm>
            <a:custGeom>
              <a:avLst/>
              <a:gdLst/>
              <a:ahLst/>
              <a:cxnLst/>
              <a:rect l="l" t="t" r="r" b="b"/>
              <a:pathLst>
                <a:path w="33435" h="28623" extrusionOk="0">
                  <a:moveTo>
                    <a:pt x="16146" y="1192"/>
                  </a:moveTo>
                  <a:lnTo>
                    <a:pt x="6526" y="6050"/>
                  </a:lnTo>
                  <a:cubicBezTo>
                    <a:pt x="620" y="9002"/>
                    <a:pt x="-1666" y="16146"/>
                    <a:pt x="1287" y="22052"/>
                  </a:cubicBezTo>
                  <a:cubicBezTo>
                    <a:pt x="3383" y="26243"/>
                    <a:pt x="7574" y="28624"/>
                    <a:pt x="11955" y="28624"/>
                  </a:cubicBezTo>
                  <a:cubicBezTo>
                    <a:pt x="13765" y="28624"/>
                    <a:pt x="15575" y="28243"/>
                    <a:pt x="17289" y="27386"/>
                  </a:cubicBezTo>
                  <a:lnTo>
                    <a:pt x="26909" y="22528"/>
                  </a:lnTo>
                  <a:cubicBezTo>
                    <a:pt x="32815" y="19575"/>
                    <a:pt x="35101" y="12431"/>
                    <a:pt x="32148" y="6526"/>
                  </a:cubicBezTo>
                  <a:cubicBezTo>
                    <a:pt x="29195" y="620"/>
                    <a:pt x="22052" y="-1666"/>
                    <a:pt x="16146" y="128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89" name="Google Shape;3689;p97"/>
            <p:cNvSpPr/>
            <p:nvPr/>
          </p:nvSpPr>
          <p:spPr>
            <a:xfrm>
              <a:off x="7954220" y="5419774"/>
              <a:ext cx="33435" cy="28623"/>
            </a:xfrm>
            <a:custGeom>
              <a:avLst/>
              <a:gdLst/>
              <a:ahLst/>
              <a:cxnLst/>
              <a:rect l="l" t="t" r="r" b="b"/>
              <a:pathLst>
                <a:path w="33435" h="28623" extrusionOk="0">
                  <a:moveTo>
                    <a:pt x="16146" y="1192"/>
                  </a:moveTo>
                  <a:lnTo>
                    <a:pt x="6526" y="6050"/>
                  </a:lnTo>
                  <a:cubicBezTo>
                    <a:pt x="620" y="9002"/>
                    <a:pt x="-1666" y="16146"/>
                    <a:pt x="1287" y="22052"/>
                  </a:cubicBezTo>
                  <a:cubicBezTo>
                    <a:pt x="3383" y="26243"/>
                    <a:pt x="7574" y="28624"/>
                    <a:pt x="11955" y="28624"/>
                  </a:cubicBezTo>
                  <a:cubicBezTo>
                    <a:pt x="13765" y="28624"/>
                    <a:pt x="15575" y="28243"/>
                    <a:pt x="17289" y="27386"/>
                  </a:cubicBezTo>
                  <a:lnTo>
                    <a:pt x="26909" y="22528"/>
                  </a:lnTo>
                  <a:cubicBezTo>
                    <a:pt x="32815" y="19575"/>
                    <a:pt x="35101" y="12431"/>
                    <a:pt x="32148" y="6526"/>
                  </a:cubicBezTo>
                  <a:cubicBezTo>
                    <a:pt x="29195" y="620"/>
                    <a:pt x="22052" y="-1666"/>
                    <a:pt x="16146" y="128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90" name="Google Shape;3690;p97"/>
            <p:cNvSpPr/>
            <p:nvPr/>
          </p:nvSpPr>
          <p:spPr>
            <a:xfrm>
              <a:off x="7993939" y="5399676"/>
              <a:ext cx="33435" cy="28623"/>
            </a:xfrm>
            <a:custGeom>
              <a:avLst/>
              <a:gdLst/>
              <a:ahLst/>
              <a:cxnLst/>
              <a:rect l="l" t="t" r="r" b="b"/>
              <a:pathLst>
                <a:path w="33435" h="28623" extrusionOk="0">
                  <a:moveTo>
                    <a:pt x="16146" y="1192"/>
                  </a:moveTo>
                  <a:lnTo>
                    <a:pt x="6526" y="6050"/>
                  </a:lnTo>
                  <a:cubicBezTo>
                    <a:pt x="620" y="9002"/>
                    <a:pt x="-1666" y="16146"/>
                    <a:pt x="1287" y="22052"/>
                  </a:cubicBezTo>
                  <a:cubicBezTo>
                    <a:pt x="3383" y="26243"/>
                    <a:pt x="7574" y="28624"/>
                    <a:pt x="11955" y="28624"/>
                  </a:cubicBezTo>
                  <a:cubicBezTo>
                    <a:pt x="13765" y="28624"/>
                    <a:pt x="15575" y="28243"/>
                    <a:pt x="17289" y="27386"/>
                  </a:cubicBezTo>
                  <a:lnTo>
                    <a:pt x="26909" y="22528"/>
                  </a:lnTo>
                  <a:cubicBezTo>
                    <a:pt x="32815" y="19575"/>
                    <a:pt x="35101" y="12431"/>
                    <a:pt x="32148" y="6526"/>
                  </a:cubicBezTo>
                  <a:cubicBezTo>
                    <a:pt x="29195" y="620"/>
                    <a:pt x="22052" y="-1666"/>
                    <a:pt x="16146" y="128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91" name="Google Shape;3691;p97"/>
            <p:cNvSpPr/>
            <p:nvPr/>
          </p:nvSpPr>
          <p:spPr>
            <a:xfrm>
              <a:off x="8073377" y="5359576"/>
              <a:ext cx="33435" cy="28623"/>
            </a:xfrm>
            <a:custGeom>
              <a:avLst/>
              <a:gdLst/>
              <a:ahLst/>
              <a:cxnLst/>
              <a:rect l="l" t="t" r="r" b="b"/>
              <a:pathLst>
                <a:path w="33435" h="28623" extrusionOk="0">
                  <a:moveTo>
                    <a:pt x="16146" y="1192"/>
                  </a:moveTo>
                  <a:lnTo>
                    <a:pt x="6526" y="6050"/>
                  </a:lnTo>
                  <a:cubicBezTo>
                    <a:pt x="620" y="9002"/>
                    <a:pt x="-1666" y="16146"/>
                    <a:pt x="1287" y="22052"/>
                  </a:cubicBezTo>
                  <a:cubicBezTo>
                    <a:pt x="3383" y="26243"/>
                    <a:pt x="7574" y="28624"/>
                    <a:pt x="11955" y="28624"/>
                  </a:cubicBezTo>
                  <a:cubicBezTo>
                    <a:pt x="13765" y="28624"/>
                    <a:pt x="15575" y="28243"/>
                    <a:pt x="17289" y="27386"/>
                  </a:cubicBezTo>
                  <a:lnTo>
                    <a:pt x="26909" y="22528"/>
                  </a:lnTo>
                  <a:cubicBezTo>
                    <a:pt x="32815" y="19575"/>
                    <a:pt x="35101" y="12431"/>
                    <a:pt x="32148" y="6526"/>
                  </a:cubicBezTo>
                  <a:cubicBezTo>
                    <a:pt x="29195" y="620"/>
                    <a:pt x="22052" y="-1666"/>
                    <a:pt x="16146" y="128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92" name="Google Shape;3692;p97"/>
            <p:cNvSpPr/>
            <p:nvPr/>
          </p:nvSpPr>
          <p:spPr>
            <a:xfrm>
              <a:off x="7914596" y="5439776"/>
              <a:ext cx="33435" cy="28623"/>
            </a:xfrm>
            <a:custGeom>
              <a:avLst/>
              <a:gdLst/>
              <a:ahLst/>
              <a:cxnLst/>
              <a:rect l="l" t="t" r="r" b="b"/>
              <a:pathLst>
                <a:path w="33435" h="28623" extrusionOk="0">
                  <a:moveTo>
                    <a:pt x="16146" y="1192"/>
                  </a:moveTo>
                  <a:lnTo>
                    <a:pt x="6526" y="6050"/>
                  </a:lnTo>
                  <a:cubicBezTo>
                    <a:pt x="620" y="9002"/>
                    <a:pt x="-1666" y="16146"/>
                    <a:pt x="1287" y="22052"/>
                  </a:cubicBezTo>
                  <a:cubicBezTo>
                    <a:pt x="3383" y="26243"/>
                    <a:pt x="7574" y="28624"/>
                    <a:pt x="11955" y="28624"/>
                  </a:cubicBezTo>
                  <a:cubicBezTo>
                    <a:pt x="13765" y="28624"/>
                    <a:pt x="15575" y="28243"/>
                    <a:pt x="17289" y="27386"/>
                  </a:cubicBezTo>
                  <a:lnTo>
                    <a:pt x="26909" y="22528"/>
                  </a:lnTo>
                  <a:cubicBezTo>
                    <a:pt x="32815" y="19575"/>
                    <a:pt x="35101" y="12431"/>
                    <a:pt x="32148" y="6526"/>
                  </a:cubicBezTo>
                  <a:cubicBezTo>
                    <a:pt x="29195" y="620"/>
                    <a:pt x="22052" y="-1666"/>
                    <a:pt x="16146" y="128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93" name="Google Shape;3693;p97"/>
            <p:cNvSpPr/>
            <p:nvPr/>
          </p:nvSpPr>
          <p:spPr>
            <a:xfrm>
              <a:off x="7875275" y="5456970"/>
              <a:ext cx="32941" cy="29241"/>
            </a:xfrm>
            <a:custGeom>
              <a:avLst/>
              <a:gdLst/>
              <a:ahLst/>
              <a:cxnLst/>
              <a:rect l="l" t="t" r="r" b="b"/>
              <a:pathLst>
                <a:path w="32941" h="29241" extrusionOk="0">
                  <a:moveTo>
                    <a:pt x="24892" y="3429"/>
                  </a:moveTo>
                  <a:cubicBezTo>
                    <a:pt x="22701" y="1333"/>
                    <a:pt x="19843" y="0"/>
                    <a:pt x="16510" y="0"/>
                  </a:cubicBezTo>
                  <a:cubicBezTo>
                    <a:pt x="13081" y="0"/>
                    <a:pt x="10033" y="1524"/>
                    <a:pt x="7842" y="3905"/>
                  </a:cubicBezTo>
                  <a:cubicBezTo>
                    <a:pt x="5080" y="4858"/>
                    <a:pt x="2698" y="6858"/>
                    <a:pt x="1270" y="9716"/>
                  </a:cubicBezTo>
                  <a:cubicBezTo>
                    <a:pt x="-1683" y="15621"/>
                    <a:pt x="698" y="22765"/>
                    <a:pt x="6508" y="25718"/>
                  </a:cubicBezTo>
                  <a:lnTo>
                    <a:pt x="10985" y="28003"/>
                  </a:lnTo>
                  <a:cubicBezTo>
                    <a:pt x="12700" y="28861"/>
                    <a:pt x="14509" y="29242"/>
                    <a:pt x="16319" y="29242"/>
                  </a:cubicBezTo>
                  <a:cubicBezTo>
                    <a:pt x="18510" y="29242"/>
                    <a:pt x="20701" y="28670"/>
                    <a:pt x="22606" y="27432"/>
                  </a:cubicBezTo>
                  <a:cubicBezTo>
                    <a:pt x="22891" y="27242"/>
                    <a:pt x="23177" y="26956"/>
                    <a:pt x="23463" y="26765"/>
                  </a:cubicBezTo>
                  <a:lnTo>
                    <a:pt x="26416" y="25241"/>
                  </a:lnTo>
                  <a:cubicBezTo>
                    <a:pt x="32321" y="22289"/>
                    <a:pt x="34607" y="15145"/>
                    <a:pt x="31654" y="9239"/>
                  </a:cubicBezTo>
                  <a:cubicBezTo>
                    <a:pt x="30226" y="6382"/>
                    <a:pt x="27749" y="4286"/>
                    <a:pt x="24892" y="333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94" name="Google Shape;3694;p97"/>
            <p:cNvSpPr/>
            <p:nvPr/>
          </p:nvSpPr>
          <p:spPr>
            <a:xfrm>
              <a:off x="7715000" y="5021660"/>
              <a:ext cx="353758" cy="390923"/>
            </a:xfrm>
            <a:custGeom>
              <a:avLst/>
              <a:gdLst/>
              <a:ahLst/>
              <a:cxnLst/>
              <a:rect l="l" t="t" r="r" b="b"/>
              <a:pathLst>
                <a:path w="353758" h="390923" extrusionOk="0">
                  <a:moveTo>
                    <a:pt x="347948" y="84885"/>
                  </a:moveTo>
                  <a:cubicBezTo>
                    <a:pt x="347948" y="84885"/>
                    <a:pt x="347282" y="84599"/>
                    <a:pt x="346996" y="84504"/>
                  </a:cubicBezTo>
                  <a:cubicBezTo>
                    <a:pt x="346996" y="84504"/>
                    <a:pt x="346996" y="84504"/>
                    <a:pt x="346996" y="84504"/>
                  </a:cubicBezTo>
                  <a:lnTo>
                    <a:pt x="185737" y="3065"/>
                  </a:lnTo>
                  <a:cubicBezTo>
                    <a:pt x="184023" y="1541"/>
                    <a:pt x="181928" y="589"/>
                    <a:pt x="179546" y="303"/>
                  </a:cubicBezTo>
                  <a:cubicBezTo>
                    <a:pt x="179546" y="303"/>
                    <a:pt x="179546" y="303"/>
                    <a:pt x="179546" y="303"/>
                  </a:cubicBezTo>
                  <a:cubicBezTo>
                    <a:pt x="178975" y="303"/>
                    <a:pt x="178499" y="17"/>
                    <a:pt x="178022" y="17"/>
                  </a:cubicBezTo>
                  <a:cubicBezTo>
                    <a:pt x="177832" y="17"/>
                    <a:pt x="177736" y="17"/>
                    <a:pt x="177641" y="17"/>
                  </a:cubicBezTo>
                  <a:cubicBezTo>
                    <a:pt x="175546" y="-78"/>
                    <a:pt x="173450" y="208"/>
                    <a:pt x="171545" y="1255"/>
                  </a:cubicBezTo>
                  <a:lnTo>
                    <a:pt x="6668" y="84504"/>
                  </a:lnTo>
                  <a:cubicBezTo>
                    <a:pt x="6668" y="84504"/>
                    <a:pt x="6382" y="84694"/>
                    <a:pt x="6287" y="84790"/>
                  </a:cubicBezTo>
                  <a:cubicBezTo>
                    <a:pt x="6096" y="84790"/>
                    <a:pt x="6001" y="84885"/>
                    <a:pt x="5810" y="84980"/>
                  </a:cubicBezTo>
                  <a:cubicBezTo>
                    <a:pt x="5429" y="85171"/>
                    <a:pt x="5143" y="85552"/>
                    <a:pt x="4763" y="85837"/>
                  </a:cubicBezTo>
                  <a:cubicBezTo>
                    <a:pt x="4382" y="86123"/>
                    <a:pt x="4001" y="86409"/>
                    <a:pt x="3715" y="86695"/>
                  </a:cubicBezTo>
                  <a:cubicBezTo>
                    <a:pt x="3239" y="87171"/>
                    <a:pt x="2858" y="87647"/>
                    <a:pt x="2477" y="88123"/>
                  </a:cubicBezTo>
                  <a:cubicBezTo>
                    <a:pt x="2191" y="88409"/>
                    <a:pt x="2000" y="88790"/>
                    <a:pt x="1715" y="89076"/>
                  </a:cubicBezTo>
                  <a:cubicBezTo>
                    <a:pt x="1334" y="89647"/>
                    <a:pt x="1143" y="90314"/>
                    <a:pt x="857" y="90981"/>
                  </a:cubicBezTo>
                  <a:cubicBezTo>
                    <a:pt x="762" y="91267"/>
                    <a:pt x="572" y="91552"/>
                    <a:pt x="476" y="91933"/>
                  </a:cubicBezTo>
                  <a:cubicBezTo>
                    <a:pt x="191" y="92981"/>
                    <a:pt x="0" y="94029"/>
                    <a:pt x="0" y="95077"/>
                  </a:cubicBezTo>
                  <a:lnTo>
                    <a:pt x="0" y="285481"/>
                  </a:lnTo>
                  <a:cubicBezTo>
                    <a:pt x="0" y="289958"/>
                    <a:pt x="2572" y="294054"/>
                    <a:pt x="6572" y="296149"/>
                  </a:cubicBezTo>
                  <a:lnTo>
                    <a:pt x="164878" y="376159"/>
                  </a:lnTo>
                  <a:lnTo>
                    <a:pt x="164878" y="379017"/>
                  </a:lnTo>
                  <a:cubicBezTo>
                    <a:pt x="164878" y="385589"/>
                    <a:pt x="170212" y="390923"/>
                    <a:pt x="176784" y="390923"/>
                  </a:cubicBezTo>
                  <a:cubicBezTo>
                    <a:pt x="181832" y="390923"/>
                    <a:pt x="186023" y="387780"/>
                    <a:pt x="187833" y="383494"/>
                  </a:cubicBezTo>
                  <a:cubicBezTo>
                    <a:pt x="188500" y="381970"/>
                    <a:pt x="188881" y="380446"/>
                    <a:pt x="188881" y="378636"/>
                  </a:cubicBezTo>
                  <a:lnTo>
                    <a:pt x="188881" y="376159"/>
                  </a:lnTo>
                  <a:lnTo>
                    <a:pt x="347186" y="296149"/>
                  </a:lnTo>
                  <a:cubicBezTo>
                    <a:pt x="351187" y="294149"/>
                    <a:pt x="353759" y="290053"/>
                    <a:pt x="353759" y="285481"/>
                  </a:cubicBezTo>
                  <a:lnTo>
                    <a:pt x="353759" y="95077"/>
                  </a:lnTo>
                  <a:cubicBezTo>
                    <a:pt x="353759" y="90981"/>
                    <a:pt x="351568" y="87076"/>
                    <a:pt x="348044" y="84980"/>
                  </a:cubicBezTo>
                  <a:close/>
                  <a:moveTo>
                    <a:pt x="62008" y="256144"/>
                  </a:moveTo>
                  <a:cubicBezTo>
                    <a:pt x="58769" y="250429"/>
                    <a:pt x="51435" y="248524"/>
                    <a:pt x="45720" y="251763"/>
                  </a:cubicBezTo>
                  <a:lnTo>
                    <a:pt x="23717" y="264431"/>
                  </a:lnTo>
                  <a:lnTo>
                    <a:pt x="23717" y="114412"/>
                  </a:lnTo>
                  <a:lnTo>
                    <a:pt x="47720" y="126509"/>
                  </a:lnTo>
                  <a:cubicBezTo>
                    <a:pt x="47720" y="126509"/>
                    <a:pt x="47720" y="126509"/>
                    <a:pt x="47720" y="126509"/>
                  </a:cubicBezTo>
                  <a:lnTo>
                    <a:pt x="57340" y="131367"/>
                  </a:lnTo>
                  <a:lnTo>
                    <a:pt x="57340" y="131367"/>
                  </a:lnTo>
                  <a:lnTo>
                    <a:pt x="75819" y="140701"/>
                  </a:lnTo>
                  <a:lnTo>
                    <a:pt x="75819" y="141082"/>
                  </a:lnTo>
                  <a:cubicBezTo>
                    <a:pt x="75819" y="144988"/>
                    <a:pt x="79058" y="148226"/>
                    <a:pt x="82963" y="148226"/>
                  </a:cubicBezTo>
                  <a:cubicBezTo>
                    <a:pt x="84677" y="148226"/>
                    <a:pt x="86106" y="147464"/>
                    <a:pt x="87344" y="146512"/>
                  </a:cubicBezTo>
                  <a:lnTo>
                    <a:pt x="87440" y="146512"/>
                  </a:lnTo>
                  <a:cubicBezTo>
                    <a:pt x="87440" y="146512"/>
                    <a:pt x="87440" y="146512"/>
                    <a:pt x="87440" y="146512"/>
                  </a:cubicBezTo>
                  <a:lnTo>
                    <a:pt x="92012" y="148798"/>
                  </a:lnTo>
                  <a:lnTo>
                    <a:pt x="104585" y="155179"/>
                  </a:lnTo>
                  <a:cubicBezTo>
                    <a:pt x="105061" y="155656"/>
                    <a:pt x="105632" y="156132"/>
                    <a:pt x="106204" y="156513"/>
                  </a:cubicBezTo>
                  <a:lnTo>
                    <a:pt x="115062" y="160990"/>
                  </a:lnTo>
                  <a:cubicBezTo>
                    <a:pt x="115634" y="161275"/>
                    <a:pt x="116205" y="161275"/>
                    <a:pt x="116872" y="161371"/>
                  </a:cubicBezTo>
                  <a:lnTo>
                    <a:pt x="136208" y="171181"/>
                  </a:lnTo>
                  <a:cubicBezTo>
                    <a:pt x="136684" y="171658"/>
                    <a:pt x="137255" y="172134"/>
                    <a:pt x="137827" y="172515"/>
                  </a:cubicBezTo>
                  <a:lnTo>
                    <a:pt x="146685" y="176992"/>
                  </a:lnTo>
                  <a:cubicBezTo>
                    <a:pt x="147257" y="177277"/>
                    <a:pt x="147828" y="177277"/>
                    <a:pt x="148400" y="177373"/>
                  </a:cubicBezTo>
                  <a:lnTo>
                    <a:pt x="164687" y="185564"/>
                  </a:lnTo>
                  <a:lnTo>
                    <a:pt x="164687" y="349299"/>
                  </a:lnTo>
                  <a:lnTo>
                    <a:pt x="36386" y="284529"/>
                  </a:lnTo>
                  <a:lnTo>
                    <a:pt x="57531" y="272337"/>
                  </a:lnTo>
                  <a:cubicBezTo>
                    <a:pt x="63246" y="269003"/>
                    <a:pt x="65151" y="261764"/>
                    <a:pt x="61913" y="256049"/>
                  </a:cubicBezTo>
                  <a:close/>
                  <a:moveTo>
                    <a:pt x="165926" y="30497"/>
                  </a:moveTo>
                  <a:lnTo>
                    <a:pt x="165926" y="54214"/>
                  </a:lnTo>
                  <a:cubicBezTo>
                    <a:pt x="165926" y="60787"/>
                    <a:pt x="171260" y="66121"/>
                    <a:pt x="177832" y="66121"/>
                  </a:cubicBezTo>
                  <a:cubicBezTo>
                    <a:pt x="184404" y="66121"/>
                    <a:pt x="189738" y="60787"/>
                    <a:pt x="189738" y="54214"/>
                  </a:cubicBezTo>
                  <a:lnTo>
                    <a:pt x="189738" y="31640"/>
                  </a:lnTo>
                  <a:lnTo>
                    <a:pt x="315182" y="94981"/>
                  </a:lnTo>
                  <a:lnTo>
                    <a:pt x="247936" y="128986"/>
                  </a:lnTo>
                  <a:cubicBezTo>
                    <a:pt x="248888" y="128319"/>
                    <a:pt x="249841" y="127462"/>
                    <a:pt x="250412" y="126319"/>
                  </a:cubicBezTo>
                  <a:cubicBezTo>
                    <a:pt x="252222" y="122794"/>
                    <a:pt x="250793" y="118508"/>
                    <a:pt x="247269" y="116698"/>
                  </a:cubicBezTo>
                  <a:lnTo>
                    <a:pt x="238411" y="112222"/>
                  </a:lnTo>
                  <a:cubicBezTo>
                    <a:pt x="234886" y="110412"/>
                    <a:pt x="230600" y="111841"/>
                    <a:pt x="228791" y="115365"/>
                  </a:cubicBezTo>
                  <a:cubicBezTo>
                    <a:pt x="226981" y="118889"/>
                    <a:pt x="228409" y="123175"/>
                    <a:pt x="231934" y="124985"/>
                  </a:cubicBezTo>
                  <a:lnTo>
                    <a:pt x="240792" y="129462"/>
                  </a:lnTo>
                  <a:cubicBezTo>
                    <a:pt x="241840" y="129938"/>
                    <a:pt x="242887" y="130224"/>
                    <a:pt x="244031" y="130224"/>
                  </a:cubicBezTo>
                  <a:cubicBezTo>
                    <a:pt x="245174" y="130224"/>
                    <a:pt x="246126" y="129843"/>
                    <a:pt x="247174" y="129367"/>
                  </a:cubicBezTo>
                  <a:lnTo>
                    <a:pt x="206597" y="149845"/>
                  </a:lnTo>
                  <a:lnTo>
                    <a:pt x="206026" y="150131"/>
                  </a:lnTo>
                  <a:lnTo>
                    <a:pt x="206026" y="150131"/>
                  </a:lnTo>
                  <a:lnTo>
                    <a:pt x="176784" y="164895"/>
                  </a:lnTo>
                  <a:lnTo>
                    <a:pt x="147542" y="150131"/>
                  </a:lnTo>
                  <a:lnTo>
                    <a:pt x="147542" y="150131"/>
                  </a:lnTo>
                  <a:lnTo>
                    <a:pt x="146971" y="149845"/>
                  </a:lnTo>
                  <a:lnTo>
                    <a:pt x="106394" y="129367"/>
                  </a:lnTo>
                  <a:cubicBezTo>
                    <a:pt x="107347" y="129843"/>
                    <a:pt x="108490" y="130224"/>
                    <a:pt x="109538" y="130224"/>
                  </a:cubicBezTo>
                  <a:cubicBezTo>
                    <a:pt x="110585" y="130224"/>
                    <a:pt x="111728" y="129938"/>
                    <a:pt x="112776" y="129462"/>
                  </a:cubicBezTo>
                  <a:lnTo>
                    <a:pt x="121634" y="124985"/>
                  </a:lnTo>
                  <a:cubicBezTo>
                    <a:pt x="125159" y="123175"/>
                    <a:pt x="126587" y="118889"/>
                    <a:pt x="124778" y="115365"/>
                  </a:cubicBezTo>
                  <a:cubicBezTo>
                    <a:pt x="122968" y="111841"/>
                    <a:pt x="118682" y="110412"/>
                    <a:pt x="115157" y="112222"/>
                  </a:cubicBezTo>
                  <a:lnTo>
                    <a:pt x="106299" y="116698"/>
                  </a:lnTo>
                  <a:cubicBezTo>
                    <a:pt x="102775" y="118508"/>
                    <a:pt x="101346" y="122794"/>
                    <a:pt x="103156" y="126319"/>
                  </a:cubicBezTo>
                  <a:cubicBezTo>
                    <a:pt x="103727" y="127462"/>
                    <a:pt x="104585" y="128319"/>
                    <a:pt x="105632" y="128986"/>
                  </a:cubicBezTo>
                  <a:lnTo>
                    <a:pt x="38290" y="94981"/>
                  </a:lnTo>
                  <a:lnTo>
                    <a:pt x="166021" y="30497"/>
                  </a:lnTo>
                  <a:close/>
                  <a:moveTo>
                    <a:pt x="188785" y="185659"/>
                  </a:moveTo>
                  <a:lnTo>
                    <a:pt x="204978" y="177468"/>
                  </a:lnTo>
                  <a:cubicBezTo>
                    <a:pt x="205645" y="177373"/>
                    <a:pt x="206311" y="177277"/>
                    <a:pt x="206883" y="176992"/>
                  </a:cubicBezTo>
                  <a:lnTo>
                    <a:pt x="215741" y="172515"/>
                  </a:lnTo>
                  <a:cubicBezTo>
                    <a:pt x="216408" y="172134"/>
                    <a:pt x="216980" y="171658"/>
                    <a:pt x="217551" y="171086"/>
                  </a:cubicBezTo>
                  <a:lnTo>
                    <a:pt x="236601" y="161466"/>
                  </a:lnTo>
                  <a:cubicBezTo>
                    <a:pt x="237268" y="161371"/>
                    <a:pt x="237934" y="161275"/>
                    <a:pt x="238506" y="160990"/>
                  </a:cubicBezTo>
                  <a:lnTo>
                    <a:pt x="247364" y="156513"/>
                  </a:lnTo>
                  <a:cubicBezTo>
                    <a:pt x="248031" y="156132"/>
                    <a:pt x="248603" y="155656"/>
                    <a:pt x="249174" y="155084"/>
                  </a:cubicBezTo>
                  <a:lnTo>
                    <a:pt x="266414" y="146416"/>
                  </a:lnTo>
                  <a:cubicBezTo>
                    <a:pt x="267653" y="147464"/>
                    <a:pt x="269177" y="148226"/>
                    <a:pt x="270891" y="148226"/>
                  </a:cubicBezTo>
                  <a:cubicBezTo>
                    <a:pt x="274796" y="148226"/>
                    <a:pt x="278035" y="144988"/>
                    <a:pt x="278035" y="141082"/>
                  </a:cubicBezTo>
                  <a:lnTo>
                    <a:pt x="278035" y="140511"/>
                  </a:lnTo>
                  <a:lnTo>
                    <a:pt x="329851" y="114317"/>
                  </a:lnTo>
                  <a:lnTo>
                    <a:pt x="329851" y="267098"/>
                  </a:lnTo>
                  <a:lnTo>
                    <a:pt x="306515" y="253668"/>
                  </a:lnTo>
                  <a:cubicBezTo>
                    <a:pt x="300800" y="250334"/>
                    <a:pt x="293561" y="252334"/>
                    <a:pt x="290227" y="258049"/>
                  </a:cubicBezTo>
                  <a:cubicBezTo>
                    <a:pt x="286893" y="263764"/>
                    <a:pt x="288893" y="271003"/>
                    <a:pt x="294608" y="274337"/>
                  </a:cubicBezTo>
                  <a:lnTo>
                    <a:pt x="314516" y="285862"/>
                  </a:lnTo>
                  <a:lnTo>
                    <a:pt x="188785" y="349394"/>
                  </a:lnTo>
                  <a:lnTo>
                    <a:pt x="188785" y="18565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695" name="Google Shape;3695;p97"/>
          <p:cNvGrpSpPr/>
          <p:nvPr/>
        </p:nvGrpSpPr>
        <p:grpSpPr>
          <a:xfrm>
            <a:off x="2838658" y="1010329"/>
            <a:ext cx="273088" cy="295376"/>
            <a:chOff x="8959344" y="4934105"/>
            <a:chExt cx="485489" cy="525113"/>
          </a:xfrm>
        </p:grpSpPr>
        <p:sp>
          <p:nvSpPr>
            <p:cNvPr id="3696" name="Google Shape;3696;p97"/>
            <p:cNvSpPr/>
            <p:nvPr/>
          </p:nvSpPr>
          <p:spPr>
            <a:xfrm>
              <a:off x="8959344" y="4934105"/>
              <a:ext cx="485489" cy="525113"/>
            </a:xfrm>
            <a:custGeom>
              <a:avLst/>
              <a:gdLst/>
              <a:ahLst/>
              <a:cxnLst/>
              <a:rect l="l" t="t" r="r" b="b"/>
              <a:pathLst>
                <a:path w="485489" h="525113" extrusionOk="0">
                  <a:moveTo>
                    <a:pt x="440531" y="226028"/>
                  </a:moveTo>
                  <a:lnTo>
                    <a:pt x="398145" y="226028"/>
                  </a:lnTo>
                  <a:lnTo>
                    <a:pt x="398145" y="19050"/>
                  </a:lnTo>
                  <a:cubicBezTo>
                    <a:pt x="398145" y="8573"/>
                    <a:pt x="389573" y="0"/>
                    <a:pt x="379095" y="0"/>
                  </a:cubicBezTo>
                  <a:lnTo>
                    <a:pt x="119063" y="0"/>
                  </a:lnTo>
                  <a:cubicBezTo>
                    <a:pt x="113443" y="0"/>
                    <a:pt x="108109" y="2476"/>
                    <a:pt x="104489" y="6763"/>
                  </a:cubicBezTo>
                  <a:lnTo>
                    <a:pt x="4477" y="124968"/>
                  </a:lnTo>
                  <a:cubicBezTo>
                    <a:pt x="1524" y="128397"/>
                    <a:pt x="0" y="132778"/>
                    <a:pt x="0" y="137255"/>
                  </a:cubicBezTo>
                  <a:lnTo>
                    <a:pt x="0" y="506063"/>
                  </a:lnTo>
                  <a:cubicBezTo>
                    <a:pt x="0" y="516541"/>
                    <a:pt x="8573" y="525113"/>
                    <a:pt x="19050" y="525113"/>
                  </a:cubicBezTo>
                  <a:lnTo>
                    <a:pt x="379000" y="525113"/>
                  </a:lnTo>
                  <a:cubicBezTo>
                    <a:pt x="389477" y="525113"/>
                    <a:pt x="398050" y="516541"/>
                    <a:pt x="398050" y="506063"/>
                  </a:cubicBezTo>
                  <a:lnTo>
                    <a:pt x="398050" y="443675"/>
                  </a:lnTo>
                  <a:lnTo>
                    <a:pt x="440436" y="443675"/>
                  </a:lnTo>
                  <a:cubicBezTo>
                    <a:pt x="465296" y="443675"/>
                    <a:pt x="485489" y="423482"/>
                    <a:pt x="485489" y="398621"/>
                  </a:cubicBezTo>
                  <a:lnTo>
                    <a:pt x="485489" y="271082"/>
                  </a:lnTo>
                  <a:cubicBezTo>
                    <a:pt x="485489" y="246221"/>
                    <a:pt x="465296" y="226028"/>
                    <a:pt x="440436" y="226028"/>
                  </a:cubicBezTo>
                  <a:close/>
                  <a:moveTo>
                    <a:pt x="103346" y="67151"/>
                  </a:moveTo>
                  <a:lnTo>
                    <a:pt x="103346" y="122968"/>
                  </a:lnTo>
                  <a:lnTo>
                    <a:pt x="56102" y="122968"/>
                  </a:lnTo>
                  <a:lnTo>
                    <a:pt x="103346" y="67151"/>
                  </a:lnTo>
                  <a:close/>
                  <a:moveTo>
                    <a:pt x="360045" y="487013"/>
                  </a:moveTo>
                  <a:lnTo>
                    <a:pt x="38100" y="487013"/>
                  </a:lnTo>
                  <a:lnTo>
                    <a:pt x="38100" y="161068"/>
                  </a:lnTo>
                  <a:lnTo>
                    <a:pt x="122301" y="161068"/>
                  </a:lnTo>
                  <a:cubicBezTo>
                    <a:pt x="132779" y="161068"/>
                    <a:pt x="141351" y="152495"/>
                    <a:pt x="141351" y="142018"/>
                  </a:cubicBezTo>
                  <a:lnTo>
                    <a:pt x="141351" y="38100"/>
                  </a:lnTo>
                  <a:lnTo>
                    <a:pt x="359950" y="38100"/>
                  </a:lnTo>
                  <a:lnTo>
                    <a:pt x="359950" y="226028"/>
                  </a:lnTo>
                  <a:lnTo>
                    <a:pt x="120396" y="226028"/>
                  </a:lnTo>
                  <a:cubicBezTo>
                    <a:pt x="95536" y="226028"/>
                    <a:pt x="75343" y="246221"/>
                    <a:pt x="75343" y="271082"/>
                  </a:cubicBezTo>
                  <a:lnTo>
                    <a:pt x="75343" y="398621"/>
                  </a:lnTo>
                  <a:cubicBezTo>
                    <a:pt x="75343" y="423482"/>
                    <a:pt x="95536" y="443675"/>
                    <a:pt x="120396" y="443675"/>
                  </a:cubicBezTo>
                  <a:lnTo>
                    <a:pt x="359950" y="443675"/>
                  </a:lnTo>
                  <a:lnTo>
                    <a:pt x="359950" y="487013"/>
                  </a:lnTo>
                  <a:close/>
                  <a:moveTo>
                    <a:pt x="461772" y="398621"/>
                  </a:moveTo>
                  <a:cubicBezTo>
                    <a:pt x="461772" y="410337"/>
                    <a:pt x="452247" y="419862"/>
                    <a:pt x="440531" y="419862"/>
                  </a:cubicBezTo>
                  <a:lnTo>
                    <a:pt x="120396" y="419862"/>
                  </a:lnTo>
                  <a:cubicBezTo>
                    <a:pt x="108680" y="419862"/>
                    <a:pt x="99155" y="410337"/>
                    <a:pt x="99155" y="398621"/>
                  </a:cubicBezTo>
                  <a:lnTo>
                    <a:pt x="99155" y="271082"/>
                  </a:lnTo>
                  <a:cubicBezTo>
                    <a:pt x="99155" y="259366"/>
                    <a:pt x="108680" y="249841"/>
                    <a:pt x="120396" y="249841"/>
                  </a:cubicBezTo>
                  <a:lnTo>
                    <a:pt x="440436" y="249841"/>
                  </a:lnTo>
                  <a:cubicBezTo>
                    <a:pt x="452152" y="249841"/>
                    <a:pt x="461677" y="259366"/>
                    <a:pt x="461677" y="271082"/>
                  </a:cubicBezTo>
                  <a:lnTo>
                    <a:pt x="461677" y="39862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97" name="Google Shape;3697;p97"/>
            <p:cNvSpPr/>
            <p:nvPr/>
          </p:nvSpPr>
          <p:spPr>
            <a:xfrm>
              <a:off x="9075073" y="5222045"/>
              <a:ext cx="55721" cy="101060"/>
            </a:xfrm>
            <a:custGeom>
              <a:avLst/>
              <a:gdLst/>
              <a:ahLst/>
              <a:cxnLst/>
              <a:rect l="l" t="t" r="r" b="b"/>
              <a:pathLst>
                <a:path w="55721" h="101060" extrusionOk="0">
                  <a:moveTo>
                    <a:pt x="39338" y="62675"/>
                  </a:moveTo>
                  <a:cubicBezTo>
                    <a:pt x="39338" y="78486"/>
                    <a:pt x="33909" y="85249"/>
                    <a:pt x="22574" y="85249"/>
                  </a:cubicBezTo>
                  <a:cubicBezTo>
                    <a:pt x="14002" y="85249"/>
                    <a:pt x="7906" y="79629"/>
                    <a:pt x="7906" y="79629"/>
                  </a:cubicBezTo>
                  <a:lnTo>
                    <a:pt x="0" y="92488"/>
                  </a:lnTo>
                  <a:cubicBezTo>
                    <a:pt x="0" y="92488"/>
                    <a:pt x="7906" y="101060"/>
                    <a:pt x="23432" y="101060"/>
                  </a:cubicBezTo>
                  <a:cubicBezTo>
                    <a:pt x="45625" y="101060"/>
                    <a:pt x="55531" y="86773"/>
                    <a:pt x="55721" y="66008"/>
                  </a:cubicBezTo>
                  <a:lnTo>
                    <a:pt x="55721" y="0"/>
                  </a:lnTo>
                  <a:lnTo>
                    <a:pt x="39434" y="0"/>
                  </a:lnTo>
                  <a:lnTo>
                    <a:pt x="39434" y="6277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98" name="Google Shape;3698;p97"/>
            <p:cNvSpPr/>
            <p:nvPr/>
          </p:nvSpPr>
          <p:spPr>
            <a:xfrm>
              <a:off x="9144510" y="5219854"/>
              <a:ext cx="68675" cy="103251"/>
            </a:xfrm>
            <a:custGeom>
              <a:avLst/>
              <a:gdLst/>
              <a:ahLst/>
              <a:cxnLst/>
              <a:rect l="l" t="t" r="r" b="b"/>
              <a:pathLst>
                <a:path w="68675" h="103251" extrusionOk="0">
                  <a:moveTo>
                    <a:pt x="38100" y="42482"/>
                  </a:moveTo>
                  <a:cubicBezTo>
                    <a:pt x="23146" y="37529"/>
                    <a:pt x="18955" y="34290"/>
                    <a:pt x="18955" y="27527"/>
                  </a:cubicBezTo>
                  <a:cubicBezTo>
                    <a:pt x="18955" y="19622"/>
                    <a:pt x="24575" y="15145"/>
                    <a:pt x="34385" y="15145"/>
                  </a:cubicBezTo>
                  <a:cubicBezTo>
                    <a:pt x="48673" y="15145"/>
                    <a:pt x="57245" y="23336"/>
                    <a:pt x="57245" y="23336"/>
                  </a:cubicBezTo>
                  <a:lnTo>
                    <a:pt x="66104" y="10001"/>
                  </a:lnTo>
                  <a:cubicBezTo>
                    <a:pt x="66104" y="10001"/>
                    <a:pt x="57055" y="0"/>
                    <a:pt x="34290" y="0"/>
                  </a:cubicBezTo>
                  <a:cubicBezTo>
                    <a:pt x="11525" y="0"/>
                    <a:pt x="667" y="11240"/>
                    <a:pt x="667" y="28194"/>
                  </a:cubicBezTo>
                  <a:cubicBezTo>
                    <a:pt x="667" y="43625"/>
                    <a:pt x="10096" y="51054"/>
                    <a:pt x="30670" y="57626"/>
                  </a:cubicBezTo>
                  <a:cubicBezTo>
                    <a:pt x="46958" y="63056"/>
                    <a:pt x="50292" y="66866"/>
                    <a:pt x="50292" y="74390"/>
                  </a:cubicBezTo>
                  <a:cubicBezTo>
                    <a:pt x="50292" y="82487"/>
                    <a:pt x="45529" y="88011"/>
                    <a:pt x="34195" y="88011"/>
                  </a:cubicBezTo>
                  <a:cubicBezTo>
                    <a:pt x="19526" y="88011"/>
                    <a:pt x="8858" y="78486"/>
                    <a:pt x="8858" y="78486"/>
                  </a:cubicBezTo>
                  <a:lnTo>
                    <a:pt x="0" y="90869"/>
                  </a:lnTo>
                  <a:cubicBezTo>
                    <a:pt x="0" y="90869"/>
                    <a:pt x="11240" y="103251"/>
                    <a:pt x="34766" y="103251"/>
                  </a:cubicBezTo>
                  <a:cubicBezTo>
                    <a:pt x="58293" y="103251"/>
                    <a:pt x="68675" y="90107"/>
                    <a:pt x="68675" y="73247"/>
                  </a:cubicBezTo>
                  <a:cubicBezTo>
                    <a:pt x="68675" y="57912"/>
                    <a:pt x="60293" y="49244"/>
                    <a:pt x="38005" y="4248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699" name="Google Shape;3699;p97"/>
            <p:cNvSpPr/>
            <p:nvPr/>
          </p:nvSpPr>
          <p:spPr>
            <a:xfrm>
              <a:off x="9218138" y="5219854"/>
              <a:ext cx="91058" cy="103251"/>
            </a:xfrm>
            <a:custGeom>
              <a:avLst/>
              <a:gdLst/>
              <a:ahLst/>
              <a:cxnLst/>
              <a:rect l="l" t="t" r="r" b="b"/>
              <a:pathLst>
                <a:path w="91058" h="103251" extrusionOk="0">
                  <a:moveTo>
                    <a:pt x="45434" y="0"/>
                  </a:moveTo>
                  <a:cubicBezTo>
                    <a:pt x="18097" y="0"/>
                    <a:pt x="0" y="22860"/>
                    <a:pt x="0" y="51721"/>
                  </a:cubicBezTo>
                  <a:cubicBezTo>
                    <a:pt x="0" y="80582"/>
                    <a:pt x="18097" y="103251"/>
                    <a:pt x="45434" y="103251"/>
                  </a:cubicBezTo>
                  <a:cubicBezTo>
                    <a:pt x="72771" y="103251"/>
                    <a:pt x="91059" y="80201"/>
                    <a:pt x="91059" y="51721"/>
                  </a:cubicBezTo>
                  <a:cubicBezTo>
                    <a:pt x="91059" y="23241"/>
                    <a:pt x="72962" y="0"/>
                    <a:pt x="45434" y="0"/>
                  </a:cubicBezTo>
                  <a:close/>
                  <a:moveTo>
                    <a:pt x="45434" y="87440"/>
                  </a:moveTo>
                  <a:cubicBezTo>
                    <a:pt x="28480" y="87440"/>
                    <a:pt x="16764" y="72009"/>
                    <a:pt x="16764" y="51721"/>
                  </a:cubicBezTo>
                  <a:cubicBezTo>
                    <a:pt x="16764" y="31433"/>
                    <a:pt x="28480" y="15621"/>
                    <a:pt x="45434" y="15621"/>
                  </a:cubicBezTo>
                  <a:cubicBezTo>
                    <a:pt x="62389" y="15621"/>
                    <a:pt x="74295" y="31242"/>
                    <a:pt x="74295" y="51721"/>
                  </a:cubicBezTo>
                  <a:cubicBezTo>
                    <a:pt x="74295" y="72200"/>
                    <a:pt x="62484" y="87440"/>
                    <a:pt x="45434" y="874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00" name="Google Shape;3700;p97"/>
            <p:cNvSpPr/>
            <p:nvPr/>
          </p:nvSpPr>
          <p:spPr>
            <a:xfrm>
              <a:off x="9320246" y="5221950"/>
              <a:ext cx="78771" cy="98774"/>
            </a:xfrm>
            <a:custGeom>
              <a:avLst/>
              <a:gdLst/>
              <a:ahLst/>
              <a:cxnLst/>
              <a:rect l="l" t="t" r="r" b="b"/>
              <a:pathLst>
                <a:path w="78771" h="98774" extrusionOk="0">
                  <a:moveTo>
                    <a:pt x="62389" y="68866"/>
                  </a:moveTo>
                  <a:lnTo>
                    <a:pt x="12002" y="0"/>
                  </a:lnTo>
                  <a:lnTo>
                    <a:pt x="0" y="0"/>
                  </a:lnTo>
                  <a:lnTo>
                    <a:pt x="0" y="98774"/>
                  </a:lnTo>
                  <a:lnTo>
                    <a:pt x="16193" y="98774"/>
                  </a:lnTo>
                  <a:lnTo>
                    <a:pt x="16193" y="30290"/>
                  </a:lnTo>
                  <a:lnTo>
                    <a:pt x="66580" y="98774"/>
                  </a:lnTo>
                  <a:lnTo>
                    <a:pt x="78772" y="98774"/>
                  </a:lnTo>
                  <a:lnTo>
                    <a:pt x="78772" y="0"/>
                  </a:lnTo>
                  <a:lnTo>
                    <a:pt x="62389" y="0"/>
                  </a:lnTo>
                  <a:lnTo>
                    <a:pt x="62389" y="6886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701" name="Google Shape;3701;p97"/>
          <p:cNvGrpSpPr/>
          <p:nvPr/>
        </p:nvGrpSpPr>
        <p:grpSpPr>
          <a:xfrm>
            <a:off x="5999225" y="3326016"/>
            <a:ext cx="294680" cy="294679"/>
            <a:chOff x="9577666" y="4964654"/>
            <a:chExt cx="523875" cy="523874"/>
          </a:xfrm>
        </p:grpSpPr>
        <p:sp>
          <p:nvSpPr>
            <p:cNvPr id="3702" name="Google Shape;3702;p97"/>
            <p:cNvSpPr/>
            <p:nvPr/>
          </p:nvSpPr>
          <p:spPr>
            <a:xfrm>
              <a:off x="9577666" y="4964654"/>
              <a:ext cx="523875" cy="523874"/>
            </a:xfrm>
            <a:custGeom>
              <a:avLst/>
              <a:gdLst/>
              <a:ahLst/>
              <a:cxnLst/>
              <a:rect l="l" t="t" r="r" b="b"/>
              <a:pathLst>
                <a:path w="523875" h="523874" extrusionOk="0">
                  <a:moveTo>
                    <a:pt x="441484" y="0"/>
                  </a:moveTo>
                  <a:lnTo>
                    <a:pt x="82391" y="0"/>
                  </a:lnTo>
                  <a:cubicBezTo>
                    <a:pt x="36957" y="0"/>
                    <a:pt x="0" y="36957"/>
                    <a:pt x="0" y="82391"/>
                  </a:cubicBezTo>
                  <a:lnTo>
                    <a:pt x="0" y="441484"/>
                  </a:lnTo>
                  <a:cubicBezTo>
                    <a:pt x="0" y="486918"/>
                    <a:pt x="36957" y="523875"/>
                    <a:pt x="82391" y="523875"/>
                  </a:cubicBezTo>
                  <a:lnTo>
                    <a:pt x="441484" y="523875"/>
                  </a:lnTo>
                  <a:cubicBezTo>
                    <a:pt x="486918" y="523875"/>
                    <a:pt x="523875" y="486918"/>
                    <a:pt x="523875" y="441484"/>
                  </a:cubicBezTo>
                  <a:lnTo>
                    <a:pt x="523875" y="82391"/>
                  </a:lnTo>
                  <a:cubicBezTo>
                    <a:pt x="523875" y="36957"/>
                    <a:pt x="486918" y="0"/>
                    <a:pt x="441484" y="0"/>
                  </a:cubicBezTo>
                  <a:close/>
                  <a:moveTo>
                    <a:pt x="485775" y="441388"/>
                  </a:moveTo>
                  <a:cubicBezTo>
                    <a:pt x="485775" y="465868"/>
                    <a:pt x="465868" y="485680"/>
                    <a:pt x="441484" y="485680"/>
                  </a:cubicBezTo>
                  <a:lnTo>
                    <a:pt x="82391" y="485680"/>
                  </a:lnTo>
                  <a:cubicBezTo>
                    <a:pt x="57912" y="485680"/>
                    <a:pt x="38100" y="465773"/>
                    <a:pt x="38100" y="441388"/>
                  </a:cubicBezTo>
                  <a:lnTo>
                    <a:pt x="38100" y="82391"/>
                  </a:lnTo>
                  <a:cubicBezTo>
                    <a:pt x="38100" y="58007"/>
                    <a:pt x="58007" y="38100"/>
                    <a:pt x="82391" y="38100"/>
                  </a:cubicBezTo>
                  <a:lnTo>
                    <a:pt x="441484" y="38100"/>
                  </a:lnTo>
                  <a:cubicBezTo>
                    <a:pt x="465963" y="38100"/>
                    <a:pt x="485775" y="58007"/>
                    <a:pt x="485775" y="82391"/>
                  </a:cubicBezTo>
                  <a:lnTo>
                    <a:pt x="485775" y="44148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03" name="Google Shape;3703;p97"/>
            <p:cNvSpPr/>
            <p:nvPr/>
          </p:nvSpPr>
          <p:spPr>
            <a:xfrm>
              <a:off x="9820839" y="5254786"/>
              <a:ext cx="77343" cy="140493"/>
            </a:xfrm>
            <a:custGeom>
              <a:avLst/>
              <a:gdLst/>
              <a:ahLst/>
              <a:cxnLst/>
              <a:rect l="l" t="t" r="r" b="b"/>
              <a:pathLst>
                <a:path w="77343" h="140493" extrusionOk="0">
                  <a:moveTo>
                    <a:pt x="54673" y="87249"/>
                  </a:moveTo>
                  <a:cubicBezTo>
                    <a:pt x="54673" y="109252"/>
                    <a:pt x="47149" y="118586"/>
                    <a:pt x="31337" y="118586"/>
                  </a:cubicBezTo>
                  <a:cubicBezTo>
                    <a:pt x="19431" y="118586"/>
                    <a:pt x="10954" y="110776"/>
                    <a:pt x="10954" y="110776"/>
                  </a:cubicBezTo>
                  <a:lnTo>
                    <a:pt x="0" y="128588"/>
                  </a:lnTo>
                  <a:cubicBezTo>
                    <a:pt x="0" y="128588"/>
                    <a:pt x="10954" y="140494"/>
                    <a:pt x="32480" y="140494"/>
                  </a:cubicBezTo>
                  <a:cubicBezTo>
                    <a:pt x="63341" y="140494"/>
                    <a:pt x="77057" y="120587"/>
                    <a:pt x="77343" y="91726"/>
                  </a:cubicBezTo>
                  <a:lnTo>
                    <a:pt x="77343" y="0"/>
                  </a:lnTo>
                  <a:lnTo>
                    <a:pt x="54673" y="0"/>
                  </a:lnTo>
                  <a:lnTo>
                    <a:pt x="54673" y="8715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04" name="Google Shape;3704;p97"/>
            <p:cNvSpPr/>
            <p:nvPr/>
          </p:nvSpPr>
          <p:spPr>
            <a:xfrm>
              <a:off x="9918756" y="5251928"/>
              <a:ext cx="95440" cy="143446"/>
            </a:xfrm>
            <a:custGeom>
              <a:avLst/>
              <a:gdLst/>
              <a:ahLst/>
              <a:cxnLst/>
              <a:rect l="l" t="t" r="r" b="b"/>
              <a:pathLst>
                <a:path w="95440" h="143446" extrusionOk="0">
                  <a:moveTo>
                    <a:pt x="52864" y="59055"/>
                  </a:moveTo>
                  <a:cubicBezTo>
                    <a:pt x="32004" y="52197"/>
                    <a:pt x="26289" y="47625"/>
                    <a:pt x="26289" y="38195"/>
                  </a:cubicBezTo>
                  <a:cubicBezTo>
                    <a:pt x="26289" y="27242"/>
                    <a:pt x="34099" y="21050"/>
                    <a:pt x="47816" y="21050"/>
                  </a:cubicBezTo>
                  <a:cubicBezTo>
                    <a:pt x="67723" y="21050"/>
                    <a:pt x="79629" y="32480"/>
                    <a:pt x="79629" y="32480"/>
                  </a:cubicBezTo>
                  <a:lnTo>
                    <a:pt x="92012" y="13907"/>
                  </a:lnTo>
                  <a:cubicBezTo>
                    <a:pt x="92012" y="13907"/>
                    <a:pt x="79439" y="0"/>
                    <a:pt x="47816" y="0"/>
                  </a:cubicBezTo>
                  <a:cubicBezTo>
                    <a:pt x="16192" y="0"/>
                    <a:pt x="1143" y="15526"/>
                    <a:pt x="1143" y="39148"/>
                  </a:cubicBezTo>
                  <a:cubicBezTo>
                    <a:pt x="1143" y="60674"/>
                    <a:pt x="14192" y="70961"/>
                    <a:pt x="42767" y="80105"/>
                  </a:cubicBezTo>
                  <a:cubicBezTo>
                    <a:pt x="65437" y="87630"/>
                    <a:pt x="70009" y="92869"/>
                    <a:pt x="70009" y="103442"/>
                  </a:cubicBezTo>
                  <a:cubicBezTo>
                    <a:pt x="70009" y="114681"/>
                    <a:pt x="63341" y="122396"/>
                    <a:pt x="47625" y="122396"/>
                  </a:cubicBezTo>
                  <a:cubicBezTo>
                    <a:pt x="27241" y="122396"/>
                    <a:pt x="12382" y="109157"/>
                    <a:pt x="12382" y="109157"/>
                  </a:cubicBezTo>
                  <a:lnTo>
                    <a:pt x="0" y="126302"/>
                  </a:lnTo>
                  <a:cubicBezTo>
                    <a:pt x="0" y="126302"/>
                    <a:pt x="15526" y="143447"/>
                    <a:pt x="48292" y="143447"/>
                  </a:cubicBezTo>
                  <a:cubicBezTo>
                    <a:pt x="81058" y="143447"/>
                    <a:pt x="95441" y="125159"/>
                    <a:pt x="95441" y="101822"/>
                  </a:cubicBezTo>
                  <a:cubicBezTo>
                    <a:pt x="95441" y="80582"/>
                    <a:pt x="83725" y="68390"/>
                    <a:pt x="52864" y="5905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705" name="Google Shape;3705;p97"/>
          <p:cNvGrpSpPr/>
          <p:nvPr/>
        </p:nvGrpSpPr>
        <p:grpSpPr>
          <a:xfrm>
            <a:off x="4425396" y="4127790"/>
            <a:ext cx="295215" cy="247102"/>
            <a:chOff x="2339894" y="1176336"/>
            <a:chExt cx="524827" cy="439293"/>
          </a:xfrm>
        </p:grpSpPr>
        <p:sp>
          <p:nvSpPr>
            <p:cNvPr id="3706" name="Google Shape;3706;p97"/>
            <p:cNvSpPr/>
            <p:nvPr/>
          </p:nvSpPr>
          <p:spPr>
            <a:xfrm>
              <a:off x="2417809" y="1429034"/>
              <a:ext cx="369093" cy="23812"/>
            </a:xfrm>
            <a:custGeom>
              <a:avLst/>
              <a:gdLst/>
              <a:ahLst/>
              <a:cxnLst/>
              <a:rect l="l" t="t" r="r" b="b"/>
              <a:pathLst>
                <a:path w="369093" h="23812" extrusionOk="0">
                  <a:moveTo>
                    <a:pt x="357092" y="0"/>
                  </a:moveTo>
                  <a:lnTo>
                    <a:pt x="11906" y="0"/>
                  </a:lnTo>
                  <a:cubicBezTo>
                    <a:pt x="5334" y="0"/>
                    <a:pt x="0" y="5334"/>
                    <a:pt x="0" y="11906"/>
                  </a:cubicBezTo>
                  <a:cubicBezTo>
                    <a:pt x="0" y="18478"/>
                    <a:pt x="5334" y="23813"/>
                    <a:pt x="11906" y="23813"/>
                  </a:cubicBezTo>
                  <a:lnTo>
                    <a:pt x="357188" y="23813"/>
                  </a:lnTo>
                  <a:cubicBezTo>
                    <a:pt x="363760" y="23813"/>
                    <a:pt x="369094" y="18478"/>
                    <a:pt x="369094" y="11906"/>
                  </a:cubicBezTo>
                  <a:cubicBezTo>
                    <a:pt x="369094" y="5334"/>
                    <a:pt x="363760" y="0"/>
                    <a:pt x="3571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07" name="Google Shape;3707;p97"/>
            <p:cNvSpPr/>
            <p:nvPr/>
          </p:nvSpPr>
          <p:spPr>
            <a:xfrm>
              <a:off x="2417809" y="1468658"/>
              <a:ext cx="369093" cy="23812"/>
            </a:xfrm>
            <a:custGeom>
              <a:avLst/>
              <a:gdLst/>
              <a:ahLst/>
              <a:cxnLst/>
              <a:rect l="l" t="t" r="r" b="b"/>
              <a:pathLst>
                <a:path w="369093" h="23812" extrusionOk="0">
                  <a:moveTo>
                    <a:pt x="357092" y="0"/>
                  </a:moveTo>
                  <a:lnTo>
                    <a:pt x="11906" y="0"/>
                  </a:lnTo>
                  <a:cubicBezTo>
                    <a:pt x="5334" y="0"/>
                    <a:pt x="0" y="5334"/>
                    <a:pt x="0" y="11906"/>
                  </a:cubicBezTo>
                  <a:cubicBezTo>
                    <a:pt x="0" y="18478"/>
                    <a:pt x="5334" y="23813"/>
                    <a:pt x="11906" y="23813"/>
                  </a:cubicBezTo>
                  <a:lnTo>
                    <a:pt x="357188" y="23813"/>
                  </a:lnTo>
                  <a:cubicBezTo>
                    <a:pt x="363760" y="23813"/>
                    <a:pt x="369094" y="18478"/>
                    <a:pt x="369094" y="11906"/>
                  </a:cubicBezTo>
                  <a:cubicBezTo>
                    <a:pt x="369094" y="5334"/>
                    <a:pt x="363760" y="0"/>
                    <a:pt x="3571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08" name="Google Shape;3708;p97"/>
            <p:cNvSpPr/>
            <p:nvPr/>
          </p:nvSpPr>
          <p:spPr>
            <a:xfrm>
              <a:off x="2417809" y="1508377"/>
              <a:ext cx="369093" cy="23812"/>
            </a:xfrm>
            <a:custGeom>
              <a:avLst/>
              <a:gdLst/>
              <a:ahLst/>
              <a:cxnLst/>
              <a:rect l="l" t="t" r="r" b="b"/>
              <a:pathLst>
                <a:path w="369093" h="23812" extrusionOk="0">
                  <a:moveTo>
                    <a:pt x="357092" y="0"/>
                  </a:moveTo>
                  <a:lnTo>
                    <a:pt x="11906" y="0"/>
                  </a:lnTo>
                  <a:cubicBezTo>
                    <a:pt x="5334" y="0"/>
                    <a:pt x="0" y="5334"/>
                    <a:pt x="0" y="11906"/>
                  </a:cubicBezTo>
                  <a:cubicBezTo>
                    <a:pt x="0" y="18479"/>
                    <a:pt x="5334" y="23813"/>
                    <a:pt x="11906" y="23813"/>
                  </a:cubicBezTo>
                  <a:lnTo>
                    <a:pt x="357188" y="23813"/>
                  </a:lnTo>
                  <a:cubicBezTo>
                    <a:pt x="363760" y="23813"/>
                    <a:pt x="369094" y="18479"/>
                    <a:pt x="369094" y="11906"/>
                  </a:cubicBezTo>
                  <a:cubicBezTo>
                    <a:pt x="369094" y="5334"/>
                    <a:pt x="363760" y="0"/>
                    <a:pt x="3571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09" name="Google Shape;3709;p97"/>
            <p:cNvSpPr/>
            <p:nvPr/>
          </p:nvSpPr>
          <p:spPr>
            <a:xfrm>
              <a:off x="2607166" y="1389315"/>
              <a:ext cx="179641" cy="23812"/>
            </a:xfrm>
            <a:custGeom>
              <a:avLst/>
              <a:gdLst/>
              <a:ahLst/>
              <a:cxnLst/>
              <a:rect l="l" t="t" r="r" b="b"/>
              <a:pathLst>
                <a:path w="179641" h="23812" extrusionOk="0">
                  <a:moveTo>
                    <a:pt x="167735" y="0"/>
                  </a:moveTo>
                  <a:lnTo>
                    <a:pt x="11906" y="0"/>
                  </a:lnTo>
                  <a:cubicBezTo>
                    <a:pt x="5334" y="0"/>
                    <a:pt x="0" y="5334"/>
                    <a:pt x="0" y="11906"/>
                  </a:cubicBezTo>
                  <a:cubicBezTo>
                    <a:pt x="0" y="18479"/>
                    <a:pt x="5334" y="23813"/>
                    <a:pt x="11906" y="23813"/>
                  </a:cubicBezTo>
                  <a:lnTo>
                    <a:pt x="167735" y="23813"/>
                  </a:lnTo>
                  <a:cubicBezTo>
                    <a:pt x="174308" y="23813"/>
                    <a:pt x="179642" y="18479"/>
                    <a:pt x="179642" y="11906"/>
                  </a:cubicBezTo>
                  <a:cubicBezTo>
                    <a:pt x="179642" y="5334"/>
                    <a:pt x="174308" y="0"/>
                    <a:pt x="16773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10" name="Google Shape;3710;p97"/>
            <p:cNvSpPr/>
            <p:nvPr/>
          </p:nvSpPr>
          <p:spPr>
            <a:xfrm>
              <a:off x="2402283" y="1231486"/>
              <a:ext cx="24300" cy="243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11" name="Google Shape;3711;p97"/>
            <p:cNvSpPr/>
            <p:nvPr/>
          </p:nvSpPr>
          <p:spPr>
            <a:xfrm>
              <a:off x="2450670" y="1231486"/>
              <a:ext cx="24193" cy="24193"/>
            </a:xfrm>
            <a:custGeom>
              <a:avLst/>
              <a:gdLst/>
              <a:ahLst/>
              <a:cxnLst/>
              <a:rect l="l" t="t" r="r" b="b"/>
              <a:pathLst>
                <a:path w="24193" h="24193" extrusionOk="0">
                  <a:moveTo>
                    <a:pt x="12097" y="24194"/>
                  </a:moveTo>
                  <a:cubicBezTo>
                    <a:pt x="18764" y="24194"/>
                    <a:pt x="24193" y="18764"/>
                    <a:pt x="24193" y="12097"/>
                  </a:cubicBezTo>
                  <a:cubicBezTo>
                    <a:pt x="24193" y="5429"/>
                    <a:pt x="18764" y="0"/>
                    <a:pt x="12097" y="0"/>
                  </a:cubicBezTo>
                  <a:cubicBezTo>
                    <a:pt x="5429" y="0"/>
                    <a:pt x="0" y="5429"/>
                    <a:pt x="0" y="12097"/>
                  </a:cubicBezTo>
                  <a:cubicBezTo>
                    <a:pt x="0" y="18764"/>
                    <a:pt x="5429" y="24194"/>
                    <a:pt x="12097" y="241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12" name="Google Shape;3712;p97"/>
            <p:cNvSpPr/>
            <p:nvPr/>
          </p:nvSpPr>
          <p:spPr>
            <a:xfrm>
              <a:off x="2499057" y="1231486"/>
              <a:ext cx="24193" cy="24193"/>
            </a:xfrm>
            <a:custGeom>
              <a:avLst/>
              <a:gdLst/>
              <a:ahLst/>
              <a:cxnLst/>
              <a:rect l="l" t="t" r="r" b="b"/>
              <a:pathLst>
                <a:path w="24193" h="24193" extrusionOk="0">
                  <a:moveTo>
                    <a:pt x="12097" y="24194"/>
                  </a:moveTo>
                  <a:cubicBezTo>
                    <a:pt x="18764" y="24194"/>
                    <a:pt x="24193" y="18764"/>
                    <a:pt x="24193" y="12097"/>
                  </a:cubicBezTo>
                  <a:cubicBezTo>
                    <a:pt x="24193" y="5429"/>
                    <a:pt x="18764" y="0"/>
                    <a:pt x="12097" y="0"/>
                  </a:cubicBezTo>
                  <a:cubicBezTo>
                    <a:pt x="5429" y="0"/>
                    <a:pt x="0" y="5429"/>
                    <a:pt x="0" y="12097"/>
                  </a:cubicBezTo>
                  <a:cubicBezTo>
                    <a:pt x="0" y="18764"/>
                    <a:pt x="5429" y="24194"/>
                    <a:pt x="12097" y="241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13" name="Google Shape;3713;p97"/>
            <p:cNvSpPr/>
            <p:nvPr/>
          </p:nvSpPr>
          <p:spPr>
            <a:xfrm>
              <a:off x="2339894" y="1176336"/>
              <a:ext cx="524827" cy="439293"/>
            </a:xfrm>
            <a:custGeom>
              <a:avLst/>
              <a:gdLst/>
              <a:ahLst/>
              <a:cxnLst/>
              <a:rect l="l" t="t" r="r" b="b"/>
              <a:pathLst>
                <a:path w="524827" h="439293" extrusionOk="0">
                  <a:moveTo>
                    <a:pt x="505778" y="0"/>
                  </a:moveTo>
                  <a:lnTo>
                    <a:pt x="19050" y="0"/>
                  </a:lnTo>
                  <a:cubicBezTo>
                    <a:pt x="8573" y="0"/>
                    <a:pt x="0" y="8573"/>
                    <a:pt x="0" y="19050"/>
                  </a:cubicBezTo>
                  <a:lnTo>
                    <a:pt x="0" y="420243"/>
                  </a:lnTo>
                  <a:cubicBezTo>
                    <a:pt x="0" y="430721"/>
                    <a:pt x="8573" y="439293"/>
                    <a:pt x="19050" y="439293"/>
                  </a:cubicBezTo>
                  <a:lnTo>
                    <a:pt x="505778" y="439293"/>
                  </a:lnTo>
                  <a:cubicBezTo>
                    <a:pt x="516255" y="439293"/>
                    <a:pt x="524828" y="430721"/>
                    <a:pt x="524828" y="420243"/>
                  </a:cubicBezTo>
                  <a:lnTo>
                    <a:pt x="524828" y="19050"/>
                  </a:lnTo>
                  <a:cubicBezTo>
                    <a:pt x="524828" y="8573"/>
                    <a:pt x="516255" y="0"/>
                    <a:pt x="505778" y="0"/>
                  </a:cubicBezTo>
                  <a:close/>
                  <a:moveTo>
                    <a:pt x="486728" y="38100"/>
                  </a:moveTo>
                  <a:lnTo>
                    <a:pt x="486728" y="97060"/>
                  </a:lnTo>
                  <a:lnTo>
                    <a:pt x="38100" y="97060"/>
                  </a:lnTo>
                  <a:lnTo>
                    <a:pt x="38100" y="38100"/>
                  </a:lnTo>
                  <a:lnTo>
                    <a:pt x="486728" y="38100"/>
                  </a:lnTo>
                  <a:close/>
                  <a:moveTo>
                    <a:pt x="38100" y="401193"/>
                  </a:moveTo>
                  <a:lnTo>
                    <a:pt x="38100" y="120872"/>
                  </a:lnTo>
                  <a:lnTo>
                    <a:pt x="486728" y="120872"/>
                  </a:lnTo>
                  <a:lnTo>
                    <a:pt x="486728" y="401193"/>
                  </a:lnTo>
                  <a:lnTo>
                    <a:pt x="38100" y="40119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14" name="Google Shape;3714;p97"/>
            <p:cNvSpPr/>
            <p:nvPr/>
          </p:nvSpPr>
          <p:spPr>
            <a:xfrm>
              <a:off x="2415713" y="1319878"/>
              <a:ext cx="177165" cy="92678"/>
            </a:xfrm>
            <a:custGeom>
              <a:avLst/>
              <a:gdLst/>
              <a:ahLst/>
              <a:cxnLst/>
              <a:rect l="l" t="t" r="r" b="b"/>
              <a:pathLst>
                <a:path w="177165" h="92678" extrusionOk="0">
                  <a:moveTo>
                    <a:pt x="11906" y="92678"/>
                  </a:moveTo>
                  <a:lnTo>
                    <a:pt x="165259" y="92678"/>
                  </a:lnTo>
                  <a:cubicBezTo>
                    <a:pt x="171831" y="92678"/>
                    <a:pt x="177165" y="87344"/>
                    <a:pt x="177165" y="80772"/>
                  </a:cubicBezTo>
                  <a:lnTo>
                    <a:pt x="177165" y="11906"/>
                  </a:lnTo>
                  <a:cubicBezTo>
                    <a:pt x="177165" y="5334"/>
                    <a:pt x="171831" y="0"/>
                    <a:pt x="165259" y="0"/>
                  </a:cubicBezTo>
                  <a:lnTo>
                    <a:pt x="11906" y="0"/>
                  </a:lnTo>
                  <a:cubicBezTo>
                    <a:pt x="5334" y="0"/>
                    <a:pt x="0" y="5334"/>
                    <a:pt x="0" y="11906"/>
                  </a:cubicBezTo>
                  <a:lnTo>
                    <a:pt x="0" y="80772"/>
                  </a:lnTo>
                  <a:cubicBezTo>
                    <a:pt x="0" y="87344"/>
                    <a:pt x="5334" y="92678"/>
                    <a:pt x="11906" y="92678"/>
                  </a:cubicBezTo>
                  <a:close/>
                  <a:moveTo>
                    <a:pt x="23813" y="23717"/>
                  </a:moveTo>
                  <a:lnTo>
                    <a:pt x="153353" y="23717"/>
                  </a:lnTo>
                  <a:lnTo>
                    <a:pt x="153353" y="68770"/>
                  </a:lnTo>
                  <a:lnTo>
                    <a:pt x="23813" y="68770"/>
                  </a:lnTo>
                  <a:lnTo>
                    <a:pt x="23813" y="2371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715" name="Google Shape;3715;p97"/>
          <p:cNvGrpSpPr/>
          <p:nvPr/>
        </p:nvGrpSpPr>
        <p:grpSpPr>
          <a:xfrm>
            <a:off x="5244030" y="4103996"/>
            <a:ext cx="219295" cy="294680"/>
            <a:chOff x="3794873" y="1134045"/>
            <a:chExt cx="389858" cy="523875"/>
          </a:xfrm>
        </p:grpSpPr>
        <p:sp>
          <p:nvSpPr>
            <p:cNvPr id="3716" name="Google Shape;3716;p97"/>
            <p:cNvSpPr/>
            <p:nvPr/>
          </p:nvSpPr>
          <p:spPr>
            <a:xfrm>
              <a:off x="3876788" y="1325402"/>
              <a:ext cx="224789" cy="258317"/>
            </a:xfrm>
            <a:custGeom>
              <a:avLst/>
              <a:gdLst/>
              <a:ahLst/>
              <a:cxnLst/>
              <a:rect l="l" t="t" r="r" b="b"/>
              <a:pathLst>
                <a:path w="224789" h="258317" extrusionOk="0">
                  <a:moveTo>
                    <a:pt x="11906" y="0"/>
                  </a:moveTo>
                  <a:cubicBezTo>
                    <a:pt x="5334" y="0"/>
                    <a:pt x="0" y="5334"/>
                    <a:pt x="0" y="11906"/>
                  </a:cubicBezTo>
                  <a:lnTo>
                    <a:pt x="0" y="246412"/>
                  </a:lnTo>
                  <a:cubicBezTo>
                    <a:pt x="0" y="252984"/>
                    <a:pt x="5334" y="258318"/>
                    <a:pt x="11906" y="258318"/>
                  </a:cubicBezTo>
                  <a:lnTo>
                    <a:pt x="212884" y="258318"/>
                  </a:lnTo>
                  <a:cubicBezTo>
                    <a:pt x="219456" y="258318"/>
                    <a:pt x="224790" y="252984"/>
                    <a:pt x="224790" y="246412"/>
                  </a:cubicBezTo>
                  <a:lnTo>
                    <a:pt x="224790" y="11906"/>
                  </a:lnTo>
                  <a:cubicBezTo>
                    <a:pt x="224790" y="5334"/>
                    <a:pt x="219456" y="0"/>
                    <a:pt x="212884" y="0"/>
                  </a:cubicBezTo>
                  <a:lnTo>
                    <a:pt x="11906" y="0"/>
                  </a:lnTo>
                  <a:close/>
                  <a:moveTo>
                    <a:pt x="200977" y="23813"/>
                  </a:moveTo>
                  <a:lnTo>
                    <a:pt x="200977" y="167545"/>
                  </a:lnTo>
                  <a:lnTo>
                    <a:pt x="23813" y="167545"/>
                  </a:lnTo>
                  <a:lnTo>
                    <a:pt x="23813" y="23813"/>
                  </a:lnTo>
                  <a:lnTo>
                    <a:pt x="200977" y="23813"/>
                  </a:lnTo>
                  <a:close/>
                  <a:moveTo>
                    <a:pt x="23813" y="234601"/>
                  </a:moveTo>
                  <a:lnTo>
                    <a:pt x="23813" y="191452"/>
                  </a:lnTo>
                  <a:lnTo>
                    <a:pt x="200977" y="191452"/>
                  </a:lnTo>
                  <a:lnTo>
                    <a:pt x="200977" y="234601"/>
                  </a:lnTo>
                  <a:lnTo>
                    <a:pt x="23813" y="23460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17" name="Google Shape;3717;p97"/>
            <p:cNvSpPr/>
            <p:nvPr/>
          </p:nvSpPr>
          <p:spPr>
            <a:xfrm>
              <a:off x="3926699" y="1373789"/>
              <a:ext cx="124968" cy="23812"/>
            </a:xfrm>
            <a:custGeom>
              <a:avLst/>
              <a:gdLst/>
              <a:ahLst/>
              <a:cxnLst/>
              <a:rect l="l" t="t" r="r" b="b"/>
              <a:pathLst>
                <a:path w="124968" h="23812" extrusionOk="0">
                  <a:moveTo>
                    <a:pt x="11906" y="23812"/>
                  </a:moveTo>
                  <a:lnTo>
                    <a:pt x="113062" y="23812"/>
                  </a:lnTo>
                  <a:cubicBezTo>
                    <a:pt x="119634" y="23812"/>
                    <a:pt x="124968" y="18479"/>
                    <a:pt x="124968" y="11906"/>
                  </a:cubicBezTo>
                  <a:cubicBezTo>
                    <a:pt x="124968" y="5334"/>
                    <a:pt x="119634" y="0"/>
                    <a:pt x="113062" y="0"/>
                  </a:cubicBezTo>
                  <a:lnTo>
                    <a:pt x="11906" y="0"/>
                  </a:lnTo>
                  <a:cubicBezTo>
                    <a:pt x="5334" y="0"/>
                    <a:pt x="0" y="5334"/>
                    <a:pt x="0" y="11906"/>
                  </a:cubicBezTo>
                  <a:cubicBezTo>
                    <a:pt x="0" y="18479"/>
                    <a:pt x="5334" y="23812"/>
                    <a:pt x="11906" y="2381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18" name="Google Shape;3718;p97"/>
            <p:cNvSpPr/>
            <p:nvPr/>
          </p:nvSpPr>
          <p:spPr>
            <a:xfrm>
              <a:off x="3926699" y="1409222"/>
              <a:ext cx="124968" cy="23812"/>
            </a:xfrm>
            <a:custGeom>
              <a:avLst/>
              <a:gdLst/>
              <a:ahLst/>
              <a:cxnLst/>
              <a:rect l="l" t="t" r="r" b="b"/>
              <a:pathLst>
                <a:path w="124968" h="23812" extrusionOk="0">
                  <a:moveTo>
                    <a:pt x="11906" y="23813"/>
                  </a:moveTo>
                  <a:lnTo>
                    <a:pt x="113062" y="23813"/>
                  </a:lnTo>
                  <a:cubicBezTo>
                    <a:pt x="119634" y="23813"/>
                    <a:pt x="124968" y="18479"/>
                    <a:pt x="124968" y="11906"/>
                  </a:cubicBezTo>
                  <a:cubicBezTo>
                    <a:pt x="124968" y="5334"/>
                    <a:pt x="119634" y="0"/>
                    <a:pt x="113062"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19" name="Google Shape;3719;p97"/>
            <p:cNvSpPr/>
            <p:nvPr/>
          </p:nvSpPr>
          <p:spPr>
            <a:xfrm>
              <a:off x="3926699" y="1444560"/>
              <a:ext cx="124968" cy="23812"/>
            </a:xfrm>
            <a:custGeom>
              <a:avLst/>
              <a:gdLst/>
              <a:ahLst/>
              <a:cxnLst/>
              <a:rect l="l" t="t" r="r" b="b"/>
              <a:pathLst>
                <a:path w="124968" h="23812" extrusionOk="0">
                  <a:moveTo>
                    <a:pt x="11906" y="23813"/>
                  </a:moveTo>
                  <a:lnTo>
                    <a:pt x="113062" y="23813"/>
                  </a:lnTo>
                  <a:cubicBezTo>
                    <a:pt x="119634" y="23813"/>
                    <a:pt x="124968" y="18479"/>
                    <a:pt x="124968" y="11906"/>
                  </a:cubicBezTo>
                  <a:cubicBezTo>
                    <a:pt x="124968" y="5334"/>
                    <a:pt x="119634" y="0"/>
                    <a:pt x="113062"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20" name="Google Shape;3720;p97"/>
            <p:cNvSpPr/>
            <p:nvPr/>
          </p:nvSpPr>
          <p:spPr>
            <a:xfrm>
              <a:off x="3794873" y="1134045"/>
              <a:ext cx="389858" cy="523875"/>
            </a:xfrm>
            <a:custGeom>
              <a:avLst/>
              <a:gdLst/>
              <a:ahLst/>
              <a:cxnLst/>
              <a:rect l="l" t="t" r="r" b="b"/>
              <a:pathLst>
                <a:path w="389858" h="523875" extrusionOk="0">
                  <a:moveTo>
                    <a:pt x="370808" y="0"/>
                  </a:moveTo>
                  <a:lnTo>
                    <a:pt x="125635" y="0"/>
                  </a:lnTo>
                  <a:cubicBezTo>
                    <a:pt x="120301" y="0"/>
                    <a:pt x="115157" y="2286"/>
                    <a:pt x="111538" y="6191"/>
                  </a:cubicBezTo>
                  <a:lnTo>
                    <a:pt x="4953" y="123063"/>
                  </a:lnTo>
                  <a:cubicBezTo>
                    <a:pt x="1714" y="126587"/>
                    <a:pt x="0" y="131159"/>
                    <a:pt x="0" y="135922"/>
                  </a:cubicBezTo>
                  <a:lnTo>
                    <a:pt x="0" y="504825"/>
                  </a:lnTo>
                  <a:cubicBezTo>
                    <a:pt x="0" y="515303"/>
                    <a:pt x="8572" y="523875"/>
                    <a:pt x="19050" y="523875"/>
                  </a:cubicBezTo>
                  <a:lnTo>
                    <a:pt x="370808" y="523875"/>
                  </a:lnTo>
                  <a:cubicBezTo>
                    <a:pt x="381286" y="523875"/>
                    <a:pt x="389858" y="515303"/>
                    <a:pt x="389858" y="504825"/>
                  </a:cubicBezTo>
                  <a:lnTo>
                    <a:pt x="389858" y="19050"/>
                  </a:lnTo>
                  <a:cubicBezTo>
                    <a:pt x="389858" y="8573"/>
                    <a:pt x="381286" y="0"/>
                    <a:pt x="370808" y="0"/>
                  </a:cubicBezTo>
                  <a:close/>
                  <a:moveTo>
                    <a:pt x="104299" y="70676"/>
                  </a:moveTo>
                  <a:lnTo>
                    <a:pt x="104299" y="121063"/>
                  </a:lnTo>
                  <a:lnTo>
                    <a:pt x="58388" y="121063"/>
                  </a:lnTo>
                  <a:lnTo>
                    <a:pt x="104299" y="70676"/>
                  </a:lnTo>
                  <a:close/>
                  <a:moveTo>
                    <a:pt x="351758" y="485775"/>
                  </a:moveTo>
                  <a:lnTo>
                    <a:pt x="38100" y="485775"/>
                  </a:lnTo>
                  <a:lnTo>
                    <a:pt x="38100" y="159163"/>
                  </a:lnTo>
                  <a:lnTo>
                    <a:pt x="123349" y="159163"/>
                  </a:lnTo>
                  <a:cubicBezTo>
                    <a:pt x="133826" y="159163"/>
                    <a:pt x="142399" y="150590"/>
                    <a:pt x="142399" y="140113"/>
                  </a:cubicBezTo>
                  <a:lnTo>
                    <a:pt x="142399" y="38100"/>
                  </a:lnTo>
                  <a:lnTo>
                    <a:pt x="351758" y="38100"/>
                  </a:lnTo>
                  <a:lnTo>
                    <a:pt x="351758" y="4857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721" name="Google Shape;3721;p97"/>
          <p:cNvGrpSpPr/>
          <p:nvPr/>
        </p:nvGrpSpPr>
        <p:grpSpPr>
          <a:xfrm>
            <a:off x="5202875" y="1776809"/>
            <a:ext cx="299673" cy="274427"/>
            <a:chOff x="2337017" y="1998579"/>
            <a:chExt cx="532752" cy="487870"/>
          </a:xfrm>
        </p:grpSpPr>
        <p:sp>
          <p:nvSpPr>
            <p:cNvPr id="3722" name="Google Shape;3722;p97"/>
            <p:cNvSpPr/>
            <p:nvPr/>
          </p:nvSpPr>
          <p:spPr>
            <a:xfrm>
              <a:off x="2337017" y="1998579"/>
              <a:ext cx="532752" cy="487870"/>
            </a:xfrm>
            <a:custGeom>
              <a:avLst/>
              <a:gdLst/>
              <a:ahLst/>
              <a:cxnLst/>
              <a:rect l="l" t="t" r="r" b="b"/>
              <a:pathLst>
                <a:path w="532752" h="487870" extrusionOk="0">
                  <a:moveTo>
                    <a:pt x="288436" y="0"/>
                  </a:moveTo>
                  <a:cubicBezTo>
                    <a:pt x="275482" y="0"/>
                    <a:pt x="264910" y="10573"/>
                    <a:pt x="264910" y="23527"/>
                  </a:cubicBezTo>
                  <a:cubicBezTo>
                    <a:pt x="264910" y="36481"/>
                    <a:pt x="275482" y="47053"/>
                    <a:pt x="288436" y="47053"/>
                  </a:cubicBezTo>
                  <a:cubicBezTo>
                    <a:pt x="397021" y="47053"/>
                    <a:pt x="485318" y="135350"/>
                    <a:pt x="485318" y="243935"/>
                  </a:cubicBezTo>
                  <a:cubicBezTo>
                    <a:pt x="485318" y="352520"/>
                    <a:pt x="397021" y="440817"/>
                    <a:pt x="288436" y="440817"/>
                  </a:cubicBezTo>
                  <a:cubicBezTo>
                    <a:pt x="196330" y="440817"/>
                    <a:pt x="119082" y="377190"/>
                    <a:pt x="97651" y="291656"/>
                  </a:cubicBezTo>
                  <a:cubicBezTo>
                    <a:pt x="102032" y="295466"/>
                    <a:pt x="107461" y="297275"/>
                    <a:pt x="112891" y="297275"/>
                  </a:cubicBezTo>
                  <a:cubicBezTo>
                    <a:pt x="119463" y="297275"/>
                    <a:pt x="126035" y="294513"/>
                    <a:pt x="130702" y="289179"/>
                  </a:cubicBezTo>
                  <a:cubicBezTo>
                    <a:pt x="139180" y="279368"/>
                    <a:pt x="138132" y="264509"/>
                    <a:pt x="128321" y="256032"/>
                  </a:cubicBezTo>
                  <a:lnTo>
                    <a:pt x="83649" y="217361"/>
                  </a:lnTo>
                  <a:cubicBezTo>
                    <a:pt x="83649" y="217361"/>
                    <a:pt x="83268" y="217170"/>
                    <a:pt x="83173" y="216980"/>
                  </a:cubicBezTo>
                  <a:cubicBezTo>
                    <a:pt x="82506" y="216408"/>
                    <a:pt x="81839" y="215932"/>
                    <a:pt x="81077" y="215551"/>
                  </a:cubicBezTo>
                  <a:cubicBezTo>
                    <a:pt x="80506" y="215170"/>
                    <a:pt x="79839" y="214694"/>
                    <a:pt x="79267" y="214408"/>
                  </a:cubicBezTo>
                  <a:cubicBezTo>
                    <a:pt x="78601" y="214027"/>
                    <a:pt x="77839" y="213741"/>
                    <a:pt x="77172" y="213455"/>
                  </a:cubicBezTo>
                  <a:cubicBezTo>
                    <a:pt x="76410" y="213170"/>
                    <a:pt x="75743" y="212884"/>
                    <a:pt x="74981" y="212598"/>
                  </a:cubicBezTo>
                  <a:cubicBezTo>
                    <a:pt x="74314" y="212408"/>
                    <a:pt x="73648" y="212312"/>
                    <a:pt x="72981" y="212122"/>
                  </a:cubicBezTo>
                  <a:cubicBezTo>
                    <a:pt x="72124" y="211931"/>
                    <a:pt x="71362" y="211741"/>
                    <a:pt x="70504" y="211741"/>
                  </a:cubicBezTo>
                  <a:cubicBezTo>
                    <a:pt x="69838" y="211741"/>
                    <a:pt x="69171" y="211741"/>
                    <a:pt x="68504" y="211741"/>
                  </a:cubicBezTo>
                  <a:cubicBezTo>
                    <a:pt x="67647" y="211741"/>
                    <a:pt x="66885" y="211741"/>
                    <a:pt x="66028" y="211741"/>
                  </a:cubicBezTo>
                  <a:cubicBezTo>
                    <a:pt x="65361" y="211741"/>
                    <a:pt x="64694" y="211931"/>
                    <a:pt x="64027" y="212122"/>
                  </a:cubicBezTo>
                  <a:cubicBezTo>
                    <a:pt x="63170" y="212312"/>
                    <a:pt x="62408" y="212408"/>
                    <a:pt x="61646" y="212598"/>
                  </a:cubicBezTo>
                  <a:cubicBezTo>
                    <a:pt x="60979" y="212789"/>
                    <a:pt x="60408" y="213074"/>
                    <a:pt x="59741" y="213360"/>
                  </a:cubicBezTo>
                  <a:cubicBezTo>
                    <a:pt x="58979" y="213646"/>
                    <a:pt x="58217" y="213932"/>
                    <a:pt x="57455" y="214408"/>
                  </a:cubicBezTo>
                  <a:cubicBezTo>
                    <a:pt x="56884" y="214694"/>
                    <a:pt x="56312" y="215170"/>
                    <a:pt x="55741" y="215456"/>
                  </a:cubicBezTo>
                  <a:cubicBezTo>
                    <a:pt x="54979" y="215932"/>
                    <a:pt x="54312" y="216408"/>
                    <a:pt x="53645" y="216980"/>
                  </a:cubicBezTo>
                  <a:cubicBezTo>
                    <a:pt x="53455" y="217075"/>
                    <a:pt x="53264" y="217170"/>
                    <a:pt x="53169" y="217361"/>
                  </a:cubicBezTo>
                  <a:lnTo>
                    <a:pt x="8211" y="255937"/>
                  </a:lnTo>
                  <a:cubicBezTo>
                    <a:pt x="-1695" y="264414"/>
                    <a:pt x="-2743" y="279273"/>
                    <a:pt x="5639" y="289084"/>
                  </a:cubicBezTo>
                  <a:cubicBezTo>
                    <a:pt x="10306" y="294513"/>
                    <a:pt x="16879" y="297275"/>
                    <a:pt x="23546" y="297275"/>
                  </a:cubicBezTo>
                  <a:cubicBezTo>
                    <a:pt x="28975" y="297275"/>
                    <a:pt x="34405" y="295370"/>
                    <a:pt x="38881" y="291560"/>
                  </a:cubicBezTo>
                  <a:lnTo>
                    <a:pt x="48121" y="283559"/>
                  </a:lnTo>
                  <a:cubicBezTo>
                    <a:pt x="67075" y="399288"/>
                    <a:pt x="167755" y="487871"/>
                    <a:pt x="288817" y="487871"/>
                  </a:cubicBezTo>
                  <a:cubicBezTo>
                    <a:pt x="423310" y="487871"/>
                    <a:pt x="532753" y="378428"/>
                    <a:pt x="532753" y="243935"/>
                  </a:cubicBezTo>
                  <a:cubicBezTo>
                    <a:pt x="532753" y="109442"/>
                    <a:pt x="422929" y="0"/>
                    <a:pt x="28843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23" name="Google Shape;3723;p97"/>
            <p:cNvSpPr/>
            <p:nvPr/>
          </p:nvSpPr>
          <p:spPr>
            <a:xfrm>
              <a:off x="2611166" y="2162742"/>
              <a:ext cx="94345" cy="212740"/>
            </a:xfrm>
            <a:custGeom>
              <a:avLst/>
              <a:gdLst/>
              <a:ahLst/>
              <a:cxnLst/>
              <a:rect l="l" t="t" r="r" b="b"/>
              <a:pathLst>
                <a:path w="94345" h="212740" extrusionOk="0">
                  <a:moveTo>
                    <a:pt x="28384" y="198644"/>
                  </a:moveTo>
                  <a:lnTo>
                    <a:pt x="28384" y="85677"/>
                  </a:lnTo>
                  <a:lnTo>
                    <a:pt x="90202" y="24146"/>
                  </a:lnTo>
                  <a:cubicBezTo>
                    <a:pt x="95726" y="18621"/>
                    <a:pt x="95726" y="9763"/>
                    <a:pt x="90202" y="4143"/>
                  </a:cubicBezTo>
                  <a:cubicBezTo>
                    <a:pt x="84677" y="-1381"/>
                    <a:pt x="75724" y="-1381"/>
                    <a:pt x="70199" y="4143"/>
                  </a:cubicBezTo>
                  <a:lnTo>
                    <a:pt x="4191" y="69771"/>
                  </a:lnTo>
                  <a:cubicBezTo>
                    <a:pt x="1524" y="72438"/>
                    <a:pt x="0" y="76057"/>
                    <a:pt x="0" y="79772"/>
                  </a:cubicBezTo>
                  <a:lnTo>
                    <a:pt x="0" y="198644"/>
                  </a:lnTo>
                  <a:cubicBezTo>
                    <a:pt x="0" y="206454"/>
                    <a:pt x="6286" y="212741"/>
                    <a:pt x="14097" y="212741"/>
                  </a:cubicBezTo>
                  <a:cubicBezTo>
                    <a:pt x="21908" y="212741"/>
                    <a:pt x="28194" y="206454"/>
                    <a:pt x="28194" y="1986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724" name="Google Shape;3724;p97"/>
          <p:cNvGrpSpPr/>
          <p:nvPr/>
        </p:nvGrpSpPr>
        <p:grpSpPr>
          <a:xfrm>
            <a:off x="5221677" y="3324430"/>
            <a:ext cx="263887" cy="297840"/>
            <a:chOff x="3449720" y="2017406"/>
            <a:chExt cx="469133" cy="529494"/>
          </a:xfrm>
        </p:grpSpPr>
        <p:sp>
          <p:nvSpPr>
            <p:cNvPr id="3725" name="Google Shape;3725;p97"/>
            <p:cNvSpPr/>
            <p:nvPr/>
          </p:nvSpPr>
          <p:spPr>
            <a:xfrm>
              <a:off x="3730148" y="2078940"/>
              <a:ext cx="103826" cy="70005"/>
            </a:xfrm>
            <a:custGeom>
              <a:avLst/>
              <a:gdLst/>
              <a:ahLst/>
              <a:cxnLst/>
              <a:rect l="l" t="t" r="r" b="b"/>
              <a:pathLst>
                <a:path w="103826" h="70005" extrusionOk="0">
                  <a:moveTo>
                    <a:pt x="6050" y="22190"/>
                  </a:moveTo>
                  <a:lnTo>
                    <a:pt x="86060" y="68386"/>
                  </a:lnTo>
                  <a:cubicBezTo>
                    <a:pt x="87965" y="69434"/>
                    <a:pt x="89966" y="70006"/>
                    <a:pt x="91966" y="70006"/>
                  </a:cubicBezTo>
                  <a:cubicBezTo>
                    <a:pt x="96062" y="70006"/>
                    <a:pt x="100062" y="67910"/>
                    <a:pt x="102253" y="64100"/>
                  </a:cubicBezTo>
                  <a:cubicBezTo>
                    <a:pt x="105491" y="58385"/>
                    <a:pt x="103586" y="51146"/>
                    <a:pt x="97871" y="47812"/>
                  </a:cubicBezTo>
                  <a:lnTo>
                    <a:pt x="17861" y="1616"/>
                  </a:lnTo>
                  <a:cubicBezTo>
                    <a:pt x="12146" y="-1718"/>
                    <a:pt x="4907" y="283"/>
                    <a:pt x="1574" y="5998"/>
                  </a:cubicBezTo>
                  <a:cubicBezTo>
                    <a:pt x="-1665" y="11713"/>
                    <a:pt x="240" y="18952"/>
                    <a:pt x="5955" y="2228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26" name="Google Shape;3726;p97"/>
            <p:cNvSpPr/>
            <p:nvPr/>
          </p:nvSpPr>
          <p:spPr>
            <a:xfrm>
              <a:off x="3534843" y="2415364"/>
              <a:ext cx="104006" cy="70196"/>
            </a:xfrm>
            <a:custGeom>
              <a:avLst/>
              <a:gdLst/>
              <a:ahLst/>
              <a:cxnLst/>
              <a:rect l="l" t="t" r="r" b="b"/>
              <a:pathLst>
                <a:path w="104006" h="70196" extrusionOk="0">
                  <a:moveTo>
                    <a:pt x="98104" y="47908"/>
                  </a:moveTo>
                  <a:lnTo>
                    <a:pt x="17904" y="1616"/>
                  </a:lnTo>
                  <a:cubicBezTo>
                    <a:pt x="12189" y="-1718"/>
                    <a:pt x="4950" y="283"/>
                    <a:pt x="1616" y="5997"/>
                  </a:cubicBezTo>
                  <a:cubicBezTo>
                    <a:pt x="-1718" y="11713"/>
                    <a:pt x="283" y="18951"/>
                    <a:pt x="5998" y="22285"/>
                  </a:cubicBezTo>
                  <a:lnTo>
                    <a:pt x="86198" y="68577"/>
                  </a:lnTo>
                  <a:cubicBezTo>
                    <a:pt x="88103" y="69624"/>
                    <a:pt x="90103" y="70196"/>
                    <a:pt x="92103" y="70196"/>
                  </a:cubicBezTo>
                  <a:cubicBezTo>
                    <a:pt x="96199" y="70196"/>
                    <a:pt x="100200" y="68100"/>
                    <a:pt x="102390" y="64291"/>
                  </a:cubicBezTo>
                  <a:cubicBezTo>
                    <a:pt x="105724" y="58575"/>
                    <a:pt x="103724" y="51337"/>
                    <a:pt x="98009" y="4800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27" name="Google Shape;3727;p97"/>
            <p:cNvSpPr/>
            <p:nvPr/>
          </p:nvSpPr>
          <p:spPr>
            <a:xfrm>
              <a:off x="3729767" y="2415501"/>
              <a:ext cx="103636" cy="69963"/>
            </a:xfrm>
            <a:custGeom>
              <a:avLst/>
              <a:gdLst/>
              <a:ahLst/>
              <a:cxnLst/>
              <a:rect l="l" t="t" r="r" b="b"/>
              <a:pathLst>
                <a:path w="103636" h="69963" extrusionOk="0">
                  <a:moveTo>
                    <a:pt x="85870" y="1669"/>
                  </a:moveTo>
                  <a:lnTo>
                    <a:pt x="5955" y="47770"/>
                  </a:lnTo>
                  <a:cubicBezTo>
                    <a:pt x="240" y="51104"/>
                    <a:pt x="-1665" y="58343"/>
                    <a:pt x="1574" y="64058"/>
                  </a:cubicBezTo>
                  <a:cubicBezTo>
                    <a:pt x="3764" y="67868"/>
                    <a:pt x="7765" y="69963"/>
                    <a:pt x="11861" y="69963"/>
                  </a:cubicBezTo>
                  <a:cubicBezTo>
                    <a:pt x="13861" y="69963"/>
                    <a:pt x="15956" y="69487"/>
                    <a:pt x="17766" y="68344"/>
                  </a:cubicBezTo>
                  <a:lnTo>
                    <a:pt x="97681" y="22243"/>
                  </a:lnTo>
                  <a:cubicBezTo>
                    <a:pt x="103396" y="18909"/>
                    <a:pt x="105301" y="11670"/>
                    <a:pt x="102062" y="5955"/>
                  </a:cubicBezTo>
                  <a:cubicBezTo>
                    <a:pt x="98729" y="240"/>
                    <a:pt x="91490" y="-1665"/>
                    <a:pt x="85775" y="157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28" name="Google Shape;3728;p97"/>
            <p:cNvSpPr/>
            <p:nvPr/>
          </p:nvSpPr>
          <p:spPr>
            <a:xfrm>
              <a:off x="3534886" y="2078888"/>
              <a:ext cx="103636" cy="69963"/>
            </a:xfrm>
            <a:custGeom>
              <a:avLst/>
              <a:gdLst/>
              <a:ahLst/>
              <a:cxnLst/>
              <a:rect l="l" t="t" r="r" b="b"/>
              <a:pathLst>
                <a:path w="103636" h="69963" extrusionOk="0">
                  <a:moveTo>
                    <a:pt x="11956" y="69963"/>
                  </a:moveTo>
                  <a:cubicBezTo>
                    <a:pt x="13956" y="69963"/>
                    <a:pt x="16052" y="69487"/>
                    <a:pt x="17861" y="68344"/>
                  </a:cubicBezTo>
                  <a:lnTo>
                    <a:pt x="97681" y="22243"/>
                  </a:lnTo>
                  <a:cubicBezTo>
                    <a:pt x="103396" y="18909"/>
                    <a:pt x="105301" y="11670"/>
                    <a:pt x="102062" y="5955"/>
                  </a:cubicBezTo>
                  <a:cubicBezTo>
                    <a:pt x="98729" y="240"/>
                    <a:pt x="91490" y="-1665"/>
                    <a:pt x="85775" y="1574"/>
                  </a:cubicBezTo>
                  <a:lnTo>
                    <a:pt x="5955" y="47675"/>
                  </a:lnTo>
                  <a:cubicBezTo>
                    <a:pt x="240" y="51008"/>
                    <a:pt x="-1665" y="58247"/>
                    <a:pt x="1574" y="63962"/>
                  </a:cubicBezTo>
                  <a:cubicBezTo>
                    <a:pt x="3764" y="67772"/>
                    <a:pt x="7765" y="69868"/>
                    <a:pt x="11861" y="6986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29" name="Google Shape;3729;p97"/>
            <p:cNvSpPr/>
            <p:nvPr/>
          </p:nvSpPr>
          <p:spPr>
            <a:xfrm>
              <a:off x="3477976" y="2223432"/>
              <a:ext cx="23812" cy="117157"/>
            </a:xfrm>
            <a:custGeom>
              <a:avLst/>
              <a:gdLst/>
              <a:ahLst/>
              <a:cxnLst/>
              <a:rect l="l" t="t" r="r" b="b"/>
              <a:pathLst>
                <a:path w="23812" h="117157" extrusionOk="0">
                  <a:moveTo>
                    <a:pt x="23813" y="105251"/>
                  </a:moveTo>
                  <a:lnTo>
                    <a:pt x="23813" y="11906"/>
                  </a:lnTo>
                  <a:cubicBezTo>
                    <a:pt x="23813" y="5334"/>
                    <a:pt x="18479" y="0"/>
                    <a:pt x="11906" y="0"/>
                  </a:cubicBezTo>
                  <a:cubicBezTo>
                    <a:pt x="5334" y="0"/>
                    <a:pt x="0" y="5334"/>
                    <a:pt x="0" y="11906"/>
                  </a:cubicBezTo>
                  <a:lnTo>
                    <a:pt x="0" y="105251"/>
                  </a:lnTo>
                  <a:cubicBezTo>
                    <a:pt x="0" y="111824"/>
                    <a:pt x="5334" y="117157"/>
                    <a:pt x="11906" y="117157"/>
                  </a:cubicBezTo>
                  <a:cubicBezTo>
                    <a:pt x="18479" y="117157"/>
                    <a:pt x="23813" y="111824"/>
                    <a:pt x="23813" y="10525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30" name="Google Shape;3730;p97"/>
            <p:cNvSpPr/>
            <p:nvPr/>
          </p:nvSpPr>
          <p:spPr>
            <a:xfrm>
              <a:off x="3866977" y="2224289"/>
              <a:ext cx="23812" cy="116205"/>
            </a:xfrm>
            <a:custGeom>
              <a:avLst/>
              <a:gdLst/>
              <a:ahLst/>
              <a:cxnLst/>
              <a:rect l="l" t="t" r="r" b="b"/>
              <a:pathLst>
                <a:path w="23812" h="116205" extrusionOk="0">
                  <a:moveTo>
                    <a:pt x="0" y="11906"/>
                  </a:moveTo>
                  <a:lnTo>
                    <a:pt x="0" y="104299"/>
                  </a:lnTo>
                  <a:cubicBezTo>
                    <a:pt x="0" y="110871"/>
                    <a:pt x="5334" y="116205"/>
                    <a:pt x="11906" y="116205"/>
                  </a:cubicBezTo>
                  <a:cubicBezTo>
                    <a:pt x="18479" y="116205"/>
                    <a:pt x="23813" y="110871"/>
                    <a:pt x="23813" y="104299"/>
                  </a:cubicBezTo>
                  <a:lnTo>
                    <a:pt x="23813" y="11906"/>
                  </a:lnTo>
                  <a:cubicBezTo>
                    <a:pt x="23813" y="5334"/>
                    <a:pt x="18479" y="0"/>
                    <a:pt x="11906" y="0"/>
                  </a:cubicBezTo>
                  <a:cubicBezTo>
                    <a:pt x="5334" y="0"/>
                    <a:pt x="0" y="5334"/>
                    <a:pt x="0"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31" name="Google Shape;3731;p97"/>
            <p:cNvSpPr/>
            <p:nvPr/>
          </p:nvSpPr>
          <p:spPr>
            <a:xfrm>
              <a:off x="3576845" y="2235569"/>
              <a:ext cx="76468" cy="91589"/>
            </a:xfrm>
            <a:custGeom>
              <a:avLst/>
              <a:gdLst/>
              <a:ahLst/>
              <a:cxnLst/>
              <a:rect l="l" t="t" r="r" b="b"/>
              <a:pathLst>
                <a:path w="76468" h="91589" extrusionOk="0">
                  <a:moveTo>
                    <a:pt x="74676" y="5484"/>
                  </a:moveTo>
                  <a:cubicBezTo>
                    <a:pt x="71152" y="-41"/>
                    <a:pt x="63722" y="-1660"/>
                    <a:pt x="58198" y="1864"/>
                  </a:cubicBezTo>
                  <a:lnTo>
                    <a:pt x="5429" y="35773"/>
                  </a:lnTo>
                  <a:cubicBezTo>
                    <a:pt x="2000" y="37964"/>
                    <a:pt x="0" y="41774"/>
                    <a:pt x="0" y="45774"/>
                  </a:cubicBezTo>
                  <a:cubicBezTo>
                    <a:pt x="0" y="49775"/>
                    <a:pt x="2096" y="53585"/>
                    <a:pt x="5429" y="55776"/>
                  </a:cubicBezTo>
                  <a:lnTo>
                    <a:pt x="58198" y="89685"/>
                  </a:lnTo>
                  <a:cubicBezTo>
                    <a:pt x="60198" y="90923"/>
                    <a:pt x="62389" y="91590"/>
                    <a:pt x="64580" y="91590"/>
                  </a:cubicBezTo>
                  <a:cubicBezTo>
                    <a:pt x="68485" y="91590"/>
                    <a:pt x="72295" y="89685"/>
                    <a:pt x="74581" y="86160"/>
                  </a:cubicBezTo>
                  <a:cubicBezTo>
                    <a:pt x="78105" y="80636"/>
                    <a:pt x="76581" y="73302"/>
                    <a:pt x="70961" y="69682"/>
                  </a:cubicBezTo>
                  <a:lnTo>
                    <a:pt x="33814" y="45774"/>
                  </a:lnTo>
                  <a:lnTo>
                    <a:pt x="70961" y="21867"/>
                  </a:lnTo>
                  <a:cubicBezTo>
                    <a:pt x="76486" y="18342"/>
                    <a:pt x="78105" y="10913"/>
                    <a:pt x="74581" y="53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32" name="Google Shape;3732;p97"/>
            <p:cNvSpPr/>
            <p:nvPr/>
          </p:nvSpPr>
          <p:spPr>
            <a:xfrm>
              <a:off x="3449720" y="2017406"/>
              <a:ext cx="469133" cy="529494"/>
            </a:xfrm>
            <a:custGeom>
              <a:avLst/>
              <a:gdLst/>
              <a:ahLst/>
              <a:cxnLst/>
              <a:rect l="l" t="t" r="r" b="b"/>
              <a:pathLst>
                <a:path w="469133" h="529494" extrusionOk="0">
                  <a:moveTo>
                    <a:pt x="449165" y="342424"/>
                  </a:moveTo>
                  <a:cubicBezTo>
                    <a:pt x="449165" y="342424"/>
                    <a:pt x="449165" y="342424"/>
                    <a:pt x="449165" y="342424"/>
                  </a:cubicBezTo>
                  <a:cubicBezTo>
                    <a:pt x="433925" y="333661"/>
                    <a:pt x="415256" y="336232"/>
                    <a:pt x="402778" y="347281"/>
                  </a:cubicBezTo>
                  <a:lnTo>
                    <a:pt x="380680" y="333566"/>
                  </a:lnTo>
                  <a:cubicBezTo>
                    <a:pt x="390586" y="312611"/>
                    <a:pt x="396301" y="289370"/>
                    <a:pt x="396301" y="264700"/>
                  </a:cubicBezTo>
                  <a:cubicBezTo>
                    <a:pt x="396301" y="240030"/>
                    <a:pt x="390205" y="215170"/>
                    <a:pt x="379633" y="193643"/>
                  </a:cubicBezTo>
                  <a:lnTo>
                    <a:pt x="400778" y="180499"/>
                  </a:lnTo>
                  <a:cubicBezTo>
                    <a:pt x="408398" y="188119"/>
                    <a:pt x="418685" y="192310"/>
                    <a:pt x="429258" y="192310"/>
                  </a:cubicBezTo>
                  <a:cubicBezTo>
                    <a:pt x="436021" y="192310"/>
                    <a:pt x="442879" y="190595"/>
                    <a:pt x="449165" y="186976"/>
                  </a:cubicBezTo>
                  <a:cubicBezTo>
                    <a:pt x="468215" y="175927"/>
                    <a:pt x="474787" y="151448"/>
                    <a:pt x="463834" y="132398"/>
                  </a:cubicBezTo>
                  <a:cubicBezTo>
                    <a:pt x="452785" y="113348"/>
                    <a:pt x="428305" y="106775"/>
                    <a:pt x="409255" y="117729"/>
                  </a:cubicBezTo>
                  <a:cubicBezTo>
                    <a:pt x="394301" y="126301"/>
                    <a:pt x="387253" y="143161"/>
                    <a:pt x="390015" y="159258"/>
                  </a:cubicBezTo>
                  <a:lnTo>
                    <a:pt x="367726" y="173069"/>
                  </a:lnTo>
                  <a:cubicBezTo>
                    <a:pt x="340675" y="134017"/>
                    <a:pt x="296956" y="107442"/>
                    <a:pt x="246854" y="103632"/>
                  </a:cubicBezTo>
                  <a:lnTo>
                    <a:pt x="246854" y="77915"/>
                  </a:lnTo>
                  <a:cubicBezTo>
                    <a:pt x="262951" y="72771"/>
                    <a:pt x="274667" y="57817"/>
                    <a:pt x="274667" y="40005"/>
                  </a:cubicBezTo>
                  <a:cubicBezTo>
                    <a:pt x="274667" y="18002"/>
                    <a:pt x="256760" y="0"/>
                    <a:pt x="234662" y="0"/>
                  </a:cubicBezTo>
                  <a:cubicBezTo>
                    <a:pt x="212564" y="0"/>
                    <a:pt x="194657" y="17907"/>
                    <a:pt x="194657" y="40005"/>
                  </a:cubicBezTo>
                  <a:cubicBezTo>
                    <a:pt x="194657" y="58007"/>
                    <a:pt x="206659" y="73057"/>
                    <a:pt x="223042" y="78105"/>
                  </a:cubicBezTo>
                  <a:lnTo>
                    <a:pt x="223042" y="103632"/>
                  </a:lnTo>
                  <a:cubicBezTo>
                    <a:pt x="172083" y="107252"/>
                    <a:pt x="127601" y="134493"/>
                    <a:pt x="100550" y="174593"/>
                  </a:cubicBezTo>
                  <a:lnTo>
                    <a:pt x="78928" y="161163"/>
                  </a:lnTo>
                  <a:cubicBezTo>
                    <a:pt x="82643" y="144590"/>
                    <a:pt x="75595" y="126778"/>
                    <a:pt x="60069" y="117824"/>
                  </a:cubicBezTo>
                  <a:cubicBezTo>
                    <a:pt x="41019" y="106775"/>
                    <a:pt x="16444" y="113348"/>
                    <a:pt x="5395" y="132493"/>
                  </a:cubicBezTo>
                  <a:cubicBezTo>
                    <a:pt x="-5654" y="151543"/>
                    <a:pt x="919" y="176117"/>
                    <a:pt x="20064" y="187071"/>
                  </a:cubicBezTo>
                  <a:cubicBezTo>
                    <a:pt x="26350" y="190691"/>
                    <a:pt x="33208" y="192405"/>
                    <a:pt x="39971" y="192405"/>
                  </a:cubicBezTo>
                  <a:cubicBezTo>
                    <a:pt x="49877" y="192405"/>
                    <a:pt x="59593" y="188690"/>
                    <a:pt x="67022" y="181832"/>
                  </a:cubicBezTo>
                  <a:lnTo>
                    <a:pt x="88739" y="195358"/>
                  </a:lnTo>
                  <a:cubicBezTo>
                    <a:pt x="78643" y="216408"/>
                    <a:pt x="72832" y="239840"/>
                    <a:pt x="72832" y="264700"/>
                  </a:cubicBezTo>
                  <a:cubicBezTo>
                    <a:pt x="72832" y="289560"/>
                    <a:pt x="78262" y="311372"/>
                    <a:pt x="87596" y="331851"/>
                  </a:cubicBezTo>
                  <a:lnTo>
                    <a:pt x="64927" y="345948"/>
                  </a:lnTo>
                  <a:cubicBezTo>
                    <a:pt x="52449" y="335947"/>
                    <a:pt x="34637" y="333947"/>
                    <a:pt x="19969" y="342424"/>
                  </a:cubicBezTo>
                  <a:cubicBezTo>
                    <a:pt x="19969" y="342424"/>
                    <a:pt x="19969" y="342424"/>
                    <a:pt x="19969" y="342424"/>
                  </a:cubicBezTo>
                  <a:cubicBezTo>
                    <a:pt x="919" y="353473"/>
                    <a:pt x="-5654" y="377952"/>
                    <a:pt x="5300" y="397097"/>
                  </a:cubicBezTo>
                  <a:cubicBezTo>
                    <a:pt x="12730" y="409861"/>
                    <a:pt x="26160" y="417100"/>
                    <a:pt x="39971" y="417100"/>
                  </a:cubicBezTo>
                  <a:cubicBezTo>
                    <a:pt x="46734" y="417100"/>
                    <a:pt x="53592" y="415385"/>
                    <a:pt x="59878" y="411766"/>
                  </a:cubicBezTo>
                  <a:cubicBezTo>
                    <a:pt x="76166" y="402336"/>
                    <a:pt x="83215" y="383191"/>
                    <a:pt x="78166" y="365855"/>
                  </a:cubicBezTo>
                  <a:lnTo>
                    <a:pt x="99026" y="352901"/>
                  </a:lnTo>
                  <a:cubicBezTo>
                    <a:pt x="125887" y="394049"/>
                    <a:pt x="170940" y="422339"/>
                    <a:pt x="222756" y="426053"/>
                  </a:cubicBezTo>
                  <a:lnTo>
                    <a:pt x="222756" y="451390"/>
                  </a:lnTo>
                  <a:cubicBezTo>
                    <a:pt x="206373" y="456438"/>
                    <a:pt x="194371" y="471488"/>
                    <a:pt x="194371" y="489490"/>
                  </a:cubicBezTo>
                  <a:cubicBezTo>
                    <a:pt x="194371" y="511493"/>
                    <a:pt x="212278" y="529495"/>
                    <a:pt x="234376" y="529495"/>
                  </a:cubicBezTo>
                  <a:cubicBezTo>
                    <a:pt x="256474" y="529495"/>
                    <a:pt x="274381" y="511588"/>
                    <a:pt x="274381" y="489490"/>
                  </a:cubicBezTo>
                  <a:cubicBezTo>
                    <a:pt x="274381" y="471678"/>
                    <a:pt x="262666" y="456819"/>
                    <a:pt x="246568" y="451580"/>
                  </a:cubicBezTo>
                  <a:lnTo>
                    <a:pt x="246568" y="425958"/>
                  </a:lnTo>
                  <a:cubicBezTo>
                    <a:pt x="297527" y="422148"/>
                    <a:pt x="341914" y="394621"/>
                    <a:pt x="368774" y="354425"/>
                  </a:cubicBezTo>
                  <a:lnTo>
                    <a:pt x="390205" y="367760"/>
                  </a:lnTo>
                  <a:cubicBezTo>
                    <a:pt x="386205" y="384524"/>
                    <a:pt x="393158" y="402717"/>
                    <a:pt x="408874" y="411766"/>
                  </a:cubicBezTo>
                  <a:cubicBezTo>
                    <a:pt x="415161" y="415385"/>
                    <a:pt x="422019" y="417100"/>
                    <a:pt x="428782" y="417100"/>
                  </a:cubicBezTo>
                  <a:cubicBezTo>
                    <a:pt x="442593" y="417100"/>
                    <a:pt x="456118" y="409956"/>
                    <a:pt x="463453" y="397097"/>
                  </a:cubicBezTo>
                  <a:cubicBezTo>
                    <a:pt x="474502" y="378047"/>
                    <a:pt x="467929" y="353473"/>
                    <a:pt x="448784" y="342519"/>
                  </a:cubicBezTo>
                  <a:close/>
                  <a:moveTo>
                    <a:pt x="421066" y="138398"/>
                  </a:moveTo>
                  <a:cubicBezTo>
                    <a:pt x="423638" y="136970"/>
                    <a:pt x="426400" y="136208"/>
                    <a:pt x="429163" y="136208"/>
                  </a:cubicBezTo>
                  <a:cubicBezTo>
                    <a:pt x="434782" y="136208"/>
                    <a:pt x="440212" y="139065"/>
                    <a:pt x="443164" y="144304"/>
                  </a:cubicBezTo>
                  <a:cubicBezTo>
                    <a:pt x="447641" y="152019"/>
                    <a:pt x="444974" y="161925"/>
                    <a:pt x="437259" y="166402"/>
                  </a:cubicBezTo>
                  <a:cubicBezTo>
                    <a:pt x="429544" y="170879"/>
                    <a:pt x="419638" y="168212"/>
                    <a:pt x="415161" y="160496"/>
                  </a:cubicBezTo>
                  <a:cubicBezTo>
                    <a:pt x="410684" y="152781"/>
                    <a:pt x="413351" y="142875"/>
                    <a:pt x="421066" y="138398"/>
                  </a:cubicBezTo>
                  <a:close/>
                  <a:moveTo>
                    <a:pt x="54163" y="160496"/>
                  </a:moveTo>
                  <a:cubicBezTo>
                    <a:pt x="49687" y="168212"/>
                    <a:pt x="39781" y="170879"/>
                    <a:pt x="32065" y="166402"/>
                  </a:cubicBezTo>
                  <a:cubicBezTo>
                    <a:pt x="24350" y="161925"/>
                    <a:pt x="21683" y="152019"/>
                    <a:pt x="26160" y="144304"/>
                  </a:cubicBezTo>
                  <a:cubicBezTo>
                    <a:pt x="29113" y="139160"/>
                    <a:pt x="34637" y="136208"/>
                    <a:pt x="40162" y="136208"/>
                  </a:cubicBezTo>
                  <a:cubicBezTo>
                    <a:pt x="42924" y="136208"/>
                    <a:pt x="45686" y="136874"/>
                    <a:pt x="48258" y="138398"/>
                  </a:cubicBezTo>
                  <a:cubicBezTo>
                    <a:pt x="55973" y="142875"/>
                    <a:pt x="58640" y="152781"/>
                    <a:pt x="54163" y="160496"/>
                  </a:cubicBezTo>
                  <a:close/>
                  <a:moveTo>
                    <a:pt x="48258" y="391001"/>
                  </a:moveTo>
                  <a:cubicBezTo>
                    <a:pt x="40543" y="395478"/>
                    <a:pt x="30637" y="392811"/>
                    <a:pt x="26160" y="385096"/>
                  </a:cubicBezTo>
                  <a:cubicBezTo>
                    <a:pt x="21683" y="377381"/>
                    <a:pt x="24350" y="367475"/>
                    <a:pt x="32065" y="362998"/>
                  </a:cubicBezTo>
                  <a:cubicBezTo>
                    <a:pt x="39781" y="358521"/>
                    <a:pt x="49687" y="361188"/>
                    <a:pt x="54163" y="368903"/>
                  </a:cubicBezTo>
                  <a:cubicBezTo>
                    <a:pt x="58640" y="376619"/>
                    <a:pt x="55973" y="386525"/>
                    <a:pt x="48258" y="391001"/>
                  </a:cubicBezTo>
                  <a:close/>
                  <a:moveTo>
                    <a:pt x="218470" y="40100"/>
                  </a:moveTo>
                  <a:cubicBezTo>
                    <a:pt x="218470" y="31147"/>
                    <a:pt x="225709" y="23908"/>
                    <a:pt x="234662" y="23908"/>
                  </a:cubicBezTo>
                  <a:cubicBezTo>
                    <a:pt x="243616" y="23908"/>
                    <a:pt x="250855" y="31147"/>
                    <a:pt x="250855" y="40100"/>
                  </a:cubicBezTo>
                  <a:cubicBezTo>
                    <a:pt x="250855" y="49054"/>
                    <a:pt x="243616" y="56293"/>
                    <a:pt x="234662" y="56293"/>
                  </a:cubicBezTo>
                  <a:cubicBezTo>
                    <a:pt x="225709" y="56293"/>
                    <a:pt x="218470" y="49054"/>
                    <a:pt x="218470" y="40100"/>
                  </a:cubicBezTo>
                  <a:close/>
                  <a:moveTo>
                    <a:pt x="234662" y="505492"/>
                  </a:moveTo>
                  <a:cubicBezTo>
                    <a:pt x="225709" y="505492"/>
                    <a:pt x="218470" y="498253"/>
                    <a:pt x="218470" y="489299"/>
                  </a:cubicBezTo>
                  <a:cubicBezTo>
                    <a:pt x="218470" y="480346"/>
                    <a:pt x="225709" y="473107"/>
                    <a:pt x="234662" y="473107"/>
                  </a:cubicBezTo>
                  <a:cubicBezTo>
                    <a:pt x="243616" y="473107"/>
                    <a:pt x="250855" y="480346"/>
                    <a:pt x="250855" y="489299"/>
                  </a:cubicBezTo>
                  <a:cubicBezTo>
                    <a:pt x="250855" y="498253"/>
                    <a:pt x="243616" y="505492"/>
                    <a:pt x="234662" y="505492"/>
                  </a:cubicBezTo>
                  <a:close/>
                  <a:moveTo>
                    <a:pt x="234662" y="402527"/>
                  </a:moveTo>
                  <a:cubicBezTo>
                    <a:pt x="158653" y="402527"/>
                    <a:pt x="96835" y="340709"/>
                    <a:pt x="96835" y="264700"/>
                  </a:cubicBezTo>
                  <a:cubicBezTo>
                    <a:pt x="96835" y="188690"/>
                    <a:pt x="158653" y="126873"/>
                    <a:pt x="234662" y="126873"/>
                  </a:cubicBezTo>
                  <a:cubicBezTo>
                    <a:pt x="310672" y="126873"/>
                    <a:pt x="372489" y="188690"/>
                    <a:pt x="372489" y="264700"/>
                  </a:cubicBezTo>
                  <a:cubicBezTo>
                    <a:pt x="372489" y="340709"/>
                    <a:pt x="310672" y="402527"/>
                    <a:pt x="234662" y="402527"/>
                  </a:cubicBezTo>
                  <a:close/>
                  <a:moveTo>
                    <a:pt x="443164" y="385096"/>
                  </a:moveTo>
                  <a:cubicBezTo>
                    <a:pt x="438688" y="392811"/>
                    <a:pt x="428782" y="395478"/>
                    <a:pt x="421066" y="391001"/>
                  </a:cubicBezTo>
                  <a:cubicBezTo>
                    <a:pt x="413351" y="386525"/>
                    <a:pt x="410684" y="376619"/>
                    <a:pt x="415161" y="368903"/>
                  </a:cubicBezTo>
                  <a:cubicBezTo>
                    <a:pt x="418114" y="363760"/>
                    <a:pt x="423638" y="360807"/>
                    <a:pt x="429163" y="360807"/>
                  </a:cubicBezTo>
                  <a:cubicBezTo>
                    <a:pt x="431925" y="360807"/>
                    <a:pt x="434687" y="361474"/>
                    <a:pt x="437259" y="362998"/>
                  </a:cubicBezTo>
                  <a:cubicBezTo>
                    <a:pt x="444974" y="367475"/>
                    <a:pt x="447641" y="377381"/>
                    <a:pt x="443164" y="38509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33" name="Google Shape;3733;p97"/>
            <p:cNvSpPr/>
            <p:nvPr/>
          </p:nvSpPr>
          <p:spPr>
            <a:xfrm>
              <a:off x="3715356" y="2235641"/>
              <a:ext cx="76468" cy="91613"/>
            </a:xfrm>
            <a:custGeom>
              <a:avLst/>
              <a:gdLst/>
              <a:ahLst/>
              <a:cxnLst/>
              <a:rect l="l" t="t" r="r" b="b"/>
              <a:pathLst>
                <a:path w="76468" h="91613" extrusionOk="0">
                  <a:moveTo>
                    <a:pt x="1888" y="5412"/>
                  </a:moveTo>
                  <a:cubicBezTo>
                    <a:pt x="-1636" y="10937"/>
                    <a:pt x="-112" y="18271"/>
                    <a:pt x="5507" y="21890"/>
                  </a:cubicBezTo>
                  <a:lnTo>
                    <a:pt x="42655" y="45798"/>
                  </a:lnTo>
                  <a:lnTo>
                    <a:pt x="5507" y="69706"/>
                  </a:lnTo>
                  <a:cubicBezTo>
                    <a:pt x="-17" y="73230"/>
                    <a:pt x="-1636" y="80660"/>
                    <a:pt x="1888" y="86184"/>
                  </a:cubicBezTo>
                  <a:cubicBezTo>
                    <a:pt x="4174" y="89708"/>
                    <a:pt x="7984" y="91613"/>
                    <a:pt x="11889" y="91613"/>
                  </a:cubicBezTo>
                  <a:cubicBezTo>
                    <a:pt x="14080" y="91613"/>
                    <a:pt x="16366" y="91042"/>
                    <a:pt x="18271" y="89708"/>
                  </a:cubicBezTo>
                  <a:lnTo>
                    <a:pt x="71039" y="55799"/>
                  </a:lnTo>
                  <a:cubicBezTo>
                    <a:pt x="74468" y="53609"/>
                    <a:pt x="76469" y="49799"/>
                    <a:pt x="76469" y="45798"/>
                  </a:cubicBezTo>
                  <a:cubicBezTo>
                    <a:pt x="76469" y="41798"/>
                    <a:pt x="74373" y="37988"/>
                    <a:pt x="71039" y="35797"/>
                  </a:cubicBezTo>
                  <a:lnTo>
                    <a:pt x="18271" y="1888"/>
                  </a:lnTo>
                  <a:cubicBezTo>
                    <a:pt x="12746" y="-1636"/>
                    <a:pt x="5412" y="-112"/>
                    <a:pt x="1793" y="550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34" name="Google Shape;3734;p97"/>
            <p:cNvSpPr/>
            <p:nvPr/>
          </p:nvSpPr>
          <p:spPr>
            <a:xfrm>
              <a:off x="3661424" y="2220570"/>
              <a:ext cx="46298" cy="122971"/>
            </a:xfrm>
            <a:custGeom>
              <a:avLst/>
              <a:gdLst/>
              <a:ahLst/>
              <a:cxnLst/>
              <a:rect l="l" t="t" r="r" b="b"/>
              <a:pathLst>
                <a:path w="46298" h="122971" extrusionOk="0">
                  <a:moveTo>
                    <a:pt x="36865" y="289"/>
                  </a:moveTo>
                  <a:cubicBezTo>
                    <a:pt x="30483" y="-1139"/>
                    <a:pt x="24102" y="2861"/>
                    <a:pt x="22673" y="9243"/>
                  </a:cubicBezTo>
                  <a:lnTo>
                    <a:pt x="289" y="108493"/>
                  </a:lnTo>
                  <a:cubicBezTo>
                    <a:pt x="-1140" y="114875"/>
                    <a:pt x="2861" y="121257"/>
                    <a:pt x="9338" y="122686"/>
                  </a:cubicBezTo>
                  <a:cubicBezTo>
                    <a:pt x="10195" y="122876"/>
                    <a:pt x="11052" y="122971"/>
                    <a:pt x="12005" y="122971"/>
                  </a:cubicBezTo>
                  <a:cubicBezTo>
                    <a:pt x="17434" y="122971"/>
                    <a:pt x="22387" y="119257"/>
                    <a:pt x="23625" y="113637"/>
                  </a:cubicBezTo>
                  <a:lnTo>
                    <a:pt x="46009" y="14386"/>
                  </a:lnTo>
                  <a:cubicBezTo>
                    <a:pt x="47438" y="8005"/>
                    <a:pt x="43437" y="1623"/>
                    <a:pt x="36960" y="1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735" name="Google Shape;3735;p97"/>
          <p:cNvGrpSpPr/>
          <p:nvPr/>
        </p:nvGrpSpPr>
        <p:grpSpPr>
          <a:xfrm>
            <a:off x="6787325" y="1780239"/>
            <a:ext cx="300038" cy="267569"/>
            <a:chOff x="5508717" y="2161969"/>
            <a:chExt cx="533400" cy="475678"/>
          </a:xfrm>
        </p:grpSpPr>
        <p:sp>
          <p:nvSpPr>
            <p:cNvPr id="3736" name="Google Shape;3736;p97"/>
            <p:cNvSpPr/>
            <p:nvPr/>
          </p:nvSpPr>
          <p:spPr>
            <a:xfrm>
              <a:off x="5508717" y="2161969"/>
              <a:ext cx="533400" cy="475678"/>
            </a:xfrm>
            <a:custGeom>
              <a:avLst/>
              <a:gdLst/>
              <a:ahLst/>
              <a:cxnLst/>
              <a:rect l="l" t="t" r="r" b="b"/>
              <a:pathLst>
                <a:path w="533400" h="475678" extrusionOk="0">
                  <a:moveTo>
                    <a:pt x="311515" y="25908"/>
                  </a:moveTo>
                  <a:cubicBezTo>
                    <a:pt x="302181" y="9716"/>
                    <a:pt x="285417" y="0"/>
                    <a:pt x="266652" y="0"/>
                  </a:cubicBezTo>
                  <a:cubicBezTo>
                    <a:pt x="247888" y="0"/>
                    <a:pt x="231124" y="9716"/>
                    <a:pt x="221790" y="25908"/>
                  </a:cubicBezTo>
                  <a:lnTo>
                    <a:pt x="7001" y="397955"/>
                  </a:lnTo>
                  <a:cubicBezTo>
                    <a:pt x="-2334" y="414147"/>
                    <a:pt x="-2334" y="433483"/>
                    <a:pt x="7001" y="449771"/>
                  </a:cubicBezTo>
                  <a:cubicBezTo>
                    <a:pt x="16335" y="465963"/>
                    <a:pt x="33099" y="475679"/>
                    <a:pt x="51864" y="475679"/>
                  </a:cubicBezTo>
                  <a:lnTo>
                    <a:pt x="481536" y="475679"/>
                  </a:lnTo>
                  <a:cubicBezTo>
                    <a:pt x="500301" y="475679"/>
                    <a:pt x="516969" y="465963"/>
                    <a:pt x="526399" y="449771"/>
                  </a:cubicBezTo>
                  <a:cubicBezTo>
                    <a:pt x="535734" y="433578"/>
                    <a:pt x="535734" y="414242"/>
                    <a:pt x="526399" y="397955"/>
                  </a:cubicBezTo>
                  <a:lnTo>
                    <a:pt x="311515" y="25908"/>
                  </a:lnTo>
                  <a:close/>
                  <a:moveTo>
                    <a:pt x="490776" y="429292"/>
                  </a:moveTo>
                  <a:cubicBezTo>
                    <a:pt x="489823" y="430911"/>
                    <a:pt x="487061" y="434626"/>
                    <a:pt x="481441" y="434626"/>
                  </a:cubicBezTo>
                  <a:lnTo>
                    <a:pt x="51864" y="434626"/>
                  </a:lnTo>
                  <a:cubicBezTo>
                    <a:pt x="46244" y="434626"/>
                    <a:pt x="43482" y="430816"/>
                    <a:pt x="42529" y="429292"/>
                  </a:cubicBezTo>
                  <a:cubicBezTo>
                    <a:pt x="41577" y="427673"/>
                    <a:pt x="39767" y="423386"/>
                    <a:pt x="42529" y="418529"/>
                  </a:cubicBezTo>
                  <a:lnTo>
                    <a:pt x="257318" y="46387"/>
                  </a:lnTo>
                  <a:cubicBezTo>
                    <a:pt x="260080" y="41529"/>
                    <a:pt x="264747" y="40957"/>
                    <a:pt x="266652" y="40957"/>
                  </a:cubicBezTo>
                  <a:cubicBezTo>
                    <a:pt x="268557" y="40957"/>
                    <a:pt x="273129" y="41529"/>
                    <a:pt x="275987" y="46387"/>
                  </a:cubicBezTo>
                  <a:lnTo>
                    <a:pt x="490776" y="418433"/>
                  </a:lnTo>
                  <a:cubicBezTo>
                    <a:pt x="493538" y="423291"/>
                    <a:pt x="491728" y="427577"/>
                    <a:pt x="490776" y="42919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37" name="Google Shape;3737;p97"/>
            <p:cNvSpPr/>
            <p:nvPr/>
          </p:nvSpPr>
          <p:spPr>
            <a:xfrm>
              <a:off x="5755367" y="2512203"/>
              <a:ext cx="41528" cy="42195"/>
            </a:xfrm>
            <a:custGeom>
              <a:avLst/>
              <a:gdLst/>
              <a:ahLst/>
              <a:cxnLst/>
              <a:rect l="l" t="t" r="r" b="b"/>
              <a:pathLst>
                <a:path w="41528" h="42195" extrusionOk="0">
                  <a:moveTo>
                    <a:pt x="20574" y="0"/>
                  </a:moveTo>
                  <a:cubicBezTo>
                    <a:pt x="9239" y="0"/>
                    <a:pt x="0" y="9430"/>
                    <a:pt x="0" y="20955"/>
                  </a:cubicBezTo>
                  <a:cubicBezTo>
                    <a:pt x="0" y="32480"/>
                    <a:pt x="9239" y="42196"/>
                    <a:pt x="20574" y="42196"/>
                  </a:cubicBezTo>
                  <a:cubicBezTo>
                    <a:pt x="31909" y="42196"/>
                    <a:pt x="41529" y="32671"/>
                    <a:pt x="41529" y="20955"/>
                  </a:cubicBezTo>
                  <a:cubicBezTo>
                    <a:pt x="41529" y="9239"/>
                    <a:pt x="32099" y="0"/>
                    <a:pt x="2057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38" name="Google Shape;3738;p97"/>
            <p:cNvSpPr/>
            <p:nvPr/>
          </p:nvSpPr>
          <p:spPr>
            <a:xfrm>
              <a:off x="5755272" y="2313893"/>
              <a:ext cx="40195" cy="176593"/>
            </a:xfrm>
            <a:custGeom>
              <a:avLst/>
              <a:gdLst/>
              <a:ahLst/>
              <a:cxnLst/>
              <a:rect l="l" t="t" r="r" b="b"/>
              <a:pathLst>
                <a:path w="40195" h="176593" extrusionOk="0">
                  <a:moveTo>
                    <a:pt x="33052" y="176594"/>
                  </a:moveTo>
                  <a:lnTo>
                    <a:pt x="40196" y="0"/>
                  </a:lnTo>
                  <a:lnTo>
                    <a:pt x="0" y="0"/>
                  </a:lnTo>
                  <a:lnTo>
                    <a:pt x="7144" y="176594"/>
                  </a:lnTo>
                  <a:lnTo>
                    <a:pt x="33052" y="17659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739" name="Google Shape;3739;p97"/>
          <p:cNvGrpSpPr/>
          <p:nvPr/>
        </p:nvGrpSpPr>
        <p:grpSpPr>
          <a:xfrm>
            <a:off x="7576459" y="2544989"/>
            <a:ext cx="294557" cy="294579"/>
            <a:chOff x="3319812" y="2906469"/>
            <a:chExt cx="523657" cy="523696"/>
          </a:xfrm>
        </p:grpSpPr>
        <p:sp>
          <p:nvSpPr>
            <p:cNvPr id="3740" name="Google Shape;3740;p97"/>
            <p:cNvSpPr/>
            <p:nvPr/>
          </p:nvSpPr>
          <p:spPr>
            <a:xfrm>
              <a:off x="3407316" y="3250906"/>
              <a:ext cx="91630" cy="91725"/>
            </a:xfrm>
            <a:custGeom>
              <a:avLst/>
              <a:gdLst/>
              <a:ahLst/>
              <a:cxnLst/>
              <a:rect l="l" t="t" r="r" b="b"/>
              <a:pathLst>
                <a:path w="91630" h="91725" extrusionOk="0">
                  <a:moveTo>
                    <a:pt x="45815" y="0"/>
                  </a:moveTo>
                  <a:cubicBezTo>
                    <a:pt x="34100" y="0"/>
                    <a:pt x="22384" y="4477"/>
                    <a:pt x="13430" y="13430"/>
                  </a:cubicBezTo>
                  <a:cubicBezTo>
                    <a:pt x="-4477" y="31337"/>
                    <a:pt x="-4477" y="60389"/>
                    <a:pt x="13430" y="78296"/>
                  </a:cubicBezTo>
                  <a:cubicBezTo>
                    <a:pt x="22384" y="87249"/>
                    <a:pt x="34100" y="91726"/>
                    <a:pt x="45815" y="91726"/>
                  </a:cubicBezTo>
                  <a:cubicBezTo>
                    <a:pt x="57531" y="91726"/>
                    <a:pt x="69247" y="87249"/>
                    <a:pt x="78200" y="78296"/>
                  </a:cubicBezTo>
                  <a:cubicBezTo>
                    <a:pt x="96107" y="60389"/>
                    <a:pt x="96107" y="31337"/>
                    <a:pt x="78200" y="13430"/>
                  </a:cubicBezTo>
                  <a:cubicBezTo>
                    <a:pt x="69247" y="4477"/>
                    <a:pt x="57531" y="0"/>
                    <a:pt x="45815" y="0"/>
                  </a:cubicBezTo>
                  <a:close/>
                  <a:moveTo>
                    <a:pt x="61341" y="61436"/>
                  </a:moveTo>
                  <a:cubicBezTo>
                    <a:pt x="57150" y="65627"/>
                    <a:pt x="51626" y="67913"/>
                    <a:pt x="45720" y="67913"/>
                  </a:cubicBezTo>
                  <a:cubicBezTo>
                    <a:pt x="39815" y="67913"/>
                    <a:pt x="34290" y="65627"/>
                    <a:pt x="30099" y="61436"/>
                  </a:cubicBezTo>
                  <a:cubicBezTo>
                    <a:pt x="21526" y="52864"/>
                    <a:pt x="21526" y="38862"/>
                    <a:pt x="30099" y="30290"/>
                  </a:cubicBezTo>
                  <a:cubicBezTo>
                    <a:pt x="34290" y="26098"/>
                    <a:pt x="39815" y="23813"/>
                    <a:pt x="45720" y="23813"/>
                  </a:cubicBezTo>
                  <a:cubicBezTo>
                    <a:pt x="51626" y="23813"/>
                    <a:pt x="57150" y="26098"/>
                    <a:pt x="61341" y="30290"/>
                  </a:cubicBezTo>
                  <a:cubicBezTo>
                    <a:pt x="69914" y="38862"/>
                    <a:pt x="69914" y="52864"/>
                    <a:pt x="61341" y="6143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41" name="Google Shape;3741;p97"/>
            <p:cNvSpPr/>
            <p:nvPr/>
          </p:nvSpPr>
          <p:spPr>
            <a:xfrm>
              <a:off x="3319812" y="2906469"/>
              <a:ext cx="523657" cy="523696"/>
            </a:xfrm>
            <a:custGeom>
              <a:avLst/>
              <a:gdLst/>
              <a:ahLst/>
              <a:cxnLst/>
              <a:rect l="l" t="t" r="r" b="b"/>
              <a:pathLst>
                <a:path w="523657" h="523696" extrusionOk="0">
                  <a:moveTo>
                    <a:pt x="518129" y="5537"/>
                  </a:moveTo>
                  <a:cubicBezTo>
                    <a:pt x="514415" y="1822"/>
                    <a:pt x="509366" y="-178"/>
                    <a:pt x="504128" y="12"/>
                  </a:cubicBezTo>
                  <a:lnTo>
                    <a:pt x="442691" y="1727"/>
                  </a:lnTo>
                  <a:cubicBezTo>
                    <a:pt x="439358" y="1727"/>
                    <a:pt x="436119" y="2775"/>
                    <a:pt x="433262" y="4584"/>
                  </a:cubicBezTo>
                  <a:cubicBezTo>
                    <a:pt x="431071" y="5918"/>
                    <a:pt x="427928" y="8013"/>
                    <a:pt x="425642" y="10395"/>
                  </a:cubicBezTo>
                  <a:lnTo>
                    <a:pt x="238190" y="197847"/>
                  </a:lnTo>
                  <a:cubicBezTo>
                    <a:pt x="175039" y="170129"/>
                    <a:pt x="99410" y="183845"/>
                    <a:pt x="49880" y="233375"/>
                  </a:cubicBezTo>
                  <a:cubicBezTo>
                    <a:pt x="29783" y="253473"/>
                    <a:pt x="15019" y="278333"/>
                    <a:pt x="7018" y="305384"/>
                  </a:cubicBezTo>
                  <a:cubicBezTo>
                    <a:pt x="-10699" y="365106"/>
                    <a:pt x="5684" y="429685"/>
                    <a:pt x="49880" y="473881"/>
                  </a:cubicBezTo>
                  <a:cubicBezTo>
                    <a:pt x="82265" y="506266"/>
                    <a:pt x="125604" y="523697"/>
                    <a:pt x="170086" y="523697"/>
                  </a:cubicBezTo>
                  <a:cubicBezTo>
                    <a:pt x="186088" y="523697"/>
                    <a:pt x="202280" y="521411"/>
                    <a:pt x="218187" y="516744"/>
                  </a:cubicBezTo>
                  <a:cubicBezTo>
                    <a:pt x="245714" y="508552"/>
                    <a:pt x="270003" y="494074"/>
                    <a:pt x="290291" y="473786"/>
                  </a:cubicBezTo>
                  <a:cubicBezTo>
                    <a:pt x="339726" y="424351"/>
                    <a:pt x="353442" y="348818"/>
                    <a:pt x="325915" y="285667"/>
                  </a:cubicBezTo>
                  <a:lnTo>
                    <a:pt x="375159" y="236423"/>
                  </a:lnTo>
                  <a:lnTo>
                    <a:pt x="409544" y="240328"/>
                  </a:lnTo>
                  <a:cubicBezTo>
                    <a:pt x="415259" y="240995"/>
                    <a:pt x="420879" y="238995"/>
                    <a:pt x="424975" y="234994"/>
                  </a:cubicBezTo>
                  <a:cubicBezTo>
                    <a:pt x="429071" y="230994"/>
                    <a:pt x="431166" y="225374"/>
                    <a:pt x="430595" y="219659"/>
                  </a:cubicBezTo>
                  <a:lnTo>
                    <a:pt x="428690" y="198418"/>
                  </a:lnTo>
                  <a:lnTo>
                    <a:pt x="449264" y="200609"/>
                  </a:lnTo>
                  <a:cubicBezTo>
                    <a:pt x="454979" y="201276"/>
                    <a:pt x="460598" y="199275"/>
                    <a:pt x="464694" y="195275"/>
                  </a:cubicBezTo>
                  <a:cubicBezTo>
                    <a:pt x="468790" y="191274"/>
                    <a:pt x="470790" y="185655"/>
                    <a:pt x="470314" y="179940"/>
                  </a:cubicBezTo>
                  <a:lnTo>
                    <a:pt x="468409" y="158699"/>
                  </a:lnTo>
                  <a:lnTo>
                    <a:pt x="488983" y="160890"/>
                  </a:lnTo>
                  <a:cubicBezTo>
                    <a:pt x="494698" y="161556"/>
                    <a:pt x="500508" y="159461"/>
                    <a:pt x="504604" y="155365"/>
                  </a:cubicBezTo>
                  <a:cubicBezTo>
                    <a:pt x="508700" y="151269"/>
                    <a:pt x="510700" y="145459"/>
                    <a:pt x="510033" y="139744"/>
                  </a:cubicBezTo>
                  <a:lnTo>
                    <a:pt x="505937" y="104883"/>
                  </a:lnTo>
                  <a:lnTo>
                    <a:pt x="517082" y="92976"/>
                  </a:lnTo>
                  <a:cubicBezTo>
                    <a:pt x="520320" y="89547"/>
                    <a:pt x="522130" y="85071"/>
                    <a:pt x="522225" y="80403"/>
                  </a:cubicBezTo>
                  <a:lnTo>
                    <a:pt x="523654" y="19443"/>
                  </a:lnTo>
                  <a:cubicBezTo>
                    <a:pt x="523749" y="14205"/>
                    <a:pt x="521749" y="9156"/>
                    <a:pt x="518034" y="5537"/>
                  </a:cubicBezTo>
                  <a:close/>
                  <a:moveTo>
                    <a:pt x="484316" y="72212"/>
                  </a:moveTo>
                  <a:lnTo>
                    <a:pt x="472028" y="85261"/>
                  </a:lnTo>
                  <a:cubicBezTo>
                    <a:pt x="468218" y="89357"/>
                    <a:pt x="466313" y="94881"/>
                    <a:pt x="466980" y="100501"/>
                  </a:cubicBezTo>
                  <a:lnTo>
                    <a:pt x="469266" y="120408"/>
                  </a:lnTo>
                  <a:lnTo>
                    <a:pt x="449264" y="118218"/>
                  </a:lnTo>
                  <a:cubicBezTo>
                    <a:pt x="443549" y="117646"/>
                    <a:pt x="437929" y="119551"/>
                    <a:pt x="433833" y="123552"/>
                  </a:cubicBezTo>
                  <a:cubicBezTo>
                    <a:pt x="429737" y="127552"/>
                    <a:pt x="427737" y="133172"/>
                    <a:pt x="428213" y="138887"/>
                  </a:cubicBezTo>
                  <a:lnTo>
                    <a:pt x="430118" y="160128"/>
                  </a:lnTo>
                  <a:lnTo>
                    <a:pt x="409544" y="157937"/>
                  </a:lnTo>
                  <a:cubicBezTo>
                    <a:pt x="403829" y="157365"/>
                    <a:pt x="398210" y="159270"/>
                    <a:pt x="394114" y="163271"/>
                  </a:cubicBezTo>
                  <a:cubicBezTo>
                    <a:pt x="390018" y="167271"/>
                    <a:pt x="388018" y="172891"/>
                    <a:pt x="388494" y="178606"/>
                  </a:cubicBezTo>
                  <a:lnTo>
                    <a:pt x="390399" y="199656"/>
                  </a:lnTo>
                  <a:lnTo>
                    <a:pt x="370206" y="197370"/>
                  </a:lnTo>
                  <a:cubicBezTo>
                    <a:pt x="364491" y="196704"/>
                    <a:pt x="358681" y="198704"/>
                    <a:pt x="354585" y="202800"/>
                  </a:cubicBezTo>
                  <a:lnTo>
                    <a:pt x="289244" y="268141"/>
                  </a:lnTo>
                  <a:cubicBezTo>
                    <a:pt x="283243" y="274142"/>
                    <a:pt x="281909" y="283286"/>
                    <a:pt x="286005" y="290715"/>
                  </a:cubicBezTo>
                  <a:cubicBezTo>
                    <a:pt x="313628" y="341579"/>
                    <a:pt x="304293" y="405682"/>
                    <a:pt x="263240" y="446735"/>
                  </a:cubicBezTo>
                  <a:cubicBezTo>
                    <a:pt x="247429" y="462546"/>
                    <a:pt x="228569" y="473786"/>
                    <a:pt x="207233" y="480072"/>
                  </a:cubicBezTo>
                  <a:cubicBezTo>
                    <a:pt x="160847" y="493693"/>
                    <a:pt x="110840" y="480930"/>
                    <a:pt x="76646" y="446830"/>
                  </a:cubicBezTo>
                  <a:cubicBezTo>
                    <a:pt x="42356" y="412540"/>
                    <a:pt x="29592" y="362439"/>
                    <a:pt x="43403" y="316052"/>
                  </a:cubicBezTo>
                  <a:cubicBezTo>
                    <a:pt x="49595" y="295097"/>
                    <a:pt x="61120" y="275761"/>
                    <a:pt x="76646" y="260140"/>
                  </a:cubicBezTo>
                  <a:cubicBezTo>
                    <a:pt x="101887" y="234899"/>
                    <a:pt x="135986" y="221564"/>
                    <a:pt x="170181" y="221564"/>
                  </a:cubicBezTo>
                  <a:cubicBezTo>
                    <a:pt x="191612" y="221564"/>
                    <a:pt x="213139" y="226707"/>
                    <a:pt x="232665" y="237471"/>
                  </a:cubicBezTo>
                  <a:cubicBezTo>
                    <a:pt x="240095" y="241566"/>
                    <a:pt x="249334" y="240233"/>
                    <a:pt x="255239" y="234232"/>
                  </a:cubicBezTo>
                  <a:lnTo>
                    <a:pt x="449930" y="39541"/>
                  </a:lnTo>
                  <a:lnTo>
                    <a:pt x="484887" y="38589"/>
                  </a:lnTo>
                  <a:lnTo>
                    <a:pt x="484125" y="7221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742" name="Google Shape;3742;p97"/>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3.5.26</a:t>
            </a: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3746"/>
        <p:cNvGrpSpPr/>
        <p:nvPr/>
      </p:nvGrpSpPr>
      <p:grpSpPr>
        <a:xfrm>
          <a:off x="0" y="0"/>
          <a:ext cx="0" cy="0"/>
          <a:chOff x="0" y="0"/>
          <a:chExt cx="0" cy="0"/>
        </a:xfrm>
      </p:grpSpPr>
      <p:sp>
        <p:nvSpPr>
          <p:cNvPr id="3747" name="Google Shape;3747;p98"/>
          <p:cNvSpPr txBox="1">
            <a:spLocks noGrp="1"/>
          </p:cNvSpPr>
          <p:nvPr>
            <p:ph type="title"/>
          </p:nvPr>
        </p:nvSpPr>
        <p:spPr>
          <a:xfrm>
            <a:off x="365750" y="274323"/>
            <a:ext cx="8344800" cy="365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a:t>Icons:  General</a:t>
            </a:r>
            <a:endParaRPr/>
          </a:p>
        </p:txBody>
      </p:sp>
      <p:sp>
        <p:nvSpPr>
          <p:cNvPr id="3748" name="Google Shape;3748;p98"/>
          <p:cNvSpPr txBox="1">
            <a:spLocks noGrp="1"/>
          </p:cNvSpPr>
          <p:nvPr>
            <p:ph type="sldNum" idx="12"/>
          </p:nvPr>
        </p:nvSpPr>
        <p:spPr>
          <a:xfrm>
            <a:off x="8229600" y="4866905"/>
            <a:ext cx="473700" cy="92400"/>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77</a:t>
            </a:fld>
            <a:endParaRPr/>
          </a:p>
        </p:txBody>
      </p:sp>
      <p:sp>
        <p:nvSpPr>
          <p:cNvPr id="3749" name="Google Shape;3749;p98"/>
          <p:cNvSpPr txBox="1"/>
          <p:nvPr/>
        </p:nvSpPr>
        <p:spPr>
          <a:xfrm>
            <a:off x="1171078" y="1382115"/>
            <a:ext cx="4431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Kafka</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Connectors</a:t>
            </a:r>
            <a:endParaRPr sz="600">
              <a:solidFill>
                <a:srgbClr val="11567F"/>
              </a:solidFill>
            </a:endParaRPr>
          </a:p>
        </p:txBody>
      </p:sp>
      <p:sp>
        <p:nvSpPr>
          <p:cNvPr id="3750" name="Google Shape;3750;p98"/>
          <p:cNvSpPr txBox="1"/>
          <p:nvPr/>
        </p:nvSpPr>
        <p:spPr>
          <a:xfrm>
            <a:off x="1963275"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Servers</a:t>
            </a:r>
            <a:endParaRPr sz="1800">
              <a:solidFill>
                <a:srgbClr val="252525"/>
              </a:solidFill>
              <a:latin typeface="Arial"/>
              <a:ea typeface="Arial"/>
              <a:cs typeface="Arial"/>
              <a:sym typeface="Arial"/>
            </a:endParaRPr>
          </a:p>
        </p:txBody>
      </p:sp>
      <p:sp>
        <p:nvSpPr>
          <p:cNvPr id="3751" name="Google Shape;3751;p98"/>
          <p:cNvSpPr txBox="1"/>
          <p:nvPr/>
        </p:nvSpPr>
        <p:spPr>
          <a:xfrm>
            <a:off x="2755472"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Server</a:t>
            </a:r>
            <a:endParaRPr sz="1800">
              <a:solidFill>
                <a:srgbClr val="252525"/>
              </a:solidFill>
              <a:latin typeface="Arial"/>
              <a:ea typeface="Arial"/>
              <a:cs typeface="Arial"/>
              <a:sym typeface="Arial"/>
            </a:endParaRPr>
          </a:p>
        </p:txBody>
      </p:sp>
      <p:sp>
        <p:nvSpPr>
          <p:cNvPr id="3752" name="Google Shape;3752;p98"/>
          <p:cNvSpPr txBox="1"/>
          <p:nvPr/>
        </p:nvSpPr>
        <p:spPr>
          <a:xfrm>
            <a:off x="2771356" y="2157573"/>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Dev</a:t>
            </a:r>
            <a:endParaRPr sz="600">
              <a:solidFill>
                <a:srgbClr val="11567F"/>
              </a:solidFill>
            </a:endParaRPr>
          </a:p>
        </p:txBody>
      </p:sp>
      <p:sp>
        <p:nvSpPr>
          <p:cNvPr id="3753" name="Google Shape;3753;p98"/>
          <p:cNvSpPr txBox="1"/>
          <p:nvPr/>
        </p:nvSpPr>
        <p:spPr>
          <a:xfrm>
            <a:off x="4322047" y="1382115"/>
            <a:ext cx="4788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Easy</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Management</a:t>
            </a:r>
            <a:endParaRPr sz="600">
              <a:solidFill>
                <a:srgbClr val="11567F"/>
              </a:solidFill>
            </a:endParaRPr>
          </a:p>
        </p:txBody>
      </p:sp>
      <p:sp>
        <p:nvSpPr>
          <p:cNvPr id="3754" name="Google Shape;3754;p98"/>
          <p:cNvSpPr txBox="1"/>
          <p:nvPr/>
        </p:nvSpPr>
        <p:spPr>
          <a:xfrm>
            <a:off x="5013413" y="1382115"/>
            <a:ext cx="680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Management</a:t>
            </a:r>
            <a:endParaRPr sz="1800">
              <a:solidFill>
                <a:srgbClr val="252525"/>
              </a:solidFill>
              <a:latin typeface="Arial"/>
              <a:ea typeface="Arial"/>
              <a:cs typeface="Arial"/>
              <a:sym typeface="Arial"/>
            </a:endParaRPr>
          </a:p>
        </p:txBody>
      </p:sp>
      <p:sp>
        <p:nvSpPr>
          <p:cNvPr id="3755" name="Google Shape;3755;p98"/>
          <p:cNvSpPr txBox="1"/>
          <p:nvPr/>
        </p:nvSpPr>
        <p:spPr>
          <a:xfrm>
            <a:off x="5900575" y="1382125"/>
            <a:ext cx="488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Sharing</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Collaboration</a:t>
            </a:r>
            <a:endParaRPr sz="600">
              <a:solidFill>
                <a:srgbClr val="11567F"/>
              </a:solidFill>
            </a:endParaRPr>
          </a:p>
        </p:txBody>
      </p:sp>
      <p:sp>
        <p:nvSpPr>
          <p:cNvPr id="3756" name="Google Shape;3756;p98"/>
          <p:cNvSpPr txBox="1"/>
          <p:nvPr/>
        </p:nvSpPr>
        <p:spPr>
          <a:xfrm>
            <a:off x="5857810" y="3708489"/>
            <a:ext cx="576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Public Data</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Exchange</a:t>
            </a:r>
            <a:endParaRPr sz="600">
              <a:solidFill>
                <a:srgbClr val="11567F"/>
              </a:solidFill>
            </a:endParaRPr>
          </a:p>
        </p:txBody>
      </p:sp>
      <p:sp>
        <p:nvSpPr>
          <p:cNvPr id="3757" name="Google Shape;3757;p98"/>
          <p:cNvSpPr txBox="1"/>
          <p:nvPr/>
        </p:nvSpPr>
        <p:spPr>
          <a:xfrm>
            <a:off x="6696578" y="3708489"/>
            <a:ext cx="483000" cy="105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Private Data</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Exchange</a:t>
            </a:r>
            <a:endParaRPr sz="600">
              <a:solidFill>
                <a:srgbClr val="11567F"/>
              </a:solidFill>
            </a:endParaRPr>
          </a:p>
        </p:txBody>
      </p:sp>
      <p:sp>
        <p:nvSpPr>
          <p:cNvPr id="3758" name="Google Shape;3758;p98"/>
          <p:cNvSpPr txBox="1"/>
          <p:nvPr/>
        </p:nvSpPr>
        <p:spPr>
          <a:xfrm>
            <a:off x="7442204" y="3708489"/>
            <a:ext cx="576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Self-Service</a:t>
            </a:r>
            <a:endParaRPr sz="1800">
              <a:solidFill>
                <a:srgbClr val="252525"/>
              </a:solidFill>
              <a:latin typeface="Arial"/>
              <a:ea typeface="Arial"/>
              <a:cs typeface="Arial"/>
              <a:sym typeface="Arial"/>
            </a:endParaRPr>
          </a:p>
        </p:txBody>
      </p:sp>
      <p:sp>
        <p:nvSpPr>
          <p:cNvPr id="3759" name="Google Shape;3759;p98"/>
          <p:cNvSpPr txBox="1"/>
          <p:nvPr/>
        </p:nvSpPr>
        <p:spPr>
          <a:xfrm>
            <a:off x="3517969" y="2157573"/>
            <a:ext cx="502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3rd Party App</a:t>
            </a:r>
            <a:endParaRPr sz="1800">
              <a:solidFill>
                <a:srgbClr val="252525"/>
              </a:solidFill>
              <a:latin typeface="Arial"/>
              <a:ea typeface="Arial"/>
              <a:cs typeface="Arial"/>
              <a:sym typeface="Arial"/>
            </a:endParaRPr>
          </a:p>
        </p:txBody>
      </p:sp>
      <p:sp>
        <p:nvSpPr>
          <p:cNvPr id="3760" name="Google Shape;3760;p98"/>
          <p:cNvSpPr txBox="1"/>
          <p:nvPr/>
        </p:nvSpPr>
        <p:spPr>
          <a:xfrm>
            <a:off x="4339866"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Web Search</a:t>
            </a:r>
            <a:endParaRPr sz="1800">
              <a:solidFill>
                <a:srgbClr val="252525"/>
              </a:solidFill>
              <a:latin typeface="Arial"/>
              <a:ea typeface="Arial"/>
              <a:cs typeface="Arial"/>
              <a:sym typeface="Arial"/>
            </a:endParaRPr>
          </a:p>
        </p:txBody>
      </p:sp>
      <p:sp>
        <p:nvSpPr>
          <p:cNvPr id="3761" name="Google Shape;3761;p98"/>
          <p:cNvSpPr txBox="1"/>
          <p:nvPr/>
        </p:nvSpPr>
        <p:spPr>
          <a:xfrm>
            <a:off x="6705646" y="1382115"/>
            <a:ext cx="464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Desktop</a:t>
            </a:r>
            <a:endParaRPr sz="600">
              <a:solidFill>
                <a:srgbClr val="11567F"/>
              </a:solidFill>
            </a:endParaRPr>
          </a:p>
        </p:txBody>
      </p:sp>
      <p:sp>
        <p:nvSpPr>
          <p:cNvPr id="3762" name="Google Shape;3762;p98"/>
          <p:cNvSpPr txBox="1"/>
          <p:nvPr/>
        </p:nvSpPr>
        <p:spPr>
          <a:xfrm>
            <a:off x="7518975" y="1382125"/>
            <a:ext cx="42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Laptop</a:t>
            </a:r>
            <a:endParaRPr sz="600">
              <a:solidFill>
                <a:srgbClr val="11567F"/>
              </a:solidFill>
            </a:endParaRPr>
          </a:p>
        </p:txBody>
      </p:sp>
      <p:sp>
        <p:nvSpPr>
          <p:cNvPr id="3763" name="Google Shape;3763;p98"/>
          <p:cNvSpPr txBox="1"/>
          <p:nvPr/>
        </p:nvSpPr>
        <p:spPr>
          <a:xfrm>
            <a:off x="1171078"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Mobile</a:t>
            </a:r>
            <a:endParaRPr sz="600">
              <a:solidFill>
                <a:srgbClr val="11567F"/>
              </a:solidFill>
            </a:endParaRPr>
          </a:p>
        </p:txBody>
      </p:sp>
      <p:sp>
        <p:nvSpPr>
          <p:cNvPr id="3764" name="Google Shape;3764;p98"/>
          <p:cNvSpPr txBox="1"/>
          <p:nvPr/>
        </p:nvSpPr>
        <p:spPr>
          <a:xfrm>
            <a:off x="1990100" y="2157575"/>
            <a:ext cx="388500" cy="1272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Application</a:t>
            </a:r>
            <a:endParaRPr sz="1800">
              <a:solidFill>
                <a:srgbClr val="252525"/>
              </a:solidFill>
              <a:latin typeface="Arial"/>
              <a:ea typeface="Arial"/>
              <a:cs typeface="Arial"/>
              <a:sym typeface="Arial"/>
            </a:endParaRPr>
          </a:p>
        </p:txBody>
      </p:sp>
      <p:sp>
        <p:nvSpPr>
          <p:cNvPr id="3765" name="Google Shape;3765;p98"/>
          <p:cNvSpPr txBox="1"/>
          <p:nvPr/>
        </p:nvSpPr>
        <p:spPr>
          <a:xfrm>
            <a:off x="1195250" y="2933025"/>
            <a:ext cx="388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Users</a:t>
            </a:r>
            <a:endParaRPr sz="600">
              <a:solidFill>
                <a:srgbClr val="11567F"/>
              </a:solidFill>
            </a:endParaRPr>
          </a:p>
          <a:p>
            <a:pPr marL="0" marR="0" lvl="0" indent="0" algn="l" rtl="0">
              <a:lnSpc>
                <a:spcPct val="90000"/>
              </a:lnSpc>
              <a:spcBef>
                <a:spcPts val="0"/>
              </a:spcBef>
              <a:spcAft>
                <a:spcPts val="0"/>
              </a:spcAft>
              <a:buClr>
                <a:srgbClr val="11567F"/>
              </a:buClr>
              <a:buSzPts val="600"/>
              <a:buFont typeface="Arial"/>
              <a:buNone/>
            </a:pPr>
            <a:endParaRPr sz="600">
              <a:solidFill>
                <a:srgbClr val="11567F"/>
              </a:solidFill>
            </a:endParaRPr>
          </a:p>
        </p:txBody>
      </p:sp>
      <p:sp>
        <p:nvSpPr>
          <p:cNvPr id="3766" name="Google Shape;3766;p98"/>
          <p:cNvSpPr txBox="1"/>
          <p:nvPr/>
        </p:nvSpPr>
        <p:spPr>
          <a:xfrm>
            <a:off x="1990100" y="2933025"/>
            <a:ext cx="388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3rd Party</a:t>
            </a:r>
            <a:endParaRPr sz="600">
              <a:solidFill>
                <a:srgbClr val="11567F"/>
              </a:solidFill>
            </a:endParaRPr>
          </a:p>
        </p:txBody>
      </p:sp>
      <p:sp>
        <p:nvSpPr>
          <p:cNvPr id="3767" name="Google Shape;3767;p98"/>
          <p:cNvSpPr txBox="1"/>
          <p:nvPr/>
        </p:nvSpPr>
        <p:spPr>
          <a:xfrm>
            <a:off x="3593310" y="1382115"/>
            <a:ext cx="3519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Operating</a:t>
            </a:r>
            <a:endParaRPr sz="600">
              <a:solidFill>
                <a:srgbClr val="105780"/>
              </a:solidFill>
            </a:endParaRPr>
          </a:p>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Snowflake</a:t>
            </a:r>
            <a:endParaRPr sz="600">
              <a:solidFill>
                <a:srgbClr val="105780"/>
              </a:solidFill>
            </a:endParaRPr>
          </a:p>
        </p:txBody>
      </p:sp>
      <p:sp>
        <p:nvSpPr>
          <p:cNvPr id="3768" name="Google Shape;3768;p98"/>
          <p:cNvSpPr txBox="1"/>
          <p:nvPr/>
        </p:nvSpPr>
        <p:spPr>
          <a:xfrm>
            <a:off x="4339866" y="2933031"/>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Optimization</a:t>
            </a:r>
            <a:endParaRPr sz="600">
              <a:solidFill>
                <a:srgbClr val="11567F"/>
              </a:solidFill>
            </a:endParaRPr>
          </a:p>
        </p:txBody>
      </p:sp>
      <p:sp>
        <p:nvSpPr>
          <p:cNvPr id="3769" name="Google Shape;3769;p98"/>
          <p:cNvSpPr txBox="1"/>
          <p:nvPr/>
        </p:nvSpPr>
        <p:spPr>
          <a:xfrm>
            <a:off x="2760644" y="2933031"/>
            <a:ext cx="4329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Engineers</a:t>
            </a:r>
            <a:endParaRPr sz="600">
              <a:solidFill>
                <a:srgbClr val="11567F"/>
              </a:solidFill>
            </a:endParaRPr>
          </a:p>
        </p:txBody>
      </p:sp>
      <p:sp>
        <p:nvSpPr>
          <p:cNvPr id="3770" name="Google Shape;3770;p98"/>
          <p:cNvSpPr txBox="1"/>
          <p:nvPr/>
        </p:nvSpPr>
        <p:spPr>
          <a:xfrm>
            <a:off x="3547675" y="2933025"/>
            <a:ext cx="4431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Database</a:t>
            </a:r>
            <a:endParaRPr sz="600">
              <a:solidFill>
                <a:srgbClr val="105780"/>
              </a:solidFill>
            </a:endParaRPr>
          </a:p>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Role</a:t>
            </a:r>
            <a:endParaRPr sz="600">
              <a:solidFill>
                <a:srgbClr val="105780"/>
              </a:solidFill>
            </a:endParaRPr>
          </a:p>
        </p:txBody>
      </p:sp>
      <p:sp>
        <p:nvSpPr>
          <p:cNvPr id="3771" name="Google Shape;3771;p98"/>
          <p:cNvSpPr txBox="1"/>
          <p:nvPr/>
        </p:nvSpPr>
        <p:spPr>
          <a:xfrm>
            <a:off x="5110475" y="2157575"/>
            <a:ext cx="483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Communicate</a:t>
            </a:r>
            <a:endParaRPr sz="1800">
              <a:solidFill>
                <a:srgbClr val="252525"/>
              </a:solidFill>
              <a:latin typeface="Arial"/>
              <a:ea typeface="Arial"/>
              <a:cs typeface="Arial"/>
              <a:sym typeface="Arial"/>
            </a:endParaRPr>
          </a:p>
        </p:txBody>
      </p:sp>
      <p:sp>
        <p:nvSpPr>
          <p:cNvPr id="3772" name="Google Shape;3772;p98"/>
          <p:cNvSpPr txBox="1"/>
          <p:nvPr/>
        </p:nvSpPr>
        <p:spPr>
          <a:xfrm>
            <a:off x="2771356" y="3708489"/>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Speed 1</a:t>
            </a:r>
            <a:endParaRPr sz="600">
              <a:solidFill>
                <a:srgbClr val="11567F"/>
              </a:solidFill>
            </a:endParaRPr>
          </a:p>
        </p:txBody>
      </p:sp>
      <p:sp>
        <p:nvSpPr>
          <p:cNvPr id="3773" name="Google Shape;3773;p98"/>
          <p:cNvSpPr txBox="1"/>
          <p:nvPr/>
        </p:nvSpPr>
        <p:spPr>
          <a:xfrm>
            <a:off x="1963275" y="3708489"/>
            <a:ext cx="4431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Concurrency</a:t>
            </a:r>
            <a:endParaRPr sz="600">
              <a:solidFill>
                <a:srgbClr val="11567F"/>
              </a:solidFill>
            </a:endParaRPr>
          </a:p>
        </p:txBody>
      </p:sp>
      <p:sp>
        <p:nvSpPr>
          <p:cNvPr id="3774" name="Google Shape;3774;p98"/>
          <p:cNvSpPr txBox="1"/>
          <p:nvPr/>
        </p:nvSpPr>
        <p:spPr>
          <a:xfrm>
            <a:off x="1143772" y="3708489"/>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Performance</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Scale</a:t>
            </a:r>
            <a:endParaRPr sz="600">
              <a:solidFill>
                <a:srgbClr val="11567F"/>
              </a:solidFill>
            </a:endParaRPr>
          </a:p>
        </p:txBody>
      </p:sp>
      <p:sp>
        <p:nvSpPr>
          <p:cNvPr id="3775" name="Google Shape;3775;p98"/>
          <p:cNvSpPr txBox="1"/>
          <p:nvPr/>
        </p:nvSpPr>
        <p:spPr>
          <a:xfrm>
            <a:off x="5052625" y="3708500"/>
            <a:ext cx="604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Monetization</a:t>
            </a:r>
            <a:endParaRPr sz="600">
              <a:solidFill>
                <a:srgbClr val="11567F"/>
              </a:solidFill>
            </a:endParaRPr>
          </a:p>
        </p:txBody>
      </p:sp>
      <p:sp>
        <p:nvSpPr>
          <p:cNvPr id="3776" name="Google Shape;3776;p98"/>
          <p:cNvSpPr txBox="1"/>
          <p:nvPr/>
        </p:nvSpPr>
        <p:spPr>
          <a:xfrm>
            <a:off x="4356550" y="3708500"/>
            <a:ext cx="4329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Results</a:t>
            </a:r>
            <a:endParaRPr sz="600">
              <a:solidFill>
                <a:srgbClr val="11567F"/>
              </a:solidFill>
            </a:endParaRPr>
          </a:p>
        </p:txBody>
      </p:sp>
      <p:sp>
        <p:nvSpPr>
          <p:cNvPr id="3777" name="Google Shape;3777;p98"/>
          <p:cNvSpPr txBox="1"/>
          <p:nvPr/>
        </p:nvSpPr>
        <p:spPr>
          <a:xfrm>
            <a:off x="3547669" y="3708489"/>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Speed 2</a:t>
            </a:r>
            <a:endParaRPr sz="600">
              <a:solidFill>
                <a:srgbClr val="11567F"/>
              </a:solidFill>
            </a:endParaRPr>
          </a:p>
        </p:txBody>
      </p:sp>
      <p:sp>
        <p:nvSpPr>
          <p:cNvPr id="3778" name="Google Shape;3778;p98"/>
          <p:cNvSpPr txBox="1"/>
          <p:nvPr/>
        </p:nvSpPr>
        <p:spPr>
          <a:xfrm>
            <a:off x="5893950" y="2157575"/>
            <a:ext cx="5025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User 1</a:t>
            </a:r>
            <a:endParaRPr sz="600">
              <a:solidFill>
                <a:srgbClr val="105780"/>
              </a:solidFill>
            </a:endParaRPr>
          </a:p>
        </p:txBody>
      </p:sp>
      <p:sp>
        <p:nvSpPr>
          <p:cNvPr id="3779" name="Google Shape;3779;p98"/>
          <p:cNvSpPr txBox="1"/>
          <p:nvPr/>
        </p:nvSpPr>
        <p:spPr>
          <a:xfrm>
            <a:off x="6707750" y="2157575"/>
            <a:ext cx="464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User 2</a:t>
            </a:r>
            <a:endParaRPr sz="1800">
              <a:solidFill>
                <a:srgbClr val="252525"/>
              </a:solidFill>
              <a:latin typeface="Arial"/>
              <a:ea typeface="Arial"/>
              <a:cs typeface="Arial"/>
              <a:sym typeface="Arial"/>
            </a:endParaRPr>
          </a:p>
        </p:txBody>
      </p:sp>
      <p:sp>
        <p:nvSpPr>
          <p:cNvPr id="3780" name="Google Shape;3780;p98"/>
          <p:cNvSpPr txBox="1"/>
          <p:nvPr/>
        </p:nvSpPr>
        <p:spPr>
          <a:xfrm>
            <a:off x="7476675" y="2157575"/>
            <a:ext cx="502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Users</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Multiple</a:t>
            </a:r>
            <a:endParaRPr sz="600">
              <a:solidFill>
                <a:srgbClr val="11567F"/>
              </a:solidFill>
            </a:endParaRPr>
          </a:p>
        </p:txBody>
      </p:sp>
      <p:sp>
        <p:nvSpPr>
          <p:cNvPr id="3781" name="Google Shape;3781;p98"/>
          <p:cNvSpPr txBox="1"/>
          <p:nvPr/>
        </p:nvSpPr>
        <p:spPr>
          <a:xfrm>
            <a:off x="6737125" y="2933025"/>
            <a:ext cx="402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Processes</a:t>
            </a:r>
            <a:endParaRPr sz="1800">
              <a:solidFill>
                <a:srgbClr val="252525"/>
              </a:solidFill>
              <a:latin typeface="Arial"/>
              <a:ea typeface="Arial"/>
              <a:cs typeface="Arial"/>
              <a:sym typeface="Arial"/>
            </a:endParaRPr>
          </a:p>
        </p:txBody>
      </p:sp>
      <p:sp>
        <p:nvSpPr>
          <p:cNvPr id="3782" name="Google Shape;3782;p98"/>
          <p:cNvSpPr txBox="1"/>
          <p:nvPr/>
        </p:nvSpPr>
        <p:spPr>
          <a:xfrm>
            <a:off x="7481348" y="2933031"/>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Accelerated</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Analytics</a:t>
            </a:r>
            <a:endParaRPr sz="600">
              <a:solidFill>
                <a:srgbClr val="11567F"/>
              </a:solidFill>
            </a:endParaRPr>
          </a:p>
        </p:txBody>
      </p:sp>
      <p:sp>
        <p:nvSpPr>
          <p:cNvPr id="3783" name="Google Shape;3783;p98"/>
          <p:cNvSpPr txBox="1"/>
          <p:nvPr/>
        </p:nvSpPr>
        <p:spPr>
          <a:xfrm>
            <a:off x="5142376" y="2933031"/>
            <a:ext cx="42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Optimize</a:t>
            </a:r>
            <a:endParaRPr sz="600">
              <a:solidFill>
                <a:srgbClr val="11567F"/>
              </a:solidFill>
            </a:endParaRPr>
          </a:p>
        </p:txBody>
      </p:sp>
      <p:sp>
        <p:nvSpPr>
          <p:cNvPr id="3784" name="Google Shape;3784;p98"/>
          <p:cNvSpPr txBox="1"/>
          <p:nvPr/>
        </p:nvSpPr>
        <p:spPr>
          <a:xfrm>
            <a:off x="5924260" y="2933031"/>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Process-1</a:t>
            </a:r>
            <a:endParaRPr sz="600">
              <a:solidFill>
                <a:srgbClr val="11567F"/>
              </a:solidFill>
            </a:endParaRPr>
          </a:p>
        </p:txBody>
      </p:sp>
      <p:sp>
        <p:nvSpPr>
          <p:cNvPr id="3785" name="Google Shape;3785;p98"/>
          <p:cNvSpPr txBox="1"/>
          <p:nvPr/>
        </p:nvSpPr>
        <p:spPr>
          <a:xfrm>
            <a:off x="1132825" y="4483950"/>
            <a:ext cx="5253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Easily Onboard</a:t>
            </a:r>
            <a:endParaRPr sz="1800">
              <a:solidFill>
                <a:srgbClr val="252525"/>
              </a:solidFill>
              <a:latin typeface="Arial"/>
              <a:ea typeface="Arial"/>
              <a:cs typeface="Arial"/>
              <a:sym typeface="Arial"/>
            </a:endParaRPr>
          </a:p>
        </p:txBody>
      </p:sp>
      <p:sp>
        <p:nvSpPr>
          <p:cNvPr id="3786" name="Google Shape;3786;p98"/>
          <p:cNvSpPr txBox="1"/>
          <p:nvPr/>
        </p:nvSpPr>
        <p:spPr>
          <a:xfrm>
            <a:off x="1977050" y="4483950"/>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Launch</a:t>
            </a:r>
            <a:endParaRPr sz="1800">
              <a:solidFill>
                <a:srgbClr val="252525"/>
              </a:solidFill>
              <a:latin typeface="Arial"/>
              <a:ea typeface="Arial"/>
              <a:cs typeface="Arial"/>
              <a:sym typeface="Arial"/>
            </a:endParaRPr>
          </a:p>
        </p:txBody>
      </p:sp>
      <p:sp>
        <p:nvSpPr>
          <p:cNvPr id="3787" name="Google Shape;3787;p98"/>
          <p:cNvSpPr txBox="1"/>
          <p:nvPr/>
        </p:nvSpPr>
        <p:spPr>
          <a:xfrm>
            <a:off x="2695865" y="4483949"/>
            <a:ext cx="5622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Beverage</a:t>
            </a:r>
            <a:endParaRPr sz="600">
              <a:solidFill>
                <a:srgbClr val="11567F"/>
              </a:solidFill>
            </a:endParaRPr>
          </a:p>
        </p:txBody>
      </p:sp>
      <p:sp>
        <p:nvSpPr>
          <p:cNvPr id="3788" name="Google Shape;3788;p98"/>
          <p:cNvSpPr txBox="1"/>
          <p:nvPr/>
        </p:nvSpPr>
        <p:spPr>
          <a:xfrm>
            <a:off x="3481226" y="4483950"/>
            <a:ext cx="576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Workshop</a:t>
            </a:r>
            <a:endParaRPr sz="600">
              <a:solidFill>
                <a:srgbClr val="11567F"/>
              </a:solidFill>
            </a:endParaRPr>
          </a:p>
        </p:txBody>
      </p:sp>
      <p:sp>
        <p:nvSpPr>
          <p:cNvPr id="3789" name="Google Shape;3789;p98"/>
          <p:cNvSpPr txBox="1"/>
          <p:nvPr/>
        </p:nvSpPr>
        <p:spPr>
          <a:xfrm>
            <a:off x="4335183" y="4483949"/>
            <a:ext cx="45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Contact</a:t>
            </a:r>
            <a:endParaRPr sz="600">
              <a:solidFill>
                <a:srgbClr val="11567F"/>
              </a:solidFill>
            </a:endParaRPr>
          </a:p>
        </p:txBody>
      </p:sp>
      <p:sp>
        <p:nvSpPr>
          <p:cNvPr id="3790" name="Google Shape;3790;p98"/>
          <p:cNvSpPr txBox="1"/>
          <p:nvPr/>
        </p:nvSpPr>
        <p:spPr>
          <a:xfrm>
            <a:off x="5884575" y="4483975"/>
            <a:ext cx="525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Cost Savings</a:t>
            </a:r>
            <a:endParaRPr sz="600">
              <a:solidFill>
                <a:srgbClr val="11567F"/>
              </a:solidFill>
            </a:endParaRPr>
          </a:p>
        </p:txBody>
      </p:sp>
      <p:sp>
        <p:nvSpPr>
          <p:cNvPr id="3791" name="Google Shape;3791;p98"/>
          <p:cNvSpPr txBox="1"/>
          <p:nvPr/>
        </p:nvSpPr>
        <p:spPr>
          <a:xfrm>
            <a:off x="5127371" y="4483974"/>
            <a:ext cx="45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Finance Option</a:t>
            </a:r>
            <a:endParaRPr sz="600">
              <a:solidFill>
                <a:srgbClr val="11567F"/>
              </a:solidFill>
            </a:endParaRPr>
          </a:p>
        </p:txBody>
      </p:sp>
      <p:sp>
        <p:nvSpPr>
          <p:cNvPr id="3792" name="Google Shape;3792;p98"/>
          <p:cNvSpPr txBox="1"/>
          <p:nvPr/>
        </p:nvSpPr>
        <p:spPr>
          <a:xfrm>
            <a:off x="6689825" y="4483950"/>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Pricing</a:t>
            </a:r>
            <a:endParaRPr sz="600">
              <a:solidFill>
                <a:srgbClr val="11567F"/>
              </a:solidFill>
            </a:endParaRPr>
          </a:p>
        </p:txBody>
      </p:sp>
      <p:sp>
        <p:nvSpPr>
          <p:cNvPr id="3793" name="Google Shape;3793;p98"/>
          <p:cNvSpPr txBox="1"/>
          <p:nvPr/>
        </p:nvSpPr>
        <p:spPr>
          <a:xfrm>
            <a:off x="7472950" y="4483950"/>
            <a:ext cx="515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Location</a:t>
            </a:r>
            <a:endParaRPr sz="600">
              <a:solidFill>
                <a:srgbClr val="11567F"/>
              </a:solidFill>
            </a:endParaRPr>
          </a:p>
        </p:txBody>
      </p:sp>
      <p:grpSp>
        <p:nvGrpSpPr>
          <p:cNvPr id="3794" name="Google Shape;3794;p98"/>
          <p:cNvGrpSpPr/>
          <p:nvPr/>
        </p:nvGrpSpPr>
        <p:grpSpPr>
          <a:xfrm>
            <a:off x="3620304" y="4110800"/>
            <a:ext cx="297367" cy="281111"/>
            <a:chOff x="2040755" y="303133"/>
            <a:chExt cx="528653" cy="499752"/>
          </a:xfrm>
        </p:grpSpPr>
        <p:sp>
          <p:nvSpPr>
            <p:cNvPr id="3795" name="Google Shape;3795;p98"/>
            <p:cNvSpPr/>
            <p:nvPr/>
          </p:nvSpPr>
          <p:spPr>
            <a:xfrm>
              <a:off x="2408151" y="397424"/>
              <a:ext cx="38921" cy="77039"/>
            </a:xfrm>
            <a:custGeom>
              <a:avLst/>
              <a:gdLst/>
              <a:ahLst/>
              <a:cxnLst/>
              <a:rect l="l" t="t" r="r" b="b"/>
              <a:pathLst>
                <a:path w="38921" h="77039" extrusionOk="0">
                  <a:moveTo>
                    <a:pt x="23414" y="8650"/>
                  </a:moveTo>
                  <a:cubicBezTo>
                    <a:pt x="21604" y="2364"/>
                    <a:pt x="15032" y="-1351"/>
                    <a:pt x="8650" y="459"/>
                  </a:cubicBezTo>
                  <a:cubicBezTo>
                    <a:pt x="2364" y="2268"/>
                    <a:pt x="-1351" y="8841"/>
                    <a:pt x="459" y="15222"/>
                  </a:cubicBezTo>
                  <a:lnTo>
                    <a:pt x="15603" y="68372"/>
                  </a:lnTo>
                  <a:cubicBezTo>
                    <a:pt x="17127" y="73611"/>
                    <a:pt x="21890" y="77040"/>
                    <a:pt x="27033" y="77040"/>
                  </a:cubicBezTo>
                  <a:cubicBezTo>
                    <a:pt x="28081" y="77040"/>
                    <a:pt x="29224" y="76849"/>
                    <a:pt x="30272" y="76563"/>
                  </a:cubicBezTo>
                  <a:cubicBezTo>
                    <a:pt x="36558" y="74754"/>
                    <a:pt x="40273" y="68181"/>
                    <a:pt x="38463" y="61800"/>
                  </a:cubicBezTo>
                  <a:lnTo>
                    <a:pt x="23319" y="865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96" name="Google Shape;3796;p98"/>
            <p:cNvSpPr/>
            <p:nvPr/>
          </p:nvSpPr>
          <p:spPr>
            <a:xfrm>
              <a:off x="2456728" y="402696"/>
              <a:ext cx="38921" cy="77006"/>
            </a:xfrm>
            <a:custGeom>
              <a:avLst/>
              <a:gdLst/>
              <a:ahLst/>
              <a:cxnLst/>
              <a:rect l="l" t="t" r="r" b="b"/>
              <a:pathLst>
                <a:path w="38921" h="77006" extrusionOk="0">
                  <a:moveTo>
                    <a:pt x="23414" y="8617"/>
                  </a:moveTo>
                  <a:cubicBezTo>
                    <a:pt x="21604" y="2330"/>
                    <a:pt x="15032" y="-1289"/>
                    <a:pt x="8650" y="425"/>
                  </a:cubicBezTo>
                  <a:cubicBezTo>
                    <a:pt x="2364" y="2235"/>
                    <a:pt x="-1351" y="8807"/>
                    <a:pt x="459" y="15189"/>
                  </a:cubicBezTo>
                  <a:lnTo>
                    <a:pt x="15603" y="68338"/>
                  </a:lnTo>
                  <a:cubicBezTo>
                    <a:pt x="17127" y="73577"/>
                    <a:pt x="21890" y="77006"/>
                    <a:pt x="27033" y="77006"/>
                  </a:cubicBezTo>
                  <a:cubicBezTo>
                    <a:pt x="28081" y="77006"/>
                    <a:pt x="29224" y="76816"/>
                    <a:pt x="30272" y="76530"/>
                  </a:cubicBezTo>
                  <a:cubicBezTo>
                    <a:pt x="36558" y="74720"/>
                    <a:pt x="40273" y="68148"/>
                    <a:pt x="38463" y="61766"/>
                  </a:cubicBezTo>
                  <a:lnTo>
                    <a:pt x="23319" y="861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97" name="Google Shape;3797;p98"/>
            <p:cNvSpPr/>
            <p:nvPr/>
          </p:nvSpPr>
          <p:spPr>
            <a:xfrm>
              <a:off x="2040755" y="313842"/>
              <a:ext cx="173225" cy="136904"/>
            </a:xfrm>
            <a:custGeom>
              <a:avLst/>
              <a:gdLst/>
              <a:ahLst/>
              <a:cxnLst/>
              <a:rect l="l" t="t" r="r" b="b"/>
              <a:pathLst>
                <a:path w="173225" h="136904" extrusionOk="0">
                  <a:moveTo>
                    <a:pt x="160114" y="25367"/>
                  </a:moveTo>
                  <a:cubicBezTo>
                    <a:pt x="166591" y="26033"/>
                    <a:pt x="172497" y="21271"/>
                    <a:pt x="173163" y="14699"/>
                  </a:cubicBezTo>
                  <a:cubicBezTo>
                    <a:pt x="173830" y="8126"/>
                    <a:pt x="169068" y="2316"/>
                    <a:pt x="162495" y="1649"/>
                  </a:cubicBezTo>
                  <a:cubicBezTo>
                    <a:pt x="144684" y="-65"/>
                    <a:pt x="97535" y="-4732"/>
                    <a:pt x="65055" y="16604"/>
                  </a:cubicBezTo>
                  <a:cubicBezTo>
                    <a:pt x="62292" y="18413"/>
                    <a:pt x="60483" y="21176"/>
                    <a:pt x="59911" y="24414"/>
                  </a:cubicBezTo>
                  <a:lnTo>
                    <a:pt x="57816" y="36035"/>
                  </a:lnTo>
                  <a:lnTo>
                    <a:pt x="14477" y="26510"/>
                  </a:lnTo>
                  <a:cubicBezTo>
                    <a:pt x="8095" y="25081"/>
                    <a:pt x="1713" y="29177"/>
                    <a:pt x="285" y="35558"/>
                  </a:cubicBezTo>
                  <a:cubicBezTo>
                    <a:pt x="-1144" y="41940"/>
                    <a:pt x="2952" y="48322"/>
                    <a:pt x="9333" y="49751"/>
                  </a:cubicBezTo>
                  <a:lnTo>
                    <a:pt x="53529" y="59466"/>
                  </a:lnTo>
                  <a:lnTo>
                    <a:pt x="50672" y="74992"/>
                  </a:lnTo>
                  <a:cubicBezTo>
                    <a:pt x="50100" y="78326"/>
                    <a:pt x="50862" y="81755"/>
                    <a:pt x="52958" y="84422"/>
                  </a:cubicBezTo>
                  <a:cubicBezTo>
                    <a:pt x="74865" y="112997"/>
                    <a:pt x="116109" y="131285"/>
                    <a:pt x="138397" y="136619"/>
                  </a:cubicBezTo>
                  <a:cubicBezTo>
                    <a:pt x="139350" y="136809"/>
                    <a:pt x="140207" y="136905"/>
                    <a:pt x="141159" y="136905"/>
                  </a:cubicBezTo>
                  <a:cubicBezTo>
                    <a:pt x="146589" y="136905"/>
                    <a:pt x="151446" y="133190"/>
                    <a:pt x="152685" y="127760"/>
                  </a:cubicBezTo>
                  <a:cubicBezTo>
                    <a:pt x="154209" y="121379"/>
                    <a:pt x="150303" y="114902"/>
                    <a:pt x="143826" y="113378"/>
                  </a:cubicBezTo>
                  <a:cubicBezTo>
                    <a:pt x="125348" y="108996"/>
                    <a:pt x="92963" y="94042"/>
                    <a:pt x="74961" y="73754"/>
                  </a:cubicBezTo>
                  <a:lnTo>
                    <a:pt x="82295" y="33939"/>
                  </a:lnTo>
                  <a:cubicBezTo>
                    <a:pt x="107917" y="20128"/>
                    <a:pt x="145541" y="23843"/>
                    <a:pt x="160209" y="2527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798" name="Google Shape;3798;p98"/>
            <p:cNvSpPr/>
            <p:nvPr/>
          </p:nvSpPr>
          <p:spPr>
            <a:xfrm>
              <a:off x="2206234" y="303133"/>
              <a:ext cx="363174" cy="499752"/>
            </a:xfrm>
            <a:custGeom>
              <a:avLst/>
              <a:gdLst/>
              <a:ahLst/>
              <a:cxnLst/>
              <a:rect l="l" t="t" r="r" b="b"/>
              <a:pathLst>
                <a:path w="363174" h="499752" extrusionOk="0">
                  <a:moveTo>
                    <a:pt x="350489" y="60650"/>
                  </a:moveTo>
                  <a:cubicBezTo>
                    <a:pt x="339821" y="45601"/>
                    <a:pt x="324009" y="35695"/>
                    <a:pt x="306102" y="32647"/>
                  </a:cubicBezTo>
                  <a:cubicBezTo>
                    <a:pt x="299244" y="31409"/>
                    <a:pt x="136843" y="2453"/>
                    <a:pt x="112459" y="71"/>
                  </a:cubicBezTo>
                  <a:cubicBezTo>
                    <a:pt x="111221" y="-24"/>
                    <a:pt x="109982" y="-24"/>
                    <a:pt x="108744" y="71"/>
                  </a:cubicBezTo>
                  <a:lnTo>
                    <a:pt x="38735" y="6929"/>
                  </a:lnTo>
                  <a:cubicBezTo>
                    <a:pt x="30163" y="7787"/>
                    <a:pt x="23210" y="14264"/>
                    <a:pt x="21781" y="22741"/>
                  </a:cubicBezTo>
                  <a:lnTo>
                    <a:pt x="254" y="150376"/>
                  </a:lnTo>
                  <a:cubicBezTo>
                    <a:pt x="-889" y="157329"/>
                    <a:pt x="1874" y="164378"/>
                    <a:pt x="7493" y="168664"/>
                  </a:cubicBezTo>
                  <a:cubicBezTo>
                    <a:pt x="9113" y="169902"/>
                    <a:pt x="12065" y="172188"/>
                    <a:pt x="54642" y="192000"/>
                  </a:cubicBezTo>
                  <a:cubicBezTo>
                    <a:pt x="61500" y="204764"/>
                    <a:pt x="71978" y="226481"/>
                    <a:pt x="61214" y="245626"/>
                  </a:cubicBezTo>
                  <a:cubicBezTo>
                    <a:pt x="60452" y="247340"/>
                    <a:pt x="53594" y="262390"/>
                    <a:pt x="62357" y="273725"/>
                  </a:cubicBezTo>
                  <a:cubicBezTo>
                    <a:pt x="66929" y="279630"/>
                    <a:pt x="74168" y="282678"/>
                    <a:pt x="83884" y="282678"/>
                  </a:cubicBezTo>
                  <a:cubicBezTo>
                    <a:pt x="87408" y="282678"/>
                    <a:pt x="91218" y="282297"/>
                    <a:pt x="95409" y="281535"/>
                  </a:cubicBezTo>
                  <a:lnTo>
                    <a:pt x="109506" y="279059"/>
                  </a:lnTo>
                  <a:lnTo>
                    <a:pt x="109506" y="342495"/>
                  </a:lnTo>
                  <a:cubicBezTo>
                    <a:pt x="72359" y="355068"/>
                    <a:pt x="53309" y="375928"/>
                    <a:pt x="43593" y="392120"/>
                  </a:cubicBezTo>
                  <a:cubicBezTo>
                    <a:pt x="41783" y="395073"/>
                    <a:pt x="40926" y="398407"/>
                    <a:pt x="40926" y="401931"/>
                  </a:cubicBezTo>
                  <a:lnTo>
                    <a:pt x="40926" y="451747"/>
                  </a:lnTo>
                  <a:cubicBezTo>
                    <a:pt x="40926" y="478226"/>
                    <a:pt x="62262" y="499753"/>
                    <a:pt x="88456" y="499753"/>
                  </a:cubicBezTo>
                  <a:lnTo>
                    <a:pt x="250667" y="499753"/>
                  </a:lnTo>
                  <a:cubicBezTo>
                    <a:pt x="276098" y="499753"/>
                    <a:pt x="297339" y="478893"/>
                    <a:pt x="298101" y="452604"/>
                  </a:cubicBezTo>
                  <a:lnTo>
                    <a:pt x="298101" y="367165"/>
                  </a:lnTo>
                  <a:cubicBezTo>
                    <a:pt x="298101" y="357640"/>
                    <a:pt x="294482" y="349258"/>
                    <a:pt x="287719" y="342876"/>
                  </a:cubicBezTo>
                  <a:cubicBezTo>
                    <a:pt x="278480" y="334113"/>
                    <a:pt x="265430" y="331446"/>
                    <a:pt x="256382" y="330779"/>
                  </a:cubicBezTo>
                  <a:lnTo>
                    <a:pt x="256382" y="232862"/>
                  </a:lnTo>
                  <a:lnTo>
                    <a:pt x="271622" y="235434"/>
                  </a:lnTo>
                  <a:cubicBezTo>
                    <a:pt x="289719" y="238482"/>
                    <a:pt x="307912" y="234291"/>
                    <a:pt x="322961" y="223623"/>
                  </a:cubicBezTo>
                  <a:cubicBezTo>
                    <a:pt x="338011" y="212955"/>
                    <a:pt x="347917" y="197144"/>
                    <a:pt x="350965" y="179046"/>
                  </a:cubicBezTo>
                  <a:lnTo>
                    <a:pt x="362204" y="112181"/>
                  </a:lnTo>
                  <a:cubicBezTo>
                    <a:pt x="365252" y="94083"/>
                    <a:pt x="361061" y="75890"/>
                    <a:pt x="350393" y="60936"/>
                  </a:cubicBezTo>
                  <a:close/>
                  <a:moveTo>
                    <a:pt x="91123" y="258008"/>
                  </a:moveTo>
                  <a:cubicBezTo>
                    <a:pt x="86265" y="258961"/>
                    <a:pt x="83408" y="258866"/>
                    <a:pt x="81884" y="258675"/>
                  </a:cubicBezTo>
                  <a:cubicBezTo>
                    <a:pt x="81979" y="257818"/>
                    <a:pt x="82265" y="256865"/>
                    <a:pt x="82360" y="256580"/>
                  </a:cubicBezTo>
                  <a:cubicBezTo>
                    <a:pt x="91885" y="239816"/>
                    <a:pt x="91218" y="222861"/>
                    <a:pt x="87218" y="208383"/>
                  </a:cubicBezTo>
                  <a:cubicBezTo>
                    <a:pt x="96933" y="215527"/>
                    <a:pt x="109506" y="229052"/>
                    <a:pt x="109506" y="251436"/>
                  </a:cubicBezTo>
                  <a:lnTo>
                    <a:pt x="109506" y="254770"/>
                  </a:lnTo>
                  <a:lnTo>
                    <a:pt x="91028" y="258008"/>
                  </a:lnTo>
                  <a:close/>
                  <a:moveTo>
                    <a:pt x="250762" y="461462"/>
                  </a:moveTo>
                  <a:lnTo>
                    <a:pt x="88551" y="461462"/>
                  </a:lnTo>
                  <a:cubicBezTo>
                    <a:pt x="83408" y="461462"/>
                    <a:pt x="79121" y="456890"/>
                    <a:pt x="79121" y="451556"/>
                  </a:cubicBezTo>
                  <a:lnTo>
                    <a:pt x="79121" y="419838"/>
                  </a:lnTo>
                  <a:lnTo>
                    <a:pt x="260096" y="419838"/>
                  </a:lnTo>
                  <a:lnTo>
                    <a:pt x="260096" y="451937"/>
                  </a:lnTo>
                  <a:cubicBezTo>
                    <a:pt x="259906" y="457271"/>
                    <a:pt x="255715" y="461558"/>
                    <a:pt x="250762" y="461558"/>
                  </a:cubicBezTo>
                  <a:close/>
                  <a:moveTo>
                    <a:pt x="324676" y="105608"/>
                  </a:moveTo>
                  <a:lnTo>
                    <a:pt x="313436" y="172474"/>
                  </a:lnTo>
                  <a:cubicBezTo>
                    <a:pt x="312103" y="180475"/>
                    <a:pt x="307626" y="187523"/>
                    <a:pt x="300959" y="192381"/>
                  </a:cubicBezTo>
                  <a:cubicBezTo>
                    <a:pt x="294291" y="197144"/>
                    <a:pt x="286100" y="199049"/>
                    <a:pt x="278099" y="197715"/>
                  </a:cubicBezTo>
                  <a:lnTo>
                    <a:pt x="255715" y="194000"/>
                  </a:lnTo>
                  <a:cubicBezTo>
                    <a:pt x="254858" y="193810"/>
                    <a:pt x="253905" y="193810"/>
                    <a:pt x="252953" y="193715"/>
                  </a:cubicBezTo>
                  <a:cubicBezTo>
                    <a:pt x="235331" y="193238"/>
                    <a:pt x="221996" y="204478"/>
                    <a:pt x="218663" y="222194"/>
                  </a:cubicBezTo>
                  <a:cubicBezTo>
                    <a:pt x="218472" y="223337"/>
                    <a:pt x="218282" y="224576"/>
                    <a:pt x="218282" y="225719"/>
                  </a:cubicBezTo>
                  <a:lnTo>
                    <a:pt x="218282" y="348972"/>
                  </a:lnTo>
                  <a:cubicBezTo>
                    <a:pt x="218282" y="359069"/>
                    <a:pt x="226187" y="367451"/>
                    <a:pt x="236284" y="368022"/>
                  </a:cubicBezTo>
                  <a:lnTo>
                    <a:pt x="246761" y="368594"/>
                  </a:lnTo>
                  <a:cubicBezTo>
                    <a:pt x="247428" y="368594"/>
                    <a:pt x="248190" y="368594"/>
                    <a:pt x="248762" y="368594"/>
                  </a:cubicBezTo>
                  <a:cubicBezTo>
                    <a:pt x="252476" y="368403"/>
                    <a:pt x="257239" y="369070"/>
                    <a:pt x="259906" y="369927"/>
                  </a:cubicBezTo>
                  <a:lnTo>
                    <a:pt x="259906" y="396216"/>
                  </a:lnTo>
                  <a:cubicBezTo>
                    <a:pt x="259906" y="396216"/>
                    <a:pt x="89599" y="396216"/>
                    <a:pt x="89599" y="396216"/>
                  </a:cubicBezTo>
                  <a:cubicBezTo>
                    <a:pt x="98933" y="388215"/>
                    <a:pt x="112554" y="380405"/>
                    <a:pt x="133033" y="375356"/>
                  </a:cubicBezTo>
                  <a:cubicBezTo>
                    <a:pt x="141510" y="373261"/>
                    <a:pt x="147511" y="365641"/>
                    <a:pt x="147511" y="356878"/>
                  </a:cubicBezTo>
                  <a:lnTo>
                    <a:pt x="147511" y="251627"/>
                  </a:lnTo>
                  <a:cubicBezTo>
                    <a:pt x="147511" y="192572"/>
                    <a:pt x="97409" y="169712"/>
                    <a:pt x="90170" y="166759"/>
                  </a:cubicBezTo>
                  <a:cubicBezTo>
                    <a:pt x="71882" y="158282"/>
                    <a:pt x="52070" y="148947"/>
                    <a:pt x="39974" y="143137"/>
                  </a:cubicBezTo>
                  <a:lnTo>
                    <a:pt x="56738" y="43601"/>
                  </a:lnTo>
                  <a:lnTo>
                    <a:pt x="110268" y="38362"/>
                  </a:lnTo>
                  <a:cubicBezTo>
                    <a:pt x="134176" y="41219"/>
                    <a:pt x="253810" y="62270"/>
                    <a:pt x="299339" y="70366"/>
                  </a:cubicBezTo>
                  <a:cubicBezTo>
                    <a:pt x="307340" y="71699"/>
                    <a:pt x="314389" y="76176"/>
                    <a:pt x="319151" y="82844"/>
                  </a:cubicBezTo>
                  <a:cubicBezTo>
                    <a:pt x="323914" y="89606"/>
                    <a:pt x="325819" y="97703"/>
                    <a:pt x="324485" y="10570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799" name="Google Shape;3799;p98"/>
          <p:cNvGrpSpPr/>
          <p:nvPr/>
        </p:nvGrpSpPr>
        <p:grpSpPr>
          <a:xfrm>
            <a:off x="4426611" y="1784101"/>
            <a:ext cx="292804" cy="259800"/>
            <a:chOff x="6367798" y="1186251"/>
            <a:chExt cx="520541" cy="461866"/>
          </a:xfrm>
        </p:grpSpPr>
        <p:sp>
          <p:nvSpPr>
            <p:cNvPr id="3800" name="Google Shape;3800;p98"/>
            <p:cNvSpPr/>
            <p:nvPr/>
          </p:nvSpPr>
          <p:spPr>
            <a:xfrm>
              <a:off x="6367798" y="1186251"/>
              <a:ext cx="520541" cy="374427"/>
            </a:xfrm>
            <a:custGeom>
              <a:avLst/>
              <a:gdLst/>
              <a:ahLst/>
              <a:cxnLst/>
              <a:rect l="l" t="t" r="r" b="b"/>
              <a:pathLst>
                <a:path w="520541" h="374427" extrusionOk="0">
                  <a:moveTo>
                    <a:pt x="452819" y="0"/>
                  </a:moveTo>
                  <a:lnTo>
                    <a:pt x="67818" y="0"/>
                  </a:lnTo>
                  <a:cubicBezTo>
                    <a:pt x="30480" y="0"/>
                    <a:pt x="0" y="30385"/>
                    <a:pt x="0" y="67818"/>
                  </a:cubicBezTo>
                  <a:lnTo>
                    <a:pt x="0" y="306610"/>
                  </a:lnTo>
                  <a:cubicBezTo>
                    <a:pt x="0" y="343948"/>
                    <a:pt x="30385" y="374428"/>
                    <a:pt x="67818" y="374428"/>
                  </a:cubicBezTo>
                  <a:lnTo>
                    <a:pt x="267462" y="374428"/>
                  </a:lnTo>
                  <a:cubicBezTo>
                    <a:pt x="277940" y="374428"/>
                    <a:pt x="286512" y="365855"/>
                    <a:pt x="286512" y="355378"/>
                  </a:cubicBezTo>
                  <a:cubicBezTo>
                    <a:pt x="286512" y="344900"/>
                    <a:pt x="277940" y="336328"/>
                    <a:pt x="267462" y="336328"/>
                  </a:cubicBezTo>
                  <a:lnTo>
                    <a:pt x="67818" y="336328"/>
                  </a:lnTo>
                  <a:cubicBezTo>
                    <a:pt x="51435" y="336328"/>
                    <a:pt x="38100" y="322993"/>
                    <a:pt x="38100" y="306610"/>
                  </a:cubicBezTo>
                  <a:lnTo>
                    <a:pt x="38100" y="129921"/>
                  </a:lnTo>
                  <a:lnTo>
                    <a:pt x="482441" y="129921"/>
                  </a:lnTo>
                  <a:lnTo>
                    <a:pt x="482441" y="229934"/>
                  </a:lnTo>
                  <a:cubicBezTo>
                    <a:pt x="482441" y="240411"/>
                    <a:pt x="491014" y="248984"/>
                    <a:pt x="501491" y="248984"/>
                  </a:cubicBezTo>
                  <a:cubicBezTo>
                    <a:pt x="511969" y="248984"/>
                    <a:pt x="520541" y="240411"/>
                    <a:pt x="520541" y="229934"/>
                  </a:cubicBezTo>
                  <a:lnTo>
                    <a:pt x="520541" y="67818"/>
                  </a:lnTo>
                  <a:cubicBezTo>
                    <a:pt x="520541" y="30480"/>
                    <a:pt x="490157" y="0"/>
                    <a:pt x="452723" y="0"/>
                  </a:cubicBezTo>
                  <a:close/>
                  <a:moveTo>
                    <a:pt x="38195" y="106013"/>
                  </a:moveTo>
                  <a:lnTo>
                    <a:pt x="38195" y="67723"/>
                  </a:lnTo>
                  <a:cubicBezTo>
                    <a:pt x="38195" y="51340"/>
                    <a:pt x="51530" y="38005"/>
                    <a:pt x="67913" y="38005"/>
                  </a:cubicBezTo>
                  <a:lnTo>
                    <a:pt x="452914" y="38005"/>
                  </a:lnTo>
                  <a:cubicBezTo>
                    <a:pt x="469297" y="38005"/>
                    <a:pt x="482632" y="51340"/>
                    <a:pt x="482632" y="67723"/>
                  </a:cubicBezTo>
                  <a:lnTo>
                    <a:pt x="482632" y="106013"/>
                  </a:lnTo>
                  <a:lnTo>
                    <a:pt x="38195" y="10601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01" name="Google Shape;3801;p98"/>
            <p:cNvSpPr/>
            <p:nvPr/>
          </p:nvSpPr>
          <p:spPr>
            <a:xfrm>
              <a:off x="6431711" y="1244353"/>
              <a:ext cx="28003" cy="28003"/>
            </a:xfrm>
            <a:custGeom>
              <a:avLst/>
              <a:gdLst/>
              <a:ahLst/>
              <a:cxnLst/>
              <a:rect l="l" t="t" r="r" b="b"/>
              <a:pathLst>
                <a:path w="28003" h="28003" extrusionOk="0">
                  <a:moveTo>
                    <a:pt x="14002" y="0"/>
                  </a:moveTo>
                  <a:cubicBezTo>
                    <a:pt x="6286" y="0"/>
                    <a:pt x="0" y="6286"/>
                    <a:pt x="0" y="14002"/>
                  </a:cubicBezTo>
                  <a:cubicBezTo>
                    <a:pt x="0" y="21717"/>
                    <a:pt x="6286" y="28003"/>
                    <a:pt x="14002" y="28003"/>
                  </a:cubicBezTo>
                  <a:cubicBezTo>
                    <a:pt x="21717" y="28003"/>
                    <a:pt x="28003" y="21717"/>
                    <a:pt x="28003" y="14002"/>
                  </a:cubicBezTo>
                  <a:cubicBezTo>
                    <a:pt x="28003" y="6286"/>
                    <a:pt x="21717" y="0"/>
                    <a:pt x="1400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02" name="Google Shape;3802;p98"/>
            <p:cNvSpPr/>
            <p:nvPr/>
          </p:nvSpPr>
          <p:spPr>
            <a:xfrm>
              <a:off x="6475717" y="1244353"/>
              <a:ext cx="28003" cy="28003"/>
            </a:xfrm>
            <a:custGeom>
              <a:avLst/>
              <a:gdLst/>
              <a:ahLst/>
              <a:cxnLst/>
              <a:rect l="l" t="t" r="r" b="b"/>
              <a:pathLst>
                <a:path w="28003" h="28003" extrusionOk="0">
                  <a:moveTo>
                    <a:pt x="14002" y="0"/>
                  </a:moveTo>
                  <a:cubicBezTo>
                    <a:pt x="6286" y="0"/>
                    <a:pt x="0" y="6286"/>
                    <a:pt x="0" y="14002"/>
                  </a:cubicBezTo>
                  <a:cubicBezTo>
                    <a:pt x="0" y="21717"/>
                    <a:pt x="6286" y="28003"/>
                    <a:pt x="14002" y="28003"/>
                  </a:cubicBezTo>
                  <a:cubicBezTo>
                    <a:pt x="21717" y="28003"/>
                    <a:pt x="28004" y="21717"/>
                    <a:pt x="28004" y="14002"/>
                  </a:cubicBezTo>
                  <a:cubicBezTo>
                    <a:pt x="28004" y="6286"/>
                    <a:pt x="21717" y="0"/>
                    <a:pt x="1400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03" name="Google Shape;3803;p98"/>
            <p:cNvSpPr/>
            <p:nvPr/>
          </p:nvSpPr>
          <p:spPr>
            <a:xfrm>
              <a:off x="6677025" y="1403292"/>
              <a:ext cx="204488" cy="244825"/>
            </a:xfrm>
            <a:custGeom>
              <a:avLst/>
              <a:gdLst/>
              <a:ahLst/>
              <a:cxnLst/>
              <a:rect l="l" t="t" r="r" b="b"/>
              <a:pathLst>
                <a:path w="204488" h="244825" extrusionOk="0">
                  <a:moveTo>
                    <a:pt x="154450" y="150147"/>
                  </a:moveTo>
                  <a:cubicBezTo>
                    <a:pt x="183216" y="119000"/>
                    <a:pt x="186645" y="70709"/>
                    <a:pt x="160356" y="35657"/>
                  </a:cubicBezTo>
                  <a:cubicBezTo>
                    <a:pt x="146068" y="16607"/>
                    <a:pt x="125113" y="4224"/>
                    <a:pt x="101587" y="890"/>
                  </a:cubicBezTo>
                  <a:cubicBezTo>
                    <a:pt x="77965" y="-2443"/>
                    <a:pt x="54533" y="3653"/>
                    <a:pt x="35483" y="18035"/>
                  </a:cubicBezTo>
                  <a:cubicBezTo>
                    <a:pt x="-3760" y="47753"/>
                    <a:pt x="-11666" y="103856"/>
                    <a:pt x="17862" y="143289"/>
                  </a:cubicBezTo>
                  <a:cubicBezTo>
                    <a:pt x="32149" y="162339"/>
                    <a:pt x="53104" y="174722"/>
                    <a:pt x="76631" y="177960"/>
                  </a:cubicBezTo>
                  <a:cubicBezTo>
                    <a:pt x="80822" y="178532"/>
                    <a:pt x="85013" y="178817"/>
                    <a:pt x="89204" y="178817"/>
                  </a:cubicBezTo>
                  <a:cubicBezTo>
                    <a:pt x="99491" y="178817"/>
                    <a:pt x="109683" y="177008"/>
                    <a:pt x="119208" y="173483"/>
                  </a:cubicBezTo>
                  <a:lnTo>
                    <a:pt x="166642" y="236634"/>
                  </a:lnTo>
                  <a:cubicBezTo>
                    <a:pt x="169976" y="241016"/>
                    <a:pt x="174834" y="243873"/>
                    <a:pt x="180263" y="244635"/>
                  </a:cubicBezTo>
                  <a:cubicBezTo>
                    <a:pt x="181216" y="244730"/>
                    <a:pt x="182168" y="244826"/>
                    <a:pt x="183121" y="244826"/>
                  </a:cubicBezTo>
                  <a:cubicBezTo>
                    <a:pt x="187597" y="244826"/>
                    <a:pt x="192074" y="243302"/>
                    <a:pt x="196265" y="240158"/>
                  </a:cubicBezTo>
                  <a:cubicBezTo>
                    <a:pt x="205314" y="233300"/>
                    <a:pt x="207219" y="220346"/>
                    <a:pt x="200361" y="211202"/>
                  </a:cubicBezTo>
                  <a:lnTo>
                    <a:pt x="154450" y="149957"/>
                  </a:lnTo>
                  <a:close/>
                  <a:moveTo>
                    <a:pt x="79965" y="154433"/>
                  </a:moveTo>
                  <a:cubicBezTo>
                    <a:pt x="62725" y="152052"/>
                    <a:pt x="47389" y="143003"/>
                    <a:pt x="36912" y="129002"/>
                  </a:cubicBezTo>
                  <a:cubicBezTo>
                    <a:pt x="15195" y="100141"/>
                    <a:pt x="21005" y="58898"/>
                    <a:pt x="49866" y="37085"/>
                  </a:cubicBezTo>
                  <a:cubicBezTo>
                    <a:pt x="61296" y="28418"/>
                    <a:pt x="75012" y="23846"/>
                    <a:pt x="89109" y="23846"/>
                  </a:cubicBezTo>
                  <a:cubicBezTo>
                    <a:pt x="92157" y="23846"/>
                    <a:pt x="95205" y="24036"/>
                    <a:pt x="98253" y="24512"/>
                  </a:cubicBezTo>
                  <a:cubicBezTo>
                    <a:pt x="115493" y="26894"/>
                    <a:pt x="130828" y="35942"/>
                    <a:pt x="141306" y="49944"/>
                  </a:cubicBezTo>
                  <a:lnTo>
                    <a:pt x="141306" y="49944"/>
                  </a:lnTo>
                  <a:cubicBezTo>
                    <a:pt x="163023" y="78805"/>
                    <a:pt x="157213" y="120048"/>
                    <a:pt x="128352" y="141860"/>
                  </a:cubicBezTo>
                  <a:cubicBezTo>
                    <a:pt x="114445" y="152433"/>
                    <a:pt x="97300" y="156910"/>
                    <a:pt x="79965" y="15443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04" name="Google Shape;3804;p98"/>
            <p:cNvSpPr/>
            <p:nvPr/>
          </p:nvSpPr>
          <p:spPr>
            <a:xfrm>
              <a:off x="6432187" y="1352462"/>
              <a:ext cx="354139" cy="23812"/>
            </a:xfrm>
            <a:custGeom>
              <a:avLst/>
              <a:gdLst/>
              <a:ahLst/>
              <a:cxnLst/>
              <a:rect l="l" t="t" r="r" b="b"/>
              <a:pathLst>
                <a:path w="354139" h="23812" extrusionOk="0">
                  <a:moveTo>
                    <a:pt x="11906" y="23813"/>
                  </a:moveTo>
                  <a:lnTo>
                    <a:pt x="342233" y="23813"/>
                  </a:lnTo>
                  <a:cubicBezTo>
                    <a:pt x="348806" y="23813"/>
                    <a:pt x="354140" y="18478"/>
                    <a:pt x="354140" y="11906"/>
                  </a:cubicBezTo>
                  <a:cubicBezTo>
                    <a:pt x="354140" y="5334"/>
                    <a:pt x="348806" y="0"/>
                    <a:pt x="342233" y="0"/>
                  </a:cubicBezTo>
                  <a:lnTo>
                    <a:pt x="11906" y="0"/>
                  </a:lnTo>
                  <a:cubicBezTo>
                    <a:pt x="5334" y="0"/>
                    <a:pt x="0" y="5334"/>
                    <a:pt x="0" y="11906"/>
                  </a:cubicBezTo>
                  <a:cubicBezTo>
                    <a:pt x="0" y="18478"/>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05" name="Google Shape;3805;p98"/>
            <p:cNvSpPr/>
            <p:nvPr/>
          </p:nvSpPr>
          <p:spPr>
            <a:xfrm>
              <a:off x="6432187" y="1402182"/>
              <a:ext cx="228981" cy="23812"/>
            </a:xfrm>
            <a:custGeom>
              <a:avLst/>
              <a:gdLst/>
              <a:ahLst/>
              <a:cxnLst/>
              <a:rect l="l" t="t" r="r" b="b"/>
              <a:pathLst>
                <a:path w="228981" h="23812" extrusionOk="0">
                  <a:moveTo>
                    <a:pt x="217075" y="0"/>
                  </a:moveTo>
                  <a:lnTo>
                    <a:pt x="11906" y="0"/>
                  </a:lnTo>
                  <a:cubicBezTo>
                    <a:pt x="5334" y="0"/>
                    <a:pt x="0" y="5334"/>
                    <a:pt x="0" y="11906"/>
                  </a:cubicBezTo>
                  <a:cubicBezTo>
                    <a:pt x="0" y="18479"/>
                    <a:pt x="5334" y="23813"/>
                    <a:pt x="11906" y="23813"/>
                  </a:cubicBezTo>
                  <a:lnTo>
                    <a:pt x="217075" y="23813"/>
                  </a:lnTo>
                  <a:cubicBezTo>
                    <a:pt x="223647" y="23813"/>
                    <a:pt x="228981" y="18479"/>
                    <a:pt x="228981" y="11906"/>
                  </a:cubicBezTo>
                  <a:cubicBezTo>
                    <a:pt x="228981" y="5334"/>
                    <a:pt x="223647" y="0"/>
                    <a:pt x="21707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06" name="Google Shape;3806;p98"/>
            <p:cNvSpPr/>
            <p:nvPr/>
          </p:nvSpPr>
          <p:spPr>
            <a:xfrm>
              <a:off x="6432187" y="1451998"/>
              <a:ext cx="198596" cy="23812"/>
            </a:xfrm>
            <a:custGeom>
              <a:avLst/>
              <a:gdLst/>
              <a:ahLst/>
              <a:cxnLst/>
              <a:rect l="l" t="t" r="r" b="b"/>
              <a:pathLst>
                <a:path w="198596" h="23812" extrusionOk="0">
                  <a:moveTo>
                    <a:pt x="11906" y="0"/>
                  </a:moveTo>
                  <a:cubicBezTo>
                    <a:pt x="5334" y="0"/>
                    <a:pt x="0" y="5334"/>
                    <a:pt x="0" y="11906"/>
                  </a:cubicBezTo>
                  <a:cubicBezTo>
                    <a:pt x="0" y="18478"/>
                    <a:pt x="5334" y="23813"/>
                    <a:pt x="11906" y="23813"/>
                  </a:cubicBezTo>
                  <a:lnTo>
                    <a:pt x="186690" y="23813"/>
                  </a:lnTo>
                  <a:cubicBezTo>
                    <a:pt x="193262" y="23813"/>
                    <a:pt x="198596" y="18478"/>
                    <a:pt x="198596" y="11906"/>
                  </a:cubicBezTo>
                  <a:cubicBezTo>
                    <a:pt x="198596" y="5334"/>
                    <a:pt x="193262" y="0"/>
                    <a:pt x="186690" y="0"/>
                  </a:cubicBezTo>
                  <a:lnTo>
                    <a:pt x="11906"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07" name="Google Shape;3807;p98"/>
          <p:cNvGrpSpPr/>
          <p:nvPr/>
        </p:nvGrpSpPr>
        <p:grpSpPr>
          <a:xfrm>
            <a:off x="7588161" y="1826849"/>
            <a:ext cx="284013" cy="174361"/>
            <a:chOff x="5139232" y="3807448"/>
            <a:chExt cx="504912" cy="309975"/>
          </a:xfrm>
        </p:grpSpPr>
        <p:sp>
          <p:nvSpPr>
            <p:cNvPr id="3808" name="Google Shape;3808;p98"/>
            <p:cNvSpPr/>
            <p:nvPr/>
          </p:nvSpPr>
          <p:spPr>
            <a:xfrm>
              <a:off x="5199297" y="3807448"/>
              <a:ext cx="171164" cy="228440"/>
            </a:xfrm>
            <a:custGeom>
              <a:avLst/>
              <a:gdLst/>
              <a:ahLst/>
              <a:cxnLst/>
              <a:rect l="l" t="t" r="r" b="b"/>
              <a:pathLst>
                <a:path w="171164" h="228440" extrusionOk="0">
                  <a:moveTo>
                    <a:pt x="35433" y="194913"/>
                  </a:moveTo>
                  <a:cubicBezTo>
                    <a:pt x="38290" y="197104"/>
                    <a:pt x="41720" y="200628"/>
                    <a:pt x="45434" y="204247"/>
                  </a:cubicBezTo>
                  <a:cubicBezTo>
                    <a:pt x="56864" y="215582"/>
                    <a:pt x="69818" y="228441"/>
                    <a:pt x="85725" y="228441"/>
                  </a:cubicBezTo>
                  <a:cubicBezTo>
                    <a:pt x="101632" y="228441"/>
                    <a:pt x="114586" y="215582"/>
                    <a:pt x="126016" y="204247"/>
                  </a:cubicBezTo>
                  <a:cubicBezTo>
                    <a:pt x="129731" y="200628"/>
                    <a:pt x="133160" y="197199"/>
                    <a:pt x="136017" y="194913"/>
                  </a:cubicBezTo>
                  <a:cubicBezTo>
                    <a:pt x="149733" y="184150"/>
                    <a:pt x="158401" y="167576"/>
                    <a:pt x="159830" y="149955"/>
                  </a:cubicBezTo>
                  <a:cubicBezTo>
                    <a:pt x="167164" y="142430"/>
                    <a:pt x="171164" y="132524"/>
                    <a:pt x="171164" y="121951"/>
                  </a:cubicBezTo>
                  <a:lnTo>
                    <a:pt x="171164" y="115855"/>
                  </a:lnTo>
                  <a:cubicBezTo>
                    <a:pt x="171164" y="106902"/>
                    <a:pt x="168211" y="98329"/>
                    <a:pt x="162782" y="91281"/>
                  </a:cubicBezTo>
                  <a:cubicBezTo>
                    <a:pt x="162116" y="58134"/>
                    <a:pt x="154019" y="33655"/>
                    <a:pt x="138589" y="18319"/>
                  </a:cubicBezTo>
                  <a:cubicBezTo>
                    <a:pt x="120206" y="-64"/>
                    <a:pt x="96679" y="-159"/>
                    <a:pt x="86582" y="31"/>
                  </a:cubicBezTo>
                  <a:lnTo>
                    <a:pt x="84582" y="31"/>
                  </a:lnTo>
                  <a:cubicBezTo>
                    <a:pt x="74676" y="31"/>
                    <a:pt x="50959" y="31"/>
                    <a:pt x="32575" y="18319"/>
                  </a:cubicBezTo>
                  <a:cubicBezTo>
                    <a:pt x="17240" y="33655"/>
                    <a:pt x="9049" y="58229"/>
                    <a:pt x="8382" y="91281"/>
                  </a:cubicBezTo>
                  <a:cubicBezTo>
                    <a:pt x="2953" y="98234"/>
                    <a:pt x="0" y="106807"/>
                    <a:pt x="0" y="115760"/>
                  </a:cubicBezTo>
                  <a:lnTo>
                    <a:pt x="0" y="121856"/>
                  </a:lnTo>
                  <a:cubicBezTo>
                    <a:pt x="0" y="132429"/>
                    <a:pt x="4000" y="142335"/>
                    <a:pt x="11335" y="149860"/>
                  </a:cubicBezTo>
                  <a:cubicBezTo>
                    <a:pt x="12763" y="167481"/>
                    <a:pt x="21431" y="184054"/>
                    <a:pt x="35147" y="194818"/>
                  </a:cubicBezTo>
                  <a:close/>
                  <a:moveTo>
                    <a:pt x="83439" y="23844"/>
                  </a:moveTo>
                  <a:lnTo>
                    <a:pt x="86677" y="23844"/>
                  </a:lnTo>
                  <a:cubicBezTo>
                    <a:pt x="95536" y="23844"/>
                    <a:pt x="110395" y="23844"/>
                    <a:pt x="121825" y="35179"/>
                  </a:cubicBezTo>
                  <a:cubicBezTo>
                    <a:pt x="130493" y="43846"/>
                    <a:pt x="135922" y="57658"/>
                    <a:pt x="138017" y="76422"/>
                  </a:cubicBezTo>
                  <a:cubicBezTo>
                    <a:pt x="135922" y="73088"/>
                    <a:pt x="132397" y="70802"/>
                    <a:pt x="128111" y="70802"/>
                  </a:cubicBezTo>
                  <a:cubicBezTo>
                    <a:pt x="96107" y="70802"/>
                    <a:pt x="70771" y="42513"/>
                    <a:pt x="70580" y="42227"/>
                  </a:cubicBezTo>
                  <a:cubicBezTo>
                    <a:pt x="67056" y="38227"/>
                    <a:pt x="61341" y="37084"/>
                    <a:pt x="56483" y="39370"/>
                  </a:cubicBezTo>
                  <a:cubicBezTo>
                    <a:pt x="51625" y="41656"/>
                    <a:pt x="48959" y="46894"/>
                    <a:pt x="49816" y="52228"/>
                  </a:cubicBezTo>
                  <a:cubicBezTo>
                    <a:pt x="50101" y="53943"/>
                    <a:pt x="52292" y="69183"/>
                    <a:pt x="38005" y="75374"/>
                  </a:cubicBezTo>
                  <a:cubicBezTo>
                    <a:pt x="35814" y="76327"/>
                    <a:pt x="34195" y="78041"/>
                    <a:pt x="32957" y="79946"/>
                  </a:cubicBezTo>
                  <a:cubicBezTo>
                    <a:pt x="34766" y="59467"/>
                    <a:pt x="40291" y="44323"/>
                    <a:pt x="49435" y="35179"/>
                  </a:cubicBezTo>
                  <a:cubicBezTo>
                    <a:pt x="60388" y="24320"/>
                    <a:pt x="74390" y="23844"/>
                    <a:pt x="83344" y="23844"/>
                  </a:cubicBezTo>
                  <a:close/>
                  <a:moveTo>
                    <a:pt x="24003" y="115855"/>
                  </a:moveTo>
                  <a:cubicBezTo>
                    <a:pt x="24003" y="111474"/>
                    <a:pt x="25717" y="107378"/>
                    <a:pt x="28765" y="104235"/>
                  </a:cubicBezTo>
                  <a:cubicBezTo>
                    <a:pt x="30956" y="102044"/>
                    <a:pt x="32290" y="98996"/>
                    <a:pt x="32290" y="95853"/>
                  </a:cubicBezTo>
                  <a:cubicBezTo>
                    <a:pt x="32290" y="94519"/>
                    <a:pt x="32290" y="93186"/>
                    <a:pt x="32385" y="91852"/>
                  </a:cubicBezTo>
                  <a:cubicBezTo>
                    <a:pt x="34481" y="95853"/>
                    <a:pt x="38481" y="98234"/>
                    <a:pt x="42767" y="98234"/>
                  </a:cubicBezTo>
                  <a:cubicBezTo>
                    <a:pt x="44386" y="98234"/>
                    <a:pt x="46006" y="97948"/>
                    <a:pt x="47530" y="97282"/>
                  </a:cubicBezTo>
                  <a:cubicBezTo>
                    <a:pt x="59912" y="91852"/>
                    <a:pt x="66961" y="82994"/>
                    <a:pt x="70580" y="73945"/>
                  </a:cubicBezTo>
                  <a:cubicBezTo>
                    <a:pt x="84106" y="83851"/>
                    <a:pt x="104299" y="94615"/>
                    <a:pt x="128111" y="94615"/>
                  </a:cubicBezTo>
                  <a:cubicBezTo>
                    <a:pt x="132874" y="94615"/>
                    <a:pt x="136874" y="91757"/>
                    <a:pt x="138779" y="87757"/>
                  </a:cubicBezTo>
                  <a:cubicBezTo>
                    <a:pt x="138874" y="90424"/>
                    <a:pt x="138970" y="92995"/>
                    <a:pt x="138970" y="95853"/>
                  </a:cubicBezTo>
                  <a:cubicBezTo>
                    <a:pt x="138970" y="98996"/>
                    <a:pt x="140208" y="102044"/>
                    <a:pt x="142494" y="104235"/>
                  </a:cubicBezTo>
                  <a:cubicBezTo>
                    <a:pt x="145637" y="107378"/>
                    <a:pt x="147257" y="111474"/>
                    <a:pt x="147257" y="115855"/>
                  </a:cubicBezTo>
                  <a:lnTo>
                    <a:pt x="147257" y="121951"/>
                  </a:lnTo>
                  <a:cubicBezTo>
                    <a:pt x="147257" y="126333"/>
                    <a:pt x="145542" y="130429"/>
                    <a:pt x="142494" y="133572"/>
                  </a:cubicBezTo>
                  <a:lnTo>
                    <a:pt x="139636" y="136429"/>
                  </a:lnTo>
                  <a:cubicBezTo>
                    <a:pt x="137446" y="138620"/>
                    <a:pt x="136112" y="141668"/>
                    <a:pt x="136112" y="144811"/>
                  </a:cubicBezTo>
                  <a:cubicBezTo>
                    <a:pt x="136112" y="157099"/>
                    <a:pt x="130493" y="168814"/>
                    <a:pt x="121158" y="176149"/>
                  </a:cubicBezTo>
                  <a:cubicBezTo>
                    <a:pt x="117253" y="179197"/>
                    <a:pt x="113252" y="183102"/>
                    <a:pt x="109061" y="187293"/>
                  </a:cubicBezTo>
                  <a:cubicBezTo>
                    <a:pt x="102108" y="194151"/>
                    <a:pt x="91631" y="204628"/>
                    <a:pt x="85535" y="204628"/>
                  </a:cubicBezTo>
                  <a:cubicBezTo>
                    <a:pt x="79438" y="204628"/>
                    <a:pt x="68961" y="194246"/>
                    <a:pt x="62008" y="187293"/>
                  </a:cubicBezTo>
                  <a:cubicBezTo>
                    <a:pt x="57817" y="183102"/>
                    <a:pt x="53911" y="179197"/>
                    <a:pt x="49911" y="176149"/>
                  </a:cubicBezTo>
                  <a:cubicBezTo>
                    <a:pt x="40576" y="168814"/>
                    <a:pt x="34957" y="157099"/>
                    <a:pt x="34957" y="144811"/>
                  </a:cubicBezTo>
                  <a:cubicBezTo>
                    <a:pt x="34957" y="141668"/>
                    <a:pt x="33719" y="138620"/>
                    <a:pt x="31432" y="136429"/>
                  </a:cubicBezTo>
                  <a:lnTo>
                    <a:pt x="28575" y="133572"/>
                  </a:lnTo>
                  <a:cubicBezTo>
                    <a:pt x="25432" y="130429"/>
                    <a:pt x="23813" y="126333"/>
                    <a:pt x="23813" y="121951"/>
                  </a:cubicBezTo>
                  <a:lnTo>
                    <a:pt x="23813" y="11585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09" name="Google Shape;3809;p98"/>
            <p:cNvSpPr/>
            <p:nvPr/>
          </p:nvSpPr>
          <p:spPr>
            <a:xfrm>
              <a:off x="5347620" y="3810532"/>
              <a:ext cx="129425" cy="222404"/>
            </a:xfrm>
            <a:custGeom>
              <a:avLst/>
              <a:gdLst/>
              <a:ahLst/>
              <a:cxnLst/>
              <a:rect l="l" t="t" r="r" b="b"/>
              <a:pathLst>
                <a:path w="129425" h="222404" extrusionOk="0">
                  <a:moveTo>
                    <a:pt x="20269" y="30095"/>
                  </a:moveTo>
                  <a:cubicBezTo>
                    <a:pt x="29223" y="23713"/>
                    <a:pt x="35700" y="23904"/>
                    <a:pt x="42653" y="24094"/>
                  </a:cubicBezTo>
                  <a:lnTo>
                    <a:pt x="47034" y="24094"/>
                  </a:lnTo>
                  <a:cubicBezTo>
                    <a:pt x="55702" y="24285"/>
                    <a:pt x="69894" y="24094"/>
                    <a:pt x="80848" y="35048"/>
                  </a:cubicBezTo>
                  <a:cubicBezTo>
                    <a:pt x="88944" y="43144"/>
                    <a:pt x="94088" y="56003"/>
                    <a:pt x="96279" y="73434"/>
                  </a:cubicBezTo>
                  <a:cubicBezTo>
                    <a:pt x="94088" y="70767"/>
                    <a:pt x="90945" y="68957"/>
                    <a:pt x="87230" y="68957"/>
                  </a:cubicBezTo>
                  <a:cubicBezTo>
                    <a:pt x="56274" y="68957"/>
                    <a:pt x="31890" y="41620"/>
                    <a:pt x="31699" y="41430"/>
                  </a:cubicBezTo>
                  <a:cubicBezTo>
                    <a:pt x="27413" y="36477"/>
                    <a:pt x="19888" y="35905"/>
                    <a:pt x="14935" y="40287"/>
                  </a:cubicBezTo>
                  <a:cubicBezTo>
                    <a:pt x="9982" y="44668"/>
                    <a:pt x="9411" y="52098"/>
                    <a:pt x="13792" y="57051"/>
                  </a:cubicBezTo>
                  <a:cubicBezTo>
                    <a:pt x="15030" y="58479"/>
                    <a:pt x="45415" y="92769"/>
                    <a:pt x="87325" y="92769"/>
                  </a:cubicBezTo>
                  <a:cubicBezTo>
                    <a:pt x="91707" y="92769"/>
                    <a:pt x="95326" y="90293"/>
                    <a:pt x="97422" y="86864"/>
                  </a:cubicBezTo>
                  <a:cubicBezTo>
                    <a:pt x="97422" y="89055"/>
                    <a:pt x="97612" y="91245"/>
                    <a:pt x="97612" y="93627"/>
                  </a:cubicBezTo>
                  <a:cubicBezTo>
                    <a:pt x="97612" y="96770"/>
                    <a:pt x="98850" y="99818"/>
                    <a:pt x="101136" y="102009"/>
                  </a:cubicBezTo>
                  <a:cubicBezTo>
                    <a:pt x="104089" y="104961"/>
                    <a:pt x="105708" y="108867"/>
                    <a:pt x="105708" y="112962"/>
                  </a:cubicBezTo>
                  <a:lnTo>
                    <a:pt x="105708" y="118868"/>
                  </a:lnTo>
                  <a:cubicBezTo>
                    <a:pt x="105708" y="123059"/>
                    <a:pt x="104089" y="126964"/>
                    <a:pt x="101136" y="129822"/>
                  </a:cubicBezTo>
                  <a:lnTo>
                    <a:pt x="98374" y="132584"/>
                  </a:lnTo>
                  <a:cubicBezTo>
                    <a:pt x="96183" y="134775"/>
                    <a:pt x="94850" y="137823"/>
                    <a:pt x="94850" y="140966"/>
                  </a:cubicBezTo>
                  <a:cubicBezTo>
                    <a:pt x="94850" y="152777"/>
                    <a:pt x="89516" y="164016"/>
                    <a:pt x="80467" y="171160"/>
                  </a:cubicBezTo>
                  <a:cubicBezTo>
                    <a:pt x="76657" y="174208"/>
                    <a:pt x="72752" y="177923"/>
                    <a:pt x="68751" y="182019"/>
                  </a:cubicBezTo>
                  <a:cubicBezTo>
                    <a:pt x="62084" y="188686"/>
                    <a:pt x="51892" y="198687"/>
                    <a:pt x="46177" y="198687"/>
                  </a:cubicBezTo>
                  <a:cubicBezTo>
                    <a:pt x="41319" y="198687"/>
                    <a:pt x="37033" y="194401"/>
                    <a:pt x="30556" y="187448"/>
                  </a:cubicBezTo>
                  <a:cubicBezTo>
                    <a:pt x="27127" y="183733"/>
                    <a:pt x="23508" y="179923"/>
                    <a:pt x="19221" y="176589"/>
                  </a:cubicBezTo>
                  <a:cubicBezTo>
                    <a:pt x="14078" y="172494"/>
                    <a:pt x="6553" y="173446"/>
                    <a:pt x="2553" y="178590"/>
                  </a:cubicBezTo>
                  <a:cubicBezTo>
                    <a:pt x="-1543" y="183733"/>
                    <a:pt x="-591" y="191258"/>
                    <a:pt x="4553" y="195258"/>
                  </a:cubicBezTo>
                  <a:cubicBezTo>
                    <a:pt x="7410" y="197449"/>
                    <a:pt x="10173" y="200497"/>
                    <a:pt x="13221" y="203640"/>
                  </a:cubicBezTo>
                  <a:cubicBezTo>
                    <a:pt x="21031" y="212022"/>
                    <a:pt x="30747" y="222405"/>
                    <a:pt x="46177" y="222405"/>
                  </a:cubicBezTo>
                  <a:cubicBezTo>
                    <a:pt x="61608" y="222405"/>
                    <a:pt x="74371" y="209832"/>
                    <a:pt x="85515" y="198783"/>
                  </a:cubicBezTo>
                  <a:cubicBezTo>
                    <a:pt x="89040" y="195258"/>
                    <a:pt x="92469" y="191925"/>
                    <a:pt x="95136" y="189734"/>
                  </a:cubicBezTo>
                  <a:cubicBezTo>
                    <a:pt x="108471" y="179256"/>
                    <a:pt x="116948" y="163159"/>
                    <a:pt x="118377" y="146014"/>
                  </a:cubicBezTo>
                  <a:cubicBezTo>
                    <a:pt x="125520" y="138680"/>
                    <a:pt x="129426" y="128964"/>
                    <a:pt x="129426" y="118677"/>
                  </a:cubicBezTo>
                  <a:lnTo>
                    <a:pt x="129426" y="112772"/>
                  </a:lnTo>
                  <a:cubicBezTo>
                    <a:pt x="129426" y="104009"/>
                    <a:pt x="126568" y="95722"/>
                    <a:pt x="121329" y="88864"/>
                  </a:cubicBezTo>
                  <a:cubicBezTo>
                    <a:pt x="120663" y="56670"/>
                    <a:pt x="112757" y="32857"/>
                    <a:pt x="97803" y="17903"/>
                  </a:cubicBezTo>
                  <a:cubicBezTo>
                    <a:pt x="79800" y="-4"/>
                    <a:pt x="56940" y="91"/>
                    <a:pt x="46177" y="91"/>
                  </a:cubicBezTo>
                  <a:lnTo>
                    <a:pt x="43510" y="91"/>
                  </a:lnTo>
                  <a:cubicBezTo>
                    <a:pt x="35509" y="-195"/>
                    <a:pt x="22079" y="-480"/>
                    <a:pt x="6648" y="10473"/>
                  </a:cubicBezTo>
                  <a:cubicBezTo>
                    <a:pt x="1314" y="14283"/>
                    <a:pt x="76" y="21713"/>
                    <a:pt x="3886" y="27047"/>
                  </a:cubicBezTo>
                  <a:cubicBezTo>
                    <a:pt x="7696" y="32381"/>
                    <a:pt x="15126" y="33619"/>
                    <a:pt x="20460" y="2980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10" name="Google Shape;3810;p98"/>
            <p:cNvSpPr/>
            <p:nvPr/>
          </p:nvSpPr>
          <p:spPr>
            <a:xfrm>
              <a:off x="5139232" y="4024947"/>
              <a:ext cx="398613" cy="92476"/>
            </a:xfrm>
            <a:custGeom>
              <a:avLst/>
              <a:gdLst/>
              <a:ahLst/>
              <a:cxnLst/>
              <a:rect l="l" t="t" r="r" b="b"/>
              <a:pathLst>
                <a:path w="398613" h="92476" extrusionOk="0">
                  <a:moveTo>
                    <a:pt x="391534" y="34374"/>
                  </a:moveTo>
                  <a:cubicBezTo>
                    <a:pt x="389725" y="29992"/>
                    <a:pt x="385438" y="19705"/>
                    <a:pt x="318192" y="465"/>
                  </a:cubicBezTo>
                  <a:cubicBezTo>
                    <a:pt x="314572" y="-583"/>
                    <a:pt x="310762" y="179"/>
                    <a:pt x="307810" y="2370"/>
                  </a:cubicBezTo>
                  <a:lnTo>
                    <a:pt x="286474" y="18467"/>
                  </a:lnTo>
                  <a:cubicBezTo>
                    <a:pt x="281902" y="21896"/>
                    <a:pt x="280759" y="27992"/>
                    <a:pt x="283140" y="33040"/>
                  </a:cubicBezTo>
                  <a:cubicBezTo>
                    <a:pt x="277139" y="27230"/>
                    <a:pt x="260756" y="17800"/>
                    <a:pt x="211607" y="3798"/>
                  </a:cubicBezTo>
                  <a:cubicBezTo>
                    <a:pt x="207702" y="2655"/>
                    <a:pt x="203511" y="3608"/>
                    <a:pt x="200463" y="6275"/>
                  </a:cubicBezTo>
                  <a:lnTo>
                    <a:pt x="147028" y="53233"/>
                  </a:lnTo>
                  <a:lnTo>
                    <a:pt x="93592" y="6275"/>
                  </a:lnTo>
                  <a:cubicBezTo>
                    <a:pt x="90544" y="3608"/>
                    <a:pt x="86353" y="2655"/>
                    <a:pt x="82448" y="3798"/>
                  </a:cubicBezTo>
                  <a:cubicBezTo>
                    <a:pt x="13297" y="23515"/>
                    <a:pt x="9010" y="34088"/>
                    <a:pt x="7105" y="38565"/>
                  </a:cubicBezTo>
                  <a:cubicBezTo>
                    <a:pt x="3676" y="46947"/>
                    <a:pt x="2343" y="58758"/>
                    <a:pt x="1295" y="69045"/>
                  </a:cubicBezTo>
                  <a:cubicBezTo>
                    <a:pt x="914" y="72664"/>
                    <a:pt x="533" y="75998"/>
                    <a:pt x="152" y="78760"/>
                  </a:cubicBezTo>
                  <a:cubicBezTo>
                    <a:pt x="-896" y="85237"/>
                    <a:pt x="3581" y="91333"/>
                    <a:pt x="10058" y="92381"/>
                  </a:cubicBezTo>
                  <a:cubicBezTo>
                    <a:pt x="10725" y="92381"/>
                    <a:pt x="11296" y="92476"/>
                    <a:pt x="11868" y="92476"/>
                  </a:cubicBezTo>
                  <a:cubicBezTo>
                    <a:pt x="17678" y="92476"/>
                    <a:pt x="22726" y="88285"/>
                    <a:pt x="23584" y="82380"/>
                  </a:cubicBezTo>
                  <a:cubicBezTo>
                    <a:pt x="24060" y="79332"/>
                    <a:pt x="24441" y="75617"/>
                    <a:pt x="24917" y="71521"/>
                  </a:cubicBezTo>
                  <a:cubicBezTo>
                    <a:pt x="25774" y="63901"/>
                    <a:pt x="26727" y="54662"/>
                    <a:pt x="28537" y="49042"/>
                  </a:cubicBezTo>
                  <a:cubicBezTo>
                    <a:pt x="34823" y="44375"/>
                    <a:pt x="59779" y="35326"/>
                    <a:pt x="82734" y="28468"/>
                  </a:cubicBezTo>
                  <a:lnTo>
                    <a:pt x="138550" y="77522"/>
                  </a:lnTo>
                  <a:cubicBezTo>
                    <a:pt x="140741" y="79522"/>
                    <a:pt x="143503" y="80284"/>
                    <a:pt x="146266" y="80379"/>
                  </a:cubicBezTo>
                  <a:cubicBezTo>
                    <a:pt x="146456" y="80379"/>
                    <a:pt x="146647" y="80379"/>
                    <a:pt x="146932" y="80379"/>
                  </a:cubicBezTo>
                  <a:cubicBezTo>
                    <a:pt x="147218" y="80379"/>
                    <a:pt x="147409" y="80379"/>
                    <a:pt x="147694" y="80379"/>
                  </a:cubicBezTo>
                  <a:cubicBezTo>
                    <a:pt x="150457" y="80379"/>
                    <a:pt x="153124" y="79522"/>
                    <a:pt x="155410" y="77522"/>
                  </a:cubicBezTo>
                  <a:lnTo>
                    <a:pt x="211226" y="28468"/>
                  </a:lnTo>
                  <a:cubicBezTo>
                    <a:pt x="234086" y="35326"/>
                    <a:pt x="259137" y="44375"/>
                    <a:pt x="265423" y="49042"/>
                  </a:cubicBezTo>
                  <a:cubicBezTo>
                    <a:pt x="267328" y="54948"/>
                    <a:pt x="268471" y="65235"/>
                    <a:pt x="269233" y="72855"/>
                  </a:cubicBezTo>
                  <a:cubicBezTo>
                    <a:pt x="269614" y="76379"/>
                    <a:pt x="269995" y="79617"/>
                    <a:pt x="270376" y="82284"/>
                  </a:cubicBezTo>
                  <a:cubicBezTo>
                    <a:pt x="271234" y="88190"/>
                    <a:pt x="276282" y="92476"/>
                    <a:pt x="282187" y="92476"/>
                  </a:cubicBezTo>
                  <a:cubicBezTo>
                    <a:pt x="282759" y="92476"/>
                    <a:pt x="283330" y="92476"/>
                    <a:pt x="283902" y="92381"/>
                  </a:cubicBezTo>
                  <a:cubicBezTo>
                    <a:pt x="290379" y="91428"/>
                    <a:pt x="294951" y="85428"/>
                    <a:pt x="293998" y="78855"/>
                  </a:cubicBezTo>
                  <a:cubicBezTo>
                    <a:pt x="293617" y="76474"/>
                    <a:pt x="293332" y="73617"/>
                    <a:pt x="293046" y="70378"/>
                  </a:cubicBezTo>
                  <a:cubicBezTo>
                    <a:pt x="291998" y="60091"/>
                    <a:pt x="290569" y="47232"/>
                    <a:pt x="287045" y="38565"/>
                  </a:cubicBezTo>
                  <a:cubicBezTo>
                    <a:pt x="286855" y="38088"/>
                    <a:pt x="286664" y="37612"/>
                    <a:pt x="286283" y="36945"/>
                  </a:cubicBezTo>
                  <a:cubicBezTo>
                    <a:pt x="290474" y="40374"/>
                    <a:pt x="296380" y="40851"/>
                    <a:pt x="300952" y="37517"/>
                  </a:cubicBezTo>
                  <a:lnTo>
                    <a:pt x="317525" y="25039"/>
                  </a:lnTo>
                  <a:cubicBezTo>
                    <a:pt x="339718" y="31611"/>
                    <a:pt x="364007" y="40470"/>
                    <a:pt x="370198" y="44946"/>
                  </a:cubicBezTo>
                  <a:cubicBezTo>
                    <a:pt x="372008" y="50661"/>
                    <a:pt x="373056" y="60472"/>
                    <a:pt x="373818" y="67806"/>
                  </a:cubicBezTo>
                  <a:cubicBezTo>
                    <a:pt x="374199" y="71235"/>
                    <a:pt x="374485" y="74379"/>
                    <a:pt x="374866" y="76950"/>
                  </a:cubicBezTo>
                  <a:cubicBezTo>
                    <a:pt x="375723" y="82856"/>
                    <a:pt x="380771" y="87142"/>
                    <a:pt x="386677" y="87142"/>
                  </a:cubicBezTo>
                  <a:cubicBezTo>
                    <a:pt x="387248" y="87142"/>
                    <a:pt x="387820" y="87142"/>
                    <a:pt x="388391" y="87047"/>
                  </a:cubicBezTo>
                  <a:cubicBezTo>
                    <a:pt x="394868" y="86094"/>
                    <a:pt x="399440" y="80094"/>
                    <a:pt x="398488" y="73521"/>
                  </a:cubicBezTo>
                  <a:cubicBezTo>
                    <a:pt x="398202" y="71235"/>
                    <a:pt x="397821" y="68378"/>
                    <a:pt x="397535" y="65330"/>
                  </a:cubicBezTo>
                  <a:cubicBezTo>
                    <a:pt x="396487" y="55329"/>
                    <a:pt x="395154" y="42851"/>
                    <a:pt x="391630" y="3437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11" name="Google Shape;3811;p98"/>
            <p:cNvSpPr/>
            <p:nvPr/>
          </p:nvSpPr>
          <p:spPr>
            <a:xfrm>
              <a:off x="5458491" y="3813865"/>
              <a:ext cx="126282" cy="216499"/>
            </a:xfrm>
            <a:custGeom>
              <a:avLst/>
              <a:gdLst/>
              <a:ahLst/>
              <a:cxnLst/>
              <a:rect l="l" t="t" r="r" b="b"/>
              <a:pathLst>
                <a:path w="126282" h="216499" extrusionOk="0">
                  <a:moveTo>
                    <a:pt x="20555" y="30000"/>
                  </a:moveTo>
                  <a:cubicBezTo>
                    <a:pt x="29127" y="23904"/>
                    <a:pt x="35414" y="24000"/>
                    <a:pt x="41986" y="24190"/>
                  </a:cubicBezTo>
                  <a:lnTo>
                    <a:pt x="45225" y="24190"/>
                  </a:lnTo>
                  <a:cubicBezTo>
                    <a:pt x="45225" y="24190"/>
                    <a:pt x="46177" y="24190"/>
                    <a:pt x="46177" y="24190"/>
                  </a:cubicBezTo>
                  <a:cubicBezTo>
                    <a:pt x="54273" y="24190"/>
                    <a:pt x="68180" y="24190"/>
                    <a:pt x="78753" y="34668"/>
                  </a:cubicBezTo>
                  <a:cubicBezTo>
                    <a:pt x="86373" y="42288"/>
                    <a:pt x="91230" y="54289"/>
                    <a:pt x="93421" y="70291"/>
                  </a:cubicBezTo>
                  <a:cubicBezTo>
                    <a:pt x="91326" y="68196"/>
                    <a:pt x="88373" y="66957"/>
                    <a:pt x="85230" y="66957"/>
                  </a:cubicBezTo>
                  <a:cubicBezTo>
                    <a:pt x="55416" y="66957"/>
                    <a:pt x="31890" y="40573"/>
                    <a:pt x="31604" y="40383"/>
                  </a:cubicBezTo>
                  <a:cubicBezTo>
                    <a:pt x="27318" y="35430"/>
                    <a:pt x="19793" y="34953"/>
                    <a:pt x="14840" y="39240"/>
                  </a:cubicBezTo>
                  <a:cubicBezTo>
                    <a:pt x="9887" y="43526"/>
                    <a:pt x="9315" y="51051"/>
                    <a:pt x="13697" y="56004"/>
                  </a:cubicBezTo>
                  <a:cubicBezTo>
                    <a:pt x="14935" y="57432"/>
                    <a:pt x="44463" y="90770"/>
                    <a:pt x="85230" y="90770"/>
                  </a:cubicBezTo>
                  <a:cubicBezTo>
                    <a:pt x="89135" y="90770"/>
                    <a:pt x="92469" y="88770"/>
                    <a:pt x="94659" y="85817"/>
                  </a:cubicBezTo>
                  <a:cubicBezTo>
                    <a:pt x="94659" y="87627"/>
                    <a:pt x="94755" y="89341"/>
                    <a:pt x="94755" y="91246"/>
                  </a:cubicBezTo>
                  <a:cubicBezTo>
                    <a:pt x="94755" y="94389"/>
                    <a:pt x="95993" y="97437"/>
                    <a:pt x="98279" y="99628"/>
                  </a:cubicBezTo>
                  <a:cubicBezTo>
                    <a:pt x="101041" y="102390"/>
                    <a:pt x="102565" y="106105"/>
                    <a:pt x="102565" y="110010"/>
                  </a:cubicBezTo>
                  <a:lnTo>
                    <a:pt x="102565" y="115725"/>
                  </a:lnTo>
                  <a:cubicBezTo>
                    <a:pt x="102565" y="119631"/>
                    <a:pt x="101041" y="123345"/>
                    <a:pt x="98279" y="126108"/>
                  </a:cubicBezTo>
                  <a:lnTo>
                    <a:pt x="95612" y="128775"/>
                  </a:lnTo>
                  <a:cubicBezTo>
                    <a:pt x="93421" y="130965"/>
                    <a:pt x="92088" y="134013"/>
                    <a:pt x="92088" y="137157"/>
                  </a:cubicBezTo>
                  <a:cubicBezTo>
                    <a:pt x="92088" y="148491"/>
                    <a:pt x="86944" y="159350"/>
                    <a:pt x="78276" y="166113"/>
                  </a:cubicBezTo>
                  <a:cubicBezTo>
                    <a:pt x="74562" y="169065"/>
                    <a:pt x="70847" y="172780"/>
                    <a:pt x="66846" y="176685"/>
                  </a:cubicBezTo>
                  <a:cubicBezTo>
                    <a:pt x="60369" y="183067"/>
                    <a:pt x="50654" y="192783"/>
                    <a:pt x="45225" y="192783"/>
                  </a:cubicBezTo>
                  <a:cubicBezTo>
                    <a:pt x="40653" y="192783"/>
                    <a:pt x="36557" y="188687"/>
                    <a:pt x="30366" y="182019"/>
                  </a:cubicBezTo>
                  <a:cubicBezTo>
                    <a:pt x="27032" y="178400"/>
                    <a:pt x="23508" y="174685"/>
                    <a:pt x="19317" y="171447"/>
                  </a:cubicBezTo>
                  <a:cubicBezTo>
                    <a:pt x="14173" y="167351"/>
                    <a:pt x="6648" y="168303"/>
                    <a:pt x="2553" y="173447"/>
                  </a:cubicBezTo>
                  <a:cubicBezTo>
                    <a:pt x="-1543" y="178590"/>
                    <a:pt x="-591" y="186115"/>
                    <a:pt x="4553" y="190116"/>
                  </a:cubicBezTo>
                  <a:cubicBezTo>
                    <a:pt x="7315" y="192306"/>
                    <a:pt x="9982" y="195164"/>
                    <a:pt x="12935" y="198212"/>
                  </a:cubicBezTo>
                  <a:cubicBezTo>
                    <a:pt x="20555" y="206403"/>
                    <a:pt x="30080" y="216500"/>
                    <a:pt x="45225" y="216500"/>
                  </a:cubicBezTo>
                  <a:cubicBezTo>
                    <a:pt x="60369" y="216500"/>
                    <a:pt x="72752" y="204308"/>
                    <a:pt x="83610" y="193449"/>
                  </a:cubicBezTo>
                  <a:cubicBezTo>
                    <a:pt x="87039" y="190020"/>
                    <a:pt x="90278" y="186782"/>
                    <a:pt x="92945" y="184782"/>
                  </a:cubicBezTo>
                  <a:cubicBezTo>
                    <a:pt x="105994" y="174590"/>
                    <a:pt x="114186" y="158969"/>
                    <a:pt x="115614" y="142205"/>
                  </a:cubicBezTo>
                  <a:cubicBezTo>
                    <a:pt x="122568" y="134966"/>
                    <a:pt x="126282" y="125536"/>
                    <a:pt x="126282" y="115535"/>
                  </a:cubicBezTo>
                  <a:lnTo>
                    <a:pt x="126282" y="109820"/>
                  </a:lnTo>
                  <a:cubicBezTo>
                    <a:pt x="126282" y="101247"/>
                    <a:pt x="123520" y="93151"/>
                    <a:pt x="118472" y="86484"/>
                  </a:cubicBezTo>
                  <a:cubicBezTo>
                    <a:pt x="117805" y="55242"/>
                    <a:pt x="110090" y="32096"/>
                    <a:pt x="95517" y="17523"/>
                  </a:cubicBezTo>
                  <a:cubicBezTo>
                    <a:pt x="77991" y="-3"/>
                    <a:pt x="55607" y="-3"/>
                    <a:pt x="45129" y="92"/>
                  </a:cubicBezTo>
                  <a:lnTo>
                    <a:pt x="42558" y="92"/>
                  </a:lnTo>
                  <a:cubicBezTo>
                    <a:pt x="34747" y="-194"/>
                    <a:pt x="21698" y="-480"/>
                    <a:pt x="6648" y="10284"/>
                  </a:cubicBezTo>
                  <a:cubicBezTo>
                    <a:pt x="1314" y="14094"/>
                    <a:pt x="76" y="21523"/>
                    <a:pt x="3886" y="26857"/>
                  </a:cubicBezTo>
                  <a:cubicBezTo>
                    <a:pt x="7696" y="32191"/>
                    <a:pt x="15126" y="33429"/>
                    <a:pt x="20460" y="296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12" name="Google Shape;3812;p98"/>
            <p:cNvSpPr/>
            <p:nvPr/>
          </p:nvSpPr>
          <p:spPr>
            <a:xfrm>
              <a:off x="5531205" y="4022002"/>
              <a:ext cx="112939" cy="85134"/>
            </a:xfrm>
            <a:custGeom>
              <a:avLst/>
              <a:gdLst/>
              <a:ahLst/>
              <a:cxnLst/>
              <a:rect l="l" t="t" r="r" b="b"/>
              <a:pathLst>
                <a:path w="112939" h="85134" extrusionOk="0">
                  <a:moveTo>
                    <a:pt x="111766" y="63703"/>
                  </a:moveTo>
                  <a:cubicBezTo>
                    <a:pt x="110718" y="53988"/>
                    <a:pt x="109480" y="41891"/>
                    <a:pt x="106051" y="33604"/>
                  </a:cubicBezTo>
                  <a:cubicBezTo>
                    <a:pt x="104241" y="29318"/>
                    <a:pt x="100145" y="19222"/>
                    <a:pt x="34709" y="457"/>
                  </a:cubicBezTo>
                  <a:cubicBezTo>
                    <a:pt x="30994" y="-590"/>
                    <a:pt x="26898" y="172"/>
                    <a:pt x="23945" y="2648"/>
                  </a:cubicBezTo>
                  <a:lnTo>
                    <a:pt x="4419" y="18555"/>
                  </a:lnTo>
                  <a:cubicBezTo>
                    <a:pt x="-724" y="22746"/>
                    <a:pt x="-1486" y="30175"/>
                    <a:pt x="2705" y="35319"/>
                  </a:cubicBezTo>
                  <a:cubicBezTo>
                    <a:pt x="6896" y="40367"/>
                    <a:pt x="14325" y="41224"/>
                    <a:pt x="19469" y="37033"/>
                  </a:cubicBezTo>
                  <a:lnTo>
                    <a:pt x="34137" y="25032"/>
                  </a:lnTo>
                  <a:cubicBezTo>
                    <a:pt x="55378" y="31414"/>
                    <a:pt x="78524" y="39796"/>
                    <a:pt x="84620" y="44082"/>
                  </a:cubicBezTo>
                  <a:cubicBezTo>
                    <a:pt x="86334" y="49606"/>
                    <a:pt x="87382" y="59036"/>
                    <a:pt x="88144" y="66085"/>
                  </a:cubicBezTo>
                  <a:cubicBezTo>
                    <a:pt x="88525" y="69418"/>
                    <a:pt x="88811" y="72466"/>
                    <a:pt x="89192" y="74943"/>
                  </a:cubicBezTo>
                  <a:cubicBezTo>
                    <a:pt x="90049" y="80848"/>
                    <a:pt x="95097" y="85135"/>
                    <a:pt x="101003" y="85135"/>
                  </a:cubicBezTo>
                  <a:cubicBezTo>
                    <a:pt x="101574" y="85135"/>
                    <a:pt x="102146" y="85135"/>
                    <a:pt x="102717" y="85039"/>
                  </a:cubicBezTo>
                  <a:cubicBezTo>
                    <a:pt x="109194" y="84087"/>
                    <a:pt x="113766" y="78086"/>
                    <a:pt x="112814" y="71514"/>
                  </a:cubicBezTo>
                  <a:cubicBezTo>
                    <a:pt x="112528" y="69323"/>
                    <a:pt x="112242" y="66561"/>
                    <a:pt x="111861" y="635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13" name="Google Shape;3813;p98"/>
          <p:cNvGrpSpPr/>
          <p:nvPr/>
        </p:nvGrpSpPr>
        <p:grpSpPr>
          <a:xfrm>
            <a:off x="1248043" y="2591142"/>
            <a:ext cx="292064" cy="202238"/>
            <a:chOff x="6123041" y="3332722"/>
            <a:chExt cx="519225" cy="359535"/>
          </a:xfrm>
        </p:grpSpPr>
        <p:sp>
          <p:nvSpPr>
            <p:cNvPr id="3814" name="Google Shape;3814;p98"/>
            <p:cNvSpPr/>
            <p:nvPr/>
          </p:nvSpPr>
          <p:spPr>
            <a:xfrm>
              <a:off x="6403887" y="3342023"/>
              <a:ext cx="168816" cy="250316"/>
            </a:xfrm>
            <a:custGeom>
              <a:avLst/>
              <a:gdLst/>
              <a:ahLst/>
              <a:cxnLst/>
              <a:rect l="l" t="t" r="r" b="b"/>
              <a:pathLst>
                <a:path w="168816" h="250316" extrusionOk="0">
                  <a:moveTo>
                    <a:pt x="7368" y="61436"/>
                  </a:moveTo>
                  <a:cubicBezTo>
                    <a:pt x="13464" y="64008"/>
                    <a:pt x="20417" y="61055"/>
                    <a:pt x="22893" y="54959"/>
                  </a:cubicBezTo>
                  <a:cubicBezTo>
                    <a:pt x="35562" y="24003"/>
                    <a:pt x="60517" y="24003"/>
                    <a:pt x="74233" y="24003"/>
                  </a:cubicBezTo>
                  <a:lnTo>
                    <a:pt x="76519" y="24003"/>
                  </a:lnTo>
                  <a:cubicBezTo>
                    <a:pt x="85854" y="24003"/>
                    <a:pt x="103284" y="24003"/>
                    <a:pt x="116334" y="36957"/>
                  </a:cubicBezTo>
                  <a:cubicBezTo>
                    <a:pt x="129192" y="49816"/>
                    <a:pt x="135765" y="72676"/>
                    <a:pt x="135765" y="104966"/>
                  </a:cubicBezTo>
                  <a:cubicBezTo>
                    <a:pt x="135765" y="108109"/>
                    <a:pt x="137003" y="111157"/>
                    <a:pt x="139289" y="113348"/>
                  </a:cubicBezTo>
                  <a:cubicBezTo>
                    <a:pt x="143004" y="116967"/>
                    <a:pt x="145004" y="121920"/>
                    <a:pt x="145004" y="127064"/>
                  </a:cubicBezTo>
                  <a:lnTo>
                    <a:pt x="145004" y="133826"/>
                  </a:lnTo>
                  <a:cubicBezTo>
                    <a:pt x="145004" y="138970"/>
                    <a:pt x="143004" y="143923"/>
                    <a:pt x="139289" y="147542"/>
                  </a:cubicBezTo>
                  <a:lnTo>
                    <a:pt x="136146" y="150686"/>
                  </a:lnTo>
                  <a:cubicBezTo>
                    <a:pt x="133955" y="152876"/>
                    <a:pt x="132717" y="155924"/>
                    <a:pt x="132717" y="159068"/>
                  </a:cubicBezTo>
                  <a:cubicBezTo>
                    <a:pt x="132717" y="173069"/>
                    <a:pt x="126335" y="186404"/>
                    <a:pt x="115667" y="194786"/>
                  </a:cubicBezTo>
                  <a:cubicBezTo>
                    <a:pt x="111381" y="198120"/>
                    <a:pt x="106999" y="202502"/>
                    <a:pt x="102427" y="206978"/>
                  </a:cubicBezTo>
                  <a:cubicBezTo>
                    <a:pt x="94140" y="215265"/>
                    <a:pt x="82710" y="226505"/>
                    <a:pt x="75471" y="226505"/>
                  </a:cubicBezTo>
                  <a:cubicBezTo>
                    <a:pt x="68232" y="226505"/>
                    <a:pt x="56802" y="215170"/>
                    <a:pt x="48516" y="206978"/>
                  </a:cubicBezTo>
                  <a:cubicBezTo>
                    <a:pt x="43944" y="202406"/>
                    <a:pt x="39562" y="198120"/>
                    <a:pt x="35276" y="194786"/>
                  </a:cubicBezTo>
                  <a:cubicBezTo>
                    <a:pt x="30132" y="190691"/>
                    <a:pt x="22608" y="191643"/>
                    <a:pt x="18607" y="196787"/>
                  </a:cubicBezTo>
                  <a:cubicBezTo>
                    <a:pt x="14511" y="201930"/>
                    <a:pt x="15464" y="209455"/>
                    <a:pt x="20607" y="213455"/>
                  </a:cubicBezTo>
                  <a:cubicBezTo>
                    <a:pt x="23846" y="215932"/>
                    <a:pt x="27656" y="219837"/>
                    <a:pt x="31752" y="223838"/>
                  </a:cubicBezTo>
                  <a:cubicBezTo>
                    <a:pt x="44229" y="236220"/>
                    <a:pt x="58422" y="250317"/>
                    <a:pt x="75471" y="250317"/>
                  </a:cubicBezTo>
                  <a:cubicBezTo>
                    <a:pt x="92521" y="250317"/>
                    <a:pt x="106713" y="236220"/>
                    <a:pt x="119191" y="223838"/>
                  </a:cubicBezTo>
                  <a:cubicBezTo>
                    <a:pt x="123287" y="219742"/>
                    <a:pt x="127097" y="215932"/>
                    <a:pt x="130335" y="213455"/>
                  </a:cubicBezTo>
                  <a:cubicBezTo>
                    <a:pt x="145385" y="201644"/>
                    <a:pt x="154910" y="183452"/>
                    <a:pt x="156339" y="164116"/>
                  </a:cubicBezTo>
                  <a:cubicBezTo>
                    <a:pt x="164435" y="156020"/>
                    <a:pt x="168816" y="145161"/>
                    <a:pt x="168816" y="133731"/>
                  </a:cubicBezTo>
                  <a:lnTo>
                    <a:pt x="168816" y="126968"/>
                  </a:lnTo>
                  <a:cubicBezTo>
                    <a:pt x="168816" y="117158"/>
                    <a:pt x="165578" y="107823"/>
                    <a:pt x="159577" y="100298"/>
                  </a:cubicBezTo>
                  <a:cubicBezTo>
                    <a:pt x="158910" y="63722"/>
                    <a:pt x="150052" y="36767"/>
                    <a:pt x="133193" y="19907"/>
                  </a:cubicBezTo>
                  <a:cubicBezTo>
                    <a:pt x="113190" y="-95"/>
                    <a:pt x="87378" y="95"/>
                    <a:pt x="76519" y="0"/>
                  </a:cubicBezTo>
                  <a:lnTo>
                    <a:pt x="74328" y="0"/>
                  </a:lnTo>
                  <a:cubicBezTo>
                    <a:pt x="59565" y="0"/>
                    <a:pt x="19655" y="-95"/>
                    <a:pt x="891" y="45720"/>
                  </a:cubicBezTo>
                  <a:cubicBezTo>
                    <a:pt x="-1586" y="51816"/>
                    <a:pt x="1272" y="58769"/>
                    <a:pt x="7368" y="6124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15" name="Google Shape;3815;p98"/>
            <p:cNvSpPr/>
            <p:nvPr/>
          </p:nvSpPr>
          <p:spPr>
            <a:xfrm>
              <a:off x="6419818" y="3384578"/>
              <a:ext cx="118309" cy="63744"/>
            </a:xfrm>
            <a:custGeom>
              <a:avLst/>
              <a:gdLst/>
              <a:ahLst/>
              <a:cxnLst/>
              <a:rect l="l" t="t" r="r" b="b"/>
              <a:pathLst>
                <a:path w="118309" h="63744" extrusionOk="0">
                  <a:moveTo>
                    <a:pt x="7153" y="40980"/>
                  </a:moveTo>
                  <a:cubicBezTo>
                    <a:pt x="1152" y="43647"/>
                    <a:pt x="-1610" y="50600"/>
                    <a:pt x="962" y="56601"/>
                  </a:cubicBezTo>
                  <a:cubicBezTo>
                    <a:pt x="2867" y="61077"/>
                    <a:pt x="7248" y="63744"/>
                    <a:pt x="11915" y="63744"/>
                  </a:cubicBezTo>
                  <a:cubicBezTo>
                    <a:pt x="13535" y="63744"/>
                    <a:pt x="15154" y="63459"/>
                    <a:pt x="16678" y="62792"/>
                  </a:cubicBezTo>
                  <a:cubicBezTo>
                    <a:pt x="30775" y="56696"/>
                    <a:pt x="38395" y="46409"/>
                    <a:pt x="42110" y="36122"/>
                  </a:cubicBezTo>
                  <a:cubicBezTo>
                    <a:pt x="56873" y="47266"/>
                    <a:pt x="79543" y="59839"/>
                    <a:pt x="106403" y="59839"/>
                  </a:cubicBezTo>
                  <a:cubicBezTo>
                    <a:pt x="112976" y="59839"/>
                    <a:pt x="118310" y="54505"/>
                    <a:pt x="118310" y="47933"/>
                  </a:cubicBezTo>
                  <a:cubicBezTo>
                    <a:pt x="118310" y="41361"/>
                    <a:pt x="112976" y="36027"/>
                    <a:pt x="106403" y="36027"/>
                  </a:cubicBezTo>
                  <a:cubicBezTo>
                    <a:pt x="70304" y="36027"/>
                    <a:pt x="42014" y="4308"/>
                    <a:pt x="41729" y="4023"/>
                  </a:cubicBezTo>
                  <a:cubicBezTo>
                    <a:pt x="38204" y="22"/>
                    <a:pt x="32489" y="-1121"/>
                    <a:pt x="27632" y="1165"/>
                  </a:cubicBezTo>
                  <a:cubicBezTo>
                    <a:pt x="22774" y="3451"/>
                    <a:pt x="20107" y="8690"/>
                    <a:pt x="21059" y="14024"/>
                  </a:cubicBezTo>
                  <a:cubicBezTo>
                    <a:pt x="21440" y="16024"/>
                    <a:pt x="23917" y="33836"/>
                    <a:pt x="7153" y="4107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16" name="Google Shape;3816;p98"/>
            <p:cNvSpPr/>
            <p:nvPr/>
          </p:nvSpPr>
          <p:spPr>
            <a:xfrm>
              <a:off x="6469310" y="3596151"/>
              <a:ext cx="172956" cy="96106"/>
            </a:xfrm>
            <a:custGeom>
              <a:avLst/>
              <a:gdLst/>
              <a:ahLst/>
              <a:cxnLst/>
              <a:rect l="l" t="t" r="r" b="b"/>
              <a:pathLst>
                <a:path w="172956" h="96106" extrusionOk="0">
                  <a:moveTo>
                    <a:pt x="171592" y="73056"/>
                  </a:moveTo>
                  <a:cubicBezTo>
                    <a:pt x="170354" y="61721"/>
                    <a:pt x="168925" y="47624"/>
                    <a:pt x="165020" y="38195"/>
                  </a:cubicBezTo>
                  <a:cubicBezTo>
                    <a:pt x="163210" y="33813"/>
                    <a:pt x="158448" y="22193"/>
                    <a:pt x="82438" y="476"/>
                  </a:cubicBezTo>
                  <a:cubicBezTo>
                    <a:pt x="78533" y="-667"/>
                    <a:pt x="74342" y="285"/>
                    <a:pt x="71294" y="2952"/>
                  </a:cubicBezTo>
                  <a:lnTo>
                    <a:pt x="4048" y="62102"/>
                  </a:lnTo>
                  <a:cubicBezTo>
                    <a:pt x="-905" y="66484"/>
                    <a:pt x="-1382" y="74009"/>
                    <a:pt x="3000" y="78866"/>
                  </a:cubicBezTo>
                  <a:cubicBezTo>
                    <a:pt x="7381" y="83724"/>
                    <a:pt x="14811" y="84296"/>
                    <a:pt x="19764" y="79914"/>
                  </a:cubicBezTo>
                  <a:lnTo>
                    <a:pt x="82153" y="25145"/>
                  </a:lnTo>
                  <a:cubicBezTo>
                    <a:pt x="108251" y="32956"/>
                    <a:pt x="137017" y="43433"/>
                    <a:pt x="143494" y="48577"/>
                  </a:cubicBezTo>
                  <a:cubicBezTo>
                    <a:pt x="145780" y="55244"/>
                    <a:pt x="147018" y="66865"/>
                    <a:pt x="147970" y="75533"/>
                  </a:cubicBezTo>
                  <a:cubicBezTo>
                    <a:pt x="148351" y="79438"/>
                    <a:pt x="148732" y="83057"/>
                    <a:pt x="149209" y="85915"/>
                  </a:cubicBezTo>
                  <a:cubicBezTo>
                    <a:pt x="150066" y="91820"/>
                    <a:pt x="155114" y="96107"/>
                    <a:pt x="161020" y="96107"/>
                  </a:cubicBezTo>
                  <a:cubicBezTo>
                    <a:pt x="161591" y="96107"/>
                    <a:pt x="162163" y="96107"/>
                    <a:pt x="162734" y="96011"/>
                  </a:cubicBezTo>
                  <a:cubicBezTo>
                    <a:pt x="169211" y="95059"/>
                    <a:pt x="173783" y="89058"/>
                    <a:pt x="172831" y="82486"/>
                  </a:cubicBezTo>
                  <a:cubicBezTo>
                    <a:pt x="172450" y="79914"/>
                    <a:pt x="172069" y="76580"/>
                    <a:pt x="171688" y="7305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17" name="Google Shape;3817;p98"/>
            <p:cNvSpPr/>
            <p:nvPr/>
          </p:nvSpPr>
          <p:spPr>
            <a:xfrm>
              <a:off x="6201673" y="3414791"/>
              <a:ext cx="165380" cy="177739"/>
            </a:xfrm>
            <a:custGeom>
              <a:avLst/>
              <a:gdLst/>
              <a:ahLst/>
              <a:cxnLst/>
              <a:rect l="l" t="t" r="r" b="b"/>
              <a:pathLst>
                <a:path w="165380" h="177739" extrusionOk="0">
                  <a:moveTo>
                    <a:pt x="86233" y="152974"/>
                  </a:moveTo>
                  <a:cubicBezTo>
                    <a:pt x="82138" y="154308"/>
                    <a:pt x="77756" y="154117"/>
                    <a:pt x="73756" y="152498"/>
                  </a:cubicBezTo>
                  <a:cubicBezTo>
                    <a:pt x="60135" y="146688"/>
                    <a:pt x="28131" y="126971"/>
                    <a:pt x="23749" y="68869"/>
                  </a:cubicBezTo>
                  <a:cubicBezTo>
                    <a:pt x="23273" y="62296"/>
                    <a:pt x="17558" y="57248"/>
                    <a:pt x="10986" y="57915"/>
                  </a:cubicBezTo>
                  <a:cubicBezTo>
                    <a:pt x="4414" y="58391"/>
                    <a:pt x="-444" y="64106"/>
                    <a:pt x="32" y="70678"/>
                  </a:cubicBezTo>
                  <a:cubicBezTo>
                    <a:pt x="5366" y="141830"/>
                    <a:pt x="46895" y="166881"/>
                    <a:pt x="64516" y="174406"/>
                  </a:cubicBezTo>
                  <a:cubicBezTo>
                    <a:pt x="69660" y="176596"/>
                    <a:pt x="75184" y="177739"/>
                    <a:pt x="80709" y="177739"/>
                  </a:cubicBezTo>
                  <a:cubicBezTo>
                    <a:pt x="85090" y="177739"/>
                    <a:pt x="89472" y="177073"/>
                    <a:pt x="93758" y="175644"/>
                  </a:cubicBezTo>
                  <a:cubicBezTo>
                    <a:pt x="110617" y="170024"/>
                    <a:pt x="151384" y="150117"/>
                    <a:pt x="165100" y="86109"/>
                  </a:cubicBezTo>
                  <a:cubicBezTo>
                    <a:pt x="166529" y="79727"/>
                    <a:pt x="162338" y="73345"/>
                    <a:pt x="155956" y="72012"/>
                  </a:cubicBezTo>
                  <a:cubicBezTo>
                    <a:pt x="154051" y="71631"/>
                    <a:pt x="152146" y="71821"/>
                    <a:pt x="150432" y="72298"/>
                  </a:cubicBezTo>
                  <a:cubicBezTo>
                    <a:pt x="151099" y="71155"/>
                    <a:pt x="151670" y="69916"/>
                    <a:pt x="151956" y="68488"/>
                  </a:cubicBezTo>
                  <a:cubicBezTo>
                    <a:pt x="153289" y="62011"/>
                    <a:pt x="149194" y="55724"/>
                    <a:pt x="142717" y="54391"/>
                  </a:cubicBezTo>
                  <a:cubicBezTo>
                    <a:pt x="93377" y="44104"/>
                    <a:pt x="74422" y="8004"/>
                    <a:pt x="73660" y="6480"/>
                  </a:cubicBezTo>
                  <a:cubicBezTo>
                    <a:pt x="71565" y="2194"/>
                    <a:pt x="67088" y="-92"/>
                    <a:pt x="62230" y="3"/>
                  </a:cubicBezTo>
                  <a:cubicBezTo>
                    <a:pt x="57468" y="289"/>
                    <a:pt x="53277" y="3432"/>
                    <a:pt x="51753" y="8004"/>
                  </a:cubicBezTo>
                  <a:cubicBezTo>
                    <a:pt x="51467" y="8671"/>
                    <a:pt x="45371" y="25435"/>
                    <a:pt x="21844" y="35817"/>
                  </a:cubicBezTo>
                  <a:cubicBezTo>
                    <a:pt x="15844" y="38484"/>
                    <a:pt x="13081" y="45532"/>
                    <a:pt x="15748" y="51533"/>
                  </a:cubicBezTo>
                  <a:cubicBezTo>
                    <a:pt x="18415" y="57534"/>
                    <a:pt x="25464" y="60296"/>
                    <a:pt x="31465" y="57629"/>
                  </a:cubicBezTo>
                  <a:cubicBezTo>
                    <a:pt x="46895" y="50866"/>
                    <a:pt x="57087" y="41722"/>
                    <a:pt x="63659" y="33626"/>
                  </a:cubicBezTo>
                  <a:cubicBezTo>
                    <a:pt x="76137" y="48676"/>
                    <a:pt x="99664" y="69726"/>
                    <a:pt x="137954" y="77727"/>
                  </a:cubicBezTo>
                  <a:cubicBezTo>
                    <a:pt x="138811" y="77917"/>
                    <a:pt x="139573" y="78013"/>
                    <a:pt x="140431" y="78013"/>
                  </a:cubicBezTo>
                  <a:cubicBezTo>
                    <a:pt x="141478" y="78013"/>
                    <a:pt x="142526" y="77727"/>
                    <a:pt x="143574" y="77441"/>
                  </a:cubicBezTo>
                  <a:cubicBezTo>
                    <a:pt x="142907" y="78584"/>
                    <a:pt x="142240" y="79822"/>
                    <a:pt x="141955" y="81156"/>
                  </a:cubicBezTo>
                  <a:cubicBezTo>
                    <a:pt x="130810" y="133067"/>
                    <a:pt x="99378" y="148688"/>
                    <a:pt x="86424" y="15307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18" name="Google Shape;3818;p98"/>
            <p:cNvSpPr/>
            <p:nvPr/>
          </p:nvSpPr>
          <p:spPr>
            <a:xfrm>
              <a:off x="6123041" y="3596056"/>
              <a:ext cx="323026" cy="96011"/>
            </a:xfrm>
            <a:custGeom>
              <a:avLst/>
              <a:gdLst/>
              <a:ahLst/>
              <a:cxnLst/>
              <a:rect l="l" t="t" r="r" b="b"/>
              <a:pathLst>
                <a:path w="323026" h="96011" extrusionOk="0">
                  <a:moveTo>
                    <a:pt x="315265" y="38195"/>
                  </a:moveTo>
                  <a:cubicBezTo>
                    <a:pt x="313455" y="33813"/>
                    <a:pt x="308693" y="22193"/>
                    <a:pt x="232683" y="476"/>
                  </a:cubicBezTo>
                  <a:cubicBezTo>
                    <a:pt x="228778" y="-667"/>
                    <a:pt x="224587" y="285"/>
                    <a:pt x="221539" y="2952"/>
                  </a:cubicBezTo>
                  <a:lnTo>
                    <a:pt x="161532" y="55721"/>
                  </a:lnTo>
                  <a:lnTo>
                    <a:pt x="101524" y="2952"/>
                  </a:lnTo>
                  <a:cubicBezTo>
                    <a:pt x="98476" y="285"/>
                    <a:pt x="94285" y="-667"/>
                    <a:pt x="90380" y="476"/>
                  </a:cubicBezTo>
                  <a:cubicBezTo>
                    <a:pt x="14370" y="22193"/>
                    <a:pt x="9608" y="33813"/>
                    <a:pt x="7798" y="38195"/>
                  </a:cubicBezTo>
                  <a:cubicBezTo>
                    <a:pt x="3702" y="48291"/>
                    <a:pt x="2178" y="62293"/>
                    <a:pt x="940" y="74675"/>
                  </a:cubicBezTo>
                  <a:cubicBezTo>
                    <a:pt x="654" y="77533"/>
                    <a:pt x="369" y="80295"/>
                    <a:pt x="83" y="82772"/>
                  </a:cubicBezTo>
                  <a:cubicBezTo>
                    <a:pt x="-679" y="89344"/>
                    <a:pt x="3893" y="95249"/>
                    <a:pt x="10465" y="96011"/>
                  </a:cubicBezTo>
                  <a:cubicBezTo>
                    <a:pt x="10941" y="96011"/>
                    <a:pt x="11418" y="96011"/>
                    <a:pt x="11894" y="96011"/>
                  </a:cubicBezTo>
                  <a:cubicBezTo>
                    <a:pt x="17799" y="96011"/>
                    <a:pt x="22943" y="91630"/>
                    <a:pt x="23705" y="85534"/>
                  </a:cubicBezTo>
                  <a:cubicBezTo>
                    <a:pt x="23991" y="82962"/>
                    <a:pt x="24276" y="80009"/>
                    <a:pt x="24657" y="76961"/>
                  </a:cubicBezTo>
                  <a:cubicBezTo>
                    <a:pt x="25610" y="67341"/>
                    <a:pt x="26848" y="55530"/>
                    <a:pt x="29325" y="48482"/>
                  </a:cubicBezTo>
                  <a:cubicBezTo>
                    <a:pt x="35897" y="43338"/>
                    <a:pt x="64567" y="32861"/>
                    <a:pt x="90666" y="25050"/>
                  </a:cubicBezTo>
                  <a:lnTo>
                    <a:pt x="153054" y="79819"/>
                  </a:lnTo>
                  <a:cubicBezTo>
                    <a:pt x="155340" y="81819"/>
                    <a:pt x="158198" y="82676"/>
                    <a:pt x="161055" y="82676"/>
                  </a:cubicBezTo>
                  <a:cubicBezTo>
                    <a:pt x="161246" y="82676"/>
                    <a:pt x="161341" y="82676"/>
                    <a:pt x="161532" y="82676"/>
                  </a:cubicBezTo>
                  <a:cubicBezTo>
                    <a:pt x="161722" y="82676"/>
                    <a:pt x="161913" y="82676"/>
                    <a:pt x="162103" y="82676"/>
                  </a:cubicBezTo>
                  <a:cubicBezTo>
                    <a:pt x="164865" y="82676"/>
                    <a:pt x="167723" y="81819"/>
                    <a:pt x="170009" y="79819"/>
                  </a:cubicBezTo>
                  <a:lnTo>
                    <a:pt x="232398" y="25050"/>
                  </a:lnTo>
                  <a:cubicBezTo>
                    <a:pt x="258591" y="32861"/>
                    <a:pt x="287262" y="43338"/>
                    <a:pt x="293739" y="48482"/>
                  </a:cubicBezTo>
                  <a:cubicBezTo>
                    <a:pt x="296691" y="56864"/>
                    <a:pt x="298025" y="71151"/>
                    <a:pt x="298977" y="81724"/>
                  </a:cubicBezTo>
                  <a:lnTo>
                    <a:pt x="299263" y="85153"/>
                  </a:lnTo>
                  <a:cubicBezTo>
                    <a:pt x="299835" y="91344"/>
                    <a:pt x="305073" y="95916"/>
                    <a:pt x="311074" y="95916"/>
                  </a:cubicBezTo>
                  <a:cubicBezTo>
                    <a:pt x="311455" y="95916"/>
                    <a:pt x="311836" y="95916"/>
                    <a:pt x="312217" y="95916"/>
                  </a:cubicBezTo>
                  <a:cubicBezTo>
                    <a:pt x="318789" y="95345"/>
                    <a:pt x="323552" y="89534"/>
                    <a:pt x="322980" y="82962"/>
                  </a:cubicBezTo>
                  <a:lnTo>
                    <a:pt x="322695" y="79533"/>
                  </a:lnTo>
                  <a:cubicBezTo>
                    <a:pt x="321456" y="66103"/>
                    <a:pt x="319932" y="49434"/>
                    <a:pt x="315265" y="3800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19" name="Google Shape;3819;p98"/>
            <p:cNvSpPr/>
            <p:nvPr/>
          </p:nvSpPr>
          <p:spPr>
            <a:xfrm>
              <a:off x="6170712" y="3332722"/>
              <a:ext cx="227379" cy="256284"/>
            </a:xfrm>
            <a:custGeom>
              <a:avLst/>
              <a:gdLst/>
              <a:ahLst/>
              <a:cxnLst/>
              <a:rect l="l" t="t" r="r" b="b"/>
              <a:pathLst>
                <a:path w="227379" h="256284" extrusionOk="0">
                  <a:moveTo>
                    <a:pt x="8132" y="234948"/>
                  </a:moveTo>
                  <a:cubicBezTo>
                    <a:pt x="20801" y="248759"/>
                    <a:pt x="41375" y="252188"/>
                    <a:pt x="43756" y="252569"/>
                  </a:cubicBezTo>
                  <a:cubicBezTo>
                    <a:pt x="50328" y="253522"/>
                    <a:pt x="56234" y="249045"/>
                    <a:pt x="57281" y="242568"/>
                  </a:cubicBezTo>
                  <a:cubicBezTo>
                    <a:pt x="58234" y="236091"/>
                    <a:pt x="53852" y="229995"/>
                    <a:pt x="47375" y="229043"/>
                  </a:cubicBezTo>
                  <a:cubicBezTo>
                    <a:pt x="43375" y="228376"/>
                    <a:pt x="31659" y="225328"/>
                    <a:pt x="25849" y="219041"/>
                  </a:cubicBezTo>
                  <a:cubicBezTo>
                    <a:pt x="22706" y="214374"/>
                    <a:pt x="23372" y="191895"/>
                    <a:pt x="27182" y="171797"/>
                  </a:cubicBezTo>
                  <a:cubicBezTo>
                    <a:pt x="27468" y="170273"/>
                    <a:pt x="27468" y="168749"/>
                    <a:pt x="27182" y="167321"/>
                  </a:cubicBezTo>
                  <a:cubicBezTo>
                    <a:pt x="26992" y="166368"/>
                    <a:pt x="9085" y="71499"/>
                    <a:pt x="61758" y="34923"/>
                  </a:cubicBezTo>
                  <a:cubicBezTo>
                    <a:pt x="91952" y="13968"/>
                    <a:pt x="109097" y="28446"/>
                    <a:pt x="110812" y="30065"/>
                  </a:cubicBezTo>
                  <a:cubicBezTo>
                    <a:pt x="114146" y="33399"/>
                    <a:pt x="119289" y="34447"/>
                    <a:pt x="123575" y="32637"/>
                  </a:cubicBezTo>
                  <a:cubicBezTo>
                    <a:pt x="128052" y="30923"/>
                    <a:pt x="167486" y="16826"/>
                    <a:pt x="187393" y="62165"/>
                  </a:cubicBezTo>
                  <a:cubicBezTo>
                    <a:pt x="194346" y="78167"/>
                    <a:pt x="200156" y="136460"/>
                    <a:pt x="202347" y="172274"/>
                  </a:cubicBezTo>
                  <a:cubicBezTo>
                    <a:pt x="204538" y="192562"/>
                    <a:pt x="203300" y="215041"/>
                    <a:pt x="200061" y="219232"/>
                  </a:cubicBezTo>
                  <a:cubicBezTo>
                    <a:pt x="192727" y="225995"/>
                    <a:pt x="177106" y="231424"/>
                    <a:pt x="171677" y="232948"/>
                  </a:cubicBezTo>
                  <a:cubicBezTo>
                    <a:pt x="165390" y="234758"/>
                    <a:pt x="161675" y="241330"/>
                    <a:pt x="163390" y="247616"/>
                  </a:cubicBezTo>
                  <a:cubicBezTo>
                    <a:pt x="164819" y="252855"/>
                    <a:pt x="169676" y="256284"/>
                    <a:pt x="174820" y="256284"/>
                  </a:cubicBezTo>
                  <a:cubicBezTo>
                    <a:pt x="175868" y="256284"/>
                    <a:pt x="176915" y="256189"/>
                    <a:pt x="178058" y="255808"/>
                  </a:cubicBezTo>
                  <a:cubicBezTo>
                    <a:pt x="180630" y="255141"/>
                    <a:pt x="203300" y="248569"/>
                    <a:pt x="216158" y="236663"/>
                  </a:cubicBezTo>
                  <a:cubicBezTo>
                    <a:pt x="230160" y="223709"/>
                    <a:pt x="227779" y="185513"/>
                    <a:pt x="226064" y="170178"/>
                  </a:cubicBezTo>
                  <a:cubicBezTo>
                    <a:pt x="225493" y="160748"/>
                    <a:pt x="220159" y="77405"/>
                    <a:pt x="209205" y="52544"/>
                  </a:cubicBezTo>
                  <a:cubicBezTo>
                    <a:pt x="187679" y="3395"/>
                    <a:pt x="145578" y="1395"/>
                    <a:pt x="121385" y="8253"/>
                  </a:cubicBezTo>
                  <a:cubicBezTo>
                    <a:pt x="107383" y="-796"/>
                    <a:pt x="80427" y="-7082"/>
                    <a:pt x="48137" y="15397"/>
                  </a:cubicBezTo>
                  <a:cubicBezTo>
                    <a:pt x="-12727" y="57783"/>
                    <a:pt x="512" y="153033"/>
                    <a:pt x="3370" y="169607"/>
                  </a:cubicBezTo>
                  <a:cubicBezTo>
                    <a:pt x="322" y="186371"/>
                    <a:pt x="-4155" y="221613"/>
                    <a:pt x="8132" y="23504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20" name="Google Shape;3820;p98"/>
          <p:cNvGrpSpPr/>
          <p:nvPr/>
        </p:nvGrpSpPr>
        <p:grpSpPr>
          <a:xfrm>
            <a:off x="6006664" y="1765997"/>
            <a:ext cx="277081" cy="291845"/>
            <a:chOff x="8095035" y="5259929"/>
            <a:chExt cx="492588" cy="518836"/>
          </a:xfrm>
        </p:grpSpPr>
        <p:sp>
          <p:nvSpPr>
            <p:cNvPr id="3821" name="Google Shape;3821;p98"/>
            <p:cNvSpPr/>
            <p:nvPr/>
          </p:nvSpPr>
          <p:spPr>
            <a:xfrm>
              <a:off x="8196134" y="5259929"/>
              <a:ext cx="285654" cy="382057"/>
            </a:xfrm>
            <a:custGeom>
              <a:avLst/>
              <a:gdLst/>
              <a:ahLst/>
              <a:cxnLst/>
              <a:rect l="l" t="t" r="r" b="b"/>
              <a:pathLst>
                <a:path w="285654" h="382057" extrusionOk="0">
                  <a:moveTo>
                    <a:pt x="58960" y="325860"/>
                  </a:moveTo>
                  <a:cubicBezTo>
                    <a:pt x="63817" y="329670"/>
                    <a:pt x="69628" y="335480"/>
                    <a:pt x="75819" y="341576"/>
                  </a:cubicBezTo>
                  <a:cubicBezTo>
                    <a:pt x="94964" y="360531"/>
                    <a:pt x="116586" y="382058"/>
                    <a:pt x="142875" y="382058"/>
                  </a:cubicBezTo>
                  <a:cubicBezTo>
                    <a:pt x="169164" y="382058"/>
                    <a:pt x="190881" y="360531"/>
                    <a:pt x="209931" y="341576"/>
                  </a:cubicBezTo>
                  <a:cubicBezTo>
                    <a:pt x="216122" y="335480"/>
                    <a:pt x="221933" y="329670"/>
                    <a:pt x="226790" y="325860"/>
                  </a:cubicBezTo>
                  <a:cubicBezTo>
                    <a:pt x="249746" y="307858"/>
                    <a:pt x="264319" y="280140"/>
                    <a:pt x="266605" y="250613"/>
                  </a:cubicBezTo>
                  <a:cubicBezTo>
                    <a:pt x="278892" y="238040"/>
                    <a:pt x="285655" y="221561"/>
                    <a:pt x="285655" y="203940"/>
                  </a:cubicBezTo>
                  <a:lnTo>
                    <a:pt x="285655" y="193748"/>
                  </a:lnTo>
                  <a:cubicBezTo>
                    <a:pt x="285655" y="178699"/>
                    <a:pt x="280702" y="164507"/>
                    <a:pt x="271653" y="152886"/>
                  </a:cubicBezTo>
                  <a:cubicBezTo>
                    <a:pt x="270605" y="97260"/>
                    <a:pt x="256985" y="56112"/>
                    <a:pt x="231267" y="30490"/>
                  </a:cubicBezTo>
                  <a:cubicBezTo>
                    <a:pt x="200597" y="-85"/>
                    <a:pt x="160972" y="-85"/>
                    <a:pt x="144494" y="10"/>
                  </a:cubicBezTo>
                  <a:lnTo>
                    <a:pt x="141161" y="10"/>
                  </a:lnTo>
                  <a:cubicBezTo>
                    <a:pt x="124492" y="10"/>
                    <a:pt x="85058" y="-85"/>
                    <a:pt x="54388" y="30490"/>
                  </a:cubicBezTo>
                  <a:cubicBezTo>
                    <a:pt x="28670" y="56112"/>
                    <a:pt x="15145" y="97260"/>
                    <a:pt x="14002" y="152886"/>
                  </a:cubicBezTo>
                  <a:cubicBezTo>
                    <a:pt x="4953" y="164507"/>
                    <a:pt x="0" y="178794"/>
                    <a:pt x="0" y="193748"/>
                  </a:cubicBezTo>
                  <a:lnTo>
                    <a:pt x="0" y="203940"/>
                  </a:lnTo>
                  <a:cubicBezTo>
                    <a:pt x="0" y="221561"/>
                    <a:pt x="6763" y="238040"/>
                    <a:pt x="19050" y="250613"/>
                  </a:cubicBezTo>
                  <a:cubicBezTo>
                    <a:pt x="21336" y="280235"/>
                    <a:pt x="35814" y="307858"/>
                    <a:pt x="58769" y="325860"/>
                  </a:cubicBezTo>
                  <a:close/>
                  <a:moveTo>
                    <a:pt x="38291" y="193653"/>
                  </a:moveTo>
                  <a:cubicBezTo>
                    <a:pt x="38291" y="186128"/>
                    <a:pt x="41339" y="178794"/>
                    <a:pt x="46672" y="173460"/>
                  </a:cubicBezTo>
                  <a:cubicBezTo>
                    <a:pt x="50292" y="169841"/>
                    <a:pt x="52292" y="165078"/>
                    <a:pt x="52292" y="159935"/>
                  </a:cubicBezTo>
                  <a:cubicBezTo>
                    <a:pt x="52292" y="111167"/>
                    <a:pt x="62103" y="76591"/>
                    <a:pt x="81534" y="57255"/>
                  </a:cubicBezTo>
                  <a:cubicBezTo>
                    <a:pt x="100203" y="38681"/>
                    <a:pt x="124111" y="37919"/>
                    <a:pt x="139255" y="37919"/>
                  </a:cubicBezTo>
                  <a:cubicBezTo>
                    <a:pt x="139922" y="37919"/>
                    <a:pt x="140589" y="37919"/>
                    <a:pt x="141256" y="37919"/>
                  </a:cubicBezTo>
                  <a:lnTo>
                    <a:pt x="144780" y="37919"/>
                  </a:lnTo>
                  <a:cubicBezTo>
                    <a:pt x="159734" y="37919"/>
                    <a:pt x="185071" y="37824"/>
                    <a:pt x="204597" y="57255"/>
                  </a:cubicBezTo>
                  <a:cubicBezTo>
                    <a:pt x="224028" y="76591"/>
                    <a:pt x="233839" y="111167"/>
                    <a:pt x="233839" y="159935"/>
                  </a:cubicBezTo>
                  <a:cubicBezTo>
                    <a:pt x="233839" y="164983"/>
                    <a:pt x="235839" y="169841"/>
                    <a:pt x="239459" y="173460"/>
                  </a:cubicBezTo>
                  <a:cubicBezTo>
                    <a:pt x="244793" y="178794"/>
                    <a:pt x="247841" y="186128"/>
                    <a:pt x="247841" y="193653"/>
                  </a:cubicBezTo>
                  <a:lnTo>
                    <a:pt x="247841" y="203845"/>
                  </a:lnTo>
                  <a:cubicBezTo>
                    <a:pt x="247841" y="211370"/>
                    <a:pt x="244793" y="218704"/>
                    <a:pt x="239459" y="224038"/>
                  </a:cubicBezTo>
                  <a:lnTo>
                    <a:pt x="234696" y="228800"/>
                  </a:lnTo>
                  <a:cubicBezTo>
                    <a:pt x="231076" y="232420"/>
                    <a:pt x="229076" y="237182"/>
                    <a:pt x="229076" y="242231"/>
                  </a:cubicBezTo>
                  <a:cubicBezTo>
                    <a:pt x="229076" y="263186"/>
                    <a:pt x="219551" y="283188"/>
                    <a:pt x="203549" y="295761"/>
                  </a:cubicBezTo>
                  <a:cubicBezTo>
                    <a:pt x="196977" y="300905"/>
                    <a:pt x="190405" y="307477"/>
                    <a:pt x="183356" y="314430"/>
                  </a:cubicBezTo>
                  <a:cubicBezTo>
                    <a:pt x="170878" y="326813"/>
                    <a:pt x="153734" y="343862"/>
                    <a:pt x="143066" y="343862"/>
                  </a:cubicBezTo>
                  <a:cubicBezTo>
                    <a:pt x="132398" y="343862"/>
                    <a:pt x="115348" y="326813"/>
                    <a:pt x="102775" y="314430"/>
                  </a:cubicBezTo>
                  <a:cubicBezTo>
                    <a:pt x="95726" y="307477"/>
                    <a:pt x="89154" y="300905"/>
                    <a:pt x="82582" y="295761"/>
                  </a:cubicBezTo>
                  <a:cubicBezTo>
                    <a:pt x="66580" y="283283"/>
                    <a:pt x="57055" y="263281"/>
                    <a:pt x="57055" y="242231"/>
                  </a:cubicBezTo>
                  <a:cubicBezTo>
                    <a:pt x="57055" y="237182"/>
                    <a:pt x="55054" y="232325"/>
                    <a:pt x="51435" y="228800"/>
                  </a:cubicBezTo>
                  <a:lnTo>
                    <a:pt x="46672" y="224038"/>
                  </a:lnTo>
                  <a:cubicBezTo>
                    <a:pt x="41339" y="218704"/>
                    <a:pt x="38291" y="211370"/>
                    <a:pt x="38291" y="203845"/>
                  </a:cubicBezTo>
                  <a:lnTo>
                    <a:pt x="38291" y="19365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22" name="Google Shape;3822;p98"/>
            <p:cNvSpPr/>
            <p:nvPr/>
          </p:nvSpPr>
          <p:spPr>
            <a:xfrm>
              <a:off x="8255084" y="5331163"/>
              <a:ext cx="167268" cy="84699"/>
            </a:xfrm>
            <a:custGeom>
              <a:avLst/>
              <a:gdLst/>
              <a:ahLst/>
              <a:cxnLst/>
              <a:rect l="l" t="t" r="r" b="b"/>
              <a:pathLst>
                <a:path w="167268" h="84699" extrusionOk="0">
                  <a:moveTo>
                    <a:pt x="11915" y="84699"/>
                  </a:moveTo>
                  <a:cubicBezTo>
                    <a:pt x="13535" y="84699"/>
                    <a:pt x="15059" y="84414"/>
                    <a:pt x="16678" y="83747"/>
                  </a:cubicBezTo>
                  <a:cubicBezTo>
                    <a:pt x="40014" y="73650"/>
                    <a:pt x="50492" y="55362"/>
                    <a:pt x="54397" y="38408"/>
                  </a:cubicBezTo>
                  <a:cubicBezTo>
                    <a:pt x="75447" y="55648"/>
                    <a:pt x="111642" y="78603"/>
                    <a:pt x="155362" y="78603"/>
                  </a:cubicBezTo>
                  <a:cubicBezTo>
                    <a:pt x="161934" y="78603"/>
                    <a:pt x="167268" y="73269"/>
                    <a:pt x="167268" y="66697"/>
                  </a:cubicBezTo>
                  <a:cubicBezTo>
                    <a:pt x="167268" y="60125"/>
                    <a:pt x="161934" y="54791"/>
                    <a:pt x="155362" y="54791"/>
                  </a:cubicBezTo>
                  <a:cubicBezTo>
                    <a:pt x="97640" y="54791"/>
                    <a:pt x="52968" y="4499"/>
                    <a:pt x="52492" y="4023"/>
                  </a:cubicBezTo>
                  <a:cubicBezTo>
                    <a:pt x="48968" y="22"/>
                    <a:pt x="43157" y="-1121"/>
                    <a:pt x="38395" y="1165"/>
                  </a:cubicBezTo>
                  <a:cubicBezTo>
                    <a:pt x="33537" y="3451"/>
                    <a:pt x="30870" y="8785"/>
                    <a:pt x="31823" y="14024"/>
                  </a:cubicBezTo>
                  <a:cubicBezTo>
                    <a:pt x="32108" y="15453"/>
                    <a:pt x="37633" y="48600"/>
                    <a:pt x="7153" y="61839"/>
                  </a:cubicBezTo>
                  <a:cubicBezTo>
                    <a:pt x="1152" y="64506"/>
                    <a:pt x="-1610" y="71460"/>
                    <a:pt x="962" y="77460"/>
                  </a:cubicBezTo>
                  <a:cubicBezTo>
                    <a:pt x="2962" y="81937"/>
                    <a:pt x="7248" y="84604"/>
                    <a:pt x="11915" y="8460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23" name="Google Shape;3823;p98"/>
            <p:cNvSpPr/>
            <p:nvPr/>
          </p:nvSpPr>
          <p:spPr>
            <a:xfrm>
              <a:off x="8095035" y="5630951"/>
              <a:ext cx="492588" cy="147814"/>
            </a:xfrm>
            <a:custGeom>
              <a:avLst/>
              <a:gdLst/>
              <a:ahLst/>
              <a:cxnLst/>
              <a:rect l="l" t="t" r="r" b="b"/>
              <a:pathLst>
                <a:path w="492588" h="147814" extrusionOk="0">
                  <a:moveTo>
                    <a:pt x="492290" y="126193"/>
                  </a:moveTo>
                  <a:cubicBezTo>
                    <a:pt x="491719" y="122192"/>
                    <a:pt x="491243" y="117335"/>
                    <a:pt x="490671" y="111905"/>
                  </a:cubicBezTo>
                  <a:cubicBezTo>
                    <a:pt x="488861" y="94665"/>
                    <a:pt x="486575" y="73139"/>
                    <a:pt x="480575" y="58661"/>
                  </a:cubicBezTo>
                  <a:cubicBezTo>
                    <a:pt x="477812" y="51898"/>
                    <a:pt x="470383" y="33896"/>
                    <a:pt x="354559" y="749"/>
                  </a:cubicBezTo>
                  <a:cubicBezTo>
                    <a:pt x="348272" y="-1061"/>
                    <a:pt x="341605" y="463"/>
                    <a:pt x="336747" y="4749"/>
                  </a:cubicBezTo>
                  <a:lnTo>
                    <a:pt x="246260" y="84283"/>
                  </a:lnTo>
                  <a:lnTo>
                    <a:pt x="155772" y="4749"/>
                  </a:lnTo>
                  <a:cubicBezTo>
                    <a:pt x="150914" y="463"/>
                    <a:pt x="144247" y="-1061"/>
                    <a:pt x="137960" y="749"/>
                  </a:cubicBezTo>
                  <a:cubicBezTo>
                    <a:pt x="22136" y="33800"/>
                    <a:pt x="14707" y="51803"/>
                    <a:pt x="11945" y="58565"/>
                  </a:cubicBezTo>
                  <a:cubicBezTo>
                    <a:pt x="6134" y="72567"/>
                    <a:pt x="4039" y="92284"/>
                    <a:pt x="2229" y="109524"/>
                  </a:cubicBezTo>
                  <a:cubicBezTo>
                    <a:pt x="1562" y="115620"/>
                    <a:pt x="991" y="121240"/>
                    <a:pt x="229" y="125907"/>
                  </a:cubicBezTo>
                  <a:cubicBezTo>
                    <a:pt x="-1390" y="136289"/>
                    <a:pt x="5753" y="146005"/>
                    <a:pt x="16136" y="147624"/>
                  </a:cubicBezTo>
                  <a:cubicBezTo>
                    <a:pt x="17088" y="147815"/>
                    <a:pt x="18136" y="147815"/>
                    <a:pt x="19088" y="147815"/>
                  </a:cubicBezTo>
                  <a:cubicBezTo>
                    <a:pt x="28328" y="147815"/>
                    <a:pt x="36424" y="141147"/>
                    <a:pt x="37853" y="131717"/>
                  </a:cubicBezTo>
                  <a:cubicBezTo>
                    <a:pt x="38615" y="126574"/>
                    <a:pt x="39377" y="120287"/>
                    <a:pt x="40043" y="113525"/>
                  </a:cubicBezTo>
                  <a:cubicBezTo>
                    <a:pt x="41472" y="100571"/>
                    <a:pt x="43091" y="84664"/>
                    <a:pt x="46330" y="75234"/>
                  </a:cubicBezTo>
                  <a:cubicBezTo>
                    <a:pt x="56617" y="67424"/>
                    <a:pt x="99384" y="51803"/>
                    <a:pt x="138532" y="40182"/>
                  </a:cubicBezTo>
                  <a:lnTo>
                    <a:pt x="232829" y="123050"/>
                  </a:lnTo>
                  <a:cubicBezTo>
                    <a:pt x="236544" y="126288"/>
                    <a:pt x="241211" y="127812"/>
                    <a:pt x="245783" y="127717"/>
                  </a:cubicBezTo>
                  <a:cubicBezTo>
                    <a:pt x="245974" y="127717"/>
                    <a:pt x="246164" y="127717"/>
                    <a:pt x="246450" y="127717"/>
                  </a:cubicBezTo>
                  <a:cubicBezTo>
                    <a:pt x="246545" y="127717"/>
                    <a:pt x="246641" y="127717"/>
                    <a:pt x="246736" y="127717"/>
                  </a:cubicBezTo>
                  <a:cubicBezTo>
                    <a:pt x="251403" y="127812"/>
                    <a:pt x="256070" y="126288"/>
                    <a:pt x="259785" y="123050"/>
                  </a:cubicBezTo>
                  <a:lnTo>
                    <a:pt x="354083" y="40182"/>
                  </a:lnTo>
                  <a:cubicBezTo>
                    <a:pt x="393230" y="51898"/>
                    <a:pt x="435998" y="67424"/>
                    <a:pt x="446285" y="75234"/>
                  </a:cubicBezTo>
                  <a:cubicBezTo>
                    <a:pt x="449618" y="85235"/>
                    <a:pt x="451523" y="102761"/>
                    <a:pt x="452857" y="115715"/>
                  </a:cubicBezTo>
                  <a:cubicBezTo>
                    <a:pt x="453524" y="121621"/>
                    <a:pt x="454095" y="127145"/>
                    <a:pt x="454667" y="131432"/>
                  </a:cubicBezTo>
                  <a:cubicBezTo>
                    <a:pt x="456000" y="140957"/>
                    <a:pt x="464192" y="147719"/>
                    <a:pt x="473526" y="147719"/>
                  </a:cubicBezTo>
                  <a:cubicBezTo>
                    <a:pt x="474479" y="147719"/>
                    <a:pt x="475336" y="147719"/>
                    <a:pt x="476288" y="147529"/>
                  </a:cubicBezTo>
                  <a:cubicBezTo>
                    <a:pt x="486671" y="146005"/>
                    <a:pt x="493910" y="136385"/>
                    <a:pt x="492386" y="12590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24" name="Google Shape;3824;p98"/>
          <p:cNvGrpSpPr/>
          <p:nvPr/>
        </p:nvGrpSpPr>
        <p:grpSpPr>
          <a:xfrm>
            <a:off x="6801669" y="1769697"/>
            <a:ext cx="272681" cy="291864"/>
            <a:chOff x="7063808" y="3778346"/>
            <a:chExt cx="484766" cy="518870"/>
          </a:xfrm>
        </p:grpSpPr>
        <p:sp>
          <p:nvSpPr>
            <p:cNvPr id="3825" name="Google Shape;3825;p98"/>
            <p:cNvSpPr/>
            <p:nvPr/>
          </p:nvSpPr>
          <p:spPr>
            <a:xfrm>
              <a:off x="7188389" y="3988056"/>
              <a:ext cx="235183" cy="167238"/>
            </a:xfrm>
            <a:custGeom>
              <a:avLst/>
              <a:gdLst/>
              <a:ahLst/>
              <a:cxnLst/>
              <a:rect l="l" t="t" r="r" b="b"/>
              <a:pathLst>
                <a:path w="235183" h="167238" extrusionOk="0">
                  <a:moveTo>
                    <a:pt x="132252" y="164381"/>
                  </a:moveTo>
                  <a:cubicBezTo>
                    <a:pt x="156541" y="156380"/>
                    <a:pt x="215024" y="127615"/>
                    <a:pt x="234931" y="35032"/>
                  </a:cubicBezTo>
                  <a:cubicBezTo>
                    <a:pt x="236265" y="28650"/>
                    <a:pt x="232169" y="22268"/>
                    <a:pt x="225787" y="20935"/>
                  </a:cubicBezTo>
                  <a:cubicBezTo>
                    <a:pt x="219406" y="19601"/>
                    <a:pt x="213024" y="23697"/>
                    <a:pt x="211690" y="30079"/>
                  </a:cubicBezTo>
                  <a:cubicBezTo>
                    <a:pt x="194450" y="110660"/>
                    <a:pt x="145206" y="135044"/>
                    <a:pt x="124822" y="141807"/>
                  </a:cubicBezTo>
                  <a:cubicBezTo>
                    <a:pt x="117393" y="144283"/>
                    <a:pt x="109297" y="143998"/>
                    <a:pt x="102058" y="140855"/>
                  </a:cubicBezTo>
                  <a:cubicBezTo>
                    <a:pt x="80817" y="131806"/>
                    <a:pt x="30525" y="101040"/>
                    <a:pt x="23762" y="11029"/>
                  </a:cubicBezTo>
                  <a:cubicBezTo>
                    <a:pt x="23286" y="4456"/>
                    <a:pt x="17476" y="-687"/>
                    <a:pt x="10999" y="75"/>
                  </a:cubicBezTo>
                  <a:cubicBezTo>
                    <a:pt x="4426" y="551"/>
                    <a:pt x="-527" y="6266"/>
                    <a:pt x="45" y="12838"/>
                  </a:cubicBezTo>
                  <a:cubicBezTo>
                    <a:pt x="7760" y="115899"/>
                    <a:pt x="67387" y="151999"/>
                    <a:pt x="92723" y="162762"/>
                  </a:cubicBezTo>
                  <a:cubicBezTo>
                    <a:pt x="99772" y="165715"/>
                    <a:pt x="107201" y="167239"/>
                    <a:pt x="114631" y="167239"/>
                  </a:cubicBezTo>
                  <a:cubicBezTo>
                    <a:pt x="120536" y="167239"/>
                    <a:pt x="126537" y="166286"/>
                    <a:pt x="132252" y="16438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26" name="Google Shape;3826;p98"/>
            <p:cNvSpPr/>
            <p:nvPr/>
          </p:nvSpPr>
          <p:spPr>
            <a:xfrm>
              <a:off x="7210277" y="3901538"/>
              <a:ext cx="193674" cy="104690"/>
            </a:xfrm>
            <a:custGeom>
              <a:avLst/>
              <a:gdLst/>
              <a:ahLst/>
              <a:cxnLst/>
              <a:rect l="l" t="t" r="r" b="b"/>
              <a:pathLst>
                <a:path w="193674" h="104690" extrusionOk="0">
                  <a:moveTo>
                    <a:pt x="16734" y="74782"/>
                  </a:moveTo>
                  <a:cubicBezTo>
                    <a:pt x="42642" y="63256"/>
                    <a:pt x="58168" y="47350"/>
                    <a:pt x="67121" y="34872"/>
                  </a:cubicBezTo>
                  <a:cubicBezTo>
                    <a:pt x="83504" y="56493"/>
                    <a:pt x="118556" y="91736"/>
                    <a:pt x="179326" y="104404"/>
                  </a:cubicBezTo>
                  <a:cubicBezTo>
                    <a:pt x="180183" y="104595"/>
                    <a:pt x="180945" y="104690"/>
                    <a:pt x="181802" y="104690"/>
                  </a:cubicBezTo>
                  <a:cubicBezTo>
                    <a:pt x="187327" y="104690"/>
                    <a:pt x="192280" y="100880"/>
                    <a:pt x="193423" y="95260"/>
                  </a:cubicBezTo>
                  <a:cubicBezTo>
                    <a:pt x="194756" y="88783"/>
                    <a:pt x="190660" y="82497"/>
                    <a:pt x="184183" y="81163"/>
                  </a:cubicBezTo>
                  <a:cubicBezTo>
                    <a:pt x="107507" y="65161"/>
                    <a:pt x="78170" y="8868"/>
                    <a:pt x="76932" y="6582"/>
                  </a:cubicBezTo>
                  <a:cubicBezTo>
                    <a:pt x="74741" y="2296"/>
                    <a:pt x="70360" y="-180"/>
                    <a:pt x="65407" y="10"/>
                  </a:cubicBezTo>
                  <a:cubicBezTo>
                    <a:pt x="60644" y="391"/>
                    <a:pt x="56453" y="3630"/>
                    <a:pt x="54929" y="8202"/>
                  </a:cubicBezTo>
                  <a:cubicBezTo>
                    <a:pt x="54929" y="8488"/>
                    <a:pt x="44737" y="36396"/>
                    <a:pt x="7114" y="53160"/>
                  </a:cubicBezTo>
                  <a:cubicBezTo>
                    <a:pt x="1113" y="55827"/>
                    <a:pt x="-1649" y="62875"/>
                    <a:pt x="1018" y="68876"/>
                  </a:cubicBezTo>
                  <a:cubicBezTo>
                    <a:pt x="3685" y="74877"/>
                    <a:pt x="10733" y="77639"/>
                    <a:pt x="16734" y="7497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27" name="Google Shape;3827;p98"/>
            <p:cNvSpPr/>
            <p:nvPr/>
          </p:nvSpPr>
          <p:spPr>
            <a:xfrm>
              <a:off x="7063808" y="3778346"/>
              <a:ext cx="484766" cy="518870"/>
            </a:xfrm>
            <a:custGeom>
              <a:avLst/>
              <a:gdLst/>
              <a:ahLst/>
              <a:cxnLst/>
              <a:rect l="l" t="t" r="r" b="b"/>
              <a:pathLst>
                <a:path w="484766" h="518870" extrusionOk="0">
                  <a:moveTo>
                    <a:pt x="484481" y="492963"/>
                  </a:moveTo>
                  <a:cubicBezTo>
                    <a:pt x="482671" y="472865"/>
                    <a:pt x="480385" y="447814"/>
                    <a:pt x="473242" y="430574"/>
                  </a:cubicBezTo>
                  <a:cubicBezTo>
                    <a:pt x="470194" y="423335"/>
                    <a:pt x="463145" y="406285"/>
                    <a:pt x="351226" y="374091"/>
                  </a:cubicBezTo>
                  <a:cubicBezTo>
                    <a:pt x="363895" y="369519"/>
                    <a:pt x="383326" y="361232"/>
                    <a:pt x="396184" y="349326"/>
                  </a:cubicBezTo>
                  <a:cubicBezTo>
                    <a:pt x="405043" y="341230"/>
                    <a:pt x="418759" y="317227"/>
                    <a:pt x="411424" y="249028"/>
                  </a:cubicBezTo>
                  <a:cubicBezTo>
                    <a:pt x="410567" y="234931"/>
                    <a:pt x="402566" y="110248"/>
                    <a:pt x="386088" y="72815"/>
                  </a:cubicBezTo>
                  <a:cubicBezTo>
                    <a:pt x="372181" y="41192"/>
                    <a:pt x="351988" y="20809"/>
                    <a:pt x="325890" y="12141"/>
                  </a:cubicBezTo>
                  <a:cubicBezTo>
                    <a:pt x="298363" y="2997"/>
                    <a:pt x="271788" y="10045"/>
                    <a:pt x="257024" y="15760"/>
                  </a:cubicBezTo>
                  <a:cubicBezTo>
                    <a:pt x="234164" y="1282"/>
                    <a:pt x="191968" y="-11005"/>
                    <a:pt x="145010" y="15951"/>
                  </a:cubicBezTo>
                  <a:cubicBezTo>
                    <a:pt x="46522" y="72434"/>
                    <a:pt x="70810" y="221500"/>
                    <a:pt x="76144" y="248456"/>
                  </a:cubicBezTo>
                  <a:cubicBezTo>
                    <a:pt x="64238" y="313893"/>
                    <a:pt x="75668" y="338086"/>
                    <a:pt x="83669" y="346754"/>
                  </a:cubicBezTo>
                  <a:cubicBezTo>
                    <a:pt x="102719" y="367423"/>
                    <a:pt x="133199" y="372757"/>
                    <a:pt x="137390" y="373329"/>
                  </a:cubicBezTo>
                  <a:cubicBezTo>
                    <a:pt x="136914" y="373424"/>
                    <a:pt x="136342" y="373329"/>
                    <a:pt x="135866" y="373519"/>
                  </a:cubicBezTo>
                  <a:cubicBezTo>
                    <a:pt x="21852" y="406095"/>
                    <a:pt x="14708" y="423240"/>
                    <a:pt x="11755" y="430574"/>
                  </a:cubicBezTo>
                  <a:cubicBezTo>
                    <a:pt x="5469" y="445719"/>
                    <a:pt x="3373" y="466769"/>
                    <a:pt x="1468" y="485343"/>
                  </a:cubicBezTo>
                  <a:cubicBezTo>
                    <a:pt x="992" y="489629"/>
                    <a:pt x="611" y="493820"/>
                    <a:pt x="135" y="497535"/>
                  </a:cubicBezTo>
                  <a:cubicBezTo>
                    <a:pt x="-1103" y="508012"/>
                    <a:pt x="6326" y="517442"/>
                    <a:pt x="16708" y="518776"/>
                  </a:cubicBezTo>
                  <a:cubicBezTo>
                    <a:pt x="17470" y="518776"/>
                    <a:pt x="18232" y="518871"/>
                    <a:pt x="18994" y="518871"/>
                  </a:cubicBezTo>
                  <a:cubicBezTo>
                    <a:pt x="28519" y="518871"/>
                    <a:pt x="36711" y="511822"/>
                    <a:pt x="37854" y="502107"/>
                  </a:cubicBezTo>
                  <a:cubicBezTo>
                    <a:pt x="38330" y="498202"/>
                    <a:pt x="38806" y="493820"/>
                    <a:pt x="39283" y="489248"/>
                  </a:cubicBezTo>
                  <a:cubicBezTo>
                    <a:pt x="40711" y="475151"/>
                    <a:pt x="42521" y="457816"/>
                    <a:pt x="46045" y="447338"/>
                  </a:cubicBezTo>
                  <a:cubicBezTo>
                    <a:pt x="56237" y="439718"/>
                    <a:pt x="98052" y="424383"/>
                    <a:pt x="136342" y="412953"/>
                  </a:cubicBezTo>
                  <a:lnTo>
                    <a:pt x="228925" y="494296"/>
                  </a:lnTo>
                  <a:cubicBezTo>
                    <a:pt x="232640" y="497535"/>
                    <a:pt x="237212" y="499059"/>
                    <a:pt x="241784" y="498964"/>
                  </a:cubicBezTo>
                  <a:cubicBezTo>
                    <a:pt x="242070" y="498964"/>
                    <a:pt x="242260" y="498964"/>
                    <a:pt x="242451" y="498964"/>
                  </a:cubicBezTo>
                  <a:cubicBezTo>
                    <a:pt x="242546" y="498964"/>
                    <a:pt x="242641" y="498964"/>
                    <a:pt x="242737" y="498964"/>
                  </a:cubicBezTo>
                  <a:cubicBezTo>
                    <a:pt x="247309" y="499059"/>
                    <a:pt x="252071" y="497535"/>
                    <a:pt x="255786" y="494296"/>
                  </a:cubicBezTo>
                  <a:lnTo>
                    <a:pt x="348369" y="412953"/>
                  </a:lnTo>
                  <a:cubicBezTo>
                    <a:pt x="386659" y="424383"/>
                    <a:pt x="428569" y="439623"/>
                    <a:pt x="438666" y="447338"/>
                  </a:cubicBezTo>
                  <a:cubicBezTo>
                    <a:pt x="442952" y="459721"/>
                    <a:pt x="444857" y="480771"/>
                    <a:pt x="446286" y="496392"/>
                  </a:cubicBezTo>
                  <a:lnTo>
                    <a:pt x="446762" y="501535"/>
                  </a:lnTo>
                  <a:cubicBezTo>
                    <a:pt x="447715" y="511441"/>
                    <a:pt x="456001" y="518776"/>
                    <a:pt x="465717" y="518776"/>
                  </a:cubicBezTo>
                  <a:cubicBezTo>
                    <a:pt x="466288" y="518776"/>
                    <a:pt x="466860" y="518776"/>
                    <a:pt x="467527" y="518776"/>
                  </a:cubicBezTo>
                  <a:cubicBezTo>
                    <a:pt x="478004" y="517823"/>
                    <a:pt x="485719" y="508489"/>
                    <a:pt x="484672" y="498011"/>
                  </a:cubicBezTo>
                  <a:lnTo>
                    <a:pt x="484195" y="492963"/>
                  </a:lnTo>
                  <a:close/>
                  <a:moveTo>
                    <a:pt x="143962" y="373138"/>
                  </a:moveTo>
                  <a:cubicBezTo>
                    <a:pt x="151678" y="371710"/>
                    <a:pt x="157964" y="365614"/>
                    <a:pt x="159202" y="357422"/>
                  </a:cubicBezTo>
                  <a:cubicBezTo>
                    <a:pt x="160822" y="347040"/>
                    <a:pt x="153678" y="337324"/>
                    <a:pt x="143296" y="335705"/>
                  </a:cubicBezTo>
                  <a:cubicBezTo>
                    <a:pt x="137390" y="334753"/>
                    <a:pt x="120340" y="330276"/>
                    <a:pt x="112054" y="321418"/>
                  </a:cubicBezTo>
                  <a:cubicBezTo>
                    <a:pt x="107672" y="314274"/>
                    <a:pt x="108720" y="281127"/>
                    <a:pt x="114244" y="251790"/>
                  </a:cubicBezTo>
                  <a:cubicBezTo>
                    <a:pt x="114721" y="249218"/>
                    <a:pt x="114721" y="246551"/>
                    <a:pt x="114149" y="244075"/>
                  </a:cubicBezTo>
                  <a:cubicBezTo>
                    <a:pt x="113768" y="242646"/>
                    <a:pt x="81859" y="96056"/>
                    <a:pt x="163965" y="49003"/>
                  </a:cubicBezTo>
                  <a:cubicBezTo>
                    <a:pt x="208637" y="23380"/>
                    <a:pt x="240546" y="50717"/>
                    <a:pt x="241784" y="51765"/>
                  </a:cubicBezTo>
                  <a:cubicBezTo>
                    <a:pt x="247785" y="57289"/>
                    <a:pt x="256834" y="58337"/>
                    <a:pt x="263977" y="54337"/>
                  </a:cubicBezTo>
                  <a:cubicBezTo>
                    <a:pt x="264263" y="54241"/>
                    <a:pt x="289885" y="40240"/>
                    <a:pt x="314174" y="48431"/>
                  </a:cubicBezTo>
                  <a:cubicBezTo>
                    <a:pt x="329509" y="53575"/>
                    <a:pt x="341987" y="67005"/>
                    <a:pt x="351226" y="88150"/>
                  </a:cubicBezTo>
                  <a:cubicBezTo>
                    <a:pt x="361513" y="111677"/>
                    <a:pt x="370276" y="200736"/>
                    <a:pt x="373515" y="252266"/>
                  </a:cubicBezTo>
                  <a:cubicBezTo>
                    <a:pt x="376658" y="281889"/>
                    <a:pt x="375039" y="315036"/>
                    <a:pt x="370372" y="321418"/>
                  </a:cubicBezTo>
                  <a:cubicBezTo>
                    <a:pt x="359608" y="331324"/>
                    <a:pt x="336558" y="339325"/>
                    <a:pt x="328557" y="341611"/>
                  </a:cubicBezTo>
                  <a:cubicBezTo>
                    <a:pt x="318460" y="344468"/>
                    <a:pt x="312460" y="354946"/>
                    <a:pt x="315317" y="365042"/>
                  </a:cubicBezTo>
                  <a:cubicBezTo>
                    <a:pt x="317317" y="372376"/>
                    <a:pt x="323413" y="377234"/>
                    <a:pt x="330367" y="378472"/>
                  </a:cubicBezTo>
                  <a:lnTo>
                    <a:pt x="242451" y="455720"/>
                  </a:lnTo>
                  <a:lnTo>
                    <a:pt x="153678" y="377710"/>
                  </a:lnTo>
                  <a:cubicBezTo>
                    <a:pt x="150916" y="375234"/>
                    <a:pt x="147487" y="373900"/>
                    <a:pt x="143962" y="37332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828" name="Google Shape;3828;p98"/>
          <p:cNvSpPr/>
          <p:nvPr/>
        </p:nvSpPr>
        <p:spPr>
          <a:xfrm>
            <a:off x="2829015" y="3358629"/>
            <a:ext cx="295887" cy="229454"/>
          </a:xfrm>
          <a:custGeom>
            <a:avLst/>
            <a:gdLst/>
            <a:ahLst/>
            <a:cxnLst/>
            <a:rect l="l" t="t" r="r" b="b"/>
            <a:pathLst>
              <a:path w="526022" h="407918" extrusionOk="0">
                <a:moveTo>
                  <a:pt x="522113" y="7488"/>
                </a:moveTo>
                <a:cubicBezTo>
                  <a:pt x="517256" y="1106"/>
                  <a:pt x="508874" y="-1561"/>
                  <a:pt x="501158" y="915"/>
                </a:cubicBezTo>
                <a:lnTo>
                  <a:pt x="13193" y="157983"/>
                </a:lnTo>
                <a:cubicBezTo>
                  <a:pt x="6716" y="160078"/>
                  <a:pt x="1858" y="165412"/>
                  <a:pt x="429" y="172080"/>
                </a:cubicBezTo>
                <a:cubicBezTo>
                  <a:pt x="-1000" y="178747"/>
                  <a:pt x="1191" y="185605"/>
                  <a:pt x="6239" y="190177"/>
                </a:cubicBezTo>
                <a:lnTo>
                  <a:pt x="83106" y="260186"/>
                </a:lnTo>
                <a:cubicBezTo>
                  <a:pt x="77391" y="361627"/>
                  <a:pt x="78820" y="362770"/>
                  <a:pt x="88154" y="369819"/>
                </a:cubicBezTo>
                <a:cubicBezTo>
                  <a:pt x="93203" y="373629"/>
                  <a:pt x="99870" y="374772"/>
                  <a:pt x="105871" y="372771"/>
                </a:cubicBezTo>
                <a:cubicBezTo>
                  <a:pt x="110824" y="371152"/>
                  <a:pt x="113110" y="370390"/>
                  <a:pt x="162926" y="318193"/>
                </a:cubicBezTo>
                <a:lnTo>
                  <a:pt x="254842" y="402870"/>
                </a:lnTo>
                <a:cubicBezTo>
                  <a:pt x="258366" y="406109"/>
                  <a:pt x="263033" y="407919"/>
                  <a:pt x="267796" y="407919"/>
                </a:cubicBezTo>
                <a:cubicBezTo>
                  <a:pt x="268558" y="407919"/>
                  <a:pt x="269415" y="407919"/>
                  <a:pt x="270177" y="407728"/>
                </a:cubicBezTo>
                <a:cubicBezTo>
                  <a:pt x="275702" y="407061"/>
                  <a:pt x="280750" y="403918"/>
                  <a:pt x="283798" y="399156"/>
                </a:cubicBezTo>
                <a:lnTo>
                  <a:pt x="522971" y="29490"/>
                </a:lnTo>
                <a:cubicBezTo>
                  <a:pt x="527352" y="22728"/>
                  <a:pt x="526971" y="13965"/>
                  <a:pt x="522113" y="7583"/>
                </a:cubicBezTo>
                <a:close/>
                <a:moveTo>
                  <a:pt x="56150" y="184176"/>
                </a:moveTo>
                <a:lnTo>
                  <a:pt x="346187" y="90831"/>
                </a:lnTo>
                <a:lnTo>
                  <a:pt x="106728" y="230182"/>
                </a:lnTo>
                <a:lnTo>
                  <a:pt x="56246" y="184176"/>
                </a:lnTo>
                <a:close/>
                <a:moveTo>
                  <a:pt x="118920" y="309049"/>
                </a:moveTo>
                <a:cubicBezTo>
                  <a:pt x="119587" y="291999"/>
                  <a:pt x="120539" y="272092"/>
                  <a:pt x="121682" y="253328"/>
                </a:cubicBezTo>
                <a:cubicBezTo>
                  <a:pt x="121682" y="251899"/>
                  <a:pt x="121682" y="250566"/>
                  <a:pt x="121492" y="249232"/>
                </a:cubicBezTo>
                <a:lnTo>
                  <a:pt x="434769" y="67019"/>
                </a:lnTo>
                <a:lnTo>
                  <a:pt x="150257" y="273330"/>
                </a:lnTo>
                <a:cubicBezTo>
                  <a:pt x="147495" y="275331"/>
                  <a:pt x="145876" y="278283"/>
                  <a:pt x="145495" y="281427"/>
                </a:cubicBezTo>
                <a:cubicBezTo>
                  <a:pt x="136541" y="290761"/>
                  <a:pt x="127397" y="300381"/>
                  <a:pt x="119015" y="309049"/>
                </a:cubicBezTo>
                <a:close/>
                <a:moveTo>
                  <a:pt x="263986" y="359627"/>
                </a:moveTo>
                <a:lnTo>
                  <a:pt x="179213" y="281522"/>
                </a:lnTo>
                <a:lnTo>
                  <a:pt x="434007" y="96832"/>
                </a:lnTo>
                <a:lnTo>
                  <a:pt x="263986" y="35962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29" name="Google Shape;3829;p98"/>
          <p:cNvSpPr/>
          <p:nvPr/>
        </p:nvSpPr>
        <p:spPr>
          <a:xfrm>
            <a:off x="3679289" y="3325957"/>
            <a:ext cx="179389" cy="294787"/>
          </a:xfrm>
          <a:custGeom>
            <a:avLst/>
            <a:gdLst/>
            <a:ahLst/>
            <a:cxnLst/>
            <a:rect l="l" t="t" r="r" b="b"/>
            <a:pathLst>
              <a:path w="318914" h="524065" extrusionOk="0">
                <a:moveTo>
                  <a:pt x="315927" y="139922"/>
                </a:moveTo>
                <a:cubicBezTo>
                  <a:pt x="312403" y="134398"/>
                  <a:pt x="306307" y="130969"/>
                  <a:pt x="299734" y="130969"/>
                </a:cubicBezTo>
                <a:lnTo>
                  <a:pt x="180100" y="130969"/>
                </a:lnTo>
                <a:lnTo>
                  <a:pt x="224868" y="26575"/>
                </a:lnTo>
                <a:cubicBezTo>
                  <a:pt x="227344" y="20669"/>
                  <a:pt x="226773" y="13907"/>
                  <a:pt x="223249" y="8573"/>
                </a:cubicBezTo>
                <a:cubicBezTo>
                  <a:pt x="219724" y="3239"/>
                  <a:pt x="213724" y="0"/>
                  <a:pt x="207342" y="0"/>
                </a:cubicBezTo>
                <a:lnTo>
                  <a:pt x="59419" y="0"/>
                </a:lnTo>
                <a:cubicBezTo>
                  <a:pt x="50084" y="0"/>
                  <a:pt x="42178" y="6763"/>
                  <a:pt x="40654" y="15907"/>
                </a:cubicBezTo>
                <a:lnTo>
                  <a:pt x="268" y="259175"/>
                </a:lnTo>
                <a:cubicBezTo>
                  <a:pt x="-684" y="264700"/>
                  <a:pt x="935" y="270320"/>
                  <a:pt x="4555" y="274606"/>
                </a:cubicBezTo>
                <a:cubicBezTo>
                  <a:pt x="8174" y="278892"/>
                  <a:pt x="13508" y="281369"/>
                  <a:pt x="19128" y="281369"/>
                </a:cubicBezTo>
                <a:lnTo>
                  <a:pt x="130094" y="281369"/>
                </a:lnTo>
                <a:lnTo>
                  <a:pt x="106853" y="503015"/>
                </a:lnTo>
                <a:cubicBezTo>
                  <a:pt x="105901" y="512159"/>
                  <a:pt x="111616" y="520732"/>
                  <a:pt x="120569" y="523304"/>
                </a:cubicBezTo>
                <a:cubicBezTo>
                  <a:pt x="122284" y="523780"/>
                  <a:pt x="124093" y="524066"/>
                  <a:pt x="125808" y="524066"/>
                </a:cubicBezTo>
                <a:cubicBezTo>
                  <a:pt x="132952" y="524066"/>
                  <a:pt x="139619" y="520065"/>
                  <a:pt x="142953" y="513398"/>
                </a:cubicBezTo>
                <a:lnTo>
                  <a:pt x="316975" y="158496"/>
                </a:lnTo>
                <a:cubicBezTo>
                  <a:pt x="319832" y="152591"/>
                  <a:pt x="319546" y="145637"/>
                  <a:pt x="316022" y="140018"/>
                </a:cubicBezTo>
                <a:close/>
                <a:moveTo>
                  <a:pt x="155907" y="400145"/>
                </a:moveTo>
                <a:lnTo>
                  <a:pt x="170194" y="264224"/>
                </a:lnTo>
                <a:cubicBezTo>
                  <a:pt x="170766" y="258890"/>
                  <a:pt x="169051" y="253460"/>
                  <a:pt x="165432" y="249460"/>
                </a:cubicBezTo>
                <a:cubicBezTo>
                  <a:pt x="161812" y="245459"/>
                  <a:pt x="156669" y="243173"/>
                  <a:pt x="151240" y="243173"/>
                </a:cubicBezTo>
                <a:lnTo>
                  <a:pt x="41512" y="243173"/>
                </a:lnTo>
                <a:lnTo>
                  <a:pt x="75516" y="38005"/>
                </a:lnTo>
                <a:lnTo>
                  <a:pt x="178386" y="38005"/>
                </a:lnTo>
                <a:lnTo>
                  <a:pt x="133618" y="142399"/>
                </a:lnTo>
                <a:cubicBezTo>
                  <a:pt x="131142" y="148304"/>
                  <a:pt x="131713" y="155067"/>
                  <a:pt x="135238" y="160401"/>
                </a:cubicBezTo>
                <a:cubicBezTo>
                  <a:pt x="138762" y="165735"/>
                  <a:pt x="144763" y="168974"/>
                  <a:pt x="151144" y="168974"/>
                </a:cubicBezTo>
                <a:lnTo>
                  <a:pt x="269159" y="168974"/>
                </a:lnTo>
                <a:lnTo>
                  <a:pt x="155907" y="40005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830" name="Google Shape;3830;p98"/>
          <p:cNvGrpSpPr/>
          <p:nvPr/>
        </p:nvGrpSpPr>
        <p:grpSpPr>
          <a:xfrm>
            <a:off x="1311775" y="1768024"/>
            <a:ext cx="161699" cy="292001"/>
            <a:chOff x="6714267" y="299148"/>
            <a:chExt cx="287464" cy="519112"/>
          </a:xfrm>
        </p:grpSpPr>
        <p:sp>
          <p:nvSpPr>
            <p:cNvPr id="3831" name="Google Shape;3831;p98"/>
            <p:cNvSpPr/>
            <p:nvPr/>
          </p:nvSpPr>
          <p:spPr>
            <a:xfrm>
              <a:off x="6714267" y="299148"/>
              <a:ext cx="287464" cy="519112"/>
            </a:xfrm>
            <a:custGeom>
              <a:avLst/>
              <a:gdLst/>
              <a:ahLst/>
              <a:cxnLst/>
              <a:rect l="l" t="t" r="r" b="b"/>
              <a:pathLst>
                <a:path w="287464" h="519112" extrusionOk="0">
                  <a:moveTo>
                    <a:pt x="239649" y="0"/>
                  </a:moveTo>
                  <a:lnTo>
                    <a:pt x="47816" y="0"/>
                  </a:lnTo>
                  <a:cubicBezTo>
                    <a:pt x="21431" y="0"/>
                    <a:pt x="0" y="21431"/>
                    <a:pt x="0" y="47816"/>
                  </a:cubicBezTo>
                  <a:lnTo>
                    <a:pt x="0" y="471297"/>
                  </a:lnTo>
                  <a:cubicBezTo>
                    <a:pt x="0" y="497681"/>
                    <a:pt x="21431" y="519113"/>
                    <a:pt x="47816" y="519113"/>
                  </a:cubicBezTo>
                  <a:lnTo>
                    <a:pt x="239649" y="519113"/>
                  </a:lnTo>
                  <a:cubicBezTo>
                    <a:pt x="266033" y="519113"/>
                    <a:pt x="287465" y="497681"/>
                    <a:pt x="287465" y="471297"/>
                  </a:cubicBezTo>
                  <a:lnTo>
                    <a:pt x="287465" y="47816"/>
                  </a:lnTo>
                  <a:cubicBezTo>
                    <a:pt x="287465" y="21431"/>
                    <a:pt x="266033" y="0"/>
                    <a:pt x="239649" y="0"/>
                  </a:cubicBezTo>
                  <a:close/>
                  <a:moveTo>
                    <a:pt x="38100" y="135731"/>
                  </a:moveTo>
                  <a:lnTo>
                    <a:pt x="249365" y="135731"/>
                  </a:lnTo>
                  <a:lnTo>
                    <a:pt x="249365" y="383381"/>
                  </a:lnTo>
                  <a:lnTo>
                    <a:pt x="38100" y="383381"/>
                  </a:lnTo>
                  <a:lnTo>
                    <a:pt x="38100" y="135731"/>
                  </a:lnTo>
                  <a:close/>
                  <a:moveTo>
                    <a:pt x="47816" y="38100"/>
                  </a:moveTo>
                  <a:lnTo>
                    <a:pt x="239649" y="38100"/>
                  </a:lnTo>
                  <a:cubicBezTo>
                    <a:pt x="244983" y="38100"/>
                    <a:pt x="249365" y="42482"/>
                    <a:pt x="249365" y="47816"/>
                  </a:cubicBezTo>
                  <a:lnTo>
                    <a:pt x="249365" y="111919"/>
                  </a:lnTo>
                  <a:lnTo>
                    <a:pt x="38100" y="111919"/>
                  </a:lnTo>
                  <a:lnTo>
                    <a:pt x="38100" y="47816"/>
                  </a:lnTo>
                  <a:cubicBezTo>
                    <a:pt x="38100" y="42482"/>
                    <a:pt x="42482" y="38100"/>
                    <a:pt x="47816" y="38100"/>
                  </a:cubicBezTo>
                  <a:close/>
                  <a:moveTo>
                    <a:pt x="239649" y="481013"/>
                  </a:moveTo>
                  <a:lnTo>
                    <a:pt x="47816" y="481013"/>
                  </a:lnTo>
                  <a:cubicBezTo>
                    <a:pt x="42482" y="481013"/>
                    <a:pt x="38100" y="476631"/>
                    <a:pt x="38100" y="471297"/>
                  </a:cubicBezTo>
                  <a:lnTo>
                    <a:pt x="38100" y="407194"/>
                  </a:lnTo>
                  <a:lnTo>
                    <a:pt x="249365" y="407194"/>
                  </a:lnTo>
                  <a:lnTo>
                    <a:pt x="249365" y="471297"/>
                  </a:lnTo>
                  <a:cubicBezTo>
                    <a:pt x="249365" y="476631"/>
                    <a:pt x="244983" y="481013"/>
                    <a:pt x="239649" y="4810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32" name="Google Shape;3832;p98"/>
            <p:cNvSpPr/>
            <p:nvPr/>
          </p:nvSpPr>
          <p:spPr>
            <a:xfrm>
              <a:off x="6843712" y="361251"/>
              <a:ext cx="28575" cy="28384"/>
            </a:xfrm>
            <a:custGeom>
              <a:avLst/>
              <a:gdLst/>
              <a:ahLst/>
              <a:cxnLst/>
              <a:rect l="l" t="t" r="r" b="b"/>
              <a:pathLst>
                <a:path w="28575" h="28384" extrusionOk="0">
                  <a:moveTo>
                    <a:pt x="14288" y="28384"/>
                  </a:moveTo>
                  <a:cubicBezTo>
                    <a:pt x="18098" y="28384"/>
                    <a:pt x="21717" y="26861"/>
                    <a:pt x="24384" y="24194"/>
                  </a:cubicBezTo>
                  <a:cubicBezTo>
                    <a:pt x="27051" y="21527"/>
                    <a:pt x="28575" y="17907"/>
                    <a:pt x="28575" y="14097"/>
                  </a:cubicBezTo>
                  <a:cubicBezTo>
                    <a:pt x="28575" y="10287"/>
                    <a:pt x="27051" y="6668"/>
                    <a:pt x="24384" y="4001"/>
                  </a:cubicBezTo>
                  <a:cubicBezTo>
                    <a:pt x="19050" y="-1334"/>
                    <a:pt x="9525" y="-1334"/>
                    <a:pt x="4191" y="4001"/>
                  </a:cubicBezTo>
                  <a:cubicBezTo>
                    <a:pt x="1524" y="6668"/>
                    <a:pt x="0" y="10382"/>
                    <a:pt x="0" y="14097"/>
                  </a:cubicBezTo>
                  <a:cubicBezTo>
                    <a:pt x="0" y="17812"/>
                    <a:pt x="1524" y="21527"/>
                    <a:pt x="4191" y="24194"/>
                  </a:cubicBezTo>
                  <a:cubicBezTo>
                    <a:pt x="6858" y="26861"/>
                    <a:pt x="10478" y="28384"/>
                    <a:pt x="14288" y="2838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33" name="Google Shape;3833;p98"/>
            <p:cNvSpPr/>
            <p:nvPr/>
          </p:nvSpPr>
          <p:spPr>
            <a:xfrm>
              <a:off x="6826853" y="730154"/>
              <a:ext cx="62198" cy="23812"/>
            </a:xfrm>
            <a:custGeom>
              <a:avLst/>
              <a:gdLst/>
              <a:ahLst/>
              <a:cxnLst/>
              <a:rect l="l" t="t" r="r" b="b"/>
              <a:pathLst>
                <a:path w="62198" h="23812" extrusionOk="0">
                  <a:moveTo>
                    <a:pt x="50292" y="0"/>
                  </a:moveTo>
                  <a:lnTo>
                    <a:pt x="11906" y="0"/>
                  </a:lnTo>
                  <a:cubicBezTo>
                    <a:pt x="5334" y="0"/>
                    <a:pt x="0" y="5334"/>
                    <a:pt x="0" y="11906"/>
                  </a:cubicBezTo>
                  <a:cubicBezTo>
                    <a:pt x="0" y="18478"/>
                    <a:pt x="5334" y="23813"/>
                    <a:pt x="11906" y="23813"/>
                  </a:cubicBezTo>
                  <a:lnTo>
                    <a:pt x="50292" y="23813"/>
                  </a:lnTo>
                  <a:cubicBezTo>
                    <a:pt x="56864" y="23813"/>
                    <a:pt x="62198" y="18478"/>
                    <a:pt x="62198" y="11906"/>
                  </a:cubicBezTo>
                  <a:cubicBezTo>
                    <a:pt x="62198" y="5334"/>
                    <a:pt x="56864" y="0"/>
                    <a:pt x="5029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34" name="Google Shape;3834;p98"/>
          <p:cNvGrpSpPr/>
          <p:nvPr/>
        </p:nvGrpSpPr>
        <p:grpSpPr>
          <a:xfrm>
            <a:off x="1248022" y="3390329"/>
            <a:ext cx="289214" cy="166038"/>
            <a:chOff x="7223029" y="395605"/>
            <a:chExt cx="514159" cy="295179"/>
          </a:xfrm>
        </p:grpSpPr>
        <p:sp>
          <p:nvSpPr>
            <p:cNvPr id="3835" name="Google Shape;3835;p98"/>
            <p:cNvSpPr/>
            <p:nvPr/>
          </p:nvSpPr>
          <p:spPr>
            <a:xfrm>
              <a:off x="7223029" y="395605"/>
              <a:ext cx="514159" cy="295179"/>
            </a:xfrm>
            <a:custGeom>
              <a:avLst/>
              <a:gdLst/>
              <a:ahLst/>
              <a:cxnLst/>
              <a:rect l="l" t="t" r="r" b="b"/>
              <a:pathLst>
                <a:path w="514159" h="295179" extrusionOk="0">
                  <a:moveTo>
                    <a:pt x="257080" y="0"/>
                  </a:moveTo>
                  <a:cubicBezTo>
                    <a:pt x="115348" y="0"/>
                    <a:pt x="0" y="115348"/>
                    <a:pt x="0" y="257080"/>
                  </a:cubicBezTo>
                  <a:cubicBezTo>
                    <a:pt x="0" y="278130"/>
                    <a:pt x="17050" y="295180"/>
                    <a:pt x="38100" y="295180"/>
                  </a:cubicBezTo>
                  <a:lnTo>
                    <a:pt x="476060" y="295180"/>
                  </a:lnTo>
                  <a:cubicBezTo>
                    <a:pt x="497110" y="295180"/>
                    <a:pt x="514160" y="278130"/>
                    <a:pt x="514160" y="257080"/>
                  </a:cubicBezTo>
                  <a:cubicBezTo>
                    <a:pt x="514160" y="115348"/>
                    <a:pt x="398812" y="0"/>
                    <a:pt x="257080" y="0"/>
                  </a:cubicBezTo>
                  <a:close/>
                  <a:moveTo>
                    <a:pt x="309372" y="255365"/>
                  </a:moveTo>
                  <a:cubicBezTo>
                    <a:pt x="309372" y="255937"/>
                    <a:pt x="309658" y="256508"/>
                    <a:pt x="309753" y="257080"/>
                  </a:cubicBezTo>
                  <a:lnTo>
                    <a:pt x="204597" y="257080"/>
                  </a:lnTo>
                  <a:cubicBezTo>
                    <a:pt x="204597" y="256508"/>
                    <a:pt x="204978" y="255937"/>
                    <a:pt x="204978" y="255365"/>
                  </a:cubicBezTo>
                  <a:cubicBezTo>
                    <a:pt x="204978" y="226600"/>
                    <a:pt x="228410" y="203073"/>
                    <a:pt x="257270" y="203073"/>
                  </a:cubicBezTo>
                  <a:cubicBezTo>
                    <a:pt x="286131" y="203073"/>
                    <a:pt x="309563" y="226504"/>
                    <a:pt x="309563" y="255365"/>
                  </a:cubicBezTo>
                  <a:close/>
                  <a:moveTo>
                    <a:pt x="332804" y="257080"/>
                  </a:moveTo>
                  <a:cubicBezTo>
                    <a:pt x="332804" y="256508"/>
                    <a:pt x="333185" y="255937"/>
                    <a:pt x="333185" y="255365"/>
                  </a:cubicBezTo>
                  <a:cubicBezTo>
                    <a:pt x="333185" y="241173"/>
                    <a:pt x="329184" y="227933"/>
                    <a:pt x="322421" y="216598"/>
                  </a:cubicBezTo>
                  <a:lnTo>
                    <a:pt x="364617" y="182880"/>
                  </a:lnTo>
                  <a:cubicBezTo>
                    <a:pt x="369761" y="178784"/>
                    <a:pt x="370618" y="171260"/>
                    <a:pt x="366522" y="166116"/>
                  </a:cubicBezTo>
                  <a:cubicBezTo>
                    <a:pt x="362426" y="160972"/>
                    <a:pt x="354902" y="160115"/>
                    <a:pt x="349758" y="164211"/>
                  </a:cubicBezTo>
                  <a:lnTo>
                    <a:pt x="307181" y="198311"/>
                  </a:lnTo>
                  <a:cubicBezTo>
                    <a:pt x="293751" y="186595"/>
                    <a:pt x="276320" y="179356"/>
                    <a:pt x="257080" y="179356"/>
                  </a:cubicBezTo>
                  <a:cubicBezTo>
                    <a:pt x="215170" y="179356"/>
                    <a:pt x="180975" y="213455"/>
                    <a:pt x="180975" y="255461"/>
                  </a:cubicBezTo>
                  <a:cubicBezTo>
                    <a:pt x="180975" y="256032"/>
                    <a:pt x="181261" y="256603"/>
                    <a:pt x="181356" y="257175"/>
                  </a:cubicBezTo>
                  <a:lnTo>
                    <a:pt x="38100" y="257175"/>
                  </a:lnTo>
                  <a:cubicBezTo>
                    <a:pt x="38100" y="136208"/>
                    <a:pt x="136112" y="38195"/>
                    <a:pt x="257080" y="38195"/>
                  </a:cubicBezTo>
                  <a:cubicBezTo>
                    <a:pt x="378047" y="38195"/>
                    <a:pt x="476060" y="136208"/>
                    <a:pt x="476060" y="257175"/>
                  </a:cubicBezTo>
                  <a:lnTo>
                    <a:pt x="332804" y="2571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36" name="Google Shape;3836;p98"/>
            <p:cNvSpPr/>
            <p:nvPr/>
          </p:nvSpPr>
          <p:spPr>
            <a:xfrm>
              <a:off x="7468298" y="455993"/>
              <a:ext cx="23812" cy="41528"/>
            </a:xfrm>
            <a:custGeom>
              <a:avLst/>
              <a:gdLst/>
              <a:ahLst/>
              <a:cxnLst/>
              <a:rect l="l" t="t" r="r" b="b"/>
              <a:pathLst>
                <a:path w="23812" h="41528" extrusionOk="0">
                  <a:moveTo>
                    <a:pt x="11906" y="0"/>
                  </a:moveTo>
                  <a:cubicBezTo>
                    <a:pt x="5334" y="0"/>
                    <a:pt x="0" y="5334"/>
                    <a:pt x="0" y="11906"/>
                  </a:cubicBezTo>
                  <a:lnTo>
                    <a:pt x="0" y="29623"/>
                  </a:lnTo>
                  <a:cubicBezTo>
                    <a:pt x="0" y="36195"/>
                    <a:pt x="5334" y="41529"/>
                    <a:pt x="11906" y="41529"/>
                  </a:cubicBezTo>
                  <a:cubicBezTo>
                    <a:pt x="18479" y="41529"/>
                    <a:pt x="23813" y="36195"/>
                    <a:pt x="23813" y="29623"/>
                  </a:cubicBezTo>
                  <a:lnTo>
                    <a:pt x="23813" y="11906"/>
                  </a:lnTo>
                  <a:cubicBezTo>
                    <a:pt x="23813" y="5334"/>
                    <a:pt x="18479"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37" name="Google Shape;3837;p98"/>
            <p:cNvSpPr/>
            <p:nvPr/>
          </p:nvSpPr>
          <p:spPr>
            <a:xfrm>
              <a:off x="7389845" y="472980"/>
              <a:ext cx="31271" cy="39781"/>
            </a:xfrm>
            <a:custGeom>
              <a:avLst/>
              <a:gdLst/>
              <a:ahLst/>
              <a:cxnLst/>
              <a:rect l="l" t="t" r="r" b="b"/>
              <a:pathLst>
                <a:path w="31271" h="39781" extrusionOk="0">
                  <a:moveTo>
                    <a:pt x="22637" y="6825"/>
                  </a:moveTo>
                  <a:cubicBezTo>
                    <a:pt x="19875" y="920"/>
                    <a:pt x="12731" y="-1652"/>
                    <a:pt x="6825" y="1110"/>
                  </a:cubicBezTo>
                  <a:cubicBezTo>
                    <a:pt x="920" y="3873"/>
                    <a:pt x="-1652" y="11016"/>
                    <a:pt x="1110" y="16922"/>
                  </a:cubicBezTo>
                  <a:lnTo>
                    <a:pt x="8635" y="32924"/>
                  </a:lnTo>
                  <a:cubicBezTo>
                    <a:pt x="10635" y="37210"/>
                    <a:pt x="14922" y="39782"/>
                    <a:pt x="19398" y="39782"/>
                  </a:cubicBezTo>
                  <a:cubicBezTo>
                    <a:pt x="21113" y="39782"/>
                    <a:pt x="22827" y="39401"/>
                    <a:pt x="24447" y="38639"/>
                  </a:cubicBezTo>
                  <a:cubicBezTo>
                    <a:pt x="30352" y="35877"/>
                    <a:pt x="32924" y="28733"/>
                    <a:pt x="30162" y="22827"/>
                  </a:cubicBezTo>
                  <a:lnTo>
                    <a:pt x="22637" y="682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38" name="Google Shape;3838;p98"/>
            <p:cNvSpPr/>
            <p:nvPr/>
          </p:nvSpPr>
          <p:spPr>
            <a:xfrm>
              <a:off x="7326005" y="521726"/>
              <a:ext cx="37411" cy="35041"/>
            </a:xfrm>
            <a:custGeom>
              <a:avLst/>
              <a:gdLst/>
              <a:ahLst/>
              <a:cxnLst/>
              <a:rect l="l" t="t" r="r" b="b"/>
              <a:pathLst>
                <a:path w="37411" h="35041" extrusionOk="0">
                  <a:moveTo>
                    <a:pt x="19515" y="2751"/>
                  </a:moveTo>
                  <a:cubicBezTo>
                    <a:pt x="14467" y="-1440"/>
                    <a:pt x="6942" y="-773"/>
                    <a:pt x="2751" y="4275"/>
                  </a:cubicBezTo>
                  <a:cubicBezTo>
                    <a:pt x="-1440" y="9324"/>
                    <a:pt x="-773" y="16848"/>
                    <a:pt x="4275" y="21039"/>
                  </a:cubicBezTo>
                  <a:lnTo>
                    <a:pt x="17896" y="32279"/>
                  </a:lnTo>
                  <a:cubicBezTo>
                    <a:pt x="20087" y="34089"/>
                    <a:pt x="22849" y="35041"/>
                    <a:pt x="25516" y="35041"/>
                  </a:cubicBezTo>
                  <a:cubicBezTo>
                    <a:pt x="28945" y="35041"/>
                    <a:pt x="32374" y="33612"/>
                    <a:pt x="34660" y="30755"/>
                  </a:cubicBezTo>
                  <a:cubicBezTo>
                    <a:pt x="38851" y="25707"/>
                    <a:pt x="38184" y="18182"/>
                    <a:pt x="33136" y="13991"/>
                  </a:cubicBezTo>
                  <a:lnTo>
                    <a:pt x="19515" y="275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39" name="Google Shape;3839;p98"/>
            <p:cNvSpPr/>
            <p:nvPr/>
          </p:nvSpPr>
          <p:spPr>
            <a:xfrm>
              <a:off x="7289046" y="593066"/>
              <a:ext cx="40940" cy="28185"/>
            </a:xfrm>
            <a:custGeom>
              <a:avLst/>
              <a:gdLst/>
              <a:ahLst/>
              <a:cxnLst/>
              <a:rect l="l" t="t" r="r" b="b"/>
              <a:pathLst>
                <a:path w="40940" h="28185" extrusionOk="0">
                  <a:moveTo>
                    <a:pt x="31995" y="4754"/>
                  </a:moveTo>
                  <a:lnTo>
                    <a:pt x="14850" y="372"/>
                  </a:lnTo>
                  <a:cubicBezTo>
                    <a:pt x="8469" y="-1247"/>
                    <a:pt x="1992" y="2563"/>
                    <a:pt x="372" y="8945"/>
                  </a:cubicBezTo>
                  <a:cubicBezTo>
                    <a:pt x="-1247" y="15327"/>
                    <a:pt x="2563" y="21804"/>
                    <a:pt x="8945" y="23423"/>
                  </a:cubicBezTo>
                  <a:lnTo>
                    <a:pt x="26090" y="27804"/>
                  </a:lnTo>
                  <a:cubicBezTo>
                    <a:pt x="27138" y="28090"/>
                    <a:pt x="28090" y="28185"/>
                    <a:pt x="29043" y="28185"/>
                  </a:cubicBezTo>
                  <a:cubicBezTo>
                    <a:pt x="34377" y="28185"/>
                    <a:pt x="39139" y="24661"/>
                    <a:pt x="40568" y="19232"/>
                  </a:cubicBezTo>
                  <a:cubicBezTo>
                    <a:pt x="42187" y="12850"/>
                    <a:pt x="38377" y="6373"/>
                    <a:pt x="31995" y="475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40" name="Google Shape;3840;p98"/>
            <p:cNvSpPr/>
            <p:nvPr/>
          </p:nvSpPr>
          <p:spPr>
            <a:xfrm>
              <a:off x="7538911" y="474218"/>
              <a:ext cx="31271" cy="39781"/>
            </a:xfrm>
            <a:custGeom>
              <a:avLst/>
              <a:gdLst/>
              <a:ahLst/>
              <a:cxnLst/>
              <a:rect l="l" t="t" r="r" b="b"/>
              <a:pathLst>
                <a:path w="31271" h="39781" extrusionOk="0">
                  <a:moveTo>
                    <a:pt x="24447" y="1110"/>
                  </a:moveTo>
                  <a:cubicBezTo>
                    <a:pt x="18446" y="-1652"/>
                    <a:pt x="11397" y="920"/>
                    <a:pt x="8635" y="6825"/>
                  </a:cubicBezTo>
                  <a:lnTo>
                    <a:pt x="1110" y="22827"/>
                  </a:lnTo>
                  <a:cubicBezTo>
                    <a:pt x="-1652" y="28733"/>
                    <a:pt x="920" y="35877"/>
                    <a:pt x="6825" y="38639"/>
                  </a:cubicBezTo>
                  <a:cubicBezTo>
                    <a:pt x="8445" y="39401"/>
                    <a:pt x="10159" y="39782"/>
                    <a:pt x="11874" y="39782"/>
                  </a:cubicBezTo>
                  <a:cubicBezTo>
                    <a:pt x="16350" y="39782"/>
                    <a:pt x="20637" y="37210"/>
                    <a:pt x="22637" y="32924"/>
                  </a:cubicBezTo>
                  <a:lnTo>
                    <a:pt x="30162" y="16922"/>
                  </a:lnTo>
                  <a:cubicBezTo>
                    <a:pt x="32924" y="11016"/>
                    <a:pt x="30352" y="3873"/>
                    <a:pt x="24447" y="11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41" name="Google Shape;3841;p98"/>
            <p:cNvSpPr/>
            <p:nvPr/>
          </p:nvSpPr>
          <p:spPr>
            <a:xfrm>
              <a:off x="7595809" y="524012"/>
              <a:ext cx="37490" cy="35041"/>
            </a:xfrm>
            <a:custGeom>
              <a:avLst/>
              <a:gdLst/>
              <a:ahLst/>
              <a:cxnLst/>
              <a:rect l="l" t="t" r="r" b="b"/>
              <a:pathLst>
                <a:path w="37490" h="35041" extrusionOk="0">
                  <a:moveTo>
                    <a:pt x="34700" y="4275"/>
                  </a:moveTo>
                  <a:cubicBezTo>
                    <a:pt x="30509" y="-773"/>
                    <a:pt x="22984" y="-1440"/>
                    <a:pt x="17935" y="2751"/>
                  </a:cubicBezTo>
                  <a:lnTo>
                    <a:pt x="4315" y="13991"/>
                  </a:lnTo>
                  <a:cubicBezTo>
                    <a:pt x="-734" y="18182"/>
                    <a:pt x="-1495" y="25707"/>
                    <a:pt x="2791" y="30755"/>
                  </a:cubicBezTo>
                  <a:cubicBezTo>
                    <a:pt x="5172" y="33612"/>
                    <a:pt x="8506" y="35041"/>
                    <a:pt x="11935" y="35041"/>
                  </a:cubicBezTo>
                  <a:cubicBezTo>
                    <a:pt x="14602" y="35041"/>
                    <a:pt x="17269" y="34184"/>
                    <a:pt x="19555" y="32279"/>
                  </a:cubicBezTo>
                  <a:lnTo>
                    <a:pt x="33176" y="21039"/>
                  </a:lnTo>
                  <a:cubicBezTo>
                    <a:pt x="38224" y="16848"/>
                    <a:pt x="38986" y="9324"/>
                    <a:pt x="34700" y="427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42" name="Google Shape;3842;p98"/>
            <p:cNvSpPr/>
            <p:nvPr/>
          </p:nvSpPr>
          <p:spPr>
            <a:xfrm>
              <a:off x="7628231" y="595829"/>
              <a:ext cx="40940" cy="28185"/>
            </a:xfrm>
            <a:custGeom>
              <a:avLst/>
              <a:gdLst/>
              <a:ahLst/>
              <a:cxnLst/>
              <a:rect l="l" t="t" r="r" b="b"/>
              <a:pathLst>
                <a:path w="40940" h="28185" extrusionOk="0">
                  <a:moveTo>
                    <a:pt x="372" y="19232"/>
                  </a:moveTo>
                  <a:cubicBezTo>
                    <a:pt x="1801" y="24566"/>
                    <a:pt x="6564" y="28185"/>
                    <a:pt x="11898" y="28185"/>
                  </a:cubicBezTo>
                  <a:cubicBezTo>
                    <a:pt x="12850" y="28185"/>
                    <a:pt x="13898" y="28090"/>
                    <a:pt x="14850" y="27804"/>
                  </a:cubicBezTo>
                  <a:lnTo>
                    <a:pt x="31995" y="23423"/>
                  </a:lnTo>
                  <a:cubicBezTo>
                    <a:pt x="38377" y="21804"/>
                    <a:pt x="42187" y="15327"/>
                    <a:pt x="40568" y="8945"/>
                  </a:cubicBezTo>
                  <a:cubicBezTo>
                    <a:pt x="38949" y="2563"/>
                    <a:pt x="32376" y="-1247"/>
                    <a:pt x="26090" y="372"/>
                  </a:cubicBezTo>
                  <a:lnTo>
                    <a:pt x="8945" y="4754"/>
                  </a:lnTo>
                  <a:cubicBezTo>
                    <a:pt x="2563" y="6373"/>
                    <a:pt x="-1247" y="12850"/>
                    <a:pt x="372" y="1923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43" name="Google Shape;3843;p98"/>
          <p:cNvGrpSpPr/>
          <p:nvPr/>
        </p:nvGrpSpPr>
        <p:grpSpPr>
          <a:xfrm>
            <a:off x="4426785" y="2546483"/>
            <a:ext cx="264408" cy="289696"/>
            <a:chOff x="1238313" y="1139444"/>
            <a:chExt cx="470058" cy="515015"/>
          </a:xfrm>
        </p:grpSpPr>
        <p:sp>
          <p:nvSpPr>
            <p:cNvPr id="3844" name="Google Shape;3844;p98"/>
            <p:cNvSpPr/>
            <p:nvPr/>
          </p:nvSpPr>
          <p:spPr>
            <a:xfrm>
              <a:off x="1238313" y="1139444"/>
              <a:ext cx="470058" cy="240029"/>
            </a:xfrm>
            <a:custGeom>
              <a:avLst/>
              <a:gdLst/>
              <a:ahLst/>
              <a:cxnLst/>
              <a:rect l="l" t="t" r="r" b="b"/>
              <a:pathLst>
                <a:path w="470058" h="240029" extrusionOk="0">
                  <a:moveTo>
                    <a:pt x="120015" y="240030"/>
                  </a:moveTo>
                  <a:lnTo>
                    <a:pt x="350044" y="240030"/>
                  </a:lnTo>
                  <a:cubicBezTo>
                    <a:pt x="416243" y="240030"/>
                    <a:pt x="470059" y="186214"/>
                    <a:pt x="470059" y="120015"/>
                  </a:cubicBezTo>
                  <a:cubicBezTo>
                    <a:pt x="470059" y="53816"/>
                    <a:pt x="416243" y="0"/>
                    <a:pt x="350044" y="0"/>
                  </a:cubicBezTo>
                  <a:lnTo>
                    <a:pt x="120015" y="0"/>
                  </a:lnTo>
                  <a:cubicBezTo>
                    <a:pt x="53816" y="0"/>
                    <a:pt x="0" y="53816"/>
                    <a:pt x="0" y="120015"/>
                  </a:cubicBezTo>
                  <a:cubicBezTo>
                    <a:pt x="0" y="186214"/>
                    <a:pt x="53816" y="240030"/>
                    <a:pt x="120015" y="240030"/>
                  </a:cubicBezTo>
                  <a:close/>
                  <a:moveTo>
                    <a:pt x="120015" y="38100"/>
                  </a:moveTo>
                  <a:lnTo>
                    <a:pt x="350044" y="38100"/>
                  </a:lnTo>
                  <a:cubicBezTo>
                    <a:pt x="395288" y="38100"/>
                    <a:pt x="431959" y="74771"/>
                    <a:pt x="431959" y="120015"/>
                  </a:cubicBezTo>
                  <a:cubicBezTo>
                    <a:pt x="431959" y="165259"/>
                    <a:pt x="395288" y="201930"/>
                    <a:pt x="350044" y="201930"/>
                  </a:cubicBezTo>
                  <a:lnTo>
                    <a:pt x="120015" y="201930"/>
                  </a:lnTo>
                  <a:cubicBezTo>
                    <a:pt x="74771" y="201930"/>
                    <a:pt x="38100" y="165259"/>
                    <a:pt x="38100" y="120015"/>
                  </a:cubicBezTo>
                  <a:cubicBezTo>
                    <a:pt x="38100" y="74771"/>
                    <a:pt x="74771" y="38100"/>
                    <a:pt x="120015" y="3810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45" name="Google Shape;3845;p98"/>
            <p:cNvSpPr/>
            <p:nvPr/>
          </p:nvSpPr>
          <p:spPr>
            <a:xfrm>
              <a:off x="1238313" y="1414430"/>
              <a:ext cx="470058" cy="240029"/>
            </a:xfrm>
            <a:custGeom>
              <a:avLst/>
              <a:gdLst/>
              <a:ahLst/>
              <a:cxnLst/>
              <a:rect l="l" t="t" r="r" b="b"/>
              <a:pathLst>
                <a:path w="470058" h="240029" extrusionOk="0">
                  <a:moveTo>
                    <a:pt x="350044" y="0"/>
                  </a:moveTo>
                  <a:lnTo>
                    <a:pt x="120015" y="0"/>
                  </a:lnTo>
                  <a:cubicBezTo>
                    <a:pt x="53816" y="0"/>
                    <a:pt x="0" y="53816"/>
                    <a:pt x="0" y="120015"/>
                  </a:cubicBezTo>
                  <a:cubicBezTo>
                    <a:pt x="0" y="186214"/>
                    <a:pt x="53816" y="240030"/>
                    <a:pt x="120015" y="240030"/>
                  </a:cubicBezTo>
                  <a:lnTo>
                    <a:pt x="350044" y="240030"/>
                  </a:lnTo>
                  <a:cubicBezTo>
                    <a:pt x="416243" y="240030"/>
                    <a:pt x="470059" y="186214"/>
                    <a:pt x="470059" y="120015"/>
                  </a:cubicBezTo>
                  <a:cubicBezTo>
                    <a:pt x="470059" y="53816"/>
                    <a:pt x="416243" y="0"/>
                    <a:pt x="350044" y="0"/>
                  </a:cubicBezTo>
                  <a:close/>
                  <a:moveTo>
                    <a:pt x="350044" y="201930"/>
                  </a:moveTo>
                  <a:lnTo>
                    <a:pt x="120015" y="201930"/>
                  </a:lnTo>
                  <a:cubicBezTo>
                    <a:pt x="74771" y="201930"/>
                    <a:pt x="38100" y="165259"/>
                    <a:pt x="38100" y="120015"/>
                  </a:cubicBezTo>
                  <a:cubicBezTo>
                    <a:pt x="38100" y="74771"/>
                    <a:pt x="74771" y="38100"/>
                    <a:pt x="120015" y="38100"/>
                  </a:cubicBezTo>
                  <a:lnTo>
                    <a:pt x="350044" y="38100"/>
                  </a:lnTo>
                  <a:cubicBezTo>
                    <a:pt x="395288" y="38100"/>
                    <a:pt x="431959" y="74771"/>
                    <a:pt x="431959" y="120015"/>
                  </a:cubicBezTo>
                  <a:cubicBezTo>
                    <a:pt x="431959" y="165259"/>
                    <a:pt x="395288" y="201930"/>
                    <a:pt x="350044" y="20193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46" name="Google Shape;3846;p98"/>
            <p:cNvSpPr/>
            <p:nvPr/>
          </p:nvSpPr>
          <p:spPr>
            <a:xfrm>
              <a:off x="1301178" y="1199641"/>
              <a:ext cx="119634" cy="119634"/>
            </a:xfrm>
            <a:custGeom>
              <a:avLst/>
              <a:gdLst/>
              <a:ahLst/>
              <a:cxnLst/>
              <a:rect l="l" t="t" r="r" b="b"/>
              <a:pathLst>
                <a:path w="119634" h="119634" extrusionOk="0">
                  <a:moveTo>
                    <a:pt x="59817" y="119634"/>
                  </a:moveTo>
                  <a:cubicBezTo>
                    <a:pt x="92869" y="119634"/>
                    <a:pt x="119634" y="92869"/>
                    <a:pt x="119634" y="59817"/>
                  </a:cubicBezTo>
                  <a:cubicBezTo>
                    <a:pt x="119634" y="26765"/>
                    <a:pt x="92869" y="0"/>
                    <a:pt x="59817" y="0"/>
                  </a:cubicBezTo>
                  <a:cubicBezTo>
                    <a:pt x="26765" y="0"/>
                    <a:pt x="0" y="26765"/>
                    <a:pt x="0" y="59817"/>
                  </a:cubicBezTo>
                  <a:cubicBezTo>
                    <a:pt x="0" y="92869"/>
                    <a:pt x="26765" y="119634"/>
                    <a:pt x="59817" y="119634"/>
                  </a:cubicBezTo>
                  <a:close/>
                  <a:moveTo>
                    <a:pt x="59817" y="23813"/>
                  </a:moveTo>
                  <a:cubicBezTo>
                    <a:pt x="79629" y="23813"/>
                    <a:pt x="95822" y="40005"/>
                    <a:pt x="95822" y="59817"/>
                  </a:cubicBezTo>
                  <a:cubicBezTo>
                    <a:pt x="95822" y="79629"/>
                    <a:pt x="79629" y="95822"/>
                    <a:pt x="59817" y="95822"/>
                  </a:cubicBezTo>
                  <a:cubicBezTo>
                    <a:pt x="40005" y="95822"/>
                    <a:pt x="23813" y="79629"/>
                    <a:pt x="23813" y="59817"/>
                  </a:cubicBezTo>
                  <a:cubicBezTo>
                    <a:pt x="23813" y="40005"/>
                    <a:pt x="40005" y="23813"/>
                    <a:pt x="59817"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47" name="Google Shape;3847;p98"/>
            <p:cNvSpPr/>
            <p:nvPr/>
          </p:nvSpPr>
          <p:spPr>
            <a:xfrm>
              <a:off x="1526159" y="1474628"/>
              <a:ext cx="119633" cy="119633"/>
            </a:xfrm>
            <a:custGeom>
              <a:avLst/>
              <a:gdLst/>
              <a:ahLst/>
              <a:cxnLst/>
              <a:rect l="l" t="t" r="r" b="b"/>
              <a:pathLst>
                <a:path w="119633" h="119633" extrusionOk="0">
                  <a:moveTo>
                    <a:pt x="59817" y="0"/>
                  </a:moveTo>
                  <a:cubicBezTo>
                    <a:pt x="26765" y="0"/>
                    <a:pt x="0" y="26765"/>
                    <a:pt x="0" y="59817"/>
                  </a:cubicBezTo>
                  <a:cubicBezTo>
                    <a:pt x="0" y="92869"/>
                    <a:pt x="26765" y="119634"/>
                    <a:pt x="59817" y="119634"/>
                  </a:cubicBezTo>
                  <a:cubicBezTo>
                    <a:pt x="92869" y="119634"/>
                    <a:pt x="119634" y="92869"/>
                    <a:pt x="119634" y="59817"/>
                  </a:cubicBezTo>
                  <a:cubicBezTo>
                    <a:pt x="119634" y="26765"/>
                    <a:pt x="92869" y="0"/>
                    <a:pt x="59817" y="0"/>
                  </a:cubicBezTo>
                  <a:close/>
                  <a:moveTo>
                    <a:pt x="59817" y="95821"/>
                  </a:moveTo>
                  <a:cubicBezTo>
                    <a:pt x="40005" y="95821"/>
                    <a:pt x="23813" y="79629"/>
                    <a:pt x="23813" y="59817"/>
                  </a:cubicBezTo>
                  <a:cubicBezTo>
                    <a:pt x="23813" y="40005"/>
                    <a:pt x="40005" y="23813"/>
                    <a:pt x="59817" y="23813"/>
                  </a:cubicBezTo>
                  <a:cubicBezTo>
                    <a:pt x="79629" y="23813"/>
                    <a:pt x="95821" y="40005"/>
                    <a:pt x="95821" y="59817"/>
                  </a:cubicBezTo>
                  <a:cubicBezTo>
                    <a:pt x="95821" y="79629"/>
                    <a:pt x="79629" y="95821"/>
                    <a:pt x="59817" y="9582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48" name="Google Shape;3848;p98"/>
          <p:cNvGrpSpPr/>
          <p:nvPr/>
        </p:nvGrpSpPr>
        <p:grpSpPr>
          <a:xfrm>
            <a:off x="5226992" y="1010718"/>
            <a:ext cx="255782" cy="294572"/>
            <a:chOff x="6529040" y="1160557"/>
            <a:chExt cx="454723" cy="523684"/>
          </a:xfrm>
        </p:grpSpPr>
        <p:sp>
          <p:nvSpPr>
            <p:cNvPr id="3849" name="Google Shape;3849;p98"/>
            <p:cNvSpPr/>
            <p:nvPr/>
          </p:nvSpPr>
          <p:spPr>
            <a:xfrm>
              <a:off x="6529040" y="1160557"/>
              <a:ext cx="454723" cy="523684"/>
            </a:xfrm>
            <a:custGeom>
              <a:avLst/>
              <a:gdLst/>
              <a:ahLst/>
              <a:cxnLst/>
              <a:rect l="l" t="t" r="r" b="b"/>
              <a:pathLst>
                <a:path w="454723" h="523684" extrusionOk="0">
                  <a:moveTo>
                    <a:pt x="227362" y="0"/>
                  </a:moveTo>
                  <a:cubicBezTo>
                    <a:pt x="78105" y="0"/>
                    <a:pt x="0" y="49816"/>
                    <a:pt x="0" y="99060"/>
                  </a:cubicBezTo>
                  <a:lnTo>
                    <a:pt x="0" y="424625"/>
                  </a:lnTo>
                  <a:cubicBezTo>
                    <a:pt x="0" y="473869"/>
                    <a:pt x="78105" y="523685"/>
                    <a:pt x="227362" y="523685"/>
                  </a:cubicBezTo>
                  <a:cubicBezTo>
                    <a:pt x="376618" y="523685"/>
                    <a:pt x="454724" y="473869"/>
                    <a:pt x="454724" y="424625"/>
                  </a:cubicBezTo>
                  <a:lnTo>
                    <a:pt x="454724" y="99060"/>
                  </a:lnTo>
                  <a:cubicBezTo>
                    <a:pt x="454724" y="49816"/>
                    <a:pt x="376618" y="0"/>
                    <a:pt x="227362" y="0"/>
                  </a:cubicBezTo>
                  <a:close/>
                  <a:moveTo>
                    <a:pt x="227362" y="38100"/>
                  </a:moveTo>
                  <a:cubicBezTo>
                    <a:pt x="342900" y="38100"/>
                    <a:pt x="416624" y="74200"/>
                    <a:pt x="416624" y="99060"/>
                  </a:cubicBezTo>
                  <a:cubicBezTo>
                    <a:pt x="416624" y="123920"/>
                    <a:pt x="342900" y="160020"/>
                    <a:pt x="227362" y="160020"/>
                  </a:cubicBezTo>
                  <a:cubicBezTo>
                    <a:pt x="111824" y="160020"/>
                    <a:pt x="38100" y="123920"/>
                    <a:pt x="38100" y="99060"/>
                  </a:cubicBezTo>
                  <a:cubicBezTo>
                    <a:pt x="38100" y="74200"/>
                    <a:pt x="111824" y="38100"/>
                    <a:pt x="227362" y="38100"/>
                  </a:cubicBezTo>
                  <a:close/>
                  <a:moveTo>
                    <a:pt x="227362" y="485585"/>
                  </a:moveTo>
                  <a:cubicBezTo>
                    <a:pt x="111824" y="485585"/>
                    <a:pt x="38100" y="449485"/>
                    <a:pt x="38100" y="424625"/>
                  </a:cubicBezTo>
                  <a:lnTo>
                    <a:pt x="38100" y="155734"/>
                  </a:lnTo>
                  <a:cubicBezTo>
                    <a:pt x="75057" y="180404"/>
                    <a:pt x="138494" y="198120"/>
                    <a:pt x="227362" y="198120"/>
                  </a:cubicBezTo>
                  <a:cubicBezTo>
                    <a:pt x="316230" y="198120"/>
                    <a:pt x="379667" y="180404"/>
                    <a:pt x="416624" y="155734"/>
                  </a:cubicBezTo>
                  <a:lnTo>
                    <a:pt x="416624" y="424625"/>
                  </a:lnTo>
                  <a:cubicBezTo>
                    <a:pt x="416624" y="449485"/>
                    <a:pt x="342900" y="485585"/>
                    <a:pt x="227362" y="48558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50" name="Google Shape;3850;p98"/>
            <p:cNvSpPr/>
            <p:nvPr/>
          </p:nvSpPr>
          <p:spPr>
            <a:xfrm>
              <a:off x="6654865" y="1398301"/>
              <a:ext cx="202977" cy="209550"/>
            </a:xfrm>
            <a:custGeom>
              <a:avLst/>
              <a:gdLst/>
              <a:ahLst/>
              <a:cxnLst/>
              <a:rect l="l" t="t" r="r" b="b"/>
              <a:pathLst>
                <a:path w="202977" h="209550" extrusionOk="0">
                  <a:moveTo>
                    <a:pt x="202501" y="78391"/>
                  </a:moveTo>
                  <a:cubicBezTo>
                    <a:pt x="203454" y="74771"/>
                    <a:pt x="202978" y="70961"/>
                    <a:pt x="201073" y="67723"/>
                  </a:cubicBezTo>
                  <a:lnTo>
                    <a:pt x="183356" y="37147"/>
                  </a:lnTo>
                  <a:cubicBezTo>
                    <a:pt x="179451" y="30480"/>
                    <a:pt x="170878" y="28099"/>
                    <a:pt x="164116" y="32004"/>
                  </a:cubicBezTo>
                  <a:lnTo>
                    <a:pt x="154305" y="37624"/>
                  </a:lnTo>
                  <a:cubicBezTo>
                    <a:pt x="147828" y="32576"/>
                    <a:pt x="140779" y="28480"/>
                    <a:pt x="133255" y="25432"/>
                  </a:cubicBezTo>
                  <a:lnTo>
                    <a:pt x="133255" y="14097"/>
                  </a:lnTo>
                  <a:cubicBezTo>
                    <a:pt x="133255" y="6382"/>
                    <a:pt x="126968" y="0"/>
                    <a:pt x="119158" y="0"/>
                  </a:cubicBezTo>
                  <a:lnTo>
                    <a:pt x="83820" y="0"/>
                  </a:lnTo>
                  <a:cubicBezTo>
                    <a:pt x="76105" y="0"/>
                    <a:pt x="69723" y="6286"/>
                    <a:pt x="69723" y="14097"/>
                  </a:cubicBezTo>
                  <a:lnTo>
                    <a:pt x="69723" y="25432"/>
                  </a:lnTo>
                  <a:cubicBezTo>
                    <a:pt x="62103" y="28480"/>
                    <a:pt x="55055" y="32576"/>
                    <a:pt x="48673" y="37624"/>
                  </a:cubicBezTo>
                  <a:lnTo>
                    <a:pt x="38862" y="32004"/>
                  </a:lnTo>
                  <a:cubicBezTo>
                    <a:pt x="32099" y="28099"/>
                    <a:pt x="23527" y="30480"/>
                    <a:pt x="19621" y="37147"/>
                  </a:cubicBezTo>
                  <a:lnTo>
                    <a:pt x="1905" y="67723"/>
                  </a:lnTo>
                  <a:cubicBezTo>
                    <a:pt x="0" y="70961"/>
                    <a:pt x="-476" y="74771"/>
                    <a:pt x="476" y="78391"/>
                  </a:cubicBezTo>
                  <a:cubicBezTo>
                    <a:pt x="1429" y="82010"/>
                    <a:pt x="3810" y="85058"/>
                    <a:pt x="7048" y="86963"/>
                  </a:cubicBezTo>
                  <a:lnTo>
                    <a:pt x="16859" y="92583"/>
                  </a:lnTo>
                  <a:cubicBezTo>
                    <a:pt x="16288" y="96584"/>
                    <a:pt x="16002" y="100679"/>
                    <a:pt x="16002" y="104775"/>
                  </a:cubicBezTo>
                  <a:cubicBezTo>
                    <a:pt x="16002" y="108871"/>
                    <a:pt x="16288" y="112967"/>
                    <a:pt x="16859" y="116967"/>
                  </a:cubicBezTo>
                  <a:lnTo>
                    <a:pt x="7048" y="122587"/>
                  </a:lnTo>
                  <a:cubicBezTo>
                    <a:pt x="3810" y="124396"/>
                    <a:pt x="1429" y="127540"/>
                    <a:pt x="476" y="131159"/>
                  </a:cubicBezTo>
                  <a:cubicBezTo>
                    <a:pt x="-476" y="134779"/>
                    <a:pt x="0" y="138684"/>
                    <a:pt x="1905" y="141827"/>
                  </a:cubicBezTo>
                  <a:lnTo>
                    <a:pt x="19621" y="172403"/>
                  </a:lnTo>
                  <a:cubicBezTo>
                    <a:pt x="21527" y="175641"/>
                    <a:pt x="24574" y="178022"/>
                    <a:pt x="28194" y="178975"/>
                  </a:cubicBezTo>
                  <a:cubicBezTo>
                    <a:pt x="31814" y="179927"/>
                    <a:pt x="35623" y="179451"/>
                    <a:pt x="38862" y="177546"/>
                  </a:cubicBezTo>
                  <a:lnTo>
                    <a:pt x="48673" y="171926"/>
                  </a:lnTo>
                  <a:cubicBezTo>
                    <a:pt x="55150" y="176975"/>
                    <a:pt x="62198" y="181070"/>
                    <a:pt x="69723" y="184118"/>
                  </a:cubicBezTo>
                  <a:lnTo>
                    <a:pt x="69723" y="195453"/>
                  </a:lnTo>
                  <a:cubicBezTo>
                    <a:pt x="69723" y="203168"/>
                    <a:pt x="76009" y="209550"/>
                    <a:pt x="83820" y="209550"/>
                  </a:cubicBezTo>
                  <a:lnTo>
                    <a:pt x="119158" y="209550"/>
                  </a:lnTo>
                  <a:cubicBezTo>
                    <a:pt x="126873" y="209550"/>
                    <a:pt x="133255" y="203264"/>
                    <a:pt x="133255" y="195453"/>
                  </a:cubicBezTo>
                  <a:lnTo>
                    <a:pt x="133255" y="184118"/>
                  </a:lnTo>
                  <a:cubicBezTo>
                    <a:pt x="140875" y="181070"/>
                    <a:pt x="147923" y="176975"/>
                    <a:pt x="154305" y="171926"/>
                  </a:cubicBezTo>
                  <a:lnTo>
                    <a:pt x="164116" y="177546"/>
                  </a:lnTo>
                  <a:cubicBezTo>
                    <a:pt x="167354" y="179451"/>
                    <a:pt x="171164" y="179927"/>
                    <a:pt x="174784" y="178975"/>
                  </a:cubicBezTo>
                  <a:cubicBezTo>
                    <a:pt x="178403" y="178022"/>
                    <a:pt x="181451" y="175641"/>
                    <a:pt x="183356" y="172403"/>
                  </a:cubicBezTo>
                  <a:lnTo>
                    <a:pt x="201073" y="141827"/>
                  </a:lnTo>
                  <a:cubicBezTo>
                    <a:pt x="202978" y="138684"/>
                    <a:pt x="203454" y="134779"/>
                    <a:pt x="202501" y="131159"/>
                  </a:cubicBezTo>
                  <a:cubicBezTo>
                    <a:pt x="201549" y="127540"/>
                    <a:pt x="199168" y="124492"/>
                    <a:pt x="195929" y="122587"/>
                  </a:cubicBezTo>
                  <a:lnTo>
                    <a:pt x="186119" y="116967"/>
                  </a:lnTo>
                  <a:cubicBezTo>
                    <a:pt x="186690" y="112967"/>
                    <a:pt x="186976" y="108871"/>
                    <a:pt x="186976" y="104775"/>
                  </a:cubicBezTo>
                  <a:cubicBezTo>
                    <a:pt x="186976" y="100679"/>
                    <a:pt x="186690" y="96584"/>
                    <a:pt x="186119" y="92583"/>
                  </a:cubicBezTo>
                  <a:lnTo>
                    <a:pt x="195929" y="86963"/>
                  </a:lnTo>
                  <a:cubicBezTo>
                    <a:pt x="199168" y="85154"/>
                    <a:pt x="201549" y="82010"/>
                    <a:pt x="202501" y="78391"/>
                  </a:cubicBezTo>
                  <a:close/>
                  <a:moveTo>
                    <a:pt x="174689" y="82677"/>
                  </a:moveTo>
                  <a:cubicBezTo>
                    <a:pt x="172022" y="84201"/>
                    <a:pt x="170688" y="87249"/>
                    <a:pt x="171260" y="90297"/>
                  </a:cubicBezTo>
                  <a:cubicBezTo>
                    <a:pt x="172212" y="95060"/>
                    <a:pt x="172688" y="99917"/>
                    <a:pt x="172688" y="104775"/>
                  </a:cubicBezTo>
                  <a:cubicBezTo>
                    <a:pt x="172688" y="109633"/>
                    <a:pt x="172212" y="114491"/>
                    <a:pt x="171260" y="119253"/>
                  </a:cubicBezTo>
                  <a:cubicBezTo>
                    <a:pt x="170593" y="122301"/>
                    <a:pt x="172022" y="125349"/>
                    <a:pt x="174689" y="126873"/>
                  </a:cubicBezTo>
                  <a:lnTo>
                    <a:pt x="188690" y="134684"/>
                  </a:lnTo>
                  <a:lnTo>
                    <a:pt x="171355" y="165259"/>
                  </a:lnTo>
                  <a:lnTo>
                    <a:pt x="157258" y="157067"/>
                  </a:lnTo>
                  <a:cubicBezTo>
                    <a:pt x="154591" y="155543"/>
                    <a:pt x="151257" y="155829"/>
                    <a:pt x="148971" y="157925"/>
                  </a:cubicBezTo>
                  <a:cubicBezTo>
                    <a:pt x="141637" y="164402"/>
                    <a:pt x="133255" y="169259"/>
                    <a:pt x="124016" y="172307"/>
                  </a:cubicBezTo>
                  <a:cubicBezTo>
                    <a:pt x="121063" y="173260"/>
                    <a:pt x="119158" y="176022"/>
                    <a:pt x="119158" y="179070"/>
                  </a:cubicBezTo>
                  <a:lnTo>
                    <a:pt x="119348" y="195167"/>
                  </a:lnTo>
                  <a:lnTo>
                    <a:pt x="84201" y="195358"/>
                  </a:lnTo>
                  <a:lnTo>
                    <a:pt x="84201" y="179070"/>
                  </a:lnTo>
                  <a:cubicBezTo>
                    <a:pt x="84201" y="176022"/>
                    <a:pt x="82201" y="173260"/>
                    <a:pt x="79343" y="172307"/>
                  </a:cubicBezTo>
                  <a:cubicBezTo>
                    <a:pt x="70104" y="169259"/>
                    <a:pt x="61722" y="164402"/>
                    <a:pt x="54388" y="157925"/>
                  </a:cubicBezTo>
                  <a:cubicBezTo>
                    <a:pt x="53054" y="156686"/>
                    <a:pt x="51340" y="156115"/>
                    <a:pt x="49625" y="156115"/>
                  </a:cubicBezTo>
                  <a:cubicBezTo>
                    <a:pt x="48387" y="156115"/>
                    <a:pt x="47149" y="156401"/>
                    <a:pt x="46006" y="157067"/>
                  </a:cubicBezTo>
                  <a:lnTo>
                    <a:pt x="32194" y="165259"/>
                  </a:lnTo>
                  <a:lnTo>
                    <a:pt x="14383" y="134969"/>
                  </a:lnTo>
                  <a:lnTo>
                    <a:pt x="28480" y="126778"/>
                  </a:lnTo>
                  <a:cubicBezTo>
                    <a:pt x="31147" y="125254"/>
                    <a:pt x="32480" y="122206"/>
                    <a:pt x="31909" y="119158"/>
                  </a:cubicBezTo>
                  <a:cubicBezTo>
                    <a:pt x="30956" y="114395"/>
                    <a:pt x="30480" y="109538"/>
                    <a:pt x="30480" y="104680"/>
                  </a:cubicBezTo>
                  <a:cubicBezTo>
                    <a:pt x="30480" y="99822"/>
                    <a:pt x="30956" y="94964"/>
                    <a:pt x="31909" y="90297"/>
                  </a:cubicBezTo>
                  <a:cubicBezTo>
                    <a:pt x="32576" y="87249"/>
                    <a:pt x="31147" y="84201"/>
                    <a:pt x="28480" y="82677"/>
                  </a:cubicBezTo>
                  <a:lnTo>
                    <a:pt x="14478" y="74867"/>
                  </a:lnTo>
                  <a:lnTo>
                    <a:pt x="31814" y="44291"/>
                  </a:lnTo>
                  <a:lnTo>
                    <a:pt x="45910" y="52483"/>
                  </a:lnTo>
                  <a:cubicBezTo>
                    <a:pt x="48578" y="54007"/>
                    <a:pt x="51911" y="53721"/>
                    <a:pt x="54197" y="51626"/>
                  </a:cubicBezTo>
                  <a:cubicBezTo>
                    <a:pt x="61531" y="45148"/>
                    <a:pt x="69914" y="40291"/>
                    <a:pt x="79153" y="37147"/>
                  </a:cubicBezTo>
                  <a:cubicBezTo>
                    <a:pt x="82105" y="36195"/>
                    <a:pt x="84010" y="33433"/>
                    <a:pt x="84010" y="30385"/>
                  </a:cubicBezTo>
                  <a:lnTo>
                    <a:pt x="83820" y="14288"/>
                  </a:lnTo>
                  <a:lnTo>
                    <a:pt x="118967" y="14097"/>
                  </a:lnTo>
                  <a:lnTo>
                    <a:pt x="118967" y="30385"/>
                  </a:lnTo>
                  <a:cubicBezTo>
                    <a:pt x="118967" y="33433"/>
                    <a:pt x="120968" y="36195"/>
                    <a:pt x="123825" y="37147"/>
                  </a:cubicBezTo>
                  <a:cubicBezTo>
                    <a:pt x="133064" y="40195"/>
                    <a:pt x="141446" y="45053"/>
                    <a:pt x="148780" y="51626"/>
                  </a:cubicBezTo>
                  <a:cubicBezTo>
                    <a:pt x="151067" y="53721"/>
                    <a:pt x="154400" y="54007"/>
                    <a:pt x="157067" y="52483"/>
                  </a:cubicBezTo>
                  <a:lnTo>
                    <a:pt x="170878" y="44196"/>
                  </a:lnTo>
                  <a:lnTo>
                    <a:pt x="188690" y="74486"/>
                  </a:lnTo>
                  <a:lnTo>
                    <a:pt x="174593" y="8267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51" name="Google Shape;3851;p98"/>
            <p:cNvSpPr/>
            <p:nvPr/>
          </p:nvSpPr>
          <p:spPr>
            <a:xfrm>
              <a:off x="6714492" y="1461166"/>
              <a:ext cx="82105" cy="82105"/>
            </a:xfrm>
            <a:custGeom>
              <a:avLst/>
              <a:gdLst/>
              <a:ahLst/>
              <a:cxnLst/>
              <a:rect l="l" t="t" r="r" b="b"/>
              <a:pathLst>
                <a:path w="82105" h="82105" extrusionOk="0">
                  <a:moveTo>
                    <a:pt x="41053" y="0"/>
                  </a:moveTo>
                  <a:cubicBezTo>
                    <a:pt x="18383" y="0"/>
                    <a:pt x="0" y="18383"/>
                    <a:pt x="0" y="41053"/>
                  </a:cubicBezTo>
                  <a:cubicBezTo>
                    <a:pt x="0" y="63722"/>
                    <a:pt x="18383" y="82105"/>
                    <a:pt x="41053" y="82105"/>
                  </a:cubicBezTo>
                  <a:cubicBezTo>
                    <a:pt x="63722" y="82105"/>
                    <a:pt x="82106" y="63722"/>
                    <a:pt x="82106" y="41053"/>
                  </a:cubicBezTo>
                  <a:cubicBezTo>
                    <a:pt x="82106" y="18383"/>
                    <a:pt x="63722" y="0"/>
                    <a:pt x="41053" y="0"/>
                  </a:cubicBezTo>
                  <a:close/>
                  <a:moveTo>
                    <a:pt x="41053" y="67818"/>
                  </a:moveTo>
                  <a:cubicBezTo>
                    <a:pt x="26289" y="67818"/>
                    <a:pt x="14288" y="55817"/>
                    <a:pt x="14288" y="41053"/>
                  </a:cubicBezTo>
                  <a:cubicBezTo>
                    <a:pt x="14288" y="26289"/>
                    <a:pt x="26289" y="14288"/>
                    <a:pt x="41053" y="14288"/>
                  </a:cubicBezTo>
                  <a:cubicBezTo>
                    <a:pt x="55816" y="14288"/>
                    <a:pt x="67818" y="26289"/>
                    <a:pt x="67818" y="41053"/>
                  </a:cubicBezTo>
                  <a:cubicBezTo>
                    <a:pt x="67818" y="55817"/>
                    <a:pt x="55816" y="67818"/>
                    <a:pt x="41053" y="6781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52" name="Google Shape;3852;p98"/>
          <p:cNvGrpSpPr/>
          <p:nvPr/>
        </p:nvGrpSpPr>
        <p:grpSpPr>
          <a:xfrm>
            <a:off x="6795415" y="4102903"/>
            <a:ext cx="285161" cy="296876"/>
            <a:chOff x="7207504" y="1157604"/>
            <a:chExt cx="506953" cy="527780"/>
          </a:xfrm>
        </p:grpSpPr>
        <p:sp>
          <p:nvSpPr>
            <p:cNvPr id="3853" name="Google Shape;3853;p98"/>
            <p:cNvSpPr/>
            <p:nvPr/>
          </p:nvSpPr>
          <p:spPr>
            <a:xfrm>
              <a:off x="7464202" y="1157604"/>
              <a:ext cx="77628" cy="162115"/>
            </a:xfrm>
            <a:custGeom>
              <a:avLst/>
              <a:gdLst/>
              <a:ahLst/>
              <a:cxnLst/>
              <a:rect l="l" t="t" r="r" b="b"/>
              <a:pathLst>
                <a:path w="77628" h="162115" extrusionOk="0">
                  <a:moveTo>
                    <a:pt x="38862" y="121825"/>
                  </a:moveTo>
                  <a:cubicBezTo>
                    <a:pt x="33242" y="121825"/>
                    <a:pt x="23813" y="120491"/>
                    <a:pt x="23813" y="111347"/>
                  </a:cubicBezTo>
                  <a:cubicBezTo>
                    <a:pt x="23813" y="104775"/>
                    <a:pt x="18478" y="99441"/>
                    <a:pt x="11906" y="99441"/>
                  </a:cubicBezTo>
                  <a:cubicBezTo>
                    <a:pt x="5334" y="99441"/>
                    <a:pt x="0" y="104775"/>
                    <a:pt x="0" y="111347"/>
                  </a:cubicBezTo>
                  <a:cubicBezTo>
                    <a:pt x="0" y="128588"/>
                    <a:pt x="11620" y="141256"/>
                    <a:pt x="29242" y="144685"/>
                  </a:cubicBezTo>
                  <a:lnTo>
                    <a:pt x="29242" y="150209"/>
                  </a:lnTo>
                  <a:cubicBezTo>
                    <a:pt x="29242" y="156782"/>
                    <a:pt x="34576" y="162116"/>
                    <a:pt x="41148" y="162116"/>
                  </a:cubicBezTo>
                  <a:cubicBezTo>
                    <a:pt x="47720" y="162116"/>
                    <a:pt x="53054" y="156782"/>
                    <a:pt x="53054" y="150209"/>
                  </a:cubicBezTo>
                  <a:lnTo>
                    <a:pt x="53054" y="143542"/>
                  </a:lnTo>
                  <a:cubicBezTo>
                    <a:pt x="68008" y="138970"/>
                    <a:pt x="77629" y="127064"/>
                    <a:pt x="77629" y="111347"/>
                  </a:cubicBezTo>
                  <a:cubicBezTo>
                    <a:pt x="77629" y="90297"/>
                    <a:pt x="64103" y="83630"/>
                    <a:pt x="48387" y="75914"/>
                  </a:cubicBezTo>
                  <a:lnTo>
                    <a:pt x="39719" y="71628"/>
                  </a:lnTo>
                  <a:cubicBezTo>
                    <a:pt x="23813" y="63722"/>
                    <a:pt x="23813" y="62960"/>
                    <a:pt x="23813" y="57531"/>
                  </a:cubicBezTo>
                  <a:cubicBezTo>
                    <a:pt x="23813" y="48197"/>
                    <a:pt x="33242" y="46863"/>
                    <a:pt x="38862" y="46863"/>
                  </a:cubicBezTo>
                  <a:cubicBezTo>
                    <a:pt x="44482" y="46863"/>
                    <a:pt x="53435" y="48292"/>
                    <a:pt x="53435" y="57531"/>
                  </a:cubicBezTo>
                  <a:cubicBezTo>
                    <a:pt x="53435" y="64103"/>
                    <a:pt x="58769" y="69437"/>
                    <a:pt x="65341" y="69437"/>
                  </a:cubicBezTo>
                  <a:cubicBezTo>
                    <a:pt x="71914" y="69437"/>
                    <a:pt x="77248" y="64103"/>
                    <a:pt x="77248" y="57531"/>
                  </a:cubicBezTo>
                  <a:cubicBezTo>
                    <a:pt x="77248" y="41243"/>
                    <a:pt x="66961" y="28956"/>
                    <a:pt x="51244" y="24765"/>
                  </a:cubicBezTo>
                  <a:lnTo>
                    <a:pt x="51244" y="11906"/>
                  </a:lnTo>
                  <a:cubicBezTo>
                    <a:pt x="51244" y="5334"/>
                    <a:pt x="45910" y="0"/>
                    <a:pt x="39338" y="0"/>
                  </a:cubicBezTo>
                  <a:cubicBezTo>
                    <a:pt x="32766" y="0"/>
                    <a:pt x="27432" y="5334"/>
                    <a:pt x="27432" y="11906"/>
                  </a:cubicBezTo>
                  <a:lnTo>
                    <a:pt x="27432" y="24479"/>
                  </a:lnTo>
                  <a:cubicBezTo>
                    <a:pt x="10858" y="28385"/>
                    <a:pt x="0" y="40862"/>
                    <a:pt x="0" y="57531"/>
                  </a:cubicBezTo>
                  <a:cubicBezTo>
                    <a:pt x="0" y="78581"/>
                    <a:pt x="13525" y="85249"/>
                    <a:pt x="29242" y="92964"/>
                  </a:cubicBezTo>
                  <a:lnTo>
                    <a:pt x="37909" y="97250"/>
                  </a:lnTo>
                  <a:cubicBezTo>
                    <a:pt x="53816" y="105156"/>
                    <a:pt x="53816" y="105918"/>
                    <a:pt x="53816" y="111347"/>
                  </a:cubicBezTo>
                  <a:cubicBezTo>
                    <a:pt x="53816" y="120491"/>
                    <a:pt x="44387" y="121825"/>
                    <a:pt x="38862" y="1218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54" name="Google Shape;3854;p98"/>
            <p:cNvSpPr/>
            <p:nvPr/>
          </p:nvSpPr>
          <p:spPr>
            <a:xfrm>
              <a:off x="7207504" y="1288192"/>
              <a:ext cx="506953" cy="280035"/>
            </a:xfrm>
            <a:custGeom>
              <a:avLst/>
              <a:gdLst/>
              <a:ahLst/>
              <a:cxnLst/>
              <a:rect l="l" t="t" r="r" b="b"/>
              <a:pathLst>
                <a:path w="506953" h="280035" extrusionOk="0">
                  <a:moveTo>
                    <a:pt x="503587" y="62770"/>
                  </a:moveTo>
                  <a:cubicBezTo>
                    <a:pt x="500063" y="57626"/>
                    <a:pt x="494157" y="54483"/>
                    <a:pt x="487871" y="54483"/>
                  </a:cubicBezTo>
                  <a:lnTo>
                    <a:pt x="170117" y="54483"/>
                  </a:lnTo>
                  <a:cubicBezTo>
                    <a:pt x="159639" y="54483"/>
                    <a:pt x="151067" y="63056"/>
                    <a:pt x="151067" y="73533"/>
                  </a:cubicBezTo>
                  <a:cubicBezTo>
                    <a:pt x="151067" y="84011"/>
                    <a:pt x="159639" y="92583"/>
                    <a:pt x="170117" y="92583"/>
                  </a:cubicBezTo>
                  <a:lnTo>
                    <a:pt x="460248" y="92583"/>
                  </a:lnTo>
                  <a:lnTo>
                    <a:pt x="402908" y="241935"/>
                  </a:lnTo>
                  <a:lnTo>
                    <a:pt x="187166" y="241935"/>
                  </a:lnTo>
                  <a:lnTo>
                    <a:pt x="97822" y="12192"/>
                  </a:lnTo>
                  <a:cubicBezTo>
                    <a:pt x="94964" y="4858"/>
                    <a:pt x="87916" y="0"/>
                    <a:pt x="80105" y="0"/>
                  </a:cubicBezTo>
                  <a:lnTo>
                    <a:pt x="19050" y="0"/>
                  </a:lnTo>
                  <a:cubicBezTo>
                    <a:pt x="8573" y="0"/>
                    <a:pt x="0" y="8572"/>
                    <a:pt x="0" y="19050"/>
                  </a:cubicBezTo>
                  <a:lnTo>
                    <a:pt x="0" y="52007"/>
                  </a:lnTo>
                  <a:cubicBezTo>
                    <a:pt x="0" y="62484"/>
                    <a:pt x="8573" y="71057"/>
                    <a:pt x="19050" y="71057"/>
                  </a:cubicBezTo>
                  <a:cubicBezTo>
                    <a:pt x="29528" y="71057"/>
                    <a:pt x="38100" y="62484"/>
                    <a:pt x="38100" y="52007"/>
                  </a:cubicBezTo>
                  <a:lnTo>
                    <a:pt x="38100" y="38100"/>
                  </a:lnTo>
                  <a:lnTo>
                    <a:pt x="67056" y="38100"/>
                  </a:lnTo>
                  <a:lnTo>
                    <a:pt x="156401" y="267843"/>
                  </a:lnTo>
                  <a:cubicBezTo>
                    <a:pt x="159258" y="275177"/>
                    <a:pt x="166307" y="280035"/>
                    <a:pt x="174117" y="280035"/>
                  </a:cubicBezTo>
                  <a:lnTo>
                    <a:pt x="415957" y="280035"/>
                  </a:lnTo>
                  <a:cubicBezTo>
                    <a:pt x="423863" y="280035"/>
                    <a:pt x="430911" y="275177"/>
                    <a:pt x="433769" y="267843"/>
                  </a:cubicBezTo>
                  <a:lnTo>
                    <a:pt x="505682" y="80391"/>
                  </a:lnTo>
                  <a:cubicBezTo>
                    <a:pt x="507968" y="74581"/>
                    <a:pt x="507111" y="67913"/>
                    <a:pt x="503587" y="6277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55" name="Google Shape;3855;p98"/>
            <p:cNvSpPr/>
            <p:nvPr/>
          </p:nvSpPr>
          <p:spPr>
            <a:xfrm>
              <a:off x="7388383" y="1584039"/>
              <a:ext cx="101346" cy="101345"/>
            </a:xfrm>
            <a:custGeom>
              <a:avLst/>
              <a:gdLst/>
              <a:ahLst/>
              <a:cxnLst/>
              <a:rect l="l" t="t" r="r" b="b"/>
              <a:pathLst>
                <a:path w="101346" h="101345" extrusionOk="0">
                  <a:moveTo>
                    <a:pt x="50673" y="0"/>
                  </a:moveTo>
                  <a:cubicBezTo>
                    <a:pt x="22765" y="0"/>
                    <a:pt x="0" y="22765"/>
                    <a:pt x="0" y="50673"/>
                  </a:cubicBezTo>
                  <a:cubicBezTo>
                    <a:pt x="0" y="78581"/>
                    <a:pt x="22765" y="101346"/>
                    <a:pt x="50673" y="101346"/>
                  </a:cubicBezTo>
                  <a:cubicBezTo>
                    <a:pt x="78581" y="101346"/>
                    <a:pt x="101346" y="78581"/>
                    <a:pt x="101346" y="50673"/>
                  </a:cubicBezTo>
                  <a:cubicBezTo>
                    <a:pt x="101346" y="22765"/>
                    <a:pt x="78581" y="0"/>
                    <a:pt x="50673" y="0"/>
                  </a:cubicBezTo>
                  <a:close/>
                  <a:moveTo>
                    <a:pt x="50673" y="77533"/>
                  </a:moveTo>
                  <a:cubicBezTo>
                    <a:pt x="35814" y="77533"/>
                    <a:pt x="23813" y="65532"/>
                    <a:pt x="23813" y="50673"/>
                  </a:cubicBezTo>
                  <a:cubicBezTo>
                    <a:pt x="23813" y="35814"/>
                    <a:pt x="35814" y="23813"/>
                    <a:pt x="50673" y="23813"/>
                  </a:cubicBezTo>
                  <a:cubicBezTo>
                    <a:pt x="65532" y="23813"/>
                    <a:pt x="77534" y="35814"/>
                    <a:pt x="77534" y="50673"/>
                  </a:cubicBezTo>
                  <a:cubicBezTo>
                    <a:pt x="77534" y="65532"/>
                    <a:pt x="65532" y="77533"/>
                    <a:pt x="50673" y="7753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56" name="Google Shape;3856;p98"/>
            <p:cNvSpPr/>
            <p:nvPr/>
          </p:nvSpPr>
          <p:spPr>
            <a:xfrm>
              <a:off x="7515352" y="1583086"/>
              <a:ext cx="101345" cy="101345"/>
            </a:xfrm>
            <a:custGeom>
              <a:avLst/>
              <a:gdLst/>
              <a:ahLst/>
              <a:cxnLst/>
              <a:rect l="l" t="t" r="r" b="b"/>
              <a:pathLst>
                <a:path w="101345" h="101345" extrusionOk="0">
                  <a:moveTo>
                    <a:pt x="50673" y="0"/>
                  </a:moveTo>
                  <a:cubicBezTo>
                    <a:pt x="26765" y="0"/>
                    <a:pt x="0" y="21717"/>
                    <a:pt x="0" y="50673"/>
                  </a:cubicBezTo>
                  <a:cubicBezTo>
                    <a:pt x="0" y="79629"/>
                    <a:pt x="22765" y="101346"/>
                    <a:pt x="50673" y="101346"/>
                  </a:cubicBezTo>
                  <a:cubicBezTo>
                    <a:pt x="78581" y="101346"/>
                    <a:pt x="101346" y="78581"/>
                    <a:pt x="101346" y="50673"/>
                  </a:cubicBezTo>
                  <a:cubicBezTo>
                    <a:pt x="101346" y="22765"/>
                    <a:pt x="78581" y="0"/>
                    <a:pt x="50673" y="0"/>
                  </a:cubicBezTo>
                  <a:close/>
                  <a:moveTo>
                    <a:pt x="50673" y="77533"/>
                  </a:moveTo>
                  <a:cubicBezTo>
                    <a:pt x="35814" y="77533"/>
                    <a:pt x="23813" y="65532"/>
                    <a:pt x="23813" y="50673"/>
                  </a:cubicBezTo>
                  <a:cubicBezTo>
                    <a:pt x="23813" y="38386"/>
                    <a:pt x="35814" y="23813"/>
                    <a:pt x="50673" y="23813"/>
                  </a:cubicBezTo>
                  <a:cubicBezTo>
                    <a:pt x="65532" y="23813"/>
                    <a:pt x="77533" y="35814"/>
                    <a:pt x="77533" y="50673"/>
                  </a:cubicBezTo>
                  <a:cubicBezTo>
                    <a:pt x="77533" y="65532"/>
                    <a:pt x="65437" y="77533"/>
                    <a:pt x="50673" y="7753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57" name="Google Shape;3857;p98"/>
            <p:cNvSpPr/>
            <p:nvPr/>
          </p:nvSpPr>
          <p:spPr>
            <a:xfrm>
              <a:off x="7417816" y="1483074"/>
              <a:ext cx="176974" cy="23812"/>
            </a:xfrm>
            <a:custGeom>
              <a:avLst/>
              <a:gdLst/>
              <a:ahLst/>
              <a:cxnLst/>
              <a:rect l="l" t="t" r="r" b="b"/>
              <a:pathLst>
                <a:path w="176974" h="23812" extrusionOk="0">
                  <a:moveTo>
                    <a:pt x="11906" y="0"/>
                  </a:moveTo>
                  <a:cubicBezTo>
                    <a:pt x="5334" y="0"/>
                    <a:pt x="0" y="5334"/>
                    <a:pt x="0" y="11906"/>
                  </a:cubicBezTo>
                  <a:cubicBezTo>
                    <a:pt x="0" y="18479"/>
                    <a:pt x="5334" y="23813"/>
                    <a:pt x="11906" y="23813"/>
                  </a:cubicBezTo>
                  <a:lnTo>
                    <a:pt x="165068" y="23813"/>
                  </a:lnTo>
                  <a:cubicBezTo>
                    <a:pt x="171640" y="23813"/>
                    <a:pt x="176975" y="18479"/>
                    <a:pt x="176975" y="11906"/>
                  </a:cubicBezTo>
                  <a:cubicBezTo>
                    <a:pt x="176975" y="5334"/>
                    <a:pt x="171640" y="0"/>
                    <a:pt x="165068" y="0"/>
                  </a:cubicBezTo>
                  <a:lnTo>
                    <a:pt x="11906"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58" name="Google Shape;3858;p98"/>
            <p:cNvSpPr/>
            <p:nvPr/>
          </p:nvSpPr>
          <p:spPr>
            <a:xfrm>
              <a:off x="7401623" y="1441640"/>
              <a:ext cx="208978" cy="23812"/>
            </a:xfrm>
            <a:custGeom>
              <a:avLst/>
              <a:gdLst/>
              <a:ahLst/>
              <a:cxnLst/>
              <a:rect l="l" t="t" r="r" b="b"/>
              <a:pathLst>
                <a:path w="208978" h="23812" extrusionOk="0">
                  <a:moveTo>
                    <a:pt x="208979" y="11906"/>
                  </a:moveTo>
                  <a:cubicBezTo>
                    <a:pt x="208979" y="5334"/>
                    <a:pt x="203644" y="0"/>
                    <a:pt x="197072" y="0"/>
                  </a:cubicBezTo>
                  <a:lnTo>
                    <a:pt x="11906" y="0"/>
                  </a:lnTo>
                  <a:cubicBezTo>
                    <a:pt x="5334" y="0"/>
                    <a:pt x="0" y="5334"/>
                    <a:pt x="0" y="11906"/>
                  </a:cubicBezTo>
                  <a:cubicBezTo>
                    <a:pt x="0" y="18478"/>
                    <a:pt x="5334" y="23813"/>
                    <a:pt x="11906" y="23813"/>
                  </a:cubicBezTo>
                  <a:lnTo>
                    <a:pt x="197072" y="23813"/>
                  </a:lnTo>
                  <a:cubicBezTo>
                    <a:pt x="203644" y="23813"/>
                    <a:pt x="208979" y="18478"/>
                    <a:pt x="208979"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59" name="Google Shape;3859;p98"/>
            <p:cNvSpPr/>
            <p:nvPr/>
          </p:nvSpPr>
          <p:spPr>
            <a:xfrm>
              <a:off x="7385621" y="1400302"/>
              <a:ext cx="242601" cy="23812"/>
            </a:xfrm>
            <a:custGeom>
              <a:avLst/>
              <a:gdLst/>
              <a:ahLst/>
              <a:cxnLst/>
              <a:rect l="l" t="t" r="r" b="b"/>
              <a:pathLst>
                <a:path w="242601" h="23812" extrusionOk="0">
                  <a:moveTo>
                    <a:pt x="242602" y="11906"/>
                  </a:moveTo>
                  <a:cubicBezTo>
                    <a:pt x="242602" y="5334"/>
                    <a:pt x="237268" y="0"/>
                    <a:pt x="230696" y="0"/>
                  </a:cubicBezTo>
                  <a:lnTo>
                    <a:pt x="11906" y="0"/>
                  </a:lnTo>
                  <a:cubicBezTo>
                    <a:pt x="5334" y="0"/>
                    <a:pt x="0" y="5334"/>
                    <a:pt x="0" y="11906"/>
                  </a:cubicBezTo>
                  <a:cubicBezTo>
                    <a:pt x="0" y="18479"/>
                    <a:pt x="5334" y="23813"/>
                    <a:pt x="11906" y="23813"/>
                  </a:cubicBezTo>
                  <a:lnTo>
                    <a:pt x="230696" y="23813"/>
                  </a:lnTo>
                  <a:cubicBezTo>
                    <a:pt x="237268" y="23813"/>
                    <a:pt x="242602" y="18479"/>
                    <a:pt x="242602"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60" name="Google Shape;3860;p98"/>
          <p:cNvGrpSpPr/>
          <p:nvPr/>
        </p:nvGrpSpPr>
        <p:grpSpPr>
          <a:xfrm>
            <a:off x="6784400" y="3328446"/>
            <a:ext cx="301639" cy="289803"/>
            <a:chOff x="507533" y="1952244"/>
            <a:chExt cx="536247" cy="515206"/>
          </a:xfrm>
        </p:grpSpPr>
        <p:sp>
          <p:nvSpPr>
            <p:cNvPr id="3861" name="Google Shape;3861;p98"/>
            <p:cNvSpPr/>
            <p:nvPr/>
          </p:nvSpPr>
          <p:spPr>
            <a:xfrm>
              <a:off x="742981" y="2230999"/>
              <a:ext cx="59866" cy="65382"/>
            </a:xfrm>
            <a:custGeom>
              <a:avLst/>
              <a:gdLst/>
              <a:ahLst/>
              <a:cxnLst/>
              <a:rect l="l" t="t" r="r" b="b"/>
              <a:pathLst>
                <a:path w="59866" h="65382" extrusionOk="0">
                  <a:moveTo>
                    <a:pt x="54388" y="23091"/>
                  </a:moveTo>
                  <a:lnTo>
                    <a:pt x="16669" y="1470"/>
                  </a:lnTo>
                  <a:cubicBezTo>
                    <a:pt x="14668" y="327"/>
                    <a:pt x="12382" y="-150"/>
                    <a:pt x="10287" y="41"/>
                  </a:cubicBezTo>
                  <a:cubicBezTo>
                    <a:pt x="4572" y="422"/>
                    <a:pt x="0" y="5184"/>
                    <a:pt x="0" y="10995"/>
                  </a:cubicBezTo>
                  <a:lnTo>
                    <a:pt x="0" y="54333"/>
                  </a:lnTo>
                  <a:cubicBezTo>
                    <a:pt x="0" y="60429"/>
                    <a:pt x="4953" y="65382"/>
                    <a:pt x="11049" y="65382"/>
                  </a:cubicBezTo>
                  <a:cubicBezTo>
                    <a:pt x="17145" y="65382"/>
                    <a:pt x="22193" y="60429"/>
                    <a:pt x="22193" y="54333"/>
                  </a:cubicBezTo>
                  <a:lnTo>
                    <a:pt x="22193" y="30140"/>
                  </a:lnTo>
                  <a:lnTo>
                    <a:pt x="43243" y="42237"/>
                  </a:lnTo>
                  <a:cubicBezTo>
                    <a:pt x="48578" y="45285"/>
                    <a:pt x="55340" y="43475"/>
                    <a:pt x="58388" y="38236"/>
                  </a:cubicBezTo>
                  <a:cubicBezTo>
                    <a:pt x="61436" y="32997"/>
                    <a:pt x="59627" y="26139"/>
                    <a:pt x="54292" y="2309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62" name="Google Shape;3862;p98"/>
            <p:cNvSpPr/>
            <p:nvPr/>
          </p:nvSpPr>
          <p:spPr>
            <a:xfrm>
              <a:off x="743077" y="2118741"/>
              <a:ext cx="59866" cy="65436"/>
            </a:xfrm>
            <a:custGeom>
              <a:avLst/>
              <a:gdLst/>
              <a:ahLst/>
              <a:cxnLst/>
              <a:rect l="l" t="t" r="r" b="b"/>
              <a:pathLst>
                <a:path w="59866" h="65436" extrusionOk="0">
                  <a:moveTo>
                    <a:pt x="10192" y="65246"/>
                  </a:moveTo>
                  <a:cubicBezTo>
                    <a:pt x="12382" y="65437"/>
                    <a:pt x="14573" y="64960"/>
                    <a:pt x="16573" y="63817"/>
                  </a:cubicBezTo>
                  <a:lnTo>
                    <a:pt x="54293" y="42196"/>
                  </a:lnTo>
                  <a:cubicBezTo>
                    <a:pt x="59626" y="39148"/>
                    <a:pt x="61436" y="32385"/>
                    <a:pt x="58388" y="27146"/>
                  </a:cubicBezTo>
                  <a:cubicBezTo>
                    <a:pt x="55340" y="21907"/>
                    <a:pt x="48577" y="20098"/>
                    <a:pt x="43244" y="23146"/>
                  </a:cubicBezTo>
                  <a:lnTo>
                    <a:pt x="22193" y="35242"/>
                  </a:lnTo>
                  <a:lnTo>
                    <a:pt x="22193" y="11049"/>
                  </a:lnTo>
                  <a:cubicBezTo>
                    <a:pt x="22193" y="4953"/>
                    <a:pt x="17240" y="0"/>
                    <a:pt x="11049" y="0"/>
                  </a:cubicBezTo>
                  <a:cubicBezTo>
                    <a:pt x="4858" y="0"/>
                    <a:pt x="0" y="4953"/>
                    <a:pt x="0" y="11049"/>
                  </a:cubicBezTo>
                  <a:lnTo>
                    <a:pt x="0" y="54388"/>
                  </a:lnTo>
                  <a:cubicBezTo>
                    <a:pt x="0" y="60198"/>
                    <a:pt x="4477" y="64960"/>
                    <a:pt x="10287" y="6543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63" name="Google Shape;3863;p98"/>
            <p:cNvSpPr/>
            <p:nvPr/>
          </p:nvSpPr>
          <p:spPr>
            <a:xfrm>
              <a:off x="713168" y="2186844"/>
              <a:ext cx="41433" cy="41243"/>
            </a:xfrm>
            <a:custGeom>
              <a:avLst/>
              <a:gdLst/>
              <a:ahLst/>
              <a:cxnLst/>
              <a:rect l="l" t="t" r="r" b="b"/>
              <a:pathLst>
                <a:path w="41433" h="41243" extrusionOk="0">
                  <a:moveTo>
                    <a:pt x="0" y="18383"/>
                  </a:moveTo>
                  <a:lnTo>
                    <a:pt x="0" y="22955"/>
                  </a:lnTo>
                  <a:cubicBezTo>
                    <a:pt x="0" y="23622"/>
                    <a:pt x="381" y="24479"/>
                    <a:pt x="857" y="24860"/>
                  </a:cubicBezTo>
                  <a:lnTo>
                    <a:pt x="16478" y="40386"/>
                  </a:lnTo>
                  <a:cubicBezTo>
                    <a:pt x="16478" y="40386"/>
                    <a:pt x="17812" y="41243"/>
                    <a:pt x="18478" y="41243"/>
                  </a:cubicBezTo>
                  <a:lnTo>
                    <a:pt x="23050" y="41243"/>
                  </a:lnTo>
                  <a:cubicBezTo>
                    <a:pt x="23717" y="41243"/>
                    <a:pt x="24575" y="40862"/>
                    <a:pt x="25051" y="40386"/>
                  </a:cubicBezTo>
                  <a:lnTo>
                    <a:pt x="40672" y="24860"/>
                  </a:lnTo>
                  <a:cubicBezTo>
                    <a:pt x="40672" y="24860"/>
                    <a:pt x="41434" y="23527"/>
                    <a:pt x="41434" y="22955"/>
                  </a:cubicBezTo>
                  <a:lnTo>
                    <a:pt x="41434" y="18383"/>
                  </a:lnTo>
                  <a:cubicBezTo>
                    <a:pt x="41434" y="17717"/>
                    <a:pt x="41053" y="16859"/>
                    <a:pt x="40672" y="16383"/>
                  </a:cubicBezTo>
                  <a:lnTo>
                    <a:pt x="25051" y="857"/>
                  </a:lnTo>
                  <a:cubicBezTo>
                    <a:pt x="25051" y="857"/>
                    <a:pt x="23717" y="0"/>
                    <a:pt x="23050" y="0"/>
                  </a:cubicBezTo>
                  <a:lnTo>
                    <a:pt x="18478" y="0"/>
                  </a:lnTo>
                  <a:cubicBezTo>
                    <a:pt x="17812" y="0"/>
                    <a:pt x="16954" y="381"/>
                    <a:pt x="16478" y="857"/>
                  </a:cubicBezTo>
                  <a:lnTo>
                    <a:pt x="857" y="16383"/>
                  </a:lnTo>
                  <a:cubicBezTo>
                    <a:pt x="857" y="16383"/>
                    <a:pt x="0" y="17717"/>
                    <a:pt x="0" y="18383"/>
                  </a:cubicBezTo>
                  <a:close/>
                  <a:moveTo>
                    <a:pt x="13430" y="20574"/>
                  </a:moveTo>
                  <a:cubicBezTo>
                    <a:pt x="13430" y="19907"/>
                    <a:pt x="13811" y="19050"/>
                    <a:pt x="14192" y="18574"/>
                  </a:cubicBezTo>
                  <a:lnTo>
                    <a:pt x="18764" y="14097"/>
                  </a:lnTo>
                  <a:cubicBezTo>
                    <a:pt x="18764" y="14097"/>
                    <a:pt x="20098" y="13240"/>
                    <a:pt x="20669" y="13240"/>
                  </a:cubicBezTo>
                  <a:lnTo>
                    <a:pt x="20860" y="13240"/>
                  </a:lnTo>
                  <a:cubicBezTo>
                    <a:pt x="21526" y="13240"/>
                    <a:pt x="22384" y="13621"/>
                    <a:pt x="22860" y="14097"/>
                  </a:cubicBezTo>
                  <a:lnTo>
                    <a:pt x="27432" y="18574"/>
                  </a:lnTo>
                  <a:cubicBezTo>
                    <a:pt x="27432" y="18574"/>
                    <a:pt x="28289" y="19907"/>
                    <a:pt x="28289" y="20574"/>
                  </a:cubicBezTo>
                  <a:lnTo>
                    <a:pt x="28289" y="20765"/>
                  </a:lnTo>
                  <a:cubicBezTo>
                    <a:pt x="28289" y="21431"/>
                    <a:pt x="27908" y="22289"/>
                    <a:pt x="27432" y="22669"/>
                  </a:cubicBezTo>
                  <a:lnTo>
                    <a:pt x="22860" y="27146"/>
                  </a:lnTo>
                  <a:cubicBezTo>
                    <a:pt x="22860" y="27146"/>
                    <a:pt x="21526" y="28003"/>
                    <a:pt x="20860" y="28003"/>
                  </a:cubicBezTo>
                  <a:lnTo>
                    <a:pt x="20669" y="28003"/>
                  </a:lnTo>
                  <a:cubicBezTo>
                    <a:pt x="20002" y="28003"/>
                    <a:pt x="19145" y="27623"/>
                    <a:pt x="18764" y="27146"/>
                  </a:cubicBezTo>
                  <a:lnTo>
                    <a:pt x="14192" y="22669"/>
                  </a:lnTo>
                  <a:cubicBezTo>
                    <a:pt x="14192" y="22669"/>
                    <a:pt x="13430" y="21336"/>
                    <a:pt x="13430" y="20765"/>
                  </a:cubicBezTo>
                  <a:lnTo>
                    <a:pt x="13430" y="2057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64" name="Google Shape;3864;p98"/>
            <p:cNvSpPr/>
            <p:nvPr/>
          </p:nvSpPr>
          <p:spPr>
            <a:xfrm>
              <a:off x="762984" y="2174885"/>
              <a:ext cx="59866" cy="65257"/>
            </a:xfrm>
            <a:custGeom>
              <a:avLst/>
              <a:gdLst/>
              <a:ahLst/>
              <a:cxnLst/>
              <a:rect l="l" t="t" r="r" b="b"/>
              <a:pathLst>
                <a:path w="59866" h="65257" extrusionOk="0">
                  <a:moveTo>
                    <a:pt x="381" y="29676"/>
                  </a:moveTo>
                  <a:cubicBezTo>
                    <a:pt x="95" y="30533"/>
                    <a:pt x="0" y="31390"/>
                    <a:pt x="0" y="32248"/>
                  </a:cubicBezTo>
                  <a:cubicBezTo>
                    <a:pt x="0" y="33486"/>
                    <a:pt x="95" y="34629"/>
                    <a:pt x="476" y="35867"/>
                  </a:cubicBezTo>
                  <a:cubicBezTo>
                    <a:pt x="1238" y="38439"/>
                    <a:pt x="2953" y="40725"/>
                    <a:pt x="5524" y="42154"/>
                  </a:cubicBezTo>
                  <a:lnTo>
                    <a:pt x="43244" y="63775"/>
                  </a:lnTo>
                  <a:cubicBezTo>
                    <a:pt x="48577" y="66823"/>
                    <a:pt x="55340" y="65014"/>
                    <a:pt x="58388" y="59775"/>
                  </a:cubicBezTo>
                  <a:cubicBezTo>
                    <a:pt x="61436" y="54441"/>
                    <a:pt x="59626" y="47773"/>
                    <a:pt x="54293" y="44725"/>
                  </a:cubicBezTo>
                  <a:lnTo>
                    <a:pt x="33242" y="32629"/>
                  </a:lnTo>
                  <a:lnTo>
                    <a:pt x="54293" y="20532"/>
                  </a:lnTo>
                  <a:cubicBezTo>
                    <a:pt x="59626" y="17484"/>
                    <a:pt x="61436" y="10721"/>
                    <a:pt x="58388" y="5482"/>
                  </a:cubicBezTo>
                  <a:cubicBezTo>
                    <a:pt x="55340" y="244"/>
                    <a:pt x="48577" y="-1566"/>
                    <a:pt x="43244" y="1482"/>
                  </a:cubicBezTo>
                  <a:lnTo>
                    <a:pt x="5524" y="23104"/>
                  </a:lnTo>
                  <a:cubicBezTo>
                    <a:pt x="2953" y="24628"/>
                    <a:pt x="1143" y="27009"/>
                    <a:pt x="381" y="2977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65" name="Google Shape;3865;p98"/>
            <p:cNvSpPr/>
            <p:nvPr/>
          </p:nvSpPr>
          <p:spPr>
            <a:xfrm>
              <a:off x="664922" y="2230999"/>
              <a:ext cx="59961" cy="65382"/>
            </a:xfrm>
            <a:custGeom>
              <a:avLst/>
              <a:gdLst/>
              <a:ahLst/>
              <a:cxnLst/>
              <a:rect l="l" t="t" r="r" b="b"/>
              <a:pathLst>
                <a:path w="59961" h="65382" extrusionOk="0">
                  <a:moveTo>
                    <a:pt x="49770" y="41"/>
                  </a:moveTo>
                  <a:cubicBezTo>
                    <a:pt x="47579" y="-150"/>
                    <a:pt x="45389" y="327"/>
                    <a:pt x="43293" y="1470"/>
                  </a:cubicBezTo>
                  <a:lnTo>
                    <a:pt x="5574" y="23091"/>
                  </a:lnTo>
                  <a:cubicBezTo>
                    <a:pt x="240" y="26139"/>
                    <a:pt x="-1570" y="32902"/>
                    <a:pt x="1478" y="38236"/>
                  </a:cubicBezTo>
                  <a:cubicBezTo>
                    <a:pt x="4526" y="43475"/>
                    <a:pt x="11289" y="45285"/>
                    <a:pt x="16623" y="42237"/>
                  </a:cubicBezTo>
                  <a:lnTo>
                    <a:pt x="37769" y="30140"/>
                  </a:lnTo>
                  <a:lnTo>
                    <a:pt x="37769" y="54333"/>
                  </a:lnTo>
                  <a:cubicBezTo>
                    <a:pt x="37769" y="60429"/>
                    <a:pt x="42722" y="65382"/>
                    <a:pt x="48913" y="65382"/>
                  </a:cubicBezTo>
                  <a:cubicBezTo>
                    <a:pt x="55104" y="65382"/>
                    <a:pt x="59962" y="60429"/>
                    <a:pt x="59962" y="54333"/>
                  </a:cubicBezTo>
                  <a:lnTo>
                    <a:pt x="59962" y="10995"/>
                  </a:lnTo>
                  <a:cubicBezTo>
                    <a:pt x="59962" y="5184"/>
                    <a:pt x="55390" y="422"/>
                    <a:pt x="49675" y="4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66" name="Google Shape;3866;p98"/>
            <p:cNvSpPr/>
            <p:nvPr/>
          </p:nvSpPr>
          <p:spPr>
            <a:xfrm>
              <a:off x="665017" y="2118455"/>
              <a:ext cx="59961" cy="65477"/>
            </a:xfrm>
            <a:custGeom>
              <a:avLst/>
              <a:gdLst/>
              <a:ahLst/>
              <a:cxnLst/>
              <a:rect l="l" t="t" r="r" b="b"/>
              <a:pathLst>
                <a:path w="59961" h="65477" extrusionOk="0">
                  <a:moveTo>
                    <a:pt x="5479" y="42386"/>
                  </a:moveTo>
                  <a:lnTo>
                    <a:pt x="43198" y="64008"/>
                  </a:lnTo>
                  <a:cubicBezTo>
                    <a:pt x="45198" y="65151"/>
                    <a:pt x="47484" y="65627"/>
                    <a:pt x="49675" y="65437"/>
                  </a:cubicBezTo>
                  <a:cubicBezTo>
                    <a:pt x="55390" y="65056"/>
                    <a:pt x="59962" y="60198"/>
                    <a:pt x="59962" y="54388"/>
                  </a:cubicBezTo>
                  <a:lnTo>
                    <a:pt x="59962" y="11049"/>
                  </a:lnTo>
                  <a:cubicBezTo>
                    <a:pt x="59962" y="4953"/>
                    <a:pt x="55009" y="0"/>
                    <a:pt x="48913" y="0"/>
                  </a:cubicBezTo>
                  <a:cubicBezTo>
                    <a:pt x="42817" y="0"/>
                    <a:pt x="37769" y="4953"/>
                    <a:pt x="37769" y="11049"/>
                  </a:cubicBezTo>
                  <a:lnTo>
                    <a:pt x="37769" y="35243"/>
                  </a:lnTo>
                  <a:lnTo>
                    <a:pt x="16623" y="23146"/>
                  </a:lnTo>
                  <a:cubicBezTo>
                    <a:pt x="11289" y="20098"/>
                    <a:pt x="4526" y="21907"/>
                    <a:pt x="1478" y="27146"/>
                  </a:cubicBezTo>
                  <a:cubicBezTo>
                    <a:pt x="-1570" y="32480"/>
                    <a:pt x="240" y="39148"/>
                    <a:pt x="5574" y="4219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67" name="Google Shape;3867;p98"/>
            <p:cNvSpPr/>
            <p:nvPr/>
          </p:nvSpPr>
          <p:spPr>
            <a:xfrm>
              <a:off x="645110" y="2174790"/>
              <a:ext cx="59795" cy="65257"/>
            </a:xfrm>
            <a:custGeom>
              <a:avLst/>
              <a:gdLst/>
              <a:ahLst/>
              <a:cxnLst/>
              <a:rect l="l" t="t" r="r" b="b"/>
              <a:pathLst>
                <a:path w="59795" h="65257" extrusionOk="0">
                  <a:moveTo>
                    <a:pt x="59295" y="35962"/>
                  </a:moveTo>
                  <a:cubicBezTo>
                    <a:pt x="59676" y="34819"/>
                    <a:pt x="59867" y="33581"/>
                    <a:pt x="59771" y="32343"/>
                  </a:cubicBezTo>
                  <a:cubicBezTo>
                    <a:pt x="59771" y="31486"/>
                    <a:pt x="59581" y="30628"/>
                    <a:pt x="59390" y="29771"/>
                  </a:cubicBezTo>
                  <a:cubicBezTo>
                    <a:pt x="58628" y="27104"/>
                    <a:pt x="56914" y="24628"/>
                    <a:pt x="54247" y="23104"/>
                  </a:cubicBezTo>
                  <a:lnTo>
                    <a:pt x="16623" y="1482"/>
                  </a:lnTo>
                  <a:cubicBezTo>
                    <a:pt x="11289" y="-1566"/>
                    <a:pt x="4526" y="244"/>
                    <a:pt x="1478" y="5482"/>
                  </a:cubicBezTo>
                  <a:cubicBezTo>
                    <a:pt x="-1570" y="10721"/>
                    <a:pt x="240" y="17484"/>
                    <a:pt x="5574" y="20532"/>
                  </a:cubicBezTo>
                  <a:lnTo>
                    <a:pt x="26624" y="32629"/>
                  </a:lnTo>
                  <a:lnTo>
                    <a:pt x="5574" y="44725"/>
                  </a:lnTo>
                  <a:cubicBezTo>
                    <a:pt x="240" y="47773"/>
                    <a:pt x="-1570" y="54536"/>
                    <a:pt x="1478" y="59775"/>
                  </a:cubicBezTo>
                  <a:cubicBezTo>
                    <a:pt x="4526" y="65014"/>
                    <a:pt x="11289" y="66823"/>
                    <a:pt x="16623" y="63775"/>
                  </a:cubicBezTo>
                  <a:lnTo>
                    <a:pt x="54247" y="42154"/>
                  </a:lnTo>
                  <a:cubicBezTo>
                    <a:pt x="56819" y="40725"/>
                    <a:pt x="58533" y="38439"/>
                    <a:pt x="59295" y="3586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68" name="Google Shape;3868;p98"/>
            <p:cNvSpPr/>
            <p:nvPr/>
          </p:nvSpPr>
          <p:spPr>
            <a:xfrm>
              <a:off x="507533" y="1952244"/>
              <a:ext cx="452259" cy="510063"/>
            </a:xfrm>
            <a:custGeom>
              <a:avLst/>
              <a:gdLst/>
              <a:ahLst/>
              <a:cxnLst/>
              <a:rect l="l" t="t" r="r" b="b"/>
              <a:pathLst>
                <a:path w="452259" h="510063" extrusionOk="0">
                  <a:moveTo>
                    <a:pt x="238496" y="434435"/>
                  </a:moveTo>
                  <a:lnTo>
                    <a:pt x="238496" y="410432"/>
                  </a:lnTo>
                  <a:cubicBezTo>
                    <a:pt x="318792" y="404051"/>
                    <a:pt x="382133" y="336899"/>
                    <a:pt x="382133" y="255080"/>
                  </a:cubicBezTo>
                  <a:cubicBezTo>
                    <a:pt x="382133" y="231077"/>
                    <a:pt x="376513" y="208407"/>
                    <a:pt x="366798" y="188119"/>
                  </a:cubicBezTo>
                  <a:lnTo>
                    <a:pt x="387562" y="176117"/>
                  </a:lnTo>
                  <a:cubicBezTo>
                    <a:pt x="394706" y="182404"/>
                    <a:pt x="403945" y="185928"/>
                    <a:pt x="413375" y="185928"/>
                  </a:cubicBezTo>
                  <a:cubicBezTo>
                    <a:pt x="419947" y="185928"/>
                    <a:pt x="426615" y="184214"/>
                    <a:pt x="432806" y="180689"/>
                  </a:cubicBezTo>
                  <a:cubicBezTo>
                    <a:pt x="451380" y="169926"/>
                    <a:pt x="457762" y="146114"/>
                    <a:pt x="447094" y="127540"/>
                  </a:cubicBezTo>
                  <a:cubicBezTo>
                    <a:pt x="441855" y="118491"/>
                    <a:pt x="433473" y="112109"/>
                    <a:pt x="423472" y="109442"/>
                  </a:cubicBezTo>
                  <a:cubicBezTo>
                    <a:pt x="413470" y="106775"/>
                    <a:pt x="402898" y="108109"/>
                    <a:pt x="393944" y="113348"/>
                  </a:cubicBezTo>
                  <a:cubicBezTo>
                    <a:pt x="384895" y="118586"/>
                    <a:pt x="378514" y="126968"/>
                    <a:pt x="375847" y="136970"/>
                  </a:cubicBezTo>
                  <a:cubicBezTo>
                    <a:pt x="374227" y="142875"/>
                    <a:pt x="374227" y="148876"/>
                    <a:pt x="375466" y="154686"/>
                  </a:cubicBezTo>
                  <a:lnTo>
                    <a:pt x="354701" y="166687"/>
                  </a:lnTo>
                  <a:cubicBezTo>
                    <a:pt x="328698" y="129064"/>
                    <a:pt x="286693" y="103537"/>
                    <a:pt x="238591" y="99727"/>
                  </a:cubicBezTo>
                  <a:lnTo>
                    <a:pt x="238591" y="75724"/>
                  </a:lnTo>
                  <a:cubicBezTo>
                    <a:pt x="254022" y="70485"/>
                    <a:pt x="265166" y="56102"/>
                    <a:pt x="265166" y="38957"/>
                  </a:cubicBezTo>
                  <a:cubicBezTo>
                    <a:pt x="265166" y="17526"/>
                    <a:pt x="247735" y="0"/>
                    <a:pt x="226209" y="0"/>
                  </a:cubicBezTo>
                  <a:cubicBezTo>
                    <a:pt x="204682" y="0"/>
                    <a:pt x="187252" y="17431"/>
                    <a:pt x="187252" y="38957"/>
                  </a:cubicBezTo>
                  <a:cubicBezTo>
                    <a:pt x="187252" y="56102"/>
                    <a:pt x="198396" y="70485"/>
                    <a:pt x="213826" y="75724"/>
                  </a:cubicBezTo>
                  <a:lnTo>
                    <a:pt x="213826" y="99727"/>
                  </a:lnTo>
                  <a:cubicBezTo>
                    <a:pt x="165725" y="103537"/>
                    <a:pt x="123720" y="129159"/>
                    <a:pt x="97717" y="166687"/>
                  </a:cubicBezTo>
                  <a:lnTo>
                    <a:pt x="77047" y="154781"/>
                  </a:lnTo>
                  <a:cubicBezTo>
                    <a:pt x="77047" y="154781"/>
                    <a:pt x="76952" y="154781"/>
                    <a:pt x="76857" y="154781"/>
                  </a:cubicBezTo>
                  <a:cubicBezTo>
                    <a:pt x="80095" y="138875"/>
                    <a:pt x="73142" y="121920"/>
                    <a:pt x="58378" y="113348"/>
                  </a:cubicBezTo>
                  <a:cubicBezTo>
                    <a:pt x="49330" y="108109"/>
                    <a:pt x="38852" y="106775"/>
                    <a:pt x="28851" y="109442"/>
                  </a:cubicBezTo>
                  <a:cubicBezTo>
                    <a:pt x="18850" y="112109"/>
                    <a:pt x="10372" y="118586"/>
                    <a:pt x="5229" y="127540"/>
                  </a:cubicBezTo>
                  <a:cubicBezTo>
                    <a:pt x="-5534" y="146114"/>
                    <a:pt x="847" y="170021"/>
                    <a:pt x="19516" y="180689"/>
                  </a:cubicBezTo>
                  <a:cubicBezTo>
                    <a:pt x="25517" y="184118"/>
                    <a:pt x="32185" y="185928"/>
                    <a:pt x="38947" y="185928"/>
                  </a:cubicBezTo>
                  <a:cubicBezTo>
                    <a:pt x="42376" y="185928"/>
                    <a:pt x="45710" y="185452"/>
                    <a:pt x="49044" y="184595"/>
                  </a:cubicBezTo>
                  <a:cubicBezTo>
                    <a:pt x="54949" y="182975"/>
                    <a:pt x="60188" y="180023"/>
                    <a:pt x="64665" y="176117"/>
                  </a:cubicBezTo>
                  <a:lnTo>
                    <a:pt x="85525" y="188119"/>
                  </a:lnTo>
                  <a:cubicBezTo>
                    <a:pt x="75809" y="208407"/>
                    <a:pt x="70189" y="231077"/>
                    <a:pt x="70189" y="255080"/>
                  </a:cubicBezTo>
                  <a:cubicBezTo>
                    <a:pt x="70189" y="279082"/>
                    <a:pt x="75809" y="301752"/>
                    <a:pt x="85525" y="322040"/>
                  </a:cubicBezTo>
                  <a:lnTo>
                    <a:pt x="64665" y="334042"/>
                  </a:lnTo>
                  <a:cubicBezTo>
                    <a:pt x="60188" y="330137"/>
                    <a:pt x="54949" y="327089"/>
                    <a:pt x="49044" y="325469"/>
                  </a:cubicBezTo>
                  <a:cubicBezTo>
                    <a:pt x="39043" y="322802"/>
                    <a:pt x="28470" y="324136"/>
                    <a:pt x="19516" y="329375"/>
                  </a:cubicBezTo>
                  <a:lnTo>
                    <a:pt x="19516" y="329375"/>
                  </a:lnTo>
                  <a:cubicBezTo>
                    <a:pt x="943" y="340138"/>
                    <a:pt x="-5439" y="363950"/>
                    <a:pt x="5324" y="382524"/>
                  </a:cubicBezTo>
                  <a:cubicBezTo>
                    <a:pt x="12563" y="395002"/>
                    <a:pt x="25612" y="401955"/>
                    <a:pt x="39138" y="401955"/>
                  </a:cubicBezTo>
                  <a:cubicBezTo>
                    <a:pt x="45710" y="401955"/>
                    <a:pt x="52378" y="400241"/>
                    <a:pt x="58569" y="396716"/>
                  </a:cubicBezTo>
                  <a:cubicBezTo>
                    <a:pt x="67618" y="391573"/>
                    <a:pt x="73999" y="383096"/>
                    <a:pt x="76666" y="373094"/>
                  </a:cubicBezTo>
                  <a:cubicBezTo>
                    <a:pt x="78286" y="367189"/>
                    <a:pt x="78286" y="361188"/>
                    <a:pt x="77047" y="355378"/>
                  </a:cubicBezTo>
                  <a:lnTo>
                    <a:pt x="97812" y="343376"/>
                  </a:lnTo>
                  <a:cubicBezTo>
                    <a:pt x="123815" y="381000"/>
                    <a:pt x="165820" y="406527"/>
                    <a:pt x="213826" y="410337"/>
                  </a:cubicBezTo>
                  <a:lnTo>
                    <a:pt x="213826" y="434340"/>
                  </a:lnTo>
                  <a:cubicBezTo>
                    <a:pt x="198396" y="439579"/>
                    <a:pt x="187252" y="453962"/>
                    <a:pt x="187252" y="471106"/>
                  </a:cubicBezTo>
                  <a:cubicBezTo>
                    <a:pt x="187252" y="492538"/>
                    <a:pt x="204682" y="510064"/>
                    <a:pt x="226209" y="510064"/>
                  </a:cubicBezTo>
                  <a:cubicBezTo>
                    <a:pt x="247735" y="510064"/>
                    <a:pt x="265166" y="492633"/>
                    <a:pt x="265166" y="471106"/>
                  </a:cubicBezTo>
                  <a:cubicBezTo>
                    <a:pt x="265166" y="453962"/>
                    <a:pt x="254022" y="439579"/>
                    <a:pt x="238591" y="434340"/>
                  </a:cubicBezTo>
                  <a:close/>
                  <a:moveTo>
                    <a:pt x="398802" y="142970"/>
                  </a:moveTo>
                  <a:cubicBezTo>
                    <a:pt x="399850" y="139065"/>
                    <a:pt x="402326" y="135827"/>
                    <a:pt x="405850" y="133826"/>
                  </a:cubicBezTo>
                  <a:cubicBezTo>
                    <a:pt x="405850" y="133826"/>
                    <a:pt x="405850" y="133826"/>
                    <a:pt x="405850" y="133826"/>
                  </a:cubicBezTo>
                  <a:cubicBezTo>
                    <a:pt x="408136" y="132493"/>
                    <a:pt x="410803" y="131826"/>
                    <a:pt x="413375" y="131826"/>
                  </a:cubicBezTo>
                  <a:cubicBezTo>
                    <a:pt x="414709" y="131826"/>
                    <a:pt x="416042" y="132017"/>
                    <a:pt x="417280" y="132302"/>
                  </a:cubicBezTo>
                  <a:cubicBezTo>
                    <a:pt x="421186" y="133350"/>
                    <a:pt x="424424" y="135827"/>
                    <a:pt x="426424" y="139351"/>
                  </a:cubicBezTo>
                  <a:cubicBezTo>
                    <a:pt x="428425" y="142875"/>
                    <a:pt x="428996" y="146875"/>
                    <a:pt x="427948" y="150781"/>
                  </a:cubicBezTo>
                  <a:cubicBezTo>
                    <a:pt x="426901" y="154686"/>
                    <a:pt x="424424" y="157925"/>
                    <a:pt x="420900" y="159925"/>
                  </a:cubicBezTo>
                  <a:cubicBezTo>
                    <a:pt x="413661" y="164116"/>
                    <a:pt x="404422" y="161639"/>
                    <a:pt x="400231" y="154400"/>
                  </a:cubicBezTo>
                  <a:cubicBezTo>
                    <a:pt x="398230" y="150876"/>
                    <a:pt x="397659" y="146875"/>
                    <a:pt x="398707" y="142970"/>
                  </a:cubicBezTo>
                  <a:close/>
                  <a:moveTo>
                    <a:pt x="52092" y="154400"/>
                  </a:moveTo>
                  <a:cubicBezTo>
                    <a:pt x="50092" y="157925"/>
                    <a:pt x="46853" y="160401"/>
                    <a:pt x="42948" y="161449"/>
                  </a:cubicBezTo>
                  <a:cubicBezTo>
                    <a:pt x="39043" y="162497"/>
                    <a:pt x="34947" y="161925"/>
                    <a:pt x="31518" y="159925"/>
                  </a:cubicBezTo>
                  <a:cubicBezTo>
                    <a:pt x="27994" y="157925"/>
                    <a:pt x="25517" y="154686"/>
                    <a:pt x="24469" y="150781"/>
                  </a:cubicBezTo>
                  <a:cubicBezTo>
                    <a:pt x="23422" y="146875"/>
                    <a:pt x="23993" y="142780"/>
                    <a:pt x="25993" y="139351"/>
                  </a:cubicBezTo>
                  <a:cubicBezTo>
                    <a:pt x="27994" y="135922"/>
                    <a:pt x="31232" y="133350"/>
                    <a:pt x="35137" y="132302"/>
                  </a:cubicBezTo>
                  <a:cubicBezTo>
                    <a:pt x="36471" y="131921"/>
                    <a:pt x="37804" y="131826"/>
                    <a:pt x="39043" y="131826"/>
                  </a:cubicBezTo>
                  <a:cubicBezTo>
                    <a:pt x="41614" y="131826"/>
                    <a:pt x="44281" y="132493"/>
                    <a:pt x="46567" y="133826"/>
                  </a:cubicBezTo>
                  <a:lnTo>
                    <a:pt x="46567" y="133826"/>
                  </a:lnTo>
                  <a:cubicBezTo>
                    <a:pt x="53806" y="138017"/>
                    <a:pt x="56283" y="147257"/>
                    <a:pt x="52092" y="154496"/>
                  </a:cubicBezTo>
                  <a:close/>
                  <a:moveTo>
                    <a:pt x="53521" y="366998"/>
                  </a:moveTo>
                  <a:cubicBezTo>
                    <a:pt x="52473" y="370904"/>
                    <a:pt x="49996" y="374142"/>
                    <a:pt x="46472" y="376142"/>
                  </a:cubicBezTo>
                  <a:cubicBezTo>
                    <a:pt x="42948" y="378143"/>
                    <a:pt x="38947" y="378714"/>
                    <a:pt x="35042" y="377666"/>
                  </a:cubicBezTo>
                  <a:cubicBezTo>
                    <a:pt x="31137" y="376619"/>
                    <a:pt x="27898" y="374142"/>
                    <a:pt x="25898" y="370618"/>
                  </a:cubicBezTo>
                  <a:cubicBezTo>
                    <a:pt x="21707" y="363379"/>
                    <a:pt x="24184" y="354140"/>
                    <a:pt x="31423" y="349949"/>
                  </a:cubicBezTo>
                  <a:cubicBezTo>
                    <a:pt x="34947" y="347948"/>
                    <a:pt x="39043" y="347377"/>
                    <a:pt x="42853" y="348425"/>
                  </a:cubicBezTo>
                  <a:cubicBezTo>
                    <a:pt x="46758" y="349472"/>
                    <a:pt x="49996" y="351949"/>
                    <a:pt x="51997" y="355473"/>
                  </a:cubicBezTo>
                  <a:cubicBezTo>
                    <a:pt x="53997" y="358997"/>
                    <a:pt x="54568" y="362998"/>
                    <a:pt x="53521" y="366903"/>
                  </a:cubicBezTo>
                  <a:close/>
                  <a:moveTo>
                    <a:pt x="226209" y="23622"/>
                  </a:moveTo>
                  <a:cubicBezTo>
                    <a:pt x="234591" y="23622"/>
                    <a:pt x="241354" y="30385"/>
                    <a:pt x="241354" y="38767"/>
                  </a:cubicBezTo>
                  <a:cubicBezTo>
                    <a:pt x="241354" y="47149"/>
                    <a:pt x="234591" y="53912"/>
                    <a:pt x="226209" y="53912"/>
                  </a:cubicBezTo>
                  <a:cubicBezTo>
                    <a:pt x="217827" y="53912"/>
                    <a:pt x="211064" y="47149"/>
                    <a:pt x="211064" y="38767"/>
                  </a:cubicBezTo>
                  <a:cubicBezTo>
                    <a:pt x="211064" y="30385"/>
                    <a:pt x="217827" y="23622"/>
                    <a:pt x="226209" y="23622"/>
                  </a:cubicBezTo>
                  <a:close/>
                  <a:moveTo>
                    <a:pt x="112385" y="321945"/>
                  </a:moveTo>
                  <a:cubicBezTo>
                    <a:pt x="112385" y="321945"/>
                    <a:pt x="112195" y="321088"/>
                    <a:pt x="112004" y="320707"/>
                  </a:cubicBezTo>
                  <a:cubicBezTo>
                    <a:pt x="111718" y="320231"/>
                    <a:pt x="111242" y="319945"/>
                    <a:pt x="110956" y="319564"/>
                  </a:cubicBezTo>
                  <a:cubicBezTo>
                    <a:pt x="100193" y="300419"/>
                    <a:pt x="94002" y="278416"/>
                    <a:pt x="94002" y="254984"/>
                  </a:cubicBezTo>
                  <a:cubicBezTo>
                    <a:pt x="94002" y="231553"/>
                    <a:pt x="100003" y="210026"/>
                    <a:pt x="110575" y="191072"/>
                  </a:cubicBezTo>
                  <a:cubicBezTo>
                    <a:pt x="111052" y="190500"/>
                    <a:pt x="111528" y="190024"/>
                    <a:pt x="111909" y="189357"/>
                  </a:cubicBezTo>
                  <a:cubicBezTo>
                    <a:pt x="112195" y="188976"/>
                    <a:pt x="112195" y="188405"/>
                    <a:pt x="112385" y="188024"/>
                  </a:cubicBezTo>
                  <a:cubicBezTo>
                    <a:pt x="134959" y="149733"/>
                    <a:pt x="176203" y="123825"/>
                    <a:pt x="223542" y="122968"/>
                  </a:cubicBezTo>
                  <a:cubicBezTo>
                    <a:pt x="224399" y="123158"/>
                    <a:pt x="225256" y="123253"/>
                    <a:pt x="226114" y="123253"/>
                  </a:cubicBezTo>
                  <a:cubicBezTo>
                    <a:pt x="226971" y="123253"/>
                    <a:pt x="227828" y="123158"/>
                    <a:pt x="228685" y="122968"/>
                  </a:cubicBezTo>
                  <a:cubicBezTo>
                    <a:pt x="275929" y="123920"/>
                    <a:pt x="317077" y="149733"/>
                    <a:pt x="339747" y="187833"/>
                  </a:cubicBezTo>
                  <a:cubicBezTo>
                    <a:pt x="339842" y="188119"/>
                    <a:pt x="339842" y="188500"/>
                    <a:pt x="340033" y="188881"/>
                  </a:cubicBezTo>
                  <a:cubicBezTo>
                    <a:pt x="340509" y="189833"/>
                    <a:pt x="341176" y="190691"/>
                    <a:pt x="341938" y="191453"/>
                  </a:cubicBezTo>
                  <a:cubicBezTo>
                    <a:pt x="352415" y="210312"/>
                    <a:pt x="358321" y="232029"/>
                    <a:pt x="358321" y="255175"/>
                  </a:cubicBezTo>
                  <a:cubicBezTo>
                    <a:pt x="358321" y="327184"/>
                    <a:pt x="300409" y="385858"/>
                    <a:pt x="228685" y="387287"/>
                  </a:cubicBezTo>
                  <a:cubicBezTo>
                    <a:pt x="227828" y="387096"/>
                    <a:pt x="226971" y="387001"/>
                    <a:pt x="226114" y="387001"/>
                  </a:cubicBezTo>
                  <a:cubicBezTo>
                    <a:pt x="225256" y="387001"/>
                    <a:pt x="224399" y="387096"/>
                    <a:pt x="223542" y="387287"/>
                  </a:cubicBezTo>
                  <a:cubicBezTo>
                    <a:pt x="176203" y="386334"/>
                    <a:pt x="134959" y="360426"/>
                    <a:pt x="112385" y="322231"/>
                  </a:cubicBezTo>
                  <a:close/>
                  <a:moveTo>
                    <a:pt x="226209" y="486251"/>
                  </a:moveTo>
                  <a:cubicBezTo>
                    <a:pt x="217827" y="486251"/>
                    <a:pt x="211064" y="479489"/>
                    <a:pt x="211064" y="471106"/>
                  </a:cubicBezTo>
                  <a:cubicBezTo>
                    <a:pt x="211064" y="462725"/>
                    <a:pt x="217827" y="455962"/>
                    <a:pt x="226209" y="455962"/>
                  </a:cubicBezTo>
                  <a:cubicBezTo>
                    <a:pt x="234591" y="455962"/>
                    <a:pt x="241354" y="462725"/>
                    <a:pt x="241354" y="471106"/>
                  </a:cubicBezTo>
                  <a:cubicBezTo>
                    <a:pt x="241354" y="479489"/>
                    <a:pt x="234591" y="486251"/>
                    <a:pt x="226209" y="48625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69" name="Google Shape;3869;p98"/>
            <p:cNvSpPr/>
            <p:nvPr/>
          </p:nvSpPr>
          <p:spPr>
            <a:xfrm>
              <a:off x="534574" y="2150364"/>
              <a:ext cx="23812" cy="113633"/>
            </a:xfrm>
            <a:custGeom>
              <a:avLst/>
              <a:gdLst/>
              <a:ahLst/>
              <a:cxnLst/>
              <a:rect l="l" t="t" r="r" b="b"/>
              <a:pathLst>
                <a:path w="23812" h="113633" extrusionOk="0">
                  <a:moveTo>
                    <a:pt x="23813" y="101727"/>
                  </a:moveTo>
                  <a:lnTo>
                    <a:pt x="23813" y="11906"/>
                  </a:lnTo>
                  <a:cubicBezTo>
                    <a:pt x="23813" y="5334"/>
                    <a:pt x="18478" y="0"/>
                    <a:pt x="11906" y="0"/>
                  </a:cubicBezTo>
                  <a:cubicBezTo>
                    <a:pt x="5334" y="0"/>
                    <a:pt x="0" y="5334"/>
                    <a:pt x="0" y="11906"/>
                  </a:cubicBezTo>
                  <a:lnTo>
                    <a:pt x="0" y="101727"/>
                  </a:lnTo>
                  <a:cubicBezTo>
                    <a:pt x="0" y="108299"/>
                    <a:pt x="5334" y="113633"/>
                    <a:pt x="11906" y="113633"/>
                  </a:cubicBezTo>
                  <a:cubicBezTo>
                    <a:pt x="18478" y="113633"/>
                    <a:pt x="23813" y="108299"/>
                    <a:pt x="23813" y="10172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70" name="Google Shape;3870;p98"/>
            <p:cNvSpPr/>
            <p:nvPr/>
          </p:nvSpPr>
          <p:spPr>
            <a:xfrm>
              <a:off x="909002" y="2151126"/>
              <a:ext cx="23812" cy="91725"/>
            </a:xfrm>
            <a:custGeom>
              <a:avLst/>
              <a:gdLst/>
              <a:ahLst/>
              <a:cxnLst/>
              <a:rect l="l" t="t" r="r" b="b"/>
              <a:pathLst>
                <a:path w="23812" h="91725" extrusionOk="0">
                  <a:moveTo>
                    <a:pt x="0" y="11906"/>
                  </a:moveTo>
                  <a:lnTo>
                    <a:pt x="0" y="79820"/>
                  </a:lnTo>
                  <a:cubicBezTo>
                    <a:pt x="0" y="86392"/>
                    <a:pt x="5334" y="91726"/>
                    <a:pt x="11906" y="91726"/>
                  </a:cubicBezTo>
                  <a:cubicBezTo>
                    <a:pt x="18479" y="91726"/>
                    <a:pt x="23813" y="86392"/>
                    <a:pt x="23813" y="79820"/>
                  </a:cubicBezTo>
                  <a:lnTo>
                    <a:pt x="23813" y="11906"/>
                  </a:lnTo>
                  <a:cubicBezTo>
                    <a:pt x="23813" y="5334"/>
                    <a:pt x="18479" y="0"/>
                    <a:pt x="11906" y="0"/>
                  </a:cubicBezTo>
                  <a:cubicBezTo>
                    <a:pt x="5334" y="0"/>
                    <a:pt x="0" y="5334"/>
                    <a:pt x="0"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71" name="Google Shape;3871;p98"/>
            <p:cNvSpPr/>
            <p:nvPr/>
          </p:nvSpPr>
          <p:spPr>
            <a:xfrm>
              <a:off x="589346" y="2334961"/>
              <a:ext cx="100958" cy="68481"/>
            </a:xfrm>
            <a:custGeom>
              <a:avLst/>
              <a:gdLst/>
              <a:ahLst/>
              <a:cxnLst/>
              <a:rect l="l" t="t" r="r" b="b"/>
              <a:pathLst>
                <a:path w="100958" h="68481" extrusionOk="0">
                  <a:moveTo>
                    <a:pt x="95056" y="46193"/>
                  </a:moveTo>
                  <a:lnTo>
                    <a:pt x="17904" y="1616"/>
                  </a:lnTo>
                  <a:cubicBezTo>
                    <a:pt x="12189" y="-1718"/>
                    <a:pt x="4950" y="282"/>
                    <a:pt x="1616" y="5998"/>
                  </a:cubicBezTo>
                  <a:cubicBezTo>
                    <a:pt x="-1718" y="11712"/>
                    <a:pt x="283" y="18952"/>
                    <a:pt x="5998" y="22285"/>
                  </a:cubicBezTo>
                  <a:lnTo>
                    <a:pt x="83150" y="66862"/>
                  </a:lnTo>
                  <a:cubicBezTo>
                    <a:pt x="85055" y="67910"/>
                    <a:pt x="87055" y="68482"/>
                    <a:pt x="89056" y="68482"/>
                  </a:cubicBezTo>
                  <a:cubicBezTo>
                    <a:pt x="93151" y="68482"/>
                    <a:pt x="97152" y="66386"/>
                    <a:pt x="99343" y="62576"/>
                  </a:cubicBezTo>
                  <a:cubicBezTo>
                    <a:pt x="102676" y="56861"/>
                    <a:pt x="100676" y="49622"/>
                    <a:pt x="94961" y="462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72" name="Google Shape;3872;p98"/>
            <p:cNvSpPr/>
            <p:nvPr/>
          </p:nvSpPr>
          <p:spPr>
            <a:xfrm>
              <a:off x="777222" y="2011249"/>
              <a:ext cx="100778" cy="68248"/>
            </a:xfrm>
            <a:custGeom>
              <a:avLst/>
              <a:gdLst/>
              <a:ahLst/>
              <a:cxnLst/>
              <a:rect l="l" t="t" r="r" b="b"/>
              <a:pathLst>
                <a:path w="100778" h="68248" extrusionOk="0">
                  <a:moveTo>
                    <a:pt x="6050" y="22148"/>
                  </a:moveTo>
                  <a:lnTo>
                    <a:pt x="83012" y="66629"/>
                  </a:lnTo>
                  <a:cubicBezTo>
                    <a:pt x="84917" y="67677"/>
                    <a:pt x="86918" y="68249"/>
                    <a:pt x="88918" y="68249"/>
                  </a:cubicBezTo>
                  <a:cubicBezTo>
                    <a:pt x="93014" y="68249"/>
                    <a:pt x="97014" y="66153"/>
                    <a:pt x="99205" y="62343"/>
                  </a:cubicBezTo>
                  <a:cubicBezTo>
                    <a:pt x="102443" y="56628"/>
                    <a:pt x="100538" y="49389"/>
                    <a:pt x="94823" y="46055"/>
                  </a:cubicBezTo>
                  <a:lnTo>
                    <a:pt x="17861" y="1574"/>
                  </a:lnTo>
                  <a:cubicBezTo>
                    <a:pt x="12146" y="-1665"/>
                    <a:pt x="4907" y="240"/>
                    <a:pt x="1574" y="5955"/>
                  </a:cubicBezTo>
                  <a:cubicBezTo>
                    <a:pt x="-1665" y="11670"/>
                    <a:pt x="240" y="18909"/>
                    <a:pt x="5955" y="2224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73" name="Google Shape;3873;p98"/>
            <p:cNvSpPr/>
            <p:nvPr/>
          </p:nvSpPr>
          <p:spPr>
            <a:xfrm>
              <a:off x="776936" y="2340433"/>
              <a:ext cx="91444" cy="62914"/>
            </a:xfrm>
            <a:custGeom>
              <a:avLst/>
              <a:gdLst/>
              <a:ahLst/>
              <a:cxnLst/>
              <a:rect l="l" t="t" r="r" b="b"/>
              <a:pathLst>
                <a:path w="91444" h="62914" extrusionOk="0">
                  <a:moveTo>
                    <a:pt x="73678" y="1669"/>
                  </a:moveTo>
                  <a:lnTo>
                    <a:pt x="5955" y="40721"/>
                  </a:lnTo>
                  <a:cubicBezTo>
                    <a:pt x="240" y="44055"/>
                    <a:pt x="-1665" y="51294"/>
                    <a:pt x="1574" y="57009"/>
                  </a:cubicBezTo>
                  <a:cubicBezTo>
                    <a:pt x="3764" y="60819"/>
                    <a:pt x="7765" y="62915"/>
                    <a:pt x="11861" y="62915"/>
                  </a:cubicBezTo>
                  <a:cubicBezTo>
                    <a:pt x="13861" y="62915"/>
                    <a:pt x="15956" y="62438"/>
                    <a:pt x="17766" y="61295"/>
                  </a:cubicBezTo>
                  <a:lnTo>
                    <a:pt x="85489" y="22243"/>
                  </a:lnTo>
                  <a:cubicBezTo>
                    <a:pt x="91204" y="18909"/>
                    <a:pt x="93109" y="11670"/>
                    <a:pt x="89870" y="5955"/>
                  </a:cubicBezTo>
                  <a:cubicBezTo>
                    <a:pt x="86537" y="240"/>
                    <a:pt x="79298" y="-1665"/>
                    <a:pt x="73583" y="157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74" name="Google Shape;3874;p98"/>
            <p:cNvSpPr/>
            <p:nvPr/>
          </p:nvSpPr>
          <p:spPr>
            <a:xfrm>
              <a:off x="589389" y="2011154"/>
              <a:ext cx="100683" cy="68248"/>
            </a:xfrm>
            <a:custGeom>
              <a:avLst/>
              <a:gdLst/>
              <a:ahLst/>
              <a:cxnLst/>
              <a:rect l="l" t="t" r="r" b="b"/>
              <a:pathLst>
                <a:path w="100683" h="68248" extrusionOk="0">
                  <a:moveTo>
                    <a:pt x="11956" y="68249"/>
                  </a:moveTo>
                  <a:cubicBezTo>
                    <a:pt x="13956" y="68249"/>
                    <a:pt x="16052" y="67772"/>
                    <a:pt x="17861" y="66629"/>
                  </a:cubicBezTo>
                  <a:lnTo>
                    <a:pt x="94728" y="22243"/>
                  </a:lnTo>
                  <a:cubicBezTo>
                    <a:pt x="100443" y="18909"/>
                    <a:pt x="102348" y="11670"/>
                    <a:pt x="99110" y="5955"/>
                  </a:cubicBezTo>
                  <a:cubicBezTo>
                    <a:pt x="95776" y="240"/>
                    <a:pt x="88537" y="-1665"/>
                    <a:pt x="82822" y="1574"/>
                  </a:cubicBezTo>
                  <a:lnTo>
                    <a:pt x="5955" y="45960"/>
                  </a:lnTo>
                  <a:cubicBezTo>
                    <a:pt x="240" y="49294"/>
                    <a:pt x="-1665" y="56533"/>
                    <a:pt x="1574" y="62248"/>
                  </a:cubicBezTo>
                  <a:cubicBezTo>
                    <a:pt x="3764" y="66058"/>
                    <a:pt x="7765" y="68153"/>
                    <a:pt x="11861" y="6815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75" name="Google Shape;3875;p98"/>
            <p:cNvSpPr/>
            <p:nvPr/>
          </p:nvSpPr>
          <p:spPr>
            <a:xfrm>
              <a:off x="881951" y="2262282"/>
              <a:ext cx="161829" cy="205168"/>
            </a:xfrm>
            <a:custGeom>
              <a:avLst/>
              <a:gdLst/>
              <a:ahLst/>
              <a:cxnLst/>
              <a:rect l="l" t="t" r="r" b="b"/>
              <a:pathLst>
                <a:path w="161829" h="205168" extrusionOk="0">
                  <a:moveTo>
                    <a:pt x="149924" y="82868"/>
                  </a:moveTo>
                  <a:lnTo>
                    <a:pt x="148971" y="82868"/>
                  </a:lnTo>
                  <a:lnTo>
                    <a:pt x="148971" y="59912"/>
                  </a:lnTo>
                  <a:cubicBezTo>
                    <a:pt x="148971" y="25718"/>
                    <a:pt x="121920" y="0"/>
                    <a:pt x="86011" y="0"/>
                  </a:cubicBezTo>
                  <a:lnTo>
                    <a:pt x="78581" y="0"/>
                  </a:lnTo>
                  <a:cubicBezTo>
                    <a:pt x="41720" y="0"/>
                    <a:pt x="12764" y="26289"/>
                    <a:pt x="12764" y="59912"/>
                  </a:cubicBezTo>
                  <a:lnTo>
                    <a:pt x="12764" y="82868"/>
                  </a:lnTo>
                  <a:lnTo>
                    <a:pt x="11906" y="82868"/>
                  </a:lnTo>
                  <a:cubicBezTo>
                    <a:pt x="5334" y="82868"/>
                    <a:pt x="0" y="88202"/>
                    <a:pt x="0" y="94774"/>
                  </a:cubicBezTo>
                  <a:lnTo>
                    <a:pt x="0" y="154686"/>
                  </a:lnTo>
                  <a:cubicBezTo>
                    <a:pt x="0" y="182118"/>
                    <a:pt x="22670" y="205169"/>
                    <a:pt x="49625" y="205169"/>
                  </a:cubicBezTo>
                  <a:lnTo>
                    <a:pt x="115348" y="205169"/>
                  </a:lnTo>
                  <a:cubicBezTo>
                    <a:pt x="141446" y="205169"/>
                    <a:pt x="161830" y="182975"/>
                    <a:pt x="161830" y="154686"/>
                  </a:cubicBezTo>
                  <a:lnTo>
                    <a:pt x="161830" y="94774"/>
                  </a:lnTo>
                  <a:cubicBezTo>
                    <a:pt x="161830" y="88202"/>
                    <a:pt x="156496" y="82868"/>
                    <a:pt x="149924" y="82868"/>
                  </a:cubicBezTo>
                  <a:close/>
                  <a:moveTo>
                    <a:pt x="36671" y="59912"/>
                  </a:moveTo>
                  <a:cubicBezTo>
                    <a:pt x="36671" y="37243"/>
                    <a:pt x="58007" y="23813"/>
                    <a:pt x="78677" y="23813"/>
                  </a:cubicBezTo>
                  <a:lnTo>
                    <a:pt x="86106" y="23813"/>
                  </a:lnTo>
                  <a:cubicBezTo>
                    <a:pt x="109157" y="23813"/>
                    <a:pt x="125254" y="38672"/>
                    <a:pt x="125254" y="59912"/>
                  </a:cubicBezTo>
                  <a:lnTo>
                    <a:pt x="125254" y="82868"/>
                  </a:lnTo>
                  <a:lnTo>
                    <a:pt x="36671" y="82868"/>
                  </a:lnTo>
                  <a:lnTo>
                    <a:pt x="36671" y="59912"/>
                  </a:lnTo>
                  <a:close/>
                  <a:moveTo>
                    <a:pt x="138017" y="154686"/>
                  </a:moveTo>
                  <a:cubicBezTo>
                    <a:pt x="138017" y="167831"/>
                    <a:pt x="129540" y="181356"/>
                    <a:pt x="115348" y="181356"/>
                  </a:cubicBezTo>
                  <a:lnTo>
                    <a:pt x="49625" y="181356"/>
                  </a:lnTo>
                  <a:cubicBezTo>
                    <a:pt x="36100" y="181356"/>
                    <a:pt x="23813" y="168593"/>
                    <a:pt x="23813" y="154686"/>
                  </a:cubicBezTo>
                  <a:lnTo>
                    <a:pt x="23813" y="106680"/>
                  </a:lnTo>
                  <a:lnTo>
                    <a:pt x="138017" y="106680"/>
                  </a:lnTo>
                  <a:lnTo>
                    <a:pt x="138017" y="15468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76" name="Google Shape;3876;p98"/>
            <p:cNvSpPr/>
            <p:nvPr/>
          </p:nvSpPr>
          <p:spPr>
            <a:xfrm>
              <a:off x="939387" y="2371248"/>
              <a:ext cx="47053" cy="66865"/>
            </a:xfrm>
            <a:custGeom>
              <a:avLst/>
              <a:gdLst/>
              <a:ahLst/>
              <a:cxnLst/>
              <a:rect l="l" t="t" r="r" b="b"/>
              <a:pathLst>
                <a:path w="47053" h="66865" extrusionOk="0">
                  <a:moveTo>
                    <a:pt x="6477" y="53149"/>
                  </a:moveTo>
                  <a:cubicBezTo>
                    <a:pt x="6477" y="60674"/>
                    <a:pt x="12668" y="66866"/>
                    <a:pt x="20193" y="66866"/>
                  </a:cubicBezTo>
                  <a:lnTo>
                    <a:pt x="26765" y="66866"/>
                  </a:lnTo>
                  <a:cubicBezTo>
                    <a:pt x="34290" y="66866"/>
                    <a:pt x="40481" y="60674"/>
                    <a:pt x="40481" y="53149"/>
                  </a:cubicBezTo>
                  <a:lnTo>
                    <a:pt x="40481" y="39815"/>
                  </a:lnTo>
                  <a:cubicBezTo>
                    <a:pt x="44672" y="35433"/>
                    <a:pt x="47053" y="29718"/>
                    <a:pt x="47053" y="23527"/>
                  </a:cubicBezTo>
                  <a:cubicBezTo>
                    <a:pt x="47053" y="10573"/>
                    <a:pt x="36481" y="0"/>
                    <a:pt x="23527" y="0"/>
                  </a:cubicBezTo>
                  <a:cubicBezTo>
                    <a:pt x="10573" y="0"/>
                    <a:pt x="0" y="10573"/>
                    <a:pt x="0" y="23527"/>
                  </a:cubicBezTo>
                  <a:cubicBezTo>
                    <a:pt x="0" y="29623"/>
                    <a:pt x="2381" y="35433"/>
                    <a:pt x="6572" y="39815"/>
                  </a:cubicBezTo>
                  <a:lnTo>
                    <a:pt x="6572" y="53149"/>
                  </a:lnTo>
                  <a:close/>
                  <a:moveTo>
                    <a:pt x="23431" y="14288"/>
                  </a:moveTo>
                  <a:cubicBezTo>
                    <a:pt x="28575" y="14288"/>
                    <a:pt x="32671" y="18478"/>
                    <a:pt x="32671" y="23527"/>
                  </a:cubicBezTo>
                  <a:cubicBezTo>
                    <a:pt x="32671" y="26384"/>
                    <a:pt x="31337" y="29051"/>
                    <a:pt x="28956" y="30861"/>
                  </a:cubicBezTo>
                  <a:cubicBezTo>
                    <a:pt x="27146" y="32195"/>
                    <a:pt x="26098" y="34290"/>
                    <a:pt x="26098" y="36576"/>
                  </a:cubicBezTo>
                  <a:lnTo>
                    <a:pt x="26670" y="52483"/>
                  </a:lnTo>
                  <a:lnTo>
                    <a:pt x="20669" y="53054"/>
                  </a:lnTo>
                  <a:lnTo>
                    <a:pt x="20669" y="36576"/>
                  </a:lnTo>
                  <a:cubicBezTo>
                    <a:pt x="20669" y="34385"/>
                    <a:pt x="19621" y="32195"/>
                    <a:pt x="17812" y="30861"/>
                  </a:cubicBezTo>
                  <a:cubicBezTo>
                    <a:pt x="15430" y="29051"/>
                    <a:pt x="14097" y="26384"/>
                    <a:pt x="14097" y="23527"/>
                  </a:cubicBezTo>
                  <a:cubicBezTo>
                    <a:pt x="14097" y="18383"/>
                    <a:pt x="18288" y="14288"/>
                    <a:pt x="23336" y="142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77" name="Google Shape;3877;p98"/>
          <p:cNvGrpSpPr/>
          <p:nvPr/>
        </p:nvGrpSpPr>
        <p:grpSpPr>
          <a:xfrm>
            <a:off x="3618954" y="1008071"/>
            <a:ext cx="300065" cy="299877"/>
            <a:chOff x="1409689" y="1955895"/>
            <a:chExt cx="533449" cy="533114"/>
          </a:xfrm>
        </p:grpSpPr>
        <p:sp>
          <p:nvSpPr>
            <p:cNvPr id="3878" name="Google Shape;3878;p98"/>
            <p:cNvSpPr/>
            <p:nvPr/>
          </p:nvSpPr>
          <p:spPr>
            <a:xfrm>
              <a:off x="1555051" y="2103532"/>
              <a:ext cx="237839" cy="237744"/>
            </a:xfrm>
            <a:custGeom>
              <a:avLst/>
              <a:gdLst/>
              <a:ahLst/>
              <a:cxnLst/>
              <a:rect l="l" t="t" r="r" b="b"/>
              <a:pathLst>
                <a:path w="237839" h="237744" extrusionOk="0">
                  <a:moveTo>
                    <a:pt x="230410" y="102775"/>
                  </a:moveTo>
                  <a:lnTo>
                    <a:pt x="202311" y="118967"/>
                  </a:lnTo>
                  <a:lnTo>
                    <a:pt x="230410" y="135160"/>
                  </a:lnTo>
                  <a:cubicBezTo>
                    <a:pt x="237554" y="139256"/>
                    <a:pt x="239935" y="148304"/>
                    <a:pt x="235839" y="155353"/>
                  </a:cubicBezTo>
                  <a:cubicBezTo>
                    <a:pt x="231743" y="162401"/>
                    <a:pt x="222695" y="164783"/>
                    <a:pt x="215551" y="160782"/>
                  </a:cubicBezTo>
                  <a:lnTo>
                    <a:pt x="165164" y="131826"/>
                  </a:lnTo>
                  <a:cubicBezTo>
                    <a:pt x="161830" y="129921"/>
                    <a:pt x="159449" y="126873"/>
                    <a:pt x="158401" y="123444"/>
                  </a:cubicBezTo>
                  <a:cubicBezTo>
                    <a:pt x="157925" y="121825"/>
                    <a:pt x="157639" y="120206"/>
                    <a:pt x="157734" y="118681"/>
                  </a:cubicBezTo>
                  <a:cubicBezTo>
                    <a:pt x="157734" y="117539"/>
                    <a:pt x="157925" y="116395"/>
                    <a:pt x="158210" y="115157"/>
                  </a:cubicBezTo>
                  <a:cubicBezTo>
                    <a:pt x="159258" y="111538"/>
                    <a:pt x="161544" y="108299"/>
                    <a:pt x="165068" y="106299"/>
                  </a:cubicBezTo>
                  <a:lnTo>
                    <a:pt x="215456" y="77343"/>
                  </a:lnTo>
                  <a:cubicBezTo>
                    <a:pt x="222504" y="73247"/>
                    <a:pt x="231648" y="75724"/>
                    <a:pt x="235744" y="82772"/>
                  </a:cubicBezTo>
                  <a:cubicBezTo>
                    <a:pt x="239840" y="89821"/>
                    <a:pt x="237458" y="98869"/>
                    <a:pt x="230315" y="102965"/>
                  </a:cubicBezTo>
                  <a:close/>
                  <a:moveTo>
                    <a:pt x="203740" y="181261"/>
                  </a:moveTo>
                  <a:lnTo>
                    <a:pt x="153353" y="152305"/>
                  </a:lnTo>
                  <a:cubicBezTo>
                    <a:pt x="150686" y="150781"/>
                    <a:pt x="147638" y="150114"/>
                    <a:pt x="144780" y="150400"/>
                  </a:cubicBezTo>
                  <a:cubicBezTo>
                    <a:pt x="137065" y="150971"/>
                    <a:pt x="131064" y="157353"/>
                    <a:pt x="131064" y="165068"/>
                  </a:cubicBezTo>
                  <a:lnTo>
                    <a:pt x="131064" y="222980"/>
                  </a:lnTo>
                  <a:cubicBezTo>
                    <a:pt x="131064" y="231172"/>
                    <a:pt x="137636" y="237744"/>
                    <a:pt x="145923" y="237744"/>
                  </a:cubicBezTo>
                  <a:cubicBezTo>
                    <a:pt x="154210" y="237744"/>
                    <a:pt x="160782" y="231172"/>
                    <a:pt x="160782" y="222980"/>
                  </a:cubicBezTo>
                  <a:lnTo>
                    <a:pt x="160782" y="190595"/>
                  </a:lnTo>
                  <a:lnTo>
                    <a:pt x="188976" y="206788"/>
                  </a:lnTo>
                  <a:cubicBezTo>
                    <a:pt x="196025" y="210884"/>
                    <a:pt x="205169" y="208502"/>
                    <a:pt x="209264" y="201454"/>
                  </a:cubicBezTo>
                  <a:cubicBezTo>
                    <a:pt x="213360" y="194405"/>
                    <a:pt x="210979" y="185357"/>
                    <a:pt x="203835" y="181261"/>
                  </a:cubicBezTo>
                  <a:close/>
                  <a:moveTo>
                    <a:pt x="145637" y="124682"/>
                  </a:moveTo>
                  <a:lnTo>
                    <a:pt x="124682" y="145542"/>
                  </a:lnTo>
                  <a:cubicBezTo>
                    <a:pt x="124111" y="146113"/>
                    <a:pt x="122968" y="146685"/>
                    <a:pt x="122015" y="146685"/>
                  </a:cubicBezTo>
                  <a:lnTo>
                    <a:pt x="115824" y="146685"/>
                  </a:lnTo>
                  <a:cubicBezTo>
                    <a:pt x="114967" y="146685"/>
                    <a:pt x="113824" y="146209"/>
                    <a:pt x="113157" y="145542"/>
                  </a:cubicBezTo>
                  <a:lnTo>
                    <a:pt x="92202" y="124682"/>
                  </a:lnTo>
                  <a:cubicBezTo>
                    <a:pt x="91631" y="124111"/>
                    <a:pt x="91154" y="122873"/>
                    <a:pt x="91154" y="122111"/>
                  </a:cubicBezTo>
                  <a:lnTo>
                    <a:pt x="91154" y="116015"/>
                  </a:lnTo>
                  <a:cubicBezTo>
                    <a:pt x="91154" y="115157"/>
                    <a:pt x="91631" y="114014"/>
                    <a:pt x="92202" y="113348"/>
                  </a:cubicBezTo>
                  <a:lnTo>
                    <a:pt x="113157" y="92488"/>
                  </a:lnTo>
                  <a:cubicBezTo>
                    <a:pt x="113729" y="91916"/>
                    <a:pt x="114967" y="91440"/>
                    <a:pt x="115824" y="91440"/>
                  </a:cubicBezTo>
                  <a:lnTo>
                    <a:pt x="122015" y="91440"/>
                  </a:lnTo>
                  <a:cubicBezTo>
                    <a:pt x="122873" y="91440"/>
                    <a:pt x="124016" y="91916"/>
                    <a:pt x="124682" y="92488"/>
                  </a:cubicBezTo>
                  <a:lnTo>
                    <a:pt x="145637" y="113348"/>
                  </a:lnTo>
                  <a:cubicBezTo>
                    <a:pt x="146209" y="113919"/>
                    <a:pt x="146685" y="115157"/>
                    <a:pt x="146685" y="116015"/>
                  </a:cubicBezTo>
                  <a:lnTo>
                    <a:pt x="146685" y="122111"/>
                  </a:lnTo>
                  <a:cubicBezTo>
                    <a:pt x="146685" y="122968"/>
                    <a:pt x="146209" y="124111"/>
                    <a:pt x="145637" y="124682"/>
                  </a:cubicBezTo>
                  <a:close/>
                  <a:moveTo>
                    <a:pt x="128873" y="118872"/>
                  </a:moveTo>
                  <a:cubicBezTo>
                    <a:pt x="128873" y="118015"/>
                    <a:pt x="128397" y="116872"/>
                    <a:pt x="127730" y="116205"/>
                  </a:cubicBezTo>
                  <a:lnTo>
                    <a:pt x="121634" y="110204"/>
                  </a:lnTo>
                  <a:cubicBezTo>
                    <a:pt x="121063" y="109633"/>
                    <a:pt x="119825" y="109156"/>
                    <a:pt x="118967" y="109156"/>
                  </a:cubicBezTo>
                  <a:lnTo>
                    <a:pt x="118682" y="109156"/>
                  </a:lnTo>
                  <a:cubicBezTo>
                    <a:pt x="117824" y="109156"/>
                    <a:pt x="116681" y="109633"/>
                    <a:pt x="116110" y="110204"/>
                  </a:cubicBezTo>
                  <a:lnTo>
                    <a:pt x="110014" y="116205"/>
                  </a:lnTo>
                  <a:cubicBezTo>
                    <a:pt x="109442" y="116872"/>
                    <a:pt x="108966" y="118015"/>
                    <a:pt x="108966" y="118872"/>
                  </a:cubicBezTo>
                  <a:lnTo>
                    <a:pt x="108966" y="119062"/>
                  </a:lnTo>
                  <a:cubicBezTo>
                    <a:pt x="108966" y="119920"/>
                    <a:pt x="109442" y="121063"/>
                    <a:pt x="110014" y="121634"/>
                  </a:cubicBezTo>
                  <a:lnTo>
                    <a:pt x="116110" y="127635"/>
                  </a:lnTo>
                  <a:cubicBezTo>
                    <a:pt x="116681" y="128207"/>
                    <a:pt x="117920" y="128683"/>
                    <a:pt x="118682" y="128683"/>
                  </a:cubicBezTo>
                  <a:lnTo>
                    <a:pt x="118967" y="128683"/>
                  </a:lnTo>
                  <a:cubicBezTo>
                    <a:pt x="119825" y="128683"/>
                    <a:pt x="120968" y="128207"/>
                    <a:pt x="121634" y="127635"/>
                  </a:cubicBezTo>
                  <a:lnTo>
                    <a:pt x="127730" y="121634"/>
                  </a:lnTo>
                  <a:cubicBezTo>
                    <a:pt x="128302" y="121063"/>
                    <a:pt x="128873" y="119825"/>
                    <a:pt x="128873" y="119062"/>
                  </a:cubicBezTo>
                  <a:lnTo>
                    <a:pt x="128873" y="118872"/>
                  </a:lnTo>
                  <a:close/>
                  <a:moveTo>
                    <a:pt x="34100" y="56579"/>
                  </a:moveTo>
                  <a:lnTo>
                    <a:pt x="84487" y="85534"/>
                  </a:lnTo>
                  <a:cubicBezTo>
                    <a:pt x="87154" y="87058"/>
                    <a:pt x="90202" y="87725"/>
                    <a:pt x="93059" y="87440"/>
                  </a:cubicBezTo>
                  <a:cubicBezTo>
                    <a:pt x="100775" y="86868"/>
                    <a:pt x="106775" y="80486"/>
                    <a:pt x="106775" y="72676"/>
                  </a:cubicBezTo>
                  <a:lnTo>
                    <a:pt x="106775" y="14764"/>
                  </a:lnTo>
                  <a:cubicBezTo>
                    <a:pt x="106775" y="6667"/>
                    <a:pt x="100108" y="0"/>
                    <a:pt x="91916" y="0"/>
                  </a:cubicBezTo>
                  <a:cubicBezTo>
                    <a:pt x="83725" y="0"/>
                    <a:pt x="77057" y="6572"/>
                    <a:pt x="77057" y="14764"/>
                  </a:cubicBezTo>
                  <a:lnTo>
                    <a:pt x="77057" y="47149"/>
                  </a:lnTo>
                  <a:lnTo>
                    <a:pt x="48863" y="30956"/>
                  </a:lnTo>
                  <a:cubicBezTo>
                    <a:pt x="41815" y="26860"/>
                    <a:pt x="32766" y="29337"/>
                    <a:pt x="28575" y="36385"/>
                  </a:cubicBezTo>
                  <a:cubicBezTo>
                    <a:pt x="24479" y="43434"/>
                    <a:pt x="26861" y="52483"/>
                    <a:pt x="34004" y="56579"/>
                  </a:cubicBezTo>
                  <a:close/>
                  <a:moveTo>
                    <a:pt x="144780" y="87535"/>
                  </a:moveTo>
                  <a:cubicBezTo>
                    <a:pt x="147638" y="87725"/>
                    <a:pt x="150686" y="87154"/>
                    <a:pt x="153353" y="85630"/>
                  </a:cubicBezTo>
                  <a:lnTo>
                    <a:pt x="203740" y="56674"/>
                  </a:lnTo>
                  <a:cubicBezTo>
                    <a:pt x="210884" y="52578"/>
                    <a:pt x="213265" y="43529"/>
                    <a:pt x="209169" y="36481"/>
                  </a:cubicBezTo>
                  <a:cubicBezTo>
                    <a:pt x="205073" y="29432"/>
                    <a:pt x="196025" y="27051"/>
                    <a:pt x="188881" y="31052"/>
                  </a:cubicBezTo>
                  <a:lnTo>
                    <a:pt x="160687" y="47244"/>
                  </a:lnTo>
                  <a:lnTo>
                    <a:pt x="160687" y="14859"/>
                  </a:lnTo>
                  <a:cubicBezTo>
                    <a:pt x="160687" y="6763"/>
                    <a:pt x="154019" y="95"/>
                    <a:pt x="145828" y="95"/>
                  </a:cubicBezTo>
                  <a:cubicBezTo>
                    <a:pt x="137636" y="95"/>
                    <a:pt x="130969" y="6667"/>
                    <a:pt x="130969" y="14859"/>
                  </a:cubicBezTo>
                  <a:lnTo>
                    <a:pt x="130969" y="72771"/>
                  </a:lnTo>
                  <a:cubicBezTo>
                    <a:pt x="130969" y="80581"/>
                    <a:pt x="136970" y="86963"/>
                    <a:pt x="144685" y="87535"/>
                  </a:cubicBezTo>
                  <a:close/>
                  <a:moveTo>
                    <a:pt x="93155" y="150400"/>
                  </a:moveTo>
                  <a:cubicBezTo>
                    <a:pt x="90297" y="150114"/>
                    <a:pt x="87249" y="150781"/>
                    <a:pt x="84582" y="152305"/>
                  </a:cubicBezTo>
                  <a:lnTo>
                    <a:pt x="34195" y="181261"/>
                  </a:lnTo>
                  <a:cubicBezTo>
                    <a:pt x="27146" y="185357"/>
                    <a:pt x="24670" y="194405"/>
                    <a:pt x="28766" y="201454"/>
                  </a:cubicBezTo>
                  <a:cubicBezTo>
                    <a:pt x="32861" y="208502"/>
                    <a:pt x="41910" y="210884"/>
                    <a:pt x="49054" y="206788"/>
                  </a:cubicBezTo>
                  <a:lnTo>
                    <a:pt x="77248" y="190595"/>
                  </a:lnTo>
                  <a:lnTo>
                    <a:pt x="77248" y="222980"/>
                  </a:lnTo>
                  <a:cubicBezTo>
                    <a:pt x="77248" y="231172"/>
                    <a:pt x="83915" y="237744"/>
                    <a:pt x="92107" y="237744"/>
                  </a:cubicBezTo>
                  <a:cubicBezTo>
                    <a:pt x="100298" y="237744"/>
                    <a:pt x="106966" y="231172"/>
                    <a:pt x="106966" y="222980"/>
                  </a:cubicBezTo>
                  <a:lnTo>
                    <a:pt x="106966" y="165068"/>
                  </a:lnTo>
                  <a:cubicBezTo>
                    <a:pt x="106966" y="157258"/>
                    <a:pt x="100870" y="150876"/>
                    <a:pt x="93250" y="150400"/>
                  </a:cubicBezTo>
                  <a:close/>
                  <a:moveTo>
                    <a:pt x="79439" y="123349"/>
                  </a:moveTo>
                  <a:cubicBezTo>
                    <a:pt x="79915" y="121730"/>
                    <a:pt x="80105" y="120110"/>
                    <a:pt x="80105" y="118586"/>
                  </a:cubicBezTo>
                  <a:cubicBezTo>
                    <a:pt x="80105" y="117443"/>
                    <a:pt x="79915" y="116300"/>
                    <a:pt x="79534" y="115062"/>
                  </a:cubicBezTo>
                  <a:cubicBezTo>
                    <a:pt x="78581" y="111442"/>
                    <a:pt x="76200" y="108204"/>
                    <a:pt x="72676" y="106204"/>
                  </a:cubicBezTo>
                  <a:lnTo>
                    <a:pt x="22289" y="77248"/>
                  </a:lnTo>
                  <a:cubicBezTo>
                    <a:pt x="15145" y="73152"/>
                    <a:pt x="6096" y="75629"/>
                    <a:pt x="2000" y="82677"/>
                  </a:cubicBezTo>
                  <a:cubicBezTo>
                    <a:pt x="-2095" y="89726"/>
                    <a:pt x="286" y="98774"/>
                    <a:pt x="7430" y="102870"/>
                  </a:cubicBezTo>
                  <a:lnTo>
                    <a:pt x="35528" y="119062"/>
                  </a:lnTo>
                  <a:lnTo>
                    <a:pt x="7430" y="135255"/>
                  </a:lnTo>
                  <a:cubicBezTo>
                    <a:pt x="286" y="139351"/>
                    <a:pt x="-2095" y="148400"/>
                    <a:pt x="2000" y="155448"/>
                  </a:cubicBezTo>
                  <a:cubicBezTo>
                    <a:pt x="6096" y="162497"/>
                    <a:pt x="15145" y="164878"/>
                    <a:pt x="22289" y="160877"/>
                  </a:cubicBezTo>
                  <a:lnTo>
                    <a:pt x="72676" y="131921"/>
                  </a:lnTo>
                  <a:cubicBezTo>
                    <a:pt x="76105" y="130016"/>
                    <a:pt x="78391" y="126968"/>
                    <a:pt x="79439" y="12353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79" name="Google Shape;3879;p98"/>
            <p:cNvSpPr/>
            <p:nvPr/>
          </p:nvSpPr>
          <p:spPr>
            <a:xfrm>
              <a:off x="1409689" y="1955895"/>
              <a:ext cx="533449" cy="533114"/>
            </a:xfrm>
            <a:custGeom>
              <a:avLst/>
              <a:gdLst/>
              <a:ahLst/>
              <a:cxnLst/>
              <a:rect l="l" t="t" r="r" b="b"/>
              <a:pathLst>
                <a:path w="533449" h="533114" extrusionOk="0">
                  <a:moveTo>
                    <a:pt x="532744" y="330136"/>
                  </a:moveTo>
                  <a:cubicBezTo>
                    <a:pt x="531030" y="324517"/>
                    <a:pt x="527505" y="320135"/>
                    <a:pt x="522552" y="317468"/>
                  </a:cubicBezTo>
                  <a:lnTo>
                    <a:pt x="485976" y="297466"/>
                  </a:lnTo>
                  <a:cubicBezTo>
                    <a:pt x="487119" y="286703"/>
                    <a:pt x="487119" y="276701"/>
                    <a:pt x="487119" y="265462"/>
                  </a:cubicBezTo>
                  <a:cubicBezTo>
                    <a:pt x="487119" y="254222"/>
                    <a:pt x="487119" y="244316"/>
                    <a:pt x="486072" y="234220"/>
                  </a:cubicBezTo>
                  <a:lnTo>
                    <a:pt x="522838" y="213360"/>
                  </a:lnTo>
                  <a:cubicBezTo>
                    <a:pt x="527601" y="210693"/>
                    <a:pt x="531315" y="206121"/>
                    <a:pt x="532649" y="200692"/>
                  </a:cubicBezTo>
                  <a:cubicBezTo>
                    <a:pt x="534078" y="195358"/>
                    <a:pt x="533316" y="189833"/>
                    <a:pt x="530649" y="184976"/>
                  </a:cubicBezTo>
                  <a:lnTo>
                    <a:pt x="468927" y="80296"/>
                  </a:lnTo>
                  <a:cubicBezTo>
                    <a:pt x="465212" y="74009"/>
                    <a:pt x="458354" y="70104"/>
                    <a:pt x="451020" y="70104"/>
                  </a:cubicBezTo>
                  <a:cubicBezTo>
                    <a:pt x="447591" y="70104"/>
                    <a:pt x="444257" y="70961"/>
                    <a:pt x="441209" y="72581"/>
                  </a:cubicBezTo>
                  <a:lnTo>
                    <a:pt x="403776" y="93059"/>
                  </a:lnTo>
                  <a:cubicBezTo>
                    <a:pt x="390060" y="82391"/>
                    <a:pt x="371867" y="69818"/>
                    <a:pt x="347388" y="60008"/>
                  </a:cubicBezTo>
                  <a:lnTo>
                    <a:pt x="347388" y="20669"/>
                  </a:lnTo>
                  <a:cubicBezTo>
                    <a:pt x="347388" y="9239"/>
                    <a:pt x="338148" y="0"/>
                    <a:pt x="326718" y="0"/>
                  </a:cubicBezTo>
                  <a:lnTo>
                    <a:pt x="202417" y="0"/>
                  </a:lnTo>
                  <a:cubicBezTo>
                    <a:pt x="190987" y="0"/>
                    <a:pt x="181748" y="9239"/>
                    <a:pt x="181748" y="20669"/>
                  </a:cubicBezTo>
                  <a:lnTo>
                    <a:pt x="181748" y="60103"/>
                  </a:lnTo>
                  <a:cubicBezTo>
                    <a:pt x="160317" y="68866"/>
                    <a:pt x="144696" y="80391"/>
                    <a:pt x="129837" y="92488"/>
                  </a:cubicBezTo>
                  <a:lnTo>
                    <a:pt x="96118" y="72866"/>
                  </a:lnTo>
                  <a:cubicBezTo>
                    <a:pt x="92975" y="71057"/>
                    <a:pt x="89355" y="70009"/>
                    <a:pt x="85736" y="70009"/>
                  </a:cubicBezTo>
                  <a:cubicBezTo>
                    <a:pt x="78402" y="70009"/>
                    <a:pt x="71639" y="73914"/>
                    <a:pt x="67924" y="80201"/>
                  </a:cubicBezTo>
                  <a:lnTo>
                    <a:pt x="6297" y="184785"/>
                  </a:lnTo>
                  <a:cubicBezTo>
                    <a:pt x="3440" y="189548"/>
                    <a:pt x="2678" y="195358"/>
                    <a:pt x="4202" y="200787"/>
                  </a:cubicBezTo>
                  <a:cubicBezTo>
                    <a:pt x="5440" y="205930"/>
                    <a:pt x="9060" y="210598"/>
                    <a:pt x="13917" y="213360"/>
                  </a:cubicBezTo>
                  <a:lnTo>
                    <a:pt x="52208" y="234982"/>
                  </a:lnTo>
                  <a:cubicBezTo>
                    <a:pt x="52113" y="236030"/>
                    <a:pt x="52017" y="236982"/>
                    <a:pt x="51827" y="238030"/>
                  </a:cubicBezTo>
                  <a:lnTo>
                    <a:pt x="51351" y="242030"/>
                  </a:lnTo>
                  <a:cubicBezTo>
                    <a:pt x="50303" y="249460"/>
                    <a:pt x="49636" y="257461"/>
                    <a:pt x="49446" y="265271"/>
                  </a:cubicBezTo>
                  <a:lnTo>
                    <a:pt x="49446" y="296323"/>
                  </a:lnTo>
                  <a:cubicBezTo>
                    <a:pt x="49446" y="296323"/>
                    <a:pt x="10774" y="317468"/>
                    <a:pt x="10774" y="317468"/>
                  </a:cubicBezTo>
                  <a:cubicBezTo>
                    <a:pt x="5916" y="320040"/>
                    <a:pt x="2297" y="324517"/>
                    <a:pt x="773" y="329851"/>
                  </a:cubicBezTo>
                  <a:cubicBezTo>
                    <a:pt x="-751" y="335471"/>
                    <a:pt x="11" y="341090"/>
                    <a:pt x="2773" y="345948"/>
                  </a:cubicBezTo>
                  <a:lnTo>
                    <a:pt x="64495" y="452819"/>
                  </a:lnTo>
                  <a:cubicBezTo>
                    <a:pt x="68210" y="459200"/>
                    <a:pt x="75068" y="463201"/>
                    <a:pt x="82402" y="463201"/>
                  </a:cubicBezTo>
                  <a:cubicBezTo>
                    <a:pt x="85831" y="463201"/>
                    <a:pt x="89260" y="462344"/>
                    <a:pt x="92308" y="460629"/>
                  </a:cubicBezTo>
                  <a:lnTo>
                    <a:pt x="129837" y="440150"/>
                  </a:lnTo>
                  <a:cubicBezTo>
                    <a:pt x="144600" y="451866"/>
                    <a:pt x="160221" y="463868"/>
                    <a:pt x="181748" y="472250"/>
                  </a:cubicBezTo>
                  <a:lnTo>
                    <a:pt x="181748" y="512445"/>
                  </a:lnTo>
                  <a:cubicBezTo>
                    <a:pt x="181748" y="523875"/>
                    <a:pt x="190987" y="533114"/>
                    <a:pt x="202417" y="533114"/>
                  </a:cubicBezTo>
                  <a:lnTo>
                    <a:pt x="326718" y="533114"/>
                  </a:lnTo>
                  <a:cubicBezTo>
                    <a:pt x="338148" y="533114"/>
                    <a:pt x="347388" y="523875"/>
                    <a:pt x="347388" y="512445"/>
                  </a:cubicBezTo>
                  <a:lnTo>
                    <a:pt x="347388" y="472440"/>
                  </a:lnTo>
                  <a:cubicBezTo>
                    <a:pt x="369676" y="463868"/>
                    <a:pt x="387583" y="451961"/>
                    <a:pt x="403490" y="439960"/>
                  </a:cubicBezTo>
                  <a:lnTo>
                    <a:pt x="441114" y="460534"/>
                  </a:lnTo>
                  <a:cubicBezTo>
                    <a:pt x="444162" y="462153"/>
                    <a:pt x="447591" y="463106"/>
                    <a:pt x="451020" y="463106"/>
                  </a:cubicBezTo>
                  <a:cubicBezTo>
                    <a:pt x="458354" y="463106"/>
                    <a:pt x="465307" y="459105"/>
                    <a:pt x="468927" y="452723"/>
                  </a:cubicBezTo>
                  <a:lnTo>
                    <a:pt x="530649" y="345948"/>
                  </a:lnTo>
                  <a:cubicBezTo>
                    <a:pt x="533411" y="340995"/>
                    <a:pt x="534173" y="335375"/>
                    <a:pt x="532744" y="330041"/>
                  </a:cubicBezTo>
                  <a:close/>
                  <a:moveTo>
                    <a:pt x="207846" y="437674"/>
                  </a:moveTo>
                  <a:cubicBezTo>
                    <a:pt x="184605" y="431102"/>
                    <a:pt x="169746" y="419195"/>
                    <a:pt x="152411" y="405384"/>
                  </a:cubicBezTo>
                  <a:lnTo>
                    <a:pt x="144696" y="399193"/>
                  </a:lnTo>
                  <a:cubicBezTo>
                    <a:pt x="140981" y="396335"/>
                    <a:pt x="136409" y="394716"/>
                    <a:pt x="131837" y="394716"/>
                  </a:cubicBezTo>
                  <a:cubicBezTo>
                    <a:pt x="128408" y="394716"/>
                    <a:pt x="124979" y="395573"/>
                    <a:pt x="121931" y="397193"/>
                  </a:cubicBezTo>
                  <a:lnTo>
                    <a:pt x="90117" y="414623"/>
                  </a:lnTo>
                  <a:lnTo>
                    <a:pt x="49160" y="343662"/>
                  </a:lnTo>
                  <a:lnTo>
                    <a:pt x="80021" y="326708"/>
                  </a:lnTo>
                  <a:cubicBezTo>
                    <a:pt x="86688" y="323088"/>
                    <a:pt x="90784" y="316135"/>
                    <a:pt x="90784" y="308515"/>
                  </a:cubicBezTo>
                  <a:lnTo>
                    <a:pt x="90784" y="265367"/>
                  </a:lnTo>
                  <a:cubicBezTo>
                    <a:pt x="90975" y="259366"/>
                    <a:pt x="91451" y="253079"/>
                    <a:pt x="92213" y="246983"/>
                  </a:cubicBezTo>
                  <a:cubicBezTo>
                    <a:pt x="93356" y="239363"/>
                    <a:pt x="94023" y="231362"/>
                    <a:pt x="94118" y="223456"/>
                  </a:cubicBezTo>
                  <a:cubicBezTo>
                    <a:pt x="94118" y="215932"/>
                    <a:pt x="90022" y="209074"/>
                    <a:pt x="83545" y="205454"/>
                  </a:cubicBezTo>
                  <a:lnTo>
                    <a:pt x="52398" y="187738"/>
                  </a:lnTo>
                  <a:lnTo>
                    <a:pt x="92784" y="118872"/>
                  </a:lnTo>
                  <a:lnTo>
                    <a:pt x="121264" y="135446"/>
                  </a:lnTo>
                  <a:cubicBezTo>
                    <a:pt x="124312" y="137351"/>
                    <a:pt x="128027" y="138303"/>
                    <a:pt x="131742" y="138303"/>
                  </a:cubicBezTo>
                  <a:cubicBezTo>
                    <a:pt x="136599" y="138303"/>
                    <a:pt x="141267" y="136589"/>
                    <a:pt x="144981" y="133541"/>
                  </a:cubicBezTo>
                  <a:lnTo>
                    <a:pt x="146696" y="132112"/>
                  </a:lnTo>
                  <a:cubicBezTo>
                    <a:pt x="167270" y="114871"/>
                    <a:pt x="182129" y="102489"/>
                    <a:pt x="208418" y="94202"/>
                  </a:cubicBezTo>
                  <a:cubicBezTo>
                    <a:pt x="217086" y="91440"/>
                    <a:pt x="222896" y="83534"/>
                    <a:pt x="222896" y="74486"/>
                  </a:cubicBezTo>
                  <a:lnTo>
                    <a:pt x="222896" y="41148"/>
                  </a:lnTo>
                  <a:lnTo>
                    <a:pt x="305859" y="41148"/>
                  </a:lnTo>
                  <a:lnTo>
                    <a:pt x="305859" y="74390"/>
                  </a:lnTo>
                  <a:cubicBezTo>
                    <a:pt x="305859" y="83439"/>
                    <a:pt x="311669" y="91440"/>
                    <a:pt x="320337" y="94107"/>
                  </a:cubicBezTo>
                  <a:cubicBezTo>
                    <a:pt x="347864" y="102680"/>
                    <a:pt x="367295" y="116015"/>
                    <a:pt x="388059" y="133350"/>
                  </a:cubicBezTo>
                  <a:cubicBezTo>
                    <a:pt x="391869" y="136493"/>
                    <a:pt x="396537" y="138113"/>
                    <a:pt x="401394" y="138113"/>
                  </a:cubicBezTo>
                  <a:cubicBezTo>
                    <a:pt x="404823" y="138113"/>
                    <a:pt x="408252" y="137255"/>
                    <a:pt x="411205" y="135636"/>
                  </a:cubicBezTo>
                  <a:lnTo>
                    <a:pt x="443209" y="118205"/>
                  </a:lnTo>
                  <a:lnTo>
                    <a:pt x="483976" y="187547"/>
                  </a:lnTo>
                  <a:lnTo>
                    <a:pt x="452734" y="205264"/>
                  </a:lnTo>
                  <a:cubicBezTo>
                    <a:pt x="444447" y="209931"/>
                    <a:pt x="440447" y="219647"/>
                    <a:pt x="443019" y="228791"/>
                  </a:cubicBezTo>
                  <a:cubicBezTo>
                    <a:pt x="445495" y="237935"/>
                    <a:pt x="445495" y="251841"/>
                    <a:pt x="445495" y="265271"/>
                  </a:cubicBezTo>
                  <a:cubicBezTo>
                    <a:pt x="445495" y="278702"/>
                    <a:pt x="445495" y="291179"/>
                    <a:pt x="442733" y="304133"/>
                  </a:cubicBezTo>
                  <a:cubicBezTo>
                    <a:pt x="440637" y="313087"/>
                    <a:pt x="444924" y="322421"/>
                    <a:pt x="453210" y="326708"/>
                  </a:cubicBezTo>
                  <a:lnTo>
                    <a:pt x="483976" y="343567"/>
                  </a:lnTo>
                  <a:lnTo>
                    <a:pt x="443019" y="414528"/>
                  </a:lnTo>
                  <a:lnTo>
                    <a:pt x="411300" y="397193"/>
                  </a:lnTo>
                  <a:cubicBezTo>
                    <a:pt x="408252" y="395573"/>
                    <a:pt x="404823" y="394621"/>
                    <a:pt x="401299" y="394621"/>
                  </a:cubicBezTo>
                  <a:cubicBezTo>
                    <a:pt x="396727" y="394621"/>
                    <a:pt x="392155" y="396145"/>
                    <a:pt x="388536" y="399002"/>
                  </a:cubicBezTo>
                  <a:cubicBezTo>
                    <a:pt x="368438" y="414909"/>
                    <a:pt x="348245" y="429863"/>
                    <a:pt x="320908" y="437579"/>
                  </a:cubicBezTo>
                  <a:cubicBezTo>
                    <a:pt x="312050" y="440055"/>
                    <a:pt x="305859" y="448151"/>
                    <a:pt x="305763" y="457295"/>
                  </a:cubicBezTo>
                  <a:lnTo>
                    <a:pt x="305763" y="491776"/>
                  </a:lnTo>
                  <a:lnTo>
                    <a:pt x="222801" y="491776"/>
                  </a:lnTo>
                  <a:lnTo>
                    <a:pt x="222801" y="457391"/>
                  </a:lnTo>
                  <a:cubicBezTo>
                    <a:pt x="222801" y="448151"/>
                    <a:pt x="216514" y="439960"/>
                    <a:pt x="207656" y="43757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80" name="Google Shape;3880;p98"/>
          <p:cNvGrpSpPr/>
          <p:nvPr/>
        </p:nvGrpSpPr>
        <p:grpSpPr>
          <a:xfrm>
            <a:off x="5215709" y="2544621"/>
            <a:ext cx="294626" cy="294626"/>
            <a:chOff x="3001962" y="1998662"/>
            <a:chExt cx="523779" cy="523779"/>
          </a:xfrm>
        </p:grpSpPr>
        <p:sp>
          <p:nvSpPr>
            <p:cNvPr id="3881" name="Google Shape;3881;p98"/>
            <p:cNvSpPr/>
            <p:nvPr/>
          </p:nvSpPr>
          <p:spPr>
            <a:xfrm>
              <a:off x="3001962" y="1998662"/>
              <a:ext cx="523779" cy="523779"/>
            </a:xfrm>
            <a:custGeom>
              <a:avLst/>
              <a:gdLst/>
              <a:ahLst/>
              <a:cxnLst/>
              <a:rect l="l" t="t" r="r" b="b"/>
              <a:pathLst>
                <a:path w="523779" h="523779" extrusionOk="0">
                  <a:moveTo>
                    <a:pt x="447104" y="0"/>
                  </a:moveTo>
                  <a:lnTo>
                    <a:pt x="76772" y="0"/>
                  </a:lnTo>
                  <a:cubicBezTo>
                    <a:pt x="34385" y="0"/>
                    <a:pt x="0" y="34481"/>
                    <a:pt x="0" y="76772"/>
                  </a:cubicBezTo>
                  <a:lnTo>
                    <a:pt x="0" y="447008"/>
                  </a:lnTo>
                  <a:cubicBezTo>
                    <a:pt x="0" y="489395"/>
                    <a:pt x="34481" y="523780"/>
                    <a:pt x="76772" y="523780"/>
                  </a:cubicBezTo>
                  <a:lnTo>
                    <a:pt x="447008" y="523780"/>
                  </a:lnTo>
                  <a:cubicBezTo>
                    <a:pt x="489395" y="523780"/>
                    <a:pt x="523780" y="489299"/>
                    <a:pt x="523780" y="447008"/>
                  </a:cubicBezTo>
                  <a:lnTo>
                    <a:pt x="523780" y="76772"/>
                  </a:lnTo>
                  <a:cubicBezTo>
                    <a:pt x="523780" y="34385"/>
                    <a:pt x="489299" y="0"/>
                    <a:pt x="447008" y="0"/>
                  </a:cubicBezTo>
                  <a:close/>
                  <a:moveTo>
                    <a:pt x="485775" y="447104"/>
                  </a:moveTo>
                  <a:cubicBezTo>
                    <a:pt x="485775" y="468440"/>
                    <a:pt x="468440" y="485775"/>
                    <a:pt x="447104" y="485775"/>
                  </a:cubicBezTo>
                  <a:lnTo>
                    <a:pt x="76772" y="485775"/>
                  </a:lnTo>
                  <a:cubicBezTo>
                    <a:pt x="55435" y="485775"/>
                    <a:pt x="38100" y="468440"/>
                    <a:pt x="38100" y="447104"/>
                  </a:cubicBezTo>
                  <a:lnTo>
                    <a:pt x="38100" y="76772"/>
                  </a:lnTo>
                  <a:cubicBezTo>
                    <a:pt x="38100" y="55435"/>
                    <a:pt x="55435" y="38100"/>
                    <a:pt x="76772" y="38100"/>
                  </a:cubicBezTo>
                  <a:lnTo>
                    <a:pt x="447008" y="38100"/>
                  </a:lnTo>
                  <a:cubicBezTo>
                    <a:pt x="468344" y="38100"/>
                    <a:pt x="485680" y="55435"/>
                    <a:pt x="485680" y="76772"/>
                  </a:cubicBezTo>
                  <a:lnTo>
                    <a:pt x="485680" y="44700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82" name="Google Shape;3882;p98"/>
            <p:cNvSpPr/>
            <p:nvPr/>
          </p:nvSpPr>
          <p:spPr>
            <a:xfrm>
              <a:off x="3091878" y="2092674"/>
              <a:ext cx="343947" cy="100679"/>
            </a:xfrm>
            <a:custGeom>
              <a:avLst/>
              <a:gdLst/>
              <a:ahLst/>
              <a:cxnLst/>
              <a:rect l="l" t="t" r="r" b="b"/>
              <a:pathLst>
                <a:path w="343947" h="100679" extrusionOk="0">
                  <a:moveTo>
                    <a:pt x="332137" y="38386"/>
                  </a:moveTo>
                  <a:lnTo>
                    <a:pt x="297561" y="38386"/>
                  </a:lnTo>
                  <a:cubicBezTo>
                    <a:pt x="292132" y="16383"/>
                    <a:pt x="272415" y="0"/>
                    <a:pt x="248793" y="0"/>
                  </a:cubicBezTo>
                  <a:cubicBezTo>
                    <a:pt x="225171" y="0"/>
                    <a:pt x="205454" y="16383"/>
                    <a:pt x="200025" y="38386"/>
                  </a:cubicBezTo>
                  <a:lnTo>
                    <a:pt x="11906" y="38386"/>
                  </a:lnTo>
                  <a:cubicBezTo>
                    <a:pt x="5334" y="38386"/>
                    <a:pt x="0" y="43720"/>
                    <a:pt x="0" y="50292"/>
                  </a:cubicBezTo>
                  <a:cubicBezTo>
                    <a:pt x="0" y="56864"/>
                    <a:pt x="5334" y="62198"/>
                    <a:pt x="11906" y="62198"/>
                  </a:cubicBezTo>
                  <a:lnTo>
                    <a:pt x="200025" y="62198"/>
                  </a:lnTo>
                  <a:cubicBezTo>
                    <a:pt x="205359" y="84201"/>
                    <a:pt x="225171" y="100679"/>
                    <a:pt x="248793" y="100679"/>
                  </a:cubicBezTo>
                  <a:cubicBezTo>
                    <a:pt x="272415" y="100679"/>
                    <a:pt x="292227" y="84201"/>
                    <a:pt x="297561" y="62198"/>
                  </a:cubicBezTo>
                  <a:lnTo>
                    <a:pt x="332042" y="62198"/>
                  </a:lnTo>
                  <a:cubicBezTo>
                    <a:pt x="338614" y="62198"/>
                    <a:pt x="343948" y="56864"/>
                    <a:pt x="343948" y="50292"/>
                  </a:cubicBezTo>
                  <a:cubicBezTo>
                    <a:pt x="343948" y="43720"/>
                    <a:pt x="338614" y="38386"/>
                    <a:pt x="332042" y="38386"/>
                  </a:cubicBezTo>
                  <a:close/>
                  <a:moveTo>
                    <a:pt x="248888" y="76867"/>
                  </a:moveTo>
                  <a:cubicBezTo>
                    <a:pt x="234315" y="76867"/>
                    <a:pt x="222409" y="65056"/>
                    <a:pt x="222409" y="50483"/>
                  </a:cubicBezTo>
                  <a:cubicBezTo>
                    <a:pt x="222409" y="50483"/>
                    <a:pt x="222409" y="50387"/>
                    <a:pt x="222409" y="50292"/>
                  </a:cubicBezTo>
                  <a:cubicBezTo>
                    <a:pt x="222409" y="50292"/>
                    <a:pt x="222409" y="50292"/>
                    <a:pt x="222409" y="50197"/>
                  </a:cubicBezTo>
                  <a:cubicBezTo>
                    <a:pt x="222504" y="35624"/>
                    <a:pt x="234315" y="23908"/>
                    <a:pt x="248888" y="23908"/>
                  </a:cubicBezTo>
                  <a:cubicBezTo>
                    <a:pt x="263462" y="23908"/>
                    <a:pt x="275177" y="35624"/>
                    <a:pt x="275368" y="50101"/>
                  </a:cubicBezTo>
                  <a:cubicBezTo>
                    <a:pt x="275368" y="50101"/>
                    <a:pt x="275368" y="50197"/>
                    <a:pt x="275368" y="50292"/>
                  </a:cubicBezTo>
                  <a:cubicBezTo>
                    <a:pt x="275368" y="50292"/>
                    <a:pt x="275368" y="50483"/>
                    <a:pt x="275368" y="50578"/>
                  </a:cubicBezTo>
                  <a:cubicBezTo>
                    <a:pt x="275273" y="65151"/>
                    <a:pt x="263462" y="76867"/>
                    <a:pt x="248888" y="7686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83" name="Google Shape;3883;p98"/>
            <p:cNvSpPr/>
            <p:nvPr/>
          </p:nvSpPr>
          <p:spPr>
            <a:xfrm>
              <a:off x="3091973" y="2206688"/>
              <a:ext cx="343947" cy="100679"/>
            </a:xfrm>
            <a:custGeom>
              <a:avLst/>
              <a:gdLst/>
              <a:ahLst/>
              <a:cxnLst/>
              <a:rect l="l" t="t" r="r" b="b"/>
              <a:pathLst>
                <a:path w="343947" h="100679" extrusionOk="0">
                  <a:moveTo>
                    <a:pt x="332042" y="42005"/>
                  </a:moveTo>
                  <a:lnTo>
                    <a:pt x="153162" y="42005"/>
                  </a:lnTo>
                  <a:cubicBezTo>
                    <a:pt x="149162" y="18288"/>
                    <a:pt x="128588" y="0"/>
                    <a:pt x="103727" y="0"/>
                  </a:cubicBezTo>
                  <a:cubicBezTo>
                    <a:pt x="78867" y="0"/>
                    <a:pt x="58293" y="18193"/>
                    <a:pt x="54293" y="42005"/>
                  </a:cubicBezTo>
                  <a:lnTo>
                    <a:pt x="11906" y="42005"/>
                  </a:lnTo>
                  <a:cubicBezTo>
                    <a:pt x="5334" y="42005"/>
                    <a:pt x="0" y="47339"/>
                    <a:pt x="0" y="53912"/>
                  </a:cubicBezTo>
                  <a:cubicBezTo>
                    <a:pt x="0" y="60484"/>
                    <a:pt x="5334" y="65818"/>
                    <a:pt x="11906" y="65818"/>
                  </a:cubicBezTo>
                  <a:lnTo>
                    <a:pt x="56102" y="65818"/>
                  </a:lnTo>
                  <a:cubicBezTo>
                    <a:pt x="62675" y="86011"/>
                    <a:pt x="81439" y="100679"/>
                    <a:pt x="103727" y="100679"/>
                  </a:cubicBezTo>
                  <a:cubicBezTo>
                    <a:pt x="126016" y="100679"/>
                    <a:pt x="144780" y="86011"/>
                    <a:pt x="151352" y="65818"/>
                  </a:cubicBezTo>
                  <a:lnTo>
                    <a:pt x="332042" y="65818"/>
                  </a:lnTo>
                  <a:cubicBezTo>
                    <a:pt x="338614" y="65818"/>
                    <a:pt x="343948" y="60484"/>
                    <a:pt x="343948" y="53912"/>
                  </a:cubicBezTo>
                  <a:cubicBezTo>
                    <a:pt x="343948" y="47339"/>
                    <a:pt x="338614" y="42005"/>
                    <a:pt x="332042" y="42005"/>
                  </a:cubicBezTo>
                  <a:close/>
                  <a:moveTo>
                    <a:pt x="103727" y="76867"/>
                  </a:moveTo>
                  <a:cubicBezTo>
                    <a:pt x="89154" y="76867"/>
                    <a:pt x="77248" y="64960"/>
                    <a:pt x="77248" y="50387"/>
                  </a:cubicBezTo>
                  <a:cubicBezTo>
                    <a:pt x="77248" y="35814"/>
                    <a:pt x="89154" y="23908"/>
                    <a:pt x="103727" y="23908"/>
                  </a:cubicBezTo>
                  <a:cubicBezTo>
                    <a:pt x="118301" y="23908"/>
                    <a:pt x="130207" y="35814"/>
                    <a:pt x="130207" y="50387"/>
                  </a:cubicBezTo>
                  <a:cubicBezTo>
                    <a:pt x="130207" y="64960"/>
                    <a:pt x="118301" y="76867"/>
                    <a:pt x="103727" y="7686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84" name="Google Shape;3884;p98"/>
            <p:cNvSpPr/>
            <p:nvPr/>
          </p:nvSpPr>
          <p:spPr>
            <a:xfrm>
              <a:off x="3091878" y="2327846"/>
              <a:ext cx="344043" cy="100679"/>
            </a:xfrm>
            <a:custGeom>
              <a:avLst/>
              <a:gdLst/>
              <a:ahLst/>
              <a:cxnLst/>
              <a:rect l="l" t="t" r="r" b="b"/>
              <a:pathLst>
                <a:path w="344043" h="100679" extrusionOk="0">
                  <a:moveTo>
                    <a:pt x="332137" y="38481"/>
                  </a:moveTo>
                  <a:lnTo>
                    <a:pt x="220790" y="38481"/>
                  </a:lnTo>
                  <a:cubicBezTo>
                    <a:pt x="215456" y="16478"/>
                    <a:pt x="195644" y="0"/>
                    <a:pt x="172022" y="0"/>
                  </a:cubicBezTo>
                  <a:cubicBezTo>
                    <a:pt x="148400" y="0"/>
                    <a:pt x="128588" y="16478"/>
                    <a:pt x="123253" y="38481"/>
                  </a:cubicBezTo>
                  <a:lnTo>
                    <a:pt x="11906" y="38481"/>
                  </a:lnTo>
                  <a:cubicBezTo>
                    <a:pt x="5334" y="38481"/>
                    <a:pt x="0" y="43815"/>
                    <a:pt x="0" y="50387"/>
                  </a:cubicBezTo>
                  <a:cubicBezTo>
                    <a:pt x="0" y="56959"/>
                    <a:pt x="5334" y="62293"/>
                    <a:pt x="11906" y="62293"/>
                  </a:cubicBezTo>
                  <a:lnTo>
                    <a:pt x="123253" y="62293"/>
                  </a:lnTo>
                  <a:cubicBezTo>
                    <a:pt x="128683" y="84296"/>
                    <a:pt x="148400" y="100679"/>
                    <a:pt x="172022" y="100679"/>
                  </a:cubicBezTo>
                  <a:cubicBezTo>
                    <a:pt x="195644" y="100679"/>
                    <a:pt x="215360" y="84296"/>
                    <a:pt x="220790" y="62293"/>
                  </a:cubicBezTo>
                  <a:lnTo>
                    <a:pt x="332137" y="62293"/>
                  </a:lnTo>
                  <a:cubicBezTo>
                    <a:pt x="338709" y="62293"/>
                    <a:pt x="344043" y="56959"/>
                    <a:pt x="344043" y="50387"/>
                  </a:cubicBezTo>
                  <a:cubicBezTo>
                    <a:pt x="344043" y="43815"/>
                    <a:pt x="338709" y="38481"/>
                    <a:pt x="332137" y="38481"/>
                  </a:cubicBezTo>
                  <a:close/>
                  <a:moveTo>
                    <a:pt x="172022" y="76771"/>
                  </a:moveTo>
                  <a:cubicBezTo>
                    <a:pt x="157448" y="76771"/>
                    <a:pt x="145542" y="64865"/>
                    <a:pt x="145542" y="50292"/>
                  </a:cubicBezTo>
                  <a:cubicBezTo>
                    <a:pt x="145542" y="35719"/>
                    <a:pt x="157448" y="23813"/>
                    <a:pt x="172022" y="23813"/>
                  </a:cubicBezTo>
                  <a:cubicBezTo>
                    <a:pt x="186595" y="23813"/>
                    <a:pt x="198501" y="35719"/>
                    <a:pt x="198501" y="50292"/>
                  </a:cubicBezTo>
                  <a:cubicBezTo>
                    <a:pt x="198501" y="64865"/>
                    <a:pt x="186595" y="76771"/>
                    <a:pt x="172022" y="7677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85" name="Google Shape;3885;p98"/>
          <p:cNvGrpSpPr/>
          <p:nvPr/>
        </p:nvGrpSpPr>
        <p:grpSpPr>
          <a:xfrm>
            <a:off x="5994327" y="2541996"/>
            <a:ext cx="300065" cy="299877"/>
            <a:chOff x="3811703" y="2044795"/>
            <a:chExt cx="533449" cy="533114"/>
          </a:xfrm>
        </p:grpSpPr>
        <p:sp>
          <p:nvSpPr>
            <p:cNvPr id="3886" name="Google Shape;3886;p98"/>
            <p:cNvSpPr/>
            <p:nvPr/>
          </p:nvSpPr>
          <p:spPr>
            <a:xfrm>
              <a:off x="3811703" y="2044795"/>
              <a:ext cx="533449" cy="533114"/>
            </a:xfrm>
            <a:custGeom>
              <a:avLst/>
              <a:gdLst/>
              <a:ahLst/>
              <a:cxnLst/>
              <a:rect l="l" t="t" r="r" b="b"/>
              <a:pathLst>
                <a:path w="533449" h="533114" extrusionOk="0">
                  <a:moveTo>
                    <a:pt x="532744" y="330136"/>
                  </a:moveTo>
                  <a:cubicBezTo>
                    <a:pt x="531030" y="324517"/>
                    <a:pt x="527505" y="320135"/>
                    <a:pt x="522552" y="317468"/>
                  </a:cubicBezTo>
                  <a:lnTo>
                    <a:pt x="485976" y="297466"/>
                  </a:lnTo>
                  <a:cubicBezTo>
                    <a:pt x="487119" y="286703"/>
                    <a:pt x="487119" y="276701"/>
                    <a:pt x="487119" y="265462"/>
                  </a:cubicBezTo>
                  <a:cubicBezTo>
                    <a:pt x="487119" y="254222"/>
                    <a:pt x="487119" y="244316"/>
                    <a:pt x="486072" y="234220"/>
                  </a:cubicBezTo>
                  <a:lnTo>
                    <a:pt x="522838" y="213360"/>
                  </a:lnTo>
                  <a:cubicBezTo>
                    <a:pt x="527601" y="210693"/>
                    <a:pt x="531315" y="206121"/>
                    <a:pt x="532649" y="200692"/>
                  </a:cubicBezTo>
                  <a:cubicBezTo>
                    <a:pt x="534078" y="195358"/>
                    <a:pt x="533316" y="189833"/>
                    <a:pt x="530649" y="184976"/>
                  </a:cubicBezTo>
                  <a:lnTo>
                    <a:pt x="468927" y="80296"/>
                  </a:lnTo>
                  <a:cubicBezTo>
                    <a:pt x="465212" y="74009"/>
                    <a:pt x="458354" y="70104"/>
                    <a:pt x="451020" y="70104"/>
                  </a:cubicBezTo>
                  <a:cubicBezTo>
                    <a:pt x="447591" y="70104"/>
                    <a:pt x="444257" y="70961"/>
                    <a:pt x="441209" y="72581"/>
                  </a:cubicBezTo>
                  <a:lnTo>
                    <a:pt x="403776" y="93059"/>
                  </a:lnTo>
                  <a:cubicBezTo>
                    <a:pt x="390060" y="82391"/>
                    <a:pt x="371867" y="69818"/>
                    <a:pt x="347388" y="60008"/>
                  </a:cubicBezTo>
                  <a:lnTo>
                    <a:pt x="347388" y="20669"/>
                  </a:lnTo>
                  <a:cubicBezTo>
                    <a:pt x="347388" y="9239"/>
                    <a:pt x="338148" y="0"/>
                    <a:pt x="326718" y="0"/>
                  </a:cubicBezTo>
                  <a:lnTo>
                    <a:pt x="202417" y="0"/>
                  </a:lnTo>
                  <a:cubicBezTo>
                    <a:pt x="190987" y="0"/>
                    <a:pt x="181748" y="9239"/>
                    <a:pt x="181748" y="20669"/>
                  </a:cubicBezTo>
                  <a:lnTo>
                    <a:pt x="181748" y="60103"/>
                  </a:lnTo>
                  <a:cubicBezTo>
                    <a:pt x="160317" y="68866"/>
                    <a:pt x="144696" y="80391"/>
                    <a:pt x="129837" y="92488"/>
                  </a:cubicBezTo>
                  <a:lnTo>
                    <a:pt x="96118" y="72866"/>
                  </a:lnTo>
                  <a:cubicBezTo>
                    <a:pt x="92975" y="71057"/>
                    <a:pt x="89355" y="70009"/>
                    <a:pt x="85736" y="70009"/>
                  </a:cubicBezTo>
                  <a:cubicBezTo>
                    <a:pt x="78402" y="70009"/>
                    <a:pt x="71639" y="73914"/>
                    <a:pt x="67924" y="80201"/>
                  </a:cubicBezTo>
                  <a:lnTo>
                    <a:pt x="6297" y="184785"/>
                  </a:lnTo>
                  <a:cubicBezTo>
                    <a:pt x="3440" y="189548"/>
                    <a:pt x="2678" y="195358"/>
                    <a:pt x="4202" y="200787"/>
                  </a:cubicBezTo>
                  <a:cubicBezTo>
                    <a:pt x="5440" y="205930"/>
                    <a:pt x="9060" y="210598"/>
                    <a:pt x="13917" y="213360"/>
                  </a:cubicBezTo>
                  <a:lnTo>
                    <a:pt x="52208" y="234982"/>
                  </a:lnTo>
                  <a:cubicBezTo>
                    <a:pt x="52113" y="236030"/>
                    <a:pt x="52017" y="236982"/>
                    <a:pt x="51827" y="238030"/>
                  </a:cubicBezTo>
                  <a:lnTo>
                    <a:pt x="51351" y="242030"/>
                  </a:lnTo>
                  <a:cubicBezTo>
                    <a:pt x="50303" y="249460"/>
                    <a:pt x="49636" y="257461"/>
                    <a:pt x="49446" y="265271"/>
                  </a:cubicBezTo>
                  <a:lnTo>
                    <a:pt x="49446" y="296323"/>
                  </a:lnTo>
                  <a:cubicBezTo>
                    <a:pt x="49446" y="296323"/>
                    <a:pt x="10774" y="317468"/>
                    <a:pt x="10774" y="317468"/>
                  </a:cubicBezTo>
                  <a:cubicBezTo>
                    <a:pt x="5916" y="320040"/>
                    <a:pt x="2297" y="324517"/>
                    <a:pt x="773" y="329851"/>
                  </a:cubicBezTo>
                  <a:cubicBezTo>
                    <a:pt x="-751" y="335471"/>
                    <a:pt x="11" y="341090"/>
                    <a:pt x="2773" y="345948"/>
                  </a:cubicBezTo>
                  <a:lnTo>
                    <a:pt x="64495" y="452819"/>
                  </a:lnTo>
                  <a:cubicBezTo>
                    <a:pt x="68210" y="459200"/>
                    <a:pt x="75068" y="463201"/>
                    <a:pt x="82402" y="463201"/>
                  </a:cubicBezTo>
                  <a:cubicBezTo>
                    <a:pt x="85831" y="463201"/>
                    <a:pt x="89260" y="462344"/>
                    <a:pt x="92308" y="460629"/>
                  </a:cubicBezTo>
                  <a:lnTo>
                    <a:pt x="129837" y="440150"/>
                  </a:lnTo>
                  <a:cubicBezTo>
                    <a:pt x="144600" y="451866"/>
                    <a:pt x="160221" y="463868"/>
                    <a:pt x="181748" y="472250"/>
                  </a:cubicBezTo>
                  <a:lnTo>
                    <a:pt x="181748" y="512445"/>
                  </a:lnTo>
                  <a:cubicBezTo>
                    <a:pt x="181748" y="523875"/>
                    <a:pt x="190987" y="533114"/>
                    <a:pt x="202417" y="533114"/>
                  </a:cubicBezTo>
                  <a:lnTo>
                    <a:pt x="326718" y="533114"/>
                  </a:lnTo>
                  <a:cubicBezTo>
                    <a:pt x="338148" y="533114"/>
                    <a:pt x="347388" y="523875"/>
                    <a:pt x="347388" y="512445"/>
                  </a:cubicBezTo>
                  <a:lnTo>
                    <a:pt x="347388" y="472440"/>
                  </a:lnTo>
                  <a:cubicBezTo>
                    <a:pt x="369676" y="463868"/>
                    <a:pt x="387583" y="451961"/>
                    <a:pt x="403490" y="439960"/>
                  </a:cubicBezTo>
                  <a:lnTo>
                    <a:pt x="441114" y="460534"/>
                  </a:lnTo>
                  <a:cubicBezTo>
                    <a:pt x="444162" y="462153"/>
                    <a:pt x="447591" y="463106"/>
                    <a:pt x="451020" y="463106"/>
                  </a:cubicBezTo>
                  <a:cubicBezTo>
                    <a:pt x="458354" y="463106"/>
                    <a:pt x="465307" y="459105"/>
                    <a:pt x="468927" y="452723"/>
                  </a:cubicBezTo>
                  <a:lnTo>
                    <a:pt x="530649" y="345948"/>
                  </a:lnTo>
                  <a:cubicBezTo>
                    <a:pt x="533411" y="340995"/>
                    <a:pt x="534173" y="335375"/>
                    <a:pt x="532744" y="330041"/>
                  </a:cubicBezTo>
                  <a:close/>
                  <a:moveTo>
                    <a:pt x="207942" y="437674"/>
                  </a:moveTo>
                  <a:cubicBezTo>
                    <a:pt x="184701" y="431102"/>
                    <a:pt x="169842" y="419195"/>
                    <a:pt x="152506" y="405384"/>
                  </a:cubicBezTo>
                  <a:lnTo>
                    <a:pt x="144791" y="399193"/>
                  </a:lnTo>
                  <a:cubicBezTo>
                    <a:pt x="141076" y="396335"/>
                    <a:pt x="136504" y="394716"/>
                    <a:pt x="131932" y="394716"/>
                  </a:cubicBezTo>
                  <a:cubicBezTo>
                    <a:pt x="128503" y="394716"/>
                    <a:pt x="125074" y="395573"/>
                    <a:pt x="122026" y="397193"/>
                  </a:cubicBezTo>
                  <a:lnTo>
                    <a:pt x="90213" y="414623"/>
                  </a:lnTo>
                  <a:lnTo>
                    <a:pt x="49255" y="343662"/>
                  </a:lnTo>
                  <a:lnTo>
                    <a:pt x="80116" y="326708"/>
                  </a:lnTo>
                  <a:cubicBezTo>
                    <a:pt x="86784" y="323088"/>
                    <a:pt x="90879" y="316135"/>
                    <a:pt x="90879" y="308515"/>
                  </a:cubicBezTo>
                  <a:lnTo>
                    <a:pt x="90879" y="265367"/>
                  </a:lnTo>
                  <a:cubicBezTo>
                    <a:pt x="91070" y="259366"/>
                    <a:pt x="91546" y="253079"/>
                    <a:pt x="92308" y="246983"/>
                  </a:cubicBezTo>
                  <a:cubicBezTo>
                    <a:pt x="93451" y="239363"/>
                    <a:pt x="94118" y="231362"/>
                    <a:pt x="94213" y="223456"/>
                  </a:cubicBezTo>
                  <a:cubicBezTo>
                    <a:pt x="94213" y="215932"/>
                    <a:pt x="90117" y="209074"/>
                    <a:pt x="83640" y="205454"/>
                  </a:cubicBezTo>
                  <a:lnTo>
                    <a:pt x="52494" y="187738"/>
                  </a:lnTo>
                  <a:lnTo>
                    <a:pt x="92880" y="118872"/>
                  </a:lnTo>
                  <a:lnTo>
                    <a:pt x="121359" y="135446"/>
                  </a:lnTo>
                  <a:cubicBezTo>
                    <a:pt x="124407" y="137351"/>
                    <a:pt x="128122" y="138303"/>
                    <a:pt x="131837" y="138303"/>
                  </a:cubicBezTo>
                  <a:cubicBezTo>
                    <a:pt x="136695" y="138303"/>
                    <a:pt x="141362" y="136589"/>
                    <a:pt x="145077" y="133541"/>
                  </a:cubicBezTo>
                  <a:lnTo>
                    <a:pt x="146791" y="132112"/>
                  </a:lnTo>
                  <a:cubicBezTo>
                    <a:pt x="167365" y="114871"/>
                    <a:pt x="182224" y="102489"/>
                    <a:pt x="208513" y="94202"/>
                  </a:cubicBezTo>
                  <a:cubicBezTo>
                    <a:pt x="217181" y="91440"/>
                    <a:pt x="222991" y="83534"/>
                    <a:pt x="222991" y="74486"/>
                  </a:cubicBezTo>
                  <a:lnTo>
                    <a:pt x="222991" y="41148"/>
                  </a:lnTo>
                  <a:lnTo>
                    <a:pt x="305954" y="41148"/>
                  </a:lnTo>
                  <a:lnTo>
                    <a:pt x="305954" y="74390"/>
                  </a:lnTo>
                  <a:cubicBezTo>
                    <a:pt x="305954" y="83439"/>
                    <a:pt x="311764" y="91440"/>
                    <a:pt x="320432" y="94107"/>
                  </a:cubicBezTo>
                  <a:cubicBezTo>
                    <a:pt x="347959" y="102680"/>
                    <a:pt x="367390" y="116015"/>
                    <a:pt x="388155" y="133350"/>
                  </a:cubicBezTo>
                  <a:cubicBezTo>
                    <a:pt x="391965" y="136493"/>
                    <a:pt x="396632" y="138113"/>
                    <a:pt x="401490" y="138113"/>
                  </a:cubicBezTo>
                  <a:cubicBezTo>
                    <a:pt x="404919" y="138113"/>
                    <a:pt x="408348" y="137255"/>
                    <a:pt x="411300" y="135636"/>
                  </a:cubicBezTo>
                  <a:lnTo>
                    <a:pt x="443304" y="118205"/>
                  </a:lnTo>
                  <a:lnTo>
                    <a:pt x="484071" y="187547"/>
                  </a:lnTo>
                  <a:lnTo>
                    <a:pt x="452829" y="205264"/>
                  </a:lnTo>
                  <a:cubicBezTo>
                    <a:pt x="444543" y="209931"/>
                    <a:pt x="440542" y="219647"/>
                    <a:pt x="443114" y="228791"/>
                  </a:cubicBezTo>
                  <a:cubicBezTo>
                    <a:pt x="445590" y="237935"/>
                    <a:pt x="445590" y="251841"/>
                    <a:pt x="445590" y="265271"/>
                  </a:cubicBezTo>
                  <a:cubicBezTo>
                    <a:pt x="445590" y="278702"/>
                    <a:pt x="445590" y="291179"/>
                    <a:pt x="442828" y="304133"/>
                  </a:cubicBezTo>
                  <a:cubicBezTo>
                    <a:pt x="440733" y="313087"/>
                    <a:pt x="445019" y="322421"/>
                    <a:pt x="453306" y="326708"/>
                  </a:cubicBezTo>
                  <a:lnTo>
                    <a:pt x="484071" y="343567"/>
                  </a:lnTo>
                  <a:lnTo>
                    <a:pt x="443114" y="414528"/>
                  </a:lnTo>
                  <a:lnTo>
                    <a:pt x="411396" y="397193"/>
                  </a:lnTo>
                  <a:cubicBezTo>
                    <a:pt x="408348" y="395573"/>
                    <a:pt x="404919" y="394621"/>
                    <a:pt x="401394" y="394621"/>
                  </a:cubicBezTo>
                  <a:cubicBezTo>
                    <a:pt x="396822" y="394621"/>
                    <a:pt x="392250" y="396145"/>
                    <a:pt x="388631" y="399002"/>
                  </a:cubicBezTo>
                  <a:cubicBezTo>
                    <a:pt x="368533" y="414909"/>
                    <a:pt x="348340" y="429863"/>
                    <a:pt x="321003" y="437579"/>
                  </a:cubicBezTo>
                  <a:cubicBezTo>
                    <a:pt x="312145" y="440055"/>
                    <a:pt x="305954" y="448151"/>
                    <a:pt x="305859" y="457295"/>
                  </a:cubicBezTo>
                  <a:lnTo>
                    <a:pt x="305859" y="491776"/>
                  </a:lnTo>
                  <a:lnTo>
                    <a:pt x="222896" y="491776"/>
                  </a:lnTo>
                  <a:lnTo>
                    <a:pt x="222896" y="457391"/>
                  </a:lnTo>
                  <a:cubicBezTo>
                    <a:pt x="222896" y="448151"/>
                    <a:pt x="216609" y="439960"/>
                    <a:pt x="207751" y="43757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87" name="Google Shape;3887;p98"/>
            <p:cNvSpPr/>
            <p:nvPr/>
          </p:nvSpPr>
          <p:spPr>
            <a:xfrm>
              <a:off x="3958970" y="2193670"/>
              <a:ext cx="235458" cy="235458"/>
            </a:xfrm>
            <a:custGeom>
              <a:avLst/>
              <a:gdLst/>
              <a:ahLst/>
              <a:cxnLst/>
              <a:rect l="l" t="t" r="r" b="b"/>
              <a:pathLst>
                <a:path w="235458" h="235458" extrusionOk="0">
                  <a:moveTo>
                    <a:pt x="117729" y="235458"/>
                  </a:moveTo>
                  <a:cubicBezTo>
                    <a:pt x="52864" y="235458"/>
                    <a:pt x="0" y="182690"/>
                    <a:pt x="0" y="117729"/>
                  </a:cubicBezTo>
                  <a:cubicBezTo>
                    <a:pt x="0" y="52769"/>
                    <a:pt x="52769" y="0"/>
                    <a:pt x="117729" y="0"/>
                  </a:cubicBezTo>
                  <a:cubicBezTo>
                    <a:pt x="182690" y="0"/>
                    <a:pt x="235458" y="52769"/>
                    <a:pt x="235458" y="117729"/>
                  </a:cubicBezTo>
                  <a:cubicBezTo>
                    <a:pt x="235458" y="182690"/>
                    <a:pt x="182690" y="235458"/>
                    <a:pt x="117729" y="235458"/>
                  </a:cubicBezTo>
                  <a:close/>
                  <a:moveTo>
                    <a:pt x="117729" y="38100"/>
                  </a:moveTo>
                  <a:cubicBezTo>
                    <a:pt x="73819" y="38100"/>
                    <a:pt x="38100" y="73819"/>
                    <a:pt x="38100" y="117729"/>
                  </a:cubicBezTo>
                  <a:cubicBezTo>
                    <a:pt x="38100" y="161639"/>
                    <a:pt x="73819" y="197358"/>
                    <a:pt x="117729" y="197358"/>
                  </a:cubicBezTo>
                  <a:cubicBezTo>
                    <a:pt x="161639" y="197358"/>
                    <a:pt x="197358" y="161639"/>
                    <a:pt x="197358" y="117729"/>
                  </a:cubicBezTo>
                  <a:cubicBezTo>
                    <a:pt x="197358" y="73819"/>
                    <a:pt x="161639" y="38100"/>
                    <a:pt x="117729" y="3810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888" name="Google Shape;3888;p98"/>
          <p:cNvGrpSpPr/>
          <p:nvPr/>
        </p:nvGrpSpPr>
        <p:grpSpPr>
          <a:xfrm>
            <a:off x="6013887" y="3326016"/>
            <a:ext cx="263834" cy="297894"/>
            <a:chOff x="4566033" y="2008504"/>
            <a:chExt cx="469038" cy="529589"/>
          </a:xfrm>
        </p:grpSpPr>
        <p:sp>
          <p:nvSpPr>
            <p:cNvPr id="3889" name="Google Shape;3889;p98"/>
            <p:cNvSpPr/>
            <p:nvPr/>
          </p:nvSpPr>
          <p:spPr>
            <a:xfrm>
              <a:off x="4729243" y="2181383"/>
              <a:ext cx="62212" cy="67858"/>
            </a:xfrm>
            <a:custGeom>
              <a:avLst/>
              <a:gdLst/>
              <a:ahLst/>
              <a:cxnLst/>
              <a:rect l="l" t="t" r="r" b="b"/>
              <a:pathLst>
                <a:path w="62212" h="67858" extrusionOk="0">
                  <a:moveTo>
                    <a:pt x="5729" y="43815"/>
                  </a:moveTo>
                  <a:lnTo>
                    <a:pt x="44877" y="66294"/>
                  </a:lnTo>
                  <a:cubicBezTo>
                    <a:pt x="46972" y="67532"/>
                    <a:pt x="49354" y="68008"/>
                    <a:pt x="51544" y="67818"/>
                  </a:cubicBezTo>
                  <a:cubicBezTo>
                    <a:pt x="57545" y="67342"/>
                    <a:pt x="62212" y="62389"/>
                    <a:pt x="62212" y="56388"/>
                  </a:cubicBezTo>
                  <a:lnTo>
                    <a:pt x="62212" y="11430"/>
                  </a:lnTo>
                  <a:cubicBezTo>
                    <a:pt x="62212" y="5143"/>
                    <a:pt x="57069" y="0"/>
                    <a:pt x="50687" y="0"/>
                  </a:cubicBezTo>
                  <a:cubicBezTo>
                    <a:pt x="44305" y="0"/>
                    <a:pt x="39162" y="5143"/>
                    <a:pt x="39162" y="11430"/>
                  </a:cubicBezTo>
                  <a:lnTo>
                    <a:pt x="39162" y="36576"/>
                  </a:lnTo>
                  <a:lnTo>
                    <a:pt x="17254" y="24003"/>
                  </a:lnTo>
                  <a:cubicBezTo>
                    <a:pt x="11730" y="20860"/>
                    <a:pt x="4681" y="22669"/>
                    <a:pt x="1538" y="28194"/>
                  </a:cubicBezTo>
                  <a:cubicBezTo>
                    <a:pt x="-1605" y="33718"/>
                    <a:pt x="205" y="40672"/>
                    <a:pt x="5729" y="439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90" name="Google Shape;3890;p98"/>
            <p:cNvSpPr/>
            <p:nvPr/>
          </p:nvSpPr>
          <p:spPr>
            <a:xfrm>
              <a:off x="4810220" y="2181288"/>
              <a:ext cx="62254" cy="67953"/>
            </a:xfrm>
            <a:custGeom>
              <a:avLst/>
              <a:gdLst/>
              <a:ahLst/>
              <a:cxnLst/>
              <a:rect l="l" t="t" r="r" b="b"/>
              <a:pathLst>
                <a:path w="62254" h="67953" extrusionOk="0">
                  <a:moveTo>
                    <a:pt x="10668" y="67913"/>
                  </a:moveTo>
                  <a:cubicBezTo>
                    <a:pt x="12954" y="68104"/>
                    <a:pt x="15240" y="67628"/>
                    <a:pt x="17336" y="66389"/>
                  </a:cubicBezTo>
                  <a:lnTo>
                    <a:pt x="56483" y="43910"/>
                  </a:lnTo>
                  <a:cubicBezTo>
                    <a:pt x="62008" y="40767"/>
                    <a:pt x="63913" y="33718"/>
                    <a:pt x="60674" y="28194"/>
                  </a:cubicBezTo>
                  <a:cubicBezTo>
                    <a:pt x="57531" y="22669"/>
                    <a:pt x="50483" y="20860"/>
                    <a:pt x="44958" y="24003"/>
                  </a:cubicBezTo>
                  <a:lnTo>
                    <a:pt x="23051" y="36576"/>
                  </a:lnTo>
                  <a:lnTo>
                    <a:pt x="23051" y="11430"/>
                  </a:lnTo>
                  <a:cubicBezTo>
                    <a:pt x="23051" y="5143"/>
                    <a:pt x="17907" y="0"/>
                    <a:pt x="11525" y="0"/>
                  </a:cubicBezTo>
                  <a:cubicBezTo>
                    <a:pt x="5144" y="0"/>
                    <a:pt x="0" y="5143"/>
                    <a:pt x="0" y="11430"/>
                  </a:cubicBezTo>
                  <a:lnTo>
                    <a:pt x="0" y="56388"/>
                  </a:lnTo>
                  <a:cubicBezTo>
                    <a:pt x="0" y="62389"/>
                    <a:pt x="4667" y="67437"/>
                    <a:pt x="10668" y="6781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91" name="Google Shape;3891;p98"/>
            <p:cNvSpPr/>
            <p:nvPr/>
          </p:nvSpPr>
          <p:spPr>
            <a:xfrm>
              <a:off x="4708627" y="2239778"/>
              <a:ext cx="62159" cy="67900"/>
            </a:xfrm>
            <a:custGeom>
              <a:avLst/>
              <a:gdLst/>
              <a:ahLst/>
              <a:cxnLst/>
              <a:rect l="l" t="t" r="r" b="b"/>
              <a:pathLst>
                <a:path w="62159" h="67900" extrusionOk="0">
                  <a:moveTo>
                    <a:pt x="61588" y="37236"/>
                  </a:moveTo>
                  <a:cubicBezTo>
                    <a:pt x="61969" y="35998"/>
                    <a:pt x="62160" y="34760"/>
                    <a:pt x="62160" y="33521"/>
                  </a:cubicBezTo>
                  <a:cubicBezTo>
                    <a:pt x="62160" y="32664"/>
                    <a:pt x="61969" y="31712"/>
                    <a:pt x="61779" y="30854"/>
                  </a:cubicBezTo>
                  <a:cubicBezTo>
                    <a:pt x="61017" y="28092"/>
                    <a:pt x="59207" y="25520"/>
                    <a:pt x="56445" y="23996"/>
                  </a:cubicBezTo>
                  <a:lnTo>
                    <a:pt x="17297" y="1517"/>
                  </a:lnTo>
                  <a:cubicBezTo>
                    <a:pt x="11772" y="-1626"/>
                    <a:pt x="4724" y="279"/>
                    <a:pt x="1581" y="5708"/>
                  </a:cubicBezTo>
                  <a:cubicBezTo>
                    <a:pt x="-1658" y="11233"/>
                    <a:pt x="247" y="18186"/>
                    <a:pt x="5772" y="21329"/>
                  </a:cubicBezTo>
                  <a:lnTo>
                    <a:pt x="27679" y="33902"/>
                  </a:lnTo>
                  <a:lnTo>
                    <a:pt x="5772" y="46475"/>
                  </a:lnTo>
                  <a:cubicBezTo>
                    <a:pt x="247" y="49619"/>
                    <a:pt x="-1658" y="56667"/>
                    <a:pt x="1581" y="62192"/>
                  </a:cubicBezTo>
                  <a:cubicBezTo>
                    <a:pt x="4724" y="67621"/>
                    <a:pt x="11772" y="69526"/>
                    <a:pt x="17297" y="66383"/>
                  </a:cubicBezTo>
                  <a:lnTo>
                    <a:pt x="56445" y="43904"/>
                  </a:lnTo>
                  <a:cubicBezTo>
                    <a:pt x="59112" y="42380"/>
                    <a:pt x="60921" y="39998"/>
                    <a:pt x="61683" y="3733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92" name="Google Shape;3892;p98"/>
            <p:cNvSpPr/>
            <p:nvPr/>
          </p:nvSpPr>
          <p:spPr>
            <a:xfrm>
              <a:off x="4729201" y="2298024"/>
              <a:ext cx="62254" cy="68049"/>
            </a:xfrm>
            <a:custGeom>
              <a:avLst/>
              <a:gdLst/>
              <a:ahLst/>
              <a:cxnLst/>
              <a:rect l="l" t="t" r="r" b="b"/>
              <a:pathLst>
                <a:path w="62254" h="68049" extrusionOk="0">
                  <a:moveTo>
                    <a:pt x="51587" y="41"/>
                  </a:moveTo>
                  <a:cubicBezTo>
                    <a:pt x="49301" y="-150"/>
                    <a:pt x="47015" y="326"/>
                    <a:pt x="44919" y="1565"/>
                  </a:cubicBezTo>
                  <a:lnTo>
                    <a:pt x="5772" y="24044"/>
                  </a:lnTo>
                  <a:cubicBezTo>
                    <a:pt x="247" y="27187"/>
                    <a:pt x="-1658" y="34235"/>
                    <a:pt x="1581" y="39760"/>
                  </a:cubicBezTo>
                  <a:cubicBezTo>
                    <a:pt x="4819" y="45189"/>
                    <a:pt x="11772" y="47094"/>
                    <a:pt x="17297" y="43951"/>
                  </a:cubicBezTo>
                  <a:lnTo>
                    <a:pt x="39204" y="31378"/>
                  </a:lnTo>
                  <a:lnTo>
                    <a:pt x="39204" y="56524"/>
                  </a:lnTo>
                  <a:cubicBezTo>
                    <a:pt x="39204" y="62906"/>
                    <a:pt x="44348" y="68049"/>
                    <a:pt x="50730" y="68049"/>
                  </a:cubicBezTo>
                  <a:cubicBezTo>
                    <a:pt x="57111" y="68049"/>
                    <a:pt x="62255" y="62906"/>
                    <a:pt x="62255" y="56524"/>
                  </a:cubicBezTo>
                  <a:lnTo>
                    <a:pt x="62255" y="11566"/>
                  </a:lnTo>
                  <a:cubicBezTo>
                    <a:pt x="62255" y="5565"/>
                    <a:pt x="57588" y="517"/>
                    <a:pt x="51587" y="13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93" name="Google Shape;3893;p98"/>
            <p:cNvSpPr/>
            <p:nvPr/>
          </p:nvSpPr>
          <p:spPr>
            <a:xfrm>
              <a:off x="4831080" y="2239662"/>
              <a:ext cx="62159" cy="67846"/>
            </a:xfrm>
            <a:custGeom>
              <a:avLst/>
              <a:gdLst/>
              <a:ahLst/>
              <a:cxnLst/>
              <a:rect l="l" t="t" r="r" b="b"/>
              <a:pathLst>
                <a:path w="62159" h="67846" extrusionOk="0">
                  <a:moveTo>
                    <a:pt x="60579" y="5729"/>
                  </a:moveTo>
                  <a:cubicBezTo>
                    <a:pt x="57436" y="205"/>
                    <a:pt x="50387" y="-1605"/>
                    <a:pt x="44863" y="1538"/>
                  </a:cubicBezTo>
                  <a:lnTo>
                    <a:pt x="5715" y="24017"/>
                  </a:lnTo>
                  <a:cubicBezTo>
                    <a:pt x="2953" y="25636"/>
                    <a:pt x="1143" y="28113"/>
                    <a:pt x="381" y="30875"/>
                  </a:cubicBezTo>
                  <a:cubicBezTo>
                    <a:pt x="95" y="31732"/>
                    <a:pt x="0" y="32685"/>
                    <a:pt x="0" y="33542"/>
                  </a:cubicBezTo>
                  <a:cubicBezTo>
                    <a:pt x="0" y="34780"/>
                    <a:pt x="95" y="36019"/>
                    <a:pt x="476" y="37257"/>
                  </a:cubicBezTo>
                  <a:cubicBezTo>
                    <a:pt x="1238" y="39924"/>
                    <a:pt x="3048" y="42305"/>
                    <a:pt x="5715" y="43829"/>
                  </a:cubicBezTo>
                  <a:lnTo>
                    <a:pt x="44863" y="66308"/>
                  </a:lnTo>
                  <a:cubicBezTo>
                    <a:pt x="50387" y="69451"/>
                    <a:pt x="57436" y="67642"/>
                    <a:pt x="60579" y="62117"/>
                  </a:cubicBezTo>
                  <a:cubicBezTo>
                    <a:pt x="63818" y="56593"/>
                    <a:pt x="61913" y="49639"/>
                    <a:pt x="56388" y="46401"/>
                  </a:cubicBezTo>
                  <a:lnTo>
                    <a:pt x="34480" y="33828"/>
                  </a:lnTo>
                  <a:lnTo>
                    <a:pt x="56388" y="21255"/>
                  </a:lnTo>
                  <a:cubicBezTo>
                    <a:pt x="61913" y="18112"/>
                    <a:pt x="63818" y="11063"/>
                    <a:pt x="60579" y="563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94" name="Google Shape;3894;p98"/>
            <p:cNvSpPr/>
            <p:nvPr/>
          </p:nvSpPr>
          <p:spPr>
            <a:xfrm>
              <a:off x="4810220" y="2298024"/>
              <a:ext cx="62212" cy="67953"/>
            </a:xfrm>
            <a:custGeom>
              <a:avLst/>
              <a:gdLst/>
              <a:ahLst/>
              <a:cxnLst/>
              <a:rect l="l" t="t" r="r" b="b"/>
              <a:pathLst>
                <a:path w="62212" h="67953" extrusionOk="0">
                  <a:moveTo>
                    <a:pt x="56483" y="24044"/>
                  </a:moveTo>
                  <a:lnTo>
                    <a:pt x="17336" y="1565"/>
                  </a:lnTo>
                  <a:cubicBezTo>
                    <a:pt x="15240" y="326"/>
                    <a:pt x="12859" y="-150"/>
                    <a:pt x="10668" y="41"/>
                  </a:cubicBezTo>
                  <a:cubicBezTo>
                    <a:pt x="4667" y="422"/>
                    <a:pt x="0" y="5470"/>
                    <a:pt x="0" y="11471"/>
                  </a:cubicBezTo>
                  <a:lnTo>
                    <a:pt x="0" y="56429"/>
                  </a:lnTo>
                  <a:cubicBezTo>
                    <a:pt x="0" y="62810"/>
                    <a:pt x="5144" y="67954"/>
                    <a:pt x="11525" y="67954"/>
                  </a:cubicBezTo>
                  <a:cubicBezTo>
                    <a:pt x="17907" y="67954"/>
                    <a:pt x="23051" y="62810"/>
                    <a:pt x="23051" y="56429"/>
                  </a:cubicBezTo>
                  <a:lnTo>
                    <a:pt x="23051" y="31283"/>
                  </a:lnTo>
                  <a:lnTo>
                    <a:pt x="44958" y="43856"/>
                  </a:lnTo>
                  <a:cubicBezTo>
                    <a:pt x="50483" y="46999"/>
                    <a:pt x="57531" y="45189"/>
                    <a:pt x="60674" y="39665"/>
                  </a:cubicBezTo>
                  <a:cubicBezTo>
                    <a:pt x="63818" y="34140"/>
                    <a:pt x="62008" y="27092"/>
                    <a:pt x="56483" y="2394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95" name="Google Shape;3895;p98"/>
            <p:cNvSpPr/>
            <p:nvPr/>
          </p:nvSpPr>
          <p:spPr>
            <a:xfrm>
              <a:off x="4779359" y="2252154"/>
              <a:ext cx="43053" cy="42862"/>
            </a:xfrm>
            <a:custGeom>
              <a:avLst/>
              <a:gdLst/>
              <a:ahLst/>
              <a:cxnLst/>
              <a:rect l="l" t="t" r="r" b="b"/>
              <a:pathLst>
                <a:path w="43053" h="42862" extrusionOk="0">
                  <a:moveTo>
                    <a:pt x="43053" y="23812"/>
                  </a:moveTo>
                  <a:lnTo>
                    <a:pt x="43053" y="19050"/>
                  </a:lnTo>
                  <a:cubicBezTo>
                    <a:pt x="43053" y="18383"/>
                    <a:pt x="42672" y="17431"/>
                    <a:pt x="42196" y="17050"/>
                  </a:cubicBezTo>
                  <a:lnTo>
                    <a:pt x="25908" y="857"/>
                  </a:lnTo>
                  <a:cubicBezTo>
                    <a:pt x="25432" y="381"/>
                    <a:pt x="24574" y="0"/>
                    <a:pt x="23908" y="0"/>
                  </a:cubicBezTo>
                  <a:lnTo>
                    <a:pt x="19145" y="0"/>
                  </a:lnTo>
                  <a:cubicBezTo>
                    <a:pt x="18478" y="0"/>
                    <a:pt x="17621" y="381"/>
                    <a:pt x="17145" y="857"/>
                  </a:cubicBezTo>
                  <a:lnTo>
                    <a:pt x="857" y="17050"/>
                  </a:lnTo>
                  <a:cubicBezTo>
                    <a:pt x="857" y="17050"/>
                    <a:pt x="0" y="18383"/>
                    <a:pt x="0" y="19050"/>
                  </a:cubicBezTo>
                  <a:lnTo>
                    <a:pt x="0" y="23812"/>
                  </a:lnTo>
                  <a:cubicBezTo>
                    <a:pt x="0" y="24479"/>
                    <a:pt x="381" y="25336"/>
                    <a:pt x="857" y="25813"/>
                  </a:cubicBezTo>
                  <a:lnTo>
                    <a:pt x="17145" y="42005"/>
                  </a:lnTo>
                  <a:cubicBezTo>
                    <a:pt x="17621" y="42482"/>
                    <a:pt x="18574" y="42862"/>
                    <a:pt x="19145" y="42862"/>
                  </a:cubicBezTo>
                  <a:lnTo>
                    <a:pt x="23908" y="42862"/>
                  </a:lnTo>
                  <a:cubicBezTo>
                    <a:pt x="24574" y="42862"/>
                    <a:pt x="25527" y="42482"/>
                    <a:pt x="25908" y="42005"/>
                  </a:cubicBezTo>
                  <a:lnTo>
                    <a:pt x="42196" y="25813"/>
                  </a:lnTo>
                  <a:cubicBezTo>
                    <a:pt x="42196" y="25813"/>
                    <a:pt x="43053" y="24479"/>
                    <a:pt x="43053" y="23812"/>
                  </a:cubicBezTo>
                  <a:close/>
                  <a:moveTo>
                    <a:pt x="29242" y="21527"/>
                  </a:moveTo>
                  <a:cubicBezTo>
                    <a:pt x="29242" y="22193"/>
                    <a:pt x="28861" y="23051"/>
                    <a:pt x="28384" y="23527"/>
                  </a:cubicBezTo>
                  <a:lnTo>
                    <a:pt x="23717" y="28194"/>
                  </a:lnTo>
                  <a:cubicBezTo>
                    <a:pt x="23717" y="28194"/>
                    <a:pt x="22384" y="29051"/>
                    <a:pt x="21717" y="29051"/>
                  </a:cubicBezTo>
                  <a:lnTo>
                    <a:pt x="21526" y="29051"/>
                  </a:lnTo>
                  <a:cubicBezTo>
                    <a:pt x="20860" y="29051"/>
                    <a:pt x="20003" y="28670"/>
                    <a:pt x="19526" y="28194"/>
                  </a:cubicBezTo>
                  <a:lnTo>
                    <a:pt x="14859" y="23527"/>
                  </a:lnTo>
                  <a:cubicBezTo>
                    <a:pt x="14859" y="23527"/>
                    <a:pt x="14002" y="22193"/>
                    <a:pt x="14002" y="21527"/>
                  </a:cubicBezTo>
                  <a:lnTo>
                    <a:pt x="14002" y="21336"/>
                  </a:lnTo>
                  <a:cubicBezTo>
                    <a:pt x="14002" y="20669"/>
                    <a:pt x="14383" y="19812"/>
                    <a:pt x="14859" y="19240"/>
                  </a:cubicBezTo>
                  <a:lnTo>
                    <a:pt x="19526" y="14573"/>
                  </a:lnTo>
                  <a:cubicBezTo>
                    <a:pt x="19526" y="14573"/>
                    <a:pt x="20860" y="13716"/>
                    <a:pt x="21526" y="13716"/>
                  </a:cubicBezTo>
                  <a:lnTo>
                    <a:pt x="21717" y="13716"/>
                  </a:lnTo>
                  <a:cubicBezTo>
                    <a:pt x="22384" y="13716"/>
                    <a:pt x="23241" y="14097"/>
                    <a:pt x="23717" y="14573"/>
                  </a:cubicBezTo>
                  <a:lnTo>
                    <a:pt x="28384" y="19240"/>
                  </a:lnTo>
                  <a:cubicBezTo>
                    <a:pt x="28861" y="19717"/>
                    <a:pt x="29242" y="20669"/>
                    <a:pt x="29242" y="21336"/>
                  </a:cubicBezTo>
                  <a:lnTo>
                    <a:pt x="29242" y="2152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96" name="Google Shape;3896;p98"/>
            <p:cNvSpPr/>
            <p:nvPr/>
          </p:nvSpPr>
          <p:spPr>
            <a:xfrm>
              <a:off x="4566033" y="2008504"/>
              <a:ext cx="469038" cy="529589"/>
            </a:xfrm>
            <a:custGeom>
              <a:avLst/>
              <a:gdLst/>
              <a:ahLst/>
              <a:cxnLst/>
              <a:rect l="l" t="t" r="r" b="b"/>
              <a:pathLst>
                <a:path w="469038" h="529589" extrusionOk="0">
                  <a:moveTo>
                    <a:pt x="449070" y="342519"/>
                  </a:moveTo>
                  <a:lnTo>
                    <a:pt x="449070" y="342519"/>
                  </a:lnTo>
                  <a:cubicBezTo>
                    <a:pt x="433830" y="333661"/>
                    <a:pt x="415161" y="336328"/>
                    <a:pt x="402683" y="347377"/>
                  </a:cubicBezTo>
                  <a:lnTo>
                    <a:pt x="380585" y="333661"/>
                  </a:lnTo>
                  <a:cubicBezTo>
                    <a:pt x="390491" y="312706"/>
                    <a:pt x="396206" y="289465"/>
                    <a:pt x="396206" y="264795"/>
                  </a:cubicBezTo>
                  <a:cubicBezTo>
                    <a:pt x="396206" y="240125"/>
                    <a:pt x="390110" y="215265"/>
                    <a:pt x="379537" y="193739"/>
                  </a:cubicBezTo>
                  <a:lnTo>
                    <a:pt x="400683" y="180594"/>
                  </a:lnTo>
                  <a:cubicBezTo>
                    <a:pt x="408303" y="188214"/>
                    <a:pt x="418590" y="192405"/>
                    <a:pt x="429163" y="192405"/>
                  </a:cubicBezTo>
                  <a:cubicBezTo>
                    <a:pt x="435925" y="192405"/>
                    <a:pt x="442783" y="190691"/>
                    <a:pt x="449070" y="187071"/>
                  </a:cubicBezTo>
                  <a:cubicBezTo>
                    <a:pt x="468120" y="176022"/>
                    <a:pt x="474692" y="151543"/>
                    <a:pt x="463738" y="132493"/>
                  </a:cubicBezTo>
                  <a:cubicBezTo>
                    <a:pt x="452689" y="113443"/>
                    <a:pt x="428210" y="106871"/>
                    <a:pt x="409160" y="117824"/>
                  </a:cubicBezTo>
                  <a:cubicBezTo>
                    <a:pt x="409160" y="117824"/>
                    <a:pt x="409160" y="117824"/>
                    <a:pt x="409160" y="117824"/>
                  </a:cubicBezTo>
                  <a:cubicBezTo>
                    <a:pt x="394301" y="126397"/>
                    <a:pt x="387157" y="143256"/>
                    <a:pt x="389920" y="159258"/>
                  </a:cubicBezTo>
                  <a:lnTo>
                    <a:pt x="367631" y="173069"/>
                  </a:lnTo>
                  <a:cubicBezTo>
                    <a:pt x="340580" y="134017"/>
                    <a:pt x="296860" y="107442"/>
                    <a:pt x="246759" y="103632"/>
                  </a:cubicBezTo>
                  <a:lnTo>
                    <a:pt x="246759" y="77915"/>
                  </a:lnTo>
                  <a:cubicBezTo>
                    <a:pt x="262856" y="72771"/>
                    <a:pt x="274572" y="57817"/>
                    <a:pt x="274572" y="40005"/>
                  </a:cubicBezTo>
                  <a:cubicBezTo>
                    <a:pt x="274572" y="18002"/>
                    <a:pt x="256665" y="0"/>
                    <a:pt x="234567" y="0"/>
                  </a:cubicBezTo>
                  <a:cubicBezTo>
                    <a:pt x="212469" y="0"/>
                    <a:pt x="194562" y="17907"/>
                    <a:pt x="194562" y="40005"/>
                  </a:cubicBezTo>
                  <a:cubicBezTo>
                    <a:pt x="194562" y="58007"/>
                    <a:pt x="206563" y="73057"/>
                    <a:pt x="222946" y="78105"/>
                  </a:cubicBezTo>
                  <a:lnTo>
                    <a:pt x="222946" y="103632"/>
                  </a:lnTo>
                  <a:cubicBezTo>
                    <a:pt x="171988" y="107252"/>
                    <a:pt x="127506" y="134493"/>
                    <a:pt x="100455" y="174593"/>
                  </a:cubicBezTo>
                  <a:lnTo>
                    <a:pt x="78833" y="161163"/>
                  </a:lnTo>
                  <a:cubicBezTo>
                    <a:pt x="82548" y="144590"/>
                    <a:pt x="75499" y="126778"/>
                    <a:pt x="59974" y="117824"/>
                  </a:cubicBezTo>
                  <a:cubicBezTo>
                    <a:pt x="59974" y="117824"/>
                    <a:pt x="59974" y="117824"/>
                    <a:pt x="59974" y="117824"/>
                  </a:cubicBezTo>
                  <a:cubicBezTo>
                    <a:pt x="40924" y="106871"/>
                    <a:pt x="16349" y="113348"/>
                    <a:pt x="5395" y="132493"/>
                  </a:cubicBezTo>
                  <a:cubicBezTo>
                    <a:pt x="-5654" y="151543"/>
                    <a:pt x="919" y="176117"/>
                    <a:pt x="20064" y="187166"/>
                  </a:cubicBezTo>
                  <a:cubicBezTo>
                    <a:pt x="26350" y="190786"/>
                    <a:pt x="33208" y="192500"/>
                    <a:pt x="39971" y="192500"/>
                  </a:cubicBezTo>
                  <a:cubicBezTo>
                    <a:pt x="49877" y="192500"/>
                    <a:pt x="59593" y="188786"/>
                    <a:pt x="67022" y="181928"/>
                  </a:cubicBezTo>
                  <a:lnTo>
                    <a:pt x="88739" y="195453"/>
                  </a:lnTo>
                  <a:cubicBezTo>
                    <a:pt x="78643" y="216503"/>
                    <a:pt x="72832" y="239935"/>
                    <a:pt x="72832" y="264795"/>
                  </a:cubicBezTo>
                  <a:cubicBezTo>
                    <a:pt x="72832" y="289655"/>
                    <a:pt x="78262" y="311468"/>
                    <a:pt x="87596" y="331946"/>
                  </a:cubicBezTo>
                  <a:lnTo>
                    <a:pt x="64927" y="346043"/>
                  </a:lnTo>
                  <a:cubicBezTo>
                    <a:pt x="52449" y="336042"/>
                    <a:pt x="34637" y="334042"/>
                    <a:pt x="19969" y="342519"/>
                  </a:cubicBezTo>
                  <a:lnTo>
                    <a:pt x="19969" y="342519"/>
                  </a:lnTo>
                  <a:cubicBezTo>
                    <a:pt x="919" y="353568"/>
                    <a:pt x="-5654" y="378047"/>
                    <a:pt x="5300" y="397193"/>
                  </a:cubicBezTo>
                  <a:cubicBezTo>
                    <a:pt x="12730" y="409956"/>
                    <a:pt x="26160" y="417195"/>
                    <a:pt x="39971" y="417195"/>
                  </a:cubicBezTo>
                  <a:cubicBezTo>
                    <a:pt x="46734" y="417195"/>
                    <a:pt x="53592" y="415481"/>
                    <a:pt x="59878" y="411861"/>
                  </a:cubicBezTo>
                  <a:cubicBezTo>
                    <a:pt x="76166" y="402431"/>
                    <a:pt x="83215" y="383286"/>
                    <a:pt x="78166" y="365951"/>
                  </a:cubicBezTo>
                  <a:lnTo>
                    <a:pt x="99026" y="352997"/>
                  </a:lnTo>
                  <a:cubicBezTo>
                    <a:pt x="125887" y="394145"/>
                    <a:pt x="170940" y="422243"/>
                    <a:pt x="222756" y="425958"/>
                  </a:cubicBezTo>
                  <a:lnTo>
                    <a:pt x="222756" y="451485"/>
                  </a:lnTo>
                  <a:cubicBezTo>
                    <a:pt x="206373" y="456533"/>
                    <a:pt x="194371" y="471583"/>
                    <a:pt x="194371" y="489585"/>
                  </a:cubicBezTo>
                  <a:cubicBezTo>
                    <a:pt x="194371" y="511588"/>
                    <a:pt x="212278" y="529590"/>
                    <a:pt x="234376" y="529590"/>
                  </a:cubicBezTo>
                  <a:cubicBezTo>
                    <a:pt x="256474" y="529590"/>
                    <a:pt x="274381" y="511683"/>
                    <a:pt x="274381" y="489585"/>
                  </a:cubicBezTo>
                  <a:cubicBezTo>
                    <a:pt x="274381" y="471773"/>
                    <a:pt x="262666" y="456914"/>
                    <a:pt x="246568" y="451676"/>
                  </a:cubicBezTo>
                  <a:lnTo>
                    <a:pt x="246568" y="425958"/>
                  </a:lnTo>
                  <a:cubicBezTo>
                    <a:pt x="297527" y="422148"/>
                    <a:pt x="341914" y="394716"/>
                    <a:pt x="368774" y="354521"/>
                  </a:cubicBezTo>
                  <a:lnTo>
                    <a:pt x="390205" y="367856"/>
                  </a:lnTo>
                  <a:cubicBezTo>
                    <a:pt x="386205" y="384620"/>
                    <a:pt x="393158" y="402812"/>
                    <a:pt x="408874" y="411861"/>
                  </a:cubicBezTo>
                  <a:cubicBezTo>
                    <a:pt x="415161" y="415481"/>
                    <a:pt x="422019" y="417195"/>
                    <a:pt x="428782" y="417195"/>
                  </a:cubicBezTo>
                  <a:cubicBezTo>
                    <a:pt x="442593" y="417195"/>
                    <a:pt x="456118" y="410051"/>
                    <a:pt x="463453" y="397193"/>
                  </a:cubicBezTo>
                  <a:cubicBezTo>
                    <a:pt x="474502" y="378143"/>
                    <a:pt x="467929" y="353568"/>
                    <a:pt x="448784" y="342614"/>
                  </a:cubicBezTo>
                  <a:close/>
                  <a:moveTo>
                    <a:pt x="420971" y="138494"/>
                  </a:moveTo>
                  <a:cubicBezTo>
                    <a:pt x="428686" y="134017"/>
                    <a:pt x="438592" y="136684"/>
                    <a:pt x="443069" y="144399"/>
                  </a:cubicBezTo>
                  <a:cubicBezTo>
                    <a:pt x="447546" y="152114"/>
                    <a:pt x="444879" y="162020"/>
                    <a:pt x="437164" y="166497"/>
                  </a:cubicBezTo>
                  <a:cubicBezTo>
                    <a:pt x="429448" y="170974"/>
                    <a:pt x="419542" y="168307"/>
                    <a:pt x="415066" y="160592"/>
                  </a:cubicBezTo>
                  <a:cubicBezTo>
                    <a:pt x="410589" y="152876"/>
                    <a:pt x="413256" y="142970"/>
                    <a:pt x="420971" y="138494"/>
                  </a:cubicBezTo>
                  <a:close/>
                  <a:moveTo>
                    <a:pt x="31970" y="166497"/>
                  </a:moveTo>
                  <a:cubicBezTo>
                    <a:pt x="24255" y="162020"/>
                    <a:pt x="21588" y="152114"/>
                    <a:pt x="26065" y="144399"/>
                  </a:cubicBezTo>
                  <a:cubicBezTo>
                    <a:pt x="29017" y="139256"/>
                    <a:pt x="34542" y="136303"/>
                    <a:pt x="40066" y="136303"/>
                  </a:cubicBezTo>
                  <a:cubicBezTo>
                    <a:pt x="42829" y="136303"/>
                    <a:pt x="45591" y="136970"/>
                    <a:pt x="48163" y="138494"/>
                  </a:cubicBezTo>
                  <a:cubicBezTo>
                    <a:pt x="55878" y="142970"/>
                    <a:pt x="58545" y="152876"/>
                    <a:pt x="54068" y="160592"/>
                  </a:cubicBezTo>
                  <a:cubicBezTo>
                    <a:pt x="49591" y="168307"/>
                    <a:pt x="39685" y="170974"/>
                    <a:pt x="31970" y="166497"/>
                  </a:cubicBezTo>
                  <a:close/>
                  <a:moveTo>
                    <a:pt x="48163" y="391097"/>
                  </a:moveTo>
                  <a:cubicBezTo>
                    <a:pt x="40447" y="395573"/>
                    <a:pt x="30541" y="392906"/>
                    <a:pt x="26065" y="385191"/>
                  </a:cubicBezTo>
                  <a:cubicBezTo>
                    <a:pt x="21588" y="377476"/>
                    <a:pt x="24255" y="367570"/>
                    <a:pt x="31970" y="363093"/>
                  </a:cubicBezTo>
                  <a:cubicBezTo>
                    <a:pt x="39685" y="358616"/>
                    <a:pt x="49591" y="361283"/>
                    <a:pt x="54068" y="368999"/>
                  </a:cubicBezTo>
                  <a:cubicBezTo>
                    <a:pt x="58545" y="376714"/>
                    <a:pt x="55878" y="386620"/>
                    <a:pt x="48163" y="391097"/>
                  </a:cubicBezTo>
                  <a:close/>
                  <a:moveTo>
                    <a:pt x="234567" y="24003"/>
                  </a:moveTo>
                  <a:cubicBezTo>
                    <a:pt x="243520" y="24003"/>
                    <a:pt x="250759" y="31242"/>
                    <a:pt x="250759" y="40196"/>
                  </a:cubicBezTo>
                  <a:cubicBezTo>
                    <a:pt x="250759" y="49149"/>
                    <a:pt x="243520" y="56388"/>
                    <a:pt x="234567" y="56388"/>
                  </a:cubicBezTo>
                  <a:cubicBezTo>
                    <a:pt x="225613" y="56388"/>
                    <a:pt x="218374" y="49149"/>
                    <a:pt x="218374" y="40196"/>
                  </a:cubicBezTo>
                  <a:cubicBezTo>
                    <a:pt x="218374" y="31242"/>
                    <a:pt x="225613" y="24003"/>
                    <a:pt x="234567" y="24003"/>
                  </a:cubicBezTo>
                  <a:close/>
                  <a:moveTo>
                    <a:pt x="234567" y="505587"/>
                  </a:moveTo>
                  <a:cubicBezTo>
                    <a:pt x="225613" y="505587"/>
                    <a:pt x="218374" y="498348"/>
                    <a:pt x="218374" y="489395"/>
                  </a:cubicBezTo>
                  <a:cubicBezTo>
                    <a:pt x="218374" y="480441"/>
                    <a:pt x="225613" y="473202"/>
                    <a:pt x="234567" y="473202"/>
                  </a:cubicBezTo>
                  <a:cubicBezTo>
                    <a:pt x="243520" y="473202"/>
                    <a:pt x="250759" y="480441"/>
                    <a:pt x="250759" y="489395"/>
                  </a:cubicBezTo>
                  <a:cubicBezTo>
                    <a:pt x="250759" y="498348"/>
                    <a:pt x="243520" y="505587"/>
                    <a:pt x="234567" y="505587"/>
                  </a:cubicBezTo>
                  <a:close/>
                  <a:moveTo>
                    <a:pt x="234567" y="402622"/>
                  </a:moveTo>
                  <a:cubicBezTo>
                    <a:pt x="158557" y="402622"/>
                    <a:pt x="96740" y="340805"/>
                    <a:pt x="96740" y="264795"/>
                  </a:cubicBezTo>
                  <a:cubicBezTo>
                    <a:pt x="96740" y="188786"/>
                    <a:pt x="158557" y="126968"/>
                    <a:pt x="234567" y="126968"/>
                  </a:cubicBezTo>
                  <a:cubicBezTo>
                    <a:pt x="310576" y="126968"/>
                    <a:pt x="372394" y="188786"/>
                    <a:pt x="372394" y="264795"/>
                  </a:cubicBezTo>
                  <a:cubicBezTo>
                    <a:pt x="372394" y="340805"/>
                    <a:pt x="310576" y="402622"/>
                    <a:pt x="234567" y="402622"/>
                  </a:cubicBezTo>
                  <a:close/>
                  <a:moveTo>
                    <a:pt x="443069" y="385191"/>
                  </a:moveTo>
                  <a:cubicBezTo>
                    <a:pt x="438592" y="392906"/>
                    <a:pt x="428686" y="395573"/>
                    <a:pt x="420971" y="391097"/>
                  </a:cubicBezTo>
                  <a:cubicBezTo>
                    <a:pt x="413256" y="386620"/>
                    <a:pt x="410589" y="376714"/>
                    <a:pt x="415066" y="368999"/>
                  </a:cubicBezTo>
                  <a:cubicBezTo>
                    <a:pt x="418018" y="363855"/>
                    <a:pt x="423543" y="360902"/>
                    <a:pt x="429067" y="360902"/>
                  </a:cubicBezTo>
                  <a:cubicBezTo>
                    <a:pt x="431830" y="360902"/>
                    <a:pt x="434592" y="361569"/>
                    <a:pt x="437164" y="363093"/>
                  </a:cubicBezTo>
                  <a:cubicBezTo>
                    <a:pt x="444879" y="367570"/>
                    <a:pt x="447546" y="377476"/>
                    <a:pt x="443069" y="38519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97" name="Google Shape;3897;p98"/>
            <p:cNvSpPr/>
            <p:nvPr/>
          </p:nvSpPr>
          <p:spPr>
            <a:xfrm>
              <a:off x="4594193" y="2214626"/>
              <a:ext cx="23812" cy="117157"/>
            </a:xfrm>
            <a:custGeom>
              <a:avLst/>
              <a:gdLst/>
              <a:ahLst/>
              <a:cxnLst/>
              <a:rect l="l" t="t" r="r" b="b"/>
              <a:pathLst>
                <a:path w="23812" h="117157" extrusionOk="0">
                  <a:moveTo>
                    <a:pt x="23813" y="105251"/>
                  </a:moveTo>
                  <a:lnTo>
                    <a:pt x="23813" y="11906"/>
                  </a:lnTo>
                  <a:cubicBezTo>
                    <a:pt x="23813" y="5334"/>
                    <a:pt x="18479" y="0"/>
                    <a:pt x="11906" y="0"/>
                  </a:cubicBezTo>
                  <a:cubicBezTo>
                    <a:pt x="5334" y="0"/>
                    <a:pt x="0" y="5334"/>
                    <a:pt x="0" y="11906"/>
                  </a:cubicBezTo>
                  <a:lnTo>
                    <a:pt x="0" y="105251"/>
                  </a:lnTo>
                  <a:cubicBezTo>
                    <a:pt x="0" y="111824"/>
                    <a:pt x="5334" y="117157"/>
                    <a:pt x="11906" y="117157"/>
                  </a:cubicBezTo>
                  <a:cubicBezTo>
                    <a:pt x="18479" y="117157"/>
                    <a:pt x="23813" y="111824"/>
                    <a:pt x="23813" y="10525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98" name="Google Shape;3898;p98"/>
            <p:cNvSpPr/>
            <p:nvPr/>
          </p:nvSpPr>
          <p:spPr>
            <a:xfrm>
              <a:off x="4983194" y="2215483"/>
              <a:ext cx="23812" cy="116205"/>
            </a:xfrm>
            <a:custGeom>
              <a:avLst/>
              <a:gdLst/>
              <a:ahLst/>
              <a:cxnLst/>
              <a:rect l="l" t="t" r="r" b="b"/>
              <a:pathLst>
                <a:path w="23812" h="116205" extrusionOk="0">
                  <a:moveTo>
                    <a:pt x="0" y="11906"/>
                  </a:moveTo>
                  <a:lnTo>
                    <a:pt x="0" y="104299"/>
                  </a:lnTo>
                  <a:cubicBezTo>
                    <a:pt x="0" y="110871"/>
                    <a:pt x="5334" y="116205"/>
                    <a:pt x="11906" y="116205"/>
                  </a:cubicBezTo>
                  <a:cubicBezTo>
                    <a:pt x="18479" y="116205"/>
                    <a:pt x="23813" y="110871"/>
                    <a:pt x="23813" y="104299"/>
                  </a:cubicBezTo>
                  <a:lnTo>
                    <a:pt x="23813" y="11906"/>
                  </a:lnTo>
                  <a:cubicBezTo>
                    <a:pt x="23813" y="5334"/>
                    <a:pt x="18479" y="0"/>
                    <a:pt x="11906" y="0"/>
                  </a:cubicBezTo>
                  <a:cubicBezTo>
                    <a:pt x="5334" y="0"/>
                    <a:pt x="0" y="5334"/>
                    <a:pt x="0"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899" name="Google Shape;3899;p98"/>
            <p:cNvSpPr/>
            <p:nvPr/>
          </p:nvSpPr>
          <p:spPr>
            <a:xfrm>
              <a:off x="4651060" y="2406600"/>
              <a:ext cx="104006" cy="70153"/>
            </a:xfrm>
            <a:custGeom>
              <a:avLst/>
              <a:gdLst/>
              <a:ahLst/>
              <a:cxnLst/>
              <a:rect l="l" t="t" r="r" b="b"/>
              <a:pathLst>
                <a:path w="104006" h="70153" extrusionOk="0">
                  <a:moveTo>
                    <a:pt x="98104" y="47865"/>
                  </a:moveTo>
                  <a:lnTo>
                    <a:pt x="17904" y="1574"/>
                  </a:lnTo>
                  <a:cubicBezTo>
                    <a:pt x="12189" y="-1665"/>
                    <a:pt x="4950" y="240"/>
                    <a:pt x="1616" y="5955"/>
                  </a:cubicBezTo>
                  <a:cubicBezTo>
                    <a:pt x="-1718" y="11670"/>
                    <a:pt x="283" y="18909"/>
                    <a:pt x="5998" y="22243"/>
                  </a:cubicBezTo>
                  <a:lnTo>
                    <a:pt x="86198" y="68534"/>
                  </a:lnTo>
                  <a:cubicBezTo>
                    <a:pt x="88103" y="69582"/>
                    <a:pt x="90103" y="70154"/>
                    <a:pt x="92103" y="70154"/>
                  </a:cubicBezTo>
                  <a:cubicBezTo>
                    <a:pt x="96199" y="70154"/>
                    <a:pt x="100200" y="68058"/>
                    <a:pt x="102390" y="64248"/>
                  </a:cubicBezTo>
                  <a:cubicBezTo>
                    <a:pt x="105724" y="58533"/>
                    <a:pt x="103724" y="51294"/>
                    <a:pt x="98009" y="4796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00" name="Google Shape;3900;p98"/>
            <p:cNvSpPr/>
            <p:nvPr/>
          </p:nvSpPr>
          <p:spPr>
            <a:xfrm>
              <a:off x="4846323" y="2070134"/>
              <a:ext cx="103911" cy="70005"/>
            </a:xfrm>
            <a:custGeom>
              <a:avLst/>
              <a:gdLst/>
              <a:ahLst/>
              <a:cxnLst/>
              <a:rect l="l" t="t" r="r" b="b"/>
              <a:pathLst>
                <a:path w="103911" h="70005" extrusionOk="0">
                  <a:moveTo>
                    <a:pt x="6093" y="22190"/>
                  </a:moveTo>
                  <a:lnTo>
                    <a:pt x="86103" y="68386"/>
                  </a:lnTo>
                  <a:cubicBezTo>
                    <a:pt x="88008" y="69434"/>
                    <a:pt x="90008" y="70006"/>
                    <a:pt x="92008" y="70006"/>
                  </a:cubicBezTo>
                  <a:cubicBezTo>
                    <a:pt x="96104" y="70006"/>
                    <a:pt x="100105" y="67910"/>
                    <a:pt x="102295" y="64100"/>
                  </a:cubicBezTo>
                  <a:cubicBezTo>
                    <a:pt x="105629" y="58385"/>
                    <a:pt x="103629" y="51146"/>
                    <a:pt x="97914" y="47812"/>
                  </a:cubicBezTo>
                  <a:lnTo>
                    <a:pt x="17904" y="1616"/>
                  </a:lnTo>
                  <a:cubicBezTo>
                    <a:pt x="12189" y="-1718"/>
                    <a:pt x="4950" y="283"/>
                    <a:pt x="1616" y="5998"/>
                  </a:cubicBezTo>
                  <a:cubicBezTo>
                    <a:pt x="-1718" y="11713"/>
                    <a:pt x="283" y="18952"/>
                    <a:pt x="5998" y="2228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01" name="Google Shape;3901;p98"/>
            <p:cNvSpPr/>
            <p:nvPr/>
          </p:nvSpPr>
          <p:spPr>
            <a:xfrm>
              <a:off x="4845984" y="2406695"/>
              <a:ext cx="103636" cy="69963"/>
            </a:xfrm>
            <a:custGeom>
              <a:avLst/>
              <a:gdLst/>
              <a:ahLst/>
              <a:cxnLst/>
              <a:rect l="l" t="t" r="r" b="b"/>
              <a:pathLst>
                <a:path w="103636" h="69963" extrusionOk="0">
                  <a:moveTo>
                    <a:pt x="85870" y="1669"/>
                  </a:moveTo>
                  <a:lnTo>
                    <a:pt x="5955" y="47770"/>
                  </a:lnTo>
                  <a:cubicBezTo>
                    <a:pt x="240" y="51104"/>
                    <a:pt x="-1665" y="58343"/>
                    <a:pt x="1574" y="64058"/>
                  </a:cubicBezTo>
                  <a:cubicBezTo>
                    <a:pt x="3764" y="67868"/>
                    <a:pt x="7765" y="69963"/>
                    <a:pt x="11861" y="69963"/>
                  </a:cubicBezTo>
                  <a:cubicBezTo>
                    <a:pt x="13861" y="69963"/>
                    <a:pt x="15956" y="69487"/>
                    <a:pt x="17766" y="68344"/>
                  </a:cubicBezTo>
                  <a:lnTo>
                    <a:pt x="97681" y="22243"/>
                  </a:lnTo>
                  <a:cubicBezTo>
                    <a:pt x="103396" y="18909"/>
                    <a:pt x="105301" y="11670"/>
                    <a:pt x="102062" y="5955"/>
                  </a:cubicBezTo>
                  <a:cubicBezTo>
                    <a:pt x="98729" y="240"/>
                    <a:pt x="91490" y="-1665"/>
                    <a:pt x="85775" y="157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02" name="Google Shape;3902;p98"/>
            <p:cNvSpPr/>
            <p:nvPr/>
          </p:nvSpPr>
          <p:spPr>
            <a:xfrm>
              <a:off x="4651103" y="2070082"/>
              <a:ext cx="103636" cy="69963"/>
            </a:xfrm>
            <a:custGeom>
              <a:avLst/>
              <a:gdLst/>
              <a:ahLst/>
              <a:cxnLst/>
              <a:rect l="l" t="t" r="r" b="b"/>
              <a:pathLst>
                <a:path w="103636" h="69963" extrusionOk="0">
                  <a:moveTo>
                    <a:pt x="11956" y="69963"/>
                  </a:moveTo>
                  <a:cubicBezTo>
                    <a:pt x="13956" y="69963"/>
                    <a:pt x="16052" y="69487"/>
                    <a:pt x="17861" y="68344"/>
                  </a:cubicBezTo>
                  <a:lnTo>
                    <a:pt x="97681" y="22243"/>
                  </a:lnTo>
                  <a:cubicBezTo>
                    <a:pt x="103396" y="19004"/>
                    <a:pt x="105301" y="11670"/>
                    <a:pt x="102062" y="5955"/>
                  </a:cubicBezTo>
                  <a:cubicBezTo>
                    <a:pt x="98824" y="240"/>
                    <a:pt x="91490" y="-1665"/>
                    <a:pt x="85775" y="1574"/>
                  </a:cubicBezTo>
                  <a:lnTo>
                    <a:pt x="5955" y="47675"/>
                  </a:lnTo>
                  <a:cubicBezTo>
                    <a:pt x="240" y="50913"/>
                    <a:pt x="-1665" y="58247"/>
                    <a:pt x="1574" y="63962"/>
                  </a:cubicBezTo>
                  <a:cubicBezTo>
                    <a:pt x="3764" y="67772"/>
                    <a:pt x="7765" y="69868"/>
                    <a:pt x="11861" y="6986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03" name="Google Shape;3903;p98"/>
          <p:cNvGrpSpPr/>
          <p:nvPr/>
        </p:nvGrpSpPr>
        <p:grpSpPr>
          <a:xfrm>
            <a:off x="6790414" y="2555541"/>
            <a:ext cx="290764" cy="272766"/>
            <a:chOff x="5242736" y="2052954"/>
            <a:chExt cx="516914" cy="484918"/>
          </a:xfrm>
        </p:grpSpPr>
        <p:sp>
          <p:nvSpPr>
            <p:cNvPr id="3904" name="Google Shape;3904;p98"/>
            <p:cNvSpPr/>
            <p:nvPr/>
          </p:nvSpPr>
          <p:spPr>
            <a:xfrm>
              <a:off x="5331840" y="2315654"/>
              <a:ext cx="125349" cy="125348"/>
            </a:xfrm>
            <a:custGeom>
              <a:avLst/>
              <a:gdLst/>
              <a:ahLst/>
              <a:cxnLst/>
              <a:rect l="l" t="t" r="r" b="b"/>
              <a:pathLst>
                <a:path w="125349" h="125348" extrusionOk="0">
                  <a:moveTo>
                    <a:pt x="62675" y="0"/>
                  </a:moveTo>
                  <a:cubicBezTo>
                    <a:pt x="28099" y="0"/>
                    <a:pt x="0" y="28099"/>
                    <a:pt x="0" y="62675"/>
                  </a:cubicBezTo>
                  <a:cubicBezTo>
                    <a:pt x="0" y="97250"/>
                    <a:pt x="28099" y="125349"/>
                    <a:pt x="62675" y="125349"/>
                  </a:cubicBezTo>
                  <a:cubicBezTo>
                    <a:pt x="97250" y="125349"/>
                    <a:pt x="125349" y="97250"/>
                    <a:pt x="125349" y="62675"/>
                  </a:cubicBezTo>
                  <a:cubicBezTo>
                    <a:pt x="125349" y="28099"/>
                    <a:pt x="97250" y="0"/>
                    <a:pt x="62675" y="0"/>
                  </a:cubicBezTo>
                  <a:close/>
                  <a:moveTo>
                    <a:pt x="62675" y="101632"/>
                  </a:moveTo>
                  <a:cubicBezTo>
                    <a:pt x="41243" y="101632"/>
                    <a:pt x="23813" y="84201"/>
                    <a:pt x="23813" y="62770"/>
                  </a:cubicBezTo>
                  <a:cubicBezTo>
                    <a:pt x="23813" y="41339"/>
                    <a:pt x="41243" y="23908"/>
                    <a:pt x="62675" y="23908"/>
                  </a:cubicBezTo>
                  <a:cubicBezTo>
                    <a:pt x="84106" y="23908"/>
                    <a:pt x="101537" y="41339"/>
                    <a:pt x="101537" y="62770"/>
                  </a:cubicBezTo>
                  <a:cubicBezTo>
                    <a:pt x="101537" y="84201"/>
                    <a:pt x="84106" y="101632"/>
                    <a:pt x="62675" y="10163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05" name="Google Shape;3905;p98"/>
            <p:cNvSpPr/>
            <p:nvPr/>
          </p:nvSpPr>
          <p:spPr>
            <a:xfrm>
              <a:off x="5242736" y="2221547"/>
              <a:ext cx="306225" cy="316325"/>
            </a:xfrm>
            <a:custGeom>
              <a:avLst/>
              <a:gdLst/>
              <a:ahLst/>
              <a:cxnLst/>
              <a:rect l="l" t="t" r="r" b="b"/>
              <a:pathLst>
                <a:path w="306225" h="316325" extrusionOk="0">
                  <a:moveTo>
                    <a:pt x="305417" y="118872"/>
                  </a:moveTo>
                  <a:cubicBezTo>
                    <a:pt x="306941" y="113157"/>
                    <a:pt x="306179" y="107156"/>
                    <a:pt x="303227" y="102013"/>
                  </a:cubicBezTo>
                  <a:lnTo>
                    <a:pt x="276747" y="56102"/>
                  </a:lnTo>
                  <a:cubicBezTo>
                    <a:pt x="273794" y="50959"/>
                    <a:pt x="268937" y="47244"/>
                    <a:pt x="263222" y="45720"/>
                  </a:cubicBezTo>
                  <a:cubicBezTo>
                    <a:pt x="257507" y="44196"/>
                    <a:pt x="251506" y="44958"/>
                    <a:pt x="246362" y="47911"/>
                  </a:cubicBezTo>
                  <a:lnTo>
                    <a:pt x="232361" y="56007"/>
                  </a:lnTo>
                  <a:cubicBezTo>
                    <a:pt x="223026" y="48768"/>
                    <a:pt x="212834" y="42863"/>
                    <a:pt x="201881" y="38386"/>
                  </a:cubicBezTo>
                  <a:lnTo>
                    <a:pt x="201881" y="22289"/>
                  </a:lnTo>
                  <a:cubicBezTo>
                    <a:pt x="201881" y="10001"/>
                    <a:pt x="191879" y="0"/>
                    <a:pt x="179592" y="0"/>
                  </a:cubicBezTo>
                  <a:lnTo>
                    <a:pt x="126633" y="0"/>
                  </a:lnTo>
                  <a:cubicBezTo>
                    <a:pt x="114346" y="0"/>
                    <a:pt x="104345" y="10001"/>
                    <a:pt x="104345" y="22289"/>
                  </a:cubicBezTo>
                  <a:lnTo>
                    <a:pt x="104345" y="38386"/>
                  </a:lnTo>
                  <a:cubicBezTo>
                    <a:pt x="93391" y="42863"/>
                    <a:pt x="83199" y="48768"/>
                    <a:pt x="73865" y="56007"/>
                  </a:cubicBezTo>
                  <a:lnTo>
                    <a:pt x="59863" y="47911"/>
                  </a:lnTo>
                  <a:cubicBezTo>
                    <a:pt x="54719" y="44958"/>
                    <a:pt x="48719" y="44101"/>
                    <a:pt x="43004" y="45720"/>
                  </a:cubicBezTo>
                  <a:cubicBezTo>
                    <a:pt x="37289" y="47244"/>
                    <a:pt x="32431" y="50959"/>
                    <a:pt x="29478" y="56102"/>
                  </a:cubicBezTo>
                  <a:lnTo>
                    <a:pt x="2999" y="102013"/>
                  </a:lnTo>
                  <a:cubicBezTo>
                    <a:pt x="46" y="107156"/>
                    <a:pt x="-811" y="113157"/>
                    <a:pt x="808" y="118967"/>
                  </a:cubicBezTo>
                  <a:cubicBezTo>
                    <a:pt x="2332" y="124587"/>
                    <a:pt x="6142" y="129540"/>
                    <a:pt x="11190" y="132493"/>
                  </a:cubicBezTo>
                  <a:lnTo>
                    <a:pt x="25192" y="140589"/>
                  </a:lnTo>
                  <a:cubicBezTo>
                    <a:pt x="24430" y="146399"/>
                    <a:pt x="23954" y="152305"/>
                    <a:pt x="23954" y="158210"/>
                  </a:cubicBezTo>
                  <a:cubicBezTo>
                    <a:pt x="23954" y="164116"/>
                    <a:pt x="24335" y="170021"/>
                    <a:pt x="25192" y="175832"/>
                  </a:cubicBezTo>
                  <a:lnTo>
                    <a:pt x="11190" y="183928"/>
                  </a:lnTo>
                  <a:cubicBezTo>
                    <a:pt x="6047" y="186881"/>
                    <a:pt x="2332" y="191738"/>
                    <a:pt x="808" y="197453"/>
                  </a:cubicBezTo>
                  <a:cubicBezTo>
                    <a:pt x="-716" y="203168"/>
                    <a:pt x="46" y="209169"/>
                    <a:pt x="2999" y="214313"/>
                  </a:cubicBezTo>
                  <a:lnTo>
                    <a:pt x="29478" y="260223"/>
                  </a:lnTo>
                  <a:cubicBezTo>
                    <a:pt x="35574" y="270891"/>
                    <a:pt x="49290" y="274511"/>
                    <a:pt x="59863" y="268415"/>
                  </a:cubicBezTo>
                  <a:lnTo>
                    <a:pt x="73865" y="260318"/>
                  </a:lnTo>
                  <a:cubicBezTo>
                    <a:pt x="83199" y="267653"/>
                    <a:pt x="93391" y="273463"/>
                    <a:pt x="104345" y="277940"/>
                  </a:cubicBezTo>
                  <a:lnTo>
                    <a:pt x="104345" y="294037"/>
                  </a:lnTo>
                  <a:cubicBezTo>
                    <a:pt x="104345" y="306324"/>
                    <a:pt x="114346" y="316325"/>
                    <a:pt x="126633" y="316325"/>
                  </a:cubicBezTo>
                  <a:lnTo>
                    <a:pt x="179592" y="316325"/>
                  </a:lnTo>
                  <a:cubicBezTo>
                    <a:pt x="191879" y="316325"/>
                    <a:pt x="201881" y="306324"/>
                    <a:pt x="201881" y="294037"/>
                  </a:cubicBezTo>
                  <a:lnTo>
                    <a:pt x="201881" y="277940"/>
                  </a:lnTo>
                  <a:cubicBezTo>
                    <a:pt x="212834" y="273463"/>
                    <a:pt x="223026" y="267557"/>
                    <a:pt x="232361" y="260318"/>
                  </a:cubicBezTo>
                  <a:lnTo>
                    <a:pt x="246362" y="268415"/>
                  </a:lnTo>
                  <a:cubicBezTo>
                    <a:pt x="257030" y="274511"/>
                    <a:pt x="270651" y="270891"/>
                    <a:pt x="276747" y="260223"/>
                  </a:cubicBezTo>
                  <a:lnTo>
                    <a:pt x="303227" y="214313"/>
                  </a:lnTo>
                  <a:cubicBezTo>
                    <a:pt x="306179" y="209169"/>
                    <a:pt x="307037" y="203168"/>
                    <a:pt x="305417" y="197358"/>
                  </a:cubicBezTo>
                  <a:cubicBezTo>
                    <a:pt x="303893" y="191643"/>
                    <a:pt x="300179" y="186785"/>
                    <a:pt x="295035" y="183833"/>
                  </a:cubicBezTo>
                  <a:lnTo>
                    <a:pt x="281033" y="175736"/>
                  </a:lnTo>
                  <a:cubicBezTo>
                    <a:pt x="281795" y="169926"/>
                    <a:pt x="282176" y="164021"/>
                    <a:pt x="282176" y="158115"/>
                  </a:cubicBezTo>
                  <a:cubicBezTo>
                    <a:pt x="282176" y="152210"/>
                    <a:pt x="281795" y="146304"/>
                    <a:pt x="281033" y="140494"/>
                  </a:cubicBezTo>
                  <a:lnTo>
                    <a:pt x="294940" y="132398"/>
                  </a:lnTo>
                  <a:cubicBezTo>
                    <a:pt x="299988" y="129445"/>
                    <a:pt x="303798" y="124587"/>
                    <a:pt x="305322" y="118872"/>
                  </a:cubicBezTo>
                  <a:close/>
                  <a:moveTo>
                    <a:pt x="261983" y="123920"/>
                  </a:moveTo>
                  <a:cubicBezTo>
                    <a:pt x="257507" y="126492"/>
                    <a:pt x="255221" y="131636"/>
                    <a:pt x="256268" y="136589"/>
                  </a:cubicBezTo>
                  <a:cubicBezTo>
                    <a:pt x="257697" y="143542"/>
                    <a:pt x="258459" y="150781"/>
                    <a:pt x="258459" y="158020"/>
                  </a:cubicBezTo>
                  <a:cubicBezTo>
                    <a:pt x="258459" y="165259"/>
                    <a:pt x="257697" y="172403"/>
                    <a:pt x="256268" y="179451"/>
                  </a:cubicBezTo>
                  <a:cubicBezTo>
                    <a:pt x="255221" y="184499"/>
                    <a:pt x="257507" y="189643"/>
                    <a:pt x="261983" y="192119"/>
                  </a:cubicBezTo>
                  <a:lnTo>
                    <a:pt x="281795" y="203549"/>
                  </a:lnTo>
                  <a:lnTo>
                    <a:pt x="256840" y="246793"/>
                  </a:lnTo>
                  <a:lnTo>
                    <a:pt x="237028" y="235363"/>
                  </a:lnTo>
                  <a:cubicBezTo>
                    <a:pt x="232646" y="232791"/>
                    <a:pt x="227027" y="233363"/>
                    <a:pt x="223121" y="236791"/>
                  </a:cubicBezTo>
                  <a:cubicBezTo>
                    <a:pt x="212263" y="246412"/>
                    <a:pt x="199785" y="253651"/>
                    <a:pt x="186164" y="258223"/>
                  </a:cubicBezTo>
                  <a:cubicBezTo>
                    <a:pt x="181307" y="259842"/>
                    <a:pt x="177973" y="264414"/>
                    <a:pt x="177973" y="269558"/>
                  </a:cubicBezTo>
                  <a:lnTo>
                    <a:pt x="177973" y="292418"/>
                  </a:lnTo>
                  <a:lnTo>
                    <a:pt x="128062" y="292418"/>
                  </a:lnTo>
                  <a:lnTo>
                    <a:pt x="128062" y="269558"/>
                  </a:lnTo>
                  <a:cubicBezTo>
                    <a:pt x="128062" y="264414"/>
                    <a:pt x="124728" y="259842"/>
                    <a:pt x="119870" y="258223"/>
                  </a:cubicBezTo>
                  <a:cubicBezTo>
                    <a:pt x="106154" y="253651"/>
                    <a:pt x="93772" y="246507"/>
                    <a:pt x="82913" y="236791"/>
                  </a:cubicBezTo>
                  <a:cubicBezTo>
                    <a:pt x="79103" y="233363"/>
                    <a:pt x="73484" y="232791"/>
                    <a:pt x="69007" y="235363"/>
                  </a:cubicBezTo>
                  <a:lnTo>
                    <a:pt x="49195" y="246793"/>
                  </a:lnTo>
                  <a:lnTo>
                    <a:pt x="24239" y="203549"/>
                  </a:lnTo>
                  <a:lnTo>
                    <a:pt x="44051" y="192119"/>
                  </a:lnTo>
                  <a:cubicBezTo>
                    <a:pt x="48528" y="189548"/>
                    <a:pt x="50814" y="184404"/>
                    <a:pt x="49766" y="179451"/>
                  </a:cubicBezTo>
                  <a:cubicBezTo>
                    <a:pt x="48338" y="172403"/>
                    <a:pt x="47576" y="165259"/>
                    <a:pt x="47576" y="158020"/>
                  </a:cubicBezTo>
                  <a:cubicBezTo>
                    <a:pt x="47576" y="150781"/>
                    <a:pt x="48338" y="143637"/>
                    <a:pt x="49766" y="136589"/>
                  </a:cubicBezTo>
                  <a:cubicBezTo>
                    <a:pt x="50814" y="131540"/>
                    <a:pt x="48528" y="126397"/>
                    <a:pt x="44051" y="123920"/>
                  </a:cubicBezTo>
                  <a:lnTo>
                    <a:pt x="24239" y="112490"/>
                  </a:lnTo>
                  <a:lnTo>
                    <a:pt x="49195" y="69247"/>
                  </a:lnTo>
                  <a:lnTo>
                    <a:pt x="69007" y="80677"/>
                  </a:lnTo>
                  <a:cubicBezTo>
                    <a:pt x="73484" y="83249"/>
                    <a:pt x="79008" y="82677"/>
                    <a:pt x="82913" y="79248"/>
                  </a:cubicBezTo>
                  <a:cubicBezTo>
                    <a:pt x="93772" y="69628"/>
                    <a:pt x="106154" y="62389"/>
                    <a:pt x="119870" y="57817"/>
                  </a:cubicBezTo>
                  <a:cubicBezTo>
                    <a:pt x="124728" y="56197"/>
                    <a:pt x="128062" y="51626"/>
                    <a:pt x="128062" y="46482"/>
                  </a:cubicBezTo>
                  <a:lnTo>
                    <a:pt x="128062" y="23622"/>
                  </a:lnTo>
                  <a:lnTo>
                    <a:pt x="177973" y="23622"/>
                  </a:lnTo>
                  <a:lnTo>
                    <a:pt x="177973" y="46482"/>
                  </a:lnTo>
                  <a:cubicBezTo>
                    <a:pt x="177973" y="51626"/>
                    <a:pt x="181307" y="56197"/>
                    <a:pt x="186164" y="57817"/>
                  </a:cubicBezTo>
                  <a:cubicBezTo>
                    <a:pt x="199880" y="62389"/>
                    <a:pt x="212358" y="69533"/>
                    <a:pt x="223121" y="79248"/>
                  </a:cubicBezTo>
                  <a:cubicBezTo>
                    <a:pt x="226931" y="82677"/>
                    <a:pt x="232551" y="83249"/>
                    <a:pt x="237028" y="80677"/>
                  </a:cubicBezTo>
                  <a:lnTo>
                    <a:pt x="256840" y="69247"/>
                  </a:lnTo>
                  <a:lnTo>
                    <a:pt x="281795" y="112490"/>
                  </a:lnTo>
                  <a:lnTo>
                    <a:pt x="261983" y="12392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06" name="Google Shape;3906;p98"/>
            <p:cNvSpPr/>
            <p:nvPr/>
          </p:nvSpPr>
          <p:spPr>
            <a:xfrm>
              <a:off x="5531061" y="2052954"/>
              <a:ext cx="228589" cy="238315"/>
            </a:xfrm>
            <a:custGeom>
              <a:avLst/>
              <a:gdLst/>
              <a:ahLst/>
              <a:cxnLst/>
              <a:rect l="l" t="t" r="r" b="b"/>
              <a:pathLst>
                <a:path w="228589" h="238315" extrusionOk="0">
                  <a:moveTo>
                    <a:pt x="217117" y="133541"/>
                  </a:moveTo>
                  <a:lnTo>
                    <a:pt x="211593" y="130397"/>
                  </a:lnTo>
                  <a:cubicBezTo>
                    <a:pt x="211974" y="126683"/>
                    <a:pt x="212259" y="122873"/>
                    <a:pt x="212259" y="119158"/>
                  </a:cubicBezTo>
                  <a:cubicBezTo>
                    <a:pt x="212259" y="115443"/>
                    <a:pt x="212069" y="111633"/>
                    <a:pt x="211593" y="107918"/>
                  </a:cubicBezTo>
                  <a:lnTo>
                    <a:pt x="217117" y="104775"/>
                  </a:lnTo>
                  <a:cubicBezTo>
                    <a:pt x="222451" y="101727"/>
                    <a:pt x="226166" y="96774"/>
                    <a:pt x="227785" y="90869"/>
                  </a:cubicBezTo>
                  <a:cubicBezTo>
                    <a:pt x="229404" y="84963"/>
                    <a:pt x="228547" y="78772"/>
                    <a:pt x="225499" y="73533"/>
                  </a:cubicBezTo>
                  <a:lnTo>
                    <a:pt x="209402" y="45720"/>
                  </a:lnTo>
                  <a:cubicBezTo>
                    <a:pt x="206354" y="40386"/>
                    <a:pt x="201401" y="36671"/>
                    <a:pt x="195495" y="35052"/>
                  </a:cubicBezTo>
                  <a:cubicBezTo>
                    <a:pt x="189590" y="33528"/>
                    <a:pt x="183399" y="34290"/>
                    <a:pt x="178160" y="37338"/>
                  </a:cubicBezTo>
                  <a:lnTo>
                    <a:pt x="172635" y="40481"/>
                  </a:lnTo>
                  <a:cubicBezTo>
                    <a:pt x="166635" y="36004"/>
                    <a:pt x="160062" y="32195"/>
                    <a:pt x="153204" y="29242"/>
                  </a:cubicBezTo>
                  <a:lnTo>
                    <a:pt x="153204" y="22860"/>
                  </a:lnTo>
                  <a:cubicBezTo>
                    <a:pt x="153204" y="10192"/>
                    <a:pt x="142917" y="0"/>
                    <a:pt x="130344" y="0"/>
                  </a:cubicBezTo>
                  <a:lnTo>
                    <a:pt x="98245" y="0"/>
                  </a:lnTo>
                  <a:cubicBezTo>
                    <a:pt x="85577" y="0"/>
                    <a:pt x="75385" y="10287"/>
                    <a:pt x="75385" y="22860"/>
                  </a:cubicBezTo>
                  <a:lnTo>
                    <a:pt x="75385" y="29242"/>
                  </a:lnTo>
                  <a:cubicBezTo>
                    <a:pt x="68432" y="32195"/>
                    <a:pt x="61955" y="36004"/>
                    <a:pt x="55954" y="40481"/>
                  </a:cubicBezTo>
                  <a:lnTo>
                    <a:pt x="50430" y="37338"/>
                  </a:lnTo>
                  <a:cubicBezTo>
                    <a:pt x="45096" y="34290"/>
                    <a:pt x="38904" y="33528"/>
                    <a:pt x="33094" y="35052"/>
                  </a:cubicBezTo>
                  <a:cubicBezTo>
                    <a:pt x="27189" y="36671"/>
                    <a:pt x="22236" y="40386"/>
                    <a:pt x="19188" y="45720"/>
                  </a:cubicBezTo>
                  <a:lnTo>
                    <a:pt x="3090" y="73533"/>
                  </a:lnTo>
                  <a:cubicBezTo>
                    <a:pt x="42" y="78867"/>
                    <a:pt x="-720" y="84963"/>
                    <a:pt x="804" y="90869"/>
                  </a:cubicBezTo>
                  <a:cubicBezTo>
                    <a:pt x="2328" y="96774"/>
                    <a:pt x="6138" y="101727"/>
                    <a:pt x="11472" y="104775"/>
                  </a:cubicBezTo>
                  <a:lnTo>
                    <a:pt x="16997" y="107918"/>
                  </a:lnTo>
                  <a:cubicBezTo>
                    <a:pt x="16616" y="111633"/>
                    <a:pt x="16330" y="115348"/>
                    <a:pt x="16330" y="119158"/>
                  </a:cubicBezTo>
                  <a:cubicBezTo>
                    <a:pt x="16330" y="122968"/>
                    <a:pt x="16521" y="126683"/>
                    <a:pt x="16997" y="130397"/>
                  </a:cubicBezTo>
                  <a:lnTo>
                    <a:pt x="11472" y="133541"/>
                  </a:lnTo>
                  <a:cubicBezTo>
                    <a:pt x="6138" y="136589"/>
                    <a:pt x="2328" y="141542"/>
                    <a:pt x="804" y="147447"/>
                  </a:cubicBezTo>
                  <a:cubicBezTo>
                    <a:pt x="-815" y="153353"/>
                    <a:pt x="42" y="159544"/>
                    <a:pt x="3090" y="164783"/>
                  </a:cubicBezTo>
                  <a:lnTo>
                    <a:pt x="19188" y="192596"/>
                  </a:lnTo>
                  <a:cubicBezTo>
                    <a:pt x="22236" y="197930"/>
                    <a:pt x="27189" y="201644"/>
                    <a:pt x="33094" y="203264"/>
                  </a:cubicBezTo>
                  <a:cubicBezTo>
                    <a:pt x="39000" y="204883"/>
                    <a:pt x="45191" y="204026"/>
                    <a:pt x="50430" y="200978"/>
                  </a:cubicBezTo>
                  <a:lnTo>
                    <a:pt x="55954" y="197834"/>
                  </a:lnTo>
                  <a:cubicBezTo>
                    <a:pt x="61955" y="202311"/>
                    <a:pt x="68527" y="206121"/>
                    <a:pt x="75385" y="209074"/>
                  </a:cubicBezTo>
                  <a:lnTo>
                    <a:pt x="75385" y="215456"/>
                  </a:lnTo>
                  <a:cubicBezTo>
                    <a:pt x="75385" y="228124"/>
                    <a:pt x="85672" y="238316"/>
                    <a:pt x="98245" y="238316"/>
                  </a:cubicBezTo>
                  <a:lnTo>
                    <a:pt x="130344" y="238316"/>
                  </a:lnTo>
                  <a:cubicBezTo>
                    <a:pt x="143013" y="238316"/>
                    <a:pt x="153204" y="228029"/>
                    <a:pt x="153204" y="215456"/>
                  </a:cubicBezTo>
                  <a:lnTo>
                    <a:pt x="153204" y="209074"/>
                  </a:lnTo>
                  <a:cubicBezTo>
                    <a:pt x="160062" y="206121"/>
                    <a:pt x="166635" y="202311"/>
                    <a:pt x="172635" y="197834"/>
                  </a:cubicBezTo>
                  <a:lnTo>
                    <a:pt x="178160" y="200978"/>
                  </a:lnTo>
                  <a:cubicBezTo>
                    <a:pt x="189114" y="207264"/>
                    <a:pt x="203115" y="203549"/>
                    <a:pt x="209402" y="192596"/>
                  </a:cubicBezTo>
                  <a:lnTo>
                    <a:pt x="225499" y="164783"/>
                  </a:lnTo>
                  <a:cubicBezTo>
                    <a:pt x="228547" y="159449"/>
                    <a:pt x="229404" y="153353"/>
                    <a:pt x="227785" y="147447"/>
                  </a:cubicBezTo>
                  <a:cubicBezTo>
                    <a:pt x="226166" y="141542"/>
                    <a:pt x="222451" y="136589"/>
                    <a:pt x="217117" y="133541"/>
                  </a:cubicBezTo>
                  <a:close/>
                  <a:moveTo>
                    <a:pt x="186923" y="104108"/>
                  </a:moveTo>
                  <a:cubicBezTo>
                    <a:pt x="187971" y="109061"/>
                    <a:pt x="188447" y="114110"/>
                    <a:pt x="188447" y="119158"/>
                  </a:cubicBezTo>
                  <a:cubicBezTo>
                    <a:pt x="188447" y="124206"/>
                    <a:pt x="187971" y="129254"/>
                    <a:pt x="186923" y="134207"/>
                  </a:cubicBezTo>
                  <a:cubicBezTo>
                    <a:pt x="185875" y="139256"/>
                    <a:pt x="188161" y="144399"/>
                    <a:pt x="192638" y="146876"/>
                  </a:cubicBezTo>
                  <a:lnTo>
                    <a:pt x="204449" y="153638"/>
                  </a:lnTo>
                  <a:lnTo>
                    <a:pt x="189304" y="179832"/>
                  </a:lnTo>
                  <a:lnTo>
                    <a:pt x="177493" y="172974"/>
                  </a:lnTo>
                  <a:cubicBezTo>
                    <a:pt x="173112" y="170402"/>
                    <a:pt x="167492" y="170974"/>
                    <a:pt x="163587" y="174403"/>
                  </a:cubicBezTo>
                  <a:cubicBezTo>
                    <a:pt x="155967" y="181166"/>
                    <a:pt x="147204" y="186309"/>
                    <a:pt x="137583" y="189452"/>
                  </a:cubicBezTo>
                  <a:cubicBezTo>
                    <a:pt x="132726" y="191072"/>
                    <a:pt x="129392" y="195644"/>
                    <a:pt x="129392" y="200787"/>
                  </a:cubicBezTo>
                  <a:lnTo>
                    <a:pt x="129392" y="214408"/>
                  </a:lnTo>
                  <a:lnTo>
                    <a:pt x="99102" y="214408"/>
                  </a:lnTo>
                  <a:lnTo>
                    <a:pt x="99102" y="200787"/>
                  </a:lnTo>
                  <a:cubicBezTo>
                    <a:pt x="99102" y="195644"/>
                    <a:pt x="95769" y="191072"/>
                    <a:pt x="90911" y="189452"/>
                  </a:cubicBezTo>
                  <a:cubicBezTo>
                    <a:pt x="81291" y="186309"/>
                    <a:pt x="72528" y="181166"/>
                    <a:pt x="64908" y="174403"/>
                  </a:cubicBezTo>
                  <a:cubicBezTo>
                    <a:pt x="61098" y="170974"/>
                    <a:pt x="55478" y="170402"/>
                    <a:pt x="51001" y="172974"/>
                  </a:cubicBezTo>
                  <a:lnTo>
                    <a:pt x="39190" y="179832"/>
                  </a:lnTo>
                  <a:lnTo>
                    <a:pt x="24045" y="153638"/>
                  </a:lnTo>
                  <a:lnTo>
                    <a:pt x="35856" y="146780"/>
                  </a:lnTo>
                  <a:cubicBezTo>
                    <a:pt x="40333" y="144209"/>
                    <a:pt x="42619" y="139065"/>
                    <a:pt x="41571" y="134112"/>
                  </a:cubicBezTo>
                  <a:cubicBezTo>
                    <a:pt x="40524" y="129159"/>
                    <a:pt x="40047" y="124111"/>
                    <a:pt x="40047" y="119063"/>
                  </a:cubicBezTo>
                  <a:cubicBezTo>
                    <a:pt x="40047" y="114014"/>
                    <a:pt x="40524" y="108871"/>
                    <a:pt x="41571" y="104013"/>
                  </a:cubicBezTo>
                  <a:cubicBezTo>
                    <a:pt x="42619" y="98965"/>
                    <a:pt x="40333" y="93821"/>
                    <a:pt x="35856" y="91345"/>
                  </a:cubicBezTo>
                  <a:lnTo>
                    <a:pt x="24045" y="84487"/>
                  </a:lnTo>
                  <a:lnTo>
                    <a:pt x="39190" y="58293"/>
                  </a:lnTo>
                  <a:lnTo>
                    <a:pt x="51001" y="65151"/>
                  </a:lnTo>
                  <a:cubicBezTo>
                    <a:pt x="55478" y="67723"/>
                    <a:pt x="61002" y="67151"/>
                    <a:pt x="64908" y="63722"/>
                  </a:cubicBezTo>
                  <a:cubicBezTo>
                    <a:pt x="72528" y="56960"/>
                    <a:pt x="81291" y="51816"/>
                    <a:pt x="90911" y="48673"/>
                  </a:cubicBezTo>
                  <a:cubicBezTo>
                    <a:pt x="95769" y="47054"/>
                    <a:pt x="99102" y="42482"/>
                    <a:pt x="99102" y="37338"/>
                  </a:cubicBezTo>
                  <a:lnTo>
                    <a:pt x="99102" y="23717"/>
                  </a:lnTo>
                  <a:lnTo>
                    <a:pt x="129392" y="23717"/>
                  </a:lnTo>
                  <a:lnTo>
                    <a:pt x="129392" y="37338"/>
                  </a:lnTo>
                  <a:cubicBezTo>
                    <a:pt x="129392" y="42482"/>
                    <a:pt x="132726" y="47054"/>
                    <a:pt x="137583" y="48673"/>
                  </a:cubicBezTo>
                  <a:cubicBezTo>
                    <a:pt x="147204" y="51911"/>
                    <a:pt x="155967" y="56960"/>
                    <a:pt x="163682" y="63722"/>
                  </a:cubicBezTo>
                  <a:cubicBezTo>
                    <a:pt x="167492" y="67151"/>
                    <a:pt x="173112" y="67723"/>
                    <a:pt x="177588" y="65151"/>
                  </a:cubicBezTo>
                  <a:lnTo>
                    <a:pt x="189399" y="58293"/>
                  </a:lnTo>
                  <a:lnTo>
                    <a:pt x="204544" y="84487"/>
                  </a:lnTo>
                  <a:lnTo>
                    <a:pt x="192733" y="91250"/>
                  </a:lnTo>
                  <a:cubicBezTo>
                    <a:pt x="188256" y="93821"/>
                    <a:pt x="185970" y="98965"/>
                    <a:pt x="187018" y="1040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07" name="Google Shape;3907;p98"/>
            <p:cNvSpPr/>
            <p:nvPr/>
          </p:nvSpPr>
          <p:spPr>
            <a:xfrm>
              <a:off x="5592921" y="2119629"/>
              <a:ext cx="104775" cy="104775"/>
            </a:xfrm>
            <a:custGeom>
              <a:avLst/>
              <a:gdLst/>
              <a:ahLst/>
              <a:cxnLst/>
              <a:rect l="l" t="t" r="r" b="b"/>
              <a:pathLst>
                <a:path w="104775" h="104775" extrusionOk="0">
                  <a:moveTo>
                    <a:pt x="52388" y="0"/>
                  </a:moveTo>
                  <a:cubicBezTo>
                    <a:pt x="23432" y="0"/>
                    <a:pt x="0" y="23527"/>
                    <a:pt x="0" y="52388"/>
                  </a:cubicBezTo>
                  <a:cubicBezTo>
                    <a:pt x="0" y="81248"/>
                    <a:pt x="23527" y="104775"/>
                    <a:pt x="52388" y="104775"/>
                  </a:cubicBezTo>
                  <a:cubicBezTo>
                    <a:pt x="81248" y="104775"/>
                    <a:pt x="104775" y="81248"/>
                    <a:pt x="104775" y="52388"/>
                  </a:cubicBezTo>
                  <a:cubicBezTo>
                    <a:pt x="104775" y="23527"/>
                    <a:pt x="81248" y="0"/>
                    <a:pt x="52388" y="0"/>
                  </a:cubicBezTo>
                  <a:close/>
                  <a:moveTo>
                    <a:pt x="52388" y="81058"/>
                  </a:moveTo>
                  <a:cubicBezTo>
                    <a:pt x="36576" y="81058"/>
                    <a:pt x="23813" y="68199"/>
                    <a:pt x="23813" y="52483"/>
                  </a:cubicBezTo>
                  <a:cubicBezTo>
                    <a:pt x="23813" y="36766"/>
                    <a:pt x="36671" y="23908"/>
                    <a:pt x="52388" y="23908"/>
                  </a:cubicBezTo>
                  <a:cubicBezTo>
                    <a:pt x="68104" y="23908"/>
                    <a:pt x="80963" y="36766"/>
                    <a:pt x="80963" y="52483"/>
                  </a:cubicBezTo>
                  <a:cubicBezTo>
                    <a:pt x="80963" y="68199"/>
                    <a:pt x="68104" y="81058"/>
                    <a:pt x="52388" y="8105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08" name="Google Shape;3908;p98"/>
          <p:cNvGrpSpPr/>
          <p:nvPr/>
        </p:nvGrpSpPr>
        <p:grpSpPr>
          <a:xfrm>
            <a:off x="2829393" y="1098123"/>
            <a:ext cx="295162" cy="119801"/>
            <a:chOff x="1363091" y="2853181"/>
            <a:chExt cx="524732" cy="212979"/>
          </a:xfrm>
        </p:grpSpPr>
        <p:sp>
          <p:nvSpPr>
            <p:cNvPr id="3909" name="Google Shape;3909;p98"/>
            <p:cNvSpPr/>
            <p:nvPr/>
          </p:nvSpPr>
          <p:spPr>
            <a:xfrm>
              <a:off x="1363091" y="2853181"/>
              <a:ext cx="524732" cy="212979"/>
            </a:xfrm>
            <a:custGeom>
              <a:avLst/>
              <a:gdLst/>
              <a:ahLst/>
              <a:cxnLst/>
              <a:rect l="l" t="t" r="r" b="b"/>
              <a:pathLst>
                <a:path w="524732" h="212979" extrusionOk="0">
                  <a:moveTo>
                    <a:pt x="482632" y="0"/>
                  </a:moveTo>
                  <a:lnTo>
                    <a:pt x="42005" y="0"/>
                  </a:lnTo>
                  <a:cubicBezTo>
                    <a:pt x="18860" y="0"/>
                    <a:pt x="0" y="18860"/>
                    <a:pt x="0" y="42005"/>
                  </a:cubicBezTo>
                  <a:lnTo>
                    <a:pt x="0" y="170974"/>
                  </a:lnTo>
                  <a:cubicBezTo>
                    <a:pt x="0" y="194119"/>
                    <a:pt x="18860" y="212979"/>
                    <a:pt x="42005" y="212979"/>
                  </a:cubicBezTo>
                  <a:lnTo>
                    <a:pt x="482727" y="212979"/>
                  </a:lnTo>
                  <a:cubicBezTo>
                    <a:pt x="505873" y="212979"/>
                    <a:pt x="524732" y="194119"/>
                    <a:pt x="524732" y="170974"/>
                  </a:cubicBezTo>
                  <a:lnTo>
                    <a:pt x="524732" y="42005"/>
                  </a:lnTo>
                  <a:cubicBezTo>
                    <a:pt x="524732" y="18860"/>
                    <a:pt x="505873" y="0"/>
                    <a:pt x="482727" y="0"/>
                  </a:cubicBezTo>
                  <a:close/>
                  <a:moveTo>
                    <a:pt x="486537" y="170974"/>
                  </a:moveTo>
                  <a:cubicBezTo>
                    <a:pt x="486537" y="173165"/>
                    <a:pt x="484823" y="174879"/>
                    <a:pt x="482632" y="174879"/>
                  </a:cubicBezTo>
                  <a:lnTo>
                    <a:pt x="42005" y="174879"/>
                  </a:lnTo>
                  <a:cubicBezTo>
                    <a:pt x="39815" y="174879"/>
                    <a:pt x="38100" y="173165"/>
                    <a:pt x="38100" y="170974"/>
                  </a:cubicBezTo>
                  <a:lnTo>
                    <a:pt x="38100" y="42005"/>
                  </a:lnTo>
                  <a:cubicBezTo>
                    <a:pt x="38100" y="39815"/>
                    <a:pt x="39815" y="38100"/>
                    <a:pt x="42005" y="38100"/>
                  </a:cubicBezTo>
                  <a:lnTo>
                    <a:pt x="482727" y="38100"/>
                  </a:lnTo>
                  <a:cubicBezTo>
                    <a:pt x="484918" y="38100"/>
                    <a:pt x="486632" y="39815"/>
                    <a:pt x="486632" y="42005"/>
                  </a:cubicBezTo>
                  <a:lnTo>
                    <a:pt x="486632" y="17097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10" name="Google Shape;3910;p98"/>
            <p:cNvSpPr/>
            <p:nvPr/>
          </p:nvSpPr>
          <p:spPr>
            <a:xfrm>
              <a:off x="1435290" y="2918809"/>
              <a:ext cx="84391" cy="84391"/>
            </a:xfrm>
            <a:custGeom>
              <a:avLst/>
              <a:gdLst/>
              <a:ahLst/>
              <a:cxnLst/>
              <a:rect l="l" t="t" r="r" b="b"/>
              <a:pathLst>
                <a:path w="84391" h="84391" extrusionOk="0">
                  <a:moveTo>
                    <a:pt x="42196" y="0"/>
                  </a:moveTo>
                  <a:cubicBezTo>
                    <a:pt x="18859" y="0"/>
                    <a:pt x="0" y="18955"/>
                    <a:pt x="0" y="42196"/>
                  </a:cubicBezTo>
                  <a:cubicBezTo>
                    <a:pt x="0" y="65437"/>
                    <a:pt x="18955" y="84392"/>
                    <a:pt x="42196" y="84392"/>
                  </a:cubicBezTo>
                  <a:cubicBezTo>
                    <a:pt x="65437" y="84392"/>
                    <a:pt x="84391" y="65437"/>
                    <a:pt x="84391" y="42196"/>
                  </a:cubicBezTo>
                  <a:cubicBezTo>
                    <a:pt x="84391" y="18955"/>
                    <a:pt x="65437" y="0"/>
                    <a:pt x="42196" y="0"/>
                  </a:cubicBezTo>
                  <a:close/>
                  <a:moveTo>
                    <a:pt x="42196" y="46387"/>
                  </a:moveTo>
                  <a:cubicBezTo>
                    <a:pt x="39910" y="46387"/>
                    <a:pt x="38100" y="44482"/>
                    <a:pt x="38100" y="42291"/>
                  </a:cubicBezTo>
                  <a:cubicBezTo>
                    <a:pt x="38100" y="40100"/>
                    <a:pt x="40005" y="38195"/>
                    <a:pt x="42196" y="38195"/>
                  </a:cubicBezTo>
                  <a:cubicBezTo>
                    <a:pt x="44387" y="38195"/>
                    <a:pt x="46291" y="40100"/>
                    <a:pt x="46291" y="42291"/>
                  </a:cubicBezTo>
                  <a:cubicBezTo>
                    <a:pt x="46291" y="44482"/>
                    <a:pt x="44482" y="46387"/>
                    <a:pt x="42196" y="4638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11" name="Google Shape;3911;p98"/>
            <p:cNvSpPr/>
            <p:nvPr/>
          </p:nvSpPr>
          <p:spPr>
            <a:xfrm>
              <a:off x="1556257" y="2922143"/>
              <a:ext cx="261556" cy="23812"/>
            </a:xfrm>
            <a:custGeom>
              <a:avLst/>
              <a:gdLst/>
              <a:ahLst/>
              <a:cxnLst/>
              <a:rect l="l" t="t" r="r" b="b"/>
              <a:pathLst>
                <a:path w="261556" h="23812" extrusionOk="0">
                  <a:moveTo>
                    <a:pt x="249650" y="0"/>
                  </a:moveTo>
                  <a:lnTo>
                    <a:pt x="11906" y="0"/>
                  </a:lnTo>
                  <a:cubicBezTo>
                    <a:pt x="5334" y="0"/>
                    <a:pt x="0" y="5334"/>
                    <a:pt x="0" y="11906"/>
                  </a:cubicBezTo>
                  <a:cubicBezTo>
                    <a:pt x="0" y="18478"/>
                    <a:pt x="5334" y="23813"/>
                    <a:pt x="11906" y="23813"/>
                  </a:cubicBezTo>
                  <a:lnTo>
                    <a:pt x="249650" y="23813"/>
                  </a:lnTo>
                  <a:cubicBezTo>
                    <a:pt x="256223" y="23813"/>
                    <a:pt x="261557" y="18478"/>
                    <a:pt x="261557" y="11906"/>
                  </a:cubicBezTo>
                  <a:cubicBezTo>
                    <a:pt x="261557" y="5334"/>
                    <a:pt x="256223" y="0"/>
                    <a:pt x="24965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12" name="Google Shape;3912;p98"/>
            <p:cNvSpPr/>
            <p:nvPr/>
          </p:nvSpPr>
          <p:spPr>
            <a:xfrm>
              <a:off x="1556257" y="2973387"/>
              <a:ext cx="261556" cy="23812"/>
            </a:xfrm>
            <a:custGeom>
              <a:avLst/>
              <a:gdLst/>
              <a:ahLst/>
              <a:cxnLst/>
              <a:rect l="l" t="t" r="r" b="b"/>
              <a:pathLst>
                <a:path w="261556" h="23812" extrusionOk="0">
                  <a:moveTo>
                    <a:pt x="249650" y="0"/>
                  </a:moveTo>
                  <a:lnTo>
                    <a:pt x="11906" y="0"/>
                  </a:lnTo>
                  <a:cubicBezTo>
                    <a:pt x="5334" y="0"/>
                    <a:pt x="0" y="5334"/>
                    <a:pt x="0" y="11906"/>
                  </a:cubicBezTo>
                  <a:cubicBezTo>
                    <a:pt x="0" y="18478"/>
                    <a:pt x="5334" y="23813"/>
                    <a:pt x="11906" y="23813"/>
                  </a:cubicBezTo>
                  <a:lnTo>
                    <a:pt x="249650" y="23813"/>
                  </a:lnTo>
                  <a:cubicBezTo>
                    <a:pt x="256223" y="23813"/>
                    <a:pt x="261557" y="18478"/>
                    <a:pt x="261557" y="11906"/>
                  </a:cubicBezTo>
                  <a:cubicBezTo>
                    <a:pt x="261557" y="5334"/>
                    <a:pt x="256223" y="0"/>
                    <a:pt x="24965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13" name="Google Shape;3913;p98"/>
          <p:cNvGrpSpPr/>
          <p:nvPr/>
        </p:nvGrpSpPr>
        <p:grpSpPr>
          <a:xfrm>
            <a:off x="4426773" y="3327509"/>
            <a:ext cx="290440" cy="291679"/>
            <a:chOff x="5963064" y="2874962"/>
            <a:chExt cx="516338" cy="518540"/>
          </a:xfrm>
        </p:grpSpPr>
        <p:sp>
          <p:nvSpPr>
            <p:cNvPr id="3914" name="Google Shape;3914;p98"/>
            <p:cNvSpPr/>
            <p:nvPr/>
          </p:nvSpPr>
          <p:spPr>
            <a:xfrm>
              <a:off x="6068316" y="2971546"/>
              <a:ext cx="172688" cy="171830"/>
            </a:xfrm>
            <a:custGeom>
              <a:avLst/>
              <a:gdLst/>
              <a:ahLst/>
              <a:cxnLst/>
              <a:rect l="l" t="t" r="r" b="b"/>
              <a:pathLst>
                <a:path w="172688" h="171830" extrusionOk="0">
                  <a:moveTo>
                    <a:pt x="160877" y="148019"/>
                  </a:moveTo>
                  <a:lnTo>
                    <a:pt x="148304" y="148019"/>
                  </a:lnTo>
                  <a:lnTo>
                    <a:pt x="148304" y="105156"/>
                  </a:lnTo>
                  <a:cubicBezTo>
                    <a:pt x="148304" y="102489"/>
                    <a:pt x="146114" y="100298"/>
                    <a:pt x="143447" y="100298"/>
                  </a:cubicBezTo>
                  <a:lnTo>
                    <a:pt x="124016" y="100298"/>
                  </a:lnTo>
                  <a:cubicBezTo>
                    <a:pt x="121349" y="100298"/>
                    <a:pt x="119158" y="102489"/>
                    <a:pt x="119158" y="105156"/>
                  </a:cubicBezTo>
                  <a:lnTo>
                    <a:pt x="119158" y="148019"/>
                  </a:lnTo>
                  <a:lnTo>
                    <a:pt x="100965" y="148019"/>
                  </a:lnTo>
                  <a:lnTo>
                    <a:pt x="100965" y="4858"/>
                  </a:lnTo>
                  <a:cubicBezTo>
                    <a:pt x="100965" y="2191"/>
                    <a:pt x="98774" y="0"/>
                    <a:pt x="96107" y="0"/>
                  </a:cubicBezTo>
                  <a:lnTo>
                    <a:pt x="76676" y="0"/>
                  </a:lnTo>
                  <a:cubicBezTo>
                    <a:pt x="74009" y="0"/>
                    <a:pt x="71818" y="2191"/>
                    <a:pt x="71818" y="4858"/>
                  </a:cubicBezTo>
                  <a:lnTo>
                    <a:pt x="71818" y="148019"/>
                  </a:lnTo>
                  <a:lnTo>
                    <a:pt x="53626" y="148019"/>
                  </a:lnTo>
                  <a:lnTo>
                    <a:pt x="53626" y="72390"/>
                  </a:lnTo>
                  <a:cubicBezTo>
                    <a:pt x="53626" y="69723"/>
                    <a:pt x="51435" y="67532"/>
                    <a:pt x="48768" y="67532"/>
                  </a:cubicBezTo>
                  <a:lnTo>
                    <a:pt x="29337" y="67532"/>
                  </a:lnTo>
                  <a:cubicBezTo>
                    <a:pt x="26670" y="67532"/>
                    <a:pt x="24479" y="69723"/>
                    <a:pt x="24479" y="72390"/>
                  </a:cubicBezTo>
                  <a:lnTo>
                    <a:pt x="24479" y="148019"/>
                  </a:lnTo>
                  <a:lnTo>
                    <a:pt x="11906" y="148019"/>
                  </a:lnTo>
                  <a:cubicBezTo>
                    <a:pt x="5334" y="148019"/>
                    <a:pt x="0" y="153353"/>
                    <a:pt x="0" y="159925"/>
                  </a:cubicBezTo>
                  <a:cubicBezTo>
                    <a:pt x="0" y="166497"/>
                    <a:pt x="5334" y="171831"/>
                    <a:pt x="11906" y="171831"/>
                  </a:cubicBezTo>
                  <a:lnTo>
                    <a:pt x="160782" y="171831"/>
                  </a:lnTo>
                  <a:cubicBezTo>
                    <a:pt x="167354" y="171831"/>
                    <a:pt x="172688" y="166497"/>
                    <a:pt x="172688" y="159925"/>
                  </a:cubicBezTo>
                  <a:cubicBezTo>
                    <a:pt x="172688" y="153353"/>
                    <a:pt x="167354" y="148019"/>
                    <a:pt x="160782" y="1480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15" name="Google Shape;3915;p98"/>
            <p:cNvSpPr/>
            <p:nvPr/>
          </p:nvSpPr>
          <p:spPr>
            <a:xfrm>
              <a:off x="5963064" y="2874962"/>
              <a:ext cx="516338" cy="518540"/>
            </a:xfrm>
            <a:custGeom>
              <a:avLst/>
              <a:gdLst/>
              <a:ahLst/>
              <a:cxnLst/>
              <a:rect l="l" t="t" r="r" b="b"/>
              <a:pathLst>
                <a:path w="516338" h="518540" extrusionOk="0">
                  <a:moveTo>
                    <a:pt x="498443" y="411575"/>
                  </a:moveTo>
                  <a:lnTo>
                    <a:pt x="372142" y="284798"/>
                  </a:lnTo>
                  <a:lnTo>
                    <a:pt x="363855" y="276511"/>
                  </a:lnTo>
                  <a:cubicBezTo>
                    <a:pt x="398526" y="204788"/>
                    <a:pt x="386525" y="115824"/>
                    <a:pt x="327279" y="56388"/>
                  </a:cubicBezTo>
                  <a:cubicBezTo>
                    <a:pt x="291084" y="20003"/>
                    <a:pt x="242887" y="0"/>
                    <a:pt x="191643" y="0"/>
                  </a:cubicBezTo>
                  <a:lnTo>
                    <a:pt x="191643" y="0"/>
                  </a:lnTo>
                  <a:cubicBezTo>
                    <a:pt x="140399" y="0"/>
                    <a:pt x="92297" y="20003"/>
                    <a:pt x="56007" y="56388"/>
                  </a:cubicBezTo>
                  <a:cubicBezTo>
                    <a:pt x="-18669" y="131350"/>
                    <a:pt x="-18669" y="253365"/>
                    <a:pt x="56007" y="328422"/>
                  </a:cubicBezTo>
                  <a:cubicBezTo>
                    <a:pt x="92202" y="364712"/>
                    <a:pt x="140399" y="384810"/>
                    <a:pt x="191643" y="384810"/>
                  </a:cubicBezTo>
                  <a:lnTo>
                    <a:pt x="191643" y="384810"/>
                  </a:lnTo>
                  <a:cubicBezTo>
                    <a:pt x="221075" y="384810"/>
                    <a:pt x="249365" y="378047"/>
                    <a:pt x="275082" y="365474"/>
                  </a:cubicBezTo>
                  <a:lnTo>
                    <a:pt x="283178" y="373571"/>
                  </a:lnTo>
                  <a:lnTo>
                    <a:pt x="409480" y="500444"/>
                  </a:lnTo>
                  <a:cubicBezTo>
                    <a:pt x="421100" y="512159"/>
                    <a:pt x="436626" y="518541"/>
                    <a:pt x="453104" y="518541"/>
                  </a:cubicBezTo>
                  <a:cubicBezTo>
                    <a:pt x="469582" y="518541"/>
                    <a:pt x="485013" y="512159"/>
                    <a:pt x="496634" y="500444"/>
                  </a:cubicBezTo>
                  <a:lnTo>
                    <a:pt x="498253" y="498824"/>
                  </a:lnTo>
                  <a:cubicBezTo>
                    <a:pt x="522351" y="474726"/>
                    <a:pt x="522351" y="435578"/>
                    <a:pt x="498348" y="411480"/>
                  </a:cubicBezTo>
                  <a:close/>
                  <a:moveTo>
                    <a:pt x="191643" y="346710"/>
                  </a:moveTo>
                  <a:cubicBezTo>
                    <a:pt x="150590" y="346710"/>
                    <a:pt x="112014" y="330708"/>
                    <a:pt x="83058" y="301562"/>
                  </a:cubicBezTo>
                  <a:cubicBezTo>
                    <a:pt x="23146" y="241364"/>
                    <a:pt x="23146" y="143447"/>
                    <a:pt x="83058" y="83344"/>
                  </a:cubicBezTo>
                  <a:cubicBezTo>
                    <a:pt x="112109" y="54197"/>
                    <a:pt x="150590" y="38195"/>
                    <a:pt x="191643" y="38195"/>
                  </a:cubicBezTo>
                  <a:lnTo>
                    <a:pt x="191643" y="38195"/>
                  </a:lnTo>
                  <a:cubicBezTo>
                    <a:pt x="232696" y="38195"/>
                    <a:pt x="271272" y="54197"/>
                    <a:pt x="300228" y="83344"/>
                  </a:cubicBezTo>
                  <a:lnTo>
                    <a:pt x="300228" y="83344"/>
                  </a:lnTo>
                  <a:cubicBezTo>
                    <a:pt x="360140" y="143542"/>
                    <a:pt x="360140" y="241364"/>
                    <a:pt x="300228" y="301562"/>
                  </a:cubicBezTo>
                  <a:cubicBezTo>
                    <a:pt x="271177" y="330708"/>
                    <a:pt x="232600" y="346710"/>
                    <a:pt x="191643" y="346710"/>
                  </a:cubicBezTo>
                  <a:lnTo>
                    <a:pt x="191643" y="346710"/>
                  </a:lnTo>
                  <a:close/>
                  <a:moveTo>
                    <a:pt x="471488" y="471869"/>
                  </a:moveTo>
                  <a:lnTo>
                    <a:pt x="469773" y="473583"/>
                  </a:lnTo>
                  <a:cubicBezTo>
                    <a:pt x="465201" y="478155"/>
                    <a:pt x="459200" y="480441"/>
                    <a:pt x="453104" y="480441"/>
                  </a:cubicBezTo>
                  <a:cubicBezTo>
                    <a:pt x="447008" y="480441"/>
                    <a:pt x="441103" y="478155"/>
                    <a:pt x="436531" y="473583"/>
                  </a:cubicBezTo>
                  <a:lnTo>
                    <a:pt x="310229" y="346710"/>
                  </a:lnTo>
                  <a:lnTo>
                    <a:pt x="331851" y="326993"/>
                  </a:lnTo>
                  <a:lnTo>
                    <a:pt x="345186" y="311753"/>
                  </a:lnTo>
                  <a:lnTo>
                    <a:pt x="471488" y="438531"/>
                  </a:lnTo>
                  <a:cubicBezTo>
                    <a:pt x="480727" y="447770"/>
                    <a:pt x="480631" y="462725"/>
                    <a:pt x="471488" y="47186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16" name="Google Shape;3916;p98"/>
          <p:cNvGrpSpPr/>
          <p:nvPr/>
        </p:nvGrpSpPr>
        <p:grpSpPr>
          <a:xfrm>
            <a:off x="2035335" y="1010627"/>
            <a:ext cx="294733" cy="294733"/>
            <a:chOff x="5135947" y="3534886"/>
            <a:chExt cx="523970" cy="523970"/>
          </a:xfrm>
        </p:grpSpPr>
        <p:sp>
          <p:nvSpPr>
            <p:cNvPr id="3917" name="Google Shape;3917;p98"/>
            <p:cNvSpPr/>
            <p:nvPr/>
          </p:nvSpPr>
          <p:spPr>
            <a:xfrm>
              <a:off x="5135947" y="3534886"/>
              <a:ext cx="523970" cy="523970"/>
            </a:xfrm>
            <a:custGeom>
              <a:avLst/>
              <a:gdLst/>
              <a:ahLst/>
              <a:cxnLst/>
              <a:rect l="l" t="t" r="r" b="b"/>
              <a:pathLst>
                <a:path w="523970" h="523970" extrusionOk="0">
                  <a:moveTo>
                    <a:pt x="523589" y="117443"/>
                  </a:moveTo>
                  <a:cubicBezTo>
                    <a:pt x="523589" y="117443"/>
                    <a:pt x="523589" y="116681"/>
                    <a:pt x="523494" y="116300"/>
                  </a:cubicBezTo>
                  <a:cubicBezTo>
                    <a:pt x="523208" y="114681"/>
                    <a:pt x="522732" y="113157"/>
                    <a:pt x="522065" y="111728"/>
                  </a:cubicBezTo>
                  <a:cubicBezTo>
                    <a:pt x="521970" y="111443"/>
                    <a:pt x="521780" y="111157"/>
                    <a:pt x="521589" y="110871"/>
                  </a:cubicBezTo>
                  <a:cubicBezTo>
                    <a:pt x="520922" y="109633"/>
                    <a:pt x="520160" y="108490"/>
                    <a:pt x="519303" y="107347"/>
                  </a:cubicBezTo>
                  <a:cubicBezTo>
                    <a:pt x="519113" y="107156"/>
                    <a:pt x="519113" y="106966"/>
                    <a:pt x="518922" y="106775"/>
                  </a:cubicBezTo>
                  <a:lnTo>
                    <a:pt x="428720" y="6287"/>
                  </a:lnTo>
                  <a:cubicBezTo>
                    <a:pt x="425101" y="2286"/>
                    <a:pt x="419957" y="0"/>
                    <a:pt x="414528" y="0"/>
                  </a:cubicBezTo>
                  <a:lnTo>
                    <a:pt x="100489" y="0"/>
                  </a:lnTo>
                  <a:cubicBezTo>
                    <a:pt x="94774" y="0"/>
                    <a:pt x="89345" y="2572"/>
                    <a:pt x="85725" y="7049"/>
                  </a:cubicBezTo>
                  <a:lnTo>
                    <a:pt x="4191" y="107633"/>
                  </a:lnTo>
                  <a:cubicBezTo>
                    <a:pt x="4191" y="107633"/>
                    <a:pt x="4001" y="108014"/>
                    <a:pt x="3905" y="108109"/>
                  </a:cubicBezTo>
                  <a:cubicBezTo>
                    <a:pt x="2000" y="110585"/>
                    <a:pt x="762" y="113538"/>
                    <a:pt x="286" y="116776"/>
                  </a:cubicBezTo>
                  <a:cubicBezTo>
                    <a:pt x="286" y="117253"/>
                    <a:pt x="190" y="117634"/>
                    <a:pt x="190" y="118110"/>
                  </a:cubicBezTo>
                  <a:cubicBezTo>
                    <a:pt x="190" y="118586"/>
                    <a:pt x="0" y="119063"/>
                    <a:pt x="0" y="119634"/>
                  </a:cubicBezTo>
                  <a:lnTo>
                    <a:pt x="0" y="454628"/>
                  </a:lnTo>
                  <a:cubicBezTo>
                    <a:pt x="0" y="488156"/>
                    <a:pt x="4572" y="523970"/>
                    <a:pt x="58674" y="523970"/>
                  </a:cubicBezTo>
                  <a:lnTo>
                    <a:pt x="456533" y="523970"/>
                  </a:lnTo>
                  <a:cubicBezTo>
                    <a:pt x="501301" y="523970"/>
                    <a:pt x="523970" y="500634"/>
                    <a:pt x="523970" y="454628"/>
                  </a:cubicBezTo>
                  <a:lnTo>
                    <a:pt x="523970" y="119634"/>
                  </a:lnTo>
                  <a:cubicBezTo>
                    <a:pt x="523970" y="118872"/>
                    <a:pt x="523875" y="118205"/>
                    <a:pt x="523780" y="117443"/>
                  </a:cubicBezTo>
                  <a:close/>
                  <a:moveTo>
                    <a:pt x="485775" y="229267"/>
                  </a:moveTo>
                  <a:lnTo>
                    <a:pt x="38100" y="229267"/>
                  </a:lnTo>
                  <a:lnTo>
                    <a:pt x="38100" y="138684"/>
                  </a:lnTo>
                  <a:lnTo>
                    <a:pt x="485775" y="138684"/>
                  </a:lnTo>
                  <a:lnTo>
                    <a:pt x="485775" y="229267"/>
                  </a:lnTo>
                  <a:close/>
                  <a:moveTo>
                    <a:pt x="38100" y="267367"/>
                  </a:moveTo>
                  <a:lnTo>
                    <a:pt x="485775" y="267367"/>
                  </a:lnTo>
                  <a:lnTo>
                    <a:pt x="485775" y="357569"/>
                  </a:lnTo>
                  <a:lnTo>
                    <a:pt x="38100" y="357569"/>
                  </a:lnTo>
                  <a:lnTo>
                    <a:pt x="38100" y="267367"/>
                  </a:lnTo>
                  <a:close/>
                  <a:moveTo>
                    <a:pt x="109538" y="38195"/>
                  </a:moveTo>
                  <a:lnTo>
                    <a:pt x="406051" y="38195"/>
                  </a:lnTo>
                  <a:lnTo>
                    <a:pt x="462058" y="100584"/>
                  </a:lnTo>
                  <a:lnTo>
                    <a:pt x="58960" y="100584"/>
                  </a:lnTo>
                  <a:lnTo>
                    <a:pt x="109538" y="38195"/>
                  </a:lnTo>
                  <a:close/>
                  <a:moveTo>
                    <a:pt x="456438" y="485870"/>
                  </a:moveTo>
                  <a:lnTo>
                    <a:pt x="58579" y="485870"/>
                  </a:lnTo>
                  <a:cubicBezTo>
                    <a:pt x="38005" y="485870"/>
                    <a:pt x="38005" y="482346"/>
                    <a:pt x="38005" y="454628"/>
                  </a:cubicBezTo>
                  <a:lnTo>
                    <a:pt x="38005" y="395573"/>
                  </a:lnTo>
                  <a:lnTo>
                    <a:pt x="485680" y="395573"/>
                  </a:lnTo>
                  <a:lnTo>
                    <a:pt x="485680" y="454628"/>
                  </a:lnTo>
                  <a:cubicBezTo>
                    <a:pt x="485680" y="481108"/>
                    <a:pt x="477965" y="485870"/>
                    <a:pt x="456343" y="48587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18" name="Google Shape;3918;p98"/>
            <p:cNvSpPr/>
            <p:nvPr/>
          </p:nvSpPr>
          <p:spPr>
            <a:xfrm>
              <a:off x="5215481" y="3951890"/>
              <a:ext cx="41910" cy="41910"/>
            </a:xfrm>
            <a:custGeom>
              <a:avLst/>
              <a:gdLst/>
              <a:ahLst/>
              <a:cxnLst/>
              <a:rect l="l" t="t" r="r" b="b"/>
              <a:pathLst>
                <a:path w="41910" h="41910" extrusionOk="0">
                  <a:moveTo>
                    <a:pt x="20955" y="0"/>
                  </a:moveTo>
                  <a:cubicBezTo>
                    <a:pt x="9430" y="0"/>
                    <a:pt x="0" y="9334"/>
                    <a:pt x="0" y="20955"/>
                  </a:cubicBezTo>
                  <a:cubicBezTo>
                    <a:pt x="0" y="32576"/>
                    <a:pt x="9430" y="41910"/>
                    <a:pt x="20955" y="41910"/>
                  </a:cubicBezTo>
                  <a:cubicBezTo>
                    <a:pt x="32480" y="41910"/>
                    <a:pt x="41910" y="32576"/>
                    <a:pt x="41910" y="20955"/>
                  </a:cubicBezTo>
                  <a:cubicBezTo>
                    <a:pt x="41910" y="9334"/>
                    <a:pt x="32575" y="0"/>
                    <a:pt x="2095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19" name="Google Shape;3919;p98"/>
            <p:cNvSpPr/>
            <p:nvPr/>
          </p:nvSpPr>
          <p:spPr>
            <a:xfrm>
              <a:off x="5215481" y="3824160"/>
              <a:ext cx="42000" cy="420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20" name="Google Shape;3920;p98"/>
            <p:cNvSpPr/>
            <p:nvPr/>
          </p:nvSpPr>
          <p:spPr>
            <a:xfrm>
              <a:off x="5436175" y="3960939"/>
              <a:ext cx="141065" cy="23812"/>
            </a:xfrm>
            <a:custGeom>
              <a:avLst/>
              <a:gdLst/>
              <a:ahLst/>
              <a:cxnLst/>
              <a:rect l="l" t="t" r="r" b="b"/>
              <a:pathLst>
                <a:path w="141065" h="23812" extrusionOk="0">
                  <a:moveTo>
                    <a:pt x="129159" y="0"/>
                  </a:moveTo>
                  <a:lnTo>
                    <a:pt x="11906" y="0"/>
                  </a:lnTo>
                  <a:cubicBezTo>
                    <a:pt x="5334" y="0"/>
                    <a:pt x="0" y="5334"/>
                    <a:pt x="0" y="11906"/>
                  </a:cubicBezTo>
                  <a:cubicBezTo>
                    <a:pt x="0" y="18478"/>
                    <a:pt x="5334" y="23813"/>
                    <a:pt x="11906" y="23813"/>
                  </a:cubicBezTo>
                  <a:lnTo>
                    <a:pt x="129159" y="23813"/>
                  </a:lnTo>
                  <a:cubicBezTo>
                    <a:pt x="135731" y="23813"/>
                    <a:pt x="141065" y="18478"/>
                    <a:pt x="141065" y="11906"/>
                  </a:cubicBezTo>
                  <a:cubicBezTo>
                    <a:pt x="141065" y="5334"/>
                    <a:pt x="135731" y="0"/>
                    <a:pt x="129159"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21" name="Google Shape;3921;p98"/>
            <p:cNvSpPr/>
            <p:nvPr/>
          </p:nvSpPr>
          <p:spPr>
            <a:xfrm>
              <a:off x="5436175" y="3833209"/>
              <a:ext cx="141065" cy="23812"/>
            </a:xfrm>
            <a:custGeom>
              <a:avLst/>
              <a:gdLst/>
              <a:ahLst/>
              <a:cxnLst/>
              <a:rect l="l" t="t" r="r" b="b"/>
              <a:pathLst>
                <a:path w="141065" h="23812" extrusionOk="0">
                  <a:moveTo>
                    <a:pt x="129159" y="0"/>
                  </a:moveTo>
                  <a:lnTo>
                    <a:pt x="11906" y="0"/>
                  </a:lnTo>
                  <a:cubicBezTo>
                    <a:pt x="5334" y="0"/>
                    <a:pt x="0" y="5334"/>
                    <a:pt x="0" y="11906"/>
                  </a:cubicBezTo>
                  <a:cubicBezTo>
                    <a:pt x="0" y="18478"/>
                    <a:pt x="5334" y="23813"/>
                    <a:pt x="11906" y="23813"/>
                  </a:cubicBezTo>
                  <a:lnTo>
                    <a:pt x="129159" y="23813"/>
                  </a:lnTo>
                  <a:cubicBezTo>
                    <a:pt x="135731" y="23813"/>
                    <a:pt x="141065" y="18478"/>
                    <a:pt x="141065" y="11906"/>
                  </a:cubicBezTo>
                  <a:cubicBezTo>
                    <a:pt x="141065" y="5334"/>
                    <a:pt x="135731" y="0"/>
                    <a:pt x="129159"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22" name="Google Shape;3922;p98"/>
            <p:cNvSpPr/>
            <p:nvPr/>
          </p:nvSpPr>
          <p:spPr>
            <a:xfrm>
              <a:off x="5215481" y="3698525"/>
              <a:ext cx="41910" cy="41910"/>
            </a:xfrm>
            <a:custGeom>
              <a:avLst/>
              <a:gdLst/>
              <a:ahLst/>
              <a:cxnLst/>
              <a:rect l="l" t="t" r="r" b="b"/>
              <a:pathLst>
                <a:path w="41910" h="41910" extrusionOk="0">
                  <a:moveTo>
                    <a:pt x="20955" y="41910"/>
                  </a:moveTo>
                  <a:cubicBezTo>
                    <a:pt x="32575" y="41910"/>
                    <a:pt x="41910" y="32576"/>
                    <a:pt x="41910" y="20955"/>
                  </a:cubicBezTo>
                  <a:cubicBezTo>
                    <a:pt x="41910" y="9335"/>
                    <a:pt x="32575" y="0"/>
                    <a:pt x="20955" y="0"/>
                  </a:cubicBezTo>
                  <a:cubicBezTo>
                    <a:pt x="9334" y="0"/>
                    <a:pt x="0" y="9335"/>
                    <a:pt x="0" y="20955"/>
                  </a:cubicBezTo>
                  <a:cubicBezTo>
                    <a:pt x="0" y="32576"/>
                    <a:pt x="9430" y="41910"/>
                    <a:pt x="20955" y="419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23" name="Google Shape;3923;p98"/>
            <p:cNvSpPr/>
            <p:nvPr/>
          </p:nvSpPr>
          <p:spPr>
            <a:xfrm>
              <a:off x="5436175" y="3707574"/>
              <a:ext cx="141065" cy="23812"/>
            </a:xfrm>
            <a:custGeom>
              <a:avLst/>
              <a:gdLst/>
              <a:ahLst/>
              <a:cxnLst/>
              <a:rect l="l" t="t" r="r" b="b"/>
              <a:pathLst>
                <a:path w="141065" h="23812" extrusionOk="0">
                  <a:moveTo>
                    <a:pt x="11906" y="23813"/>
                  </a:moveTo>
                  <a:lnTo>
                    <a:pt x="129159" y="23813"/>
                  </a:lnTo>
                  <a:cubicBezTo>
                    <a:pt x="135731" y="23813"/>
                    <a:pt x="141065" y="18479"/>
                    <a:pt x="141065" y="11906"/>
                  </a:cubicBezTo>
                  <a:cubicBezTo>
                    <a:pt x="141065" y="5334"/>
                    <a:pt x="135731" y="0"/>
                    <a:pt x="129159"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24" name="Google Shape;3924;p98"/>
          <p:cNvGrpSpPr/>
          <p:nvPr/>
        </p:nvGrpSpPr>
        <p:grpSpPr>
          <a:xfrm>
            <a:off x="7592723" y="3325123"/>
            <a:ext cx="278660" cy="296448"/>
            <a:chOff x="1471864" y="4322381"/>
            <a:chExt cx="495395" cy="527018"/>
          </a:xfrm>
        </p:grpSpPr>
        <p:sp>
          <p:nvSpPr>
            <p:cNvPr id="3925" name="Google Shape;3925;p98"/>
            <p:cNvSpPr/>
            <p:nvPr/>
          </p:nvSpPr>
          <p:spPr>
            <a:xfrm>
              <a:off x="1588736" y="4389437"/>
              <a:ext cx="209835" cy="146875"/>
            </a:xfrm>
            <a:custGeom>
              <a:avLst/>
              <a:gdLst/>
              <a:ahLst/>
              <a:cxnLst/>
              <a:rect l="l" t="t" r="r" b="b"/>
              <a:pathLst>
                <a:path w="209835" h="146875" extrusionOk="0">
                  <a:moveTo>
                    <a:pt x="197930" y="0"/>
                  </a:moveTo>
                  <a:lnTo>
                    <a:pt x="11906" y="0"/>
                  </a:lnTo>
                  <a:cubicBezTo>
                    <a:pt x="5334" y="0"/>
                    <a:pt x="0" y="5334"/>
                    <a:pt x="0" y="11906"/>
                  </a:cubicBezTo>
                  <a:lnTo>
                    <a:pt x="0" y="134969"/>
                  </a:lnTo>
                  <a:cubicBezTo>
                    <a:pt x="0" y="141542"/>
                    <a:pt x="5334" y="146876"/>
                    <a:pt x="11906" y="146876"/>
                  </a:cubicBezTo>
                  <a:lnTo>
                    <a:pt x="197930" y="146876"/>
                  </a:lnTo>
                  <a:cubicBezTo>
                    <a:pt x="204502" y="146876"/>
                    <a:pt x="209836" y="141542"/>
                    <a:pt x="209836" y="134969"/>
                  </a:cubicBezTo>
                  <a:lnTo>
                    <a:pt x="209836" y="11906"/>
                  </a:lnTo>
                  <a:cubicBezTo>
                    <a:pt x="209836" y="5334"/>
                    <a:pt x="204502" y="0"/>
                    <a:pt x="197930" y="0"/>
                  </a:cubicBezTo>
                  <a:close/>
                  <a:moveTo>
                    <a:pt x="186023" y="123158"/>
                  </a:moveTo>
                  <a:lnTo>
                    <a:pt x="23813" y="123158"/>
                  </a:lnTo>
                  <a:lnTo>
                    <a:pt x="23813" y="23908"/>
                  </a:lnTo>
                  <a:lnTo>
                    <a:pt x="186023" y="23908"/>
                  </a:lnTo>
                  <a:lnTo>
                    <a:pt x="186023" y="12315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26" name="Google Shape;3926;p98"/>
            <p:cNvSpPr/>
            <p:nvPr/>
          </p:nvSpPr>
          <p:spPr>
            <a:xfrm>
              <a:off x="1471864" y="4322381"/>
              <a:ext cx="495395" cy="527018"/>
            </a:xfrm>
            <a:custGeom>
              <a:avLst/>
              <a:gdLst/>
              <a:ahLst/>
              <a:cxnLst/>
              <a:rect l="l" t="t" r="r" b="b"/>
              <a:pathLst>
                <a:path w="495395" h="527018" extrusionOk="0">
                  <a:moveTo>
                    <a:pt x="493871" y="159068"/>
                  </a:moveTo>
                  <a:lnTo>
                    <a:pt x="458534" y="99727"/>
                  </a:lnTo>
                  <a:cubicBezTo>
                    <a:pt x="456438" y="96107"/>
                    <a:pt x="452533" y="93917"/>
                    <a:pt x="448342" y="93917"/>
                  </a:cubicBezTo>
                  <a:lnTo>
                    <a:pt x="407670" y="93917"/>
                  </a:lnTo>
                  <a:cubicBezTo>
                    <a:pt x="401098" y="93917"/>
                    <a:pt x="395764" y="99251"/>
                    <a:pt x="395764" y="105823"/>
                  </a:cubicBezTo>
                  <a:cubicBezTo>
                    <a:pt x="395764" y="112395"/>
                    <a:pt x="401098" y="117729"/>
                    <a:pt x="407670" y="117729"/>
                  </a:cubicBezTo>
                  <a:lnTo>
                    <a:pt x="419005" y="117729"/>
                  </a:lnTo>
                  <a:lnTo>
                    <a:pt x="419005" y="166497"/>
                  </a:lnTo>
                  <a:cubicBezTo>
                    <a:pt x="419005" y="190976"/>
                    <a:pt x="444341" y="205645"/>
                    <a:pt x="468916" y="205645"/>
                  </a:cubicBezTo>
                  <a:lnTo>
                    <a:pt x="471773" y="205645"/>
                  </a:lnTo>
                  <a:lnTo>
                    <a:pt x="471773" y="335566"/>
                  </a:lnTo>
                  <a:cubicBezTo>
                    <a:pt x="471773" y="346234"/>
                    <a:pt x="463106" y="354997"/>
                    <a:pt x="452438" y="354997"/>
                  </a:cubicBezTo>
                  <a:cubicBezTo>
                    <a:pt x="441770" y="354997"/>
                    <a:pt x="433007" y="346234"/>
                    <a:pt x="433007" y="335566"/>
                  </a:cubicBezTo>
                  <a:lnTo>
                    <a:pt x="433007" y="242983"/>
                  </a:lnTo>
                  <a:cubicBezTo>
                    <a:pt x="433007" y="233267"/>
                    <a:pt x="429101" y="216980"/>
                    <a:pt x="403193" y="216980"/>
                  </a:cubicBezTo>
                  <a:lnTo>
                    <a:pt x="389858" y="216980"/>
                  </a:lnTo>
                  <a:lnTo>
                    <a:pt x="389858" y="19050"/>
                  </a:lnTo>
                  <a:cubicBezTo>
                    <a:pt x="389858" y="8573"/>
                    <a:pt x="381286" y="0"/>
                    <a:pt x="370808" y="0"/>
                  </a:cubicBezTo>
                  <a:lnTo>
                    <a:pt x="71818" y="0"/>
                  </a:lnTo>
                  <a:cubicBezTo>
                    <a:pt x="61341" y="0"/>
                    <a:pt x="52768" y="8573"/>
                    <a:pt x="52768" y="19050"/>
                  </a:cubicBezTo>
                  <a:lnTo>
                    <a:pt x="52768" y="458153"/>
                  </a:lnTo>
                  <a:lnTo>
                    <a:pt x="19050" y="458153"/>
                  </a:lnTo>
                  <a:cubicBezTo>
                    <a:pt x="8573" y="458153"/>
                    <a:pt x="0" y="466725"/>
                    <a:pt x="0" y="477203"/>
                  </a:cubicBezTo>
                  <a:lnTo>
                    <a:pt x="0" y="507968"/>
                  </a:lnTo>
                  <a:cubicBezTo>
                    <a:pt x="0" y="518446"/>
                    <a:pt x="8573" y="527018"/>
                    <a:pt x="19050" y="527018"/>
                  </a:cubicBezTo>
                  <a:lnTo>
                    <a:pt x="423482" y="527018"/>
                  </a:lnTo>
                  <a:cubicBezTo>
                    <a:pt x="433959" y="527018"/>
                    <a:pt x="442532" y="518446"/>
                    <a:pt x="442532" y="507968"/>
                  </a:cubicBezTo>
                  <a:lnTo>
                    <a:pt x="442532" y="477203"/>
                  </a:lnTo>
                  <a:cubicBezTo>
                    <a:pt x="442532" y="466725"/>
                    <a:pt x="433959" y="458153"/>
                    <a:pt x="423482" y="458153"/>
                  </a:cubicBezTo>
                  <a:lnTo>
                    <a:pt x="389763" y="458153"/>
                  </a:lnTo>
                  <a:lnTo>
                    <a:pt x="389763" y="240697"/>
                  </a:lnTo>
                  <a:lnTo>
                    <a:pt x="403098" y="240697"/>
                  </a:lnTo>
                  <a:cubicBezTo>
                    <a:pt x="406908" y="240697"/>
                    <a:pt x="408718" y="241268"/>
                    <a:pt x="408908" y="241078"/>
                  </a:cubicBezTo>
                  <a:cubicBezTo>
                    <a:pt x="408908" y="241364"/>
                    <a:pt x="409004" y="241935"/>
                    <a:pt x="409004" y="242887"/>
                  </a:cubicBezTo>
                  <a:lnTo>
                    <a:pt x="409004" y="335471"/>
                  </a:lnTo>
                  <a:cubicBezTo>
                    <a:pt x="409004" y="359283"/>
                    <a:pt x="428435" y="378714"/>
                    <a:pt x="452247" y="378714"/>
                  </a:cubicBezTo>
                  <a:cubicBezTo>
                    <a:pt x="476060" y="378714"/>
                    <a:pt x="495395" y="359283"/>
                    <a:pt x="495395" y="335471"/>
                  </a:cubicBezTo>
                  <a:lnTo>
                    <a:pt x="495395" y="165068"/>
                  </a:lnTo>
                  <a:cubicBezTo>
                    <a:pt x="495395" y="162878"/>
                    <a:pt x="494824" y="160782"/>
                    <a:pt x="493681" y="158972"/>
                  </a:cubicBezTo>
                  <a:close/>
                  <a:moveTo>
                    <a:pt x="90868" y="38100"/>
                  </a:moveTo>
                  <a:lnTo>
                    <a:pt x="351758" y="38100"/>
                  </a:lnTo>
                  <a:lnTo>
                    <a:pt x="351758" y="457200"/>
                  </a:lnTo>
                  <a:lnTo>
                    <a:pt x="90868" y="457200"/>
                  </a:lnTo>
                  <a:lnTo>
                    <a:pt x="90868" y="38100"/>
                  </a:lnTo>
                  <a:close/>
                  <a:moveTo>
                    <a:pt x="468916" y="181832"/>
                  </a:moveTo>
                  <a:cubicBezTo>
                    <a:pt x="456629" y="181832"/>
                    <a:pt x="442817" y="175260"/>
                    <a:pt x="442817" y="166497"/>
                  </a:cubicBezTo>
                  <a:lnTo>
                    <a:pt x="442817" y="119825"/>
                  </a:lnTo>
                  <a:lnTo>
                    <a:pt x="471773" y="168402"/>
                  </a:lnTo>
                  <a:lnTo>
                    <a:pt x="471773" y="181832"/>
                  </a:lnTo>
                  <a:lnTo>
                    <a:pt x="468916" y="18183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27" name="Google Shape;3927;p98"/>
          <p:cNvGrpSpPr/>
          <p:nvPr/>
        </p:nvGrpSpPr>
        <p:grpSpPr>
          <a:xfrm>
            <a:off x="5204493" y="1771392"/>
            <a:ext cx="294947" cy="285250"/>
            <a:chOff x="251757" y="320423"/>
            <a:chExt cx="524351" cy="507111"/>
          </a:xfrm>
        </p:grpSpPr>
        <p:sp>
          <p:nvSpPr>
            <p:cNvPr id="3928" name="Google Shape;3928;p98"/>
            <p:cNvSpPr/>
            <p:nvPr/>
          </p:nvSpPr>
          <p:spPr>
            <a:xfrm>
              <a:off x="251757" y="320423"/>
              <a:ext cx="524351" cy="507111"/>
            </a:xfrm>
            <a:custGeom>
              <a:avLst/>
              <a:gdLst/>
              <a:ahLst/>
              <a:cxnLst/>
              <a:rect l="l" t="t" r="r" b="b"/>
              <a:pathLst>
                <a:path w="524351" h="507111" extrusionOk="0">
                  <a:moveTo>
                    <a:pt x="464058" y="0"/>
                  </a:moveTo>
                  <a:lnTo>
                    <a:pt x="60293" y="0"/>
                  </a:lnTo>
                  <a:cubicBezTo>
                    <a:pt x="27051" y="0"/>
                    <a:pt x="0" y="27051"/>
                    <a:pt x="0" y="60293"/>
                  </a:cubicBezTo>
                  <a:lnTo>
                    <a:pt x="0" y="317373"/>
                  </a:lnTo>
                  <a:cubicBezTo>
                    <a:pt x="0" y="350615"/>
                    <a:pt x="27051" y="377666"/>
                    <a:pt x="60293" y="377666"/>
                  </a:cubicBezTo>
                  <a:lnTo>
                    <a:pt x="125158" y="377666"/>
                  </a:lnTo>
                  <a:cubicBezTo>
                    <a:pt x="130397" y="377666"/>
                    <a:pt x="134683" y="381953"/>
                    <a:pt x="134683" y="387191"/>
                  </a:cubicBezTo>
                  <a:lnTo>
                    <a:pt x="134683" y="474155"/>
                  </a:lnTo>
                  <a:cubicBezTo>
                    <a:pt x="134683" y="486823"/>
                    <a:pt x="142399" y="501777"/>
                    <a:pt x="157067" y="505778"/>
                  </a:cubicBezTo>
                  <a:cubicBezTo>
                    <a:pt x="160115" y="506635"/>
                    <a:pt x="163735" y="507111"/>
                    <a:pt x="167450" y="507111"/>
                  </a:cubicBezTo>
                  <a:cubicBezTo>
                    <a:pt x="175070" y="507111"/>
                    <a:pt x="183356" y="504920"/>
                    <a:pt x="189262" y="498634"/>
                  </a:cubicBezTo>
                  <a:lnTo>
                    <a:pt x="189262" y="498634"/>
                  </a:lnTo>
                  <a:cubicBezTo>
                    <a:pt x="189262" y="498634"/>
                    <a:pt x="306134" y="380333"/>
                    <a:pt x="306134" y="380333"/>
                  </a:cubicBezTo>
                  <a:cubicBezTo>
                    <a:pt x="307848" y="378524"/>
                    <a:pt x="310325" y="377571"/>
                    <a:pt x="312896" y="377571"/>
                  </a:cubicBezTo>
                  <a:lnTo>
                    <a:pt x="464058" y="377571"/>
                  </a:lnTo>
                  <a:cubicBezTo>
                    <a:pt x="497300" y="377571"/>
                    <a:pt x="524351" y="350520"/>
                    <a:pt x="524351" y="317278"/>
                  </a:cubicBezTo>
                  <a:lnTo>
                    <a:pt x="524351" y="60293"/>
                  </a:lnTo>
                  <a:cubicBezTo>
                    <a:pt x="524351" y="27051"/>
                    <a:pt x="497300" y="0"/>
                    <a:pt x="464058" y="0"/>
                  </a:cubicBezTo>
                  <a:close/>
                  <a:moveTo>
                    <a:pt x="486156" y="317183"/>
                  </a:moveTo>
                  <a:cubicBezTo>
                    <a:pt x="486156" y="329374"/>
                    <a:pt x="476250" y="339376"/>
                    <a:pt x="463963" y="339376"/>
                  </a:cubicBezTo>
                  <a:lnTo>
                    <a:pt x="312801" y="339376"/>
                  </a:lnTo>
                  <a:cubicBezTo>
                    <a:pt x="300133" y="339376"/>
                    <a:pt x="287846" y="344519"/>
                    <a:pt x="278987" y="353568"/>
                  </a:cubicBezTo>
                  <a:lnTo>
                    <a:pt x="172783" y="461105"/>
                  </a:lnTo>
                  <a:lnTo>
                    <a:pt x="172783" y="387191"/>
                  </a:lnTo>
                  <a:cubicBezTo>
                    <a:pt x="172783" y="360902"/>
                    <a:pt x="151447" y="339566"/>
                    <a:pt x="125158" y="339566"/>
                  </a:cubicBezTo>
                  <a:lnTo>
                    <a:pt x="60293" y="339566"/>
                  </a:lnTo>
                  <a:cubicBezTo>
                    <a:pt x="48101" y="339566"/>
                    <a:pt x="38100" y="329660"/>
                    <a:pt x="38100" y="317373"/>
                  </a:cubicBezTo>
                  <a:lnTo>
                    <a:pt x="38100" y="60293"/>
                  </a:lnTo>
                  <a:cubicBezTo>
                    <a:pt x="38100" y="48101"/>
                    <a:pt x="48006" y="38100"/>
                    <a:pt x="60293" y="38100"/>
                  </a:cubicBezTo>
                  <a:lnTo>
                    <a:pt x="464058" y="38100"/>
                  </a:lnTo>
                  <a:cubicBezTo>
                    <a:pt x="476250" y="38100"/>
                    <a:pt x="486251" y="48006"/>
                    <a:pt x="486251" y="60293"/>
                  </a:cubicBezTo>
                  <a:lnTo>
                    <a:pt x="486251" y="31718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29" name="Google Shape;3929;p98"/>
            <p:cNvSpPr/>
            <p:nvPr/>
          </p:nvSpPr>
          <p:spPr>
            <a:xfrm>
              <a:off x="333005" y="458726"/>
              <a:ext cx="361759" cy="23812"/>
            </a:xfrm>
            <a:custGeom>
              <a:avLst/>
              <a:gdLst/>
              <a:ahLst/>
              <a:cxnLst/>
              <a:rect l="l" t="t" r="r" b="b"/>
              <a:pathLst>
                <a:path w="361759" h="23812" extrusionOk="0">
                  <a:moveTo>
                    <a:pt x="349853" y="0"/>
                  </a:moveTo>
                  <a:lnTo>
                    <a:pt x="11906" y="0"/>
                  </a:lnTo>
                  <a:cubicBezTo>
                    <a:pt x="5334" y="0"/>
                    <a:pt x="0" y="5334"/>
                    <a:pt x="0" y="11906"/>
                  </a:cubicBezTo>
                  <a:cubicBezTo>
                    <a:pt x="0" y="18478"/>
                    <a:pt x="5334" y="23813"/>
                    <a:pt x="11906" y="23813"/>
                  </a:cubicBezTo>
                  <a:lnTo>
                    <a:pt x="349853" y="23813"/>
                  </a:lnTo>
                  <a:cubicBezTo>
                    <a:pt x="356426" y="23813"/>
                    <a:pt x="361760" y="18478"/>
                    <a:pt x="361760" y="11906"/>
                  </a:cubicBezTo>
                  <a:cubicBezTo>
                    <a:pt x="361760" y="5334"/>
                    <a:pt x="356426" y="0"/>
                    <a:pt x="349853"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30" name="Google Shape;3930;p98"/>
            <p:cNvSpPr/>
            <p:nvPr/>
          </p:nvSpPr>
          <p:spPr>
            <a:xfrm>
              <a:off x="333005" y="530354"/>
              <a:ext cx="260413" cy="23812"/>
            </a:xfrm>
            <a:custGeom>
              <a:avLst/>
              <a:gdLst/>
              <a:ahLst/>
              <a:cxnLst/>
              <a:rect l="l" t="t" r="r" b="b"/>
              <a:pathLst>
                <a:path w="260413" h="23812" extrusionOk="0">
                  <a:moveTo>
                    <a:pt x="248507" y="0"/>
                  </a:moveTo>
                  <a:lnTo>
                    <a:pt x="11906" y="0"/>
                  </a:lnTo>
                  <a:cubicBezTo>
                    <a:pt x="5334" y="0"/>
                    <a:pt x="0" y="5334"/>
                    <a:pt x="0" y="11906"/>
                  </a:cubicBezTo>
                  <a:cubicBezTo>
                    <a:pt x="0" y="18479"/>
                    <a:pt x="5334" y="23813"/>
                    <a:pt x="11906" y="23813"/>
                  </a:cubicBezTo>
                  <a:lnTo>
                    <a:pt x="248507" y="23813"/>
                  </a:lnTo>
                  <a:cubicBezTo>
                    <a:pt x="255080" y="23813"/>
                    <a:pt x="260413" y="18479"/>
                    <a:pt x="260413" y="11906"/>
                  </a:cubicBezTo>
                  <a:cubicBezTo>
                    <a:pt x="260413" y="5334"/>
                    <a:pt x="255080" y="0"/>
                    <a:pt x="24850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31" name="Google Shape;3931;p98"/>
          <p:cNvGrpSpPr/>
          <p:nvPr/>
        </p:nvGrpSpPr>
        <p:grpSpPr>
          <a:xfrm>
            <a:off x="4424243" y="4151038"/>
            <a:ext cx="297553" cy="200597"/>
            <a:chOff x="1869257" y="405668"/>
            <a:chExt cx="528983" cy="356616"/>
          </a:xfrm>
        </p:grpSpPr>
        <p:sp>
          <p:nvSpPr>
            <p:cNvPr id="3932" name="Google Shape;3932;p98"/>
            <p:cNvSpPr/>
            <p:nvPr/>
          </p:nvSpPr>
          <p:spPr>
            <a:xfrm>
              <a:off x="2137026" y="480364"/>
              <a:ext cx="261214" cy="281920"/>
            </a:xfrm>
            <a:custGeom>
              <a:avLst/>
              <a:gdLst/>
              <a:ahLst/>
              <a:cxnLst/>
              <a:rect l="l" t="t" r="r" b="b"/>
              <a:pathLst>
                <a:path w="261214" h="281920" extrusionOk="0">
                  <a:moveTo>
                    <a:pt x="246105" y="42652"/>
                  </a:moveTo>
                  <a:lnTo>
                    <a:pt x="210577" y="11315"/>
                  </a:lnTo>
                  <a:cubicBezTo>
                    <a:pt x="194289" y="-2972"/>
                    <a:pt x="172477" y="-3830"/>
                    <a:pt x="160856" y="9315"/>
                  </a:cubicBezTo>
                  <a:lnTo>
                    <a:pt x="32936" y="154381"/>
                  </a:lnTo>
                  <a:cubicBezTo>
                    <a:pt x="31793" y="155714"/>
                    <a:pt x="30840" y="157333"/>
                    <a:pt x="30364" y="159048"/>
                  </a:cubicBezTo>
                  <a:lnTo>
                    <a:pt x="455" y="266871"/>
                  </a:lnTo>
                  <a:cubicBezTo>
                    <a:pt x="-783" y="271157"/>
                    <a:pt x="551" y="275824"/>
                    <a:pt x="3884" y="278777"/>
                  </a:cubicBezTo>
                  <a:cubicBezTo>
                    <a:pt x="6075" y="280777"/>
                    <a:pt x="9028" y="281920"/>
                    <a:pt x="11981" y="281920"/>
                  </a:cubicBezTo>
                  <a:cubicBezTo>
                    <a:pt x="13409" y="281920"/>
                    <a:pt x="14743" y="281635"/>
                    <a:pt x="16172" y="281158"/>
                  </a:cubicBezTo>
                  <a:lnTo>
                    <a:pt x="119518" y="242677"/>
                  </a:lnTo>
                  <a:cubicBezTo>
                    <a:pt x="121328" y="242011"/>
                    <a:pt x="123042" y="240868"/>
                    <a:pt x="124280" y="239439"/>
                  </a:cubicBezTo>
                  <a:lnTo>
                    <a:pt x="254487" y="91801"/>
                  </a:lnTo>
                  <a:cubicBezTo>
                    <a:pt x="259250" y="86372"/>
                    <a:pt x="261631" y="79133"/>
                    <a:pt x="261155" y="71323"/>
                  </a:cubicBezTo>
                  <a:cubicBezTo>
                    <a:pt x="260488" y="60940"/>
                    <a:pt x="255059" y="50558"/>
                    <a:pt x="246200" y="42748"/>
                  </a:cubicBezTo>
                  <a:close/>
                  <a:moveTo>
                    <a:pt x="101516" y="223818"/>
                  </a:moveTo>
                  <a:lnTo>
                    <a:pt x="47318" y="244011"/>
                  </a:lnTo>
                  <a:lnTo>
                    <a:pt x="34650" y="232581"/>
                  </a:lnTo>
                  <a:lnTo>
                    <a:pt x="49795" y="178193"/>
                  </a:lnTo>
                  <a:lnTo>
                    <a:pt x="101611" y="223913"/>
                  </a:lnTo>
                  <a:close/>
                  <a:moveTo>
                    <a:pt x="119804" y="208292"/>
                  </a:moveTo>
                  <a:lnTo>
                    <a:pt x="100754" y="191433"/>
                  </a:lnTo>
                  <a:lnTo>
                    <a:pt x="165905" y="117614"/>
                  </a:lnTo>
                  <a:lnTo>
                    <a:pt x="147998" y="101898"/>
                  </a:lnTo>
                  <a:lnTo>
                    <a:pt x="82847" y="175717"/>
                  </a:lnTo>
                  <a:lnTo>
                    <a:pt x="61892" y="157238"/>
                  </a:lnTo>
                  <a:lnTo>
                    <a:pt x="143235" y="65036"/>
                  </a:lnTo>
                  <a:lnTo>
                    <a:pt x="201052" y="115995"/>
                  </a:lnTo>
                  <a:lnTo>
                    <a:pt x="119708" y="208292"/>
                  </a:lnTo>
                  <a:close/>
                  <a:moveTo>
                    <a:pt x="236485" y="75895"/>
                  </a:moveTo>
                  <a:lnTo>
                    <a:pt x="216863" y="98088"/>
                  </a:lnTo>
                  <a:lnTo>
                    <a:pt x="159047" y="47129"/>
                  </a:lnTo>
                  <a:lnTo>
                    <a:pt x="178668" y="24936"/>
                  </a:lnTo>
                  <a:cubicBezTo>
                    <a:pt x="180383" y="22936"/>
                    <a:pt x="187907" y="23031"/>
                    <a:pt x="194765" y="29127"/>
                  </a:cubicBezTo>
                  <a:lnTo>
                    <a:pt x="230294" y="60464"/>
                  </a:lnTo>
                  <a:cubicBezTo>
                    <a:pt x="235056" y="64655"/>
                    <a:pt x="237056" y="69513"/>
                    <a:pt x="237247" y="72656"/>
                  </a:cubicBezTo>
                  <a:cubicBezTo>
                    <a:pt x="237247" y="73513"/>
                    <a:pt x="237247" y="75037"/>
                    <a:pt x="236485" y="7589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33" name="Google Shape;3933;p98"/>
            <p:cNvSpPr/>
            <p:nvPr/>
          </p:nvSpPr>
          <p:spPr>
            <a:xfrm>
              <a:off x="1869257" y="405668"/>
              <a:ext cx="426339" cy="316230"/>
            </a:xfrm>
            <a:custGeom>
              <a:avLst/>
              <a:gdLst/>
              <a:ahLst/>
              <a:cxnLst/>
              <a:rect l="l" t="t" r="r" b="b"/>
              <a:pathLst>
                <a:path w="426339" h="316230" extrusionOk="0">
                  <a:moveTo>
                    <a:pt x="244793" y="292322"/>
                  </a:moveTo>
                  <a:lnTo>
                    <a:pt x="40958" y="292322"/>
                  </a:lnTo>
                  <a:lnTo>
                    <a:pt x="124682" y="192119"/>
                  </a:lnTo>
                  <a:cubicBezTo>
                    <a:pt x="128873" y="187071"/>
                    <a:pt x="128207" y="179546"/>
                    <a:pt x="123158" y="175355"/>
                  </a:cubicBezTo>
                  <a:cubicBezTo>
                    <a:pt x="118110" y="171164"/>
                    <a:pt x="110585" y="171831"/>
                    <a:pt x="106394" y="176879"/>
                  </a:cubicBezTo>
                  <a:lnTo>
                    <a:pt x="23717" y="275844"/>
                  </a:lnTo>
                  <a:lnTo>
                    <a:pt x="23717" y="38005"/>
                  </a:lnTo>
                  <a:lnTo>
                    <a:pt x="206502" y="179070"/>
                  </a:lnTo>
                  <a:cubicBezTo>
                    <a:pt x="208693" y="180689"/>
                    <a:pt x="211169" y="181547"/>
                    <a:pt x="213741" y="181547"/>
                  </a:cubicBezTo>
                  <a:cubicBezTo>
                    <a:pt x="216313" y="181547"/>
                    <a:pt x="218980" y="180689"/>
                    <a:pt x="221075" y="178975"/>
                  </a:cubicBezTo>
                  <a:lnTo>
                    <a:pt x="402527" y="36576"/>
                  </a:lnTo>
                  <a:lnTo>
                    <a:pt x="402527" y="53531"/>
                  </a:lnTo>
                  <a:cubicBezTo>
                    <a:pt x="402527" y="60103"/>
                    <a:pt x="407861" y="65437"/>
                    <a:pt x="414433" y="65437"/>
                  </a:cubicBezTo>
                  <a:cubicBezTo>
                    <a:pt x="421005" y="65437"/>
                    <a:pt x="426339" y="60103"/>
                    <a:pt x="426339" y="53531"/>
                  </a:cubicBezTo>
                  <a:lnTo>
                    <a:pt x="426339" y="33909"/>
                  </a:lnTo>
                  <a:cubicBezTo>
                    <a:pt x="426339" y="15240"/>
                    <a:pt x="411099" y="0"/>
                    <a:pt x="392430" y="0"/>
                  </a:cubicBezTo>
                  <a:lnTo>
                    <a:pt x="33909" y="0"/>
                  </a:lnTo>
                  <a:cubicBezTo>
                    <a:pt x="15240" y="0"/>
                    <a:pt x="0" y="15240"/>
                    <a:pt x="0" y="33909"/>
                  </a:cubicBezTo>
                  <a:lnTo>
                    <a:pt x="0" y="282321"/>
                  </a:lnTo>
                  <a:cubicBezTo>
                    <a:pt x="0" y="300990"/>
                    <a:pt x="15240" y="316230"/>
                    <a:pt x="33909" y="316230"/>
                  </a:cubicBezTo>
                  <a:lnTo>
                    <a:pt x="244793" y="316230"/>
                  </a:lnTo>
                  <a:cubicBezTo>
                    <a:pt x="251365" y="316230"/>
                    <a:pt x="256699" y="310896"/>
                    <a:pt x="256699" y="304324"/>
                  </a:cubicBezTo>
                  <a:cubicBezTo>
                    <a:pt x="256699" y="297752"/>
                    <a:pt x="251365" y="292418"/>
                    <a:pt x="244793" y="292418"/>
                  </a:cubicBezTo>
                  <a:close/>
                  <a:moveTo>
                    <a:pt x="213741" y="154400"/>
                  </a:moveTo>
                  <a:lnTo>
                    <a:pt x="44387" y="23717"/>
                  </a:lnTo>
                  <a:lnTo>
                    <a:pt x="380333" y="23717"/>
                  </a:lnTo>
                  <a:lnTo>
                    <a:pt x="213741" y="15440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34" name="Google Shape;3934;p98"/>
          <p:cNvGrpSpPr/>
          <p:nvPr/>
        </p:nvGrpSpPr>
        <p:grpSpPr>
          <a:xfrm>
            <a:off x="5998458" y="4104009"/>
            <a:ext cx="294680" cy="294679"/>
            <a:chOff x="5022860" y="260479"/>
            <a:chExt cx="523875" cy="523874"/>
          </a:xfrm>
        </p:grpSpPr>
        <p:sp>
          <p:nvSpPr>
            <p:cNvPr id="3935" name="Google Shape;3935;p98"/>
            <p:cNvSpPr/>
            <p:nvPr/>
          </p:nvSpPr>
          <p:spPr>
            <a:xfrm>
              <a:off x="5223456" y="395258"/>
              <a:ext cx="122586" cy="254317"/>
            </a:xfrm>
            <a:custGeom>
              <a:avLst/>
              <a:gdLst/>
              <a:ahLst/>
              <a:cxnLst/>
              <a:rect l="l" t="t" r="r" b="b"/>
              <a:pathLst>
                <a:path w="122586" h="254317" extrusionOk="0">
                  <a:moveTo>
                    <a:pt x="74581" y="120491"/>
                  </a:moveTo>
                  <a:lnTo>
                    <a:pt x="58769" y="112586"/>
                  </a:lnTo>
                  <a:cubicBezTo>
                    <a:pt x="30575" y="98679"/>
                    <a:pt x="23908" y="94774"/>
                    <a:pt x="23908" y="77819"/>
                  </a:cubicBezTo>
                  <a:cubicBezTo>
                    <a:pt x="23908" y="50387"/>
                    <a:pt x="52578" y="48196"/>
                    <a:pt x="61341" y="48196"/>
                  </a:cubicBezTo>
                  <a:cubicBezTo>
                    <a:pt x="70104" y="48196"/>
                    <a:pt x="98107" y="50292"/>
                    <a:pt x="98107" y="77819"/>
                  </a:cubicBezTo>
                  <a:cubicBezTo>
                    <a:pt x="98107" y="84392"/>
                    <a:pt x="103442" y="89726"/>
                    <a:pt x="110014" y="89726"/>
                  </a:cubicBezTo>
                  <a:cubicBezTo>
                    <a:pt x="116586" y="89726"/>
                    <a:pt x="121920" y="84392"/>
                    <a:pt x="121920" y="77819"/>
                  </a:cubicBezTo>
                  <a:cubicBezTo>
                    <a:pt x="121920" y="49530"/>
                    <a:pt x="102775" y="29432"/>
                    <a:pt x="73247" y="25241"/>
                  </a:cubicBezTo>
                  <a:lnTo>
                    <a:pt x="73247" y="11906"/>
                  </a:lnTo>
                  <a:cubicBezTo>
                    <a:pt x="73247" y="5334"/>
                    <a:pt x="67913" y="0"/>
                    <a:pt x="61341" y="0"/>
                  </a:cubicBezTo>
                  <a:cubicBezTo>
                    <a:pt x="54769" y="0"/>
                    <a:pt x="49435" y="5334"/>
                    <a:pt x="49435" y="11906"/>
                  </a:cubicBezTo>
                  <a:lnTo>
                    <a:pt x="49435" y="25241"/>
                  </a:lnTo>
                  <a:cubicBezTo>
                    <a:pt x="19431" y="29432"/>
                    <a:pt x="95" y="49435"/>
                    <a:pt x="95" y="77819"/>
                  </a:cubicBezTo>
                  <a:cubicBezTo>
                    <a:pt x="95" y="110204"/>
                    <a:pt x="20288" y="120110"/>
                    <a:pt x="48197" y="133922"/>
                  </a:cubicBezTo>
                  <a:lnTo>
                    <a:pt x="64008" y="141827"/>
                  </a:lnTo>
                  <a:cubicBezTo>
                    <a:pt x="92202" y="155734"/>
                    <a:pt x="98774" y="159639"/>
                    <a:pt x="98774" y="176594"/>
                  </a:cubicBezTo>
                  <a:cubicBezTo>
                    <a:pt x="98774" y="203740"/>
                    <a:pt x="70104" y="205835"/>
                    <a:pt x="61246" y="205835"/>
                  </a:cubicBezTo>
                  <a:cubicBezTo>
                    <a:pt x="52388" y="205835"/>
                    <a:pt x="23813" y="203740"/>
                    <a:pt x="23813" y="176594"/>
                  </a:cubicBezTo>
                  <a:cubicBezTo>
                    <a:pt x="23813" y="170021"/>
                    <a:pt x="18479" y="164687"/>
                    <a:pt x="11906" y="164687"/>
                  </a:cubicBezTo>
                  <a:cubicBezTo>
                    <a:pt x="5334" y="164687"/>
                    <a:pt x="0" y="170021"/>
                    <a:pt x="0" y="176594"/>
                  </a:cubicBezTo>
                  <a:cubicBezTo>
                    <a:pt x="0" y="204788"/>
                    <a:pt x="19431" y="224695"/>
                    <a:pt x="49340" y="228791"/>
                  </a:cubicBezTo>
                  <a:lnTo>
                    <a:pt x="49340" y="242411"/>
                  </a:lnTo>
                  <a:cubicBezTo>
                    <a:pt x="49340" y="248984"/>
                    <a:pt x="54674" y="254318"/>
                    <a:pt x="61246" y="254318"/>
                  </a:cubicBezTo>
                  <a:cubicBezTo>
                    <a:pt x="67818" y="254318"/>
                    <a:pt x="73152" y="248984"/>
                    <a:pt x="73152" y="242411"/>
                  </a:cubicBezTo>
                  <a:lnTo>
                    <a:pt x="73152" y="228791"/>
                  </a:lnTo>
                  <a:cubicBezTo>
                    <a:pt x="103156" y="224600"/>
                    <a:pt x="122587" y="204692"/>
                    <a:pt x="122587" y="176594"/>
                  </a:cubicBezTo>
                  <a:cubicBezTo>
                    <a:pt x="122587" y="144209"/>
                    <a:pt x="102394" y="134207"/>
                    <a:pt x="74486" y="12049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36" name="Google Shape;3936;p98"/>
            <p:cNvSpPr/>
            <p:nvPr/>
          </p:nvSpPr>
          <p:spPr>
            <a:xfrm>
              <a:off x="5097440" y="335155"/>
              <a:ext cx="374713" cy="374713"/>
            </a:xfrm>
            <a:custGeom>
              <a:avLst/>
              <a:gdLst/>
              <a:ahLst/>
              <a:cxnLst/>
              <a:rect l="l" t="t" r="r" b="b"/>
              <a:pathLst>
                <a:path w="374713" h="374713" extrusionOk="0">
                  <a:moveTo>
                    <a:pt x="187357" y="0"/>
                  </a:moveTo>
                  <a:cubicBezTo>
                    <a:pt x="84106" y="0"/>
                    <a:pt x="0" y="84011"/>
                    <a:pt x="0" y="187357"/>
                  </a:cubicBezTo>
                  <a:cubicBezTo>
                    <a:pt x="0" y="290703"/>
                    <a:pt x="84011" y="374713"/>
                    <a:pt x="187357" y="374713"/>
                  </a:cubicBezTo>
                  <a:cubicBezTo>
                    <a:pt x="290703" y="374713"/>
                    <a:pt x="374714" y="290703"/>
                    <a:pt x="374714" y="187357"/>
                  </a:cubicBezTo>
                  <a:cubicBezTo>
                    <a:pt x="374714" y="84011"/>
                    <a:pt x="290703" y="0"/>
                    <a:pt x="187357" y="0"/>
                  </a:cubicBezTo>
                  <a:close/>
                  <a:moveTo>
                    <a:pt x="187357" y="350806"/>
                  </a:moveTo>
                  <a:cubicBezTo>
                    <a:pt x="97155" y="350806"/>
                    <a:pt x="23813" y="277463"/>
                    <a:pt x="23813" y="187261"/>
                  </a:cubicBezTo>
                  <a:cubicBezTo>
                    <a:pt x="23813" y="97060"/>
                    <a:pt x="97155" y="23717"/>
                    <a:pt x="187357" y="23717"/>
                  </a:cubicBezTo>
                  <a:cubicBezTo>
                    <a:pt x="277559" y="23717"/>
                    <a:pt x="350901" y="97060"/>
                    <a:pt x="350901" y="187261"/>
                  </a:cubicBezTo>
                  <a:cubicBezTo>
                    <a:pt x="350901" y="277463"/>
                    <a:pt x="277559" y="350806"/>
                    <a:pt x="187357" y="3508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37" name="Google Shape;3937;p98"/>
            <p:cNvSpPr/>
            <p:nvPr/>
          </p:nvSpPr>
          <p:spPr>
            <a:xfrm>
              <a:off x="5022860" y="260479"/>
              <a:ext cx="523875" cy="523874"/>
            </a:xfrm>
            <a:custGeom>
              <a:avLst/>
              <a:gdLst/>
              <a:ahLst/>
              <a:cxnLst/>
              <a:rect l="l" t="t" r="r" b="b"/>
              <a:pathLst>
                <a:path w="523875" h="523874" extrusionOk="0">
                  <a:moveTo>
                    <a:pt x="261938" y="0"/>
                  </a:moveTo>
                  <a:cubicBezTo>
                    <a:pt x="117539" y="0"/>
                    <a:pt x="0" y="117539"/>
                    <a:pt x="0" y="261937"/>
                  </a:cubicBezTo>
                  <a:cubicBezTo>
                    <a:pt x="0" y="406336"/>
                    <a:pt x="117539" y="523875"/>
                    <a:pt x="261938" y="523875"/>
                  </a:cubicBezTo>
                  <a:cubicBezTo>
                    <a:pt x="406337" y="523875"/>
                    <a:pt x="523875" y="406336"/>
                    <a:pt x="523875" y="261937"/>
                  </a:cubicBezTo>
                  <a:cubicBezTo>
                    <a:pt x="523875" y="117539"/>
                    <a:pt x="406337" y="0"/>
                    <a:pt x="261938" y="0"/>
                  </a:cubicBezTo>
                  <a:close/>
                  <a:moveTo>
                    <a:pt x="261938" y="485775"/>
                  </a:moveTo>
                  <a:cubicBezTo>
                    <a:pt x="138494" y="485775"/>
                    <a:pt x="38100" y="385382"/>
                    <a:pt x="38100" y="261937"/>
                  </a:cubicBezTo>
                  <a:cubicBezTo>
                    <a:pt x="38100" y="138493"/>
                    <a:pt x="138494" y="38100"/>
                    <a:pt x="261938" y="38100"/>
                  </a:cubicBezTo>
                  <a:cubicBezTo>
                    <a:pt x="385382" y="38100"/>
                    <a:pt x="485775" y="138493"/>
                    <a:pt x="485775" y="261937"/>
                  </a:cubicBezTo>
                  <a:cubicBezTo>
                    <a:pt x="485775" y="385382"/>
                    <a:pt x="385382" y="485775"/>
                    <a:pt x="261938" y="48577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38" name="Google Shape;3938;p98"/>
          <p:cNvGrpSpPr/>
          <p:nvPr/>
        </p:nvGrpSpPr>
        <p:grpSpPr>
          <a:xfrm>
            <a:off x="2038835" y="3355790"/>
            <a:ext cx="292001" cy="235100"/>
            <a:chOff x="208963" y="1082970"/>
            <a:chExt cx="519112" cy="417956"/>
          </a:xfrm>
        </p:grpSpPr>
        <p:sp>
          <p:nvSpPr>
            <p:cNvPr id="3939" name="Google Shape;3939;p98"/>
            <p:cNvSpPr/>
            <p:nvPr/>
          </p:nvSpPr>
          <p:spPr>
            <a:xfrm>
              <a:off x="208963" y="1082970"/>
              <a:ext cx="519112" cy="360140"/>
            </a:xfrm>
            <a:custGeom>
              <a:avLst/>
              <a:gdLst/>
              <a:ahLst/>
              <a:cxnLst/>
              <a:rect l="l" t="t" r="r" b="b"/>
              <a:pathLst>
                <a:path w="519112" h="360140" extrusionOk="0">
                  <a:moveTo>
                    <a:pt x="477203" y="187071"/>
                  </a:moveTo>
                  <a:cubicBezTo>
                    <a:pt x="477203" y="186500"/>
                    <a:pt x="477203" y="185928"/>
                    <a:pt x="477203" y="185357"/>
                  </a:cubicBezTo>
                  <a:cubicBezTo>
                    <a:pt x="477203" y="83153"/>
                    <a:pt x="393573" y="0"/>
                    <a:pt x="290894" y="0"/>
                  </a:cubicBezTo>
                  <a:cubicBezTo>
                    <a:pt x="210788" y="0"/>
                    <a:pt x="140494" y="50578"/>
                    <a:pt x="114871" y="124682"/>
                  </a:cubicBezTo>
                  <a:cubicBezTo>
                    <a:pt x="50768" y="129254"/>
                    <a:pt x="0" y="183356"/>
                    <a:pt x="0" y="249174"/>
                  </a:cubicBezTo>
                  <a:cubicBezTo>
                    <a:pt x="0" y="293656"/>
                    <a:pt x="24098" y="335185"/>
                    <a:pt x="62770" y="357569"/>
                  </a:cubicBezTo>
                  <a:cubicBezTo>
                    <a:pt x="65818" y="359283"/>
                    <a:pt x="69056" y="360140"/>
                    <a:pt x="72295" y="360140"/>
                  </a:cubicBezTo>
                  <a:cubicBezTo>
                    <a:pt x="78867" y="360140"/>
                    <a:pt x="85249" y="356711"/>
                    <a:pt x="88773" y="350615"/>
                  </a:cubicBezTo>
                  <a:cubicBezTo>
                    <a:pt x="94012" y="341471"/>
                    <a:pt x="90964" y="329851"/>
                    <a:pt x="81820" y="324612"/>
                  </a:cubicBezTo>
                  <a:cubicBezTo>
                    <a:pt x="54864" y="308991"/>
                    <a:pt x="38100" y="280130"/>
                    <a:pt x="38100" y="249174"/>
                  </a:cubicBezTo>
                  <a:cubicBezTo>
                    <a:pt x="38100" y="202216"/>
                    <a:pt x="77152" y="162592"/>
                    <a:pt x="123444" y="162592"/>
                  </a:cubicBezTo>
                  <a:lnTo>
                    <a:pt x="123539" y="162592"/>
                  </a:lnTo>
                  <a:cubicBezTo>
                    <a:pt x="124968" y="162782"/>
                    <a:pt x="126492" y="162973"/>
                    <a:pt x="128016" y="163068"/>
                  </a:cubicBezTo>
                  <a:cubicBezTo>
                    <a:pt x="136779" y="163354"/>
                    <a:pt x="145066" y="157544"/>
                    <a:pt x="147352" y="148781"/>
                  </a:cubicBezTo>
                  <a:cubicBezTo>
                    <a:pt x="164021" y="83630"/>
                    <a:pt x="223076" y="38195"/>
                    <a:pt x="290894" y="38195"/>
                  </a:cubicBezTo>
                  <a:cubicBezTo>
                    <a:pt x="372618" y="38195"/>
                    <a:pt x="439103" y="104299"/>
                    <a:pt x="439103" y="185452"/>
                  </a:cubicBezTo>
                  <a:cubicBezTo>
                    <a:pt x="439103" y="188595"/>
                    <a:pt x="438817" y="192119"/>
                    <a:pt x="438626" y="195834"/>
                  </a:cubicBezTo>
                  <a:cubicBezTo>
                    <a:pt x="438150" y="203168"/>
                    <a:pt x="441865" y="210122"/>
                    <a:pt x="448247" y="213741"/>
                  </a:cubicBezTo>
                  <a:cubicBezTo>
                    <a:pt x="468440" y="225171"/>
                    <a:pt x="481012" y="246793"/>
                    <a:pt x="481012" y="269939"/>
                  </a:cubicBezTo>
                  <a:cubicBezTo>
                    <a:pt x="481012" y="291560"/>
                    <a:pt x="470249" y="312039"/>
                    <a:pt x="452342" y="324517"/>
                  </a:cubicBezTo>
                  <a:cubicBezTo>
                    <a:pt x="443675" y="330518"/>
                    <a:pt x="441579" y="342424"/>
                    <a:pt x="447580" y="350996"/>
                  </a:cubicBezTo>
                  <a:cubicBezTo>
                    <a:pt x="453581" y="359664"/>
                    <a:pt x="465487" y="361760"/>
                    <a:pt x="474059" y="355759"/>
                  </a:cubicBezTo>
                  <a:cubicBezTo>
                    <a:pt x="502253" y="336137"/>
                    <a:pt x="519112" y="304038"/>
                    <a:pt x="519112" y="269939"/>
                  </a:cubicBezTo>
                  <a:cubicBezTo>
                    <a:pt x="519112" y="235839"/>
                    <a:pt x="503301" y="206407"/>
                    <a:pt x="477298" y="18716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40" name="Google Shape;3940;p98"/>
            <p:cNvSpPr/>
            <p:nvPr/>
          </p:nvSpPr>
          <p:spPr>
            <a:xfrm>
              <a:off x="492012" y="1256896"/>
              <a:ext cx="124620" cy="181165"/>
            </a:xfrm>
            <a:custGeom>
              <a:avLst/>
              <a:gdLst/>
              <a:ahLst/>
              <a:cxnLst/>
              <a:rect l="l" t="t" r="r" b="b"/>
              <a:pathLst>
                <a:path w="124620" h="181165" extrusionOk="0">
                  <a:moveTo>
                    <a:pt x="891" y="34195"/>
                  </a:moveTo>
                  <a:cubicBezTo>
                    <a:pt x="-1586" y="40291"/>
                    <a:pt x="1272" y="47244"/>
                    <a:pt x="7368" y="49720"/>
                  </a:cubicBezTo>
                  <a:cubicBezTo>
                    <a:pt x="13464" y="52197"/>
                    <a:pt x="20417" y="49340"/>
                    <a:pt x="22893" y="43244"/>
                  </a:cubicBezTo>
                  <a:cubicBezTo>
                    <a:pt x="30132" y="25622"/>
                    <a:pt x="43182" y="24003"/>
                    <a:pt x="54897" y="24003"/>
                  </a:cubicBezTo>
                  <a:lnTo>
                    <a:pt x="56802" y="24003"/>
                  </a:lnTo>
                  <a:cubicBezTo>
                    <a:pt x="63184" y="24003"/>
                    <a:pt x="73852" y="24003"/>
                    <a:pt x="81853" y="31909"/>
                  </a:cubicBezTo>
                  <a:cubicBezTo>
                    <a:pt x="87854" y="37910"/>
                    <a:pt x="91759" y="47911"/>
                    <a:pt x="93378" y="61246"/>
                  </a:cubicBezTo>
                  <a:cubicBezTo>
                    <a:pt x="92140" y="60103"/>
                    <a:pt x="90426" y="59341"/>
                    <a:pt x="88616" y="59341"/>
                  </a:cubicBezTo>
                  <a:cubicBezTo>
                    <a:pt x="62994" y="59341"/>
                    <a:pt x="43086" y="36957"/>
                    <a:pt x="42896" y="36671"/>
                  </a:cubicBezTo>
                  <a:cubicBezTo>
                    <a:pt x="40800" y="34290"/>
                    <a:pt x="37371" y="33623"/>
                    <a:pt x="34419" y="34957"/>
                  </a:cubicBezTo>
                  <a:cubicBezTo>
                    <a:pt x="31561" y="36386"/>
                    <a:pt x="29942" y="39529"/>
                    <a:pt x="30513" y="42672"/>
                  </a:cubicBezTo>
                  <a:cubicBezTo>
                    <a:pt x="30799" y="44196"/>
                    <a:pt x="32704" y="57245"/>
                    <a:pt x="20226" y="62674"/>
                  </a:cubicBezTo>
                  <a:cubicBezTo>
                    <a:pt x="16607" y="64294"/>
                    <a:pt x="14988" y="68485"/>
                    <a:pt x="16512" y="72104"/>
                  </a:cubicBezTo>
                  <a:cubicBezTo>
                    <a:pt x="17655" y="74771"/>
                    <a:pt x="20322" y="76391"/>
                    <a:pt x="23084" y="76391"/>
                  </a:cubicBezTo>
                  <a:cubicBezTo>
                    <a:pt x="24036" y="76391"/>
                    <a:pt x="24989" y="76200"/>
                    <a:pt x="25941" y="75819"/>
                  </a:cubicBezTo>
                  <a:cubicBezTo>
                    <a:pt x="36038" y="71438"/>
                    <a:pt x="41181" y="63913"/>
                    <a:pt x="43467" y="56483"/>
                  </a:cubicBezTo>
                  <a:cubicBezTo>
                    <a:pt x="53469" y="64294"/>
                    <a:pt x="69566" y="73628"/>
                    <a:pt x="88711" y="73628"/>
                  </a:cubicBezTo>
                  <a:cubicBezTo>
                    <a:pt x="90997" y="73628"/>
                    <a:pt x="92902" y="72485"/>
                    <a:pt x="94236" y="70866"/>
                  </a:cubicBezTo>
                  <a:cubicBezTo>
                    <a:pt x="94236" y="72771"/>
                    <a:pt x="94426" y="74581"/>
                    <a:pt x="94426" y="76581"/>
                  </a:cubicBezTo>
                  <a:cubicBezTo>
                    <a:pt x="94426" y="79724"/>
                    <a:pt x="95664" y="82772"/>
                    <a:pt x="97950" y="84963"/>
                  </a:cubicBezTo>
                  <a:cubicBezTo>
                    <a:pt x="99760" y="86773"/>
                    <a:pt x="100808" y="89345"/>
                    <a:pt x="100808" y="91916"/>
                  </a:cubicBezTo>
                  <a:lnTo>
                    <a:pt x="100808" y="96584"/>
                  </a:lnTo>
                  <a:cubicBezTo>
                    <a:pt x="100808" y="99251"/>
                    <a:pt x="99760" y="101727"/>
                    <a:pt x="97950" y="103537"/>
                  </a:cubicBezTo>
                  <a:lnTo>
                    <a:pt x="95760" y="105728"/>
                  </a:lnTo>
                  <a:cubicBezTo>
                    <a:pt x="93569" y="107918"/>
                    <a:pt x="92235" y="110966"/>
                    <a:pt x="92235" y="114110"/>
                  </a:cubicBezTo>
                  <a:cubicBezTo>
                    <a:pt x="92235" y="122777"/>
                    <a:pt x="88330" y="130969"/>
                    <a:pt x="81758" y="136112"/>
                  </a:cubicBezTo>
                  <a:cubicBezTo>
                    <a:pt x="78615" y="138589"/>
                    <a:pt x="75471" y="141637"/>
                    <a:pt x="72233" y="144875"/>
                  </a:cubicBezTo>
                  <a:cubicBezTo>
                    <a:pt x="68137" y="148971"/>
                    <a:pt x="59565" y="157353"/>
                    <a:pt x="56040" y="157353"/>
                  </a:cubicBezTo>
                  <a:cubicBezTo>
                    <a:pt x="52516" y="157353"/>
                    <a:pt x="43944" y="148876"/>
                    <a:pt x="39848" y="144875"/>
                  </a:cubicBezTo>
                  <a:cubicBezTo>
                    <a:pt x="36609" y="141637"/>
                    <a:pt x="33466" y="138589"/>
                    <a:pt x="30323" y="136112"/>
                  </a:cubicBezTo>
                  <a:cubicBezTo>
                    <a:pt x="25179" y="132017"/>
                    <a:pt x="17655" y="132969"/>
                    <a:pt x="13654" y="138113"/>
                  </a:cubicBezTo>
                  <a:cubicBezTo>
                    <a:pt x="9558" y="143256"/>
                    <a:pt x="10511" y="150781"/>
                    <a:pt x="15654" y="154781"/>
                  </a:cubicBezTo>
                  <a:cubicBezTo>
                    <a:pt x="17750" y="156401"/>
                    <a:pt x="20322" y="158972"/>
                    <a:pt x="23084" y="161735"/>
                  </a:cubicBezTo>
                  <a:cubicBezTo>
                    <a:pt x="31847" y="170402"/>
                    <a:pt x="42705" y="181166"/>
                    <a:pt x="56040" y="181166"/>
                  </a:cubicBezTo>
                  <a:cubicBezTo>
                    <a:pt x="69375" y="181166"/>
                    <a:pt x="80234" y="170402"/>
                    <a:pt x="88997" y="161735"/>
                  </a:cubicBezTo>
                  <a:cubicBezTo>
                    <a:pt x="91759" y="158972"/>
                    <a:pt x="94331" y="156401"/>
                    <a:pt x="96426" y="154781"/>
                  </a:cubicBezTo>
                  <a:cubicBezTo>
                    <a:pt x="107380" y="146209"/>
                    <a:pt x="114333" y="133160"/>
                    <a:pt x="115762" y="119253"/>
                  </a:cubicBezTo>
                  <a:cubicBezTo>
                    <a:pt x="121477" y="113062"/>
                    <a:pt x="124620" y="105061"/>
                    <a:pt x="124620" y="96488"/>
                  </a:cubicBezTo>
                  <a:lnTo>
                    <a:pt x="124620" y="91821"/>
                  </a:lnTo>
                  <a:cubicBezTo>
                    <a:pt x="124620" y="84677"/>
                    <a:pt x="122334" y="77724"/>
                    <a:pt x="118239" y="72009"/>
                  </a:cubicBezTo>
                  <a:cubicBezTo>
                    <a:pt x="117572" y="46196"/>
                    <a:pt x="111095" y="27051"/>
                    <a:pt x="98903" y="14859"/>
                  </a:cubicBezTo>
                  <a:cubicBezTo>
                    <a:pt x="83949" y="-95"/>
                    <a:pt x="65184" y="0"/>
                    <a:pt x="56993" y="0"/>
                  </a:cubicBezTo>
                  <a:lnTo>
                    <a:pt x="55469" y="0"/>
                  </a:lnTo>
                  <a:cubicBezTo>
                    <a:pt x="45563" y="0"/>
                    <a:pt x="15083" y="0"/>
                    <a:pt x="1081" y="3400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41" name="Google Shape;3941;p98"/>
            <p:cNvSpPr/>
            <p:nvPr/>
          </p:nvSpPr>
          <p:spPr>
            <a:xfrm>
              <a:off x="537433" y="1426864"/>
              <a:ext cx="127426" cy="73871"/>
            </a:xfrm>
            <a:custGeom>
              <a:avLst/>
              <a:gdLst/>
              <a:ahLst/>
              <a:cxnLst/>
              <a:rect l="l" t="t" r="r" b="b"/>
              <a:pathLst>
                <a:path w="127426" h="73871" extrusionOk="0">
                  <a:moveTo>
                    <a:pt x="121681" y="28723"/>
                  </a:moveTo>
                  <a:cubicBezTo>
                    <a:pt x="119872" y="24247"/>
                    <a:pt x="116443" y="15960"/>
                    <a:pt x="61960" y="434"/>
                  </a:cubicBezTo>
                  <a:cubicBezTo>
                    <a:pt x="58054" y="-614"/>
                    <a:pt x="53863" y="244"/>
                    <a:pt x="50815" y="2911"/>
                  </a:cubicBezTo>
                  <a:lnTo>
                    <a:pt x="4048" y="43963"/>
                  </a:lnTo>
                  <a:cubicBezTo>
                    <a:pt x="-905" y="48345"/>
                    <a:pt x="-1382" y="55870"/>
                    <a:pt x="3000" y="60727"/>
                  </a:cubicBezTo>
                  <a:cubicBezTo>
                    <a:pt x="7286" y="65680"/>
                    <a:pt x="14811" y="66157"/>
                    <a:pt x="19764" y="61775"/>
                  </a:cubicBezTo>
                  <a:lnTo>
                    <a:pt x="61579" y="25009"/>
                  </a:lnTo>
                  <a:cubicBezTo>
                    <a:pt x="77581" y="29866"/>
                    <a:pt x="94726" y="36058"/>
                    <a:pt x="100250" y="39487"/>
                  </a:cubicBezTo>
                  <a:cubicBezTo>
                    <a:pt x="101488" y="43868"/>
                    <a:pt x="102250" y="51298"/>
                    <a:pt x="102822" y="56346"/>
                  </a:cubicBezTo>
                  <a:cubicBezTo>
                    <a:pt x="103108" y="59108"/>
                    <a:pt x="103393" y="61585"/>
                    <a:pt x="103679" y="63680"/>
                  </a:cubicBezTo>
                  <a:cubicBezTo>
                    <a:pt x="104536" y="69586"/>
                    <a:pt x="109585" y="73872"/>
                    <a:pt x="115490" y="73872"/>
                  </a:cubicBezTo>
                  <a:cubicBezTo>
                    <a:pt x="116062" y="73872"/>
                    <a:pt x="116633" y="73872"/>
                    <a:pt x="117205" y="73777"/>
                  </a:cubicBezTo>
                  <a:cubicBezTo>
                    <a:pt x="123682" y="72824"/>
                    <a:pt x="128254" y="66823"/>
                    <a:pt x="127301" y="60251"/>
                  </a:cubicBezTo>
                  <a:cubicBezTo>
                    <a:pt x="127015" y="58441"/>
                    <a:pt x="126825" y="56251"/>
                    <a:pt x="126539" y="53869"/>
                  </a:cubicBezTo>
                  <a:cubicBezTo>
                    <a:pt x="125682" y="45773"/>
                    <a:pt x="124634" y="35677"/>
                    <a:pt x="121681" y="2862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42" name="Google Shape;3942;p98"/>
            <p:cNvSpPr/>
            <p:nvPr/>
          </p:nvSpPr>
          <p:spPr>
            <a:xfrm>
              <a:off x="356295" y="1352518"/>
              <a:ext cx="112583" cy="80876"/>
            </a:xfrm>
            <a:custGeom>
              <a:avLst/>
              <a:gdLst/>
              <a:ahLst/>
              <a:cxnLst/>
              <a:rect l="l" t="t" r="r" b="b"/>
              <a:pathLst>
                <a:path w="112583" h="80876" extrusionOk="0">
                  <a:moveTo>
                    <a:pt x="63646" y="79543"/>
                  </a:moveTo>
                  <a:cubicBezTo>
                    <a:pt x="75171" y="75733"/>
                    <a:pt x="103080" y="62112"/>
                    <a:pt x="112414" y="18202"/>
                  </a:cubicBezTo>
                  <a:cubicBezTo>
                    <a:pt x="113271" y="14296"/>
                    <a:pt x="110795" y="10582"/>
                    <a:pt x="106890" y="9724"/>
                  </a:cubicBezTo>
                  <a:cubicBezTo>
                    <a:pt x="103080" y="8867"/>
                    <a:pt x="99270" y="11344"/>
                    <a:pt x="98412" y="15249"/>
                  </a:cubicBezTo>
                  <a:cubicBezTo>
                    <a:pt x="90507" y="51920"/>
                    <a:pt x="68313" y="62969"/>
                    <a:pt x="59074" y="66017"/>
                  </a:cubicBezTo>
                  <a:cubicBezTo>
                    <a:pt x="55931" y="67065"/>
                    <a:pt x="52597" y="66874"/>
                    <a:pt x="49644" y="65636"/>
                  </a:cubicBezTo>
                  <a:cubicBezTo>
                    <a:pt x="40024" y="61540"/>
                    <a:pt x="17259" y="47634"/>
                    <a:pt x="14211" y="6581"/>
                  </a:cubicBezTo>
                  <a:cubicBezTo>
                    <a:pt x="13926" y="2676"/>
                    <a:pt x="10592" y="-182"/>
                    <a:pt x="6591" y="9"/>
                  </a:cubicBezTo>
                  <a:cubicBezTo>
                    <a:pt x="2686" y="295"/>
                    <a:pt x="-267" y="3724"/>
                    <a:pt x="19" y="7629"/>
                  </a:cubicBezTo>
                  <a:cubicBezTo>
                    <a:pt x="3639" y="56397"/>
                    <a:pt x="32023" y="73637"/>
                    <a:pt x="44120" y="78685"/>
                  </a:cubicBezTo>
                  <a:cubicBezTo>
                    <a:pt x="47549" y="80114"/>
                    <a:pt x="51264" y="80876"/>
                    <a:pt x="54978" y="80876"/>
                  </a:cubicBezTo>
                  <a:cubicBezTo>
                    <a:pt x="57931" y="80876"/>
                    <a:pt x="60884" y="80400"/>
                    <a:pt x="63646" y="7944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43" name="Google Shape;3943;p98"/>
            <p:cNvSpPr/>
            <p:nvPr/>
          </p:nvSpPr>
          <p:spPr>
            <a:xfrm>
              <a:off x="366354" y="1312316"/>
              <a:ext cx="93253" cy="51927"/>
            </a:xfrm>
            <a:custGeom>
              <a:avLst/>
              <a:gdLst/>
              <a:ahLst/>
              <a:cxnLst/>
              <a:rect l="l" t="t" r="r" b="b"/>
              <a:pathLst>
                <a:path w="93253" h="51927" extrusionOk="0">
                  <a:moveTo>
                    <a:pt x="10153" y="37830"/>
                  </a:moveTo>
                  <a:cubicBezTo>
                    <a:pt x="21393" y="32877"/>
                    <a:pt x="28536" y="26114"/>
                    <a:pt x="32918" y="20399"/>
                  </a:cubicBezTo>
                  <a:cubicBezTo>
                    <a:pt x="41205" y="30782"/>
                    <a:pt x="57492" y="46022"/>
                    <a:pt x="84734" y="51737"/>
                  </a:cubicBezTo>
                  <a:cubicBezTo>
                    <a:pt x="85210" y="51832"/>
                    <a:pt x="85686" y="51927"/>
                    <a:pt x="86163" y="51927"/>
                  </a:cubicBezTo>
                  <a:cubicBezTo>
                    <a:pt x="89496" y="51927"/>
                    <a:pt x="92449" y="49641"/>
                    <a:pt x="93116" y="46212"/>
                  </a:cubicBezTo>
                  <a:cubicBezTo>
                    <a:pt x="93878" y="42307"/>
                    <a:pt x="91401" y="38592"/>
                    <a:pt x="87591" y="37735"/>
                  </a:cubicBezTo>
                  <a:cubicBezTo>
                    <a:pt x="52730" y="30401"/>
                    <a:pt x="39395" y="4969"/>
                    <a:pt x="38823" y="3921"/>
                  </a:cubicBezTo>
                  <a:cubicBezTo>
                    <a:pt x="37585" y="1349"/>
                    <a:pt x="34823" y="-175"/>
                    <a:pt x="31965" y="16"/>
                  </a:cubicBezTo>
                  <a:cubicBezTo>
                    <a:pt x="29108" y="206"/>
                    <a:pt x="26631" y="2112"/>
                    <a:pt x="25679" y="4778"/>
                  </a:cubicBezTo>
                  <a:cubicBezTo>
                    <a:pt x="25488" y="5255"/>
                    <a:pt x="21107" y="17351"/>
                    <a:pt x="4248" y="24781"/>
                  </a:cubicBezTo>
                  <a:cubicBezTo>
                    <a:pt x="628" y="26400"/>
                    <a:pt x="-991" y="30591"/>
                    <a:pt x="628" y="34211"/>
                  </a:cubicBezTo>
                  <a:cubicBezTo>
                    <a:pt x="2247" y="37830"/>
                    <a:pt x="6438" y="39449"/>
                    <a:pt x="10058" y="3783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44" name="Google Shape;3944;p98"/>
            <p:cNvSpPr/>
            <p:nvPr/>
          </p:nvSpPr>
          <p:spPr>
            <a:xfrm>
              <a:off x="297082" y="1250577"/>
              <a:ext cx="231585" cy="250349"/>
            </a:xfrm>
            <a:custGeom>
              <a:avLst/>
              <a:gdLst/>
              <a:ahLst/>
              <a:cxnLst/>
              <a:rect l="l" t="t" r="r" b="b"/>
              <a:pathLst>
                <a:path w="231585" h="250349" extrusionOk="0">
                  <a:moveTo>
                    <a:pt x="225824" y="205106"/>
                  </a:moveTo>
                  <a:cubicBezTo>
                    <a:pt x="224110" y="200915"/>
                    <a:pt x="220966" y="193295"/>
                    <a:pt x="175341" y="179483"/>
                  </a:cubicBezTo>
                  <a:cubicBezTo>
                    <a:pt x="180104" y="177197"/>
                    <a:pt x="185248" y="174340"/>
                    <a:pt x="189248" y="170720"/>
                  </a:cubicBezTo>
                  <a:cubicBezTo>
                    <a:pt x="199821" y="161005"/>
                    <a:pt x="198773" y="135478"/>
                    <a:pt x="197344" y="121667"/>
                  </a:cubicBezTo>
                  <a:cubicBezTo>
                    <a:pt x="196678" y="110903"/>
                    <a:pt x="192963" y="56230"/>
                    <a:pt x="185343" y="38704"/>
                  </a:cubicBezTo>
                  <a:cubicBezTo>
                    <a:pt x="169817" y="3271"/>
                    <a:pt x="139813" y="890"/>
                    <a:pt x="121525" y="5462"/>
                  </a:cubicBezTo>
                  <a:cubicBezTo>
                    <a:pt x="110476" y="-920"/>
                    <a:pt x="90950" y="-4635"/>
                    <a:pt x="67995" y="11367"/>
                  </a:cubicBezTo>
                  <a:cubicBezTo>
                    <a:pt x="24656" y="41561"/>
                    <a:pt x="33038" y="107855"/>
                    <a:pt x="35324" y="121476"/>
                  </a:cubicBezTo>
                  <a:cubicBezTo>
                    <a:pt x="32276" y="138526"/>
                    <a:pt x="30847" y="159767"/>
                    <a:pt x="39706" y="169387"/>
                  </a:cubicBezTo>
                  <a:cubicBezTo>
                    <a:pt x="44468" y="174530"/>
                    <a:pt x="50469" y="177769"/>
                    <a:pt x="55708" y="179769"/>
                  </a:cubicBezTo>
                  <a:cubicBezTo>
                    <a:pt x="10464" y="193485"/>
                    <a:pt x="7416" y="201105"/>
                    <a:pt x="5701" y="205201"/>
                  </a:cubicBezTo>
                  <a:cubicBezTo>
                    <a:pt x="2653" y="212726"/>
                    <a:pt x="1606" y="222727"/>
                    <a:pt x="653" y="231585"/>
                  </a:cubicBezTo>
                  <a:cubicBezTo>
                    <a:pt x="463" y="233585"/>
                    <a:pt x="272" y="235490"/>
                    <a:pt x="82" y="237110"/>
                  </a:cubicBezTo>
                  <a:cubicBezTo>
                    <a:pt x="-680" y="243682"/>
                    <a:pt x="3987" y="249587"/>
                    <a:pt x="10464" y="250349"/>
                  </a:cubicBezTo>
                  <a:cubicBezTo>
                    <a:pt x="10940" y="250349"/>
                    <a:pt x="11416" y="250349"/>
                    <a:pt x="11893" y="250349"/>
                  </a:cubicBezTo>
                  <a:cubicBezTo>
                    <a:pt x="17798" y="250349"/>
                    <a:pt x="22942" y="245873"/>
                    <a:pt x="23704" y="239872"/>
                  </a:cubicBezTo>
                  <a:cubicBezTo>
                    <a:pt x="23894" y="238062"/>
                    <a:pt x="24085" y="235967"/>
                    <a:pt x="24370" y="233871"/>
                  </a:cubicBezTo>
                  <a:cubicBezTo>
                    <a:pt x="24942" y="228156"/>
                    <a:pt x="25704" y="220631"/>
                    <a:pt x="27037" y="215964"/>
                  </a:cubicBezTo>
                  <a:cubicBezTo>
                    <a:pt x="32467" y="212535"/>
                    <a:pt x="49707" y="206344"/>
                    <a:pt x="65709" y="201486"/>
                  </a:cubicBezTo>
                  <a:lnTo>
                    <a:pt x="107524" y="238253"/>
                  </a:lnTo>
                  <a:cubicBezTo>
                    <a:pt x="109619" y="240062"/>
                    <a:pt x="112191" y="240824"/>
                    <a:pt x="114763" y="241015"/>
                  </a:cubicBezTo>
                  <a:cubicBezTo>
                    <a:pt x="115144" y="241015"/>
                    <a:pt x="115429" y="241110"/>
                    <a:pt x="115810" y="241110"/>
                  </a:cubicBezTo>
                  <a:cubicBezTo>
                    <a:pt x="116191" y="241110"/>
                    <a:pt x="116477" y="241110"/>
                    <a:pt x="116858" y="241015"/>
                  </a:cubicBezTo>
                  <a:cubicBezTo>
                    <a:pt x="119430" y="240920"/>
                    <a:pt x="122002" y="240062"/>
                    <a:pt x="124097" y="238253"/>
                  </a:cubicBezTo>
                  <a:lnTo>
                    <a:pt x="165912" y="201486"/>
                  </a:lnTo>
                  <a:cubicBezTo>
                    <a:pt x="181914" y="206344"/>
                    <a:pt x="199154" y="212535"/>
                    <a:pt x="204583" y="216059"/>
                  </a:cubicBezTo>
                  <a:cubicBezTo>
                    <a:pt x="206203" y="221584"/>
                    <a:pt x="207060" y="230918"/>
                    <a:pt x="207631" y="237205"/>
                  </a:cubicBezTo>
                  <a:lnTo>
                    <a:pt x="207822" y="239586"/>
                  </a:lnTo>
                  <a:cubicBezTo>
                    <a:pt x="208393" y="245777"/>
                    <a:pt x="213537" y="250349"/>
                    <a:pt x="219633" y="250349"/>
                  </a:cubicBezTo>
                  <a:cubicBezTo>
                    <a:pt x="220014" y="250349"/>
                    <a:pt x="220395" y="250349"/>
                    <a:pt x="220776" y="250349"/>
                  </a:cubicBezTo>
                  <a:cubicBezTo>
                    <a:pt x="227348" y="249778"/>
                    <a:pt x="232111" y="243968"/>
                    <a:pt x="231539" y="237395"/>
                  </a:cubicBezTo>
                  <a:lnTo>
                    <a:pt x="231349" y="235109"/>
                  </a:lnTo>
                  <a:cubicBezTo>
                    <a:pt x="230491" y="225584"/>
                    <a:pt x="229348" y="213583"/>
                    <a:pt x="225919" y="205201"/>
                  </a:cubicBezTo>
                  <a:close/>
                  <a:moveTo>
                    <a:pt x="76282" y="179198"/>
                  </a:moveTo>
                  <a:cubicBezTo>
                    <a:pt x="78091" y="177483"/>
                    <a:pt x="79520" y="175292"/>
                    <a:pt x="79901" y="172625"/>
                  </a:cubicBezTo>
                  <a:cubicBezTo>
                    <a:pt x="80949" y="166148"/>
                    <a:pt x="76472" y="160052"/>
                    <a:pt x="69995" y="159005"/>
                  </a:cubicBezTo>
                  <a:cubicBezTo>
                    <a:pt x="67804" y="158624"/>
                    <a:pt x="61042" y="156909"/>
                    <a:pt x="57517" y="153575"/>
                  </a:cubicBezTo>
                  <a:cubicBezTo>
                    <a:pt x="56089" y="149480"/>
                    <a:pt x="56755" y="135478"/>
                    <a:pt x="58946" y="123572"/>
                  </a:cubicBezTo>
                  <a:cubicBezTo>
                    <a:pt x="59232" y="122048"/>
                    <a:pt x="59232" y="120524"/>
                    <a:pt x="58946" y="119095"/>
                  </a:cubicBezTo>
                  <a:cubicBezTo>
                    <a:pt x="58851" y="118428"/>
                    <a:pt x="46945" y="54896"/>
                    <a:pt x="81425" y="30798"/>
                  </a:cubicBezTo>
                  <a:cubicBezTo>
                    <a:pt x="99808" y="17939"/>
                    <a:pt x="110000" y="26226"/>
                    <a:pt x="110857" y="26988"/>
                  </a:cubicBezTo>
                  <a:cubicBezTo>
                    <a:pt x="114191" y="30322"/>
                    <a:pt x="119239" y="31274"/>
                    <a:pt x="123621" y="29560"/>
                  </a:cubicBezTo>
                  <a:cubicBezTo>
                    <a:pt x="128097" y="27845"/>
                    <a:pt x="151148" y="20511"/>
                    <a:pt x="163245" y="48134"/>
                  </a:cubicBezTo>
                  <a:cubicBezTo>
                    <a:pt x="167912" y="58706"/>
                    <a:pt x="171913" y="99664"/>
                    <a:pt x="173341" y="123572"/>
                  </a:cubicBezTo>
                  <a:cubicBezTo>
                    <a:pt x="174580" y="135668"/>
                    <a:pt x="174103" y="149670"/>
                    <a:pt x="172389" y="153575"/>
                  </a:cubicBezTo>
                  <a:cubicBezTo>
                    <a:pt x="168103" y="157195"/>
                    <a:pt x="159340" y="160529"/>
                    <a:pt x="154672" y="161862"/>
                  </a:cubicBezTo>
                  <a:cubicBezTo>
                    <a:pt x="148386" y="163672"/>
                    <a:pt x="144671" y="170244"/>
                    <a:pt x="146386" y="176531"/>
                  </a:cubicBezTo>
                  <a:cubicBezTo>
                    <a:pt x="147148" y="179102"/>
                    <a:pt x="148672" y="181293"/>
                    <a:pt x="150672" y="182817"/>
                  </a:cubicBezTo>
                  <a:lnTo>
                    <a:pt x="115429" y="213773"/>
                  </a:lnTo>
                  <a:lnTo>
                    <a:pt x="76091" y="179293"/>
                  </a:lnTo>
                  <a:cubicBezTo>
                    <a:pt x="76091" y="179293"/>
                    <a:pt x="76091" y="179293"/>
                    <a:pt x="76091" y="17929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945" name="Google Shape;3945;p98"/>
          <p:cNvSpPr/>
          <p:nvPr/>
        </p:nvSpPr>
        <p:spPr>
          <a:xfrm>
            <a:off x="5207159" y="3323894"/>
            <a:ext cx="300038" cy="302131"/>
          </a:xfrm>
          <a:custGeom>
            <a:avLst/>
            <a:gdLst/>
            <a:ahLst/>
            <a:cxnLst/>
            <a:rect l="l" t="t" r="r" b="b"/>
            <a:pathLst>
              <a:path w="533400" h="537122" extrusionOk="0">
                <a:moveTo>
                  <a:pt x="276606" y="139644"/>
                </a:moveTo>
                <a:lnTo>
                  <a:pt x="326803" y="83637"/>
                </a:lnTo>
                <a:cubicBezTo>
                  <a:pt x="330994" y="78970"/>
                  <a:pt x="337947" y="78208"/>
                  <a:pt x="343091" y="81732"/>
                </a:cubicBezTo>
                <a:lnTo>
                  <a:pt x="388811" y="113927"/>
                </a:lnTo>
                <a:cubicBezTo>
                  <a:pt x="386334" y="122690"/>
                  <a:pt x="384810" y="131739"/>
                  <a:pt x="384143" y="140883"/>
                </a:cubicBezTo>
                <a:lnTo>
                  <a:pt x="337947" y="108307"/>
                </a:lnTo>
                <a:lnTo>
                  <a:pt x="295085" y="156123"/>
                </a:lnTo>
                <a:cubicBezTo>
                  <a:pt x="290513" y="161171"/>
                  <a:pt x="282702" y="161647"/>
                  <a:pt x="277654" y="157075"/>
                </a:cubicBezTo>
                <a:cubicBezTo>
                  <a:pt x="272606" y="152503"/>
                  <a:pt x="272129" y="144693"/>
                  <a:pt x="276701" y="139644"/>
                </a:cubicBezTo>
                <a:lnTo>
                  <a:pt x="276701" y="139644"/>
                </a:lnTo>
                <a:close/>
                <a:moveTo>
                  <a:pt x="512445" y="71255"/>
                </a:moveTo>
                <a:cubicBezTo>
                  <a:pt x="516446" y="65730"/>
                  <a:pt x="515207" y="58015"/>
                  <a:pt x="509588" y="54015"/>
                </a:cubicBezTo>
                <a:cubicBezTo>
                  <a:pt x="504254" y="50205"/>
                  <a:pt x="496919" y="51157"/>
                  <a:pt x="492728" y="56301"/>
                </a:cubicBezTo>
                <a:lnTo>
                  <a:pt x="450056" y="112212"/>
                </a:lnTo>
                <a:cubicBezTo>
                  <a:pt x="453295" y="123166"/>
                  <a:pt x="455105" y="134406"/>
                  <a:pt x="455581" y="145836"/>
                </a:cubicBezTo>
                <a:lnTo>
                  <a:pt x="512350" y="71255"/>
                </a:lnTo>
                <a:close/>
                <a:moveTo>
                  <a:pt x="466916" y="15438"/>
                </a:moveTo>
                <a:lnTo>
                  <a:pt x="492062" y="15438"/>
                </a:lnTo>
                <a:cubicBezTo>
                  <a:pt x="493681" y="15438"/>
                  <a:pt x="495205" y="15534"/>
                  <a:pt x="496824" y="15819"/>
                </a:cubicBezTo>
                <a:cubicBezTo>
                  <a:pt x="497205" y="15819"/>
                  <a:pt x="497681" y="15915"/>
                  <a:pt x="498062" y="15915"/>
                </a:cubicBezTo>
                <a:cubicBezTo>
                  <a:pt x="502349" y="15915"/>
                  <a:pt x="505778" y="12486"/>
                  <a:pt x="505873" y="8295"/>
                </a:cubicBezTo>
                <a:cubicBezTo>
                  <a:pt x="505873" y="4485"/>
                  <a:pt x="503111" y="1151"/>
                  <a:pt x="499300" y="579"/>
                </a:cubicBezTo>
                <a:cubicBezTo>
                  <a:pt x="496919" y="198"/>
                  <a:pt x="494538" y="8"/>
                  <a:pt x="492157" y="8"/>
                </a:cubicBezTo>
                <a:lnTo>
                  <a:pt x="467011" y="8"/>
                </a:lnTo>
                <a:cubicBezTo>
                  <a:pt x="462725" y="-183"/>
                  <a:pt x="459200" y="3151"/>
                  <a:pt x="459010" y="7437"/>
                </a:cubicBezTo>
                <a:cubicBezTo>
                  <a:pt x="458819" y="11724"/>
                  <a:pt x="462153" y="15248"/>
                  <a:pt x="466439" y="15438"/>
                </a:cubicBezTo>
                <a:cubicBezTo>
                  <a:pt x="466630" y="15438"/>
                  <a:pt x="466820" y="15438"/>
                  <a:pt x="467011" y="15438"/>
                </a:cubicBezTo>
                <a:lnTo>
                  <a:pt x="467011" y="15438"/>
                </a:lnTo>
                <a:close/>
                <a:moveTo>
                  <a:pt x="280988" y="20487"/>
                </a:moveTo>
                <a:cubicBezTo>
                  <a:pt x="282416" y="20487"/>
                  <a:pt x="283750" y="20106"/>
                  <a:pt x="284893" y="19439"/>
                </a:cubicBezTo>
                <a:cubicBezTo>
                  <a:pt x="289274" y="16867"/>
                  <a:pt x="294323" y="15534"/>
                  <a:pt x="299371" y="15534"/>
                </a:cubicBezTo>
                <a:lnTo>
                  <a:pt x="311182" y="15534"/>
                </a:lnTo>
                <a:cubicBezTo>
                  <a:pt x="315468" y="15343"/>
                  <a:pt x="318802" y="11819"/>
                  <a:pt x="318611" y="7533"/>
                </a:cubicBezTo>
                <a:cubicBezTo>
                  <a:pt x="318421" y="3532"/>
                  <a:pt x="315182" y="294"/>
                  <a:pt x="311182" y="103"/>
                </a:cubicBezTo>
                <a:lnTo>
                  <a:pt x="299371" y="103"/>
                </a:lnTo>
                <a:cubicBezTo>
                  <a:pt x="291465" y="103"/>
                  <a:pt x="283750" y="2103"/>
                  <a:pt x="276892" y="6199"/>
                </a:cubicBezTo>
                <a:cubicBezTo>
                  <a:pt x="273177" y="8390"/>
                  <a:pt x="272034" y="13152"/>
                  <a:pt x="274225" y="16772"/>
                </a:cubicBezTo>
                <a:cubicBezTo>
                  <a:pt x="275654" y="19153"/>
                  <a:pt x="278130" y="20582"/>
                  <a:pt x="280892" y="20582"/>
                </a:cubicBezTo>
                <a:lnTo>
                  <a:pt x="280892" y="20582"/>
                </a:lnTo>
                <a:close/>
                <a:moveTo>
                  <a:pt x="342329" y="15438"/>
                </a:moveTo>
                <a:lnTo>
                  <a:pt x="373380" y="15438"/>
                </a:lnTo>
                <a:cubicBezTo>
                  <a:pt x="377666" y="15629"/>
                  <a:pt x="381191" y="12295"/>
                  <a:pt x="381381" y="8009"/>
                </a:cubicBezTo>
                <a:cubicBezTo>
                  <a:pt x="381572" y="3723"/>
                  <a:pt x="378238" y="198"/>
                  <a:pt x="373951" y="8"/>
                </a:cubicBezTo>
                <a:cubicBezTo>
                  <a:pt x="373761" y="8"/>
                  <a:pt x="373571" y="8"/>
                  <a:pt x="373380" y="8"/>
                </a:cubicBezTo>
                <a:lnTo>
                  <a:pt x="342233" y="8"/>
                </a:lnTo>
                <a:cubicBezTo>
                  <a:pt x="337947" y="-183"/>
                  <a:pt x="334423" y="3151"/>
                  <a:pt x="334232" y="7437"/>
                </a:cubicBezTo>
                <a:cubicBezTo>
                  <a:pt x="334042" y="11724"/>
                  <a:pt x="337375" y="15248"/>
                  <a:pt x="341662" y="15438"/>
                </a:cubicBezTo>
                <a:cubicBezTo>
                  <a:pt x="341852" y="15438"/>
                  <a:pt x="342043" y="15438"/>
                  <a:pt x="342233" y="15438"/>
                </a:cubicBezTo>
                <a:lnTo>
                  <a:pt x="342233" y="15438"/>
                </a:lnTo>
                <a:close/>
                <a:moveTo>
                  <a:pt x="265748" y="77160"/>
                </a:moveTo>
                <a:cubicBezTo>
                  <a:pt x="270034" y="77160"/>
                  <a:pt x="273463" y="73731"/>
                  <a:pt x="273463" y="69445"/>
                </a:cubicBezTo>
                <a:lnTo>
                  <a:pt x="273463" y="69445"/>
                </a:lnTo>
                <a:lnTo>
                  <a:pt x="273463" y="38298"/>
                </a:lnTo>
                <a:cubicBezTo>
                  <a:pt x="273463" y="34012"/>
                  <a:pt x="270034" y="30583"/>
                  <a:pt x="265748" y="30583"/>
                </a:cubicBezTo>
                <a:cubicBezTo>
                  <a:pt x="261461" y="30583"/>
                  <a:pt x="258032" y="34012"/>
                  <a:pt x="258032" y="38298"/>
                </a:cubicBezTo>
                <a:lnTo>
                  <a:pt x="258032" y="69445"/>
                </a:lnTo>
                <a:cubicBezTo>
                  <a:pt x="258032" y="73731"/>
                  <a:pt x="261461" y="77160"/>
                  <a:pt x="265748" y="77160"/>
                </a:cubicBezTo>
                <a:close/>
                <a:moveTo>
                  <a:pt x="404622" y="15438"/>
                </a:moveTo>
                <a:lnTo>
                  <a:pt x="435769" y="15438"/>
                </a:lnTo>
                <a:cubicBezTo>
                  <a:pt x="440055" y="15629"/>
                  <a:pt x="443579" y="12295"/>
                  <a:pt x="443770" y="8009"/>
                </a:cubicBezTo>
                <a:cubicBezTo>
                  <a:pt x="443960" y="3723"/>
                  <a:pt x="440626" y="198"/>
                  <a:pt x="436340" y="8"/>
                </a:cubicBezTo>
                <a:cubicBezTo>
                  <a:pt x="436150" y="8"/>
                  <a:pt x="435959" y="8"/>
                  <a:pt x="435769" y="8"/>
                </a:cubicBezTo>
                <a:lnTo>
                  <a:pt x="404622" y="8"/>
                </a:lnTo>
                <a:cubicBezTo>
                  <a:pt x="400336" y="198"/>
                  <a:pt x="397002" y="3723"/>
                  <a:pt x="397193" y="8009"/>
                </a:cubicBezTo>
                <a:cubicBezTo>
                  <a:pt x="397383" y="12009"/>
                  <a:pt x="400622" y="15248"/>
                  <a:pt x="404622" y="15438"/>
                </a:cubicBezTo>
                <a:close/>
                <a:moveTo>
                  <a:pt x="265748" y="139454"/>
                </a:moveTo>
                <a:cubicBezTo>
                  <a:pt x="270034" y="139454"/>
                  <a:pt x="273463" y="136025"/>
                  <a:pt x="273463" y="131739"/>
                </a:cubicBezTo>
                <a:lnTo>
                  <a:pt x="273463" y="131739"/>
                </a:lnTo>
                <a:lnTo>
                  <a:pt x="273463" y="100592"/>
                </a:lnTo>
                <a:cubicBezTo>
                  <a:pt x="273463" y="96306"/>
                  <a:pt x="270034" y="92877"/>
                  <a:pt x="265748" y="92877"/>
                </a:cubicBezTo>
                <a:cubicBezTo>
                  <a:pt x="261461" y="92877"/>
                  <a:pt x="258032" y="96306"/>
                  <a:pt x="258032" y="100592"/>
                </a:cubicBezTo>
                <a:lnTo>
                  <a:pt x="258032" y="131739"/>
                </a:lnTo>
                <a:cubicBezTo>
                  <a:pt x="258032" y="136025"/>
                  <a:pt x="261461" y="139454"/>
                  <a:pt x="265748" y="139454"/>
                </a:cubicBezTo>
                <a:close/>
                <a:moveTo>
                  <a:pt x="525685" y="79446"/>
                </a:moveTo>
                <a:cubicBezTo>
                  <a:pt x="521399" y="79446"/>
                  <a:pt x="517970" y="82875"/>
                  <a:pt x="517970" y="87162"/>
                </a:cubicBezTo>
                <a:lnTo>
                  <a:pt x="517970" y="87162"/>
                </a:lnTo>
                <a:lnTo>
                  <a:pt x="517970" y="118308"/>
                </a:lnTo>
                <a:cubicBezTo>
                  <a:pt x="517779" y="122595"/>
                  <a:pt x="521113" y="126119"/>
                  <a:pt x="525399" y="126309"/>
                </a:cubicBezTo>
                <a:cubicBezTo>
                  <a:pt x="529685" y="126500"/>
                  <a:pt x="533210" y="123166"/>
                  <a:pt x="533400" y="118880"/>
                </a:cubicBezTo>
                <a:cubicBezTo>
                  <a:pt x="533400" y="118689"/>
                  <a:pt x="533400" y="118499"/>
                  <a:pt x="533400" y="118308"/>
                </a:cubicBezTo>
                <a:lnTo>
                  <a:pt x="533400" y="87162"/>
                </a:lnTo>
                <a:cubicBezTo>
                  <a:pt x="533400" y="82875"/>
                  <a:pt x="529971" y="79446"/>
                  <a:pt x="525685" y="79446"/>
                </a:cubicBezTo>
                <a:cubicBezTo>
                  <a:pt x="525685" y="79446"/>
                  <a:pt x="525685" y="79446"/>
                  <a:pt x="525685" y="79446"/>
                </a:cubicBezTo>
                <a:close/>
                <a:moveTo>
                  <a:pt x="525685" y="204224"/>
                </a:moveTo>
                <a:cubicBezTo>
                  <a:pt x="521399" y="204224"/>
                  <a:pt x="517970" y="207843"/>
                  <a:pt x="517970" y="212130"/>
                </a:cubicBezTo>
                <a:cubicBezTo>
                  <a:pt x="517970" y="219750"/>
                  <a:pt x="513588" y="226703"/>
                  <a:pt x="506444" y="230894"/>
                </a:cubicBezTo>
                <a:cubicBezTo>
                  <a:pt x="502825" y="233180"/>
                  <a:pt x="501777" y="237942"/>
                  <a:pt x="503968" y="241562"/>
                </a:cubicBezTo>
                <a:cubicBezTo>
                  <a:pt x="506159" y="244991"/>
                  <a:pt x="510635" y="246229"/>
                  <a:pt x="514255" y="244229"/>
                </a:cubicBezTo>
                <a:cubicBezTo>
                  <a:pt x="526256" y="237180"/>
                  <a:pt x="533400" y="225179"/>
                  <a:pt x="533400" y="212130"/>
                </a:cubicBezTo>
                <a:lnTo>
                  <a:pt x="533400" y="211749"/>
                </a:lnTo>
                <a:cubicBezTo>
                  <a:pt x="533400" y="207558"/>
                  <a:pt x="529971" y="204224"/>
                  <a:pt x="525780" y="204224"/>
                </a:cubicBezTo>
                <a:cubicBezTo>
                  <a:pt x="525780" y="204224"/>
                  <a:pt x="525780" y="204224"/>
                  <a:pt x="525780" y="204224"/>
                </a:cubicBezTo>
                <a:close/>
                <a:moveTo>
                  <a:pt x="525685" y="141740"/>
                </a:moveTo>
                <a:cubicBezTo>
                  <a:pt x="521399" y="141740"/>
                  <a:pt x="517970" y="145169"/>
                  <a:pt x="517970" y="149455"/>
                </a:cubicBezTo>
                <a:lnTo>
                  <a:pt x="517970" y="149455"/>
                </a:lnTo>
                <a:lnTo>
                  <a:pt x="517970" y="180602"/>
                </a:lnTo>
                <a:cubicBezTo>
                  <a:pt x="517779" y="184888"/>
                  <a:pt x="521113" y="188412"/>
                  <a:pt x="525399" y="188603"/>
                </a:cubicBezTo>
                <a:cubicBezTo>
                  <a:pt x="529685" y="188793"/>
                  <a:pt x="533210" y="185460"/>
                  <a:pt x="533400" y="181173"/>
                </a:cubicBezTo>
                <a:cubicBezTo>
                  <a:pt x="533400" y="180983"/>
                  <a:pt x="533400" y="180792"/>
                  <a:pt x="533400" y="180602"/>
                </a:cubicBezTo>
                <a:lnTo>
                  <a:pt x="533400" y="149455"/>
                </a:lnTo>
                <a:cubicBezTo>
                  <a:pt x="533400" y="145169"/>
                  <a:pt x="529971" y="141740"/>
                  <a:pt x="525685" y="141740"/>
                </a:cubicBezTo>
                <a:lnTo>
                  <a:pt x="525685" y="141740"/>
                </a:lnTo>
                <a:close/>
                <a:moveTo>
                  <a:pt x="529495" y="21820"/>
                </a:moveTo>
                <a:cubicBezTo>
                  <a:pt x="527590" y="18010"/>
                  <a:pt x="523018" y="16391"/>
                  <a:pt x="519208" y="18296"/>
                </a:cubicBezTo>
                <a:cubicBezTo>
                  <a:pt x="515398" y="20201"/>
                  <a:pt x="513779" y="24773"/>
                  <a:pt x="515684" y="28583"/>
                </a:cubicBezTo>
                <a:cubicBezTo>
                  <a:pt x="515684" y="28583"/>
                  <a:pt x="515684" y="28773"/>
                  <a:pt x="515779" y="28869"/>
                </a:cubicBezTo>
                <a:cubicBezTo>
                  <a:pt x="517208" y="31726"/>
                  <a:pt x="517970" y="34869"/>
                  <a:pt x="517970" y="38108"/>
                </a:cubicBezTo>
                <a:lnTo>
                  <a:pt x="517970" y="56015"/>
                </a:lnTo>
                <a:cubicBezTo>
                  <a:pt x="518160" y="60301"/>
                  <a:pt x="521684" y="63635"/>
                  <a:pt x="525971" y="63444"/>
                </a:cubicBezTo>
                <a:cubicBezTo>
                  <a:pt x="529971" y="63254"/>
                  <a:pt x="533210" y="60015"/>
                  <a:pt x="533400" y="56015"/>
                </a:cubicBezTo>
                <a:lnTo>
                  <a:pt x="533400" y="38108"/>
                </a:lnTo>
                <a:cubicBezTo>
                  <a:pt x="533400" y="32488"/>
                  <a:pt x="532067" y="26868"/>
                  <a:pt x="529495" y="21820"/>
                </a:cubicBezTo>
                <a:close/>
                <a:moveTo>
                  <a:pt x="363188" y="242514"/>
                </a:moveTo>
                <a:cubicBezTo>
                  <a:pt x="363188" y="246801"/>
                  <a:pt x="359759" y="250230"/>
                  <a:pt x="355473" y="250230"/>
                </a:cubicBezTo>
                <a:lnTo>
                  <a:pt x="331280" y="250230"/>
                </a:lnTo>
                <a:lnTo>
                  <a:pt x="331280" y="465876"/>
                </a:lnTo>
                <a:cubicBezTo>
                  <a:pt x="331280" y="487021"/>
                  <a:pt x="312515" y="505976"/>
                  <a:pt x="278416" y="519025"/>
                </a:cubicBezTo>
                <a:cubicBezTo>
                  <a:pt x="248031" y="530646"/>
                  <a:pt x="208026" y="537123"/>
                  <a:pt x="165640" y="537123"/>
                </a:cubicBezTo>
                <a:cubicBezTo>
                  <a:pt x="123254" y="537123"/>
                  <a:pt x="83153" y="530741"/>
                  <a:pt x="52864" y="519025"/>
                </a:cubicBezTo>
                <a:cubicBezTo>
                  <a:pt x="18764" y="505976"/>
                  <a:pt x="0" y="487021"/>
                  <a:pt x="0" y="465876"/>
                </a:cubicBezTo>
                <a:lnTo>
                  <a:pt x="0" y="226322"/>
                </a:lnTo>
                <a:cubicBezTo>
                  <a:pt x="0" y="205176"/>
                  <a:pt x="18764" y="186222"/>
                  <a:pt x="52864" y="173172"/>
                </a:cubicBezTo>
                <a:cubicBezTo>
                  <a:pt x="83249" y="161552"/>
                  <a:pt x="123254" y="155075"/>
                  <a:pt x="165640" y="155075"/>
                </a:cubicBezTo>
                <a:cubicBezTo>
                  <a:pt x="199168" y="155075"/>
                  <a:pt x="231077" y="159075"/>
                  <a:pt x="258032" y="166505"/>
                </a:cubicBezTo>
                <a:lnTo>
                  <a:pt x="258032" y="162790"/>
                </a:lnTo>
                <a:cubicBezTo>
                  <a:pt x="258032" y="158504"/>
                  <a:pt x="261461" y="155075"/>
                  <a:pt x="265748" y="155075"/>
                </a:cubicBezTo>
                <a:cubicBezTo>
                  <a:pt x="270034" y="155075"/>
                  <a:pt x="273463" y="158504"/>
                  <a:pt x="273463" y="162790"/>
                </a:cubicBezTo>
                <a:lnTo>
                  <a:pt x="273463" y="171267"/>
                </a:lnTo>
                <a:cubicBezTo>
                  <a:pt x="275177" y="171839"/>
                  <a:pt x="276797" y="172506"/>
                  <a:pt x="278416" y="173077"/>
                </a:cubicBezTo>
                <a:cubicBezTo>
                  <a:pt x="312515" y="186126"/>
                  <a:pt x="331280" y="205081"/>
                  <a:pt x="331280" y="226227"/>
                </a:cubicBezTo>
                <a:lnTo>
                  <a:pt x="331280" y="234609"/>
                </a:lnTo>
                <a:lnTo>
                  <a:pt x="355473" y="234609"/>
                </a:lnTo>
                <a:cubicBezTo>
                  <a:pt x="359759" y="234609"/>
                  <a:pt x="363188" y="238038"/>
                  <a:pt x="363188" y="242324"/>
                </a:cubicBezTo>
                <a:cubicBezTo>
                  <a:pt x="363188" y="242324"/>
                  <a:pt x="363188" y="242324"/>
                  <a:pt x="363188" y="242324"/>
                </a:cubicBezTo>
                <a:close/>
                <a:moveTo>
                  <a:pt x="306515" y="345003"/>
                </a:moveTo>
                <a:cubicBezTo>
                  <a:pt x="297751" y="350909"/>
                  <a:pt x="288322" y="355671"/>
                  <a:pt x="278416" y="359386"/>
                </a:cubicBezTo>
                <a:cubicBezTo>
                  <a:pt x="248031" y="371007"/>
                  <a:pt x="208026" y="377484"/>
                  <a:pt x="165640" y="377484"/>
                </a:cubicBezTo>
                <a:cubicBezTo>
                  <a:pt x="123254" y="377484"/>
                  <a:pt x="83153" y="371102"/>
                  <a:pt x="52864" y="359386"/>
                </a:cubicBezTo>
                <a:cubicBezTo>
                  <a:pt x="42958" y="355671"/>
                  <a:pt x="33528" y="350909"/>
                  <a:pt x="24765" y="345003"/>
                </a:cubicBezTo>
                <a:lnTo>
                  <a:pt x="24765" y="385961"/>
                </a:lnTo>
                <a:cubicBezTo>
                  <a:pt x="24765" y="395676"/>
                  <a:pt x="38957" y="407297"/>
                  <a:pt x="61722" y="416060"/>
                </a:cubicBezTo>
                <a:cubicBezTo>
                  <a:pt x="89345" y="426633"/>
                  <a:pt x="126206" y="432443"/>
                  <a:pt x="165640" y="432443"/>
                </a:cubicBezTo>
                <a:cubicBezTo>
                  <a:pt x="205073" y="432443"/>
                  <a:pt x="242030" y="426633"/>
                  <a:pt x="269558" y="416060"/>
                </a:cubicBezTo>
                <a:cubicBezTo>
                  <a:pt x="292322" y="407297"/>
                  <a:pt x="306515" y="395772"/>
                  <a:pt x="306515" y="385961"/>
                </a:cubicBezTo>
                <a:lnTo>
                  <a:pt x="306515" y="345003"/>
                </a:lnTo>
                <a:close/>
                <a:moveTo>
                  <a:pt x="24670" y="306237"/>
                </a:moveTo>
                <a:cubicBezTo>
                  <a:pt x="24670" y="315952"/>
                  <a:pt x="38862" y="327573"/>
                  <a:pt x="61627" y="336336"/>
                </a:cubicBezTo>
                <a:cubicBezTo>
                  <a:pt x="89249" y="346908"/>
                  <a:pt x="126111" y="352719"/>
                  <a:pt x="165544" y="352719"/>
                </a:cubicBezTo>
                <a:cubicBezTo>
                  <a:pt x="204978" y="352719"/>
                  <a:pt x="241935" y="346908"/>
                  <a:pt x="269462" y="336336"/>
                </a:cubicBezTo>
                <a:cubicBezTo>
                  <a:pt x="292227" y="327573"/>
                  <a:pt x="306419" y="316047"/>
                  <a:pt x="306419" y="306237"/>
                </a:cubicBezTo>
                <a:lnTo>
                  <a:pt x="306419" y="265089"/>
                </a:lnTo>
                <a:cubicBezTo>
                  <a:pt x="297656" y="270994"/>
                  <a:pt x="288226" y="275757"/>
                  <a:pt x="278321" y="279471"/>
                </a:cubicBezTo>
                <a:cubicBezTo>
                  <a:pt x="247936" y="291092"/>
                  <a:pt x="207931" y="297569"/>
                  <a:pt x="165544" y="297569"/>
                </a:cubicBezTo>
                <a:cubicBezTo>
                  <a:pt x="123158" y="297569"/>
                  <a:pt x="83058" y="291187"/>
                  <a:pt x="52769" y="279471"/>
                </a:cubicBezTo>
                <a:cubicBezTo>
                  <a:pt x="42863" y="275757"/>
                  <a:pt x="33433" y="270994"/>
                  <a:pt x="24670" y="265089"/>
                </a:cubicBezTo>
                <a:lnTo>
                  <a:pt x="24670" y="306237"/>
                </a:lnTo>
                <a:close/>
                <a:moveTo>
                  <a:pt x="24670" y="226322"/>
                </a:moveTo>
                <a:cubicBezTo>
                  <a:pt x="24670" y="236037"/>
                  <a:pt x="38862" y="247658"/>
                  <a:pt x="61627" y="256421"/>
                </a:cubicBezTo>
                <a:cubicBezTo>
                  <a:pt x="89249" y="266994"/>
                  <a:pt x="126111" y="272804"/>
                  <a:pt x="165544" y="272804"/>
                </a:cubicBezTo>
                <a:cubicBezTo>
                  <a:pt x="204978" y="272804"/>
                  <a:pt x="241935" y="266994"/>
                  <a:pt x="269462" y="256421"/>
                </a:cubicBezTo>
                <a:cubicBezTo>
                  <a:pt x="292227" y="247658"/>
                  <a:pt x="306419" y="236133"/>
                  <a:pt x="306419" y="226322"/>
                </a:cubicBezTo>
                <a:cubicBezTo>
                  <a:pt x="306419" y="216511"/>
                  <a:pt x="292227" y="204986"/>
                  <a:pt x="269462" y="196223"/>
                </a:cubicBezTo>
                <a:cubicBezTo>
                  <a:pt x="241935" y="185650"/>
                  <a:pt x="204978" y="179840"/>
                  <a:pt x="165544" y="179840"/>
                </a:cubicBezTo>
                <a:cubicBezTo>
                  <a:pt x="126111" y="179840"/>
                  <a:pt x="89154" y="185650"/>
                  <a:pt x="61627" y="196223"/>
                </a:cubicBezTo>
                <a:cubicBezTo>
                  <a:pt x="38862" y="204986"/>
                  <a:pt x="24670" y="216511"/>
                  <a:pt x="24670" y="226322"/>
                </a:cubicBezTo>
                <a:lnTo>
                  <a:pt x="24670" y="226322"/>
                </a:lnTo>
                <a:close/>
                <a:moveTo>
                  <a:pt x="306515" y="465876"/>
                </a:moveTo>
                <a:lnTo>
                  <a:pt x="306515" y="424728"/>
                </a:lnTo>
                <a:cubicBezTo>
                  <a:pt x="297751" y="430633"/>
                  <a:pt x="288322" y="435396"/>
                  <a:pt x="278416" y="439110"/>
                </a:cubicBezTo>
                <a:cubicBezTo>
                  <a:pt x="248031" y="450731"/>
                  <a:pt x="208026" y="457208"/>
                  <a:pt x="165640" y="457208"/>
                </a:cubicBezTo>
                <a:cubicBezTo>
                  <a:pt x="123254" y="457208"/>
                  <a:pt x="83153" y="450826"/>
                  <a:pt x="52864" y="439110"/>
                </a:cubicBezTo>
                <a:cubicBezTo>
                  <a:pt x="42958" y="435396"/>
                  <a:pt x="33528" y="430633"/>
                  <a:pt x="24765" y="424728"/>
                </a:cubicBezTo>
                <a:lnTo>
                  <a:pt x="24765" y="465876"/>
                </a:lnTo>
                <a:cubicBezTo>
                  <a:pt x="24765" y="475591"/>
                  <a:pt x="38957" y="487212"/>
                  <a:pt x="61722" y="495975"/>
                </a:cubicBezTo>
                <a:cubicBezTo>
                  <a:pt x="89345" y="506547"/>
                  <a:pt x="126206" y="512358"/>
                  <a:pt x="165640" y="512358"/>
                </a:cubicBezTo>
                <a:cubicBezTo>
                  <a:pt x="205073" y="512358"/>
                  <a:pt x="242030" y="506547"/>
                  <a:pt x="269558" y="495975"/>
                </a:cubicBezTo>
                <a:cubicBezTo>
                  <a:pt x="292322" y="487212"/>
                  <a:pt x="306515" y="475686"/>
                  <a:pt x="306515" y="465876"/>
                </a:cubicBezTo>
                <a:lnTo>
                  <a:pt x="306515" y="465876"/>
                </a:lnTo>
                <a:close/>
                <a:moveTo>
                  <a:pt x="480060" y="234799"/>
                </a:moveTo>
                <a:lnTo>
                  <a:pt x="448913" y="234799"/>
                </a:lnTo>
                <a:cubicBezTo>
                  <a:pt x="444627" y="234799"/>
                  <a:pt x="441198" y="238228"/>
                  <a:pt x="441198" y="242514"/>
                </a:cubicBezTo>
                <a:cubicBezTo>
                  <a:pt x="441198" y="246801"/>
                  <a:pt x="444627" y="250230"/>
                  <a:pt x="448913" y="250230"/>
                </a:cubicBezTo>
                <a:lnTo>
                  <a:pt x="480060" y="250230"/>
                </a:lnTo>
                <a:cubicBezTo>
                  <a:pt x="484346" y="250230"/>
                  <a:pt x="487775" y="246801"/>
                  <a:pt x="487775" y="242514"/>
                </a:cubicBezTo>
                <a:cubicBezTo>
                  <a:pt x="487775" y="238228"/>
                  <a:pt x="484346" y="234799"/>
                  <a:pt x="480060" y="234799"/>
                </a:cubicBezTo>
                <a:close/>
                <a:moveTo>
                  <a:pt x="417767" y="234799"/>
                </a:moveTo>
                <a:lnTo>
                  <a:pt x="386620" y="234799"/>
                </a:lnTo>
                <a:cubicBezTo>
                  <a:pt x="382334" y="234799"/>
                  <a:pt x="378905" y="238228"/>
                  <a:pt x="378905" y="242514"/>
                </a:cubicBezTo>
                <a:cubicBezTo>
                  <a:pt x="378905" y="246801"/>
                  <a:pt x="382334" y="250230"/>
                  <a:pt x="386620" y="250230"/>
                </a:cubicBezTo>
                <a:lnTo>
                  <a:pt x="417767" y="250230"/>
                </a:lnTo>
                <a:cubicBezTo>
                  <a:pt x="422053" y="250230"/>
                  <a:pt x="425482" y="246801"/>
                  <a:pt x="425482" y="242514"/>
                </a:cubicBezTo>
                <a:cubicBezTo>
                  <a:pt x="425482" y="238228"/>
                  <a:pt x="422053" y="234799"/>
                  <a:pt x="417767" y="234799"/>
                </a:cubicBezTo>
                <a:lnTo>
                  <a:pt x="417767" y="234799"/>
                </a:lnTo>
                <a:close/>
                <a:moveTo>
                  <a:pt x="448723" y="169743"/>
                </a:moveTo>
                <a:cubicBezTo>
                  <a:pt x="448723" y="155265"/>
                  <a:pt x="439293" y="150693"/>
                  <a:pt x="428435" y="145264"/>
                </a:cubicBezTo>
                <a:lnTo>
                  <a:pt x="425482" y="143645"/>
                </a:lnTo>
                <a:lnTo>
                  <a:pt x="422339" y="142121"/>
                </a:lnTo>
                <a:cubicBezTo>
                  <a:pt x="411099" y="136596"/>
                  <a:pt x="410623" y="135834"/>
                  <a:pt x="410623" y="131548"/>
                </a:cubicBezTo>
                <a:cubicBezTo>
                  <a:pt x="410623" y="129072"/>
                  <a:pt x="411671" y="123261"/>
                  <a:pt x="421958" y="123261"/>
                </a:cubicBezTo>
                <a:cubicBezTo>
                  <a:pt x="431578" y="123261"/>
                  <a:pt x="433007" y="128500"/>
                  <a:pt x="433007" y="131548"/>
                </a:cubicBezTo>
                <a:cubicBezTo>
                  <a:pt x="433007" y="135834"/>
                  <a:pt x="436436" y="139263"/>
                  <a:pt x="440722" y="139263"/>
                </a:cubicBezTo>
                <a:cubicBezTo>
                  <a:pt x="445008" y="139263"/>
                  <a:pt x="448437" y="135834"/>
                  <a:pt x="448437" y="131548"/>
                </a:cubicBezTo>
                <a:cubicBezTo>
                  <a:pt x="448437" y="119832"/>
                  <a:pt x="441103" y="111260"/>
                  <a:pt x="429673" y="108688"/>
                </a:cubicBezTo>
                <a:lnTo>
                  <a:pt x="429673" y="106688"/>
                </a:lnTo>
                <a:cubicBezTo>
                  <a:pt x="429863" y="102402"/>
                  <a:pt x="426530" y="98877"/>
                  <a:pt x="422243" y="98687"/>
                </a:cubicBezTo>
                <a:cubicBezTo>
                  <a:pt x="417957" y="98496"/>
                  <a:pt x="414433" y="101830"/>
                  <a:pt x="414242" y="106116"/>
                </a:cubicBezTo>
                <a:cubicBezTo>
                  <a:pt x="414242" y="106307"/>
                  <a:pt x="414242" y="106497"/>
                  <a:pt x="414242" y="106688"/>
                </a:cubicBezTo>
                <a:lnTo>
                  <a:pt x="414242" y="108688"/>
                </a:lnTo>
                <a:cubicBezTo>
                  <a:pt x="402717" y="111355"/>
                  <a:pt x="395192" y="120023"/>
                  <a:pt x="395192" y="131548"/>
                </a:cubicBezTo>
                <a:cubicBezTo>
                  <a:pt x="395192" y="146026"/>
                  <a:pt x="404622" y="150598"/>
                  <a:pt x="415481" y="156027"/>
                </a:cubicBezTo>
                <a:lnTo>
                  <a:pt x="418529" y="157551"/>
                </a:lnTo>
                <a:lnTo>
                  <a:pt x="421672" y="159075"/>
                </a:lnTo>
                <a:cubicBezTo>
                  <a:pt x="432911" y="164600"/>
                  <a:pt x="433388" y="165362"/>
                  <a:pt x="433388" y="169648"/>
                </a:cubicBezTo>
                <a:cubicBezTo>
                  <a:pt x="433388" y="176792"/>
                  <a:pt x="426244" y="177840"/>
                  <a:pt x="422053" y="177840"/>
                </a:cubicBezTo>
                <a:cubicBezTo>
                  <a:pt x="417862" y="177840"/>
                  <a:pt x="410718" y="176792"/>
                  <a:pt x="410718" y="169648"/>
                </a:cubicBezTo>
                <a:cubicBezTo>
                  <a:pt x="410909" y="165362"/>
                  <a:pt x="407575" y="161838"/>
                  <a:pt x="403289" y="161647"/>
                </a:cubicBezTo>
                <a:cubicBezTo>
                  <a:pt x="399002" y="161457"/>
                  <a:pt x="395478" y="164790"/>
                  <a:pt x="395288" y="169077"/>
                </a:cubicBezTo>
                <a:cubicBezTo>
                  <a:pt x="395288" y="169267"/>
                  <a:pt x="395288" y="169458"/>
                  <a:pt x="395288" y="169648"/>
                </a:cubicBezTo>
                <a:cubicBezTo>
                  <a:pt x="395288" y="181173"/>
                  <a:pt x="402812" y="189746"/>
                  <a:pt x="414338" y="192413"/>
                </a:cubicBezTo>
                <a:lnTo>
                  <a:pt x="414338" y="195080"/>
                </a:lnTo>
                <a:cubicBezTo>
                  <a:pt x="414147" y="199366"/>
                  <a:pt x="417481" y="202890"/>
                  <a:pt x="421767" y="203081"/>
                </a:cubicBezTo>
                <a:cubicBezTo>
                  <a:pt x="426053" y="203271"/>
                  <a:pt x="429578" y="199938"/>
                  <a:pt x="429768" y="195651"/>
                </a:cubicBezTo>
                <a:cubicBezTo>
                  <a:pt x="429768" y="195461"/>
                  <a:pt x="429768" y="195270"/>
                  <a:pt x="429768" y="195080"/>
                </a:cubicBezTo>
                <a:lnTo>
                  <a:pt x="429768" y="192413"/>
                </a:lnTo>
                <a:cubicBezTo>
                  <a:pt x="441293" y="189746"/>
                  <a:pt x="448818" y="181173"/>
                  <a:pt x="448818" y="169648"/>
                </a:cubicBezTo>
                <a:lnTo>
                  <a:pt x="448818" y="16964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946" name="Google Shape;3946;p98"/>
          <p:cNvGrpSpPr/>
          <p:nvPr/>
        </p:nvGrpSpPr>
        <p:grpSpPr>
          <a:xfrm>
            <a:off x="1247159" y="4103920"/>
            <a:ext cx="292354" cy="294877"/>
            <a:chOff x="8637712" y="1063493"/>
            <a:chExt cx="519740" cy="524225"/>
          </a:xfrm>
        </p:grpSpPr>
        <p:sp>
          <p:nvSpPr>
            <p:cNvPr id="3947" name="Google Shape;3947;p98"/>
            <p:cNvSpPr/>
            <p:nvPr/>
          </p:nvSpPr>
          <p:spPr>
            <a:xfrm>
              <a:off x="8762490" y="1063493"/>
              <a:ext cx="394962" cy="394970"/>
            </a:xfrm>
            <a:custGeom>
              <a:avLst/>
              <a:gdLst/>
              <a:ahLst/>
              <a:cxnLst/>
              <a:rect l="l" t="t" r="r" b="b"/>
              <a:pathLst>
                <a:path w="394962" h="394970" extrusionOk="0">
                  <a:moveTo>
                    <a:pt x="391048" y="263240"/>
                  </a:moveTo>
                  <a:lnTo>
                    <a:pt x="321611" y="170181"/>
                  </a:lnTo>
                  <a:lnTo>
                    <a:pt x="358854" y="60167"/>
                  </a:lnTo>
                  <a:cubicBezTo>
                    <a:pt x="361140" y="53309"/>
                    <a:pt x="359425" y="45689"/>
                    <a:pt x="354282" y="40546"/>
                  </a:cubicBezTo>
                  <a:cubicBezTo>
                    <a:pt x="349138" y="35402"/>
                    <a:pt x="341518" y="33688"/>
                    <a:pt x="334660" y="35974"/>
                  </a:cubicBezTo>
                  <a:lnTo>
                    <a:pt x="224742" y="73216"/>
                  </a:lnTo>
                  <a:lnTo>
                    <a:pt x="131682" y="3779"/>
                  </a:lnTo>
                  <a:cubicBezTo>
                    <a:pt x="125872" y="-602"/>
                    <a:pt x="118062" y="-1174"/>
                    <a:pt x="111680" y="2065"/>
                  </a:cubicBezTo>
                  <a:cubicBezTo>
                    <a:pt x="105203" y="5398"/>
                    <a:pt x="101202" y="12066"/>
                    <a:pt x="101298" y="19305"/>
                  </a:cubicBezTo>
                  <a:lnTo>
                    <a:pt x="102822" y="135415"/>
                  </a:lnTo>
                  <a:lnTo>
                    <a:pt x="8048" y="202471"/>
                  </a:lnTo>
                  <a:cubicBezTo>
                    <a:pt x="2142" y="206662"/>
                    <a:pt x="-906" y="213805"/>
                    <a:pt x="237" y="221044"/>
                  </a:cubicBezTo>
                  <a:cubicBezTo>
                    <a:pt x="1380" y="228283"/>
                    <a:pt x="6429" y="234094"/>
                    <a:pt x="13382" y="236284"/>
                  </a:cubicBezTo>
                  <a:lnTo>
                    <a:pt x="124253" y="270765"/>
                  </a:lnTo>
                  <a:lnTo>
                    <a:pt x="158733" y="381636"/>
                  </a:lnTo>
                  <a:cubicBezTo>
                    <a:pt x="160924" y="388589"/>
                    <a:pt x="166830" y="393637"/>
                    <a:pt x="173973" y="394780"/>
                  </a:cubicBezTo>
                  <a:cubicBezTo>
                    <a:pt x="175021" y="394971"/>
                    <a:pt x="175974" y="394971"/>
                    <a:pt x="176926" y="394971"/>
                  </a:cubicBezTo>
                  <a:cubicBezTo>
                    <a:pt x="183022" y="394971"/>
                    <a:pt x="188832" y="392018"/>
                    <a:pt x="192452" y="386970"/>
                  </a:cubicBezTo>
                  <a:lnTo>
                    <a:pt x="259508" y="292196"/>
                  </a:lnTo>
                  <a:lnTo>
                    <a:pt x="375618" y="293720"/>
                  </a:lnTo>
                  <a:cubicBezTo>
                    <a:pt x="382476" y="293530"/>
                    <a:pt x="389524" y="289815"/>
                    <a:pt x="392858" y="283338"/>
                  </a:cubicBezTo>
                  <a:cubicBezTo>
                    <a:pt x="396192" y="276861"/>
                    <a:pt x="395525" y="269146"/>
                    <a:pt x="391143" y="263335"/>
                  </a:cubicBezTo>
                  <a:close/>
                  <a:moveTo>
                    <a:pt x="249888" y="253906"/>
                  </a:moveTo>
                  <a:cubicBezTo>
                    <a:pt x="243696" y="253525"/>
                    <a:pt x="237696" y="256858"/>
                    <a:pt x="234076" y="261907"/>
                  </a:cubicBezTo>
                  <a:lnTo>
                    <a:pt x="183498" y="333344"/>
                  </a:lnTo>
                  <a:lnTo>
                    <a:pt x="157495" y="249810"/>
                  </a:lnTo>
                  <a:cubicBezTo>
                    <a:pt x="155590" y="243809"/>
                    <a:pt x="150923" y="239142"/>
                    <a:pt x="144922" y="237237"/>
                  </a:cubicBezTo>
                  <a:lnTo>
                    <a:pt x="61388" y="211234"/>
                  </a:lnTo>
                  <a:lnTo>
                    <a:pt x="132825" y="160751"/>
                  </a:lnTo>
                  <a:cubicBezTo>
                    <a:pt x="137969" y="157132"/>
                    <a:pt x="140922" y="151226"/>
                    <a:pt x="140922" y="144940"/>
                  </a:cubicBezTo>
                  <a:lnTo>
                    <a:pt x="139779" y="57405"/>
                  </a:lnTo>
                  <a:lnTo>
                    <a:pt x="209883" y="109697"/>
                  </a:lnTo>
                  <a:cubicBezTo>
                    <a:pt x="214931" y="113412"/>
                    <a:pt x="221503" y="114460"/>
                    <a:pt x="227409" y="112459"/>
                  </a:cubicBezTo>
                  <a:lnTo>
                    <a:pt x="310276" y="84361"/>
                  </a:lnTo>
                  <a:lnTo>
                    <a:pt x="282177" y="167323"/>
                  </a:lnTo>
                  <a:cubicBezTo>
                    <a:pt x="280177" y="173229"/>
                    <a:pt x="281225" y="179801"/>
                    <a:pt x="284940" y="184849"/>
                  </a:cubicBezTo>
                  <a:lnTo>
                    <a:pt x="337232" y="254953"/>
                  </a:lnTo>
                  <a:lnTo>
                    <a:pt x="249697" y="25381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48" name="Google Shape;3948;p98"/>
            <p:cNvSpPr/>
            <p:nvPr/>
          </p:nvSpPr>
          <p:spPr>
            <a:xfrm>
              <a:off x="8637712" y="1359833"/>
              <a:ext cx="227742" cy="227885"/>
            </a:xfrm>
            <a:custGeom>
              <a:avLst/>
              <a:gdLst/>
              <a:ahLst/>
              <a:cxnLst/>
              <a:rect l="l" t="t" r="r" b="b"/>
              <a:pathLst>
                <a:path w="227742" h="227885" extrusionOk="0">
                  <a:moveTo>
                    <a:pt x="195215" y="5572"/>
                  </a:moveTo>
                  <a:lnTo>
                    <a:pt x="5572" y="195310"/>
                  </a:lnTo>
                  <a:cubicBezTo>
                    <a:pt x="-1857" y="202740"/>
                    <a:pt x="-1857" y="214836"/>
                    <a:pt x="5572" y="222266"/>
                  </a:cubicBezTo>
                  <a:cubicBezTo>
                    <a:pt x="9287" y="225981"/>
                    <a:pt x="14145" y="227886"/>
                    <a:pt x="19002" y="227886"/>
                  </a:cubicBezTo>
                  <a:cubicBezTo>
                    <a:pt x="23860" y="227886"/>
                    <a:pt x="28718" y="225981"/>
                    <a:pt x="32433" y="222266"/>
                  </a:cubicBezTo>
                  <a:lnTo>
                    <a:pt x="222171" y="32528"/>
                  </a:lnTo>
                  <a:cubicBezTo>
                    <a:pt x="229600" y="25098"/>
                    <a:pt x="229600" y="13002"/>
                    <a:pt x="222171" y="5572"/>
                  </a:cubicBezTo>
                  <a:cubicBezTo>
                    <a:pt x="214741" y="-1857"/>
                    <a:pt x="202644" y="-1857"/>
                    <a:pt x="195215" y="557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949" name="Google Shape;3949;p98"/>
          <p:cNvSpPr/>
          <p:nvPr/>
        </p:nvSpPr>
        <p:spPr>
          <a:xfrm>
            <a:off x="6790698" y="1040324"/>
            <a:ext cx="294626" cy="235369"/>
          </a:xfrm>
          <a:custGeom>
            <a:avLst/>
            <a:gdLst/>
            <a:ahLst/>
            <a:cxnLst/>
            <a:rect l="l" t="t" r="r" b="b"/>
            <a:pathLst>
              <a:path w="523779" h="418433" extrusionOk="0">
                <a:moveTo>
                  <a:pt x="455676" y="0"/>
                </a:moveTo>
                <a:lnTo>
                  <a:pt x="68104" y="0"/>
                </a:lnTo>
                <a:cubicBezTo>
                  <a:pt x="30575" y="0"/>
                  <a:pt x="0" y="30575"/>
                  <a:pt x="0" y="68104"/>
                </a:cubicBezTo>
                <a:lnTo>
                  <a:pt x="0" y="275749"/>
                </a:lnTo>
                <a:cubicBezTo>
                  <a:pt x="0" y="313277"/>
                  <a:pt x="30575" y="343853"/>
                  <a:pt x="68104" y="343853"/>
                </a:cubicBezTo>
                <a:lnTo>
                  <a:pt x="243935" y="343853"/>
                </a:lnTo>
                <a:lnTo>
                  <a:pt x="243173" y="380333"/>
                </a:lnTo>
                <a:lnTo>
                  <a:pt x="129349" y="380333"/>
                </a:lnTo>
                <a:cubicBezTo>
                  <a:pt x="118872" y="380333"/>
                  <a:pt x="110299" y="388906"/>
                  <a:pt x="110299" y="399383"/>
                </a:cubicBezTo>
                <a:cubicBezTo>
                  <a:pt x="110299" y="409861"/>
                  <a:pt x="118872" y="418433"/>
                  <a:pt x="129349" y="418433"/>
                </a:cubicBezTo>
                <a:lnTo>
                  <a:pt x="394335" y="418433"/>
                </a:lnTo>
                <a:cubicBezTo>
                  <a:pt x="404813" y="418433"/>
                  <a:pt x="413385" y="409861"/>
                  <a:pt x="413385" y="399383"/>
                </a:cubicBezTo>
                <a:cubicBezTo>
                  <a:pt x="413385" y="388906"/>
                  <a:pt x="404813" y="380333"/>
                  <a:pt x="394335" y="380333"/>
                </a:cubicBezTo>
                <a:lnTo>
                  <a:pt x="281273" y="380333"/>
                </a:lnTo>
                <a:lnTo>
                  <a:pt x="282035" y="343853"/>
                </a:lnTo>
                <a:lnTo>
                  <a:pt x="455676" y="343853"/>
                </a:lnTo>
                <a:cubicBezTo>
                  <a:pt x="493204" y="343853"/>
                  <a:pt x="523780" y="313277"/>
                  <a:pt x="523780" y="275749"/>
                </a:cubicBezTo>
                <a:lnTo>
                  <a:pt x="523780" y="68104"/>
                </a:lnTo>
                <a:cubicBezTo>
                  <a:pt x="523780" y="30575"/>
                  <a:pt x="493204" y="0"/>
                  <a:pt x="455676" y="0"/>
                </a:cubicBezTo>
                <a:close/>
                <a:moveTo>
                  <a:pt x="68104" y="38100"/>
                </a:moveTo>
                <a:lnTo>
                  <a:pt x="455676" y="38100"/>
                </a:lnTo>
                <a:cubicBezTo>
                  <a:pt x="472250" y="38100"/>
                  <a:pt x="485680" y="51530"/>
                  <a:pt x="485680" y="68104"/>
                </a:cubicBezTo>
                <a:lnTo>
                  <a:pt x="485680" y="248317"/>
                </a:lnTo>
                <a:lnTo>
                  <a:pt x="38005" y="248317"/>
                </a:lnTo>
                <a:lnTo>
                  <a:pt x="38005" y="68104"/>
                </a:lnTo>
                <a:cubicBezTo>
                  <a:pt x="38005" y="51530"/>
                  <a:pt x="51435" y="38100"/>
                  <a:pt x="68009" y="38100"/>
                </a:cubicBezTo>
                <a:close/>
                <a:moveTo>
                  <a:pt x="455676" y="305753"/>
                </a:moveTo>
                <a:lnTo>
                  <a:pt x="68104" y="305753"/>
                </a:lnTo>
                <a:cubicBezTo>
                  <a:pt x="51530" y="305753"/>
                  <a:pt x="38100" y="292322"/>
                  <a:pt x="38100" y="275749"/>
                </a:cubicBezTo>
                <a:lnTo>
                  <a:pt x="38100" y="272129"/>
                </a:lnTo>
                <a:lnTo>
                  <a:pt x="485775" y="272129"/>
                </a:lnTo>
                <a:lnTo>
                  <a:pt x="485775" y="275749"/>
                </a:lnTo>
                <a:cubicBezTo>
                  <a:pt x="485775" y="292322"/>
                  <a:pt x="472345" y="305753"/>
                  <a:pt x="455771" y="30575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950" name="Google Shape;3950;p98"/>
          <p:cNvGrpSpPr/>
          <p:nvPr/>
        </p:nvGrpSpPr>
        <p:grpSpPr>
          <a:xfrm>
            <a:off x="4423016" y="1008118"/>
            <a:ext cx="299981" cy="299769"/>
            <a:chOff x="3331488" y="1883890"/>
            <a:chExt cx="533299" cy="532923"/>
          </a:xfrm>
        </p:grpSpPr>
        <p:sp>
          <p:nvSpPr>
            <p:cNvPr id="3951" name="Google Shape;3951;p98"/>
            <p:cNvSpPr/>
            <p:nvPr/>
          </p:nvSpPr>
          <p:spPr>
            <a:xfrm>
              <a:off x="3331488" y="1883890"/>
              <a:ext cx="533299" cy="532923"/>
            </a:xfrm>
            <a:custGeom>
              <a:avLst/>
              <a:gdLst/>
              <a:ahLst/>
              <a:cxnLst/>
              <a:rect l="l" t="t" r="r" b="b"/>
              <a:pathLst>
                <a:path w="533299" h="532923" extrusionOk="0">
                  <a:moveTo>
                    <a:pt x="532649" y="329946"/>
                  </a:moveTo>
                  <a:cubicBezTo>
                    <a:pt x="531030" y="324517"/>
                    <a:pt x="527410" y="320040"/>
                    <a:pt x="522552" y="317278"/>
                  </a:cubicBezTo>
                  <a:lnTo>
                    <a:pt x="485881" y="297275"/>
                  </a:lnTo>
                  <a:cubicBezTo>
                    <a:pt x="486834" y="286703"/>
                    <a:pt x="487310" y="276035"/>
                    <a:pt x="487024" y="265271"/>
                  </a:cubicBezTo>
                  <a:cubicBezTo>
                    <a:pt x="487024" y="254413"/>
                    <a:pt x="487024" y="244126"/>
                    <a:pt x="485976" y="234125"/>
                  </a:cubicBezTo>
                  <a:lnTo>
                    <a:pt x="522743" y="213360"/>
                  </a:lnTo>
                  <a:cubicBezTo>
                    <a:pt x="527601" y="210598"/>
                    <a:pt x="531125" y="205931"/>
                    <a:pt x="532554" y="200597"/>
                  </a:cubicBezTo>
                  <a:cubicBezTo>
                    <a:pt x="533982" y="195358"/>
                    <a:pt x="533220" y="189738"/>
                    <a:pt x="530553" y="184880"/>
                  </a:cubicBezTo>
                  <a:lnTo>
                    <a:pt x="468736" y="80296"/>
                  </a:lnTo>
                  <a:cubicBezTo>
                    <a:pt x="464926" y="73914"/>
                    <a:pt x="458163" y="70104"/>
                    <a:pt x="450734" y="70199"/>
                  </a:cubicBezTo>
                  <a:cubicBezTo>
                    <a:pt x="447400" y="70199"/>
                    <a:pt x="444066" y="70961"/>
                    <a:pt x="441114" y="72581"/>
                  </a:cubicBezTo>
                  <a:lnTo>
                    <a:pt x="403585" y="93059"/>
                  </a:lnTo>
                  <a:cubicBezTo>
                    <a:pt x="386535" y="79248"/>
                    <a:pt x="367485" y="68104"/>
                    <a:pt x="347292" y="59722"/>
                  </a:cubicBezTo>
                  <a:lnTo>
                    <a:pt x="347292" y="20669"/>
                  </a:lnTo>
                  <a:cubicBezTo>
                    <a:pt x="347197" y="9335"/>
                    <a:pt x="338053" y="95"/>
                    <a:pt x="326623" y="0"/>
                  </a:cubicBezTo>
                  <a:lnTo>
                    <a:pt x="202322" y="0"/>
                  </a:lnTo>
                  <a:cubicBezTo>
                    <a:pt x="190892" y="0"/>
                    <a:pt x="181653" y="9239"/>
                    <a:pt x="181653" y="20669"/>
                  </a:cubicBezTo>
                  <a:lnTo>
                    <a:pt x="181653" y="60103"/>
                  </a:lnTo>
                  <a:cubicBezTo>
                    <a:pt x="162793" y="68104"/>
                    <a:pt x="145267" y="79058"/>
                    <a:pt x="129837" y="92583"/>
                  </a:cubicBezTo>
                  <a:lnTo>
                    <a:pt x="96499" y="72866"/>
                  </a:lnTo>
                  <a:cubicBezTo>
                    <a:pt x="93261" y="70961"/>
                    <a:pt x="89641" y="70009"/>
                    <a:pt x="86022" y="70009"/>
                  </a:cubicBezTo>
                  <a:cubicBezTo>
                    <a:pt x="78687" y="70009"/>
                    <a:pt x="71925" y="73819"/>
                    <a:pt x="68210" y="80105"/>
                  </a:cubicBezTo>
                  <a:lnTo>
                    <a:pt x="6297" y="184785"/>
                  </a:lnTo>
                  <a:cubicBezTo>
                    <a:pt x="3249" y="189738"/>
                    <a:pt x="2392" y="195834"/>
                    <a:pt x="4107" y="201454"/>
                  </a:cubicBezTo>
                  <a:cubicBezTo>
                    <a:pt x="5631" y="206788"/>
                    <a:pt x="9155" y="211360"/>
                    <a:pt x="13917" y="214122"/>
                  </a:cubicBezTo>
                  <a:lnTo>
                    <a:pt x="52208" y="235744"/>
                  </a:lnTo>
                  <a:cubicBezTo>
                    <a:pt x="52113" y="236792"/>
                    <a:pt x="52113" y="237744"/>
                    <a:pt x="52208" y="238697"/>
                  </a:cubicBezTo>
                  <a:lnTo>
                    <a:pt x="52208" y="242697"/>
                  </a:lnTo>
                  <a:cubicBezTo>
                    <a:pt x="51065" y="250412"/>
                    <a:pt x="50493" y="258128"/>
                    <a:pt x="50398" y="265843"/>
                  </a:cubicBezTo>
                  <a:lnTo>
                    <a:pt x="50398" y="296990"/>
                  </a:lnTo>
                  <a:lnTo>
                    <a:pt x="10965" y="317278"/>
                  </a:lnTo>
                  <a:cubicBezTo>
                    <a:pt x="6012" y="319850"/>
                    <a:pt x="2392" y="324326"/>
                    <a:pt x="773" y="329565"/>
                  </a:cubicBezTo>
                  <a:cubicBezTo>
                    <a:pt x="-751" y="335185"/>
                    <a:pt x="11" y="341186"/>
                    <a:pt x="2773" y="346234"/>
                  </a:cubicBezTo>
                  <a:lnTo>
                    <a:pt x="64590" y="453009"/>
                  </a:lnTo>
                  <a:cubicBezTo>
                    <a:pt x="68210" y="459486"/>
                    <a:pt x="74973" y="463487"/>
                    <a:pt x="82402" y="463487"/>
                  </a:cubicBezTo>
                  <a:cubicBezTo>
                    <a:pt x="85736" y="463201"/>
                    <a:pt x="88974" y="462058"/>
                    <a:pt x="91737" y="460153"/>
                  </a:cubicBezTo>
                  <a:lnTo>
                    <a:pt x="129360" y="439865"/>
                  </a:lnTo>
                  <a:cubicBezTo>
                    <a:pt x="144886" y="453200"/>
                    <a:pt x="162317" y="464058"/>
                    <a:pt x="181176" y="472059"/>
                  </a:cubicBezTo>
                  <a:lnTo>
                    <a:pt x="181176" y="512255"/>
                  </a:lnTo>
                  <a:cubicBezTo>
                    <a:pt x="181176" y="523685"/>
                    <a:pt x="190416" y="532924"/>
                    <a:pt x="201846" y="532924"/>
                  </a:cubicBezTo>
                  <a:lnTo>
                    <a:pt x="326623" y="532924"/>
                  </a:lnTo>
                  <a:cubicBezTo>
                    <a:pt x="337958" y="532829"/>
                    <a:pt x="347197" y="523685"/>
                    <a:pt x="347292" y="512255"/>
                  </a:cubicBezTo>
                  <a:lnTo>
                    <a:pt x="347292" y="472250"/>
                  </a:lnTo>
                  <a:cubicBezTo>
                    <a:pt x="367390" y="464058"/>
                    <a:pt x="386345" y="453104"/>
                    <a:pt x="403395" y="439769"/>
                  </a:cubicBezTo>
                  <a:lnTo>
                    <a:pt x="441495" y="460248"/>
                  </a:lnTo>
                  <a:cubicBezTo>
                    <a:pt x="444543" y="461963"/>
                    <a:pt x="447972" y="462820"/>
                    <a:pt x="451496" y="462915"/>
                  </a:cubicBezTo>
                  <a:cubicBezTo>
                    <a:pt x="458925" y="462915"/>
                    <a:pt x="465783" y="458819"/>
                    <a:pt x="469308" y="452438"/>
                  </a:cubicBezTo>
                  <a:lnTo>
                    <a:pt x="530934" y="345758"/>
                  </a:lnTo>
                  <a:cubicBezTo>
                    <a:pt x="533411" y="340805"/>
                    <a:pt x="533982" y="335090"/>
                    <a:pt x="532458" y="329756"/>
                  </a:cubicBezTo>
                  <a:lnTo>
                    <a:pt x="532554" y="329756"/>
                  </a:lnTo>
                  <a:close/>
                  <a:moveTo>
                    <a:pt x="208418" y="437388"/>
                  </a:moveTo>
                  <a:cubicBezTo>
                    <a:pt x="187844" y="430816"/>
                    <a:pt x="168984" y="419767"/>
                    <a:pt x="153078" y="405098"/>
                  </a:cubicBezTo>
                  <a:lnTo>
                    <a:pt x="145267" y="399097"/>
                  </a:lnTo>
                  <a:cubicBezTo>
                    <a:pt x="141648" y="396145"/>
                    <a:pt x="137076" y="394526"/>
                    <a:pt x="132504" y="394621"/>
                  </a:cubicBezTo>
                  <a:cubicBezTo>
                    <a:pt x="129075" y="394621"/>
                    <a:pt x="125646" y="395478"/>
                    <a:pt x="122693" y="397097"/>
                  </a:cubicBezTo>
                  <a:lnTo>
                    <a:pt x="90879" y="413766"/>
                  </a:lnTo>
                  <a:lnTo>
                    <a:pt x="49350" y="343567"/>
                  </a:lnTo>
                  <a:lnTo>
                    <a:pt x="80211" y="326898"/>
                  </a:lnTo>
                  <a:cubicBezTo>
                    <a:pt x="87450" y="323469"/>
                    <a:pt x="92022" y="316040"/>
                    <a:pt x="91927" y="308039"/>
                  </a:cubicBezTo>
                  <a:lnTo>
                    <a:pt x="91927" y="265176"/>
                  </a:lnTo>
                  <a:cubicBezTo>
                    <a:pt x="91641" y="259080"/>
                    <a:pt x="91641" y="252984"/>
                    <a:pt x="91927" y="246793"/>
                  </a:cubicBezTo>
                  <a:cubicBezTo>
                    <a:pt x="93165" y="238982"/>
                    <a:pt x="93737" y="231077"/>
                    <a:pt x="93737" y="223171"/>
                  </a:cubicBezTo>
                  <a:cubicBezTo>
                    <a:pt x="93737" y="215741"/>
                    <a:pt x="89736" y="208788"/>
                    <a:pt x="83259" y="205169"/>
                  </a:cubicBezTo>
                  <a:lnTo>
                    <a:pt x="52779" y="187547"/>
                  </a:lnTo>
                  <a:lnTo>
                    <a:pt x="93261" y="118681"/>
                  </a:lnTo>
                  <a:lnTo>
                    <a:pt x="121740" y="135350"/>
                  </a:lnTo>
                  <a:cubicBezTo>
                    <a:pt x="129265" y="139732"/>
                    <a:pt x="138790" y="138970"/>
                    <a:pt x="145362" y="133350"/>
                  </a:cubicBezTo>
                  <a:lnTo>
                    <a:pt x="146982" y="132017"/>
                  </a:lnTo>
                  <a:cubicBezTo>
                    <a:pt x="164412" y="114967"/>
                    <a:pt x="185367" y="102108"/>
                    <a:pt x="208418" y="94202"/>
                  </a:cubicBezTo>
                  <a:cubicBezTo>
                    <a:pt x="216990" y="91535"/>
                    <a:pt x="222896" y="83725"/>
                    <a:pt x="223086" y="74771"/>
                  </a:cubicBezTo>
                  <a:lnTo>
                    <a:pt x="223086" y="41434"/>
                  </a:lnTo>
                  <a:lnTo>
                    <a:pt x="306335" y="41434"/>
                  </a:lnTo>
                  <a:lnTo>
                    <a:pt x="306335" y="74771"/>
                  </a:lnTo>
                  <a:cubicBezTo>
                    <a:pt x="306335" y="83820"/>
                    <a:pt x="312240" y="91821"/>
                    <a:pt x="320813" y="94583"/>
                  </a:cubicBezTo>
                  <a:cubicBezTo>
                    <a:pt x="345864" y="102680"/>
                    <a:pt x="368914" y="116015"/>
                    <a:pt x="388440" y="133731"/>
                  </a:cubicBezTo>
                  <a:cubicBezTo>
                    <a:pt x="392155" y="136779"/>
                    <a:pt x="396918" y="138589"/>
                    <a:pt x="401775" y="138589"/>
                  </a:cubicBezTo>
                  <a:cubicBezTo>
                    <a:pt x="405204" y="138589"/>
                    <a:pt x="408633" y="137732"/>
                    <a:pt x="411586" y="136112"/>
                  </a:cubicBezTo>
                  <a:lnTo>
                    <a:pt x="443590" y="119443"/>
                  </a:lnTo>
                  <a:lnTo>
                    <a:pt x="484357" y="188786"/>
                  </a:lnTo>
                  <a:lnTo>
                    <a:pt x="453020" y="206407"/>
                  </a:lnTo>
                  <a:cubicBezTo>
                    <a:pt x="444733" y="210979"/>
                    <a:pt x="440733" y="220790"/>
                    <a:pt x="443400" y="229838"/>
                  </a:cubicBezTo>
                  <a:cubicBezTo>
                    <a:pt x="445686" y="241840"/>
                    <a:pt x="446448" y="254127"/>
                    <a:pt x="445876" y="266319"/>
                  </a:cubicBezTo>
                  <a:cubicBezTo>
                    <a:pt x="446352" y="279368"/>
                    <a:pt x="445495" y="292322"/>
                    <a:pt x="443209" y="305181"/>
                  </a:cubicBezTo>
                  <a:cubicBezTo>
                    <a:pt x="441114" y="314230"/>
                    <a:pt x="445305" y="323564"/>
                    <a:pt x="453591" y="327851"/>
                  </a:cubicBezTo>
                  <a:lnTo>
                    <a:pt x="484452" y="344519"/>
                  </a:lnTo>
                  <a:lnTo>
                    <a:pt x="443495" y="415290"/>
                  </a:lnTo>
                  <a:lnTo>
                    <a:pt x="411681" y="398621"/>
                  </a:lnTo>
                  <a:cubicBezTo>
                    <a:pt x="408633" y="397002"/>
                    <a:pt x="405300" y="396145"/>
                    <a:pt x="401871" y="396145"/>
                  </a:cubicBezTo>
                  <a:cubicBezTo>
                    <a:pt x="397203" y="396145"/>
                    <a:pt x="392727" y="397669"/>
                    <a:pt x="389107" y="400431"/>
                  </a:cubicBezTo>
                  <a:cubicBezTo>
                    <a:pt x="369486" y="417862"/>
                    <a:pt x="346435" y="430911"/>
                    <a:pt x="321480" y="438912"/>
                  </a:cubicBezTo>
                  <a:cubicBezTo>
                    <a:pt x="312717" y="441484"/>
                    <a:pt x="306525" y="449485"/>
                    <a:pt x="306525" y="458724"/>
                  </a:cubicBezTo>
                  <a:lnTo>
                    <a:pt x="306525" y="491204"/>
                  </a:lnTo>
                  <a:lnTo>
                    <a:pt x="223277" y="491204"/>
                  </a:lnTo>
                  <a:lnTo>
                    <a:pt x="223277" y="457867"/>
                  </a:lnTo>
                  <a:cubicBezTo>
                    <a:pt x="223563" y="448437"/>
                    <a:pt x="217657" y="439960"/>
                    <a:pt x="208608" y="437197"/>
                  </a:cubicBezTo>
                  <a:lnTo>
                    <a:pt x="208513" y="43719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52" name="Google Shape;3952;p98"/>
            <p:cNvSpPr/>
            <p:nvPr/>
          </p:nvSpPr>
          <p:spPr>
            <a:xfrm>
              <a:off x="3447322" y="1999523"/>
              <a:ext cx="301752" cy="301752"/>
            </a:xfrm>
            <a:custGeom>
              <a:avLst/>
              <a:gdLst/>
              <a:ahLst/>
              <a:cxnLst/>
              <a:rect l="l" t="t" r="r" b="b"/>
              <a:pathLst>
                <a:path w="301752" h="301752" extrusionOk="0">
                  <a:moveTo>
                    <a:pt x="150876" y="301752"/>
                  </a:moveTo>
                  <a:cubicBezTo>
                    <a:pt x="67532" y="301752"/>
                    <a:pt x="0" y="234125"/>
                    <a:pt x="0" y="150876"/>
                  </a:cubicBezTo>
                  <a:cubicBezTo>
                    <a:pt x="0" y="67628"/>
                    <a:pt x="67628" y="0"/>
                    <a:pt x="150876" y="0"/>
                  </a:cubicBezTo>
                  <a:cubicBezTo>
                    <a:pt x="234125" y="0"/>
                    <a:pt x="301752" y="67628"/>
                    <a:pt x="301752" y="150876"/>
                  </a:cubicBezTo>
                  <a:cubicBezTo>
                    <a:pt x="301562" y="234125"/>
                    <a:pt x="234125" y="301657"/>
                    <a:pt x="150876" y="301752"/>
                  </a:cubicBezTo>
                  <a:close/>
                  <a:moveTo>
                    <a:pt x="150876" y="16573"/>
                  </a:moveTo>
                  <a:cubicBezTo>
                    <a:pt x="76676" y="16573"/>
                    <a:pt x="16573" y="76676"/>
                    <a:pt x="16573" y="150876"/>
                  </a:cubicBezTo>
                  <a:cubicBezTo>
                    <a:pt x="16573" y="225076"/>
                    <a:pt x="76676" y="285179"/>
                    <a:pt x="150876" y="285179"/>
                  </a:cubicBezTo>
                  <a:cubicBezTo>
                    <a:pt x="225076" y="285179"/>
                    <a:pt x="285179" y="225076"/>
                    <a:pt x="285179" y="150876"/>
                  </a:cubicBezTo>
                  <a:cubicBezTo>
                    <a:pt x="285083" y="76771"/>
                    <a:pt x="224980" y="16669"/>
                    <a:pt x="150876" y="1657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53" name="Google Shape;3953;p98"/>
            <p:cNvSpPr/>
            <p:nvPr/>
          </p:nvSpPr>
          <p:spPr>
            <a:xfrm>
              <a:off x="3524978" y="2074822"/>
              <a:ext cx="147941" cy="152063"/>
            </a:xfrm>
            <a:custGeom>
              <a:avLst/>
              <a:gdLst/>
              <a:ahLst/>
              <a:cxnLst/>
              <a:rect l="l" t="t" r="r" b="b"/>
              <a:pathLst>
                <a:path w="147941" h="152063" extrusionOk="0">
                  <a:moveTo>
                    <a:pt x="55028" y="152063"/>
                  </a:moveTo>
                  <a:cubicBezTo>
                    <a:pt x="50742" y="152063"/>
                    <a:pt x="46646" y="150349"/>
                    <a:pt x="43598" y="147396"/>
                  </a:cubicBezTo>
                  <a:lnTo>
                    <a:pt x="4260" y="109772"/>
                  </a:lnTo>
                  <a:cubicBezTo>
                    <a:pt x="-1836" y="102914"/>
                    <a:pt x="-1360" y="92341"/>
                    <a:pt x="5498" y="86245"/>
                  </a:cubicBezTo>
                  <a:cubicBezTo>
                    <a:pt x="11594" y="80721"/>
                    <a:pt x="20833" y="80530"/>
                    <a:pt x="27310" y="85769"/>
                  </a:cubicBezTo>
                  <a:lnTo>
                    <a:pt x="51980" y="109391"/>
                  </a:lnTo>
                  <a:lnTo>
                    <a:pt x="116750" y="8426"/>
                  </a:lnTo>
                  <a:cubicBezTo>
                    <a:pt x="121322" y="425"/>
                    <a:pt x="131514" y="-2337"/>
                    <a:pt x="139515" y="2140"/>
                  </a:cubicBezTo>
                  <a:cubicBezTo>
                    <a:pt x="147516" y="6712"/>
                    <a:pt x="150278" y="16903"/>
                    <a:pt x="145801" y="24904"/>
                  </a:cubicBezTo>
                  <a:cubicBezTo>
                    <a:pt x="145516" y="25476"/>
                    <a:pt x="145230" y="25952"/>
                    <a:pt x="144849" y="26428"/>
                  </a:cubicBezTo>
                  <a:lnTo>
                    <a:pt x="69220" y="144348"/>
                  </a:lnTo>
                  <a:cubicBezTo>
                    <a:pt x="66553" y="148539"/>
                    <a:pt x="62172" y="151206"/>
                    <a:pt x="57219" y="151873"/>
                  </a:cubicBezTo>
                  <a:lnTo>
                    <a:pt x="55219" y="152063"/>
                  </a:lnTo>
                  <a:lnTo>
                    <a:pt x="55219" y="15206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54" name="Google Shape;3954;p98"/>
          <p:cNvGrpSpPr/>
          <p:nvPr/>
        </p:nvGrpSpPr>
        <p:grpSpPr>
          <a:xfrm>
            <a:off x="2042006" y="1808982"/>
            <a:ext cx="292000" cy="210026"/>
            <a:chOff x="7673608" y="1963709"/>
            <a:chExt cx="519112" cy="373379"/>
          </a:xfrm>
        </p:grpSpPr>
        <p:sp>
          <p:nvSpPr>
            <p:cNvPr id="3955" name="Google Shape;3955;p98"/>
            <p:cNvSpPr/>
            <p:nvPr/>
          </p:nvSpPr>
          <p:spPr>
            <a:xfrm>
              <a:off x="7673608" y="1963709"/>
              <a:ext cx="519112" cy="373379"/>
            </a:xfrm>
            <a:custGeom>
              <a:avLst/>
              <a:gdLst/>
              <a:ahLst/>
              <a:cxnLst/>
              <a:rect l="l" t="t" r="r" b="b"/>
              <a:pathLst>
                <a:path w="519112" h="373379" extrusionOk="0">
                  <a:moveTo>
                    <a:pt x="471488" y="0"/>
                  </a:moveTo>
                  <a:lnTo>
                    <a:pt x="47625" y="0"/>
                  </a:lnTo>
                  <a:cubicBezTo>
                    <a:pt x="21336" y="0"/>
                    <a:pt x="0" y="21336"/>
                    <a:pt x="0" y="47625"/>
                  </a:cubicBezTo>
                  <a:lnTo>
                    <a:pt x="0" y="325755"/>
                  </a:lnTo>
                  <a:cubicBezTo>
                    <a:pt x="0" y="352044"/>
                    <a:pt x="21336" y="373380"/>
                    <a:pt x="47625" y="373380"/>
                  </a:cubicBezTo>
                  <a:lnTo>
                    <a:pt x="471488" y="373380"/>
                  </a:lnTo>
                  <a:cubicBezTo>
                    <a:pt x="497777" y="373380"/>
                    <a:pt x="519113" y="352044"/>
                    <a:pt x="519113" y="325755"/>
                  </a:cubicBezTo>
                  <a:lnTo>
                    <a:pt x="519113" y="47625"/>
                  </a:lnTo>
                  <a:cubicBezTo>
                    <a:pt x="519113" y="21336"/>
                    <a:pt x="497777" y="0"/>
                    <a:pt x="471488" y="0"/>
                  </a:cubicBezTo>
                  <a:close/>
                  <a:moveTo>
                    <a:pt x="47625" y="38100"/>
                  </a:moveTo>
                  <a:lnTo>
                    <a:pt x="471488" y="38100"/>
                  </a:lnTo>
                  <a:cubicBezTo>
                    <a:pt x="476631" y="38100"/>
                    <a:pt x="481013" y="42482"/>
                    <a:pt x="481013" y="47625"/>
                  </a:cubicBezTo>
                  <a:lnTo>
                    <a:pt x="481013" y="105728"/>
                  </a:lnTo>
                  <a:lnTo>
                    <a:pt x="38100" y="105728"/>
                  </a:lnTo>
                  <a:lnTo>
                    <a:pt x="38100" y="47625"/>
                  </a:lnTo>
                  <a:cubicBezTo>
                    <a:pt x="38100" y="42482"/>
                    <a:pt x="42482" y="38100"/>
                    <a:pt x="47625" y="38100"/>
                  </a:cubicBezTo>
                  <a:close/>
                  <a:moveTo>
                    <a:pt x="471488" y="335280"/>
                  </a:moveTo>
                  <a:lnTo>
                    <a:pt x="47625" y="335280"/>
                  </a:lnTo>
                  <a:cubicBezTo>
                    <a:pt x="42482" y="335280"/>
                    <a:pt x="38100" y="330899"/>
                    <a:pt x="38100" y="325755"/>
                  </a:cubicBezTo>
                  <a:lnTo>
                    <a:pt x="38100" y="129540"/>
                  </a:lnTo>
                  <a:lnTo>
                    <a:pt x="481013" y="129540"/>
                  </a:lnTo>
                  <a:lnTo>
                    <a:pt x="481013" y="325755"/>
                  </a:lnTo>
                  <a:cubicBezTo>
                    <a:pt x="481013" y="330899"/>
                    <a:pt x="476631" y="335280"/>
                    <a:pt x="471488" y="33528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56" name="Google Shape;3956;p98"/>
            <p:cNvSpPr/>
            <p:nvPr/>
          </p:nvSpPr>
          <p:spPr>
            <a:xfrm>
              <a:off x="7735616" y="2023241"/>
              <a:ext cx="28003" cy="28003"/>
            </a:xfrm>
            <a:custGeom>
              <a:avLst/>
              <a:gdLst/>
              <a:ahLst/>
              <a:cxnLst/>
              <a:rect l="l" t="t" r="r" b="b"/>
              <a:pathLst>
                <a:path w="28003" h="28003" extrusionOk="0">
                  <a:moveTo>
                    <a:pt x="14002" y="28004"/>
                  </a:moveTo>
                  <a:cubicBezTo>
                    <a:pt x="21717" y="28004"/>
                    <a:pt x="28003" y="21717"/>
                    <a:pt x="28003" y="14002"/>
                  </a:cubicBezTo>
                  <a:cubicBezTo>
                    <a:pt x="28003" y="6286"/>
                    <a:pt x="21717" y="0"/>
                    <a:pt x="14002" y="0"/>
                  </a:cubicBezTo>
                  <a:cubicBezTo>
                    <a:pt x="6286" y="0"/>
                    <a:pt x="0" y="6286"/>
                    <a:pt x="0" y="14002"/>
                  </a:cubicBezTo>
                  <a:cubicBezTo>
                    <a:pt x="0" y="21717"/>
                    <a:pt x="6286" y="28004"/>
                    <a:pt x="14002" y="2800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57" name="Google Shape;3957;p98"/>
            <p:cNvSpPr/>
            <p:nvPr/>
          </p:nvSpPr>
          <p:spPr>
            <a:xfrm>
              <a:off x="7779431" y="2023336"/>
              <a:ext cx="27900" cy="279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58" name="Google Shape;3958;p98"/>
          <p:cNvGrpSpPr/>
          <p:nvPr/>
        </p:nvGrpSpPr>
        <p:grpSpPr>
          <a:xfrm>
            <a:off x="5205886" y="4143589"/>
            <a:ext cx="295483" cy="215491"/>
            <a:chOff x="8991965" y="2718685"/>
            <a:chExt cx="525303" cy="383095"/>
          </a:xfrm>
        </p:grpSpPr>
        <p:sp>
          <p:nvSpPr>
            <p:cNvPr id="3959" name="Google Shape;3959;p98"/>
            <p:cNvSpPr/>
            <p:nvPr/>
          </p:nvSpPr>
          <p:spPr>
            <a:xfrm>
              <a:off x="8991965" y="2718685"/>
              <a:ext cx="525303" cy="291465"/>
            </a:xfrm>
            <a:custGeom>
              <a:avLst/>
              <a:gdLst/>
              <a:ahLst/>
              <a:cxnLst/>
              <a:rect l="l" t="t" r="r" b="b"/>
              <a:pathLst>
                <a:path w="525303" h="291465" extrusionOk="0">
                  <a:moveTo>
                    <a:pt x="506254" y="0"/>
                  </a:moveTo>
                  <a:lnTo>
                    <a:pt x="19050" y="0"/>
                  </a:lnTo>
                  <a:cubicBezTo>
                    <a:pt x="8573" y="0"/>
                    <a:pt x="0" y="8572"/>
                    <a:pt x="0" y="19050"/>
                  </a:cubicBezTo>
                  <a:lnTo>
                    <a:pt x="0" y="272415"/>
                  </a:lnTo>
                  <a:cubicBezTo>
                    <a:pt x="0" y="282893"/>
                    <a:pt x="8573" y="291465"/>
                    <a:pt x="19050" y="291465"/>
                  </a:cubicBezTo>
                  <a:lnTo>
                    <a:pt x="506254" y="291465"/>
                  </a:lnTo>
                  <a:cubicBezTo>
                    <a:pt x="516731" y="291465"/>
                    <a:pt x="525304" y="282893"/>
                    <a:pt x="525304" y="272415"/>
                  </a:cubicBezTo>
                  <a:lnTo>
                    <a:pt x="525304" y="19050"/>
                  </a:lnTo>
                  <a:cubicBezTo>
                    <a:pt x="525304" y="8572"/>
                    <a:pt x="516731" y="0"/>
                    <a:pt x="506254" y="0"/>
                  </a:cubicBezTo>
                  <a:close/>
                  <a:moveTo>
                    <a:pt x="38100" y="125254"/>
                  </a:moveTo>
                  <a:cubicBezTo>
                    <a:pt x="82391" y="117348"/>
                    <a:pt x="117253" y="82391"/>
                    <a:pt x="125254" y="38100"/>
                  </a:cubicBezTo>
                  <a:lnTo>
                    <a:pt x="400145" y="38100"/>
                  </a:lnTo>
                  <a:cubicBezTo>
                    <a:pt x="408051" y="82391"/>
                    <a:pt x="443008" y="117253"/>
                    <a:pt x="487299" y="125254"/>
                  </a:cubicBezTo>
                  <a:lnTo>
                    <a:pt x="487299" y="166306"/>
                  </a:lnTo>
                  <a:cubicBezTo>
                    <a:pt x="443008" y="174212"/>
                    <a:pt x="408146" y="209169"/>
                    <a:pt x="400145" y="253460"/>
                  </a:cubicBezTo>
                  <a:lnTo>
                    <a:pt x="125254" y="253460"/>
                  </a:lnTo>
                  <a:cubicBezTo>
                    <a:pt x="117348" y="209169"/>
                    <a:pt x="82391" y="174308"/>
                    <a:pt x="38100" y="166306"/>
                  </a:cubicBezTo>
                  <a:lnTo>
                    <a:pt x="38100" y="125254"/>
                  </a:lnTo>
                  <a:close/>
                  <a:moveTo>
                    <a:pt x="487204" y="100965"/>
                  </a:moveTo>
                  <a:cubicBezTo>
                    <a:pt x="456057" y="93726"/>
                    <a:pt x="431578" y="69247"/>
                    <a:pt x="424339" y="38100"/>
                  </a:cubicBezTo>
                  <a:lnTo>
                    <a:pt x="487204" y="38100"/>
                  </a:lnTo>
                  <a:lnTo>
                    <a:pt x="487204" y="100965"/>
                  </a:lnTo>
                  <a:close/>
                  <a:moveTo>
                    <a:pt x="100965" y="38100"/>
                  </a:moveTo>
                  <a:cubicBezTo>
                    <a:pt x="93726" y="69247"/>
                    <a:pt x="69247" y="93726"/>
                    <a:pt x="38100" y="100965"/>
                  </a:cubicBezTo>
                  <a:lnTo>
                    <a:pt x="38100" y="38100"/>
                  </a:lnTo>
                  <a:lnTo>
                    <a:pt x="100965" y="38100"/>
                  </a:lnTo>
                  <a:close/>
                  <a:moveTo>
                    <a:pt x="38100" y="190595"/>
                  </a:moveTo>
                  <a:cubicBezTo>
                    <a:pt x="69247" y="197834"/>
                    <a:pt x="93726" y="222313"/>
                    <a:pt x="100965" y="253460"/>
                  </a:cubicBezTo>
                  <a:lnTo>
                    <a:pt x="38100" y="253460"/>
                  </a:lnTo>
                  <a:lnTo>
                    <a:pt x="38100" y="190595"/>
                  </a:lnTo>
                  <a:close/>
                  <a:moveTo>
                    <a:pt x="424434" y="253365"/>
                  </a:moveTo>
                  <a:cubicBezTo>
                    <a:pt x="431673" y="222218"/>
                    <a:pt x="456152" y="197739"/>
                    <a:pt x="487299" y="190500"/>
                  </a:cubicBezTo>
                  <a:lnTo>
                    <a:pt x="487299" y="253365"/>
                  </a:lnTo>
                  <a:lnTo>
                    <a:pt x="424434" y="25336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60" name="Google Shape;3960;p98"/>
            <p:cNvSpPr/>
            <p:nvPr/>
          </p:nvSpPr>
          <p:spPr>
            <a:xfrm>
              <a:off x="9021397" y="3033962"/>
              <a:ext cx="466534" cy="23812"/>
            </a:xfrm>
            <a:custGeom>
              <a:avLst/>
              <a:gdLst/>
              <a:ahLst/>
              <a:cxnLst/>
              <a:rect l="l" t="t" r="r" b="b"/>
              <a:pathLst>
                <a:path w="466534" h="23812" extrusionOk="0">
                  <a:moveTo>
                    <a:pt x="454628" y="0"/>
                  </a:moveTo>
                  <a:lnTo>
                    <a:pt x="11906" y="0"/>
                  </a:lnTo>
                  <a:cubicBezTo>
                    <a:pt x="5334" y="0"/>
                    <a:pt x="0" y="5334"/>
                    <a:pt x="0" y="11906"/>
                  </a:cubicBezTo>
                  <a:cubicBezTo>
                    <a:pt x="0" y="18478"/>
                    <a:pt x="5334" y="23813"/>
                    <a:pt x="11906" y="23813"/>
                  </a:cubicBezTo>
                  <a:lnTo>
                    <a:pt x="454628" y="23813"/>
                  </a:lnTo>
                  <a:cubicBezTo>
                    <a:pt x="461201" y="23813"/>
                    <a:pt x="466535" y="18478"/>
                    <a:pt x="466535" y="11906"/>
                  </a:cubicBezTo>
                  <a:cubicBezTo>
                    <a:pt x="466535" y="5334"/>
                    <a:pt x="461201" y="0"/>
                    <a:pt x="45462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61" name="Google Shape;3961;p98"/>
            <p:cNvSpPr/>
            <p:nvPr/>
          </p:nvSpPr>
          <p:spPr>
            <a:xfrm>
              <a:off x="9161986" y="2771739"/>
              <a:ext cx="185356" cy="185356"/>
            </a:xfrm>
            <a:custGeom>
              <a:avLst/>
              <a:gdLst/>
              <a:ahLst/>
              <a:cxnLst/>
              <a:rect l="l" t="t" r="r" b="b"/>
              <a:pathLst>
                <a:path w="185356" h="185356" extrusionOk="0">
                  <a:moveTo>
                    <a:pt x="92678" y="185357"/>
                  </a:moveTo>
                  <a:cubicBezTo>
                    <a:pt x="143732" y="185357"/>
                    <a:pt x="185356" y="143828"/>
                    <a:pt x="185356" y="92678"/>
                  </a:cubicBezTo>
                  <a:cubicBezTo>
                    <a:pt x="185356" y="41529"/>
                    <a:pt x="143827" y="0"/>
                    <a:pt x="92678" y="0"/>
                  </a:cubicBezTo>
                  <a:cubicBezTo>
                    <a:pt x="41529" y="0"/>
                    <a:pt x="0" y="41529"/>
                    <a:pt x="0" y="92678"/>
                  </a:cubicBezTo>
                  <a:cubicBezTo>
                    <a:pt x="0" y="143828"/>
                    <a:pt x="41529" y="185357"/>
                    <a:pt x="92678" y="185357"/>
                  </a:cubicBezTo>
                  <a:close/>
                  <a:moveTo>
                    <a:pt x="92678" y="23908"/>
                  </a:moveTo>
                  <a:cubicBezTo>
                    <a:pt x="130588" y="23908"/>
                    <a:pt x="161544" y="54769"/>
                    <a:pt x="161544" y="92774"/>
                  </a:cubicBezTo>
                  <a:cubicBezTo>
                    <a:pt x="161544" y="130778"/>
                    <a:pt x="130683" y="161639"/>
                    <a:pt x="92678" y="161639"/>
                  </a:cubicBezTo>
                  <a:cubicBezTo>
                    <a:pt x="54673" y="161639"/>
                    <a:pt x="23813" y="130778"/>
                    <a:pt x="23813" y="92774"/>
                  </a:cubicBezTo>
                  <a:cubicBezTo>
                    <a:pt x="23813" y="54769"/>
                    <a:pt x="54673" y="23908"/>
                    <a:pt x="92678" y="2390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62" name="Google Shape;3962;p98"/>
            <p:cNvSpPr/>
            <p:nvPr/>
          </p:nvSpPr>
          <p:spPr>
            <a:xfrm>
              <a:off x="9102836" y="2843558"/>
              <a:ext cx="39000" cy="390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63" name="Google Shape;3963;p98"/>
            <p:cNvSpPr/>
            <p:nvPr/>
          </p:nvSpPr>
          <p:spPr>
            <a:xfrm>
              <a:off x="9366011" y="2843462"/>
              <a:ext cx="39052" cy="39052"/>
            </a:xfrm>
            <a:custGeom>
              <a:avLst/>
              <a:gdLst/>
              <a:ahLst/>
              <a:cxnLst/>
              <a:rect l="l" t="t" r="r" b="b"/>
              <a:pathLst>
                <a:path w="39052" h="39052" extrusionOk="0">
                  <a:moveTo>
                    <a:pt x="19526" y="39052"/>
                  </a:moveTo>
                  <a:cubicBezTo>
                    <a:pt x="30290" y="39052"/>
                    <a:pt x="39053" y="30289"/>
                    <a:pt x="39053" y="19526"/>
                  </a:cubicBezTo>
                  <a:cubicBezTo>
                    <a:pt x="39053" y="8763"/>
                    <a:pt x="30290" y="0"/>
                    <a:pt x="19526" y="0"/>
                  </a:cubicBezTo>
                  <a:cubicBezTo>
                    <a:pt x="8763" y="0"/>
                    <a:pt x="0" y="8763"/>
                    <a:pt x="0" y="19526"/>
                  </a:cubicBezTo>
                  <a:cubicBezTo>
                    <a:pt x="0" y="30289"/>
                    <a:pt x="8763" y="39052"/>
                    <a:pt x="19526" y="3905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64" name="Google Shape;3964;p98"/>
            <p:cNvSpPr/>
            <p:nvPr/>
          </p:nvSpPr>
          <p:spPr>
            <a:xfrm>
              <a:off x="9057973" y="3077968"/>
              <a:ext cx="393287" cy="23812"/>
            </a:xfrm>
            <a:custGeom>
              <a:avLst/>
              <a:gdLst/>
              <a:ahLst/>
              <a:cxnLst/>
              <a:rect l="l" t="t" r="r" b="b"/>
              <a:pathLst>
                <a:path w="393287" h="23812" extrusionOk="0">
                  <a:moveTo>
                    <a:pt x="381381" y="0"/>
                  </a:moveTo>
                  <a:lnTo>
                    <a:pt x="11906" y="0"/>
                  </a:lnTo>
                  <a:cubicBezTo>
                    <a:pt x="5334" y="0"/>
                    <a:pt x="0" y="5334"/>
                    <a:pt x="0" y="11906"/>
                  </a:cubicBezTo>
                  <a:cubicBezTo>
                    <a:pt x="0" y="18478"/>
                    <a:pt x="5334" y="23813"/>
                    <a:pt x="11906" y="23813"/>
                  </a:cubicBezTo>
                  <a:lnTo>
                    <a:pt x="381381" y="23813"/>
                  </a:lnTo>
                  <a:cubicBezTo>
                    <a:pt x="387953" y="23813"/>
                    <a:pt x="393287" y="18478"/>
                    <a:pt x="393287" y="11906"/>
                  </a:cubicBezTo>
                  <a:cubicBezTo>
                    <a:pt x="393287" y="5334"/>
                    <a:pt x="387953" y="0"/>
                    <a:pt x="381381"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65" name="Google Shape;3965;p98"/>
          <p:cNvGrpSpPr/>
          <p:nvPr/>
        </p:nvGrpSpPr>
        <p:grpSpPr>
          <a:xfrm>
            <a:off x="2855660" y="4103130"/>
            <a:ext cx="242593" cy="296448"/>
            <a:chOff x="4557147" y="3469290"/>
            <a:chExt cx="431277" cy="527018"/>
          </a:xfrm>
        </p:grpSpPr>
        <p:sp>
          <p:nvSpPr>
            <p:cNvPr id="3966" name="Google Shape;3966;p98"/>
            <p:cNvSpPr/>
            <p:nvPr/>
          </p:nvSpPr>
          <p:spPr>
            <a:xfrm>
              <a:off x="4667243" y="3508865"/>
              <a:ext cx="321181" cy="487443"/>
            </a:xfrm>
            <a:custGeom>
              <a:avLst/>
              <a:gdLst/>
              <a:ahLst/>
              <a:cxnLst/>
              <a:rect l="l" t="t" r="r" b="b"/>
              <a:pathLst>
                <a:path w="321181" h="487443" extrusionOk="0">
                  <a:moveTo>
                    <a:pt x="320910" y="9003"/>
                  </a:moveTo>
                  <a:cubicBezTo>
                    <a:pt x="319291" y="2621"/>
                    <a:pt x="312909" y="-1189"/>
                    <a:pt x="306432" y="335"/>
                  </a:cubicBezTo>
                  <a:lnTo>
                    <a:pt x="214230" y="23386"/>
                  </a:lnTo>
                  <a:cubicBezTo>
                    <a:pt x="210230" y="24433"/>
                    <a:pt x="206991" y="27481"/>
                    <a:pt x="205753" y="31387"/>
                  </a:cubicBezTo>
                  <a:lnTo>
                    <a:pt x="194133" y="68915"/>
                  </a:lnTo>
                  <a:lnTo>
                    <a:pt x="19063" y="68915"/>
                  </a:lnTo>
                  <a:cubicBezTo>
                    <a:pt x="13920" y="68915"/>
                    <a:pt x="8967" y="71011"/>
                    <a:pt x="5347" y="74725"/>
                  </a:cubicBezTo>
                  <a:cubicBezTo>
                    <a:pt x="1728" y="78440"/>
                    <a:pt x="-177" y="83488"/>
                    <a:pt x="13" y="88632"/>
                  </a:cubicBezTo>
                  <a:lnTo>
                    <a:pt x="13920" y="469060"/>
                  </a:lnTo>
                  <a:cubicBezTo>
                    <a:pt x="14301" y="479347"/>
                    <a:pt x="22683" y="487444"/>
                    <a:pt x="32970" y="487444"/>
                  </a:cubicBezTo>
                  <a:lnTo>
                    <a:pt x="244996" y="487444"/>
                  </a:lnTo>
                  <a:cubicBezTo>
                    <a:pt x="255283" y="487444"/>
                    <a:pt x="263665" y="479347"/>
                    <a:pt x="264046" y="469060"/>
                  </a:cubicBezTo>
                  <a:lnTo>
                    <a:pt x="277857" y="88632"/>
                  </a:lnTo>
                  <a:cubicBezTo>
                    <a:pt x="278048" y="83488"/>
                    <a:pt x="276143" y="78440"/>
                    <a:pt x="272523" y="74725"/>
                  </a:cubicBezTo>
                  <a:cubicBezTo>
                    <a:pt x="268904" y="71011"/>
                    <a:pt x="263951" y="68915"/>
                    <a:pt x="258807" y="68915"/>
                  </a:cubicBezTo>
                  <a:lnTo>
                    <a:pt x="218993" y="68915"/>
                  </a:lnTo>
                  <a:lnTo>
                    <a:pt x="226422" y="44912"/>
                  </a:lnTo>
                  <a:lnTo>
                    <a:pt x="312147" y="23481"/>
                  </a:lnTo>
                  <a:cubicBezTo>
                    <a:pt x="318529" y="21862"/>
                    <a:pt x="322434" y="15385"/>
                    <a:pt x="320815" y="9003"/>
                  </a:cubicBezTo>
                  <a:close/>
                  <a:moveTo>
                    <a:pt x="182226" y="107015"/>
                  </a:moveTo>
                  <a:lnTo>
                    <a:pt x="142888" y="233793"/>
                  </a:lnTo>
                  <a:cubicBezTo>
                    <a:pt x="133173" y="232555"/>
                    <a:pt x="123648" y="231031"/>
                    <a:pt x="114504" y="229602"/>
                  </a:cubicBezTo>
                  <a:cubicBezTo>
                    <a:pt x="88119" y="225506"/>
                    <a:pt x="64497" y="221887"/>
                    <a:pt x="43161" y="225030"/>
                  </a:cubicBezTo>
                  <a:lnTo>
                    <a:pt x="38875" y="106920"/>
                  </a:lnTo>
                  <a:lnTo>
                    <a:pt x="182322" y="106920"/>
                  </a:lnTo>
                  <a:close/>
                  <a:moveTo>
                    <a:pt x="51258" y="449344"/>
                  </a:moveTo>
                  <a:lnTo>
                    <a:pt x="43923" y="249128"/>
                  </a:lnTo>
                  <a:cubicBezTo>
                    <a:pt x="62021" y="245699"/>
                    <a:pt x="84119" y="249033"/>
                    <a:pt x="110694" y="253224"/>
                  </a:cubicBezTo>
                  <a:cubicBezTo>
                    <a:pt x="118599" y="254462"/>
                    <a:pt x="126981" y="255700"/>
                    <a:pt x="135649" y="256843"/>
                  </a:cubicBezTo>
                  <a:lnTo>
                    <a:pt x="90405" y="402576"/>
                  </a:lnTo>
                  <a:cubicBezTo>
                    <a:pt x="88405" y="408862"/>
                    <a:pt x="91929" y="415530"/>
                    <a:pt x="98216" y="417435"/>
                  </a:cubicBezTo>
                  <a:cubicBezTo>
                    <a:pt x="99359" y="417816"/>
                    <a:pt x="100597" y="418006"/>
                    <a:pt x="101740" y="418006"/>
                  </a:cubicBezTo>
                  <a:cubicBezTo>
                    <a:pt x="106788" y="418006"/>
                    <a:pt x="111551" y="414768"/>
                    <a:pt x="113075" y="409624"/>
                  </a:cubicBezTo>
                  <a:lnTo>
                    <a:pt x="159747" y="259415"/>
                  </a:lnTo>
                  <a:cubicBezTo>
                    <a:pt x="169368" y="260272"/>
                    <a:pt x="179274" y="260844"/>
                    <a:pt x="189656" y="260844"/>
                  </a:cubicBezTo>
                  <a:cubicBezTo>
                    <a:pt x="203658" y="260844"/>
                    <a:pt x="218326" y="259796"/>
                    <a:pt x="233471" y="257415"/>
                  </a:cubicBezTo>
                  <a:lnTo>
                    <a:pt x="226518" y="449153"/>
                  </a:lnTo>
                  <a:lnTo>
                    <a:pt x="51258" y="449153"/>
                  </a:lnTo>
                  <a:close/>
                  <a:moveTo>
                    <a:pt x="239091" y="107015"/>
                  </a:moveTo>
                  <a:lnTo>
                    <a:pt x="234519" y="233126"/>
                  </a:lnTo>
                  <a:cubicBezTo>
                    <a:pt x="210516" y="237412"/>
                    <a:pt x="188132" y="237698"/>
                    <a:pt x="167082" y="236174"/>
                  </a:cubicBezTo>
                  <a:lnTo>
                    <a:pt x="207182" y="106920"/>
                  </a:lnTo>
                  <a:lnTo>
                    <a:pt x="239091" y="10692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67" name="Google Shape;3967;p98"/>
            <p:cNvSpPr/>
            <p:nvPr/>
          </p:nvSpPr>
          <p:spPr>
            <a:xfrm>
              <a:off x="4557147" y="3469290"/>
              <a:ext cx="220056" cy="220027"/>
            </a:xfrm>
            <a:custGeom>
              <a:avLst/>
              <a:gdLst/>
              <a:ahLst/>
              <a:cxnLst/>
              <a:rect l="l" t="t" r="r" b="b"/>
              <a:pathLst>
                <a:path w="220056" h="220027" extrusionOk="0">
                  <a:moveTo>
                    <a:pt x="74867" y="197453"/>
                  </a:moveTo>
                  <a:cubicBezTo>
                    <a:pt x="43339" y="181737"/>
                    <a:pt x="23813" y="150305"/>
                    <a:pt x="23813" y="115634"/>
                  </a:cubicBezTo>
                  <a:cubicBezTo>
                    <a:pt x="23813" y="64961"/>
                    <a:pt x="65056" y="23813"/>
                    <a:pt x="115634" y="23813"/>
                  </a:cubicBezTo>
                  <a:cubicBezTo>
                    <a:pt x="150400" y="23813"/>
                    <a:pt x="181737" y="43339"/>
                    <a:pt x="197453" y="74867"/>
                  </a:cubicBezTo>
                  <a:cubicBezTo>
                    <a:pt x="200406" y="80772"/>
                    <a:pt x="207550" y="83153"/>
                    <a:pt x="213455" y="80201"/>
                  </a:cubicBezTo>
                  <a:cubicBezTo>
                    <a:pt x="219361" y="77248"/>
                    <a:pt x="221742" y="70104"/>
                    <a:pt x="218789" y="64199"/>
                  </a:cubicBezTo>
                  <a:cubicBezTo>
                    <a:pt x="198977" y="24575"/>
                    <a:pt x="159449" y="0"/>
                    <a:pt x="115634" y="0"/>
                  </a:cubicBezTo>
                  <a:cubicBezTo>
                    <a:pt x="51816" y="0"/>
                    <a:pt x="0" y="51911"/>
                    <a:pt x="0" y="115634"/>
                  </a:cubicBezTo>
                  <a:cubicBezTo>
                    <a:pt x="0" y="159449"/>
                    <a:pt x="24575" y="198977"/>
                    <a:pt x="64199" y="218789"/>
                  </a:cubicBezTo>
                  <a:cubicBezTo>
                    <a:pt x="65913" y="219647"/>
                    <a:pt x="67723" y="220028"/>
                    <a:pt x="69533" y="220028"/>
                  </a:cubicBezTo>
                  <a:cubicBezTo>
                    <a:pt x="73914" y="220028"/>
                    <a:pt x="78105" y="217646"/>
                    <a:pt x="80201" y="213455"/>
                  </a:cubicBezTo>
                  <a:cubicBezTo>
                    <a:pt x="83153" y="207550"/>
                    <a:pt x="80772" y="200406"/>
                    <a:pt x="74867" y="19745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68" name="Google Shape;3968;p98"/>
            <p:cNvSpPr/>
            <p:nvPr/>
          </p:nvSpPr>
          <p:spPr>
            <a:xfrm>
              <a:off x="4603177" y="3584567"/>
              <a:ext cx="46815" cy="46934"/>
            </a:xfrm>
            <a:custGeom>
              <a:avLst/>
              <a:gdLst/>
              <a:ahLst/>
              <a:cxnLst/>
              <a:rect l="l" t="t" r="r" b="b"/>
              <a:pathLst>
                <a:path w="46815" h="46934" extrusionOk="0">
                  <a:moveTo>
                    <a:pt x="26551" y="3500"/>
                  </a:moveTo>
                  <a:lnTo>
                    <a:pt x="3500" y="26551"/>
                  </a:lnTo>
                  <a:cubicBezTo>
                    <a:pt x="-1167" y="31218"/>
                    <a:pt x="-1167" y="38743"/>
                    <a:pt x="3500" y="43410"/>
                  </a:cubicBezTo>
                  <a:cubicBezTo>
                    <a:pt x="5786" y="45696"/>
                    <a:pt x="8834" y="46934"/>
                    <a:pt x="11882" y="46934"/>
                  </a:cubicBezTo>
                  <a:cubicBezTo>
                    <a:pt x="14930" y="46934"/>
                    <a:pt x="17978" y="45791"/>
                    <a:pt x="20264" y="43410"/>
                  </a:cubicBezTo>
                  <a:lnTo>
                    <a:pt x="43315" y="20360"/>
                  </a:lnTo>
                  <a:cubicBezTo>
                    <a:pt x="47982" y="15692"/>
                    <a:pt x="47982" y="8168"/>
                    <a:pt x="43315" y="3500"/>
                  </a:cubicBezTo>
                  <a:cubicBezTo>
                    <a:pt x="38648" y="-1167"/>
                    <a:pt x="31123" y="-1167"/>
                    <a:pt x="26456" y="350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69" name="Google Shape;3969;p98"/>
            <p:cNvSpPr/>
            <p:nvPr/>
          </p:nvSpPr>
          <p:spPr>
            <a:xfrm>
              <a:off x="4672424" y="3515320"/>
              <a:ext cx="46815" cy="46934"/>
            </a:xfrm>
            <a:custGeom>
              <a:avLst/>
              <a:gdLst/>
              <a:ahLst/>
              <a:cxnLst/>
              <a:rect l="l" t="t" r="r" b="b"/>
              <a:pathLst>
                <a:path w="46815" h="46934" extrusionOk="0">
                  <a:moveTo>
                    <a:pt x="26551" y="3500"/>
                  </a:moveTo>
                  <a:lnTo>
                    <a:pt x="3500" y="26551"/>
                  </a:lnTo>
                  <a:cubicBezTo>
                    <a:pt x="-1167" y="31218"/>
                    <a:pt x="-1167" y="38743"/>
                    <a:pt x="3500" y="43410"/>
                  </a:cubicBezTo>
                  <a:cubicBezTo>
                    <a:pt x="5786" y="45696"/>
                    <a:pt x="8834" y="46934"/>
                    <a:pt x="11882" y="46934"/>
                  </a:cubicBezTo>
                  <a:cubicBezTo>
                    <a:pt x="14930" y="46934"/>
                    <a:pt x="17978" y="45791"/>
                    <a:pt x="20264" y="43410"/>
                  </a:cubicBezTo>
                  <a:lnTo>
                    <a:pt x="43315" y="20360"/>
                  </a:lnTo>
                  <a:cubicBezTo>
                    <a:pt x="47982" y="15692"/>
                    <a:pt x="47982" y="8168"/>
                    <a:pt x="43315" y="3500"/>
                  </a:cubicBezTo>
                  <a:cubicBezTo>
                    <a:pt x="38648" y="-1167"/>
                    <a:pt x="31123" y="-1167"/>
                    <a:pt x="26456" y="350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70" name="Google Shape;3970;p98"/>
            <p:cNvSpPr/>
            <p:nvPr/>
          </p:nvSpPr>
          <p:spPr>
            <a:xfrm>
              <a:off x="4614748" y="3526891"/>
              <a:ext cx="46913" cy="47650"/>
            </a:xfrm>
            <a:custGeom>
              <a:avLst/>
              <a:gdLst/>
              <a:ahLst/>
              <a:cxnLst/>
              <a:rect l="l" t="t" r="r" b="b"/>
              <a:pathLst>
                <a:path w="46913" h="47650" extrusionOk="0">
                  <a:moveTo>
                    <a:pt x="20504" y="3645"/>
                  </a:moveTo>
                  <a:cubicBezTo>
                    <a:pt x="15932" y="-1118"/>
                    <a:pt x="8407" y="-1213"/>
                    <a:pt x="3645" y="3359"/>
                  </a:cubicBezTo>
                  <a:cubicBezTo>
                    <a:pt x="-1118" y="7931"/>
                    <a:pt x="-1213" y="15456"/>
                    <a:pt x="3359" y="20218"/>
                  </a:cubicBezTo>
                  <a:lnTo>
                    <a:pt x="26410" y="44031"/>
                  </a:lnTo>
                  <a:cubicBezTo>
                    <a:pt x="28791" y="46412"/>
                    <a:pt x="31839" y="47650"/>
                    <a:pt x="34982" y="47650"/>
                  </a:cubicBezTo>
                  <a:cubicBezTo>
                    <a:pt x="38125" y="47650"/>
                    <a:pt x="40983" y="46507"/>
                    <a:pt x="43269" y="44317"/>
                  </a:cubicBezTo>
                  <a:cubicBezTo>
                    <a:pt x="48031" y="39745"/>
                    <a:pt x="48127" y="32220"/>
                    <a:pt x="43555" y="27457"/>
                  </a:cubicBezTo>
                  <a:lnTo>
                    <a:pt x="20504" y="364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71" name="Google Shape;3971;p98"/>
          <p:cNvGrpSpPr/>
          <p:nvPr/>
        </p:nvGrpSpPr>
        <p:grpSpPr>
          <a:xfrm>
            <a:off x="7581331" y="1059396"/>
            <a:ext cx="297679" cy="197221"/>
            <a:chOff x="1824058" y="5063961"/>
            <a:chExt cx="529208" cy="350615"/>
          </a:xfrm>
        </p:grpSpPr>
        <p:sp>
          <p:nvSpPr>
            <p:cNvPr id="3972" name="Google Shape;3972;p98"/>
            <p:cNvSpPr/>
            <p:nvPr/>
          </p:nvSpPr>
          <p:spPr>
            <a:xfrm>
              <a:off x="1937310" y="5122254"/>
              <a:ext cx="270319" cy="207168"/>
            </a:xfrm>
            <a:custGeom>
              <a:avLst/>
              <a:gdLst/>
              <a:ahLst/>
              <a:cxnLst/>
              <a:rect l="l" t="t" r="r" b="b"/>
              <a:pathLst>
                <a:path w="270319" h="207168" extrusionOk="0">
                  <a:moveTo>
                    <a:pt x="257175" y="0"/>
                  </a:moveTo>
                  <a:lnTo>
                    <a:pt x="13145" y="0"/>
                  </a:lnTo>
                  <a:cubicBezTo>
                    <a:pt x="5906" y="0"/>
                    <a:pt x="0" y="5905"/>
                    <a:pt x="0" y="13144"/>
                  </a:cubicBezTo>
                  <a:lnTo>
                    <a:pt x="0" y="194024"/>
                  </a:lnTo>
                  <a:cubicBezTo>
                    <a:pt x="0" y="201263"/>
                    <a:pt x="5906" y="207169"/>
                    <a:pt x="13145" y="207169"/>
                  </a:cubicBezTo>
                  <a:cubicBezTo>
                    <a:pt x="20384" y="207169"/>
                    <a:pt x="26289" y="201263"/>
                    <a:pt x="26289" y="194024"/>
                  </a:cubicBezTo>
                  <a:lnTo>
                    <a:pt x="26289" y="26289"/>
                  </a:lnTo>
                  <a:lnTo>
                    <a:pt x="257175" y="26289"/>
                  </a:lnTo>
                  <a:cubicBezTo>
                    <a:pt x="264414" y="26289"/>
                    <a:pt x="270320" y="20383"/>
                    <a:pt x="270320" y="13144"/>
                  </a:cubicBezTo>
                  <a:cubicBezTo>
                    <a:pt x="270320" y="5905"/>
                    <a:pt x="264414" y="0"/>
                    <a:pt x="25717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73" name="Google Shape;3973;p98"/>
            <p:cNvSpPr/>
            <p:nvPr/>
          </p:nvSpPr>
          <p:spPr>
            <a:xfrm>
              <a:off x="1824058" y="5063961"/>
              <a:ext cx="529208" cy="350615"/>
            </a:xfrm>
            <a:custGeom>
              <a:avLst/>
              <a:gdLst/>
              <a:ahLst/>
              <a:cxnLst/>
              <a:rect l="l" t="t" r="r" b="b"/>
              <a:pathLst>
                <a:path w="529208" h="350615" extrusionOk="0">
                  <a:moveTo>
                    <a:pt x="517303" y="291560"/>
                  </a:moveTo>
                  <a:lnTo>
                    <a:pt x="479393" y="291560"/>
                  </a:lnTo>
                  <a:lnTo>
                    <a:pt x="479393" y="35052"/>
                  </a:lnTo>
                  <a:cubicBezTo>
                    <a:pt x="479393" y="15716"/>
                    <a:pt x="463677" y="0"/>
                    <a:pt x="444341" y="0"/>
                  </a:cubicBezTo>
                  <a:lnTo>
                    <a:pt x="84868" y="0"/>
                  </a:lnTo>
                  <a:cubicBezTo>
                    <a:pt x="65532" y="0"/>
                    <a:pt x="49816" y="15716"/>
                    <a:pt x="49816" y="35052"/>
                  </a:cubicBezTo>
                  <a:lnTo>
                    <a:pt x="49816" y="291560"/>
                  </a:lnTo>
                  <a:lnTo>
                    <a:pt x="11906" y="291560"/>
                  </a:lnTo>
                  <a:cubicBezTo>
                    <a:pt x="5334" y="291560"/>
                    <a:pt x="0" y="296894"/>
                    <a:pt x="0" y="303467"/>
                  </a:cubicBezTo>
                  <a:lnTo>
                    <a:pt x="0" y="307086"/>
                  </a:lnTo>
                  <a:cubicBezTo>
                    <a:pt x="0" y="331946"/>
                    <a:pt x="17621" y="350615"/>
                    <a:pt x="41053" y="350615"/>
                  </a:cubicBezTo>
                  <a:lnTo>
                    <a:pt x="483108" y="350615"/>
                  </a:lnTo>
                  <a:cubicBezTo>
                    <a:pt x="507683" y="350615"/>
                    <a:pt x="529209" y="330232"/>
                    <a:pt x="529209" y="307086"/>
                  </a:cubicBezTo>
                  <a:lnTo>
                    <a:pt x="529209" y="303467"/>
                  </a:lnTo>
                  <a:cubicBezTo>
                    <a:pt x="529209" y="296894"/>
                    <a:pt x="523875" y="291560"/>
                    <a:pt x="517303" y="291560"/>
                  </a:cubicBezTo>
                  <a:close/>
                  <a:moveTo>
                    <a:pt x="41053" y="326898"/>
                  </a:moveTo>
                  <a:cubicBezTo>
                    <a:pt x="32671" y="326898"/>
                    <a:pt x="27527" y="321755"/>
                    <a:pt x="25241" y="315373"/>
                  </a:cubicBezTo>
                  <a:lnTo>
                    <a:pt x="190976" y="315373"/>
                  </a:lnTo>
                  <a:lnTo>
                    <a:pt x="190976" y="325469"/>
                  </a:lnTo>
                  <a:cubicBezTo>
                    <a:pt x="190976" y="325469"/>
                    <a:pt x="190976" y="326422"/>
                    <a:pt x="190976" y="326898"/>
                  </a:cubicBezTo>
                  <a:lnTo>
                    <a:pt x="40958" y="326898"/>
                  </a:lnTo>
                  <a:close/>
                  <a:moveTo>
                    <a:pt x="314420" y="303467"/>
                  </a:moveTo>
                  <a:lnTo>
                    <a:pt x="314420" y="313563"/>
                  </a:lnTo>
                  <a:lnTo>
                    <a:pt x="214884" y="313563"/>
                  </a:lnTo>
                  <a:lnTo>
                    <a:pt x="214884" y="303467"/>
                  </a:lnTo>
                  <a:cubicBezTo>
                    <a:pt x="214884" y="296894"/>
                    <a:pt x="209550" y="291560"/>
                    <a:pt x="202978" y="291560"/>
                  </a:cubicBezTo>
                  <a:lnTo>
                    <a:pt x="87916" y="291560"/>
                  </a:lnTo>
                  <a:lnTo>
                    <a:pt x="87916" y="38100"/>
                  </a:lnTo>
                  <a:lnTo>
                    <a:pt x="441293" y="38100"/>
                  </a:lnTo>
                  <a:lnTo>
                    <a:pt x="441293" y="291560"/>
                  </a:lnTo>
                  <a:lnTo>
                    <a:pt x="326231" y="291560"/>
                  </a:lnTo>
                  <a:cubicBezTo>
                    <a:pt x="319659" y="291560"/>
                    <a:pt x="314325" y="296894"/>
                    <a:pt x="314325" y="303467"/>
                  </a:cubicBezTo>
                  <a:close/>
                  <a:moveTo>
                    <a:pt x="483108" y="326898"/>
                  </a:moveTo>
                  <a:lnTo>
                    <a:pt x="338137" y="326898"/>
                  </a:lnTo>
                  <a:cubicBezTo>
                    <a:pt x="338137" y="326898"/>
                    <a:pt x="338137" y="325946"/>
                    <a:pt x="338137" y="325469"/>
                  </a:cubicBezTo>
                  <a:lnTo>
                    <a:pt x="338137" y="315373"/>
                  </a:lnTo>
                  <a:lnTo>
                    <a:pt x="502920" y="315373"/>
                  </a:lnTo>
                  <a:cubicBezTo>
                    <a:pt x="499110" y="321945"/>
                    <a:pt x="491204" y="326898"/>
                    <a:pt x="483013" y="32689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74" name="Google Shape;3974;p98"/>
          <p:cNvGrpSpPr/>
          <p:nvPr/>
        </p:nvGrpSpPr>
        <p:grpSpPr>
          <a:xfrm>
            <a:off x="1244197" y="1008188"/>
            <a:ext cx="300091" cy="299608"/>
            <a:chOff x="10254562" y="4953267"/>
            <a:chExt cx="533495" cy="532637"/>
          </a:xfrm>
        </p:grpSpPr>
        <p:sp>
          <p:nvSpPr>
            <p:cNvPr id="3975" name="Google Shape;3975;p98"/>
            <p:cNvSpPr/>
            <p:nvPr/>
          </p:nvSpPr>
          <p:spPr>
            <a:xfrm>
              <a:off x="10254562" y="4953267"/>
              <a:ext cx="533495" cy="532637"/>
            </a:xfrm>
            <a:custGeom>
              <a:avLst/>
              <a:gdLst/>
              <a:ahLst/>
              <a:cxnLst/>
              <a:rect l="l" t="t" r="r" b="b"/>
              <a:pathLst>
                <a:path w="533495" h="532637" extrusionOk="0">
                  <a:moveTo>
                    <a:pt x="519494" y="204216"/>
                  </a:moveTo>
                  <a:cubicBezTo>
                    <a:pt x="519494" y="204216"/>
                    <a:pt x="519398" y="204121"/>
                    <a:pt x="519303" y="204026"/>
                  </a:cubicBezTo>
                  <a:lnTo>
                    <a:pt x="328994" y="14383"/>
                  </a:lnTo>
                  <a:cubicBezTo>
                    <a:pt x="320993" y="6001"/>
                    <a:pt x="306515" y="0"/>
                    <a:pt x="294704" y="0"/>
                  </a:cubicBezTo>
                  <a:lnTo>
                    <a:pt x="238697" y="0"/>
                  </a:lnTo>
                  <a:cubicBezTo>
                    <a:pt x="226886" y="0"/>
                    <a:pt x="212408" y="6096"/>
                    <a:pt x="204597" y="14192"/>
                  </a:cubicBezTo>
                  <a:lnTo>
                    <a:pt x="13907" y="204216"/>
                  </a:lnTo>
                  <a:cubicBezTo>
                    <a:pt x="5810" y="212503"/>
                    <a:pt x="0" y="226790"/>
                    <a:pt x="0" y="238316"/>
                  </a:cubicBezTo>
                  <a:lnTo>
                    <a:pt x="0" y="294323"/>
                  </a:lnTo>
                  <a:cubicBezTo>
                    <a:pt x="0" y="305848"/>
                    <a:pt x="5905" y="320135"/>
                    <a:pt x="14097" y="328327"/>
                  </a:cubicBezTo>
                  <a:lnTo>
                    <a:pt x="204502" y="518160"/>
                  </a:lnTo>
                  <a:cubicBezTo>
                    <a:pt x="212789" y="526542"/>
                    <a:pt x="227171" y="532638"/>
                    <a:pt x="238792" y="532638"/>
                  </a:cubicBezTo>
                  <a:lnTo>
                    <a:pt x="294799" y="532638"/>
                  </a:lnTo>
                  <a:cubicBezTo>
                    <a:pt x="306419" y="532638"/>
                    <a:pt x="320802" y="526542"/>
                    <a:pt x="328898" y="518255"/>
                  </a:cubicBezTo>
                  <a:lnTo>
                    <a:pt x="519494" y="328232"/>
                  </a:lnTo>
                  <a:cubicBezTo>
                    <a:pt x="527590" y="320040"/>
                    <a:pt x="533495" y="305848"/>
                    <a:pt x="533495" y="294323"/>
                  </a:cubicBezTo>
                  <a:lnTo>
                    <a:pt x="533495" y="238220"/>
                  </a:lnTo>
                  <a:cubicBezTo>
                    <a:pt x="533495" y="226695"/>
                    <a:pt x="527685" y="212408"/>
                    <a:pt x="519589" y="204121"/>
                  </a:cubicBezTo>
                  <a:close/>
                  <a:moveTo>
                    <a:pt x="504444" y="294323"/>
                  </a:moveTo>
                  <a:cubicBezTo>
                    <a:pt x="504444" y="298037"/>
                    <a:pt x="501491" y="305181"/>
                    <a:pt x="498920" y="307753"/>
                  </a:cubicBezTo>
                  <a:lnTo>
                    <a:pt x="308324" y="497777"/>
                  </a:lnTo>
                  <a:cubicBezTo>
                    <a:pt x="305467" y="500634"/>
                    <a:pt x="298609" y="503587"/>
                    <a:pt x="294704" y="503587"/>
                  </a:cubicBezTo>
                  <a:lnTo>
                    <a:pt x="238697" y="503587"/>
                  </a:lnTo>
                  <a:cubicBezTo>
                    <a:pt x="234887" y="503587"/>
                    <a:pt x="227838" y="500634"/>
                    <a:pt x="224981" y="497681"/>
                  </a:cubicBezTo>
                  <a:lnTo>
                    <a:pt x="34481" y="307753"/>
                  </a:lnTo>
                  <a:cubicBezTo>
                    <a:pt x="31814" y="305086"/>
                    <a:pt x="28861" y="298037"/>
                    <a:pt x="28861" y="294227"/>
                  </a:cubicBezTo>
                  <a:lnTo>
                    <a:pt x="28861" y="238316"/>
                  </a:lnTo>
                  <a:cubicBezTo>
                    <a:pt x="28861" y="234410"/>
                    <a:pt x="31814" y="227267"/>
                    <a:pt x="34385" y="224600"/>
                  </a:cubicBezTo>
                  <a:lnTo>
                    <a:pt x="225171" y="34481"/>
                  </a:lnTo>
                  <a:cubicBezTo>
                    <a:pt x="227743" y="31813"/>
                    <a:pt x="234791" y="28861"/>
                    <a:pt x="238697" y="28861"/>
                  </a:cubicBezTo>
                  <a:lnTo>
                    <a:pt x="294704" y="28861"/>
                  </a:lnTo>
                  <a:cubicBezTo>
                    <a:pt x="298704" y="28861"/>
                    <a:pt x="305657" y="31718"/>
                    <a:pt x="308420" y="34576"/>
                  </a:cubicBezTo>
                  <a:lnTo>
                    <a:pt x="498824" y="224314"/>
                  </a:lnTo>
                  <a:cubicBezTo>
                    <a:pt x="501587" y="227171"/>
                    <a:pt x="504444" y="234220"/>
                    <a:pt x="504444" y="238125"/>
                  </a:cubicBezTo>
                  <a:lnTo>
                    <a:pt x="504444" y="29413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76" name="Google Shape;3976;p98"/>
            <p:cNvSpPr/>
            <p:nvPr/>
          </p:nvSpPr>
          <p:spPr>
            <a:xfrm>
              <a:off x="10350782" y="5071472"/>
              <a:ext cx="310003" cy="295655"/>
            </a:xfrm>
            <a:custGeom>
              <a:avLst/>
              <a:gdLst/>
              <a:ahLst/>
              <a:cxnLst/>
              <a:rect l="l" t="t" r="r" b="b"/>
              <a:pathLst>
                <a:path w="310003" h="295655" extrusionOk="0">
                  <a:moveTo>
                    <a:pt x="254776" y="0"/>
                  </a:moveTo>
                  <a:cubicBezTo>
                    <a:pt x="240679" y="667"/>
                    <a:pt x="227725" y="6858"/>
                    <a:pt x="218296" y="17240"/>
                  </a:cubicBezTo>
                  <a:cubicBezTo>
                    <a:pt x="208866" y="27622"/>
                    <a:pt x="204008" y="41148"/>
                    <a:pt x="204770" y="55245"/>
                  </a:cubicBezTo>
                  <a:cubicBezTo>
                    <a:pt x="205342" y="67437"/>
                    <a:pt x="210295" y="78677"/>
                    <a:pt x="218296" y="87630"/>
                  </a:cubicBezTo>
                  <a:lnTo>
                    <a:pt x="204199" y="105251"/>
                  </a:lnTo>
                  <a:cubicBezTo>
                    <a:pt x="196102" y="100965"/>
                    <a:pt x="187054" y="98298"/>
                    <a:pt x="177243" y="98298"/>
                  </a:cubicBezTo>
                  <a:cubicBezTo>
                    <a:pt x="168194" y="98298"/>
                    <a:pt x="159812" y="100489"/>
                    <a:pt x="152097" y="104204"/>
                  </a:cubicBezTo>
                  <a:lnTo>
                    <a:pt x="124760" y="71819"/>
                  </a:lnTo>
                  <a:cubicBezTo>
                    <a:pt x="129332" y="65246"/>
                    <a:pt x="131999" y="57245"/>
                    <a:pt x="131999" y="48673"/>
                  </a:cubicBezTo>
                  <a:cubicBezTo>
                    <a:pt x="131999" y="26194"/>
                    <a:pt x="113711" y="7810"/>
                    <a:pt x="91137" y="7810"/>
                  </a:cubicBezTo>
                  <a:cubicBezTo>
                    <a:pt x="68563" y="7810"/>
                    <a:pt x="50275" y="26098"/>
                    <a:pt x="50275" y="48673"/>
                  </a:cubicBezTo>
                  <a:cubicBezTo>
                    <a:pt x="50275" y="71247"/>
                    <a:pt x="68658" y="89535"/>
                    <a:pt x="91137" y="89535"/>
                  </a:cubicBezTo>
                  <a:cubicBezTo>
                    <a:pt x="94471" y="89535"/>
                    <a:pt x="97614" y="89059"/>
                    <a:pt x="100662" y="88297"/>
                  </a:cubicBezTo>
                  <a:lnTo>
                    <a:pt x="129713" y="122777"/>
                  </a:lnTo>
                  <a:cubicBezTo>
                    <a:pt x="122950" y="132302"/>
                    <a:pt x="118855" y="143828"/>
                    <a:pt x="118855" y="156401"/>
                  </a:cubicBezTo>
                  <a:cubicBezTo>
                    <a:pt x="118855" y="157925"/>
                    <a:pt x="119140" y="159353"/>
                    <a:pt x="119331" y="160877"/>
                  </a:cubicBezTo>
                  <a:lnTo>
                    <a:pt x="98281" y="164497"/>
                  </a:lnTo>
                  <a:cubicBezTo>
                    <a:pt x="95614" y="159734"/>
                    <a:pt x="92280" y="155353"/>
                    <a:pt x="88089" y="151543"/>
                  </a:cubicBezTo>
                  <a:cubicBezTo>
                    <a:pt x="77707" y="142113"/>
                    <a:pt x="64181" y="137255"/>
                    <a:pt x="50084" y="138017"/>
                  </a:cubicBezTo>
                  <a:cubicBezTo>
                    <a:pt x="35987" y="138684"/>
                    <a:pt x="23033" y="144875"/>
                    <a:pt x="13603" y="155258"/>
                  </a:cubicBezTo>
                  <a:cubicBezTo>
                    <a:pt x="4174" y="165640"/>
                    <a:pt x="-684" y="179165"/>
                    <a:pt x="78" y="193262"/>
                  </a:cubicBezTo>
                  <a:cubicBezTo>
                    <a:pt x="1507" y="221456"/>
                    <a:pt x="24843" y="243364"/>
                    <a:pt x="52751" y="243364"/>
                  </a:cubicBezTo>
                  <a:cubicBezTo>
                    <a:pt x="53608" y="243364"/>
                    <a:pt x="54466" y="243364"/>
                    <a:pt x="55418" y="243364"/>
                  </a:cubicBezTo>
                  <a:cubicBezTo>
                    <a:pt x="69515" y="242697"/>
                    <a:pt x="82469" y="236506"/>
                    <a:pt x="91899" y="226124"/>
                  </a:cubicBezTo>
                  <a:cubicBezTo>
                    <a:pt x="100281" y="216884"/>
                    <a:pt x="104853" y="205073"/>
                    <a:pt x="105234" y="192786"/>
                  </a:cubicBezTo>
                  <a:lnTo>
                    <a:pt x="128665" y="188690"/>
                  </a:lnTo>
                  <a:cubicBezTo>
                    <a:pt x="139048" y="204311"/>
                    <a:pt x="156859" y="214598"/>
                    <a:pt x="177052" y="214598"/>
                  </a:cubicBezTo>
                  <a:cubicBezTo>
                    <a:pt x="184577" y="214598"/>
                    <a:pt x="191626" y="213074"/>
                    <a:pt x="198293" y="210503"/>
                  </a:cubicBezTo>
                  <a:lnTo>
                    <a:pt x="213724" y="231362"/>
                  </a:lnTo>
                  <a:cubicBezTo>
                    <a:pt x="209056" y="238030"/>
                    <a:pt x="206199" y="246031"/>
                    <a:pt x="206199" y="254794"/>
                  </a:cubicBezTo>
                  <a:cubicBezTo>
                    <a:pt x="206199" y="277273"/>
                    <a:pt x="224487" y="295656"/>
                    <a:pt x="247061" y="295656"/>
                  </a:cubicBezTo>
                  <a:cubicBezTo>
                    <a:pt x="269635" y="295656"/>
                    <a:pt x="287923" y="277368"/>
                    <a:pt x="287923" y="254794"/>
                  </a:cubicBezTo>
                  <a:cubicBezTo>
                    <a:pt x="287923" y="232219"/>
                    <a:pt x="269540" y="213932"/>
                    <a:pt x="247061" y="213932"/>
                  </a:cubicBezTo>
                  <a:cubicBezTo>
                    <a:pt x="243823" y="213932"/>
                    <a:pt x="240679" y="214408"/>
                    <a:pt x="237631" y="215170"/>
                  </a:cubicBezTo>
                  <a:lnTo>
                    <a:pt x="221534" y="193548"/>
                  </a:lnTo>
                  <a:cubicBezTo>
                    <a:pt x="229916" y="183452"/>
                    <a:pt x="235155" y="170688"/>
                    <a:pt x="235155" y="156591"/>
                  </a:cubicBezTo>
                  <a:cubicBezTo>
                    <a:pt x="235155" y="144780"/>
                    <a:pt x="231535" y="133922"/>
                    <a:pt x="225535" y="124682"/>
                  </a:cubicBezTo>
                  <a:lnTo>
                    <a:pt x="242775" y="103156"/>
                  </a:lnTo>
                  <a:cubicBezTo>
                    <a:pt x="247442" y="104489"/>
                    <a:pt x="252205" y="105347"/>
                    <a:pt x="257253" y="105347"/>
                  </a:cubicBezTo>
                  <a:cubicBezTo>
                    <a:pt x="258110" y="105347"/>
                    <a:pt x="259063" y="105347"/>
                    <a:pt x="259920" y="105347"/>
                  </a:cubicBezTo>
                  <a:cubicBezTo>
                    <a:pt x="274017" y="104680"/>
                    <a:pt x="286971" y="98489"/>
                    <a:pt x="296401" y="88106"/>
                  </a:cubicBezTo>
                  <a:cubicBezTo>
                    <a:pt x="305830" y="77724"/>
                    <a:pt x="310688" y="64198"/>
                    <a:pt x="309926" y="50102"/>
                  </a:cubicBezTo>
                  <a:lnTo>
                    <a:pt x="309926" y="50102"/>
                  </a:lnTo>
                  <a:cubicBezTo>
                    <a:pt x="308402" y="21050"/>
                    <a:pt x="283637" y="-1524"/>
                    <a:pt x="254586" y="95"/>
                  </a:cubicBezTo>
                  <a:close/>
                  <a:moveTo>
                    <a:pt x="79326" y="48768"/>
                  </a:moveTo>
                  <a:cubicBezTo>
                    <a:pt x="79326" y="42196"/>
                    <a:pt x="84660" y="36862"/>
                    <a:pt x="91232" y="36862"/>
                  </a:cubicBezTo>
                  <a:cubicBezTo>
                    <a:pt x="97804" y="36862"/>
                    <a:pt x="103138" y="42196"/>
                    <a:pt x="103138" y="48768"/>
                  </a:cubicBezTo>
                  <a:cubicBezTo>
                    <a:pt x="103138" y="51149"/>
                    <a:pt x="102281" y="53245"/>
                    <a:pt x="101043" y="55055"/>
                  </a:cubicBezTo>
                  <a:cubicBezTo>
                    <a:pt x="98566" y="55531"/>
                    <a:pt x="96090" y="56293"/>
                    <a:pt x="93994" y="58007"/>
                  </a:cubicBezTo>
                  <a:cubicBezTo>
                    <a:pt x="93137" y="58674"/>
                    <a:pt x="92661" y="59627"/>
                    <a:pt x="91994" y="60484"/>
                  </a:cubicBezTo>
                  <a:cubicBezTo>
                    <a:pt x="91708" y="60484"/>
                    <a:pt x="91423" y="60674"/>
                    <a:pt x="91042" y="60674"/>
                  </a:cubicBezTo>
                  <a:cubicBezTo>
                    <a:pt x="84374" y="60674"/>
                    <a:pt x="79135" y="55340"/>
                    <a:pt x="79135" y="48768"/>
                  </a:cubicBezTo>
                  <a:close/>
                  <a:moveTo>
                    <a:pt x="76754" y="189548"/>
                  </a:moveTo>
                  <a:cubicBezTo>
                    <a:pt x="77040" y="195929"/>
                    <a:pt x="74944" y="201930"/>
                    <a:pt x="70658" y="206692"/>
                  </a:cubicBezTo>
                  <a:cubicBezTo>
                    <a:pt x="66372" y="211455"/>
                    <a:pt x="60562" y="214217"/>
                    <a:pt x="54180" y="214503"/>
                  </a:cubicBezTo>
                  <a:cubicBezTo>
                    <a:pt x="41035" y="214979"/>
                    <a:pt x="29891" y="204978"/>
                    <a:pt x="29224" y="191834"/>
                  </a:cubicBezTo>
                  <a:cubicBezTo>
                    <a:pt x="28939" y="185452"/>
                    <a:pt x="31034" y="179451"/>
                    <a:pt x="35320" y="174689"/>
                  </a:cubicBezTo>
                  <a:cubicBezTo>
                    <a:pt x="39607" y="169926"/>
                    <a:pt x="45512" y="167164"/>
                    <a:pt x="51799" y="166878"/>
                  </a:cubicBezTo>
                  <a:cubicBezTo>
                    <a:pt x="52275" y="166878"/>
                    <a:pt x="52656" y="166878"/>
                    <a:pt x="53037" y="166878"/>
                  </a:cubicBezTo>
                  <a:cubicBezTo>
                    <a:pt x="58942" y="166878"/>
                    <a:pt x="64562" y="169069"/>
                    <a:pt x="69039" y="173069"/>
                  </a:cubicBezTo>
                  <a:cubicBezTo>
                    <a:pt x="73706" y="177356"/>
                    <a:pt x="76468" y="183261"/>
                    <a:pt x="76754" y="189548"/>
                  </a:cubicBezTo>
                  <a:lnTo>
                    <a:pt x="76754" y="189548"/>
                  </a:lnTo>
                  <a:close/>
                  <a:moveTo>
                    <a:pt x="148001" y="156496"/>
                  </a:moveTo>
                  <a:cubicBezTo>
                    <a:pt x="148001" y="140399"/>
                    <a:pt x="161050" y="127254"/>
                    <a:pt x="177243" y="127254"/>
                  </a:cubicBezTo>
                  <a:cubicBezTo>
                    <a:pt x="193435" y="127254"/>
                    <a:pt x="206485" y="140303"/>
                    <a:pt x="206485" y="156496"/>
                  </a:cubicBezTo>
                  <a:cubicBezTo>
                    <a:pt x="206485" y="172688"/>
                    <a:pt x="193340" y="185738"/>
                    <a:pt x="177243" y="185738"/>
                  </a:cubicBezTo>
                  <a:cubicBezTo>
                    <a:pt x="161146" y="185738"/>
                    <a:pt x="148001" y="172688"/>
                    <a:pt x="148001" y="156496"/>
                  </a:cubicBezTo>
                  <a:close/>
                  <a:moveTo>
                    <a:pt x="259158" y="254699"/>
                  </a:moveTo>
                  <a:cubicBezTo>
                    <a:pt x="259158" y="261271"/>
                    <a:pt x="253824" y="266605"/>
                    <a:pt x="247252" y="266605"/>
                  </a:cubicBezTo>
                  <a:cubicBezTo>
                    <a:pt x="240679" y="266605"/>
                    <a:pt x="235345" y="261271"/>
                    <a:pt x="235345" y="254699"/>
                  </a:cubicBezTo>
                  <a:cubicBezTo>
                    <a:pt x="235345" y="248126"/>
                    <a:pt x="240679" y="242792"/>
                    <a:pt x="247252" y="242792"/>
                  </a:cubicBezTo>
                  <a:cubicBezTo>
                    <a:pt x="253824" y="242792"/>
                    <a:pt x="259158" y="248126"/>
                    <a:pt x="259158" y="254699"/>
                  </a:cubicBezTo>
                  <a:close/>
                  <a:moveTo>
                    <a:pt x="275065" y="68580"/>
                  </a:moveTo>
                  <a:cubicBezTo>
                    <a:pt x="270778" y="73343"/>
                    <a:pt x="264873" y="76105"/>
                    <a:pt x="258586" y="76391"/>
                  </a:cubicBezTo>
                  <a:cubicBezTo>
                    <a:pt x="252109" y="76676"/>
                    <a:pt x="246204" y="74486"/>
                    <a:pt x="241441" y="70295"/>
                  </a:cubicBezTo>
                  <a:cubicBezTo>
                    <a:pt x="236679" y="66008"/>
                    <a:pt x="233917" y="60198"/>
                    <a:pt x="233631" y="53816"/>
                  </a:cubicBezTo>
                  <a:cubicBezTo>
                    <a:pt x="233345" y="47435"/>
                    <a:pt x="235441" y="41339"/>
                    <a:pt x="239727" y="36671"/>
                  </a:cubicBezTo>
                  <a:cubicBezTo>
                    <a:pt x="244013" y="31909"/>
                    <a:pt x="249823" y="29147"/>
                    <a:pt x="256205" y="28861"/>
                  </a:cubicBezTo>
                  <a:cubicBezTo>
                    <a:pt x="256586" y="28861"/>
                    <a:pt x="257062" y="28861"/>
                    <a:pt x="257443" y="28861"/>
                  </a:cubicBezTo>
                  <a:cubicBezTo>
                    <a:pt x="270016" y="28861"/>
                    <a:pt x="280589" y="38767"/>
                    <a:pt x="281256" y="51530"/>
                  </a:cubicBezTo>
                  <a:cubicBezTo>
                    <a:pt x="281542" y="57912"/>
                    <a:pt x="279446" y="64008"/>
                    <a:pt x="275160" y="6867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77" name="Google Shape;3977;p98"/>
          <p:cNvGrpSpPr/>
          <p:nvPr/>
        </p:nvGrpSpPr>
        <p:grpSpPr>
          <a:xfrm>
            <a:off x="2032903" y="4101540"/>
            <a:ext cx="299206" cy="299603"/>
            <a:chOff x="10858454" y="4965236"/>
            <a:chExt cx="531922" cy="532628"/>
          </a:xfrm>
        </p:grpSpPr>
        <p:sp>
          <p:nvSpPr>
            <p:cNvPr id="3978" name="Google Shape;3978;p98"/>
            <p:cNvSpPr/>
            <p:nvPr/>
          </p:nvSpPr>
          <p:spPr>
            <a:xfrm>
              <a:off x="10858454" y="4965236"/>
              <a:ext cx="531922" cy="532628"/>
            </a:xfrm>
            <a:custGeom>
              <a:avLst/>
              <a:gdLst/>
              <a:ahLst/>
              <a:cxnLst/>
              <a:rect l="l" t="t" r="r" b="b"/>
              <a:pathLst>
                <a:path w="531922" h="532628" extrusionOk="0">
                  <a:moveTo>
                    <a:pt x="518916" y="13420"/>
                  </a:moveTo>
                  <a:cubicBezTo>
                    <a:pt x="491769" y="-13726"/>
                    <a:pt x="430047" y="6372"/>
                    <a:pt x="395662" y="20755"/>
                  </a:cubicBezTo>
                  <a:cubicBezTo>
                    <a:pt x="338703" y="44567"/>
                    <a:pt x="279362" y="84953"/>
                    <a:pt x="232880" y="131435"/>
                  </a:cubicBezTo>
                  <a:cubicBezTo>
                    <a:pt x="225927" y="138388"/>
                    <a:pt x="219164" y="145818"/>
                    <a:pt x="212592" y="153343"/>
                  </a:cubicBezTo>
                  <a:lnTo>
                    <a:pt x="117532" y="180108"/>
                  </a:lnTo>
                  <a:cubicBezTo>
                    <a:pt x="115532" y="180679"/>
                    <a:pt x="113817" y="181727"/>
                    <a:pt x="112389" y="183156"/>
                  </a:cubicBezTo>
                  <a:lnTo>
                    <a:pt x="18186" y="277358"/>
                  </a:lnTo>
                  <a:cubicBezTo>
                    <a:pt x="15043" y="280501"/>
                    <a:pt x="13900" y="285264"/>
                    <a:pt x="15329" y="289455"/>
                  </a:cubicBezTo>
                  <a:cubicBezTo>
                    <a:pt x="16758" y="293741"/>
                    <a:pt x="20377" y="296884"/>
                    <a:pt x="24854" y="297551"/>
                  </a:cubicBezTo>
                  <a:lnTo>
                    <a:pt x="115151" y="311458"/>
                  </a:lnTo>
                  <a:cubicBezTo>
                    <a:pt x="110484" y="322316"/>
                    <a:pt x="106388" y="332698"/>
                    <a:pt x="102959" y="342414"/>
                  </a:cubicBezTo>
                  <a:cubicBezTo>
                    <a:pt x="100482" y="349367"/>
                    <a:pt x="102197" y="357082"/>
                    <a:pt x="107436" y="362226"/>
                  </a:cubicBezTo>
                  <a:lnTo>
                    <a:pt x="130391" y="385181"/>
                  </a:lnTo>
                  <a:lnTo>
                    <a:pt x="124581" y="390991"/>
                  </a:lnTo>
                  <a:cubicBezTo>
                    <a:pt x="115246" y="383848"/>
                    <a:pt x="104959" y="379085"/>
                    <a:pt x="94863" y="377275"/>
                  </a:cubicBezTo>
                  <a:cubicBezTo>
                    <a:pt x="78765" y="374418"/>
                    <a:pt x="63525" y="379276"/>
                    <a:pt x="52000" y="390801"/>
                  </a:cubicBezTo>
                  <a:cubicBezTo>
                    <a:pt x="23139" y="419757"/>
                    <a:pt x="2470" y="508054"/>
                    <a:pt x="279" y="518055"/>
                  </a:cubicBezTo>
                  <a:cubicBezTo>
                    <a:pt x="-578" y="521960"/>
                    <a:pt x="565" y="526056"/>
                    <a:pt x="3327" y="529009"/>
                  </a:cubicBezTo>
                  <a:cubicBezTo>
                    <a:pt x="5613" y="531295"/>
                    <a:pt x="8661" y="532628"/>
                    <a:pt x="11900" y="532628"/>
                  </a:cubicBezTo>
                  <a:cubicBezTo>
                    <a:pt x="12662" y="532628"/>
                    <a:pt x="13424" y="532628"/>
                    <a:pt x="14186" y="532438"/>
                  </a:cubicBezTo>
                  <a:cubicBezTo>
                    <a:pt x="18091" y="531676"/>
                    <a:pt x="108960" y="513292"/>
                    <a:pt x="141726" y="480622"/>
                  </a:cubicBezTo>
                  <a:cubicBezTo>
                    <a:pt x="160966" y="461381"/>
                    <a:pt x="160395" y="432711"/>
                    <a:pt x="141440" y="408041"/>
                  </a:cubicBezTo>
                  <a:lnTo>
                    <a:pt x="147250" y="402231"/>
                  </a:lnTo>
                  <a:lnTo>
                    <a:pt x="170205" y="425186"/>
                  </a:lnTo>
                  <a:cubicBezTo>
                    <a:pt x="173825" y="428806"/>
                    <a:pt x="178683" y="430806"/>
                    <a:pt x="183636" y="430806"/>
                  </a:cubicBezTo>
                  <a:cubicBezTo>
                    <a:pt x="185826" y="430806"/>
                    <a:pt x="187922" y="430425"/>
                    <a:pt x="190017" y="429663"/>
                  </a:cubicBezTo>
                  <a:cubicBezTo>
                    <a:pt x="199638" y="426234"/>
                    <a:pt x="210020" y="422138"/>
                    <a:pt x="220783" y="417471"/>
                  </a:cubicBezTo>
                  <a:lnTo>
                    <a:pt x="234690" y="507673"/>
                  </a:lnTo>
                  <a:cubicBezTo>
                    <a:pt x="235356" y="512054"/>
                    <a:pt x="238500" y="515769"/>
                    <a:pt x="242786" y="517198"/>
                  </a:cubicBezTo>
                  <a:cubicBezTo>
                    <a:pt x="244024" y="517579"/>
                    <a:pt x="245262" y="517769"/>
                    <a:pt x="246501" y="517769"/>
                  </a:cubicBezTo>
                  <a:cubicBezTo>
                    <a:pt x="249644" y="517769"/>
                    <a:pt x="252692" y="516531"/>
                    <a:pt x="254883" y="514245"/>
                  </a:cubicBezTo>
                  <a:lnTo>
                    <a:pt x="349085" y="420043"/>
                  </a:lnTo>
                  <a:cubicBezTo>
                    <a:pt x="350514" y="418614"/>
                    <a:pt x="351561" y="416804"/>
                    <a:pt x="352133" y="414899"/>
                  </a:cubicBezTo>
                  <a:lnTo>
                    <a:pt x="378898" y="320030"/>
                  </a:lnTo>
                  <a:cubicBezTo>
                    <a:pt x="386518" y="313363"/>
                    <a:pt x="393948" y="306600"/>
                    <a:pt x="400996" y="299551"/>
                  </a:cubicBezTo>
                  <a:cubicBezTo>
                    <a:pt x="499199" y="201349"/>
                    <a:pt x="559873" y="54283"/>
                    <a:pt x="519011" y="13516"/>
                  </a:cubicBezTo>
                  <a:close/>
                  <a:moveTo>
                    <a:pt x="124771" y="463667"/>
                  </a:moveTo>
                  <a:cubicBezTo>
                    <a:pt x="106293" y="482146"/>
                    <a:pt x="58572" y="497100"/>
                    <a:pt x="27997" y="504720"/>
                  </a:cubicBezTo>
                  <a:cubicBezTo>
                    <a:pt x="36474" y="473287"/>
                    <a:pt x="52191" y="424138"/>
                    <a:pt x="68764" y="407565"/>
                  </a:cubicBezTo>
                  <a:cubicBezTo>
                    <a:pt x="73717" y="402612"/>
                    <a:pt x="79242" y="400231"/>
                    <a:pt x="85623" y="400231"/>
                  </a:cubicBezTo>
                  <a:cubicBezTo>
                    <a:pt x="87243" y="400231"/>
                    <a:pt x="88862" y="400421"/>
                    <a:pt x="90672" y="400707"/>
                  </a:cubicBezTo>
                  <a:cubicBezTo>
                    <a:pt x="99339" y="402231"/>
                    <a:pt x="108579" y="407565"/>
                    <a:pt x="116675" y="415661"/>
                  </a:cubicBezTo>
                  <a:cubicBezTo>
                    <a:pt x="129629" y="428615"/>
                    <a:pt x="139440" y="448903"/>
                    <a:pt x="124771" y="463572"/>
                  </a:cubicBezTo>
                  <a:close/>
                  <a:moveTo>
                    <a:pt x="491960" y="40376"/>
                  </a:moveTo>
                  <a:cubicBezTo>
                    <a:pt x="498342" y="47806"/>
                    <a:pt x="493865" y="80857"/>
                    <a:pt x="475196" y="124577"/>
                  </a:cubicBezTo>
                  <a:cubicBezTo>
                    <a:pt x="446716" y="109242"/>
                    <a:pt x="423285" y="85715"/>
                    <a:pt x="407854" y="57331"/>
                  </a:cubicBezTo>
                  <a:cubicBezTo>
                    <a:pt x="451383" y="38852"/>
                    <a:pt x="484340" y="34185"/>
                    <a:pt x="491960" y="40376"/>
                  </a:cubicBezTo>
                  <a:close/>
                  <a:moveTo>
                    <a:pt x="51619" y="277644"/>
                  </a:moveTo>
                  <a:lnTo>
                    <a:pt x="127057" y="202206"/>
                  </a:lnTo>
                  <a:lnTo>
                    <a:pt x="187065" y="185251"/>
                  </a:lnTo>
                  <a:cubicBezTo>
                    <a:pt x="162014" y="219160"/>
                    <a:pt x="141249" y="255451"/>
                    <a:pt x="125247" y="288883"/>
                  </a:cubicBezTo>
                  <a:lnTo>
                    <a:pt x="51619" y="277549"/>
                  </a:lnTo>
                  <a:close/>
                  <a:moveTo>
                    <a:pt x="188398" y="389563"/>
                  </a:moveTo>
                  <a:lnTo>
                    <a:pt x="174015" y="375180"/>
                  </a:lnTo>
                  <a:lnTo>
                    <a:pt x="301841" y="247259"/>
                  </a:lnTo>
                  <a:cubicBezTo>
                    <a:pt x="306508" y="242592"/>
                    <a:pt x="306508" y="235067"/>
                    <a:pt x="301841" y="230400"/>
                  </a:cubicBezTo>
                  <a:cubicBezTo>
                    <a:pt x="297174" y="225733"/>
                    <a:pt x="289649" y="225733"/>
                    <a:pt x="284982" y="230400"/>
                  </a:cubicBezTo>
                  <a:lnTo>
                    <a:pt x="157156" y="358321"/>
                  </a:lnTo>
                  <a:lnTo>
                    <a:pt x="142773" y="343938"/>
                  </a:lnTo>
                  <a:cubicBezTo>
                    <a:pt x="164300" y="288026"/>
                    <a:pt x="205067" y="213064"/>
                    <a:pt x="259740" y="158391"/>
                  </a:cubicBezTo>
                  <a:cubicBezTo>
                    <a:pt x="301650" y="116481"/>
                    <a:pt x="346704" y="86763"/>
                    <a:pt x="386137" y="67237"/>
                  </a:cubicBezTo>
                  <a:cubicBezTo>
                    <a:pt x="403949" y="100765"/>
                    <a:pt x="431667" y="128387"/>
                    <a:pt x="465195" y="146199"/>
                  </a:cubicBezTo>
                  <a:cubicBezTo>
                    <a:pt x="445668" y="185442"/>
                    <a:pt x="415950" y="230400"/>
                    <a:pt x="373945" y="272500"/>
                  </a:cubicBezTo>
                  <a:cubicBezTo>
                    <a:pt x="319176" y="327269"/>
                    <a:pt x="244310" y="367941"/>
                    <a:pt x="188398" y="389467"/>
                  </a:cubicBezTo>
                  <a:close/>
                  <a:moveTo>
                    <a:pt x="329940" y="405374"/>
                  </a:moveTo>
                  <a:lnTo>
                    <a:pt x="254502" y="480812"/>
                  </a:lnTo>
                  <a:lnTo>
                    <a:pt x="243167" y="407279"/>
                  </a:lnTo>
                  <a:cubicBezTo>
                    <a:pt x="276600" y="391372"/>
                    <a:pt x="312890" y="370608"/>
                    <a:pt x="346704" y="345557"/>
                  </a:cubicBezTo>
                  <a:lnTo>
                    <a:pt x="329844" y="40546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79" name="Google Shape;3979;p98"/>
            <p:cNvSpPr/>
            <p:nvPr/>
          </p:nvSpPr>
          <p:spPr>
            <a:xfrm>
              <a:off x="11155723" y="5098004"/>
              <a:ext cx="102298" cy="102298"/>
            </a:xfrm>
            <a:custGeom>
              <a:avLst/>
              <a:gdLst/>
              <a:ahLst/>
              <a:cxnLst/>
              <a:rect l="l" t="t" r="r" b="b"/>
              <a:pathLst>
                <a:path w="102298" h="102298" extrusionOk="0">
                  <a:moveTo>
                    <a:pt x="102299" y="51149"/>
                  </a:moveTo>
                  <a:cubicBezTo>
                    <a:pt x="102299" y="22955"/>
                    <a:pt x="79343" y="0"/>
                    <a:pt x="51149" y="0"/>
                  </a:cubicBezTo>
                  <a:cubicBezTo>
                    <a:pt x="22955" y="0"/>
                    <a:pt x="0" y="22955"/>
                    <a:pt x="0" y="51149"/>
                  </a:cubicBezTo>
                  <a:cubicBezTo>
                    <a:pt x="0" y="79343"/>
                    <a:pt x="22955" y="102299"/>
                    <a:pt x="51149" y="102299"/>
                  </a:cubicBezTo>
                  <a:cubicBezTo>
                    <a:pt x="79343" y="102299"/>
                    <a:pt x="102299" y="79343"/>
                    <a:pt x="102299" y="51149"/>
                  </a:cubicBezTo>
                  <a:close/>
                  <a:moveTo>
                    <a:pt x="51149" y="78486"/>
                  </a:moveTo>
                  <a:cubicBezTo>
                    <a:pt x="36100" y="78486"/>
                    <a:pt x="23813" y="66199"/>
                    <a:pt x="23813" y="51149"/>
                  </a:cubicBezTo>
                  <a:cubicBezTo>
                    <a:pt x="23813" y="36100"/>
                    <a:pt x="36100" y="23813"/>
                    <a:pt x="51149" y="23813"/>
                  </a:cubicBezTo>
                  <a:cubicBezTo>
                    <a:pt x="66199" y="23813"/>
                    <a:pt x="78486" y="36100"/>
                    <a:pt x="78486" y="51149"/>
                  </a:cubicBezTo>
                  <a:cubicBezTo>
                    <a:pt x="78486" y="66199"/>
                    <a:pt x="66199" y="78486"/>
                    <a:pt x="51149" y="7848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80" name="Google Shape;3980;p98"/>
          <p:cNvGrpSpPr/>
          <p:nvPr/>
        </p:nvGrpSpPr>
        <p:grpSpPr>
          <a:xfrm>
            <a:off x="7624940" y="4103785"/>
            <a:ext cx="210454" cy="295108"/>
            <a:chOff x="11618570" y="5012163"/>
            <a:chExt cx="374141" cy="524637"/>
          </a:xfrm>
        </p:grpSpPr>
        <p:sp>
          <p:nvSpPr>
            <p:cNvPr id="3981" name="Google Shape;3981;p98"/>
            <p:cNvSpPr/>
            <p:nvPr/>
          </p:nvSpPr>
          <p:spPr>
            <a:xfrm>
              <a:off x="11741252" y="5125701"/>
              <a:ext cx="128777" cy="128777"/>
            </a:xfrm>
            <a:custGeom>
              <a:avLst/>
              <a:gdLst/>
              <a:ahLst/>
              <a:cxnLst/>
              <a:rect l="l" t="t" r="r" b="b"/>
              <a:pathLst>
                <a:path w="128777" h="128777" extrusionOk="0">
                  <a:moveTo>
                    <a:pt x="64389" y="0"/>
                  </a:moveTo>
                  <a:cubicBezTo>
                    <a:pt x="28861" y="0"/>
                    <a:pt x="0" y="28861"/>
                    <a:pt x="0" y="64389"/>
                  </a:cubicBezTo>
                  <a:cubicBezTo>
                    <a:pt x="0" y="99917"/>
                    <a:pt x="28861" y="128778"/>
                    <a:pt x="64389" y="128778"/>
                  </a:cubicBezTo>
                  <a:cubicBezTo>
                    <a:pt x="99917" y="128778"/>
                    <a:pt x="128778" y="99917"/>
                    <a:pt x="128778" y="64389"/>
                  </a:cubicBezTo>
                  <a:cubicBezTo>
                    <a:pt x="128778" y="28861"/>
                    <a:pt x="99917" y="0"/>
                    <a:pt x="64389" y="0"/>
                  </a:cubicBezTo>
                  <a:close/>
                  <a:moveTo>
                    <a:pt x="64389" y="104965"/>
                  </a:moveTo>
                  <a:cubicBezTo>
                    <a:pt x="42005" y="104965"/>
                    <a:pt x="23813" y="86773"/>
                    <a:pt x="23813" y="64389"/>
                  </a:cubicBezTo>
                  <a:cubicBezTo>
                    <a:pt x="23813" y="42005"/>
                    <a:pt x="42005" y="23813"/>
                    <a:pt x="64389" y="23813"/>
                  </a:cubicBezTo>
                  <a:cubicBezTo>
                    <a:pt x="86773" y="23813"/>
                    <a:pt x="104965" y="42005"/>
                    <a:pt x="104965" y="64389"/>
                  </a:cubicBezTo>
                  <a:cubicBezTo>
                    <a:pt x="104965" y="86773"/>
                    <a:pt x="86773" y="104965"/>
                    <a:pt x="64389" y="10496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82" name="Google Shape;3982;p98"/>
            <p:cNvSpPr/>
            <p:nvPr/>
          </p:nvSpPr>
          <p:spPr>
            <a:xfrm>
              <a:off x="11618570" y="5012163"/>
              <a:ext cx="374141" cy="524637"/>
            </a:xfrm>
            <a:custGeom>
              <a:avLst/>
              <a:gdLst/>
              <a:ahLst/>
              <a:cxnLst/>
              <a:rect l="l" t="t" r="r" b="b"/>
              <a:pathLst>
                <a:path w="374141" h="524637" extrusionOk="0">
                  <a:moveTo>
                    <a:pt x="187071" y="0"/>
                  </a:moveTo>
                  <a:cubicBezTo>
                    <a:pt x="83915" y="0"/>
                    <a:pt x="0" y="83915"/>
                    <a:pt x="0" y="187071"/>
                  </a:cubicBezTo>
                  <a:cubicBezTo>
                    <a:pt x="0" y="253079"/>
                    <a:pt x="39529" y="301371"/>
                    <a:pt x="69247" y="332042"/>
                  </a:cubicBezTo>
                  <a:cubicBezTo>
                    <a:pt x="114205" y="378333"/>
                    <a:pt x="166021" y="488347"/>
                    <a:pt x="168021" y="505587"/>
                  </a:cubicBezTo>
                  <a:lnTo>
                    <a:pt x="168021" y="505587"/>
                  </a:lnTo>
                  <a:lnTo>
                    <a:pt x="168021" y="505778"/>
                  </a:lnTo>
                  <a:lnTo>
                    <a:pt x="168021" y="505778"/>
                  </a:lnTo>
                  <a:cubicBezTo>
                    <a:pt x="168116" y="516255"/>
                    <a:pt x="176594" y="524637"/>
                    <a:pt x="187071" y="524637"/>
                  </a:cubicBezTo>
                  <a:cubicBezTo>
                    <a:pt x="197548" y="524637"/>
                    <a:pt x="206026" y="516160"/>
                    <a:pt x="206121" y="505682"/>
                  </a:cubicBezTo>
                  <a:cubicBezTo>
                    <a:pt x="206883" y="490919"/>
                    <a:pt x="239554" y="389573"/>
                    <a:pt x="294323" y="340138"/>
                  </a:cubicBezTo>
                  <a:cubicBezTo>
                    <a:pt x="348044" y="291656"/>
                    <a:pt x="374142" y="241649"/>
                    <a:pt x="374142" y="187071"/>
                  </a:cubicBezTo>
                  <a:cubicBezTo>
                    <a:pt x="374142" y="83915"/>
                    <a:pt x="290227" y="0"/>
                    <a:pt x="187071" y="0"/>
                  </a:cubicBezTo>
                  <a:close/>
                  <a:moveTo>
                    <a:pt x="268796" y="311849"/>
                  </a:moveTo>
                  <a:cubicBezTo>
                    <a:pt x="230219" y="346615"/>
                    <a:pt x="201644" y="401765"/>
                    <a:pt x="184880" y="444913"/>
                  </a:cubicBezTo>
                  <a:cubicBezTo>
                    <a:pt x="163259" y="398335"/>
                    <a:pt x="128492" y="338328"/>
                    <a:pt x="96584" y="305467"/>
                  </a:cubicBezTo>
                  <a:cubicBezTo>
                    <a:pt x="56674" y="264414"/>
                    <a:pt x="38100" y="226790"/>
                    <a:pt x="38100" y="187071"/>
                  </a:cubicBezTo>
                  <a:cubicBezTo>
                    <a:pt x="38100" y="104966"/>
                    <a:pt x="104870" y="38100"/>
                    <a:pt x="187071" y="38100"/>
                  </a:cubicBezTo>
                  <a:cubicBezTo>
                    <a:pt x="269272" y="38100"/>
                    <a:pt x="336042" y="104870"/>
                    <a:pt x="336042" y="187071"/>
                  </a:cubicBezTo>
                  <a:cubicBezTo>
                    <a:pt x="336042" y="230219"/>
                    <a:pt x="314039" y="270986"/>
                    <a:pt x="268796" y="31184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3983" name="Google Shape;3983;p98"/>
          <p:cNvSpPr/>
          <p:nvPr/>
        </p:nvSpPr>
        <p:spPr>
          <a:xfrm>
            <a:off x="7577878" y="2547002"/>
            <a:ext cx="300091" cy="290521"/>
          </a:xfrm>
          <a:custGeom>
            <a:avLst/>
            <a:gdLst/>
            <a:ahLst/>
            <a:cxnLst/>
            <a:rect l="l" t="t" r="r" b="b"/>
            <a:pathLst>
              <a:path w="533495" h="516482" extrusionOk="0">
                <a:moveTo>
                  <a:pt x="22003" y="516483"/>
                </a:moveTo>
                <a:lnTo>
                  <a:pt x="511588" y="516483"/>
                </a:lnTo>
                <a:cubicBezTo>
                  <a:pt x="524351" y="516483"/>
                  <a:pt x="533495" y="505529"/>
                  <a:pt x="533495" y="494575"/>
                </a:cubicBezTo>
                <a:cubicBezTo>
                  <a:pt x="533495" y="483621"/>
                  <a:pt x="522542" y="472668"/>
                  <a:pt x="511588" y="472668"/>
                </a:cubicBezTo>
                <a:lnTo>
                  <a:pt x="489680" y="472668"/>
                </a:lnTo>
                <a:lnTo>
                  <a:pt x="489680" y="145674"/>
                </a:lnTo>
                <a:cubicBezTo>
                  <a:pt x="489680" y="129196"/>
                  <a:pt x="476917" y="116433"/>
                  <a:pt x="460439" y="116433"/>
                </a:cubicBezTo>
                <a:lnTo>
                  <a:pt x="389192" y="116433"/>
                </a:lnTo>
                <a:cubicBezTo>
                  <a:pt x="372713" y="116433"/>
                  <a:pt x="359950" y="129196"/>
                  <a:pt x="359950" y="145674"/>
                </a:cubicBezTo>
                <a:lnTo>
                  <a:pt x="359950" y="470858"/>
                </a:lnTo>
                <a:lnTo>
                  <a:pt x="332518" y="470858"/>
                </a:lnTo>
                <a:lnTo>
                  <a:pt x="332518" y="238829"/>
                </a:lnTo>
                <a:cubicBezTo>
                  <a:pt x="332518" y="222351"/>
                  <a:pt x="319754" y="209587"/>
                  <a:pt x="303276" y="209587"/>
                </a:cubicBezTo>
                <a:lnTo>
                  <a:pt x="232029" y="209587"/>
                </a:lnTo>
                <a:cubicBezTo>
                  <a:pt x="215551" y="209587"/>
                  <a:pt x="202787" y="222351"/>
                  <a:pt x="202787" y="238829"/>
                </a:cubicBezTo>
                <a:lnTo>
                  <a:pt x="202787" y="472668"/>
                </a:lnTo>
                <a:lnTo>
                  <a:pt x="173545" y="472668"/>
                </a:lnTo>
                <a:lnTo>
                  <a:pt x="173545" y="322839"/>
                </a:lnTo>
                <a:cubicBezTo>
                  <a:pt x="173545" y="306361"/>
                  <a:pt x="160782" y="293598"/>
                  <a:pt x="144304" y="293598"/>
                </a:cubicBezTo>
                <a:lnTo>
                  <a:pt x="71247" y="293598"/>
                </a:lnTo>
                <a:cubicBezTo>
                  <a:pt x="54769" y="293598"/>
                  <a:pt x="40196" y="306361"/>
                  <a:pt x="40196" y="322839"/>
                </a:cubicBezTo>
                <a:lnTo>
                  <a:pt x="40196" y="472668"/>
                </a:lnTo>
                <a:lnTo>
                  <a:pt x="21908" y="472668"/>
                </a:lnTo>
                <a:cubicBezTo>
                  <a:pt x="9144" y="472668"/>
                  <a:pt x="0" y="483621"/>
                  <a:pt x="0" y="494575"/>
                </a:cubicBezTo>
                <a:cubicBezTo>
                  <a:pt x="0" y="505529"/>
                  <a:pt x="9144" y="516483"/>
                  <a:pt x="21908" y="516483"/>
                </a:cubicBezTo>
                <a:close/>
                <a:moveTo>
                  <a:pt x="389192" y="145674"/>
                </a:moveTo>
                <a:lnTo>
                  <a:pt x="460439" y="145674"/>
                </a:lnTo>
                <a:lnTo>
                  <a:pt x="460439" y="470858"/>
                </a:lnTo>
                <a:lnTo>
                  <a:pt x="389192" y="470858"/>
                </a:lnTo>
                <a:lnTo>
                  <a:pt x="389192" y="145674"/>
                </a:lnTo>
                <a:close/>
                <a:moveTo>
                  <a:pt x="232124" y="237019"/>
                </a:moveTo>
                <a:lnTo>
                  <a:pt x="303371" y="237019"/>
                </a:lnTo>
                <a:lnTo>
                  <a:pt x="303371" y="470858"/>
                </a:lnTo>
                <a:lnTo>
                  <a:pt x="230315" y="470858"/>
                </a:lnTo>
                <a:lnTo>
                  <a:pt x="232124" y="237019"/>
                </a:lnTo>
                <a:close/>
                <a:moveTo>
                  <a:pt x="71342" y="321030"/>
                </a:moveTo>
                <a:lnTo>
                  <a:pt x="142589" y="321030"/>
                </a:lnTo>
                <a:lnTo>
                  <a:pt x="142589" y="470858"/>
                </a:lnTo>
                <a:lnTo>
                  <a:pt x="71342" y="470858"/>
                </a:lnTo>
                <a:lnTo>
                  <a:pt x="71342" y="321030"/>
                </a:lnTo>
                <a:close/>
                <a:moveTo>
                  <a:pt x="47625" y="279405"/>
                </a:moveTo>
                <a:cubicBezTo>
                  <a:pt x="49911" y="279405"/>
                  <a:pt x="52007" y="278739"/>
                  <a:pt x="53911" y="277881"/>
                </a:cubicBezTo>
                <a:lnTo>
                  <a:pt x="53911" y="277881"/>
                </a:lnTo>
                <a:cubicBezTo>
                  <a:pt x="53911" y="277881"/>
                  <a:pt x="441293" y="54520"/>
                  <a:pt x="441293" y="54520"/>
                </a:cubicBezTo>
                <a:lnTo>
                  <a:pt x="439960" y="57187"/>
                </a:lnTo>
                <a:cubicBezTo>
                  <a:pt x="436436" y="64426"/>
                  <a:pt x="439388" y="73189"/>
                  <a:pt x="446627" y="76713"/>
                </a:cubicBezTo>
                <a:cubicBezTo>
                  <a:pt x="451199" y="78904"/>
                  <a:pt x="456343" y="78618"/>
                  <a:pt x="460343" y="76237"/>
                </a:cubicBezTo>
                <a:cubicBezTo>
                  <a:pt x="462725" y="74808"/>
                  <a:pt x="464820" y="72713"/>
                  <a:pt x="466154" y="70046"/>
                </a:cubicBezTo>
                <a:lnTo>
                  <a:pt x="488537" y="24326"/>
                </a:lnTo>
                <a:cubicBezTo>
                  <a:pt x="488537" y="24326"/>
                  <a:pt x="488728" y="23373"/>
                  <a:pt x="488918" y="22992"/>
                </a:cubicBezTo>
                <a:cubicBezTo>
                  <a:pt x="489299" y="22040"/>
                  <a:pt x="489490" y="21183"/>
                  <a:pt x="489680" y="20135"/>
                </a:cubicBezTo>
                <a:cubicBezTo>
                  <a:pt x="489680" y="19849"/>
                  <a:pt x="489871" y="19659"/>
                  <a:pt x="489871" y="19373"/>
                </a:cubicBezTo>
                <a:cubicBezTo>
                  <a:pt x="489871" y="19182"/>
                  <a:pt x="490061" y="19087"/>
                  <a:pt x="490061" y="18897"/>
                </a:cubicBezTo>
                <a:cubicBezTo>
                  <a:pt x="490061" y="18897"/>
                  <a:pt x="490061" y="18897"/>
                  <a:pt x="490061" y="18897"/>
                </a:cubicBezTo>
                <a:cubicBezTo>
                  <a:pt x="490061" y="18420"/>
                  <a:pt x="489966" y="17944"/>
                  <a:pt x="489871" y="17468"/>
                </a:cubicBezTo>
                <a:cubicBezTo>
                  <a:pt x="489871" y="16611"/>
                  <a:pt x="489680" y="15753"/>
                  <a:pt x="489490" y="14801"/>
                </a:cubicBezTo>
                <a:cubicBezTo>
                  <a:pt x="489395" y="14325"/>
                  <a:pt x="489490" y="13753"/>
                  <a:pt x="489299" y="13277"/>
                </a:cubicBezTo>
                <a:cubicBezTo>
                  <a:pt x="489109" y="12801"/>
                  <a:pt x="488728" y="12420"/>
                  <a:pt x="488537" y="11943"/>
                </a:cubicBezTo>
                <a:cubicBezTo>
                  <a:pt x="488347" y="11562"/>
                  <a:pt x="488347" y="11086"/>
                  <a:pt x="488156" y="10705"/>
                </a:cubicBezTo>
                <a:cubicBezTo>
                  <a:pt x="487966" y="10324"/>
                  <a:pt x="487585" y="10038"/>
                  <a:pt x="487299" y="9753"/>
                </a:cubicBezTo>
                <a:cubicBezTo>
                  <a:pt x="487013" y="9372"/>
                  <a:pt x="486918" y="8800"/>
                  <a:pt x="486537" y="8419"/>
                </a:cubicBezTo>
                <a:cubicBezTo>
                  <a:pt x="486156" y="8038"/>
                  <a:pt x="485680" y="7752"/>
                  <a:pt x="485299" y="7467"/>
                </a:cubicBezTo>
                <a:cubicBezTo>
                  <a:pt x="484632" y="6895"/>
                  <a:pt x="483965" y="6324"/>
                  <a:pt x="483203" y="5847"/>
                </a:cubicBezTo>
                <a:cubicBezTo>
                  <a:pt x="482822" y="5562"/>
                  <a:pt x="482441" y="5181"/>
                  <a:pt x="482060" y="4990"/>
                </a:cubicBezTo>
                <a:cubicBezTo>
                  <a:pt x="482060" y="4990"/>
                  <a:pt x="482060" y="4990"/>
                  <a:pt x="482060" y="4990"/>
                </a:cubicBezTo>
                <a:cubicBezTo>
                  <a:pt x="481584" y="4800"/>
                  <a:pt x="481203" y="4800"/>
                  <a:pt x="480727" y="4609"/>
                </a:cubicBezTo>
                <a:cubicBezTo>
                  <a:pt x="479870" y="4228"/>
                  <a:pt x="478917" y="4038"/>
                  <a:pt x="477964" y="3847"/>
                </a:cubicBezTo>
                <a:cubicBezTo>
                  <a:pt x="477488" y="3847"/>
                  <a:pt x="477107" y="3466"/>
                  <a:pt x="476631" y="3466"/>
                </a:cubicBezTo>
                <a:lnTo>
                  <a:pt x="425863" y="37"/>
                </a:lnTo>
                <a:cubicBezTo>
                  <a:pt x="417767" y="-534"/>
                  <a:pt x="410813" y="5562"/>
                  <a:pt x="410242" y="13658"/>
                </a:cubicBezTo>
                <a:cubicBezTo>
                  <a:pt x="409670" y="21754"/>
                  <a:pt x="415766" y="28707"/>
                  <a:pt x="423863" y="29279"/>
                </a:cubicBezTo>
                <a:lnTo>
                  <a:pt x="426815" y="29469"/>
                </a:lnTo>
                <a:lnTo>
                  <a:pt x="39338" y="252545"/>
                </a:lnTo>
                <a:lnTo>
                  <a:pt x="39624" y="253116"/>
                </a:lnTo>
                <a:cubicBezTo>
                  <a:pt x="35814" y="255688"/>
                  <a:pt x="33052" y="259879"/>
                  <a:pt x="33052" y="264927"/>
                </a:cubicBezTo>
                <a:cubicBezTo>
                  <a:pt x="33052" y="272928"/>
                  <a:pt x="39529" y="279405"/>
                  <a:pt x="47530" y="27940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3984" name="Google Shape;3984;p98"/>
          <p:cNvGrpSpPr/>
          <p:nvPr/>
        </p:nvGrpSpPr>
        <p:grpSpPr>
          <a:xfrm>
            <a:off x="3623254" y="1808994"/>
            <a:ext cx="292000" cy="210026"/>
            <a:chOff x="4404588" y="3107475"/>
            <a:chExt cx="519112" cy="373379"/>
          </a:xfrm>
        </p:grpSpPr>
        <p:sp>
          <p:nvSpPr>
            <p:cNvPr id="3985" name="Google Shape;3985;p98"/>
            <p:cNvSpPr/>
            <p:nvPr/>
          </p:nvSpPr>
          <p:spPr>
            <a:xfrm>
              <a:off x="4404588" y="3107475"/>
              <a:ext cx="519112" cy="373379"/>
            </a:xfrm>
            <a:custGeom>
              <a:avLst/>
              <a:gdLst/>
              <a:ahLst/>
              <a:cxnLst/>
              <a:rect l="l" t="t" r="r" b="b"/>
              <a:pathLst>
                <a:path w="519112" h="373379" extrusionOk="0">
                  <a:moveTo>
                    <a:pt x="471488" y="0"/>
                  </a:moveTo>
                  <a:lnTo>
                    <a:pt x="47625" y="0"/>
                  </a:lnTo>
                  <a:cubicBezTo>
                    <a:pt x="21336" y="0"/>
                    <a:pt x="0" y="21336"/>
                    <a:pt x="0" y="47625"/>
                  </a:cubicBezTo>
                  <a:lnTo>
                    <a:pt x="0" y="325755"/>
                  </a:lnTo>
                  <a:cubicBezTo>
                    <a:pt x="0" y="352044"/>
                    <a:pt x="21336" y="373380"/>
                    <a:pt x="47625" y="373380"/>
                  </a:cubicBezTo>
                  <a:lnTo>
                    <a:pt x="471488" y="373380"/>
                  </a:lnTo>
                  <a:cubicBezTo>
                    <a:pt x="497776" y="373380"/>
                    <a:pt x="519113" y="352044"/>
                    <a:pt x="519113" y="325755"/>
                  </a:cubicBezTo>
                  <a:lnTo>
                    <a:pt x="519113" y="47625"/>
                  </a:lnTo>
                  <a:cubicBezTo>
                    <a:pt x="519113" y="21336"/>
                    <a:pt x="497776" y="0"/>
                    <a:pt x="471488" y="0"/>
                  </a:cubicBezTo>
                  <a:close/>
                  <a:moveTo>
                    <a:pt x="47625" y="38100"/>
                  </a:moveTo>
                  <a:lnTo>
                    <a:pt x="471488" y="38100"/>
                  </a:lnTo>
                  <a:cubicBezTo>
                    <a:pt x="476631" y="38100"/>
                    <a:pt x="481013" y="42482"/>
                    <a:pt x="481013" y="47625"/>
                  </a:cubicBezTo>
                  <a:lnTo>
                    <a:pt x="481013" y="105728"/>
                  </a:lnTo>
                  <a:lnTo>
                    <a:pt x="38100" y="105728"/>
                  </a:lnTo>
                  <a:lnTo>
                    <a:pt x="38100" y="47625"/>
                  </a:lnTo>
                  <a:cubicBezTo>
                    <a:pt x="38100" y="42482"/>
                    <a:pt x="42482" y="38100"/>
                    <a:pt x="47625" y="38100"/>
                  </a:cubicBezTo>
                  <a:close/>
                  <a:moveTo>
                    <a:pt x="471488" y="335280"/>
                  </a:moveTo>
                  <a:lnTo>
                    <a:pt x="47625" y="335280"/>
                  </a:lnTo>
                  <a:cubicBezTo>
                    <a:pt x="42482" y="335280"/>
                    <a:pt x="38100" y="330899"/>
                    <a:pt x="38100" y="325755"/>
                  </a:cubicBezTo>
                  <a:lnTo>
                    <a:pt x="38100" y="129540"/>
                  </a:lnTo>
                  <a:lnTo>
                    <a:pt x="481013" y="129540"/>
                  </a:lnTo>
                  <a:lnTo>
                    <a:pt x="481013" y="325755"/>
                  </a:lnTo>
                  <a:cubicBezTo>
                    <a:pt x="481013" y="330899"/>
                    <a:pt x="476631" y="335280"/>
                    <a:pt x="471488" y="33528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86" name="Google Shape;3986;p98"/>
            <p:cNvSpPr/>
            <p:nvPr/>
          </p:nvSpPr>
          <p:spPr>
            <a:xfrm>
              <a:off x="4466596" y="3167007"/>
              <a:ext cx="28003" cy="28003"/>
            </a:xfrm>
            <a:custGeom>
              <a:avLst/>
              <a:gdLst/>
              <a:ahLst/>
              <a:cxnLst/>
              <a:rect l="l" t="t" r="r" b="b"/>
              <a:pathLst>
                <a:path w="28003" h="28003" extrusionOk="0">
                  <a:moveTo>
                    <a:pt x="14002" y="28004"/>
                  </a:moveTo>
                  <a:cubicBezTo>
                    <a:pt x="21717" y="28004"/>
                    <a:pt x="28003" y="21717"/>
                    <a:pt x="28003" y="14002"/>
                  </a:cubicBezTo>
                  <a:cubicBezTo>
                    <a:pt x="28003" y="6286"/>
                    <a:pt x="21717" y="0"/>
                    <a:pt x="14002" y="0"/>
                  </a:cubicBezTo>
                  <a:cubicBezTo>
                    <a:pt x="6286" y="0"/>
                    <a:pt x="0" y="6286"/>
                    <a:pt x="0" y="14002"/>
                  </a:cubicBezTo>
                  <a:cubicBezTo>
                    <a:pt x="0" y="21717"/>
                    <a:pt x="6286" y="28004"/>
                    <a:pt x="14002" y="2800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87" name="Google Shape;3987;p98"/>
            <p:cNvSpPr/>
            <p:nvPr/>
          </p:nvSpPr>
          <p:spPr>
            <a:xfrm>
              <a:off x="4510506" y="3167007"/>
              <a:ext cx="28003" cy="28003"/>
            </a:xfrm>
            <a:custGeom>
              <a:avLst/>
              <a:gdLst/>
              <a:ahLst/>
              <a:cxnLst/>
              <a:rect l="l" t="t" r="r" b="b"/>
              <a:pathLst>
                <a:path w="28003" h="28003" extrusionOk="0">
                  <a:moveTo>
                    <a:pt x="14002" y="28004"/>
                  </a:moveTo>
                  <a:cubicBezTo>
                    <a:pt x="21717" y="28004"/>
                    <a:pt x="28003" y="21717"/>
                    <a:pt x="28003" y="14002"/>
                  </a:cubicBezTo>
                  <a:cubicBezTo>
                    <a:pt x="28003" y="6286"/>
                    <a:pt x="21717" y="0"/>
                    <a:pt x="14002" y="0"/>
                  </a:cubicBezTo>
                  <a:cubicBezTo>
                    <a:pt x="6287" y="0"/>
                    <a:pt x="0" y="6286"/>
                    <a:pt x="0" y="14002"/>
                  </a:cubicBezTo>
                  <a:cubicBezTo>
                    <a:pt x="0" y="21717"/>
                    <a:pt x="6287" y="28004"/>
                    <a:pt x="14002" y="2800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88" name="Google Shape;3988;p98"/>
            <p:cNvSpPr/>
            <p:nvPr/>
          </p:nvSpPr>
          <p:spPr>
            <a:xfrm>
              <a:off x="4499267" y="3261400"/>
              <a:ext cx="64800" cy="64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89" name="Google Shape;3989;p98"/>
            <p:cNvSpPr/>
            <p:nvPr/>
          </p:nvSpPr>
          <p:spPr>
            <a:xfrm>
              <a:off x="4675956" y="3261400"/>
              <a:ext cx="64800" cy="64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90" name="Google Shape;3990;p98"/>
            <p:cNvSpPr/>
            <p:nvPr/>
          </p:nvSpPr>
          <p:spPr>
            <a:xfrm>
              <a:off x="4587564" y="3261400"/>
              <a:ext cx="64800" cy="64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91" name="Google Shape;3991;p98"/>
            <p:cNvSpPr/>
            <p:nvPr/>
          </p:nvSpPr>
          <p:spPr>
            <a:xfrm>
              <a:off x="4764252" y="3261400"/>
              <a:ext cx="64800" cy="64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92" name="Google Shape;3992;p98"/>
            <p:cNvSpPr/>
            <p:nvPr/>
          </p:nvSpPr>
          <p:spPr>
            <a:xfrm>
              <a:off x="4499267" y="3348744"/>
              <a:ext cx="64800" cy="64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93" name="Google Shape;3993;p98"/>
            <p:cNvSpPr/>
            <p:nvPr/>
          </p:nvSpPr>
          <p:spPr>
            <a:xfrm>
              <a:off x="4675956" y="3348744"/>
              <a:ext cx="64800" cy="64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94" name="Google Shape;3994;p98"/>
            <p:cNvSpPr/>
            <p:nvPr/>
          </p:nvSpPr>
          <p:spPr>
            <a:xfrm>
              <a:off x="4587564" y="3348744"/>
              <a:ext cx="64800" cy="64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95" name="Google Shape;3995;p98"/>
            <p:cNvSpPr/>
            <p:nvPr/>
          </p:nvSpPr>
          <p:spPr>
            <a:xfrm>
              <a:off x="4764252" y="3348744"/>
              <a:ext cx="64800" cy="64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3996" name="Google Shape;3996;p98"/>
          <p:cNvGrpSpPr/>
          <p:nvPr/>
        </p:nvGrpSpPr>
        <p:grpSpPr>
          <a:xfrm>
            <a:off x="2035526" y="2552806"/>
            <a:ext cx="292033" cy="278927"/>
            <a:chOff x="5423535" y="3046325"/>
            <a:chExt cx="519170" cy="495871"/>
          </a:xfrm>
        </p:grpSpPr>
        <p:sp>
          <p:nvSpPr>
            <p:cNvPr id="3997" name="Google Shape;3997;p98"/>
            <p:cNvSpPr/>
            <p:nvPr/>
          </p:nvSpPr>
          <p:spPr>
            <a:xfrm>
              <a:off x="5507127" y="3046325"/>
              <a:ext cx="226790" cy="306038"/>
            </a:xfrm>
            <a:custGeom>
              <a:avLst/>
              <a:gdLst/>
              <a:ahLst/>
              <a:cxnLst/>
              <a:rect l="l" t="t" r="r" b="b"/>
              <a:pathLst>
                <a:path w="226790" h="306038" extrusionOk="0">
                  <a:moveTo>
                    <a:pt x="15240" y="200216"/>
                  </a:moveTo>
                  <a:cubicBezTo>
                    <a:pt x="16669" y="223933"/>
                    <a:pt x="28194" y="246317"/>
                    <a:pt x="46577" y="260699"/>
                  </a:cubicBezTo>
                  <a:cubicBezTo>
                    <a:pt x="50673" y="263938"/>
                    <a:pt x="55626" y="268796"/>
                    <a:pt x="60769" y="273939"/>
                  </a:cubicBezTo>
                  <a:cubicBezTo>
                    <a:pt x="75914" y="288989"/>
                    <a:pt x="93154" y="306038"/>
                    <a:pt x="113252" y="306038"/>
                  </a:cubicBezTo>
                  <a:cubicBezTo>
                    <a:pt x="133350" y="306038"/>
                    <a:pt x="150495" y="288989"/>
                    <a:pt x="165735" y="273939"/>
                  </a:cubicBezTo>
                  <a:cubicBezTo>
                    <a:pt x="170878" y="268796"/>
                    <a:pt x="175736" y="263938"/>
                    <a:pt x="179927" y="260699"/>
                  </a:cubicBezTo>
                  <a:cubicBezTo>
                    <a:pt x="198311" y="246317"/>
                    <a:pt x="209836" y="223933"/>
                    <a:pt x="211265" y="200216"/>
                  </a:cubicBezTo>
                  <a:lnTo>
                    <a:pt x="211836" y="199644"/>
                  </a:lnTo>
                  <a:cubicBezTo>
                    <a:pt x="221456" y="190024"/>
                    <a:pt x="226790" y="177165"/>
                    <a:pt x="226790" y="163640"/>
                  </a:cubicBezTo>
                  <a:lnTo>
                    <a:pt x="226790" y="155258"/>
                  </a:lnTo>
                  <a:cubicBezTo>
                    <a:pt x="226790" y="143351"/>
                    <a:pt x="222790" y="132112"/>
                    <a:pt x="215360" y="123063"/>
                  </a:cubicBezTo>
                  <a:cubicBezTo>
                    <a:pt x="214694" y="77819"/>
                    <a:pt x="203930" y="44482"/>
                    <a:pt x="183356" y="23908"/>
                  </a:cubicBezTo>
                  <a:cubicBezTo>
                    <a:pt x="159258" y="-95"/>
                    <a:pt x="129064" y="0"/>
                    <a:pt x="114776" y="0"/>
                  </a:cubicBezTo>
                  <a:lnTo>
                    <a:pt x="112014" y="0"/>
                  </a:lnTo>
                  <a:cubicBezTo>
                    <a:pt x="97631" y="95"/>
                    <a:pt x="67532" y="-95"/>
                    <a:pt x="43434" y="23908"/>
                  </a:cubicBezTo>
                  <a:cubicBezTo>
                    <a:pt x="22860" y="44482"/>
                    <a:pt x="12097" y="77819"/>
                    <a:pt x="11430" y="123063"/>
                  </a:cubicBezTo>
                  <a:cubicBezTo>
                    <a:pt x="4000" y="132112"/>
                    <a:pt x="0" y="143351"/>
                    <a:pt x="0" y="155258"/>
                  </a:cubicBezTo>
                  <a:lnTo>
                    <a:pt x="0" y="163640"/>
                  </a:lnTo>
                  <a:cubicBezTo>
                    <a:pt x="0" y="177260"/>
                    <a:pt x="5334" y="190024"/>
                    <a:pt x="14954" y="199644"/>
                  </a:cubicBezTo>
                  <a:lnTo>
                    <a:pt x="15526" y="200216"/>
                  </a:lnTo>
                  <a:close/>
                  <a:moveTo>
                    <a:pt x="23527" y="155162"/>
                  </a:moveTo>
                  <a:cubicBezTo>
                    <a:pt x="23527" y="147923"/>
                    <a:pt x="26384" y="141065"/>
                    <a:pt x="31432" y="135922"/>
                  </a:cubicBezTo>
                  <a:cubicBezTo>
                    <a:pt x="33623" y="133731"/>
                    <a:pt x="34957" y="130683"/>
                    <a:pt x="34957" y="127540"/>
                  </a:cubicBezTo>
                  <a:cubicBezTo>
                    <a:pt x="34957" y="86487"/>
                    <a:pt x="43434" y="57245"/>
                    <a:pt x="60007" y="40672"/>
                  </a:cubicBezTo>
                  <a:cubicBezTo>
                    <a:pt x="76391" y="24289"/>
                    <a:pt x="97727" y="23717"/>
                    <a:pt x="110109" y="23717"/>
                  </a:cubicBezTo>
                  <a:lnTo>
                    <a:pt x="114491" y="23717"/>
                  </a:lnTo>
                  <a:cubicBezTo>
                    <a:pt x="126682" y="23717"/>
                    <a:pt x="149066" y="23717"/>
                    <a:pt x="166211" y="40672"/>
                  </a:cubicBezTo>
                  <a:cubicBezTo>
                    <a:pt x="182880" y="57245"/>
                    <a:pt x="191262" y="86487"/>
                    <a:pt x="191262" y="127540"/>
                  </a:cubicBezTo>
                  <a:cubicBezTo>
                    <a:pt x="191262" y="130683"/>
                    <a:pt x="192500" y="133731"/>
                    <a:pt x="194786" y="135922"/>
                  </a:cubicBezTo>
                  <a:cubicBezTo>
                    <a:pt x="199930" y="141065"/>
                    <a:pt x="202692" y="147828"/>
                    <a:pt x="202692" y="155162"/>
                  </a:cubicBezTo>
                  <a:lnTo>
                    <a:pt x="202692" y="163544"/>
                  </a:lnTo>
                  <a:cubicBezTo>
                    <a:pt x="202692" y="170783"/>
                    <a:pt x="199835" y="177641"/>
                    <a:pt x="194786" y="182785"/>
                  </a:cubicBezTo>
                  <a:lnTo>
                    <a:pt x="190881" y="186690"/>
                  </a:lnTo>
                  <a:cubicBezTo>
                    <a:pt x="188690" y="188881"/>
                    <a:pt x="187357" y="191929"/>
                    <a:pt x="187357" y="195072"/>
                  </a:cubicBezTo>
                  <a:cubicBezTo>
                    <a:pt x="187357" y="213455"/>
                    <a:pt x="178975" y="230981"/>
                    <a:pt x="164973" y="241935"/>
                  </a:cubicBezTo>
                  <a:cubicBezTo>
                    <a:pt x="159734" y="246031"/>
                    <a:pt x="154400" y="251365"/>
                    <a:pt x="148685" y="256985"/>
                  </a:cubicBezTo>
                  <a:cubicBezTo>
                    <a:pt x="137351" y="268224"/>
                    <a:pt x="123253" y="282226"/>
                    <a:pt x="112966" y="282226"/>
                  </a:cubicBezTo>
                  <a:cubicBezTo>
                    <a:pt x="102679" y="282226"/>
                    <a:pt x="88582" y="268224"/>
                    <a:pt x="77343" y="256985"/>
                  </a:cubicBezTo>
                  <a:cubicBezTo>
                    <a:pt x="71628" y="251365"/>
                    <a:pt x="66294" y="246031"/>
                    <a:pt x="61055" y="241935"/>
                  </a:cubicBezTo>
                  <a:cubicBezTo>
                    <a:pt x="47053" y="230981"/>
                    <a:pt x="38671" y="213455"/>
                    <a:pt x="38671" y="195072"/>
                  </a:cubicBezTo>
                  <a:cubicBezTo>
                    <a:pt x="38671" y="191929"/>
                    <a:pt x="37433" y="188881"/>
                    <a:pt x="35147" y="186690"/>
                  </a:cubicBezTo>
                  <a:lnTo>
                    <a:pt x="31242" y="182785"/>
                  </a:lnTo>
                  <a:cubicBezTo>
                    <a:pt x="26098" y="177641"/>
                    <a:pt x="23241" y="170879"/>
                    <a:pt x="23241" y="163544"/>
                  </a:cubicBezTo>
                  <a:lnTo>
                    <a:pt x="23241" y="15516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98" name="Google Shape;3998;p98"/>
            <p:cNvSpPr/>
            <p:nvPr/>
          </p:nvSpPr>
          <p:spPr>
            <a:xfrm>
              <a:off x="5560934" y="3104024"/>
              <a:ext cx="118023" cy="63744"/>
            </a:xfrm>
            <a:custGeom>
              <a:avLst/>
              <a:gdLst/>
              <a:ahLst/>
              <a:cxnLst/>
              <a:rect l="l" t="t" r="r" b="b"/>
              <a:pathLst>
                <a:path w="118023" h="63744" extrusionOk="0">
                  <a:moveTo>
                    <a:pt x="11915" y="63649"/>
                  </a:moveTo>
                  <a:cubicBezTo>
                    <a:pt x="13535" y="63649"/>
                    <a:pt x="15154" y="63363"/>
                    <a:pt x="16678" y="62697"/>
                  </a:cubicBezTo>
                  <a:cubicBezTo>
                    <a:pt x="30680" y="56601"/>
                    <a:pt x="38300" y="46409"/>
                    <a:pt x="42014" y="36122"/>
                  </a:cubicBezTo>
                  <a:cubicBezTo>
                    <a:pt x="56778" y="47171"/>
                    <a:pt x="79352" y="59744"/>
                    <a:pt x="106118" y="59744"/>
                  </a:cubicBezTo>
                  <a:cubicBezTo>
                    <a:pt x="112690" y="59744"/>
                    <a:pt x="118024" y="54410"/>
                    <a:pt x="118024" y="47838"/>
                  </a:cubicBezTo>
                  <a:cubicBezTo>
                    <a:pt x="118024" y="41265"/>
                    <a:pt x="112690" y="35931"/>
                    <a:pt x="106118" y="35931"/>
                  </a:cubicBezTo>
                  <a:cubicBezTo>
                    <a:pt x="70113" y="35931"/>
                    <a:pt x="41919" y="4308"/>
                    <a:pt x="41633" y="4023"/>
                  </a:cubicBezTo>
                  <a:cubicBezTo>
                    <a:pt x="38109" y="22"/>
                    <a:pt x="32394" y="-1121"/>
                    <a:pt x="27536" y="1165"/>
                  </a:cubicBezTo>
                  <a:cubicBezTo>
                    <a:pt x="22679" y="3451"/>
                    <a:pt x="20012" y="8690"/>
                    <a:pt x="20964" y="14024"/>
                  </a:cubicBezTo>
                  <a:cubicBezTo>
                    <a:pt x="21345" y="16024"/>
                    <a:pt x="23822" y="33741"/>
                    <a:pt x="7153" y="40980"/>
                  </a:cubicBezTo>
                  <a:cubicBezTo>
                    <a:pt x="1152" y="43647"/>
                    <a:pt x="-1610" y="50600"/>
                    <a:pt x="962" y="56601"/>
                  </a:cubicBezTo>
                  <a:cubicBezTo>
                    <a:pt x="2867" y="61077"/>
                    <a:pt x="7248" y="63744"/>
                    <a:pt x="11915" y="637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3999" name="Google Shape;3999;p98"/>
            <p:cNvSpPr/>
            <p:nvPr/>
          </p:nvSpPr>
          <p:spPr>
            <a:xfrm>
              <a:off x="5659765" y="3358650"/>
              <a:ext cx="160859" cy="113918"/>
            </a:xfrm>
            <a:custGeom>
              <a:avLst/>
              <a:gdLst/>
              <a:ahLst/>
              <a:cxnLst/>
              <a:rect l="l" t="t" r="r" b="b"/>
              <a:pathLst>
                <a:path w="160859" h="113918" extrusionOk="0">
                  <a:moveTo>
                    <a:pt x="151209" y="45815"/>
                  </a:moveTo>
                  <a:cubicBezTo>
                    <a:pt x="149304" y="41243"/>
                    <a:pt x="143494" y="27146"/>
                    <a:pt x="50149" y="476"/>
                  </a:cubicBezTo>
                  <a:cubicBezTo>
                    <a:pt x="46243" y="-667"/>
                    <a:pt x="42052" y="285"/>
                    <a:pt x="39004" y="2952"/>
                  </a:cubicBezTo>
                  <a:lnTo>
                    <a:pt x="4048" y="33718"/>
                  </a:lnTo>
                  <a:cubicBezTo>
                    <a:pt x="-905" y="38099"/>
                    <a:pt x="-1382" y="45624"/>
                    <a:pt x="3000" y="50482"/>
                  </a:cubicBezTo>
                  <a:cubicBezTo>
                    <a:pt x="7381" y="55435"/>
                    <a:pt x="14906" y="55911"/>
                    <a:pt x="19764" y="51530"/>
                  </a:cubicBezTo>
                  <a:lnTo>
                    <a:pt x="49863" y="25145"/>
                  </a:lnTo>
                  <a:cubicBezTo>
                    <a:pt x="84343" y="35337"/>
                    <a:pt x="122443" y="49339"/>
                    <a:pt x="129587" y="55816"/>
                  </a:cubicBezTo>
                  <a:cubicBezTo>
                    <a:pt x="132730" y="64293"/>
                    <a:pt x="134350" y="79628"/>
                    <a:pt x="135588" y="90963"/>
                  </a:cubicBezTo>
                  <a:cubicBezTo>
                    <a:pt x="136064" y="95821"/>
                    <a:pt x="136540" y="100202"/>
                    <a:pt x="137112" y="103727"/>
                  </a:cubicBezTo>
                  <a:cubicBezTo>
                    <a:pt x="137969" y="109632"/>
                    <a:pt x="143017" y="113918"/>
                    <a:pt x="148923" y="113918"/>
                  </a:cubicBezTo>
                  <a:cubicBezTo>
                    <a:pt x="149494" y="113918"/>
                    <a:pt x="150066" y="113918"/>
                    <a:pt x="150637" y="113823"/>
                  </a:cubicBezTo>
                  <a:cubicBezTo>
                    <a:pt x="157114" y="112871"/>
                    <a:pt x="161686" y="106870"/>
                    <a:pt x="160734" y="100298"/>
                  </a:cubicBezTo>
                  <a:cubicBezTo>
                    <a:pt x="160258" y="97059"/>
                    <a:pt x="159877" y="92963"/>
                    <a:pt x="159305" y="88391"/>
                  </a:cubicBezTo>
                  <a:cubicBezTo>
                    <a:pt x="157876" y="74485"/>
                    <a:pt x="155971" y="57149"/>
                    <a:pt x="151304" y="457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00" name="Google Shape;4000;p98"/>
            <p:cNvSpPr/>
            <p:nvPr/>
          </p:nvSpPr>
          <p:spPr>
            <a:xfrm>
              <a:off x="5423535" y="3358746"/>
              <a:ext cx="159386" cy="114013"/>
            </a:xfrm>
            <a:custGeom>
              <a:avLst/>
              <a:gdLst/>
              <a:ahLst/>
              <a:cxnLst/>
              <a:rect l="l" t="t" r="r" b="b"/>
              <a:pathLst>
                <a:path w="159386" h="114013" extrusionOk="0">
                  <a:moveTo>
                    <a:pt x="121691" y="2952"/>
                  </a:moveTo>
                  <a:cubicBezTo>
                    <a:pt x="118643" y="285"/>
                    <a:pt x="114452" y="-667"/>
                    <a:pt x="110547" y="476"/>
                  </a:cubicBezTo>
                  <a:cubicBezTo>
                    <a:pt x="17202" y="27146"/>
                    <a:pt x="11392" y="41147"/>
                    <a:pt x="9487" y="45815"/>
                  </a:cubicBezTo>
                  <a:cubicBezTo>
                    <a:pt x="4915" y="56864"/>
                    <a:pt x="3200" y="72675"/>
                    <a:pt x="1771" y="86677"/>
                  </a:cubicBezTo>
                  <a:cubicBezTo>
                    <a:pt x="1200" y="91725"/>
                    <a:pt x="724" y="96488"/>
                    <a:pt x="152" y="100298"/>
                  </a:cubicBezTo>
                  <a:cubicBezTo>
                    <a:pt x="-896" y="106775"/>
                    <a:pt x="3581" y="112871"/>
                    <a:pt x="10058" y="113918"/>
                  </a:cubicBezTo>
                  <a:cubicBezTo>
                    <a:pt x="10725" y="113918"/>
                    <a:pt x="11296" y="114014"/>
                    <a:pt x="11868" y="114014"/>
                  </a:cubicBezTo>
                  <a:cubicBezTo>
                    <a:pt x="17583" y="114014"/>
                    <a:pt x="22726" y="109823"/>
                    <a:pt x="23584" y="103917"/>
                  </a:cubicBezTo>
                  <a:cubicBezTo>
                    <a:pt x="24250" y="99726"/>
                    <a:pt x="24822" y="94678"/>
                    <a:pt x="25393" y="89153"/>
                  </a:cubicBezTo>
                  <a:cubicBezTo>
                    <a:pt x="26632" y="77914"/>
                    <a:pt x="28060" y="64007"/>
                    <a:pt x="31108" y="55911"/>
                  </a:cubicBezTo>
                  <a:cubicBezTo>
                    <a:pt x="38252" y="49339"/>
                    <a:pt x="76352" y="35432"/>
                    <a:pt x="110833" y="25241"/>
                  </a:cubicBezTo>
                  <a:lnTo>
                    <a:pt x="139693" y="50577"/>
                  </a:lnTo>
                  <a:cubicBezTo>
                    <a:pt x="144646" y="54959"/>
                    <a:pt x="152171" y="54387"/>
                    <a:pt x="156457" y="49529"/>
                  </a:cubicBezTo>
                  <a:cubicBezTo>
                    <a:pt x="160744" y="44672"/>
                    <a:pt x="160267" y="37052"/>
                    <a:pt x="155410" y="32765"/>
                  </a:cubicBezTo>
                  <a:lnTo>
                    <a:pt x="121691" y="314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01" name="Google Shape;4001;p98"/>
            <p:cNvSpPr/>
            <p:nvPr/>
          </p:nvSpPr>
          <p:spPr>
            <a:xfrm>
              <a:off x="5720106" y="3062708"/>
              <a:ext cx="222599" cy="309562"/>
            </a:xfrm>
            <a:custGeom>
              <a:avLst/>
              <a:gdLst/>
              <a:ahLst/>
              <a:cxnLst/>
              <a:rect l="l" t="t" r="r" b="b"/>
              <a:pathLst>
                <a:path w="222599" h="309562" extrusionOk="0">
                  <a:moveTo>
                    <a:pt x="210693" y="0"/>
                  </a:moveTo>
                  <a:lnTo>
                    <a:pt x="11906" y="0"/>
                  </a:lnTo>
                  <a:cubicBezTo>
                    <a:pt x="5334" y="0"/>
                    <a:pt x="0" y="5334"/>
                    <a:pt x="0" y="11906"/>
                  </a:cubicBezTo>
                  <a:cubicBezTo>
                    <a:pt x="0" y="18479"/>
                    <a:pt x="5334" y="23813"/>
                    <a:pt x="11906" y="23813"/>
                  </a:cubicBezTo>
                  <a:lnTo>
                    <a:pt x="198787" y="23813"/>
                  </a:lnTo>
                  <a:lnTo>
                    <a:pt x="198787" y="285750"/>
                  </a:lnTo>
                  <a:lnTo>
                    <a:pt x="103822" y="285750"/>
                  </a:lnTo>
                  <a:cubicBezTo>
                    <a:pt x="97250" y="285750"/>
                    <a:pt x="91916" y="291084"/>
                    <a:pt x="91916" y="297656"/>
                  </a:cubicBezTo>
                  <a:cubicBezTo>
                    <a:pt x="91916" y="304229"/>
                    <a:pt x="97250" y="309563"/>
                    <a:pt x="103822" y="309563"/>
                  </a:cubicBezTo>
                  <a:lnTo>
                    <a:pt x="210693" y="309563"/>
                  </a:lnTo>
                  <a:cubicBezTo>
                    <a:pt x="217265" y="309563"/>
                    <a:pt x="222599" y="304229"/>
                    <a:pt x="222599" y="297656"/>
                  </a:cubicBezTo>
                  <a:lnTo>
                    <a:pt x="222599" y="11906"/>
                  </a:lnTo>
                  <a:cubicBezTo>
                    <a:pt x="222599" y="5334"/>
                    <a:pt x="217265" y="0"/>
                    <a:pt x="210693"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02" name="Google Shape;4002;p98"/>
            <p:cNvSpPr/>
            <p:nvPr/>
          </p:nvSpPr>
          <p:spPr>
            <a:xfrm>
              <a:off x="5733729" y="3140668"/>
              <a:ext cx="164395" cy="171023"/>
            </a:xfrm>
            <a:custGeom>
              <a:avLst/>
              <a:gdLst/>
              <a:ahLst/>
              <a:cxnLst/>
              <a:rect l="l" t="t" r="r" b="b"/>
              <a:pathLst>
                <a:path w="164395" h="171023" extrusionOk="0">
                  <a:moveTo>
                    <a:pt x="21714" y="165594"/>
                  </a:moveTo>
                  <a:lnTo>
                    <a:pt x="62196" y="105111"/>
                  </a:lnTo>
                  <a:lnTo>
                    <a:pt x="88770" y="119208"/>
                  </a:lnTo>
                  <a:cubicBezTo>
                    <a:pt x="94390" y="122160"/>
                    <a:pt x="101248" y="120255"/>
                    <a:pt x="104582" y="114826"/>
                  </a:cubicBezTo>
                  <a:lnTo>
                    <a:pt x="162684" y="17957"/>
                  </a:lnTo>
                  <a:cubicBezTo>
                    <a:pt x="166113" y="12337"/>
                    <a:pt x="164208" y="5003"/>
                    <a:pt x="158589" y="1669"/>
                  </a:cubicBezTo>
                  <a:cubicBezTo>
                    <a:pt x="152969" y="-1665"/>
                    <a:pt x="145635" y="145"/>
                    <a:pt x="142301" y="5765"/>
                  </a:cubicBezTo>
                  <a:lnTo>
                    <a:pt x="90009" y="93014"/>
                  </a:lnTo>
                  <a:lnTo>
                    <a:pt x="63910" y="79203"/>
                  </a:lnTo>
                  <a:cubicBezTo>
                    <a:pt x="58481" y="76345"/>
                    <a:pt x="51813" y="78060"/>
                    <a:pt x="48480" y="83108"/>
                  </a:cubicBezTo>
                  <a:lnTo>
                    <a:pt x="1998" y="152545"/>
                  </a:lnTo>
                  <a:cubicBezTo>
                    <a:pt x="-1622" y="157974"/>
                    <a:pt x="-193" y="165404"/>
                    <a:pt x="5236" y="169023"/>
                  </a:cubicBezTo>
                  <a:cubicBezTo>
                    <a:pt x="7236" y="170357"/>
                    <a:pt x="9522" y="171024"/>
                    <a:pt x="11808" y="171024"/>
                  </a:cubicBezTo>
                  <a:cubicBezTo>
                    <a:pt x="15618" y="171024"/>
                    <a:pt x="19428" y="169214"/>
                    <a:pt x="21714" y="16578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03" name="Google Shape;4003;p98"/>
            <p:cNvSpPr/>
            <p:nvPr/>
          </p:nvSpPr>
          <p:spPr>
            <a:xfrm>
              <a:off x="5598021" y="3381510"/>
              <a:ext cx="46619" cy="46577"/>
            </a:xfrm>
            <a:custGeom>
              <a:avLst/>
              <a:gdLst/>
              <a:ahLst/>
              <a:cxnLst/>
              <a:rect l="l" t="t" r="r" b="b"/>
              <a:pathLst>
                <a:path w="46619" h="46577" extrusionOk="0">
                  <a:moveTo>
                    <a:pt x="35788" y="0"/>
                  </a:moveTo>
                  <a:lnTo>
                    <a:pt x="10737" y="0"/>
                  </a:lnTo>
                  <a:cubicBezTo>
                    <a:pt x="7594" y="0"/>
                    <a:pt x="4546" y="1429"/>
                    <a:pt x="2545" y="3810"/>
                  </a:cubicBezTo>
                  <a:cubicBezTo>
                    <a:pt x="545" y="6191"/>
                    <a:pt x="-407" y="9430"/>
                    <a:pt x="164" y="12573"/>
                  </a:cubicBezTo>
                  <a:lnTo>
                    <a:pt x="4450" y="37624"/>
                  </a:lnTo>
                  <a:cubicBezTo>
                    <a:pt x="5308" y="42767"/>
                    <a:pt x="9784" y="46577"/>
                    <a:pt x="15023" y="46577"/>
                  </a:cubicBezTo>
                  <a:lnTo>
                    <a:pt x="31597" y="46577"/>
                  </a:lnTo>
                  <a:cubicBezTo>
                    <a:pt x="36835" y="46577"/>
                    <a:pt x="41312" y="42767"/>
                    <a:pt x="42169" y="37624"/>
                  </a:cubicBezTo>
                  <a:lnTo>
                    <a:pt x="46456" y="12573"/>
                  </a:lnTo>
                  <a:cubicBezTo>
                    <a:pt x="47027" y="9430"/>
                    <a:pt x="46075" y="6287"/>
                    <a:pt x="44074" y="3810"/>
                  </a:cubicBezTo>
                  <a:cubicBezTo>
                    <a:pt x="42074" y="1429"/>
                    <a:pt x="39026" y="0"/>
                    <a:pt x="35883"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04" name="Google Shape;4004;p98"/>
            <p:cNvSpPr/>
            <p:nvPr/>
          </p:nvSpPr>
          <p:spPr>
            <a:xfrm>
              <a:off x="5609234" y="3445708"/>
              <a:ext cx="23812" cy="96488"/>
            </a:xfrm>
            <a:custGeom>
              <a:avLst/>
              <a:gdLst/>
              <a:ahLst/>
              <a:cxnLst/>
              <a:rect l="l" t="t" r="r" b="b"/>
              <a:pathLst>
                <a:path w="23812" h="96488" extrusionOk="0">
                  <a:moveTo>
                    <a:pt x="11906" y="0"/>
                  </a:moveTo>
                  <a:cubicBezTo>
                    <a:pt x="5334" y="0"/>
                    <a:pt x="0" y="5334"/>
                    <a:pt x="0" y="11906"/>
                  </a:cubicBezTo>
                  <a:lnTo>
                    <a:pt x="0" y="84582"/>
                  </a:lnTo>
                  <a:cubicBezTo>
                    <a:pt x="0" y="91154"/>
                    <a:pt x="5334" y="96488"/>
                    <a:pt x="11906" y="96488"/>
                  </a:cubicBezTo>
                  <a:cubicBezTo>
                    <a:pt x="18479" y="96488"/>
                    <a:pt x="23813" y="91154"/>
                    <a:pt x="23813" y="84582"/>
                  </a:cubicBezTo>
                  <a:lnTo>
                    <a:pt x="23813" y="11906"/>
                  </a:lnTo>
                  <a:cubicBezTo>
                    <a:pt x="23813" y="5334"/>
                    <a:pt x="18479"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005" name="Google Shape;4005;p98"/>
          <p:cNvGrpSpPr/>
          <p:nvPr/>
        </p:nvGrpSpPr>
        <p:grpSpPr>
          <a:xfrm>
            <a:off x="2832313" y="1808315"/>
            <a:ext cx="292623" cy="210324"/>
            <a:chOff x="5837586" y="3242309"/>
            <a:chExt cx="519112" cy="373379"/>
          </a:xfrm>
        </p:grpSpPr>
        <p:sp>
          <p:nvSpPr>
            <p:cNvPr id="4006" name="Google Shape;4006;p98"/>
            <p:cNvSpPr/>
            <p:nvPr/>
          </p:nvSpPr>
          <p:spPr>
            <a:xfrm>
              <a:off x="5837586" y="3242309"/>
              <a:ext cx="519112" cy="373379"/>
            </a:xfrm>
            <a:custGeom>
              <a:avLst/>
              <a:gdLst/>
              <a:ahLst/>
              <a:cxnLst/>
              <a:rect l="l" t="t" r="r" b="b"/>
              <a:pathLst>
                <a:path w="519112" h="373379" extrusionOk="0">
                  <a:moveTo>
                    <a:pt x="471488" y="0"/>
                  </a:moveTo>
                  <a:lnTo>
                    <a:pt x="47625" y="0"/>
                  </a:lnTo>
                  <a:cubicBezTo>
                    <a:pt x="21336" y="0"/>
                    <a:pt x="0" y="21336"/>
                    <a:pt x="0" y="47625"/>
                  </a:cubicBezTo>
                  <a:lnTo>
                    <a:pt x="0" y="325755"/>
                  </a:lnTo>
                  <a:cubicBezTo>
                    <a:pt x="0" y="352044"/>
                    <a:pt x="21336" y="373380"/>
                    <a:pt x="47625" y="373380"/>
                  </a:cubicBezTo>
                  <a:lnTo>
                    <a:pt x="471488" y="373380"/>
                  </a:lnTo>
                  <a:cubicBezTo>
                    <a:pt x="497777" y="373380"/>
                    <a:pt x="519113" y="352044"/>
                    <a:pt x="519113" y="325755"/>
                  </a:cubicBezTo>
                  <a:lnTo>
                    <a:pt x="519113" y="47625"/>
                  </a:lnTo>
                  <a:cubicBezTo>
                    <a:pt x="519113" y="21336"/>
                    <a:pt x="497777" y="0"/>
                    <a:pt x="471488" y="0"/>
                  </a:cubicBezTo>
                  <a:close/>
                  <a:moveTo>
                    <a:pt x="47625" y="38100"/>
                  </a:moveTo>
                  <a:lnTo>
                    <a:pt x="471488" y="38100"/>
                  </a:lnTo>
                  <a:cubicBezTo>
                    <a:pt x="476631" y="38100"/>
                    <a:pt x="481013" y="42482"/>
                    <a:pt x="481013" y="47625"/>
                  </a:cubicBezTo>
                  <a:lnTo>
                    <a:pt x="481013" y="105728"/>
                  </a:lnTo>
                  <a:lnTo>
                    <a:pt x="38100" y="105728"/>
                  </a:lnTo>
                  <a:lnTo>
                    <a:pt x="38100" y="47625"/>
                  </a:lnTo>
                  <a:cubicBezTo>
                    <a:pt x="38100" y="42482"/>
                    <a:pt x="42482" y="38100"/>
                    <a:pt x="47625" y="38100"/>
                  </a:cubicBezTo>
                  <a:close/>
                  <a:moveTo>
                    <a:pt x="471488" y="335280"/>
                  </a:moveTo>
                  <a:lnTo>
                    <a:pt x="47625" y="335280"/>
                  </a:lnTo>
                  <a:cubicBezTo>
                    <a:pt x="42482" y="335280"/>
                    <a:pt x="38100" y="330899"/>
                    <a:pt x="38100" y="325755"/>
                  </a:cubicBezTo>
                  <a:lnTo>
                    <a:pt x="38100" y="129540"/>
                  </a:lnTo>
                  <a:lnTo>
                    <a:pt x="481013" y="129540"/>
                  </a:lnTo>
                  <a:lnTo>
                    <a:pt x="481013" y="325755"/>
                  </a:lnTo>
                  <a:cubicBezTo>
                    <a:pt x="481013" y="330899"/>
                    <a:pt x="476631" y="335280"/>
                    <a:pt x="471488" y="335280"/>
                  </a:cubicBezTo>
                  <a:close/>
                </a:path>
              </a:pathLst>
            </a:custGeom>
            <a:solidFill>
              <a:srgbClr val="29B5E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07" name="Google Shape;4007;p98"/>
            <p:cNvSpPr/>
            <p:nvPr/>
          </p:nvSpPr>
          <p:spPr>
            <a:xfrm>
              <a:off x="5899594" y="3301841"/>
              <a:ext cx="28003" cy="28003"/>
            </a:xfrm>
            <a:custGeom>
              <a:avLst/>
              <a:gdLst/>
              <a:ahLst/>
              <a:cxnLst/>
              <a:rect l="l" t="t" r="r" b="b"/>
              <a:pathLst>
                <a:path w="28003" h="28003" extrusionOk="0">
                  <a:moveTo>
                    <a:pt x="14002" y="28004"/>
                  </a:moveTo>
                  <a:cubicBezTo>
                    <a:pt x="21717" y="28004"/>
                    <a:pt x="28003" y="21717"/>
                    <a:pt x="28003" y="14002"/>
                  </a:cubicBezTo>
                  <a:cubicBezTo>
                    <a:pt x="28003" y="6286"/>
                    <a:pt x="21717" y="0"/>
                    <a:pt x="14002" y="0"/>
                  </a:cubicBezTo>
                  <a:cubicBezTo>
                    <a:pt x="6286" y="0"/>
                    <a:pt x="0" y="6286"/>
                    <a:pt x="0" y="14002"/>
                  </a:cubicBezTo>
                  <a:cubicBezTo>
                    <a:pt x="0" y="21717"/>
                    <a:pt x="6286" y="28004"/>
                    <a:pt x="14002" y="28004"/>
                  </a:cubicBezTo>
                  <a:close/>
                </a:path>
              </a:pathLst>
            </a:custGeom>
            <a:solidFill>
              <a:srgbClr val="29B5E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08" name="Google Shape;4008;p98"/>
            <p:cNvSpPr/>
            <p:nvPr/>
          </p:nvSpPr>
          <p:spPr>
            <a:xfrm>
              <a:off x="5943409" y="3301936"/>
              <a:ext cx="27900" cy="27900"/>
            </a:xfrm>
            <a:prstGeom prst="ellipse">
              <a:avLst/>
            </a:prstGeom>
            <a:solidFill>
              <a:srgbClr val="29B5E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09" name="Google Shape;4009;p98"/>
            <p:cNvSpPr/>
            <p:nvPr/>
          </p:nvSpPr>
          <p:spPr>
            <a:xfrm>
              <a:off x="6140429" y="3422428"/>
              <a:ext cx="95019" cy="104679"/>
            </a:xfrm>
            <a:custGeom>
              <a:avLst/>
              <a:gdLst/>
              <a:ahLst/>
              <a:cxnLst/>
              <a:rect l="l" t="t" r="r" b="b"/>
              <a:pathLst>
                <a:path w="95019" h="104679" extrusionOk="0">
                  <a:moveTo>
                    <a:pt x="88825" y="41052"/>
                  </a:moveTo>
                  <a:lnTo>
                    <a:pt x="17674" y="1523"/>
                  </a:lnTo>
                  <a:cubicBezTo>
                    <a:pt x="11959" y="-1715"/>
                    <a:pt x="4624" y="380"/>
                    <a:pt x="1481" y="6191"/>
                  </a:cubicBezTo>
                  <a:cubicBezTo>
                    <a:pt x="-1662" y="11906"/>
                    <a:pt x="338" y="19145"/>
                    <a:pt x="6148" y="22383"/>
                  </a:cubicBezTo>
                  <a:lnTo>
                    <a:pt x="59012" y="51720"/>
                  </a:lnTo>
                  <a:lnTo>
                    <a:pt x="5958" y="82486"/>
                  </a:lnTo>
                  <a:cubicBezTo>
                    <a:pt x="243" y="85820"/>
                    <a:pt x="-1662" y="93059"/>
                    <a:pt x="1672" y="98774"/>
                  </a:cubicBezTo>
                  <a:cubicBezTo>
                    <a:pt x="3862" y="102584"/>
                    <a:pt x="7863" y="104679"/>
                    <a:pt x="11959" y="104679"/>
                  </a:cubicBezTo>
                  <a:cubicBezTo>
                    <a:pt x="13959" y="104679"/>
                    <a:pt x="16054" y="104203"/>
                    <a:pt x="17959" y="103060"/>
                  </a:cubicBezTo>
                  <a:lnTo>
                    <a:pt x="89111" y="61817"/>
                  </a:lnTo>
                  <a:cubicBezTo>
                    <a:pt x="92826" y="59626"/>
                    <a:pt x="95112" y="55721"/>
                    <a:pt x="95017" y="51434"/>
                  </a:cubicBezTo>
                  <a:cubicBezTo>
                    <a:pt x="95017" y="47148"/>
                    <a:pt x="92635" y="43243"/>
                    <a:pt x="88921" y="41147"/>
                  </a:cubicBezTo>
                  <a:close/>
                </a:path>
              </a:pathLst>
            </a:custGeom>
            <a:solidFill>
              <a:srgbClr val="29B5E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10" name="Google Shape;4010;p98"/>
            <p:cNvSpPr/>
            <p:nvPr/>
          </p:nvSpPr>
          <p:spPr>
            <a:xfrm>
              <a:off x="5958837" y="3422406"/>
              <a:ext cx="94988" cy="104605"/>
            </a:xfrm>
            <a:custGeom>
              <a:avLst/>
              <a:gdLst/>
              <a:ahLst/>
              <a:cxnLst/>
              <a:rect l="l" t="t" r="r" b="b"/>
              <a:pathLst>
                <a:path w="94988" h="104605" extrusionOk="0">
                  <a:moveTo>
                    <a:pt x="88871" y="82317"/>
                  </a:moveTo>
                  <a:lnTo>
                    <a:pt x="36007" y="52980"/>
                  </a:lnTo>
                  <a:lnTo>
                    <a:pt x="89062" y="22214"/>
                  </a:lnTo>
                  <a:cubicBezTo>
                    <a:pt x="94777" y="18881"/>
                    <a:pt x="96682" y="11642"/>
                    <a:pt x="93348" y="5927"/>
                  </a:cubicBezTo>
                  <a:cubicBezTo>
                    <a:pt x="90014" y="212"/>
                    <a:pt x="82775" y="-1693"/>
                    <a:pt x="77060" y="1640"/>
                  </a:cubicBezTo>
                  <a:lnTo>
                    <a:pt x="5908" y="42884"/>
                  </a:lnTo>
                  <a:cubicBezTo>
                    <a:pt x="2194" y="45074"/>
                    <a:pt x="-92" y="48980"/>
                    <a:pt x="3" y="53266"/>
                  </a:cubicBezTo>
                  <a:cubicBezTo>
                    <a:pt x="3" y="57552"/>
                    <a:pt x="2384" y="61457"/>
                    <a:pt x="6099" y="63553"/>
                  </a:cubicBezTo>
                  <a:lnTo>
                    <a:pt x="77251" y="103082"/>
                  </a:lnTo>
                  <a:cubicBezTo>
                    <a:pt x="79060" y="104129"/>
                    <a:pt x="81061" y="104606"/>
                    <a:pt x="83061" y="104606"/>
                  </a:cubicBezTo>
                  <a:cubicBezTo>
                    <a:pt x="87252" y="104606"/>
                    <a:pt x="91348" y="102415"/>
                    <a:pt x="93443" y="98510"/>
                  </a:cubicBezTo>
                  <a:cubicBezTo>
                    <a:pt x="96586" y="92795"/>
                    <a:pt x="94586" y="85556"/>
                    <a:pt x="88776" y="82317"/>
                  </a:cubicBezTo>
                  <a:close/>
                </a:path>
              </a:pathLst>
            </a:custGeom>
            <a:solidFill>
              <a:srgbClr val="29B5E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011" name="Google Shape;4011;p98"/>
            <p:cNvSpPr/>
            <p:nvPr/>
          </p:nvSpPr>
          <p:spPr>
            <a:xfrm>
              <a:off x="6071196" y="3402607"/>
              <a:ext cx="51892" cy="144312"/>
            </a:xfrm>
            <a:custGeom>
              <a:avLst/>
              <a:gdLst/>
              <a:ahLst/>
              <a:cxnLst/>
              <a:rect l="l" t="t" r="r" b="b"/>
              <a:pathLst>
                <a:path w="51892" h="144312" extrusionOk="0">
                  <a:moveTo>
                    <a:pt x="42615" y="294"/>
                  </a:moveTo>
                  <a:cubicBezTo>
                    <a:pt x="36233" y="-1135"/>
                    <a:pt x="29851" y="2771"/>
                    <a:pt x="28327" y="9248"/>
                  </a:cubicBezTo>
                  <a:lnTo>
                    <a:pt x="324" y="129739"/>
                  </a:lnTo>
                  <a:cubicBezTo>
                    <a:pt x="-1200" y="136121"/>
                    <a:pt x="2800" y="142502"/>
                    <a:pt x="9277" y="144026"/>
                  </a:cubicBezTo>
                  <a:cubicBezTo>
                    <a:pt x="10135" y="144217"/>
                    <a:pt x="11087" y="144312"/>
                    <a:pt x="11944" y="144312"/>
                  </a:cubicBezTo>
                  <a:cubicBezTo>
                    <a:pt x="17374" y="144312"/>
                    <a:pt x="22231" y="140597"/>
                    <a:pt x="23565" y="135073"/>
                  </a:cubicBezTo>
                  <a:lnTo>
                    <a:pt x="51568" y="14582"/>
                  </a:lnTo>
                  <a:cubicBezTo>
                    <a:pt x="53092" y="8200"/>
                    <a:pt x="49092" y="1818"/>
                    <a:pt x="42615" y="294"/>
                  </a:cubicBezTo>
                  <a:close/>
                </a:path>
              </a:pathLst>
            </a:custGeom>
            <a:solidFill>
              <a:srgbClr val="29B5E8"/>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grpSp>
      <p:grpSp>
        <p:nvGrpSpPr>
          <p:cNvPr id="4012" name="Google Shape;4012;p98"/>
          <p:cNvGrpSpPr/>
          <p:nvPr/>
        </p:nvGrpSpPr>
        <p:grpSpPr>
          <a:xfrm>
            <a:off x="5993688" y="1014704"/>
            <a:ext cx="300037" cy="286643"/>
            <a:chOff x="2228850" y="4393406"/>
            <a:chExt cx="533399" cy="509588"/>
          </a:xfrm>
        </p:grpSpPr>
        <p:sp>
          <p:nvSpPr>
            <p:cNvPr id="4013" name="Google Shape;4013;p98"/>
            <p:cNvSpPr/>
            <p:nvPr/>
          </p:nvSpPr>
          <p:spPr>
            <a:xfrm>
              <a:off x="2228850" y="4393406"/>
              <a:ext cx="430434" cy="495776"/>
            </a:xfrm>
            <a:custGeom>
              <a:avLst/>
              <a:gdLst/>
              <a:ahLst/>
              <a:cxnLst/>
              <a:rect l="l" t="t" r="r" b="b"/>
              <a:pathLst>
                <a:path w="430434" h="495776" extrusionOk="0">
                  <a:moveTo>
                    <a:pt x="258985" y="460343"/>
                  </a:moveTo>
                  <a:cubicBezTo>
                    <a:pt x="258985" y="460343"/>
                    <a:pt x="219647" y="461582"/>
                    <a:pt x="197739" y="460343"/>
                  </a:cubicBezTo>
                  <a:cubicBezTo>
                    <a:pt x="97155" y="456819"/>
                    <a:pt x="35338" y="425006"/>
                    <a:pt x="35338" y="402431"/>
                  </a:cubicBezTo>
                  <a:lnTo>
                    <a:pt x="35338" y="352425"/>
                  </a:lnTo>
                  <a:cubicBezTo>
                    <a:pt x="72009" y="376047"/>
                    <a:pt x="132302" y="389382"/>
                    <a:pt x="189643" y="391954"/>
                  </a:cubicBezTo>
                  <a:lnTo>
                    <a:pt x="249079" y="395192"/>
                  </a:lnTo>
                  <a:lnTo>
                    <a:pt x="250031" y="395192"/>
                  </a:lnTo>
                  <a:cubicBezTo>
                    <a:pt x="259461" y="395192"/>
                    <a:pt x="267176" y="387858"/>
                    <a:pt x="267653" y="378428"/>
                  </a:cubicBezTo>
                  <a:cubicBezTo>
                    <a:pt x="268129" y="368713"/>
                    <a:pt x="260699" y="360426"/>
                    <a:pt x="251079" y="359855"/>
                  </a:cubicBezTo>
                  <a:lnTo>
                    <a:pt x="191357" y="356521"/>
                  </a:lnTo>
                  <a:cubicBezTo>
                    <a:pt x="90773" y="352139"/>
                    <a:pt x="35243" y="320326"/>
                    <a:pt x="35243" y="299371"/>
                  </a:cubicBezTo>
                  <a:lnTo>
                    <a:pt x="35243" y="249746"/>
                  </a:lnTo>
                  <a:cubicBezTo>
                    <a:pt x="76200" y="276416"/>
                    <a:pt x="146971" y="290513"/>
                    <a:pt x="215075" y="290513"/>
                  </a:cubicBezTo>
                  <a:cubicBezTo>
                    <a:pt x="283178" y="290513"/>
                    <a:pt x="354140" y="276416"/>
                    <a:pt x="395192" y="249746"/>
                  </a:cubicBezTo>
                  <a:lnTo>
                    <a:pt x="395192" y="258509"/>
                  </a:lnTo>
                  <a:cubicBezTo>
                    <a:pt x="395192" y="268224"/>
                    <a:pt x="403098" y="276130"/>
                    <a:pt x="412814" y="276130"/>
                  </a:cubicBezTo>
                  <a:cubicBezTo>
                    <a:pt x="422529" y="276130"/>
                    <a:pt x="430435" y="268224"/>
                    <a:pt x="430435" y="258509"/>
                  </a:cubicBezTo>
                  <a:lnTo>
                    <a:pt x="430435" y="93536"/>
                  </a:lnTo>
                  <a:cubicBezTo>
                    <a:pt x="430435" y="32861"/>
                    <a:pt x="319564" y="0"/>
                    <a:pt x="215075" y="0"/>
                  </a:cubicBezTo>
                  <a:cubicBezTo>
                    <a:pt x="110585" y="0"/>
                    <a:pt x="190" y="32671"/>
                    <a:pt x="0" y="93345"/>
                  </a:cubicBezTo>
                  <a:lnTo>
                    <a:pt x="0" y="402336"/>
                  </a:lnTo>
                  <a:cubicBezTo>
                    <a:pt x="0" y="461772"/>
                    <a:pt x="101918" y="492252"/>
                    <a:pt x="196691" y="495395"/>
                  </a:cubicBezTo>
                  <a:cubicBezTo>
                    <a:pt x="203168" y="495776"/>
                    <a:pt x="210979" y="495776"/>
                    <a:pt x="218980" y="495776"/>
                  </a:cubicBezTo>
                  <a:lnTo>
                    <a:pt x="218980" y="495776"/>
                  </a:lnTo>
                  <a:cubicBezTo>
                    <a:pt x="218980" y="495776"/>
                    <a:pt x="260128" y="495776"/>
                    <a:pt x="260128" y="495776"/>
                  </a:cubicBezTo>
                  <a:cubicBezTo>
                    <a:pt x="269843" y="495491"/>
                    <a:pt x="277559" y="487394"/>
                    <a:pt x="277273" y="477584"/>
                  </a:cubicBezTo>
                  <a:cubicBezTo>
                    <a:pt x="276987" y="467868"/>
                    <a:pt x="268891" y="460153"/>
                    <a:pt x="259080" y="460439"/>
                  </a:cubicBezTo>
                  <a:close/>
                  <a:moveTo>
                    <a:pt x="215170" y="35147"/>
                  </a:moveTo>
                  <a:cubicBezTo>
                    <a:pt x="324993" y="35147"/>
                    <a:pt x="395002" y="70485"/>
                    <a:pt x="395288" y="93440"/>
                  </a:cubicBezTo>
                  <a:cubicBezTo>
                    <a:pt x="395288" y="117062"/>
                    <a:pt x="324707" y="151543"/>
                    <a:pt x="215170" y="151543"/>
                  </a:cubicBezTo>
                  <a:cubicBezTo>
                    <a:pt x="105632" y="151543"/>
                    <a:pt x="35338" y="117253"/>
                    <a:pt x="35338" y="93440"/>
                  </a:cubicBezTo>
                  <a:cubicBezTo>
                    <a:pt x="35338" y="69628"/>
                    <a:pt x="105442" y="35147"/>
                    <a:pt x="215170" y="35147"/>
                  </a:cubicBezTo>
                  <a:close/>
                  <a:moveTo>
                    <a:pt x="35338" y="146399"/>
                  </a:moveTo>
                  <a:cubicBezTo>
                    <a:pt x="76295" y="172879"/>
                    <a:pt x="147066" y="186976"/>
                    <a:pt x="215170" y="186976"/>
                  </a:cubicBezTo>
                  <a:cubicBezTo>
                    <a:pt x="283274" y="186976"/>
                    <a:pt x="354235" y="173069"/>
                    <a:pt x="395288" y="146399"/>
                  </a:cubicBezTo>
                  <a:lnTo>
                    <a:pt x="395288" y="196882"/>
                  </a:lnTo>
                  <a:cubicBezTo>
                    <a:pt x="395288" y="220504"/>
                    <a:pt x="324707" y="254984"/>
                    <a:pt x="215170" y="254984"/>
                  </a:cubicBezTo>
                  <a:cubicBezTo>
                    <a:pt x="105632" y="254984"/>
                    <a:pt x="35338" y="220313"/>
                    <a:pt x="35338" y="196882"/>
                  </a:cubicBezTo>
                  <a:lnTo>
                    <a:pt x="35338" y="14639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14" name="Google Shape;4014;p98"/>
            <p:cNvSpPr/>
            <p:nvPr/>
          </p:nvSpPr>
          <p:spPr>
            <a:xfrm>
              <a:off x="2523171" y="4663916"/>
              <a:ext cx="239078" cy="239078"/>
            </a:xfrm>
            <a:custGeom>
              <a:avLst/>
              <a:gdLst/>
              <a:ahLst/>
              <a:cxnLst/>
              <a:rect l="l" t="t" r="r" b="b"/>
              <a:pathLst>
                <a:path w="239078" h="239078" extrusionOk="0">
                  <a:moveTo>
                    <a:pt x="187644" y="135922"/>
                  </a:moveTo>
                  <a:lnTo>
                    <a:pt x="187167" y="135922"/>
                  </a:lnTo>
                  <a:cubicBezTo>
                    <a:pt x="174594" y="135922"/>
                    <a:pt x="163069" y="140589"/>
                    <a:pt x="154116" y="148209"/>
                  </a:cubicBezTo>
                  <a:lnTo>
                    <a:pt x="101538" y="125158"/>
                  </a:lnTo>
                  <a:cubicBezTo>
                    <a:pt x="102490" y="121253"/>
                    <a:pt x="103157" y="117157"/>
                    <a:pt x="103157" y="112966"/>
                  </a:cubicBezTo>
                  <a:cubicBezTo>
                    <a:pt x="103157" y="110871"/>
                    <a:pt x="102776" y="108966"/>
                    <a:pt x="102585" y="106966"/>
                  </a:cubicBezTo>
                  <a:lnTo>
                    <a:pt x="149544" y="86392"/>
                  </a:lnTo>
                  <a:cubicBezTo>
                    <a:pt x="159069" y="96774"/>
                    <a:pt x="172689" y="103251"/>
                    <a:pt x="187834" y="103156"/>
                  </a:cubicBezTo>
                  <a:cubicBezTo>
                    <a:pt x="216219" y="102965"/>
                    <a:pt x="239174" y="79819"/>
                    <a:pt x="239079" y="51435"/>
                  </a:cubicBezTo>
                  <a:cubicBezTo>
                    <a:pt x="239079" y="23050"/>
                    <a:pt x="216028" y="0"/>
                    <a:pt x="187644" y="0"/>
                  </a:cubicBezTo>
                  <a:lnTo>
                    <a:pt x="187167" y="0"/>
                  </a:lnTo>
                  <a:cubicBezTo>
                    <a:pt x="158688" y="190"/>
                    <a:pt x="135732" y="23431"/>
                    <a:pt x="135923" y="51911"/>
                  </a:cubicBezTo>
                  <a:cubicBezTo>
                    <a:pt x="135923" y="54388"/>
                    <a:pt x="136209" y="56864"/>
                    <a:pt x="136590" y="59245"/>
                  </a:cubicBezTo>
                  <a:lnTo>
                    <a:pt x="90393" y="79439"/>
                  </a:lnTo>
                  <a:cubicBezTo>
                    <a:pt x="80964" y="68580"/>
                    <a:pt x="67248" y="61531"/>
                    <a:pt x="51722" y="61531"/>
                  </a:cubicBezTo>
                  <a:lnTo>
                    <a:pt x="51246" y="61531"/>
                  </a:lnTo>
                  <a:cubicBezTo>
                    <a:pt x="22766" y="61722"/>
                    <a:pt x="-189" y="84963"/>
                    <a:pt x="1" y="113443"/>
                  </a:cubicBezTo>
                  <a:cubicBezTo>
                    <a:pt x="192" y="141922"/>
                    <a:pt x="23433" y="164878"/>
                    <a:pt x="51912" y="164687"/>
                  </a:cubicBezTo>
                  <a:cubicBezTo>
                    <a:pt x="65152" y="164687"/>
                    <a:pt x="77058" y="159448"/>
                    <a:pt x="86107" y="151162"/>
                  </a:cubicBezTo>
                  <a:lnTo>
                    <a:pt x="137828" y="173831"/>
                  </a:lnTo>
                  <a:cubicBezTo>
                    <a:pt x="136590" y="178308"/>
                    <a:pt x="135923" y="182975"/>
                    <a:pt x="135923" y="187833"/>
                  </a:cubicBezTo>
                  <a:cubicBezTo>
                    <a:pt x="136113" y="216313"/>
                    <a:pt x="159354" y="239268"/>
                    <a:pt x="187834" y="239077"/>
                  </a:cubicBezTo>
                  <a:cubicBezTo>
                    <a:pt x="216219" y="238887"/>
                    <a:pt x="239174" y="215741"/>
                    <a:pt x="239079" y="187357"/>
                  </a:cubicBezTo>
                  <a:cubicBezTo>
                    <a:pt x="239079" y="158972"/>
                    <a:pt x="216028" y="135922"/>
                    <a:pt x="187644" y="135922"/>
                  </a:cubicBezTo>
                  <a:close/>
                  <a:moveTo>
                    <a:pt x="187167" y="25336"/>
                  </a:moveTo>
                  <a:cubicBezTo>
                    <a:pt x="201836" y="25336"/>
                    <a:pt x="213647" y="37147"/>
                    <a:pt x="213647" y="51816"/>
                  </a:cubicBezTo>
                  <a:cubicBezTo>
                    <a:pt x="213361" y="66294"/>
                    <a:pt x="201550" y="77819"/>
                    <a:pt x="187167" y="77819"/>
                  </a:cubicBezTo>
                  <a:lnTo>
                    <a:pt x="187167" y="78295"/>
                  </a:lnTo>
                  <a:cubicBezTo>
                    <a:pt x="172594" y="78295"/>
                    <a:pt x="160688" y="66484"/>
                    <a:pt x="160688" y="51816"/>
                  </a:cubicBezTo>
                  <a:cubicBezTo>
                    <a:pt x="160688" y="37147"/>
                    <a:pt x="172499" y="25336"/>
                    <a:pt x="187167" y="25336"/>
                  </a:cubicBezTo>
                  <a:close/>
                  <a:moveTo>
                    <a:pt x="51246" y="139446"/>
                  </a:moveTo>
                  <a:lnTo>
                    <a:pt x="51246" y="139922"/>
                  </a:lnTo>
                  <a:cubicBezTo>
                    <a:pt x="36672" y="139922"/>
                    <a:pt x="24766" y="128111"/>
                    <a:pt x="24766" y="113443"/>
                  </a:cubicBezTo>
                  <a:cubicBezTo>
                    <a:pt x="24766" y="98774"/>
                    <a:pt x="36577" y="86963"/>
                    <a:pt x="51246" y="86963"/>
                  </a:cubicBezTo>
                  <a:cubicBezTo>
                    <a:pt x="65914" y="86963"/>
                    <a:pt x="77725" y="98774"/>
                    <a:pt x="77725" y="113443"/>
                  </a:cubicBezTo>
                  <a:cubicBezTo>
                    <a:pt x="77439" y="127921"/>
                    <a:pt x="65628" y="139446"/>
                    <a:pt x="51246" y="139446"/>
                  </a:cubicBezTo>
                  <a:close/>
                  <a:moveTo>
                    <a:pt x="187167" y="213836"/>
                  </a:moveTo>
                  <a:lnTo>
                    <a:pt x="187167" y="214313"/>
                  </a:lnTo>
                  <a:cubicBezTo>
                    <a:pt x="172594" y="214313"/>
                    <a:pt x="160688" y="202501"/>
                    <a:pt x="160688" y="187833"/>
                  </a:cubicBezTo>
                  <a:cubicBezTo>
                    <a:pt x="160688" y="173165"/>
                    <a:pt x="172499" y="161353"/>
                    <a:pt x="187167" y="161353"/>
                  </a:cubicBezTo>
                  <a:cubicBezTo>
                    <a:pt x="201836" y="161353"/>
                    <a:pt x="213647" y="173165"/>
                    <a:pt x="213647" y="187833"/>
                  </a:cubicBezTo>
                  <a:cubicBezTo>
                    <a:pt x="213361" y="202311"/>
                    <a:pt x="201550" y="213836"/>
                    <a:pt x="187167" y="21383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015" name="Google Shape;4015;p98"/>
          <p:cNvGrpSpPr/>
          <p:nvPr/>
        </p:nvGrpSpPr>
        <p:grpSpPr>
          <a:xfrm>
            <a:off x="2827951" y="2550815"/>
            <a:ext cx="295703" cy="282892"/>
            <a:chOff x="2602414" y="816252"/>
            <a:chExt cx="394271" cy="377190"/>
          </a:xfrm>
        </p:grpSpPr>
        <p:sp>
          <p:nvSpPr>
            <p:cNvPr id="4016" name="Google Shape;4016;p98"/>
            <p:cNvSpPr/>
            <p:nvPr/>
          </p:nvSpPr>
          <p:spPr>
            <a:xfrm>
              <a:off x="2870950" y="1014563"/>
              <a:ext cx="90651" cy="132016"/>
            </a:xfrm>
            <a:custGeom>
              <a:avLst/>
              <a:gdLst/>
              <a:ahLst/>
              <a:cxnLst/>
              <a:rect l="l" t="t" r="r" b="b"/>
              <a:pathLst>
                <a:path w="120868" h="176021" extrusionOk="0">
                  <a:moveTo>
                    <a:pt x="6949" y="48006"/>
                  </a:moveTo>
                  <a:cubicBezTo>
                    <a:pt x="12855" y="50387"/>
                    <a:pt x="19618" y="47625"/>
                    <a:pt x="21999" y="41720"/>
                  </a:cubicBezTo>
                  <a:cubicBezTo>
                    <a:pt x="29047" y="24575"/>
                    <a:pt x="41716" y="23051"/>
                    <a:pt x="53050" y="23051"/>
                  </a:cubicBezTo>
                  <a:lnTo>
                    <a:pt x="54860" y="23051"/>
                  </a:lnTo>
                  <a:cubicBezTo>
                    <a:pt x="61051" y="23051"/>
                    <a:pt x="71434" y="23051"/>
                    <a:pt x="79244" y="30766"/>
                  </a:cubicBezTo>
                  <a:cubicBezTo>
                    <a:pt x="85054" y="36576"/>
                    <a:pt x="88864" y="46292"/>
                    <a:pt x="90484" y="59246"/>
                  </a:cubicBezTo>
                  <a:cubicBezTo>
                    <a:pt x="89245" y="58103"/>
                    <a:pt x="87626" y="57436"/>
                    <a:pt x="85816" y="57436"/>
                  </a:cubicBezTo>
                  <a:cubicBezTo>
                    <a:pt x="60956" y="57436"/>
                    <a:pt x="41525" y="35624"/>
                    <a:pt x="41335" y="35433"/>
                  </a:cubicBezTo>
                  <a:cubicBezTo>
                    <a:pt x="39239" y="33052"/>
                    <a:pt x="35905" y="32480"/>
                    <a:pt x="33143" y="33814"/>
                  </a:cubicBezTo>
                  <a:cubicBezTo>
                    <a:pt x="30381" y="35147"/>
                    <a:pt x="28762" y="38195"/>
                    <a:pt x="29333" y="41339"/>
                  </a:cubicBezTo>
                  <a:cubicBezTo>
                    <a:pt x="29619" y="42767"/>
                    <a:pt x="31429" y="55531"/>
                    <a:pt x="19332" y="60770"/>
                  </a:cubicBezTo>
                  <a:cubicBezTo>
                    <a:pt x="15808" y="62294"/>
                    <a:pt x="14188" y="66389"/>
                    <a:pt x="15712" y="69914"/>
                  </a:cubicBezTo>
                  <a:cubicBezTo>
                    <a:pt x="16855" y="72485"/>
                    <a:pt x="19427" y="74105"/>
                    <a:pt x="22094" y="74105"/>
                  </a:cubicBezTo>
                  <a:cubicBezTo>
                    <a:pt x="23047" y="74105"/>
                    <a:pt x="23999" y="73914"/>
                    <a:pt x="24856" y="73533"/>
                  </a:cubicBezTo>
                  <a:cubicBezTo>
                    <a:pt x="34667" y="69247"/>
                    <a:pt x="39620" y="61913"/>
                    <a:pt x="41906" y="54769"/>
                  </a:cubicBezTo>
                  <a:cubicBezTo>
                    <a:pt x="51622" y="62389"/>
                    <a:pt x="67243" y="71438"/>
                    <a:pt x="85816" y="71438"/>
                  </a:cubicBezTo>
                  <a:cubicBezTo>
                    <a:pt x="88007" y="71438"/>
                    <a:pt x="89912" y="70390"/>
                    <a:pt x="91150" y="68771"/>
                  </a:cubicBezTo>
                  <a:cubicBezTo>
                    <a:pt x="91150" y="70580"/>
                    <a:pt x="91341" y="72390"/>
                    <a:pt x="91341" y="74295"/>
                  </a:cubicBezTo>
                  <a:cubicBezTo>
                    <a:pt x="91341" y="77343"/>
                    <a:pt x="92579" y="80296"/>
                    <a:pt x="94770" y="82487"/>
                  </a:cubicBezTo>
                  <a:cubicBezTo>
                    <a:pt x="96580" y="84296"/>
                    <a:pt x="97532" y="86678"/>
                    <a:pt x="97532" y="89249"/>
                  </a:cubicBezTo>
                  <a:lnTo>
                    <a:pt x="97532" y="93821"/>
                  </a:lnTo>
                  <a:cubicBezTo>
                    <a:pt x="97532" y="96393"/>
                    <a:pt x="96580" y="98774"/>
                    <a:pt x="94770" y="100584"/>
                  </a:cubicBezTo>
                  <a:lnTo>
                    <a:pt x="92674" y="102680"/>
                  </a:lnTo>
                  <a:cubicBezTo>
                    <a:pt x="90484" y="104870"/>
                    <a:pt x="89245" y="107823"/>
                    <a:pt x="89245" y="110871"/>
                  </a:cubicBezTo>
                  <a:cubicBezTo>
                    <a:pt x="89245" y="119253"/>
                    <a:pt x="85435" y="127254"/>
                    <a:pt x="79149" y="132207"/>
                  </a:cubicBezTo>
                  <a:cubicBezTo>
                    <a:pt x="76101" y="134588"/>
                    <a:pt x="73053" y="137541"/>
                    <a:pt x="69910" y="140780"/>
                  </a:cubicBezTo>
                  <a:cubicBezTo>
                    <a:pt x="65909" y="144685"/>
                    <a:pt x="57622" y="152972"/>
                    <a:pt x="54193" y="152972"/>
                  </a:cubicBezTo>
                  <a:cubicBezTo>
                    <a:pt x="50764" y="152972"/>
                    <a:pt x="42478" y="144780"/>
                    <a:pt x="38477" y="140780"/>
                  </a:cubicBezTo>
                  <a:cubicBezTo>
                    <a:pt x="35334" y="137636"/>
                    <a:pt x="32286" y="134684"/>
                    <a:pt x="29238" y="132207"/>
                  </a:cubicBezTo>
                  <a:cubicBezTo>
                    <a:pt x="24190" y="128302"/>
                    <a:pt x="16951" y="129159"/>
                    <a:pt x="13045" y="134207"/>
                  </a:cubicBezTo>
                  <a:cubicBezTo>
                    <a:pt x="9140" y="139255"/>
                    <a:pt x="9997" y="146495"/>
                    <a:pt x="15046" y="150400"/>
                  </a:cubicBezTo>
                  <a:cubicBezTo>
                    <a:pt x="17046" y="152019"/>
                    <a:pt x="19618" y="154496"/>
                    <a:pt x="22285" y="157163"/>
                  </a:cubicBezTo>
                  <a:cubicBezTo>
                    <a:pt x="30762" y="165545"/>
                    <a:pt x="41335" y="176022"/>
                    <a:pt x="54289" y="176022"/>
                  </a:cubicBezTo>
                  <a:cubicBezTo>
                    <a:pt x="67243" y="176022"/>
                    <a:pt x="77815" y="165545"/>
                    <a:pt x="86293" y="157163"/>
                  </a:cubicBezTo>
                  <a:cubicBezTo>
                    <a:pt x="88960" y="154496"/>
                    <a:pt x="91531" y="152019"/>
                    <a:pt x="93532" y="150400"/>
                  </a:cubicBezTo>
                  <a:cubicBezTo>
                    <a:pt x="104104" y="142113"/>
                    <a:pt x="110962" y="129445"/>
                    <a:pt x="112296" y="115919"/>
                  </a:cubicBezTo>
                  <a:cubicBezTo>
                    <a:pt x="117820" y="109919"/>
                    <a:pt x="120868" y="102108"/>
                    <a:pt x="120868" y="93821"/>
                  </a:cubicBezTo>
                  <a:lnTo>
                    <a:pt x="120868" y="89249"/>
                  </a:lnTo>
                  <a:cubicBezTo>
                    <a:pt x="120868" y="82391"/>
                    <a:pt x="118678" y="75629"/>
                    <a:pt x="114582" y="70009"/>
                  </a:cubicBezTo>
                  <a:cubicBezTo>
                    <a:pt x="113915" y="44958"/>
                    <a:pt x="107629" y="26289"/>
                    <a:pt x="95818" y="14478"/>
                  </a:cubicBezTo>
                  <a:cubicBezTo>
                    <a:pt x="81244" y="0"/>
                    <a:pt x="63052" y="0"/>
                    <a:pt x="55051" y="0"/>
                  </a:cubicBezTo>
                  <a:lnTo>
                    <a:pt x="53622" y="0"/>
                  </a:lnTo>
                  <a:cubicBezTo>
                    <a:pt x="44002" y="0"/>
                    <a:pt x="14379" y="0"/>
                    <a:pt x="853" y="33052"/>
                  </a:cubicBezTo>
                  <a:cubicBezTo>
                    <a:pt x="-1528" y="38957"/>
                    <a:pt x="1234" y="45720"/>
                    <a:pt x="7140" y="4810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17" name="Google Shape;4017;p98"/>
            <p:cNvSpPr/>
            <p:nvPr/>
          </p:nvSpPr>
          <p:spPr>
            <a:xfrm>
              <a:off x="2903951" y="1138038"/>
              <a:ext cx="92735" cy="53903"/>
            </a:xfrm>
            <a:custGeom>
              <a:avLst/>
              <a:gdLst/>
              <a:ahLst/>
              <a:cxnLst/>
              <a:rect l="l" t="t" r="r" b="b"/>
              <a:pathLst>
                <a:path w="123646" h="71871" extrusionOk="0">
                  <a:moveTo>
                    <a:pt x="122778" y="52536"/>
                  </a:moveTo>
                  <a:cubicBezTo>
                    <a:pt x="121921" y="44630"/>
                    <a:pt x="120873" y="34819"/>
                    <a:pt x="118110" y="27961"/>
                  </a:cubicBezTo>
                  <a:cubicBezTo>
                    <a:pt x="116301" y="23675"/>
                    <a:pt x="112967" y="15579"/>
                    <a:pt x="60103" y="434"/>
                  </a:cubicBezTo>
                  <a:cubicBezTo>
                    <a:pt x="56293" y="-614"/>
                    <a:pt x="52293" y="244"/>
                    <a:pt x="49245" y="2911"/>
                  </a:cubicBezTo>
                  <a:lnTo>
                    <a:pt x="3906" y="42820"/>
                  </a:lnTo>
                  <a:cubicBezTo>
                    <a:pt x="-857" y="47011"/>
                    <a:pt x="-1333" y="54346"/>
                    <a:pt x="2858" y="59108"/>
                  </a:cubicBezTo>
                  <a:cubicBezTo>
                    <a:pt x="7049" y="63871"/>
                    <a:pt x="14383" y="64347"/>
                    <a:pt x="19146" y="60156"/>
                  </a:cubicBezTo>
                  <a:lnTo>
                    <a:pt x="59722" y="24437"/>
                  </a:lnTo>
                  <a:cubicBezTo>
                    <a:pt x="75248" y="29200"/>
                    <a:pt x="91917" y="35200"/>
                    <a:pt x="97251" y="38534"/>
                  </a:cubicBezTo>
                  <a:cubicBezTo>
                    <a:pt x="98489" y="42820"/>
                    <a:pt x="99156" y="49964"/>
                    <a:pt x="99727" y="54917"/>
                  </a:cubicBezTo>
                  <a:cubicBezTo>
                    <a:pt x="100013" y="57584"/>
                    <a:pt x="100299" y="60061"/>
                    <a:pt x="100584" y="61966"/>
                  </a:cubicBezTo>
                  <a:cubicBezTo>
                    <a:pt x="101442" y="67776"/>
                    <a:pt x="106395" y="71872"/>
                    <a:pt x="112014" y="71872"/>
                  </a:cubicBezTo>
                  <a:cubicBezTo>
                    <a:pt x="112586" y="71872"/>
                    <a:pt x="113157" y="71872"/>
                    <a:pt x="113729" y="71776"/>
                  </a:cubicBezTo>
                  <a:cubicBezTo>
                    <a:pt x="120015" y="70824"/>
                    <a:pt x="124397" y="65014"/>
                    <a:pt x="123540" y="58632"/>
                  </a:cubicBezTo>
                  <a:cubicBezTo>
                    <a:pt x="123254" y="56917"/>
                    <a:pt x="123063" y="54727"/>
                    <a:pt x="122778" y="5244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18" name="Google Shape;4018;p98"/>
            <p:cNvSpPr/>
            <p:nvPr/>
          </p:nvSpPr>
          <p:spPr>
            <a:xfrm>
              <a:off x="2771991" y="1083922"/>
              <a:ext cx="81988" cy="58942"/>
            </a:xfrm>
            <a:custGeom>
              <a:avLst/>
              <a:gdLst/>
              <a:ahLst/>
              <a:cxnLst/>
              <a:rect l="l" t="t" r="r" b="b"/>
              <a:pathLst>
                <a:path w="109318" h="78590" extrusionOk="0">
                  <a:moveTo>
                    <a:pt x="103842" y="9439"/>
                  </a:moveTo>
                  <a:cubicBezTo>
                    <a:pt x="100127" y="8582"/>
                    <a:pt x="96413" y="11058"/>
                    <a:pt x="95555" y="14773"/>
                  </a:cubicBezTo>
                  <a:cubicBezTo>
                    <a:pt x="87935" y="50397"/>
                    <a:pt x="66314" y="61160"/>
                    <a:pt x="57360" y="64113"/>
                  </a:cubicBezTo>
                  <a:cubicBezTo>
                    <a:pt x="54312" y="65065"/>
                    <a:pt x="51074" y="64970"/>
                    <a:pt x="48216" y="63732"/>
                  </a:cubicBezTo>
                  <a:cubicBezTo>
                    <a:pt x="38882" y="59731"/>
                    <a:pt x="16784" y="46206"/>
                    <a:pt x="13831" y="6391"/>
                  </a:cubicBezTo>
                  <a:cubicBezTo>
                    <a:pt x="13545" y="2581"/>
                    <a:pt x="10307" y="-181"/>
                    <a:pt x="6401" y="9"/>
                  </a:cubicBezTo>
                  <a:cubicBezTo>
                    <a:pt x="2591" y="295"/>
                    <a:pt x="-266" y="3629"/>
                    <a:pt x="20" y="7439"/>
                  </a:cubicBezTo>
                  <a:cubicBezTo>
                    <a:pt x="3544" y="54873"/>
                    <a:pt x="31166" y="71542"/>
                    <a:pt x="42787" y="76495"/>
                  </a:cubicBezTo>
                  <a:cubicBezTo>
                    <a:pt x="46121" y="77924"/>
                    <a:pt x="49740" y="78591"/>
                    <a:pt x="53264" y="78591"/>
                  </a:cubicBezTo>
                  <a:cubicBezTo>
                    <a:pt x="56122" y="78591"/>
                    <a:pt x="58979" y="78114"/>
                    <a:pt x="61742" y="77257"/>
                  </a:cubicBezTo>
                  <a:cubicBezTo>
                    <a:pt x="72981" y="73542"/>
                    <a:pt x="100032" y="60303"/>
                    <a:pt x="109176" y="17726"/>
                  </a:cubicBezTo>
                  <a:cubicBezTo>
                    <a:pt x="109938" y="14011"/>
                    <a:pt x="107557" y="10296"/>
                    <a:pt x="103842" y="953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19" name="Google Shape;4019;p98"/>
            <p:cNvSpPr/>
            <p:nvPr/>
          </p:nvSpPr>
          <p:spPr>
            <a:xfrm>
              <a:off x="2779422" y="1054627"/>
              <a:ext cx="67842" cy="37802"/>
            </a:xfrm>
            <a:custGeom>
              <a:avLst/>
              <a:gdLst/>
              <a:ahLst/>
              <a:cxnLst/>
              <a:rect l="l" t="t" r="r" b="b"/>
              <a:pathLst>
                <a:path w="90456" h="50403" extrusionOk="0">
                  <a:moveTo>
                    <a:pt x="9733" y="36783"/>
                  </a:moveTo>
                  <a:cubicBezTo>
                    <a:pt x="20592" y="31925"/>
                    <a:pt x="27545" y="25448"/>
                    <a:pt x="31831" y="19828"/>
                  </a:cubicBezTo>
                  <a:cubicBezTo>
                    <a:pt x="39832" y="29829"/>
                    <a:pt x="55739" y="44688"/>
                    <a:pt x="82123" y="50213"/>
                  </a:cubicBezTo>
                  <a:cubicBezTo>
                    <a:pt x="82599" y="50308"/>
                    <a:pt x="83076" y="50403"/>
                    <a:pt x="83552" y="50403"/>
                  </a:cubicBezTo>
                  <a:cubicBezTo>
                    <a:pt x="86790" y="50403"/>
                    <a:pt x="89648" y="48117"/>
                    <a:pt x="90315" y="44879"/>
                  </a:cubicBezTo>
                  <a:cubicBezTo>
                    <a:pt x="91077" y="41164"/>
                    <a:pt x="88695" y="37449"/>
                    <a:pt x="84981" y="36687"/>
                  </a:cubicBezTo>
                  <a:cubicBezTo>
                    <a:pt x="51167" y="29639"/>
                    <a:pt x="38118" y="4874"/>
                    <a:pt x="37641" y="3826"/>
                  </a:cubicBezTo>
                  <a:cubicBezTo>
                    <a:pt x="36403" y="1350"/>
                    <a:pt x="33736" y="-174"/>
                    <a:pt x="30974" y="16"/>
                  </a:cubicBezTo>
                  <a:cubicBezTo>
                    <a:pt x="28212" y="207"/>
                    <a:pt x="25735" y="2016"/>
                    <a:pt x="24878" y="4683"/>
                  </a:cubicBezTo>
                  <a:cubicBezTo>
                    <a:pt x="24687" y="5160"/>
                    <a:pt x="20401" y="16875"/>
                    <a:pt x="4113" y="24114"/>
                  </a:cubicBezTo>
                  <a:cubicBezTo>
                    <a:pt x="589" y="25638"/>
                    <a:pt x="-935" y="29734"/>
                    <a:pt x="589" y="33258"/>
                  </a:cubicBezTo>
                  <a:cubicBezTo>
                    <a:pt x="2113" y="36783"/>
                    <a:pt x="6209" y="38307"/>
                    <a:pt x="9733" y="3678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20" name="Google Shape;4020;p98"/>
            <p:cNvSpPr/>
            <p:nvPr/>
          </p:nvSpPr>
          <p:spPr>
            <a:xfrm>
              <a:off x="2728652" y="1009583"/>
              <a:ext cx="168763" cy="183859"/>
            </a:xfrm>
            <a:custGeom>
              <a:avLst/>
              <a:gdLst/>
              <a:ahLst/>
              <a:cxnLst/>
              <a:rect l="l" t="t" r="r" b="b"/>
              <a:pathLst>
                <a:path w="225017" h="245145" extrusionOk="0">
                  <a:moveTo>
                    <a:pt x="219540" y="199330"/>
                  </a:moveTo>
                  <a:cubicBezTo>
                    <a:pt x="217826" y="195234"/>
                    <a:pt x="214778" y="187900"/>
                    <a:pt x="170487" y="174470"/>
                  </a:cubicBezTo>
                  <a:cubicBezTo>
                    <a:pt x="175154" y="172279"/>
                    <a:pt x="180107" y="169421"/>
                    <a:pt x="183917" y="165897"/>
                  </a:cubicBezTo>
                  <a:cubicBezTo>
                    <a:pt x="194204" y="156467"/>
                    <a:pt x="193156" y="131607"/>
                    <a:pt x="191727" y="118177"/>
                  </a:cubicBezTo>
                  <a:cubicBezTo>
                    <a:pt x="191061" y="107699"/>
                    <a:pt x="187536" y="54645"/>
                    <a:pt x="180012" y="37595"/>
                  </a:cubicBezTo>
                  <a:cubicBezTo>
                    <a:pt x="164962" y="3210"/>
                    <a:pt x="135816" y="924"/>
                    <a:pt x="118099" y="5306"/>
                  </a:cubicBezTo>
                  <a:cubicBezTo>
                    <a:pt x="107431" y="-886"/>
                    <a:pt x="88381" y="-4505"/>
                    <a:pt x="66093" y="11021"/>
                  </a:cubicBezTo>
                  <a:cubicBezTo>
                    <a:pt x="23992" y="40262"/>
                    <a:pt x="32184" y="104747"/>
                    <a:pt x="34374" y="117891"/>
                  </a:cubicBezTo>
                  <a:cubicBezTo>
                    <a:pt x="31422" y="134369"/>
                    <a:pt x="29993" y="155134"/>
                    <a:pt x="38565" y="164468"/>
                  </a:cubicBezTo>
                  <a:cubicBezTo>
                    <a:pt x="43137" y="169421"/>
                    <a:pt x="49043" y="172565"/>
                    <a:pt x="54091" y="174470"/>
                  </a:cubicBezTo>
                  <a:cubicBezTo>
                    <a:pt x="10181" y="187805"/>
                    <a:pt x="7133" y="195139"/>
                    <a:pt x="5514" y="199235"/>
                  </a:cubicBezTo>
                  <a:cubicBezTo>
                    <a:pt x="2561" y="206474"/>
                    <a:pt x="1513" y="216284"/>
                    <a:pt x="656" y="224857"/>
                  </a:cubicBezTo>
                  <a:cubicBezTo>
                    <a:pt x="465" y="226762"/>
                    <a:pt x="275" y="228572"/>
                    <a:pt x="84" y="230286"/>
                  </a:cubicBezTo>
                  <a:cubicBezTo>
                    <a:pt x="-678" y="236668"/>
                    <a:pt x="3799" y="242383"/>
                    <a:pt x="10181" y="243145"/>
                  </a:cubicBezTo>
                  <a:cubicBezTo>
                    <a:pt x="10657" y="243145"/>
                    <a:pt x="11133" y="243145"/>
                    <a:pt x="11610" y="243145"/>
                  </a:cubicBezTo>
                  <a:cubicBezTo>
                    <a:pt x="17325" y="243145"/>
                    <a:pt x="22373" y="238859"/>
                    <a:pt x="23040" y="232953"/>
                  </a:cubicBezTo>
                  <a:cubicBezTo>
                    <a:pt x="23230" y="231143"/>
                    <a:pt x="23421" y="229238"/>
                    <a:pt x="23706" y="227143"/>
                  </a:cubicBezTo>
                  <a:cubicBezTo>
                    <a:pt x="24278" y="221618"/>
                    <a:pt x="25040" y="214284"/>
                    <a:pt x="26373" y="209807"/>
                  </a:cubicBezTo>
                  <a:cubicBezTo>
                    <a:pt x="31707" y="206474"/>
                    <a:pt x="48376" y="200473"/>
                    <a:pt x="63902" y="195710"/>
                  </a:cubicBezTo>
                  <a:lnTo>
                    <a:pt x="92191" y="220571"/>
                  </a:lnTo>
                  <a:lnTo>
                    <a:pt x="94858" y="236192"/>
                  </a:lnTo>
                  <a:cubicBezTo>
                    <a:pt x="95715" y="241335"/>
                    <a:pt x="100192" y="245145"/>
                    <a:pt x="105431" y="245145"/>
                  </a:cubicBezTo>
                  <a:lnTo>
                    <a:pt x="122004" y="245145"/>
                  </a:lnTo>
                  <a:cubicBezTo>
                    <a:pt x="127243" y="245145"/>
                    <a:pt x="131720" y="241335"/>
                    <a:pt x="132577" y="236192"/>
                  </a:cubicBezTo>
                  <a:lnTo>
                    <a:pt x="135625" y="218189"/>
                  </a:lnTo>
                  <a:lnTo>
                    <a:pt x="161152" y="195710"/>
                  </a:lnTo>
                  <a:cubicBezTo>
                    <a:pt x="176773" y="200473"/>
                    <a:pt x="193442" y="206474"/>
                    <a:pt x="198776" y="209807"/>
                  </a:cubicBezTo>
                  <a:cubicBezTo>
                    <a:pt x="200395" y="215237"/>
                    <a:pt x="201252" y="224190"/>
                    <a:pt x="201729" y="230381"/>
                  </a:cubicBezTo>
                  <a:lnTo>
                    <a:pt x="201919" y="232667"/>
                  </a:lnTo>
                  <a:cubicBezTo>
                    <a:pt x="202491" y="238668"/>
                    <a:pt x="207539" y="243145"/>
                    <a:pt x="213444" y="243145"/>
                  </a:cubicBezTo>
                  <a:cubicBezTo>
                    <a:pt x="213825" y="243145"/>
                    <a:pt x="214206" y="243145"/>
                    <a:pt x="214492" y="243145"/>
                  </a:cubicBezTo>
                  <a:cubicBezTo>
                    <a:pt x="220874" y="242573"/>
                    <a:pt x="225541" y="236954"/>
                    <a:pt x="224970" y="230572"/>
                  </a:cubicBezTo>
                  <a:lnTo>
                    <a:pt x="224779" y="228286"/>
                  </a:lnTo>
                  <a:cubicBezTo>
                    <a:pt x="223922" y="218951"/>
                    <a:pt x="222874" y="207426"/>
                    <a:pt x="219540" y="199235"/>
                  </a:cubicBezTo>
                  <a:close/>
                  <a:moveTo>
                    <a:pt x="167820" y="149324"/>
                  </a:moveTo>
                  <a:cubicBezTo>
                    <a:pt x="163629" y="152753"/>
                    <a:pt x="155151" y="156086"/>
                    <a:pt x="150579" y="157325"/>
                  </a:cubicBezTo>
                  <a:cubicBezTo>
                    <a:pt x="144388" y="159039"/>
                    <a:pt x="140864" y="165421"/>
                    <a:pt x="142578" y="171612"/>
                  </a:cubicBezTo>
                  <a:cubicBezTo>
                    <a:pt x="143340" y="174184"/>
                    <a:pt x="144769" y="176279"/>
                    <a:pt x="146769" y="177708"/>
                  </a:cubicBezTo>
                  <a:lnTo>
                    <a:pt x="122957" y="198568"/>
                  </a:lnTo>
                  <a:lnTo>
                    <a:pt x="102097" y="198568"/>
                  </a:lnTo>
                  <a:lnTo>
                    <a:pt x="74379" y="174184"/>
                  </a:lnTo>
                  <a:cubicBezTo>
                    <a:pt x="74379" y="174184"/>
                    <a:pt x="74379" y="174184"/>
                    <a:pt x="74379" y="174184"/>
                  </a:cubicBezTo>
                  <a:cubicBezTo>
                    <a:pt x="76094" y="172469"/>
                    <a:pt x="77523" y="170374"/>
                    <a:pt x="77904" y="167802"/>
                  </a:cubicBezTo>
                  <a:cubicBezTo>
                    <a:pt x="78856" y="161516"/>
                    <a:pt x="74570" y="155610"/>
                    <a:pt x="68283" y="154562"/>
                  </a:cubicBezTo>
                  <a:cubicBezTo>
                    <a:pt x="66188" y="154181"/>
                    <a:pt x="59616" y="152562"/>
                    <a:pt x="56187" y="149228"/>
                  </a:cubicBezTo>
                  <a:cubicBezTo>
                    <a:pt x="54758" y="145228"/>
                    <a:pt x="55425" y="131702"/>
                    <a:pt x="57615" y="120082"/>
                  </a:cubicBezTo>
                  <a:cubicBezTo>
                    <a:pt x="57901" y="118653"/>
                    <a:pt x="57901" y="117129"/>
                    <a:pt x="57615" y="115700"/>
                  </a:cubicBezTo>
                  <a:cubicBezTo>
                    <a:pt x="57520" y="115034"/>
                    <a:pt x="45900" y="53312"/>
                    <a:pt x="79523" y="29975"/>
                  </a:cubicBezTo>
                  <a:cubicBezTo>
                    <a:pt x="97430" y="17498"/>
                    <a:pt x="107241" y="25499"/>
                    <a:pt x="108098" y="26261"/>
                  </a:cubicBezTo>
                  <a:cubicBezTo>
                    <a:pt x="111336" y="29499"/>
                    <a:pt x="116289" y="30452"/>
                    <a:pt x="120480" y="28737"/>
                  </a:cubicBezTo>
                  <a:cubicBezTo>
                    <a:pt x="124862" y="27023"/>
                    <a:pt x="147246" y="19974"/>
                    <a:pt x="158961" y="46739"/>
                  </a:cubicBezTo>
                  <a:cubicBezTo>
                    <a:pt x="163438" y="57026"/>
                    <a:pt x="167343" y="96841"/>
                    <a:pt x="168772" y="119987"/>
                  </a:cubicBezTo>
                  <a:cubicBezTo>
                    <a:pt x="170010" y="131702"/>
                    <a:pt x="169534" y="145323"/>
                    <a:pt x="167820" y="14913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21" name="Google Shape;4021;p98"/>
            <p:cNvSpPr/>
            <p:nvPr/>
          </p:nvSpPr>
          <p:spPr>
            <a:xfrm>
              <a:off x="2602414" y="816252"/>
              <a:ext cx="264962" cy="304609"/>
            </a:xfrm>
            <a:custGeom>
              <a:avLst/>
              <a:gdLst/>
              <a:ahLst/>
              <a:cxnLst/>
              <a:rect l="l" t="t" r="r" b="b"/>
              <a:pathLst>
                <a:path w="353282" h="406146" extrusionOk="0">
                  <a:moveTo>
                    <a:pt x="178308" y="390144"/>
                  </a:moveTo>
                  <a:cubicBezTo>
                    <a:pt x="178499" y="381286"/>
                    <a:pt x="171450" y="373952"/>
                    <a:pt x="162592" y="373666"/>
                  </a:cubicBezTo>
                  <a:cubicBezTo>
                    <a:pt x="76010" y="370808"/>
                    <a:pt x="32576" y="343281"/>
                    <a:pt x="32576" y="328613"/>
                  </a:cubicBezTo>
                  <a:lnTo>
                    <a:pt x="32576" y="291465"/>
                  </a:lnTo>
                  <a:cubicBezTo>
                    <a:pt x="62960" y="309848"/>
                    <a:pt x="110490" y="320135"/>
                    <a:pt x="155829" y="322231"/>
                  </a:cubicBezTo>
                  <a:cubicBezTo>
                    <a:pt x="156115" y="322231"/>
                    <a:pt x="156305" y="322231"/>
                    <a:pt x="156591" y="322231"/>
                  </a:cubicBezTo>
                  <a:cubicBezTo>
                    <a:pt x="165164" y="322231"/>
                    <a:pt x="172403" y="315468"/>
                    <a:pt x="172784" y="306705"/>
                  </a:cubicBezTo>
                  <a:cubicBezTo>
                    <a:pt x="173165" y="297752"/>
                    <a:pt x="166307" y="290132"/>
                    <a:pt x="157353" y="289751"/>
                  </a:cubicBezTo>
                  <a:cubicBezTo>
                    <a:pt x="80010" y="286131"/>
                    <a:pt x="32576" y="261271"/>
                    <a:pt x="32576" y="244983"/>
                  </a:cubicBezTo>
                  <a:lnTo>
                    <a:pt x="32576" y="208407"/>
                  </a:lnTo>
                  <a:cubicBezTo>
                    <a:pt x="66294" y="228791"/>
                    <a:pt x="121730" y="239363"/>
                    <a:pt x="176784" y="239363"/>
                  </a:cubicBezTo>
                  <a:cubicBezTo>
                    <a:pt x="231839" y="239363"/>
                    <a:pt x="287179" y="228886"/>
                    <a:pt x="320897" y="208407"/>
                  </a:cubicBezTo>
                  <a:lnTo>
                    <a:pt x="320897" y="211455"/>
                  </a:lnTo>
                  <a:cubicBezTo>
                    <a:pt x="320897" y="220409"/>
                    <a:pt x="328136" y="227648"/>
                    <a:pt x="337090" y="227648"/>
                  </a:cubicBezTo>
                  <a:cubicBezTo>
                    <a:pt x="346043" y="227648"/>
                    <a:pt x="353282" y="220409"/>
                    <a:pt x="353282" y="211455"/>
                  </a:cubicBezTo>
                  <a:lnTo>
                    <a:pt x="353282" y="161639"/>
                  </a:lnTo>
                  <a:cubicBezTo>
                    <a:pt x="353282" y="161639"/>
                    <a:pt x="353282" y="161639"/>
                    <a:pt x="353282" y="161449"/>
                  </a:cubicBezTo>
                  <a:cubicBezTo>
                    <a:pt x="353282" y="161449"/>
                    <a:pt x="353282" y="161449"/>
                    <a:pt x="353282" y="161449"/>
                  </a:cubicBezTo>
                  <a:lnTo>
                    <a:pt x="353282" y="78010"/>
                  </a:lnTo>
                  <a:cubicBezTo>
                    <a:pt x="353282" y="78010"/>
                    <a:pt x="353282" y="77915"/>
                    <a:pt x="353282" y="77819"/>
                  </a:cubicBezTo>
                  <a:cubicBezTo>
                    <a:pt x="353282" y="26765"/>
                    <a:pt x="264414" y="0"/>
                    <a:pt x="176689" y="0"/>
                  </a:cubicBezTo>
                  <a:cubicBezTo>
                    <a:pt x="88964" y="0"/>
                    <a:pt x="476" y="26861"/>
                    <a:pt x="0" y="77629"/>
                  </a:cubicBezTo>
                  <a:cubicBezTo>
                    <a:pt x="0" y="77724"/>
                    <a:pt x="0" y="77819"/>
                    <a:pt x="0" y="78010"/>
                  </a:cubicBezTo>
                  <a:lnTo>
                    <a:pt x="0" y="328613"/>
                  </a:lnTo>
                  <a:cubicBezTo>
                    <a:pt x="0" y="378143"/>
                    <a:pt x="83725" y="403479"/>
                    <a:pt x="162116" y="406146"/>
                  </a:cubicBezTo>
                  <a:cubicBezTo>
                    <a:pt x="170974" y="406146"/>
                    <a:pt x="178118" y="399002"/>
                    <a:pt x="178308" y="390144"/>
                  </a:cubicBezTo>
                  <a:close/>
                  <a:moveTo>
                    <a:pt x="176594" y="32671"/>
                  </a:moveTo>
                  <a:cubicBezTo>
                    <a:pt x="263176" y="32671"/>
                    <a:pt x="320707" y="59912"/>
                    <a:pt x="320707" y="78010"/>
                  </a:cubicBezTo>
                  <a:lnTo>
                    <a:pt x="320707" y="78010"/>
                  </a:lnTo>
                  <a:cubicBezTo>
                    <a:pt x="320707" y="96107"/>
                    <a:pt x="263176" y="123349"/>
                    <a:pt x="176594" y="123349"/>
                  </a:cubicBezTo>
                  <a:cubicBezTo>
                    <a:pt x="90011" y="123349"/>
                    <a:pt x="32480" y="96012"/>
                    <a:pt x="32480" y="78010"/>
                  </a:cubicBezTo>
                  <a:cubicBezTo>
                    <a:pt x="32480" y="60008"/>
                    <a:pt x="90011" y="32671"/>
                    <a:pt x="176594" y="32671"/>
                  </a:cubicBezTo>
                  <a:close/>
                  <a:moveTo>
                    <a:pt x="32480" y="124968"/>
                  </a:moveTo>
                  <a:cubicBezTo>
                    <a:pt x="66199" y="145352"/>
                    <a:pt x="121634" y="155924"/>
                    <a:pt x="176689" y="155924"/>
                  </a:cubicBezTo>
                  <a:cubicBezTo>
                    <a:pt x="231743" y="155924"/>
                    <a:pt x="287084" y="145447"/>
                    <a:pt x="320802" y="124968"/>
                  </a:cubicBezTo>
                  <a:lnTo>
                    <a:pt x="320802" y="161735"/>
                  </a:lnTo>
                  <a:cubicBezTo>
                    <a:pt x="320802" y="179832"/>
                    <a:pt x="263271" y="207074"/>
                    <a:pt x="176689" y="207074"/>
                  </a:cubicBezTo>
                  <a:cubicBezTo>
                    <a:pt x="90106" y="207074"/>
                    <a:pt x="32576" y="179737"/>
                    <a:pt x="32576" y="161735"/>
                  </a:cubicBezTo>
                  <a:cubicBezTo>
                    <a:pt x="32576" y="161735"/>
                    <a:pt x="32576" y="161639"/>
                    <a:pt x="32576" y="161544"/>
                  </a:cubicBezTo>
                  <a:lnTo>
                    <a:pt x="32576" y="12496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022" name="Google Shape;4022;p98"/>
          <p:cNvGrpSpPr/>
          <p:nvPr/>
        </p:nvGrpSpPr>
        <p:grpSpPr>
          <a:xfrm>
            <a:off x="3649826" y="2546773"/>
            <a:ext cx="238315" cy="290982"/>
            <a:chOff x="8002968" y="1096247"/>
            <a:chExt cx="423671" cy="517301"/>
          </a:xfrm>
        </p:grpSpPr>
        <p:sp>
          <p:nvSpPr>
            <p:cNvPr id="4023" name="Google Shape;4023;p98"/>
            <p:cNvSpPr/>
            <p:nvPr/>
          </p:nvSpPr>
          <p:spPr>
            <a:xfrm>
              <a:off x="8152415" y="1261220"/>
              <a:ext cx="99000" cy="99000"/>
            </a:xfrm>
            <a:prstGeom prst="ellipse">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24" name="Google Shape;4024;p98"/>
            <p:cNvSpPr/>
            <p:nvPr/>
          </p:nvSpPr>
          <p:spPr>
            <a:xfrm>
              <a:off x="8102324" y="1394093"/>
              <a:ext cx="178487" cy="98488"/>
            </a:xfrm>
            <a:custGeom>
              <a:avLst/>
              <a:gdLst/>
              <a:ahLst/>
              <a:cxnLst/>
              <a:rect l="l" t="t" r="r" b="b"/>
              <a:pathLst>
                <a:path w="178487" h="98488" extrusionOk="0">
                  <a:moveTo>
                    <a:pt x="98573" y="0"/>
                  </a:moveTo>
                  <a:cubicBezTo>
                    <a:pt x="35899" y="0"/>
                    <a:pt x="9705" y="43815"/>
                    <a:pt x="751" y="74104"/>
                  </a:cubicBezTo>
                  <a:cubicBezTo>
                    <a:pt x="-3059" y="87154"/>
                    <a:pt x="8181" y="98489"/>
                    <a:pt x="21802" y="98489"/>
                  </a:cubicBezTo>
                  <a:lnTo>
                    <a:pt x="151342" y="98489"/>
                  </a:lnTo>
                  <a:lnTo>
                    <a:pt x="151342" y="80200"/>
                  </a:lnTo>
                  <a:cubicBezTo>
                    <a:pt x="151342" y="61150"/>
                    <a:pt x="162391" y="44863"/>
                    <a:pt x="178488" y="37243"/>
                  </a:cubicBezTo>
                  <a:cubicBezTo>
                    <a:pt x="162962" y="17050"/>
                    <a:pt x="137721" y="0"/>
                    <a:pt x="98573"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25" name="Google Shape;4025;p98"/>
            <p:cNvSpPr/>
            <p:nvPr/>
          </p:nvSpPr>
          <p:spPr>
            <a:xfrm>
              <a:off x="8002968" y="1096247"/>
              <a:ext cx="396906" cy="495300"/>
            </a:xfrm>
            <a:custGeom>
              <a:avLst/>
              <a:gdLst/>
              <a:ahLst/>
              <a:cxnLst/>
              <a:rect l="l" t="t" r="r" b="b"/>
              <a:pathLst>
                <a:path w="396906" h="495300" extrusionOk="0">
                  <a:moveTo>
                    <a:pt x="250698" y="461296"/>
                  </a:moveTo>
                  <a:lnTo>
                    <a:pt x="82963" y="461296"/>
                  </a:lnTo>
                  <a:cubicBezTo>
                    <a:pt x="56007" y="461296"/>
                    <a:pt x="34004" y="439293"/>
                    <a:pt x="34004" y="412337"/>
                  </a:cubicBezTo>
                  <a:lnTo>
                    <a:pt x="34004" y="148400"/>
                  </a:lnTo>
                  <a:cubicBezTo>
                    <a:pt x="34004" y="121349"/>
                    <a:pt x="56007" y="99441"/>
                    <a:pt x="82963" y="99441"/>
                  </a:cubicBezTo>
                  <a:lnTo>
                    <a:pt x="313944" y="99441"/>
                  </a:lnTo>
                  <a:cubicBezTo>
                    <a:pt x="340900" y="99441"/>
                    <a:pt x="362903" y="121349"/>
                    <a:pt x="362903" y="148400"/>
                  </a:cubicBezTo>
                  <a:lnTo>
                    <a:pt x="362903" y="330422"/>
                  </a:lnTo>
                  <a:lnTo>
                    <a:pt x="396907" y="330422"/>
                  </a:lnTo>
                  <a:lnTo>
                    <a:pt x="396907" y="148400"/>
                  </a:lnTo>
                  <a:cubicBezTo>
                    <a:pt x="396907" y="102584"/>
                    <a:pt x="359759" y="65437"/>
                    <a:pt x="313944" y="65437"/>
                  </a:cubicBezTo>
                  <a:lnTo>
                    <a:pt x="215360" y="65437"/>
                  </a:lnTo>
                  <a:lnTo>
                    <a:pt x="215360" y="0"/>
                  </a:lnTo>
                  <a:lnTo>
                    <a:pt x="181356" y="0"/>
                  </a:lnTo>
                  <a:lnTo>
                    <a:pt x="181356" y="65437"/>
                  </a:lnTo>
                  <a:lnTo>
                    <a:pt x="82963" y="65437"/>
                  </a:lnTo>
                  <a:cubicBezTo>
                    <a:pt x="37147" y="65437"/>
                    <a:pt x="0" y="102584"/>
                    <a:pt x="0" y="148400"/>
                  </a:cubicBezTo>
                  <a:lnTo>
                    <a:pt x="0" y="412337"/>
                  </a:lnTo>
                  <a:cubicBezTo>
                    <a:pt x="0" y="458153"/>
                    <a:pt x="37147" y="495300"/>
                    <a:pt x="82963" y="495300"/>
                  </a:cubicBezTo>
                  <a:lnTo>
                    <a:pt x="250888" y="495300"/>
                  </a:lnTo>
                  <a:cubicBezTo>
                    <a:pt x="250698" y="494538"/>
                    <a:pt x="250698" y="493681"/>
                    <a:pt x="250698" y="492824"/>
                  </a:cubicBezTo>
                  <a:lnTo>
                    <a:pt x="250698" y="46129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26" name="Google Shape;4026;p98"/>
            <p:cNvSpPr/>
            <p:nvPr/>
          </p:nvSpPr>
          <p:spPr>
            <a:xfrm>
              <a:off x="8290813" y="1449814"/>
              <a:ext cx="135826" cy="163734"/>
            </a:xfrm>
            <a:custGeom>
              <a:avLst/>
              <a:gdLst/>
              <a:ahLst/>
              <a:cxnLst/>
              <a:rect l="l" t="t" r="r" b="b"/>
              <a:pathLst>
                <a:path w="135826" h="163734" extrusionOk="0">
                  <a:moveTo>
                    <a:pt x="115157" y="7810"/>
                  </a:moveTo>
                  <a:cubicBezTo>
                    <a:pt x="115157" y="7810"/>
                    <a:pt x="114586" y="7525"/>
                    <a:pt x="114300" y="7430"/>
                  </a:cubicBezTo>
                  <a:cubicBezTo>
                    <a:pt x="113157" y="6858"/>
                    <a:pt x="112109" y="6477"/>
                    <a:pt x="110871" y="6096"/>
                  </a:cubicBezTo>
                  <a:lnTo>
                    <a:pt x="110776" y="6096"/>
                  </a:lnTo>
                  <a:lnTo>
                    <a:pt x="109061" y="5525"/>
                  </a:lnTo>
                  <a:cubicBezTo>
                    <a:pt x="101822" y="3239"/>
                    <a:pt x="93726" y="1715"/>
                    <a:pt x="85630" y="953"/>
                  </a:cubicBezTo>
                  <a:cubicBezTo>
                    <a:pt x="84392" y="857"/>
                    <a:pt x="83439" y="667"/>
                    <a:pt x="82296" y="667"/>
                  </a:cubicBezTo>
                  <a:cubicBezTo>
                    <a:pt x="81915" y="572"/>
                    <a:pt x="81534" y="572"/>
                    <a:pt x="81248" y="572"/>
                  </a:cubicBezTo>
                  <a:cubicBezTo>
                    <a:pt x="79153" y="381"/>
                    <a:pt x="77057" y="191"/>
                    <a:pt x="75057" y="95"/>
                  </a:cubicBezTo>
                  <a:cubicBezTo>
                    <a:pt x="72580" y="0"/>
                    <a:pt x="70199" y="0"/>
                    <a:pt x="67913" y="0"/>
                  </a:cubicBezTo>
                  <a:cubicBezTo>
                    <a:pt x="53912" y="0"/>
                    <a:pt x="37814" y="1715"/>
                    <a:pt x="24860" y="6382"/>
                  </a:cubicBezTo>
                  <a:cubicBezTo>
                    <a:pt x="24479" y="6572"/>
                    <a:pt x="24003" y="6763"/>
                    <a:pt x="23527" y="6858"/>
                  </a:cubicBezTo>
                  <a:cubicBezTo>
                    <a:pt x="20479" y="8096"/>
                    <a:pt x="17335" y="9525"/>
                    <a:pt x="14573" y="11240"/>
                  </a:cubicBezTo>
                  <a:cubicBezTo>
                    <a:pt x="14192" y="11430"/>
                    <a:pt x="13811" y="11621"/>
                    <a:pt x="13430" y="11906"/>
                  </a:cubicBezTo>
                  <a:cubicBezTo>
                    <a:pt x="11430" y="13145"/>
                    <a:pt x="9620" y="14573"/>
                    <a:pt x="7906" y="16193"/>
                  </a:cubicBezTo>
                  <a:cubicBezTo>
                    <a:pt x="3143" y="20669"/>
                    <a:pt x="0" y="26480"/>
                    <a:pt x="0" y="34100"/>
                  </a:cubicBezTo>
                  <a:lnTo>
                    <a:pt x="0" y="122777"/>
                  </a:lnTo>
                  <a:cubicBezTo>
                    <a:pt x="0" y="123920"/>
                    <a:pt x="0" y="124873"/>
                    <a:pt x="191" y="125825"/>
                  </a:cubicBezTo>
                  <a:cubicBezTo>
                    <a:pt x="572" y="131159"/>
                    <a:pt x="2096" y="135731"/>
                    <a:pt x="4286" y="139637"/>
                  </a:cubicBezTo>
                  <a:cubicBezTo>
                    <a:pt x="4763" y="140399"/>
                    <a:pt x="5144" y="141065"/>
                    <a:pt x="5620" y="141732"/>
                  </a:cubicBezTo>
                  <a:cubicBezTo>
                    <a:pt x="6286" y="142685"/>
                    <a:pt x="6858" y="143542"/>
                    <a:pt x="7620" y="144399"/>
                  </a:cubicBezTo>
                  <a:cubicBezTo>
                    <a:pt x="12002" y="149733"/>
                    <a:pt x="17907" y="153638"/>
                    <a:pt x="24479" y="156496"/>
                  </a:cubicBezTo>
                  <a:cubicBezTo>
                    <a:pt x="37624" y="162020"/>
                    <a:pt x="54007" y="163735"/>
                    <a:pt x="67913" y="163735"/>
                  </a:cubicBezTo>
                  <a:cubicBezTo>
                    <a:pt x="81820" y="163735"/>
                    <a:pt x="98203" y="162020"/>
                    <a:pt x="111252" y="156496"/>
                  </a:cubicBezTo>
                  <a:cubicBezTo>
                    <a:pt x="124587" y="150686"/>
                    <a:pt x="135827" y="140208"/>
                    <a:pt x="135827" y="122777"/>
                  </a:cubicBezTo>
                  <a:lnTo>
                    <a:pt x="135827" y="34100"/>
                  </a:lnTo>
                  <a:cubicBezTo>
                    <a:pt x="135827" y="20669"/>
                    <a:pt x="126111" y="12573"/>
                    <a:pt x="115157" y="7810"/>
                  </a:cubicBezTo>
                  <a:close/>
                  <a:moveTo>
                    <a:pt x="122301" y="122777"/>
                  </a:moveTo>
                  <a:cubicBezTo>
                    <a:pt x="122301" y="132874"/>
                    <a:pt x="116491" y="139446"/>
                    <a:pt x="105918" y="143923"/>
                  </a:cubicBezTo>
                  <a:cubicBezTo>
                    <a:pt x="95250" y="148495"/>
                    <a:pt x="81153" y="150209"/>
                    <a:pt x="67913" y="150209"/>
                  </a:cubicBezTo>
                  <a:cubicBezTo>
                    <a:pt x="54674" y="150209"/>
                    <a:pt x="41624" y="148685"/>
                    <a:pt x="31242" y="144399"/>
                  </a:cubicBezTo>
                  <a:cubicBezTo>
                    <a:pt x="30766" y="144209"/>
                    <a:pt x="30290" y="144113"/>
                    <a:pt x="29908" y="143923"/>
                  </a:cubicBezTo>
                  <a:cubicBezTo>
                    <a:pt x="28384" y="143256"/>
                    <a:pt x="26956" y="142589"/>
                    <a:pt x="25622" y="141732"/>
                  </a:cubicBezTo>
                  <a:cubicBezTo>
                    <a:pt x="24479" y="141065"/>
                    <a:pt x="23336" y="140399"/>
                    <a:pt x="22384" y="139637"/>
                  </a:cubicBezTo>
                  <a:cubicBezTo>
                    <a:pt x="17526" y="136208"/>
                    <a:pt x="14573" y="131731"/>
                    <a:pt x="13811" y="125825"/>
                  </a:cubicBezTo>
                  <a:cubicBezTo>
                    <a:pt x="13621" y="124968"/>
                    <a:pt x="13526" y="124016"/>
                    <a:pt x="13526" y="122777"/>
                  </a:cubicBezTo>
                  <a:lnTo>
                    <a:pt x="13526" y="56769"/>
                  </a:lnTo>
                  <a:cubicBezTo>
                    <a:pt x="17050" y="59055"/>
                    <a:pt x="21050" y="60770"/>
                    <a:pt x="24955" y="62198"/>
                  </a:cubicBezTo>
                  <a:cubicBezTo>
                    <a:pt x="37814" y="66675"/>
                    <a:pt x="54007" y="68294"/>
                    <a:pt x="67913" y="68294"/>
                  </a:cubicBezTo>
                  <a:cubicBezTo>
                    <a:pt x="69914" y="68294"/>
                    <a:pt x="72009" y="68294"/>
                    <a:pt x="74104" y="68199"/>
                  </a:cubicBezTo>
                  <a:cubicBezTo>
                    <a:pt x="76391" y="68104"/>
                    <a:pt x="78772" y="68008"/>
                    <a:pt x="81248" y="67818"/>
                  </a:cubicBezTo>
                  <a:cubicBezTo>
                    <a:pt x="81534" y="67818"/>
                    <a:pt x="81820" y="67723"/>
                    <a:pt x="82201" y="67723"/>
                  </a:cubicBezTo>
                  <a:cubicBezTo>
                    <a:pt x="82582" y="67723"/>
                    <a:pt x="82772" y="67628"/>
                    <a:pt x="83153" y="67628"/>
                  </a:cubicBezTo>
                  <a:cubicBezTo>
                    <a:pt x="92012" y="66961"/>
                    <a:pt x="101060" y="65437"/>
                    <a:pt x="108966" y="62770"/>
                  </a:cubicBezTo>
                  <a:cubicBezTo>
                    <a:pt x="109538" y="62579"/>
                    <a:pt x="110204" y="62389"/>
                    <a:pt x="110776" y="62198"/>
                  </a:cubicBezTo>
                  <a:lnTo>
                    <a:pt x="110871" y="62198"/>
                  </a:lnTo>
                  <a:cubicBezTo>
                    <a:pt x="112109" y="61817"/>
                    <a:pt x="113157" y="61341"/>
                    <a:pt x="114300" y="60770"/>
                  </a:cubicBezTo>
                  <a:cubicBezTo>
                    <a:pt x="114491" y="60770"/>
                    <a:pt x="114681" y="60674"/>
                    <a:pt x="114872" y="60579"/>
                  </a:cubicBezTo>
                  <a:cubicBezTo>
                    <a:pt x="117443" y="59436"/>
                    <a:pt x="119920" y="58198"/>
                    <a:pt x="122301" y="56769"/>
                  </a:cubicBezTo>
                  <a:lnTo>
                    <a:pt x="122301" y="122777"/>
                  </a:lnTo>
                  <a:close/>
                  <a:moveTo>
                    <a:pt x="115157" y="45149"/>
                  </a:moveTo>
                  <a:cubicBezTo>
                    <a:pt x="115157" y="45149"/>
                    <a:pt x="114586" y="45434"/>
                    <a:pt x="114300" y="45625"/>
                  </a:cubicBezTo>
                  <a:cubicBezTo>
                    <a:pt x="113252" y="46387"/>
                    <a:pt x="112109" y="46863"/>
                    <a:pt x="110776" y="47530"/>
                  </a:cubicBezTo>
                  <a:cubicBezTo>
                    <a:pt x="110204" y="47816"/>
                    <a:pt x="109633" y="48006"/>
                    <a:pt x="109061" y="48292"/>
                  </a:cubicBezTo>
                  <a:cubicBezTo>
                    <a:pt x="108204" y="48578"/>
                    <a:pt x="107347" y="48958"/>
                    <a:pt x="106394" y="49340"/>
                  </a:cubicBezTo>
                  <a:cubicBezTo>
                    <a:pt x="100298" y="51530"/>
                    <a:pt x="93059" y="52864"/>
                    <a:pt x="85630" y="53626"/>
                  </a:cubicBezTo>
                  <a:cubicBezTo>
                    <a:pt x="84392" y="53816"/>
                    <a:pt x="83344" y="53816"/>
                    <a:pt x="82296" y="54007"/>
                  </a:cubicBezTo>
                  <a:cubicBezTo>
                    <a:pt x="81915" y="54007"/>
                    <a:pt x="81534" y="54007"/>
                    <a:pt x="81248" y="54007"/>
                  </a:cubicBezTo>
                  <a:cubicBezTo>
                    <a:pt x="79153" y="54197"/>
                    <a:pt x="77057" y="54293"/>
                    <a:pt x="75057" y="54388"/>
                  </a:cubicBezTo>
                  <a:cubicBezTo>
                    <a:pt x="72580" y="54483"/>
                    <a:pt x="70199" y="54483"/>
                    <a:pt x="67913" y="54483"/>
                  </a:cubicBezTo>
                  <a:cubicBezTo>
                    <a:pt x="54674" y="54483"/>
                    <a:pt x="40196" y="52959"/>
                    <a:pt x="29432" y="49244"/>
                  </a:cubicBezTo>
                  <a:cubicBezTo>
                    <a:pt x="26194" y="48101"/>
                    <a:pt x="23527" y="46768"/>
                    <a:pt x="21241" y="45339"/>
                  </a:cubicBezTo>
                  <a:cubicBezTo>
                    <a:pt x="19717" y="44482"/>
                    <a:pt x="18478" y="43529"/>
                    <a:pt x="17431" y="42481"/>
                  </a:cubicBezTo>
                  <a:cubicBezTo>
                    <a:pt x="16288" y="41339"/>
                    <a:pt x="15430" y="40196"/>
                    <a:pt x="14859" y="38957"/>
                  </a:cubicBezTo>
                  <a:cubicBezTo>
                    <a:pt x="13906" y="37338"/>
                    <a:pt x="13526" y="35814"/>
                    <a:pt x="13526" y="34004"/>
                  </a:cubicBezTo>
                  <a:cubicBezTo>
                    <a:pt x="13526" y="30766"/>
                    <a:pt x="15145" y="27527"/>
                    <a:pt x="18764" y="24670"/>
                  </a:cubicBezTo>
                  <a:cubicBezTo>
                    <a:pt x="19336" y="24289"/>
                    <a:pt x="19812" y="23813"/>
                    <a:pt x="20479" y="23527"/>
                  </a:cubicBezTo>
                  <a:cubicBezTo>
                    <a:pt x="22479" y="22098"/>
                    <a:pt x="24955" y="20765"/>
                    <a:pt x="28003" y="19717"/>
                  </a:cubicBezTo>
                  <a:cubicBezTo>
                    <a:pt x="28575" y="19431"/>
                    <a:pt x="28956" y="19241"/>
                    <a:pt x="29432" y="19050"/>
                  </a:cubicBezTo>
                  <a:cubicBezTo>
                    <a:pt x="40291" y="15240"/>
                    <a:pt x="54769" y="13526"/>
                    <a:pt x="67913" y="13526"/>
                  </a:cubicBezTo>
                  <a:cubicBezTo>
                    <a:pt x="70199" y="13526"/>
                    <a:pt x="72580" y="13621"/>
                    <a:pt x="75057" y="13716"/>
                  </a:cubicBezTo>
                  <a:cubicBezTo>
                    <a:pt x="77057" y="13811"/>
                    <a:pt x="79153" y="13906"/>
                    <a:pt x="81248" y="14097"/>
                  </a:cubicBezTo>
                  <a:cubicBezTo>
                    <a:pt x="81534" y="14097"/>
                    <a:pt x="81915" y="14192"/>
                    <a:pt x="82296" y="14192"/>
                  </a:cubicBezTo>
                  <a:cubicBezTo>
                    <a:pt x="83344" y="14383"/>
                    <a:pt x="84392" y="14383"/>
                    <a:pt x="85630" y="14478"/>
                  </a:cubicBezTo>
                  <a:cubicBezTo>
                    <a:pt x="93059" y="15335"/>
                    <a:pt x="100298" y="16574"/>
                    <a:pt x="106394" y="18859"/>
                  </a:cubicBezTo>
                  <a:cubicBezTo>
                    <a:pt x="107347" y="19241"/>
                    <a:pt x="108204" y="19526"/>
                    <a:pt x="109061" y="19907"/>
                  </a:cubicBezTo>
                  <a:cubicBezTo>
                    <a:pt x="109633" y="20098"/>
                    <a:pt x="110204" y="20383"/>
                    <a:pt x="110776" y="20574"/>
                  </a:cubicBezTo>
                  <a:cubicBezTo>
                    <a:pt x="112109" y="21146"/>
                    <a:pt x="113252" y="21812"/>
                    <a:pt x="114300" y="22479"/>
                  </a:cubicBezTo>
                  <a:cubicBezTo>
                    <a:pt x="114586" y="22670"/>
                    <a:pt x="114967" y="22860"/>
                    <a:pt x="115157" y="23051"/>
                  </a:cubicBezTo>
                  <a:cubicBezTo>
                    <a:pt x="120015" y="26289"/>
                    <a:pt x="122301" y="29908"/>
                    <a:pt x="122301" y="34004"/>
                  </a:cubicBezTo>
                  <a:cubicBezTo>
                    <a:pt x="122301" y="38100"/>
                    <a:pt x="120015" y="41815"/>
                    <a:pt x="115157" y="4505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027" name="Google Shape;4027;p98"/>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3.5.26</a:t>
            </a:r>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4031"/>
        <p:cNvGrpSpPr/>
        <p:nvPr/>
      </p:nvGrpSpPr>
      <p:grpSpPr>
        <a:xfrm>
          <a:off x="0" y="0"/>
          <a:ext cx="0" cy="0"/>
          <a:chOff x="0" y="0"/>
          <a:chExt cx="0" cy="0"/>
        </a:xfrm>
      </p:grpSpPr>
      <p:sp>
        <p:nvSpPr>
          <p:cNvPr id="4032" name="Google Shape;4032;p99"/>
          <p:cNvSpPr txBox="1">
            <a:spLocks noGrp="1"/>
          </p:cNvSpPr>
          <p:nvPr>
            <p:ph type="title"/>
          </p:nvPr>
        </p:nvSpPr>
        <p:spPr>
          <a:xfrm>
            <a:off x="365750" y="274323"/>
            <a:ext cx="8344800" cy="365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a:t>Icons:  General</a:t>
            </a:r>
            <a:endParaRPr/>
          </a:p>
        </p:txBody>
      </p:sp>
      <p:sp>
        <p:nvSpPr>
          <p:cNvPr id="4033" name="Google Shape;4033;p99"/>
          <p:cNvSpPr txBox="1">
            <a:spLocks noGrp="1"/>
          </p:cNvSpPr>
          <p:nvPr>
            <p:ph type="sldNum" idx="12"/>
          </p:nvPr>
        </p:nvSpPr>
        <p:spPr>
          <a:xfrm>
            <a:off x="8229600" y="4866905"/>
            <a:ext cx="473700" cy="92400"/>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78</a:t>
            </a:fld>
            <a:endParaRPr/>
          </a:p>
        </p:txBody>
      </p:sp>
      <p:sp>
        <p:nvSpPr>
          <p:cNvPr id="4034" name="Google Shape;4034;p99"/>
          <p:cNvSpPr txBox="1"/>
          <p:nvPr/>
        </p:nvSpPr>
        <p:spPr>
          <a:xfrm>
            <a:off x="1171078" y="1382115"/>
            <a:ext cx="4431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Enterprise</a:t>
            </a:r>
            <a:endParaRPr sz="600">
              <a:solidFill>
                <a:srgbClr val="11567F"/>
              </a:solidFill>
            </a:endParaRPr>
          </a:p>
        </p:txBody>
      </p:sp>
      <p:sp>
        <p:nvSpPr>
          <p:cNvPr id="4035" name="Google Shape;4035;p99"/>
          <p:cNvSpPr txBox="1"/>
          <p:nvPr/>
        </p:nvSpPr>
        <p:spPr>
          <a:xfrm>
            <a:off x="1963275"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Industry</a:t>
            </a:r>
            <a:endParaRPr sz="1800">
              <a:solidFill>
                <a:srgbClr val="252525"/>
              </a:solidFill>
              <a:latin typeface="Arial"/>
              <a:ea typeface="Arial"/>
              <a:cs typeface="Arial"/>
              <a:sym typeface="Arial"/>
            </a:endParaRPr>
          </a:p>
        </p:txBody>
      </p:sp>
      <p:sp>
        <p:nvSpPr>
          <p:cNvPr id="4036" name="Google Shape;4036;p99"/>
          <p:cNvSpPr txBox="1"/>
          <p:nvPr/>
        </p:nvSpPr>
        <p:spPr>
          <a:xfrm>
            <a:off x="2755472"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Corporate</a:t>
            </a:r>
            <a:endParaRPr sz="1800">
              <a:solidFill>
                <a:srgbClr val="252525"/>
              </a:solidFill>
              <a:latin typeface="Arial"/>
              <a:ea typeface="Arial"/>
              <a:cs typeface="Arial"/>
              <a:sym typeface="Arial"/>
            </a:endParaRPr>
          </a:p>
        </p:txBody>
      </p:sp>
      <p:sp>
        <p:nvSpPr>
          <p:cNvPr id="4037" name="Google Shape;4037;p99"/>
          <p:cNvSpPr txBox="1"/>
          <p:nvPr/>
        </p:nvSpPr>
        <p:spPr>
          <a:xfrm>
            <a:off x="2771356" y="2157573"/>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Eliminate</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Complexity</a:t>
            </a:r>
            <a:endParaRPr sz="600">
              <a:solidFill>
                <a:srgbClr val="11567F"/>
              </a:solidFill>
            </a:endParaRPr>
          </a:p>
        </p:txBody>
      </p:sp>
      <p:sp>
        <p:nvSpPr>
          <p:cNvPr id="4038" name="Google Shape;4038;p99"/>
          <p:cNvSpPr txBox="1"/>
          <p:nvPr/>
        </p:nvSpPr>
        <p:spPr>
          <a:xfrm>
            <a:off x="4322047" y="1382115"/>
            <a:ext cx="4788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Flag</a:t>
            </a:r>
            <a:endParaRPr sz="600">
              <a:solidFill>
                <a:srgbClr val="11567F"/>
              </a:solidFill>
            </a:endParaRPr>
          </a:p>
        </p:txBody>
      </p:sp>
      <p:sp>
        <p:nvSpPr>
          <p:cNvPr id="4039" name="Google Shape;4039;p99"/>
          <p:cNvSpPr txBox="1"/>
          <p:nvPr/>
        </p:nvSpPr>
        <p:spPr>
          <a:xfrm>
            <a:off x="5013413" y="1382115"/>
            <a:ext cx="680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Time</a:t>
            </a:r>
            <a:endParaRPr sz="1800">
              <a:solidFill>
                <a:srgbClr val="252525"/>
              </a:solidFill>
              <a:latin typeface="Arial"/>
              <a:ea typeface="Arial"/>
              <a:cs typeface="Arial"/>
              <a:sym typeface="Arial"/>
            </a:endParaRPr>
          </a:p>
        </p:txBody>
      </p:sp>
      <p:sp>
        <p:nvSpPr>
          <p:cNvPr id="4040" name="Google Shape;4040;p99"/>
          <p:cNvSpPr txBox="1"/>
          <p:nvPr/>
        </p:nvSpPr>
        <p:spPr>
          <a:xfrm>
            <a:off x="5924260"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Event</a:t>
            </a:r>
            <a:endParaRPr sz="600">
              <a:solidFill>
                <a:srgbClr val="11567F"/>
              </a:solidFill>
            </a:endParaRPr>
          </a:p>
        </p:txBody>
      </p:sp>
      <p:sp>
        <p:nvSpPr>
          <p:cNvPr id="4041" name="Google Shape;4041;p99"/>
          <p:cNvSpPr txBox="1"/>
          <p:nvPr/>
        </p:nvSpPr>
        <p:spPr>
          <a:xfrm>
            <a:off x="5857810" y="3708489"/>
            <a:ext cx="576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Multimedia</a:t>
            </a:r>
            <a:endParaRPr sz="600">
              <a:solidFill>
                <a:srgbClr val="11567F"/>
              </a:solidFill>
            </a:endParaRPr>
          </a:p>
        </p:txBody>
      </p:sp>
      <p:sp>
        <p:nvSpPr>
          <p:cNvPr id="4042" name="Google Shape;4042;p99"/>
          <p:cNvSpPr txBox="1"/>
          <p:nvPr/>
        </p:nvSpPr>
        <p:spPr>
          <a:xfrm>
            <a:off x="6696578" y="3708489"/>
            <a:ext cx="483000" cy="105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Metadata</a:t>
            </a:r>
            <a:endParaRPr sz="600">
              <a:solidFill>
                <a:srgbClr val="11567F"/>
              </a:solidFill>
            </a:endParaRPr>
          </a:p>
        </p:txBody>
      </p:sp>
      <p:sp>
        <p:nvSpPr>
          <p:cNvPr id="4043" name="Google Shape;4043;p99"/>
          <p:cNvSpPr txBox="1"/>
          <p:nvPr/>
        </p:nvSpPr>
        <p:spPr>
          <a:xfrm>
            <a:off x="7442204" y="3708489"/>
            <a:ext cx="576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Security</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Governance</a:t>
            </a:r>
            <a:endParaRPr sz="600">
              <a:solidFill>
                <a:srgbClr val="11567F"/>
              </a:solidFill>
            </a:endParaRPr>
          </a:p>
        </p:txBody>
      </p:sp>
      <p:sp>
        <p:nvSpPr>
          <p:cNvPr id="4044" name="Google Shape;4044;p99"/>
          <p:cNvSpPr txBox="1"/>
          <p:nvPr/>
        </p:nvSpPr>
        <p:spPr>
          <a:xfrm>
            <a:off x="3517969" y="2157573"/>
            <a:ext cx="502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Copy</a:t>
            </a:r>
            <a:endParaRPr sz="1800">
              <a:solidFill>
                <a:srgbClr val="252525"/>
              </a:solidFill>
              <a:latin typeface="Arial"/>
              <a:ea typeface="Arial"/>
              <a:cs typeface="Arial"/>
              <a:sym typeface="Arial"/>
            </a:endParaRPr>
          </a:p>
        </p:txBody>
      </p:sp>
      <p:sp>
        <p:nvSpPr>
          <p:cNvPr id="4045" name="Google Shape;4045;p99"/>
          <p:cNvSpPr txBox="1"/>
          <p:nvPr/>
        </p:nvSpPr>
        <p:spPr>
          <a:xfrm>
            <a:off x="4339866"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Analytics</a:t>
            </a:r>
            <a:endParaRPr sz="1800">
              <a:solidFill>
                <a:srgbClr val="252525"/>
              </a:solidFill>
              <a:latin typeface="Arial"/>
              <a:ea typeface="Arial"/>
              <a:cs typeface="Arial"/>
              <a:sym typeface="Arial"/>
            </a:endParaRPr>
          </a:p>
        </p:txBody>
      </p:sp>
      <p:sp>
        <p:nvSpPr>
          <p:cNvPr id="4046" name="Google Shape;4046;p99"/>
          <p:cNvSpPr txBox="1"/>
          <p:nvPr/>
        </p:nvSpPr>
        <p:spPr>
          <a:xfrm>
            <a:off x="6705646" y="1382115"/>
            <a:ext cx="464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On Demand</a:t>
            </a:r>
            <a:endParaRPr sz="600">
              <a:solidFill>
                <a:srgbClr val="11567F"/>
              </a:solidFill>
            </a:endParaRPr>
          </a:p>
        </p:txBody>
      </p:sp>
      <p:sp>
        <p:nvSpPr>
          <p:cNvPr id="4047" name="Google Shape;4047;p99"/>
          <p:cNvSpPr txBox="1"/>
          <p:nvPr/>
        </p:nvSpPr>
        <p:spPr>
          <a:xfrm>
            <a:off x="7518975" y="1382125"/>
            <a:ext cx="42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Edit</a:t>
            </a:r>
            <a:endParaRPr sz="600">
              <a:solidFill>
                <a:srgbClr val="11567F"/>
              </a:solidFill>
            </a:endParaRPr>
          </a:p>
        </p:txBody>
      </p:sp>
      <p:sp>
        <p:nvSpPr>
          <p:cNvPr id="4048" name="Google Shape;4048;p99"/>
          <p:cNvSpPr txBox="1"/>
          <p:nvPr/>
        </p:nvSpPr>
        <p:spPr>
          <a:xfrm>
            <a:off x="1171078"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Calendar</a:t>
            </a:r>
            <a:endParaRPr sz="600">
              <a:solidFill>
                <a:srgbClr val="11567F"/>
              </a:solidFill>
            </a:endParaRPr>
          </a:p>
        </p:txBody>
      </p:sp>
      <p:sp>
        <p:nvSpPr>
          <p:cNvPr id="4049" name="Google Shape;4049;p99"/>
          <p:cNvSpPr txBox="1"/>
          <p:nvPr/>
        </p:nvSpPr>
        <p:spPr>
          <a:xfrm>
            <a:off x="1990100" y="2157575"/>
            <a:ext cx="388500" cy="1272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Integrated</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a:t>
            </a:r>
            <a:endParaRPr sz="600">
              <a:solidFill>
                <a:srgbClr val="11567F"/>
              </a:solidFill>
            </a:endParaRPr>
          </a:p>
        </p:txBody>
      </p:sp>
      <p:sp>
        <p:nvSpPr>
          <p:cNvPr id="4050" name="Google Shape;4050;p99"/>
          <p:cNvSpPr txBox="1"/>
          <p:nvPr/>
        </p:nvSpPr>
        <p:spPr>
          <a:xfrm>
            <a:off x="1195250" y="2933025"/>
            <a:ext cx="388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Expand</a:t>
            </a:r>
            <a:endParaRPr sz="600">
              <a:solidFill>
                <a:srgbClr val="11567F"/>
              </a:solidFill>
            </a:endParaRPr>
          </a:p>
        </p:txBody>
      </p:sp>
      <p:sp>
        <p:nvSpPr>
          <p:cNvPr id="4051" name="Google Shape;4051;p99"/>
          <p:cNvSpPr txBox="1"/>
          <p:nvPr/>
        </p:nvSpPr>
        <p:spPr>
          <a:xfrm>
            <a:off x="1990100" y="2933025"/>
            <a:ext cx="388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Social</a:t>
            </a:r>
            <a:endParaRPr sz="600">
              <a:solidFill>
                <a:srgbClr val="11567F"/>
              </a:solidFill>
            </a:endParaRPr>
          </a:p>
        </p:txBody>
      </p:sp>
      <p:sp>
        <p:nvSpPr>
          <p:cNvPr id="4052" name="Google Shape;4052;p99"/>
          <p:cNvSpPr txBox="1"/>
          <p:nvPr/>
        </p:nvSpPr>
        <p:spPr>
          <a:xfrm>
            <a:off x="3593310" y="1382115"/>
            <a:ext cx="3519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Target</a:t>
            </a:r>
            <a:endParaRPr sz="600">
              <a:solidFill>
                <a:srgbClr val="105780"/>
              </a:solidFill>
            </a:endParaRPr>
          </a:p>
        </p:txBody>
      </p:sp>
      <p:sp>
        <p:nvSpPr>
          <p:cNvPr id="4053" name="Google Shape;4053;p99"/>
          <p:cNvSpPr txBox="1"/>
          <p:nvPr/>
        </p:nvSpPr>
        <p:spPr>
          <a:xfrm>
            <a:off x="4339866" y="2933031"/>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Simplify</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Admin</a:t>
            </a:r>
            <a:endParaRPr sz="600">
              <a:solidFill>
                <a:srgbClr val="11567F"/>
              </a:solidFill>
            </a:endParaRPr>
          </a:p>
        </p:txBody>
      </p:sp>
      <p:sp>
        <p:nvSpPr>
          <p:cNvPr id="4054" name="Google Shape;4054;p99"/>
          <p:cNvSpPr txBox="1"/>
          <p:nvPr/>
        </p:nvSpPr>
        <p:spPr>
          <a:xfrm>
            <a:off x="2760644" y="2933031"/>
            <a:ext cx="4329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Idea</a:t>
            </a:r>
            <a:endParaRPr sz="600">
              <a:solidFill>
                <a:srgbClr val="11567F"/>
              </a:solidFill>
            </a:endParaRPr>
          </a:p>
        </p:txBody>
      </p:sp>
      <p:sp>
        <p:nvSpPr>
          <p:cNvPr id="4055" name="Google Shape;4055;p99"/>
          <p:cNvSpPr txBox="1"/>
          <p:nvPr/>
        </p:nvSpPr>
        <p:spPr>
          <a:xfrm>
            <a:off x="3547675" y="2933025"/>
            <a:ext cx="4431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Email</a:t>
            </a:r>
            <a:endParaRPr sz="600">
              <a:solidFill>
                <a:srgbClr val="105780"/>
              </a:solidFill>
            </a:endParaRPr>
          </a:p>
        </p:txBody>
      </p:sp>
      <p:sp>
        <p:nvSpPr>
          <p:cNvPr id="4056" name="Google Shape;4056;p99"/>
          <p:cNvSpPr txBox="1"/>
          <p:nvPr/>
        </p:nvSpPr>
        <p:spPr>
          <a:xfrm>
            <a:off x="5110475" y="2157575"/>
            <a:ext cx="483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Analytics</a:t>
            </a:r>
            <a:endParaRPr sz="600">
              <a:solidFill>
                <a:srgbClr val="11567F"/>
              </a:solidFill>
            </a:endParaRPr>
          </a:p>
        </p:txBody>
      </p:sp>
      <p:sp>
        <p:nvSpPr>
          <p:cNvPr id="4057" name="Google Shape;4057;p99"/>
          <p:cNvSpPr txBox="1"/>
          <p:nvPr/>
        </p:nvSpPr>
        <p:spPr>
          <a:xfrm>
            <a:off x="2771356" y="3708489"/>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Make Each</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Other Best</a:t>
            </a:r>
            <a:endParaRPr sz="600">
              <a:solidFill>
                <a:srgbClr val="11567F"/>
              </a:solidFill>
            </a:endParaRPr>
          </a:p>
        </p:txBody>
      </p:sp>
      <p:sp>
        <p:nvSpPr>
          <p:cNvPr id="4058" name="Google Shape;4058;p99"/>
          <p:cNvSpPr txBox="1"/>
          <p:nvPr/>
        </p:nvSpPr>
        <p:spPr>
          <a:xfrm>
            <a:off x="1923675" y="3708500"/>
            <a:ext cx="5253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Put Customers</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First</a:t>
            </a:r>
            <a:endParaRPr sz="600">
              <a:solidFill>
                <a:srgbClr val="11567F"/>
              </a:solidFill>
            </a:endParaRPr>
          </a:p>
        </p:txBody>
      </p:sp>
      <p:sp>
        <p:nvSpPr>
          <p:cNvPr id="4059" name="Google Shape;4059;p99"/>
          <p:cNvSpPr txBox="1"/>
          <p:nvPr/>
        </p:nvSpPr>
        <p:spPr>
          <a:xfrm>
            <a:off x="1143772" y="3708489"/>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Be Excellent</a:t>
            </a:r>
            <a:endParaRPr sz="600">
              <a:solidFill>
                <a:srgbClr val="11567F"/>
              </a:solidFill>
            </a:endParaRPr>
          </a:p>
        </p:txBody>
      </p:sp>
      <p:sp>
        <p:nvSpPr>
          <p:cNvPr id="4060" name="Google Shape;4060;p99"/>
          <p:cNvSpPr txBox="1"/>
          <p:nvPr/>
        </p:nvSpPr>
        <p:spPr>
          <a:xfrm>
            <a:off x="5052625" y="3708500"/>
            <a:ext cx="604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Process</a:t>
            </a:r>
            <a:endParaRPr sz="600">
              <a:solidFill>
                <a:srgbClr val="11567F"/>
              </a:solidFill>
            </a:endParaRPr>
          </a:p>
        </p:txBody>
      </p:sp>
      <p:sp>
        <p:nvSpPr>
          <p:cNvPr id="4061" name="Google Shape;4061;p99"/>
          <p:cNvSpPr txBox="1"/>
          <p:nvPr/>
        </p:nvSpPr>
        <p:spPr>
          <a:xfrm>
            <a:off x="4356550" y="3708500"/>
            <a:ext cx="4329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Notebook</a:t>
            </a:r>
            <a:endParaRPr sz="600">
              <a:solidFill>
                <a:srgbClr val="11567F"/>
              </a:solidFill>
            </a:endParaRPr>
          </a:p>
        </p:txBody>
      </p:sp>
      <p:sp>
        <p:nvSpPr>
          <p:cNvPr id="4062" name="Google Shape;4062;p99"/>
          <p:cNvSpPr txBox="1"/>
          <p:nvPr/>
        </p:nvSpPr>
        <p:spPr>
          <a:xfrm>
            <a:off x="3547669" y="3708489"/>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Think Big</a:t>
            </a:r>
            <a:endParaRPr sz="600">
              <a:solidFill>
                <a:srgbClr val="11567F"/>
              </a:solidFill>
            </a:endParaRPr>
          </a:p>
        </p:txBody>
      </p:sp>
      <p:sp>
        <p:nvSpPr>
          <p:cNvPr id="4063" name="Google Shape;4063;p99"/>
          <p:cNvSpPr txBox="1"/>
          <p:nvPr/>
        </p:nvSpPr>
        <p:spPr>
          <a:xfrm>
            <a:off x="5932960" y="2157573"/>
            <a:ext cx="425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Capacity</a:t>
            </a:r>
            <a:endParaRPr sz="600">
              <a:solidFill>
                <a:srgbClr val="105780"/>
              </a:solidFill>
            </a:endParaRPr>
          </a:p>
        </p:txBody>
      </p:sp>
      <p:sp>
        <p:nvSpPr>
          <p:cNvPr id="4064" name="Google Shape;4064;p99"/>
          <p:cNvSpPr txBox="1"/>
          <p:nvPr/>
        </p:nvSpPr>
        <p:spPr>
          <a:xfrm>
            <a:off x="6707750" y="2157575"/>
            <a:ext cx="464700" cy="831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Consolidate</a:t>
            </a:r>
            <a:endParaRPr sz="1800">
              <a:solidFill>
                <a:srgbClr val="252525"/>
              </a:solidFill>
              <a:latin typeface="Arial"/>
              <a:ea typeface="Arial"/>
              <a:cs typeface="Arial"/>
              <a:sym typeface="Arial"/>
            </a:endParaRPr>
          </a:p>
        </p:txBody>
      </p:sp>
      <p:sp>
        <p:nvSpPr>
          <p:cNvPr id="4065" name="Google Shape;4065;p99"/>
          <p:cNvSpPr txBox="1"/>
          <p:nvPr/>
        </p:nvSpPr>
        <p:spPr>
          <a:xfrm>
            <a:off x="7476675" y="2157575"/>
            <a:ext cx="502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Architecture</a:t>
            </a:r>
            <a:endParaRPr sz="600">
              <a:solidFill>
                <a:srgbClr val="11567F"/>
              </a:solidFill>
            </a:endParaRPr>
          </a:p>
        </p:txBody>
      </p:sp>
      <p:sp>
        <p:nvSpPr>
          <p:cNvPr id="4066" name="Google Shape;4066;p99"/>
          <p:cNvSpPr txBox="1"/>
          <p:nvPr/>
        </p:nvSpPr>
        <p:spPr>
          <a:xfrm>
            <a:off x="6771554" y="2933031"/>
            <a:ext cx="333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Own it</a:t>
            </a:r>
            <a:endParaRPr sz="1800">
              <a:solidFill>
                <a:srgbClr val="252525"/>
              </a:solidFill>
              <a:latin typeface="Arial"/>
              <a:ea typeface="Arial"/>
              <a:cs typeface="Arial"/>
              <a:sym typeface="Arial"/>
            </a:endParaRPr>
          </a:p>
        </p:txBody>
      </p:sp>
      <p:sp>
        <p:nvSpPr>
          <p:cNvPr id="4067" name="Google Shape;4067;p99"/>
          <p:cNvSpPr txBox="1"/>
          <p:nvPr/>
        </p:nvSpPr>
        <p:spPr>
          <a:xfrm>
            <a:off x="7481348" y="2933031"/>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Integrity</a:t>
            </a:r>
            <a:endParaRPr sz="600">
              <a:solidFill>
                <a:srgbClr val="11567F"/>
              </a:solidFill>
            </a:endParaRPr>
          </a:p>
        </p:txBody>
      </p:sp>
      <p:sp>
        <p:nvSpPr>
          <p:cNvPr id="4068" name="Google Shape;4068;p99"/>
          <p:cNvSpPr txBox="1"/>
          <p:nvPr/>
        </p:nvSpPr>
        <p:spPr>
          <a:xfrm>
            <a:off x="5100075" y="2933025"/>
            <a:ext cx="502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Truth</a:t>
            </a:r>
            <a:endParaRPr sz="600">
              <a:solidFill>
                <a:srgbClr val="11567F"/>
              </a:solidFill>
            </a:endParaRPr>
          </a:p>
        </p:txBody>
      </p:sp>
      <p:sp>
        <p:nvSpPr>
          <p:cNvPr id="4069" name="Google Shape;4069;p99"/>
          <p:cNvSpPr txBox="1"/>
          <p:nvPr/>
        </p:nvSpPr>
        <p:spPr>
          <a:xfrm>
            <a:off x="5924260" y="2933031"/>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Easy</a:t>
            </a:r>
            <a:endParaRPr sz="600">
              <a:solidFill>
                <a:srgbClr val="11567F"/>
              </a:solidFill>
            </a:endParaRPr>
          </a:p>
        </p:txBody>
      </p:sp>
      <p:sp>
        <p:nvSpPr>
          <p:cNvPr id="4070" name="Google Shape;4070;p99"/>
          <p:cNvSpPr txBox="1"/>
          <p:nvPr/>
        </p:nvSpPr>
        <p:spPr>
          <a:xfrm>
            <a:off x="1132825" y="4483950"/>
            <a:ext cx="5253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Models</a:t>
            </a:r>
            <a:endParaRPr sz="600">
              <a:solidFill>
                <a:srgbClr val="11567F"/>
              </a:solidFill>
            </a:endParaRPr>
          </a:p>
        </p:txBody>
      </p:sp>
      <p:sp>
        <p:nvSpPr>
          <p:cNvPr id="4071" name="Google Shape;4071;p99"/>
          <p:cNvSpPr txBox="1"/>
          <p:nvPr/>
        </p:nvSpPr>
        <p:spPr>
          <a:xfrm>
            <a:off x="1977050" y="4483950"/>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SQL Analysts</a:t>
            </a:r>
            <a:endParaRPr sz="1800">
              <a:solidFill>
                <a:srgbClr val="252525"/>
              </a:solidFill>
              <a:latin typeface="Arial"/>
              <a:ea typeface="Arial"/>
              <a:cs typeface="Arial"/>
              <a:sym typeface="Arial"/>
            </a:endParaRPr>
          </a:p>
        </p:txBody>
      </p:sp>
      <p:sp>
        <p:nvSpPr>
          <p:cNvPr id="4072" name="Google Shape;4072;p99"/>
          <p:cNvSpPr txBox="1"/>
          <p:nvPr/>
        </p:nvSpPr>
        <p:spPr>
          <a:xfrm>
            <a:off x="2695865" y="4483949"/>
            <a:ext cx="5622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Software Engineers</a:t>
            </a:r>
            <a:endParaRPr sz="600">
              <a:solidFill>
                <a:srgbClr val="11567F"/>
              </a:solidFill>
            </a:endParaRPr>
          </a:p>
        </p:txBody>
      </p:sp>
      <p:sp>
        <p:nvSpPr>
          <p:cNvPr id="4073" name="Google Shape;4073;p99"/>
          <p:cNvSpPr txBox="1"/>
          <p:nvPr/>
        </p:nvSpPr>
        <p:spPr>
          <a:xfrm>
            <a:off x="3452725" y="4483950"/>
            <a:ext cx="629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Machine Learning Engineers</a:t>
            </a:r>
            <a:endParaRPr sz="600">
              <a:solidFill>
                <a:srgbClr val="11567F"/>
              </a:solidFill>
            </a:endParaRPr>
          </a:p>
        </p:txBody>
      </p:sp>
      <p:sp>
        <p:nvSpPr>
          <p:cNvPr id="4074" name="Google Shape;4074;p99"/>
          <p:cNvSpPr txBox="1"/>
          <p:nvPr/>
        </p:nvSpPr>
        <p:spPr>
          <a:xfrm>
            <a:off x="4249500" y="4483950"/>
            <a:ext cx="645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Geospatial</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Analytics</a:t>
            </a:r>
            <a:endParaRPr sz="600">
              <a:solidFill>
                <a:srgbClr val="11567F"/>
              </a:solidFill>
            </a:endParaRPr>
          </a:p>
        </p:txBody>
      </p:sp>
      <p:sp>
        <p:nvSpPr>
          <p:cNvPr id="4075" name="Google Shape;4075;p99"/>
          <p:cNvSpPr txBox="1"/>
          <p:nvPr/>
        </p:nvSpPr>
        <p:spPr>
          <a:xfrm>
            <a:off x="5832850" y="4483975"/>
            <a:ext cx="6276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Faster</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Insights</a:t>
            </a:r>
            <a:endParaRPr sz="600">
              <a:solidFill>
                <a:srgbClr val="11567F"/>
              </a:solidFill>
            </a:endParaRPr>
          </a:p>
        </p:txBody>
      </p:sp>
      <p:sp>
        <p:nvSpPr>
          <p:cNvPr id="4076" name="Google Shape;4076;p99"/>
          <p:cNvSpPr txBox="1"/>
          <p:nvPr/>
        </p:nvSpPr>
        <p:spPr>
          <a:xfrm>
            <a:off x="5127371" y="4483974"/>
            <a:ext cx="45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Optimization Performance</a:t>
            </a:r>
            <a:endParaRPr sz="600">
              <a:solidFill>
                <a:srgbClr val="11567F"/>
              </a:solidFill>
            </a:endParaRPr>
          </a:p>
        </p:txBody>
      </p:sp>
      <p:grpSp>
        <p:nvGrpSpPr>
          <p:cNvPr id="4078" name="Google Shape;4078;p99"/>
          <p:cNvGrpSpPr/>
          <p:nvPr/>
        </p:nvGrpSpPr>
        <p:grpSpPr>
          <a:xfrm>
            <a:off x="3619786" y="1009581"/>
            <a:ext cx="295831" cy="296769"/>
            <a:chOff x="10231732" y="1065041"/>
            <a:chExt cx="525922" cy="527589"/>
          </a:xfrm>
        </p:grpSpPr>
        <p:sp>
          <p:nvSpPr>
            <p:cNvPr id="4079" name="Google Shape;4079;p99"/>
            <p:cNvSpPr/>
            <p:nvPr/>
          </p:nvSpPr>
          <p:spPr>
            <a:xfrm>
              <a:off x="10392803" y="1227061"/>
              <a:ext cx="364851" cy="365569"/>
            </a:xfrm>
            <a:custGeom>
              <a:avLst/>
              <a:gdLst/>
              <a:ahLst/>
              <a:cxnLst/>
              <a:rect l="l" t="t" r="r" b="b"/>
              <a:pathLst>
                <a:path w="364851" h="365569" extrusionOk="0">
                  <a:moveTo>
                    <a:pt x="359375" y="285464"/>
                  </a:moveTo>
                  <a:lnTo>
                    <a:pt x="257076" y="183166"/>
                  </a:lnTo>
                  <a:lnTo>
                    <a:pt x="300225" y="149066"/>
                  </a:lnTo>
                  <a:cubicBezTo>
                    <a:pt x="305463" y="144875"/>
                    <a:pt x="308226" y="138303"/>
                    <a:pt x="307273" y="131636"/>
                  </a:cubicBezTo>
                  <a:cubicBezTo>
                    <a:pt x="306321" y="124968"/>
                    <a:pt x="302034" y="119253"/>
                    <a:pt x="295843" y="116586"/>
                  </a:cubicBezTo>
                  <a:lnTo>
                    <a:pt x="26571" y="1524"/>
                  </a:lnTo>
                  <a:cubicBezTo>
                    <a:pt x="19428" y="-1524"/>
                    <a:pt x="11141" y="95"/>
                    <a:pt x="5616" y="5525"/>
                  </a:cubicBezTo>
                  <a:cubicBezTo>
                    <a:pt x="92" y="11049"/>
                    <a:pt x="-1527" y="19336"/>
                    <a:pt x="1521" y="26480"/>
                  </a:cubicBezTo>
                  <a:lnTo>
                    <a:pt x="116678" y="296513"/>
                  </a:lnTo>
                  <a:cubicBezTo>
                    <a:pt x="119345" y="302705"/>
                    <a:pt x="124965" y="306991"/>
                    <a:pt x="131537" y="307943"/>
                  </a:cubicBezTo>
                  <a:cubicBezTo>
                    <a:pt x="138204" y="308896"/>
                    <a:pt x="144777" y="306229"/>
                    <a:pt x="148968" y="301085"/>
                  </a:cubicBezTo>
                  <a:lnTo>
                    <a:pt x="183353" y="258509"/>
                  </a:lnTo>
                  <a:lnTo>
                    <a:pt x="284699" y="359950"/>
                  </a:lnTo>
                  <a:cubicBezTo>
                    <a:pt x="288318" y="363569"/>
                    <a:pt x="293081" y="365570"/>
                    <a:pt x="298224" y="365570"/>
                  </a:cubicBezTo>
                  <a:cubicBezTo>
                    <a:pt x="303368" y="365570"/>
                    <a:pt x="308130" y="363569"/>
                    <a:pt x="311750" y="359950"/>
                  </a:cubicBezTo>
                  <a:lnTo>
                    <a:pt x="359280" y="312325"/>
                  </a:lnTo>
                  <a:cubicBezTo>
                    <a:pt x="366709" y="304895"/>
                    <a:pt x="366709" y="292799"/>
                    <a:pt x="359280" y="285369"/>
                  </a:cubicBezTo>
                  <a:close/>
                  <a:moveTo>
                    <a:pt x="298320" y="319564"/>
                  </a:moveTo>
                  <a:lnTo>
                    <a:pt x="195545" y="216694"/>
                  </a:lnTo>
                  <a:cubicBezTo>
                    <a:pt x="191925" y="213074"/>
                    <a:pt x="187068" y="211074"/>
                    <a:pt x="182019" y="211074"/>
                  </a:cubicBezTo>
                  <a:cubicBezTo>
                    <a:pt x="181638" y="211074"/>
                    <a:pt x="181353" y="211074"/>
                    <a:pt x="181067" y="211074"/>
                  </a:cubicBezTo>
                  <a:cubicBezTo>
                    <a:pt x="175638" y="211360"/>
                    <a:pt x="170685" y="213932"/>
                    <a:pt x="167256" y="218123"/>
                  </a:cubicBezTo>
                  <a:lnTo>
                    <a:pt x="139443" y="252508"/>
                  </a:lnTo>
                  <a:lnTo>
                    <a:pt x="55337" y="55150"/>
                  </a:lnTo>
                  <a:lnTo>
                    <a:pt x="251552" y="138970"/>
                  </a:lnTo>
                  <a:lnTo>
                    <a:pt x="216786" y="166402"/>
                  </a:lnTo>
                  <a:cubicBezTo>
                    <a:pt x="212499" y="169736"/>
                    <a:pt x="209928" y="174784"/>
                    <a:pt x="209547" y="180213"/>
                  </a:cubicBezTo>
                  <a:cubicBezTo>
                    <a:pt x="209261" y="185642"/>
                    <a:pt x="211261" y="190976"/>
                    <a:pt x="215071" y="194786"/>
                  </a:cubicBezTo>
                  <a:lnTo>
                    <a:pt x="318989" y="298799"/>
                  </a:lnTo>
                  <a:lnTo>
                    <a:pt x="298320" y="31946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80" name="Google Shape;4080;p99"/>
            <p:cNvSpPr/>
            <p:nvPr/>
          </p:nvSpPr>
          <p:spPr>
            <a:xfrm>
              <a:off x="10302979" y="1136193"/>
              <a:ext cx="220183" cy="219646"/>
            </a:xfrm>
            <a:custGeom>
              <a:avLst/>
              <a:gdLst/>
              <a:ahLst/>
              <a:cxnLst/>
              <a:rect l="l" t="t" r="r" b="b"/>
              <a:pathLst>
                <a:path w="220183" h="219646" extrusionOk="0">
                  <a:moveTo>
                    <a:pt x="111157" y="23813"/>
                  </a:moveTo>
                  <a:cubicBezTo>
                    <a:pt x="152210" y="23813"/>
                    <a:pt x="188214" y="52959"/>
                    <a:pt x="196596" y="93059"/>
                  </a:cubicBezTo>
                  <a:cubicBezTo>
                    <a:pt x="197930" y="99441"/>
                    <a:pt x="204311" y="103537"/>
                    <a:pt x="210693" y="102298"/>
                  </a:cubicBezTo>
                  <a:cubicBezTo>
                    <a:pt x="217170" y="100965"/>
                    <a:pt x="221266" y="94583"/>
                    <a:pt x="219932" y="88201"/>
                  </a:cubicBezTo>
                  <a:cubicBezTo>
                    <a:pt x="209169" y="37052"/>
                    <a:pt x="163449" y="0"/>
                    <a:pt x="111157" y="0"/>
                  </a:cubicBezTo>
                  <a:cubicBezTo>
                    <a:pt x="49816" y="0"/>
                    <a:pt x="0" y="49911"/>
                    <a:pt x="0" y="111157"/>
                  </a:cubicBezTo>
                  <a:cubicBezTo>
                    <a:pt x="0" y="163068"/>
                    <a:pt x="35243" y="207550"/>
                    <a:pt x="85820" y="219361"/>
                  </a:cubicBezTo>
                  <a:cubicBezTo>
                    <a:pt x="86773" y="219551"/>
                    <a:pt x="87630" y="219647"/>
                    <a:pt x="88583" y="219647"/>
                  </a:cubicBezTo>
                  <a:cubicBezTo>
                    <a:pt x="94012" y="219647"/>
                    <a:pt x="98870" y="215932"/>
                    <a:pt x="100203" y="210407"/>
                  </a:cubicBezTo>
                  <a:cubicBezTo>
                    <a:pt x="101727" y="204026"/>
                    <a:pt x="97726" y="197644"/>
                    <a:pt x="91345" y="196120"/>
                  </a:cubicBezTo>
                  <a:cubicBezTo>
                    <a:pt x="51625" y="186881"/>
                    <a:pt x="24003" y="151924"/>
                    <a:pt x="24003" y="111061"/>
                  </a:cubicBezTo>
                  <a:cubicBezTo>
                    <a:pt x="24003" y="62865"/>
                    <a:pt x="63151" y="23717"/>
                    <a:pt x="111347" y="2371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81" name="Google Shape;4081;p99"/>
            <p:cNvSpPr/>
            <p:nvPr/>
          </p:nvSpPr>
          <p:spPr>
            <a:xfrm>
              <a:off x="10231732" y="1065041"/>
              <a:ext cx="364807" cy="364617"/>
            </a:xfrm>
            <a:custGeom>
              <a:avLst/>
              <a:gdLst/>
              <a:ahLst/>
              <a:cxnLst/>
              <a:rect l="l" t="t" r="r" b="b"/>
              <a:pathLst>
                <a:path w="364807" h="364617" extrusionOk="0">
                  <a:moveTo>
                    <a:pt x="182404" y="340900"/>
                  </a:moveTo>
                  <a:cubicBezTo>
                    <a:pt x="94964" y="340900"/>
                    <a:pt x="23813" y="269748"/>
                    <a:pt x="23813" y="182404"/>
                  </a:cubicBezTo>
                  <a:cubicBezTo>
                    <a:pt x="23813" y="95059"/>
                    <a:pt x="94964" y="23813"/>
                    <a:pt x="182404" y="23813"/>
                  </a:cubicBezTo>
                  <a:cubicBezTo>
                    <a:pt x="269843" y="23813"/>
                    <a:pt x="340995" y="94964"/>
                    <a:pt x="340995" y="182404"/>
                  </a:cubicBezTo>
                  <a:cubicBezTo>
                    <a:pt x="340995" y="188976"/>
                    <a:pt x="346329" y="194310"/>
                    <a:pt x="352901" y="194310"/>
                  </a:cubicBezTo>
                  <a:cubicBezTo>
                    <a:pt x="359474" y="194310"/>
                    <a:pt x="364808" y="188976"/>
                    <a:pt x="364808" y="182404"/>
                  </a:cubicBezTo>
                  <a:cubicBezTo>
                    <a:pt x="364808" y="81820"/>
                    <a:pt x="282988" y="0"/>
                    <a:pt x="182404" y="0"/>
                  </a:cubicBezTo>
                  <a:cubicBezTo>
                    <a:pt x="81820" y="0"/>
                    <a:pt x="0" y="81725"/>
                    <a:pt x="0" y="182309"/>
                  </a:cubicBezTo>
                  <a:cubicBezTo>
                    <a:pt x="0" y="282893"/>
                    <a:pt x="81820" y="364617"/>
                    <a:pt x="182404" y="364617"/>
                  </a:cubicBezTo>
                  <a:cubicBezTo>
                    <a:pt x="188976" y="364617"/>
                    <a:pt x="194310" y="359283"/>
                    <a:pt x="194310" y="352711"/>
                  </a:cubicBezTo>
                  <a:cubicBezTo>
                    <a:pt x="194310" y="346138"/>
                    <a:pt x="188976" y="340805"/>
                    <a:pt x="182404" y="34080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082" name="Google Shape;4082;p99"/>
          <p:cNvGrpSpPr/>
          <p:nvPr/>
        </p:nvGrpSpPr>
        <p:grpSpPr>
          <a:xfrm>
            <a:off x="2073027" y="4104010"/>
            <a:ext cx="222644" cy="294679"/>
            <a:chOff x="9238452" y="5588613"/>
            <a:chExt cx="395811" cy="523874"/>
          </a:xfrm>
        </p:grpSpPr>
        <p:grpSp>
          <p:nvGrpSpPr>
            <p:cNvPr id="4083" name="Google Shape;4083;p99"/>
            <p:cNvGrpSpPr/>
            <p:nvPr/>
          </p:nvGrpSpPr>
          <p:grpSpPr>
            <a:xfrm>
              <a:off x="9238452" y="5588613"/>
              <a:ext cx="395811" cy="523874"/>
              <a:chOff x="9238452" y="5588613"/>
              <a:chExt cx="395811" cy="523874"/>
            </a:xfrm>
          </p:grpSpPr>
          <p:sp>
            <p:nvSpPr>
              <p:cNvPr id="4084" name="Google Shape;4084;p99"/>
              <p:cNvSpPr/>
              <p:nvPr/>
            </p:nvSpPr>
            <p:spPr>
              <a:xfrm>
                <a:off x="9413426" y="5891603"/>
                <a:ext cx="220837" cy="220884"/>
              </a:xfrm>
              <a:custGeom>
                <a:avLst/>
                <a:gdLst/>
                <a:ahLst/>
                <a:cxnLst/>
                <a:rect l="l" t="t" r="r" b="b"/>
                <a:pathLst>
                  <a:path w="220837" h="220884" extrusionOk="0">
                    <a:moveTo>
                      <a:pt x="215265" y="188404"/>
                    </a:moveTo>
                    <a:lnTo>
                      <a:pt x="151162" y="124301"/>
                    </a:lnTo>
                    <a:cubicBezTo>
                      <a:pt x="158972" y="111538"/>
                      <a:pt x="163259" y="96965"/>
                      <a:pt x="163259" y="81629"/>
                    </a:cubicBezTo>
                    <a:cubicBezTo>
                      <a:pt x="163259" y="59817"/>
                      <a:pt x="154781" y="39338"/>
                      <a:pt x="139351" y="23908"/>
                    </a:cubicBezTo>
                    <a:cubicBezTo>
                      <a:pt x="123920" y="8477"/>
                      <a:pt x="103442" y="0"/>
                      <a:pt x="81629" y="0"/>
                    </a:cubicBezTo>
                    <a:cubicBezTo>
                      <a:pt x="59817" y="0"/>
                      <a:pt x="39338" y="8477"/>
                      <a:pt x="23908" y="23908"/>
                    </a:cubicBezTo>
                    <a:cubicBezTo>
                      <a:pt x="8477" y="39338"/>
                      <a:pt x="0" y="59817"/>
                      <a:pt x="0" y="81629"/>
                    </a:cubicBezTo>
                    <a:cubicBezTo>
                      <a:pt x="0" y="103442"/>
                      <a:pt x="8477" y="124016"/>
                      <a:pt x="23908" y="139351"/>
                    </a:cubicBezTo>
                    <a:cubicBezTo>
                      <a:pt x="39815" y="155258"/>
                      <a:pt x="60770" y="163259"/>
                      <a:pt x="81629" y="163259"/>
                    </a:cubicBezTo>
                    <a:cubicBezTo>
                      <a:pt x="96488" y="163259"/>
                      <a:pt x="111252" y="159163"/>
                      <a:pt x="124301" y="151162"/>
                    </a:cubicBezTo>
                    <a:lnTo>
                      <a:pt x="188405" y="215265"/>
                    </a:lnTo>
                    <a:cubicBezTo>
                      <a:pt x="192119" y="218980"/>
                      <a:pt x="196977" y="220885"/>
                      <a:pt x="201835" y="220885"/>
                    </a:cubicBezTo>
                    <a:cubicBezTo>
                      <a:pt x="206693" y="220885"/>
                      <a:pt x="211550" y="218980"/>
                      <a:pt x="215265" y="215265"/>
                    </a:cubicBezTo>
                    <a:cubicBezTo>
                      <a:pt x="222695" y="207836"/>
                      <a:pt x="222695" y="195739"/>
                      <a:pt x="215265" y="188309"/>
                    </a:cubicBezTo>
                    <a:close/>
                    <a:moveTo>
                      <a:pt x="50768" y="112395"/>
                    </a:moveTo>
                    <a:cubicBezTo>
                      <a:pt x="42577" y="104203"/>
                      <a:pt x="38005" y="93250"/>
                      <a:pt x="38005" y="81534"/>
                    </a:cubicBezTo>
                    <a:cubicBezTo>
                      <a:pt x="38005" y="69818"/>
                      <a:pt x="42577" y="58960"/>
                      <a:pt x="50768" y="50673"/>
                    </a:cubicBezTo>
                    <a:cubicBezTo>
                      <a:pt x="58960" y="42386"/>
                      <a:pt x="69914" y="37909"/>
                      <a:pt x="81629" y="37909"/>
                    </a:cubicBezTo>
                    <a:cubicBezTo>
                      <a:pt x="93345" y="37909"/>
                      <a:pt x="104204" y="42481"/>
                      <a:pt x="112395" y="50673"/>
                    </a:cubicBezTo>
                    <a:cubicBezTo>
                      <a:pt x="112395" y="50673"/>
                      <a:pt x="112395" y="50673"/>
                      <a:pt x="112395" y="50673"/>
                    </a:cubicBezTo>
                    <a:cubicBezTo>
                      <a:pt x="120587" y="58865"/>
                      <a:pt x="125158" y="69818"/>
                      <a:pt x="125158" y="81534"/>
                    </a:cubicBezTo>
                    <a:cubicBezTo>
                      <a:pt x="125158" y="93250"/>
                      <a:pt x="120587" y="104108"/>
                      <a:pt x="112395" y="112300"/>
                    </a:cubicBezTo>
                    <a:cubicBezTo>
                      <a:pt x="112395" y="112300"/>
                      <a:pt x="112395" y="112300"/>
                      <a:pt x="112395" y="112300"/>
                    </a:cubicBezTo>
                    <a:cubicBezTo>
                      <a:pt x="112395" y="112300"/>
                      <a:pt x="112395" y="112300"/>
                      <a:pt x="112395" y="112300"/>
                    </a:cubicBezTo>
                    <a:cubicBezTo>
                      <a:pt x="95441" y="129254"/>
                      <a:pt x="67723" y="129254"/>
                      <a:pt x="50768" y="11230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85" name="Google Shape;4085;p99"/>
              <p:cNvSpPr/>
              <p:nvPr/>
            </p:nvSpPr>
            <p:spPr>
              <a:xfrm>
                <a:off x="9238452" y="5588613"/>
                <a:ext cx="389858" cy="523874"/>
              </a:xfrm>
              <a:custGeom>
                <a:avLst/>
                <a:gdLst/>
                <a:ahLst/>
                <a:cxnLst/>
                <a:rect l="l" t="t" r="r" b="b"/>
                <a:pathLst>
                  <a:path w="389858" h="523874" extrusionOk="0">
                    <a:moveTo>
                      <a:pt x="211646" y="485775"/>
                    </a:moveTo>
                    <a:lnTo>
                      <a:pt x="38100" y="485775"/>
                    </a:lnTo>
                    <a:lnTo>
                      <a:pt x="38100" y="158306"/>
                    </a:lnTo>
                    <a:lnTo>
                      <a:pt x="125444" y="158306"/>
                    </a:lnTo>
                    <a:cubicBezTo>
                      <a:pt x="135922" y="158306"/>
                      <a:pt x="144494" y="149733"/>
                      <a:pt x="144494" y="139256"/>
                    </a:cubicBezTo>
                    <a:lnTo>
                      <a:pt x="144494" y="38100"/>
                    </a:lnTo>
                    <a:lnTo>
                      <a:pt x="351758" y="38100"/>
                    </a:lnTo>
                    <a:lnTo>
                      <a:pt x="351758" y="328898"/>
                    </a:lnTo>
                    <a:cubicBezTo>
                      <a:pt x="351758" y="339376"/>
                      <a:pt x="360331" y="347948"/>
                      <a:pt x="370808" y="347948"/>
                    </a:cubicBezTo>
                    <a:cubicBezTo>
                      <a:pt x="381286" y="347948"/>
                      <a:pt x="389858" y="339376"/>
                      <a:pt x="389858" y="328898"/>
                    </a:cubicBezTo>
                    <a:lnTo>
                      <a:pt x="389858" y="19050"/>
                    </a:lnTo>
                    <a:cubicBezTo>
                      <a:pt x="389858" y="8573"/>
                      <a:pt x="381286" y="0"/>
                      <a:pt x="370808" y="0"/>
                    </a:cubicBezTo>
                    <a:lnTo>
                      <a:pt x="125635" y="0"/>
                    </a:lnTo>
                    <a:cubicBezTo>
                      <a:pt x="120301" y="0"/>
                      <a:pt x="115157" y="2286"/>
                      <a:pt x="111538" y="6191"/>
                    </a:cubicBezTo>
                    <a:lnTo>
                      <a:pt x="4953" y="123063"/>
                    </a:lnTo>
                    <a:cubicBezTo>
                      <a:pt x="1715" y="126587"/>
                      <a:pt x="0" y="131159"/>
                      <a:pt x="0" y="135922"/>
                    </a:cubicBezTo>
                    <a:lnTo>
                      <a:pt x="0" y="504825"/>
                    </a:lnTo>
                    <a:cubicBezTo>
                      <a:pt x="0" y="515303"/>
                      <a:pt x="8572" y="523875"/>
                      <a:pt x="19050" y="523875"/>
                    </a:cubicBezTo>
                    <a:lnTo>
                      <a:pt x="211646" y="523875"/>
                    </a:lnTo>
                    <a:cubicBezTo>
                      <a:pt x="222123" y="523875"/>
                      <a:pt x="230696" y="515303"/>
                      <a:pt x="230696" y="504825"/>
                    </a:cubicBezTo>
                    <a:cubicBezTo>
                      <a:pt x="230696" y="494348"/>
                      <a:pt x="222123" y="485775"/>
                      <a:pt x="211646" y="485775"/>
                    </a:cubicBezTo>
                    <a:close/>
                    <a:moveTo>
                      <a:pt x="59150" y="120205"/>
                    </a:moveTo>
                    <a:lnTo>
                      <a:pt x="106394" y="68390"/>
                    </a:lnTo>
                    <a:lnTo>
                      <a:pt x="106394" y="120205"/>
                    </a:lnTo>
                    <a:lnTo>
                      <a:pt x="59150" y="12020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086" name="Google Shape;4086;p99"/>
            <p:cNvGrpSpPr/>
            <p:nvPr/>
          </p:nvGrpSpPr>
          <p:grpSpPr>
            <a:xfrm>
              <a:off x="9338846" y="5767492"/>
              <a:ext cx="207073" cy="100774"/>
              <a:chOff x="9338846" y="5767492"/>
              <a:chExt cx="207073" cy="100774"/>
            </a:xfrm>
          </p:grpSpPr>
          <p:sp>
            <p:nvSpPr>
              <p:cNvPr id="4087" name="Google Shape;4087;p99"/>
              <p:cNvSpPr/>
              <p:nvPr/>
            </p:nvSpPr>
            <p:spPr>
              <a:xfrm>
                <a:off x="9338846" y="5767492"/>
                <a:ext cx="57911" cy="86963"/>
              </a:xfrm>
              <a:custGeom>
                <a:avLst/>
                <a:gdLst/>
                <a:ahLst/>
                <a:cxnLst/>
                <a:rect l="l" t="t" r="r" b="b"/>
                <a:pathLst>
                  <a:path w="57911" h="86963" extrusionOk="0">
                    <a:moveTo>
                      <a:pt x="32004" y="35814"/>
                    </a:moveTo>
                    <a:cubicBezTo>
                      <a:pt x="19336" y="31623"/>
                      <a:pt x="15907" y="28861"/>
                      <a:pt x="15907" y="23146"/>
                    </a:cubicBezTo>
                    <a:cubicBezTo>
                      <a:pt x="15907" y="16478"/>
                      <a:pt x="20574" y="12764"/>
                      <a:pt x="28956" y="12764"/>
                    </a:cubicBezTo>
                    <a:cubicBezTo>
                      <a:pt x="41053" y="12764"/>
                      <a:pt x="48292" y="19717"/>
                      <a:pt x="48292" y="19717"/>
                    </a:cubicBezTo>
                    <a:lnTo>
                      <a:pt x="55817" y="8477"/>
                    </a:lnTo>
                    <a:cubicBezTo>
                      <a:pt x="55817" y="8477"/>
                      <a:pt x="48197" y="0"/>
                      <a:pt x="29051" y="0"/>
                    </a:cubicBezTo>
                    <a:cubicBezTo>
                      <a:pt x="9906" y="0"/>
                      <a:pt x="762" y="9430"/>
                      <a:pt x="762" y="23717"/>
                    </a:cubicBezTo>
                    <a:cubicBezTo>
                      <a:pt x="762" y="36767"/>
                      <a:pt x="8668" y="43053"/>
                      <a:pt x="26003" y="48578"/>
                    </a:cubicBezTo>
                    <a:cubicBezTo>
                      <a:pt x="39719" y="53150"/>
                      <a:pt x="42482" y="56388"/>
                      <a:pt x="42482" y="62770"/>
                    </a:cubicBezTo>
                    <a:cubicBezTo>
                      <a:pt x="42482" y="69533"/>
                      <a:pt x="38481" y="74295"/>
                      <a:pt x="28861" y="74295"/>
                    </a:cubicBezTo>
                    <a:cubicBezTo>
                      <a:pt x="16478" y="74295"/>
                      <a:pt x="7525" y="66199"/>
                      <a:pt x="7525" y="66199"/>
                    </a:cubicBezTo>
                    <a:lnTo>
                      <a:pt x="0" y="76581"/>
                    </a:lnTo>
                    <a:cubicBezTo>
                      <a:pt x="0" y="76581"/>
                      <a:pt x="9430" y="86963"/>
                      <a:pt x="29337" y="86963"/>
                    </a:cubicBezTo>
                    <a:cubicBezTo>
                      <a:pt x="49244" y="86963"/>
                      <a:pt x="57912" y="75819"/>
                      <a:pt x="57912" y="61722"/>
                    </a:cubicBezTo>
                    <a:cubicBezTo>
                      <a:pt x="57912" y="48768"/>
                      <a:pt x="50864" y="41434"/>
                      <a:pt x="32099" y="3571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88" name="Google Shape;4088;p99"/>
              <p:cNvSpPr/>
              <p:nvPr/>
            </p:nvSpPr>
            <p:spPr>
              <a:xfrm>
                <a:off x="9405140" y="5767492"/>
                <a:ext cx="76771" cy="100774"/>
              </a:xfrm>
              <a:custGeom>
                <a:avLst/>
                <a:gdLst/>
                <a:ahLst/>
                <a:cxnLst/>
                <a:rect l="l" t="t" r="r" b="b"/>
                <a:pathLst>
                  <a:path w="76771" h="100774" extrusionOk="0">
                    <a:moveTo>
                      <a:pt x="76772" y="43625"/>
                    </a:moveTo>
                    <a:cubicBezTo>
                      <a:pt x="76772" y="19336"/>
                      <a:pt x="61531" y="0"/>
                      <a:pt x="38291" y="0"/>
                    </a:cubicBezTo>
                    <a:cubicBezTo>
                      <a:pt x="15049" y="0"/>
                      <a:pt x="0" y="19336"/>
                      <a:pt x="0" y="43625"/>
                    </a:cubicBezTo>
                    <a:cubicBezTo>
                      <a:pt x="0" y="67913"/>
                      <a:pt x="15240" y="87059"/>
                      <a:pt x="38291" y="87059"/>
                    </a:cubicBezTo>
                    <a:cubicBezTo>
                      <a:pt x="40481" y="87059"/>
                      <a:pt x="42577" y="86963"/>
                      <a:pt x="44672" y="86487"/>
                    </a:cubicBezTo>
                    <a:lnTo>
                      <a:pt x="52006" y="100775"/>
                    </a:lnTo>
                    <a:lnTo>
                      <a:pt x="67247" y="100775"/>
                    </a:lnTo>
                    <a:lnTo>
                      <a:pt x="57150" y="82010"/>
                    </a:lnTo>
                    <a:cubicBezTo>
                      <a:pt x="69342" y="74676"/>
                      <a:pt x="76676" y="60198"/>
                      <a:pt x="76676" y="43529"/>
                    </a:cubicBezTo>
                    <a:close/>
                    <a:moveTo>
                      <a:pt x="38386" y="73724"/>
                    </a:moveTo>
                    <a:cubicBezTo>
                      <a:pt x="24098" y="73724"/>
                      <a:pt x="14192" y="60674"/>
                      <a:pt x="14192" y="43625"/>
                    </a:cubicBezTo>
                    <a:cubicBezTo>
                      <a:pt x="14192" y="26575"/>
                      <a:pt x="24003" y="13240"/>
                      <a:pt x="38386" y="13240"/>
                    </a:cubicBezTo>
                    <a:cubicBezTo>
                      <a:pt x="52769" y="13240"/>
                      <a:pt x="62674" y="26384"/>
                      <a:pt x="62674" y="43625"/>
                    </a:cubicBezTo>
                    <a:cubicBezTo>
                      <a:pt x="62674" y="60865"/>
                      <a:pt x="52673" y="73724"/>
                      <a:pt x="38386" y="7372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89" name="Google Shape;4089;p99"/>
              <p:cNvSpPr/>
              <p:nvPr/>
            </p:nvSpPr>
            <p:spPr>
              <a:xfrm>
                <a:off x="9495532" y="5769302"/>
                <a:ext cx="50387" cy="83343"/>
              </a:xfrm>
              <a:custGeom>
                <a:avLst/>
                <a:gdLst/>
                <a:ahLst/>
                <a:cxnLst/>
                <a:rect l="l" t="t" r="r" b="b"/>
                <a:pathLst>
                  <a:path w="50387" h="83343" extrusionOk="0">
                    <a:moveTo>
                      <a:pt x="13811" y="0"/>
                    </a:moveTo>
                    <a:lnTo>
                      <a:pt x="0" y="0"/>
                    </a:lnTo>
                    <a:lnTo>
                      <a:pt x="0" y="83344"/>
                    </a:lnTo>
                    <a:lnTo>
                      <a:pt x="50387" y="83344"/>
                    </a:lnTo>
                    <a:lnTo>
                      <a:pt x="50387" y="71057"/>
                    </a:lnTo>
                    <a:lnTo>
                      <a:pt x="13811" y="71057"/>
                    </a:lnTo>
                    <a:lnTo>
                      <a:pt x="13811"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4090" name="Google Shape;4090;p99"/>
          <p:cNvGrpSpPr/>
          <p:nvPr/>
        </p:nvGrpSpPr>
        <p:grpSpPr>
          <a:xfrm>
            <a:off x="2827543" y="4119245"/>
            <a:ext cx="295222" cy="266015"/>
            <a:chOff x="4913341" y="4839893"/>
            <a:chExt cx="524839" cy="472916"/>
          </a:xfrm>
        </p:grpSpPr>
        <p:sp>
          <p:nvSpPr>
            <p:cNvPr id="4091" name="Google Shape;4091;p99"/>
            <p:cNvSpPr/>
            <p:nvPr/>
          </p:nvSpPr>
          <p:spPr>
            <a:xfrm>
              <a:off x="5270493" y="5074113"/>
              <a:ext cx="120908" cy="176021"/>
            </a:xfrm>
            <a:custGeom>
              <a:avLst/>
              <a:gdLst/>
              <a:ahLst/>
              <a:cxnLst/>
              <a:rect l="l" t="t" r="r" b="b"/>
              <a:pathLst>
                <a:path w="120908" h="176021" extrusionOk="0">
                  <a:moveTo>
                    <a:pt x="94810" y="100584"/>
                  </a:moveTo>
                  <a:lnTo>
                    <a:pt x="92714" y="102680"/>
                  </a:lnTo>
                  <a:cubicBezTo>
                    <a:pt x="90524" y="104870"/>
                    <a:pt x="89285" y="107823"/>
                    <a:pt x="89285" y="110871"/>
                  </a:cubicBezTo>
                  <a:cubicBezTo>
                    <a:pt x="89285" y="119253"/>
                    <a:pt x="85475" y="127254"/>
                    <a:pt x="79189" y="132207"/>
                  </a:cubicBezTo>
                  <a:cubicBezTo>
                    <a:pt x="76141" y="134588"/>
                    <a:pt x="73093" y="137541"/>
                    <a:pt x="69950" y="140780"/>
                  </a:cubicBezTo>
                  <a:cubicBezTo>
                    <a:pt x="65949" y="144685"/>
                    <a:pt x="57662" y="152972"/>
                    <a:pt x="54233" y="152972"/>
                  </a:cubicBezTo>
                  <a:cubicBezTo>
                    <a:pt x="50804" y="152972"/>
                    <a:pt x="42518" y="144780"/>
                    <a:pt x="38517" y="140780"/>
                  </a:cubicBezTo>
                  <a:cubicBezTo>
                    <a:pt x="35374" y="137636"/>
                    <a:pt x="32326" y="134684"/>
                    <a:pt x="29278" y="132207"/>
                  </a:cubicBezTo>
                  <a:cubicBezTo>
                    <a:pt x="24230" y="128302"/>
                    <a:pt x="16991" y="129159"/>
                    <a:pt x="13085" y="134207"/>
                  </a:cubicBezTo>
                  <a:cubicBezTo>
                    <a:pt x="9180" y="139256"/>
                    <a:pt x="10037" y="146495"/>
                    <a:pt x="15086" y="150400"/>
                  </a:cubicBezTo>
                  <a:cubicBezTo>
                    <a:pt x="17086" y="152019"/>
                    <a:pt x="19658" y="154496"/>
                    <a:pt x="22325" y="157163"/>
                  </a:cubicBezTo>
                  <a:cubicBezTo>
                    <a:pt x="30802" y="165545"/>
                    <a:pt x="41375" y="176022"/>
                    <a:pt x="54329" y="176022"/>
                  </a:cubicBezTo>
                  <a:cubicBezTo>
                    <a:pt x="67283" y="176022"/>
                    <a:pt x="77855" y="165545"/>
                    <a:pt x="86333" y="157163"/>
                  </a:cubicBezTo>
                  <a:cubicBezTo>
                    <a:pt x="89000" y="154496"/>
                    <a:pt x="91571" y="152019"/>
                    <a:pt x="93572" y="150400"/>
                  </a:cubicBezTo>
                  <a:cubicBezTo>
                    <a:pt x="104144" y="142113"/>
                    <a:pt x="111002" y="129445"/>
                    <a:pt x="112336" y="115919"/>
                  </a:cubicBezTo>
                  <a:cubicBezTo>
                    <a:pt x="117860" y="109919"/>
                    <a:pt x="120908" y="102108"/>
                    <a:pt x="120908" y="93821"/>
                  </a:cubicBezTo>
                  <a:lnTo>
                    <a:pt x="120908" y="89249"/>
                  </a:lnTo>
                  <a:cubicBezTo>
                    <a:pt x="120908" y="82391"/>
                    <a:pt x="118718" y="75629"/>
                    <a:pt x="114622" y="70009"/>
                  </a:cubicBezTo>
                  <a:cubicBezTo>
                    <a:pt x="113955" y="44958"/>
                    <a:pt x="107669" y="26289"/>
                    <a:pt x="95858" y="14478"/>
                  </a:cubicBezTo>
                  <a:cubicBezTo>
                    <a:pt x="81284" y="0"/>
                    <a:pt x="63092" y="0"/>
                    <a:pt x="55091" y="0"/>
                  </a:cubicBezTo>
                  <a:lnTo>
                    <a:pt x="53662" y="0"/>
                  </a:lnTo>
                  <a:cubicBezTo>
                    <a:pt x="44042" y="0"/>
                    <a:pt x="14419" y="0"/>
                    <a:pt x="893" y="33052"/>
                  </a:cubicBezTo>
                  <a:cubicBezTo>
                    <a:pt x="-1583" y="38957"/>
                    <a:pt x="1274" y="45720"/>
                    <a:pt x="7180" y="48101"/>
                  </a:cubicBezTo>
                  <a:cubicBezTo>
                    <a:pt x="13085" y="50482"/>
                    <a:pt x="19848" y="47720"/>
                    <a:pt x="22229" y="41815"/>
                  </a:cubicBezTo>
                  <a:cubicBezTo>
                    <a:pt x="29278" y="24670"/>
                    <a:pt x="41946" y="23146"/>
                    <a:pt x="53281" y="23146"/>
                  </a:cubicBezTo>
                  <a:lnTo>
                    <a:pt x="55091" y="23146"/>
                  </a:lnTo>
                  <a:cubicBezTo>
                    <a:pt x="61282" y="23146"/>
                    <a:pt x="71664" y="23146"/>
                    <a:pt x="79475" y="30861"/>
                  </a:cubicBezTo>
                  <a:cubicBezTo>
                    <a:pt x="85285" y="36671"/>
                    <a:pt x="89095" y="46387"/>
                    <a:pt x="90714" y="59341"/>
                  </a:cubicBezTo>
                  <a:cubicBezTo>
                    <a:pt x="89476" y="58198"/>
                    <a:pt x="87857" y="57531"/>
                    <a:pt x="86047" y="57531"/>
                  </a:cubicBezTo>
                  <a:cubicBezTo>
                    <a:pt x="61187" y="57531"/>
                    <a:pt x="41756" y="35719"/>
                    <a:pt x="41565" y="35528"/>
                  </a:cubicBezTo>
                  <a:cubicBezTo>
                    <a:pt x="39470" y="33147"/>
                    <a:pt x="36136" y="32576"/>
                    <a:pt x="33374" y="33909"/>
                  </a:cubicBezTo>
                  <a:cubicBezTo>
                    <a:pt x="30611" y="35243"/>
                    <a:pt x="28992" y="38291"/>
                    <a:pt x="29564" y="41434"/>
                  </a:cubicBezTo>
                  <a:cubicBezTo>
                    <a:pt x="29849" y="42863"/>
                    <a:pt x="31659" y="55626"/>
                    <a:pt x="19562" y="60865"/>
                  </a:cubicBezTo>
                  <a:cubicBezTo>
                    <a:pt x="16038" y="62389"/>
                    <a:pt x="14419" y="66484"/>
                    <a:pt x="15943" y="70009"/>
                  </a:cubicBezTo>
                  <a:cubicBezTo>
                    <a:pt x="17086" y="72581"/>
                    <a:pt x="19658" y="74200"/>
                    <a:pt x="22325" y="74200"/>
                  </a:cubicBezTo>
                  <a:cubicBezTo>
                    <a:pt x="23277" y="74200"/>
                    <a:pt x="24230" y="74009"/>
                    <a:pt x="25087" y="73628"/>
                  </a:cubicBezTo>
                  <a:cubicBezTo>
                    <a:pt x="34898" y="69342"/>
                    <a:pt x="39851" y="62008"/>
                    <a:pt x="42137" y="54864"/>
                  </a:cubicBezTo>
                  <a:cubicBezTo>
                    <a:pt x="51852" y="62484"/>
                    <a:pt x="67473" y="71533"/>
                    <a:pt x="86047" y="71533"/>
                  </a:cubicBezTo>
                  <a:cubicBezTo>
                    <a:pt x="88238" y="71533"/>
                    <a:pt x="90143" y="70485"/>
                    <a:pt x="91381" y="68866"/>
                  </a:cubicBezTo>
                  <a:cubicBezTo>
                    <a:pt x="91381" y="70676"/>
                    <a:pt x="91571" y="72485"/>
                    <a:pt x="91571" y="74390"/>
                  </a:cubicBezTo>
                  <a:cubicBezTo>
                    <a:pt x="91571" y="77438"/>
                    <a:pt x="92810" y="80391"/>
                    <a:pt x="95000" y="82582"/>
                  </a:cubicBezTo>
                  <a:cubicBezTo>
                    <a:pt x="96810" y="84392"/>
                    <a:pt x="97763" y="86773"/>
                    <a:pt x="97763" y="89345"/>
                  </a:cubicBezTo>
                  <a:lnTo>
                    <a:pt x="97763" y="93917"/>
                  </a:lnTo>
                  <a:cubicBezTo>
                    <a:pt x="97763" y="96488"/>
                    <a:pt x="96810" y="98870"/>
                    <a:pt x="95000" y="10067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92" name="Google Shape;4092;p99"/>
            <p:cNvSpPr/>
            <p:nvPr/>
          </p:nvSpPr>
          <p:spPr>
            <a:xfrm>
              <a:off x="5314534" y="5239033"/>
              <a:ext cx="123646" cy="71871"/>
            </a:xfrm>
            <a:custGeom>
              <a:avLst/>
              <a:gdLst/>
              <a:ahLst/>
              <a:cxnLst/>
              <a:rect l="l" t="t" r="r" b="b"/>
              <a:pathLst>
                <a:path w="123646" h="71871" extrusionOk="0">
                  <a:moveTo>
                    <a:pt x="122778" y="52536"/>
                  </a:moveTo>
                  <a:cubicBezTo>
                    <a:pt x="121921" y="44630"/>
                    <a:pt x="120873" y="34819"/>
                    <a:pt x="118110" y="27961"/>
                  </a:cubicBezTo>
                  <a:cubicBezTo>
                    <a:pt x="116301" y="23675"/>
                    <a:pt x="112967" y="15579"/>
                    <a:pt x="60103" y="434"/>
                  </a:cubicBezTo>
                  <a:cubicBezTo>
                    <a:pt x="56293" y="-614"/>
                    <a:pt x="52293" y="244"/>
                    <a:pt x="49245" y="2911"/>
                  </a:cubicBezTo>
                  <a:lnTo>
                    <a:pt x="3906" y="42820"/>
                  </a:lnTo>
                  <a:cubicBezTo>
                    <a:pt x="-857" y="47011"/>
                    <a:pt x="-1333" y="54346"/>
                    <a:pt x="2858" y="59108"/>
                  </a:cubicBezTo>
                  <a:cubicBezTo>
                    <a:pt x="7049" y="63871"/>
                    <a:pt x="14383" y="64347"/>
                    <a:pt x="19146" y="60156"/>
                  </a:cubicBezTo>
                  <a:lnTo>
                    <a:pt x="59722" y="24437"/>
                  </a:lnTo>
                  <a:cubicBezTo>
                    <a:pt x="75248" y="29104"/>
                    <a:pt x="91917" y="35200"/>
                    <a:pt x="97251" y="38534"/>
                  </a:cubicBezTo>
                  <a:cubicBezTo>
                    <a:pt x="98489" y="42820"/>
                    <a:pt x="99156" y="49964"/>
                    <a:pt x="99727" y="54917"/>
                  </a:cubicBezTo>
                  <a:cubicBezTo>
                    <a:pt x="100013" y="57584"/>
                    <a:pt x="100299" y="60061"/>
                    <a:pt x="100584" y="61966"/>
                  </a:cubicBezTo>
                  <a:cubicBezTo>
                    <a:pt x="101442" y="67776"/>
                    <a:pt x="106395" y="71872"/>
                    <a:pt x="112014" y="71872"/>
                  </a:cubicBezTo>
                  <a:cubicBezTo>
                    <a:pt x="112586" y="71872"/>
                    <a:pt x="113157" y="71872"/>
                    <a:pt x="113729" y="71776"/>
                  </a:cubicBezTo>
                  <a:cubicBezTo>
                    <a:pt x="120015" y="70824"/>
                    <a:pt x="124397" y="65014"/>
                    <a:pt x="123540" y="58632"/>
                  </a:cubicBezTo>
                  <a:cubicBezTo>
                    <a:pt x="123254" y="56917"/>
                    <a:pt x="123063" y="54822"/>
                    <a:pt x="122778" y="5244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93" name="Google Shape;4093;p99"/>
            <p:cNvSpPr/>
            <p:nvPr/>
          </p:nvSpPr>
          <p:spPr>
            <a:xfrm>
              <a:off x="5138683" y="5166877"/>
              <a:ext cx="109318" cy="78590"/>
            </a:xfrm>
            <a:custGeom>
              <a:avLst/>
              <a:gdLst/>
              <a:ahLst/>
              <a:cxnLst/>
              <a:rect l="l" t="t" r="r" b="b"/>
              <a:pathLst>
                <a:path w="109318" h="78590" extrusionOk="0">
                  <a:moveTo>
                    <a:pt x="103747" y="9439"/>
                  </a:moveTo>
                  <a:cubicBezTo>
                    <a:pt x="100032" y="8582"/>
                    <a:pt x="96317" y="11058"/>
                    <a:pt x="95555" y="14773"/>
                  </a:cubicBezTo>
                  <a:cubicBezTo>
                    <a:pt x="87935" y="50397"/>
                    <a:pt x="66314" y="61160"/>
                    <a:pt x="57360" y="64113"/>
                  </a:cubicBezTo>
                  <a:cubicBezTo>
                    <a:pt x="54312" y="65065"/>
                    <a:pt x="51074" y="64970"/>
                    <a:pt x="48216" y="63732"/>
                  </a:cubicBezTo>
                  <a:cubicBezTo>
                    <a:pt x="38882" y="59731"/>
                    <a:pt x="16784" y="46206"/>
                    <a:pt x="13831" y="6391"/>
                  </a:cubicBezTo>
                  <a:cubicBezTo>
                    <a:pt x="13545" y="2581"/>
                    <a:pt x="10307" y="-181"/>
                    <a:pt x="6401" y="9"/>
                  </a:cubicBezTo>
                  <a:cubicBezTo>
                    <a:pt x="2591" y="295"/>
                    <a:pt x="-266" y="3629"/>
                    <a:pt x="20" y="7439"/>
                  </a:cubicBezTo>
                  <a:cubicBezTo>
                    <a:pt x="3544" y="54873"/>
                    <a:pt x="31166" y="71542"/>
                    <a:pt x="42787" y="76495"/>
                  </a:cubicBezTo>
                  <a:cubicBezTo>
                    <a:pt x="46121" y="77924"/>
                    <a:pt x="49740" y="78591"/>
                    <a:pt x="53264" y="78591"/>
                  </a:cubicBezTo>
                  <a:cubicBezTo>
                    <a:pt x="56122" y="78591"/>
                    <a:pt x="58979" y="78114"/>
                    <a:pt x="61742" y="77257"/>
                  </a:cubicBezTo>
                  <a:cubicBezTo>
                    <a:pt x="72981" y="73542"/>
                    <a:pt x="100032" y="60303"/>
                    <a:pt x="109176" y="17726"/>
                  </a:cubicBezTo>
                  <a:cubicBezTo>
                    <a:pt x="109938" y="14011"/>
                    <a:pt x="107557" y="10296"/>
                    <a:pt x="103842" y="953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94" name="Google Shape;4094;p99"/>
            <p:cNvSpPr/>
            <p:nvPr/>
          </p:nvSpPr>
          <p:spPr>
            <a:xfrm>
              <a:off x="5148496" y="5127722"/>
              <a:ext cx="90456" cy="50403"/>
            </a:xfrm>
            <a:custGeom>
              <a:avLst/>
              <a:gdLst/>
              <a:ahLst/>
              <a:cxnLst/>
              <a:rect l="l" t="t" r="r" b="b"/>
              <a:pathLst>
                <a:path w="90456" h="50403" extrusionOk="0">
                  <a:moveTo>
                    <a:pt x="9733" y="36783"/>
                  </a:moveTo>
                  <a:cubicBezTo>
                    <a:pt x="20592" y="31925"/>
                    <a:pt x="27545" y="25448"/>
                    <a:pt x="31831" y="19828"/>
                  </a:cubicBezTo>
                  <a:cubicBezTo>
                    <a:pt x="39832" y="29829"/>
                    <a:pt x="55739" y="44688"/>
                    <a:pt x="82123" y="50213"/>
                  </a:cubicBezTo>
                  <a:cubicBezTo>
                    <a:pt x="82599" y="50308"/>
                    <a:pt x="83076" y="50403"/>
                    <a:pt x="83552" y="50403"/>
                  </a:cubicBezTo>
                  <a:cubicBezTo>
                    <a:pt x="86790" y="50403"/>
                    <a:pt x="89648" y="48117"/>
                    <a:pt x="90315" y="44879"/>
                  </a:cubicBezTo>
                  <a:cubicBezTo>
                    <a:pt x="91077" y="41164"/>
                    <a:pt x="88695" y="37449"/>
                    <a:pt x="84981" y="36687"/>
                  </a:cubicBezTo>
                  <a:cubicBezTo>
                    <a:pt x="51167" y="29639"/>
                    <a:pt x="38118" y="4874"/>
                    <a:pt x="37641" y="3826"/>
                  </a:cubicBezTo>
                  <a:cubicBezTo>
                    <a:pt x="36403" y="1350"/>
                    <a:pt x="33736" y="-174"/>
                    <a:pt x="30974" y="16"/>
                  </a:cubicBezTo>
                  <a:cubicBezTo>
                    <a:pt x="28212" y="207"/>
                    <a:pt x="25735" y="2016"/>
                    <a:pt x="24878" y="4683"/>
                  </a:cubicBezTo>
                  <a:cubicBezTo>
                    <a:pt x="24687" y="5160"/>
                    <a:pt x="20401" y="16875"/>
                    <a:pt x="4113" y="24114"/>
                  </a:cubicBezTo>
                  <a:cubicBezTo>
                    <a:pt x="589" y="25638"/>
                    <a:pt x="-935" y="29734"/>
                    <a:pt x="589" y="33258"/>
                  </a:cubicBezTo>
                  <a:cubicBezTo>
                    <a:pt x="2113" y="36783"/>
                    <a:pt x="6209" y="38307"/>
                    <a:pt x="9733" y="3678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95" name="Google Shape;4095;p99"/>
            <p:cNvSpPr/>
            <p:nvPr/>
          </p:nvSpPr>
          <p:spPr>
            <a:xfrm>
              <a:off x="5080802" y="5067664"/>
              <a:ext cx="225017" cy="245145"/>
            </a:xfrm>
            <a:custGeom>
              <a:avLst/>
              <a:gdLst/>
              <a:ahLst/>
              <a:cxnLst/>
              <a:rect l="l" t="t" r="r" b="b"/>
              <a:pathLst>
                <a:path w="225017" h="245145" extrusionOk="0">
                  <a:moveTo>
                    <a:pt x="219540" y="199330"/>
                  </a:moveTo>
                  <a:cubicBezTo>
                    <a:pt x="217826" y="195234"/>
                    <a:pt x="214778" y="187900"/>
                    <a:pt x="170487" y="174470"/>
                  </a:cubicBezTo>
                  <a:cubicBezTo>
                    <a:pt x="175154" y="172279"/>
                    <a:pt x="180107" y="169421"/>
                    <a:pt x="183917" y="165897"/>
                  </a:cubicBezTo>
                  <a:cubicBezTo>
                    <a:pt x="194204" y="156467"/>
                    <a:pt x="193156" y="131607"/>
                    <a:pt x="191727" y="118177"/>
                  </a:cubicBezTo>
                  <a:cubicBezTo>
                    <a:pt x="191061" y="107699"/>
                    <a:pt x="187536" y="54645"/>
                    <a:pt x="180012" y="37595"/>
                  </a:cubicBezTo>
                  <a:cubicBezTo>
                    <a:pt x="164962" y="3210"/>
                    <a:pt x="135816" y="924"/>
                    <a:pt x="118099" y="5306"/>
                  </a:cubicBezTo>
                  <a:cubicBezTo>
                    <a:pt x="107431" y="-886"/>
                    <a:pt x="88381" y="-4505"/>
                    <a:pt x="66093" y="11021"/>
                  </a:cubicBezTo>
                  <a:cubicBezTo>
                    <a:pt x="23992" y="40262"/>
                    <a:pt x="32184" y="104747"/>
                    <a:pt x="34374" y="117891"/>
                  </a:cubicBezTo>
                  <a:cubicBezTo>
                    <a:pt x="31422" y="134369"/>
                    <a:pt x="29993" y="155134"/>
                    <a:pt x="38565" y="164468"/>
                  </a:cubicBezTo>
                  <a:cubicBezTo>
                    <a:pt x="43137" y="169421"/>
                    <a:pt x="49043" y="172565"/>
                    <a:pt x="54091" y="174470"/>
                  </a:cubicBezTo>
                  <a:cubicBezTo>
                    <a:pt x="10181" y="187805"/>
                    <a:pt x="7133" y="195139"/>
                    <a:pt x="5514" y="199235"/>
                  </a:cubicBezTo>
                  <a:cubicBezTo>
                    <a:pt x="2561" y="206474"/>
                    <a:pt x="1513" y="216284"/>
                    <a:pt x="656" y="224857"/>
                  </a:cubicBezTo>
                  <a:cubicBezTo>
                    <a:pt x="465" y="226762"/>
                    <a:pt x="275" y="228572"/>
                    <a:pt x="84" y="230286"/>
                  </a:cubicBezTo>
                  <a:cubicBezTo>
                    <a:pt x="-678" y="236668"/>
                    <a:pt x="3799" y="242383"/>
                    <a:pt x="10181" y="243145"/>
                  </a:cubicBezTo>
                  <a:cubicBezTo>
                    <a:pt x="10657" y="243145"/>
                    <a:pt x="11133" y="243145"/>
                    <a:pt x="11610" y="243145"/>
                  </a:cubicBezTo>
                  <a:cubicBezTo>
                    <a:pt x="17420" y="243145"/>
                    <a:pt x="22373" y="238859"/>
                    <a:pt x="23040" y="232953"/>
                  </a:cubicBezTo>
                  <a:cubicBezTo>
                    <a:pt x="23230" y="231143"/>
                    <a:pt x="23421" y="229238"/>
                    <a:pt x="23706" y="227143"/>
                  </a:cubicBezTo>
                  <a:cubicBezTo>
                    <a:pt x="24278" y="221618"/>
                    <a:pt x="25040" y="214284"/>
                    <a:pt x="26373" y="209807"/>
                  </a:cubicBezTo>
                  <a:cubicBezTo>
                    <a:pt x="31707" y="206474"/>
                    <a:pt x="48376" y="200473"/>
                    <a:pt x="63902" y="195710"/>
                  </a:cubicBezTo>
                  <a:lnTo>
                    <a:pt x="92191" y="220571"/>
                  </a:lnTo>
                  <a:lnTo>
                    <a:pt x="94858" y="236192"/>
                  </a:lnTo>
                  <a:cubicBezTo>
                    <a:pt x="95715" y="241335"/>
                    <a:pt x="100192" y="245145"/>
                    <a:pt x="105431" y="245145"/>
                  </a:cubicBezTo>
                  <a:lnTo>
                    <a:pt x="122004" y="245145"/>
                  </a:lnTo>
                  <a:cubicBezTo>
                    <a:pt x="127243" y="245145"/>
                    <a:pt x="131720" y="241335"/>
                    <a:pt x="132577" y="236192"/>
                  </a:cubicBezTo>
                  <a:lnTo>
                    <a:pt x="135625" y="218189"/>
                  </a:lnTo>
                  <a:lnTo>
                    <a:pt x="161152" y="195710"/>
                  </a:lnTo>
                  <a:cubicBezTo>
                    <a:pt x="176773" y="200473"/>
                    <a:pt x="193442" y="206474"/>
                    <a:pt x="198776" y="209807"/>
                  </a:cubicBezTo>
                  <a:cubicBezTo>
                    <a:pt x="200395" y="215237"/>
                    <a:pt x="201252" y="224190"/>
                    <a:pt x="201729" y="230381"/>
                  </a:cubicBezTo>
                  <a:lnTo>
                    <a:pt x="201919" y="232667"/>
                  </a:lnTo>
                  <a:cubicBezTo>
                    <a:pt x="202491" y="238668"/>
                    <a:pt x="207539" y="243145"/>
                    <a:pt x="213444" y="243145"/>
                  </a:cubicBezTo>
                  <a:cubicBezTo>
                    <a:pt x="213825" y="243145"/>
                    <a:pt x="214206" y="243145"/>
                    <a:pt x="214492" y="243145"/>
                  </a:cubicBezTo>
                  <a:cubicBezTo>
                    <a:pt x="220874" y="242573"/>
                    <a:pt x="225541" y="236954"/>
                    <a:pt x="224970" y="230572"/>
                  </a:cubicBezTo>
                  <a:lnTo>
                    <a:pt x="224779" y="228286"/>
                  </a:lnTo>
                  <a:cubicBezTo>
                    <a:pt x="223922" y="218951"/>
                    <a:pt x="222874" y="207426"/>
                    <a:pt x="219540" y="199235"/>
                  </a:cubicBezTo>
                  <a:close/>
                  <a:moveTo>
                    <a:pt x="167820" y="149419"/>
                  </a:moveTo>
                  <a:cubicBezTo>
                    <a:pt x="163629" y="152848"/>
                    <a:pt x="155151" y="156182"/>
                    <a:pt x="150579" y="157420"/>
                  </a:cubicBezTo>
                  <a:cubicBezTo>
                    <a:pt x="144388" y="159134"/>
                    <a:pt x="140864" y="165516"/>
                    <a:pt x="142578" y="171707"/>
                  </a:cubicBezTo>
                  <a:cubicBezTo>
                    <a:pt x="143245" y="174279"/>
                    <a:pt x="144769" y="176375"/>
                    <a:pt x="146769" y="177803"/>
                  </a:cubicBezTo>
                  <a:lnTo>
                    <a:pt x="122957" y="198663"/>
                  </a:lnTo>
                  <a:lnTo>
                    <a:pt x="102097" y="198663"/>
                  </a:lnTo>
                  <a:lnTo>
                    <a:pt x="74379" y="174279"/>
                  </a:lnTo>
                  <a:cubicBezTo>
                    <a:pt x="74379" y="174279"/>
                    <a:pt x="74379" y="174279"/>
                    <a:pt x="74379" y="174279"/>
                  </a:cubicBezTo>
                  <a:cubicBezTo>
                    <a:pt x="76094" y="172565"/>
                    <a:pt x="77523" y="170469"/>
                    <a:pt x="77904" y="167897"/>
                  </a:cubicBezTo>
                  <a:cubicBezTo>
                    <a:pt x="78856" y="161611"/>
                    <a:pt x="74570" y="155705"/>
                    <a:pt x="68283" y="154658"/>
                  </a:cubicBezTo>
                  <a:cubicBezTo>
                    <a:pt x="66188" y="154277"/>
                    <a:pt x="59616" y="152657"/>
                    <a:pt x="56187" y="149324"/>
                  </a:cubicBezTo>
                  <a:cubicBezTo>
                    <a:pt x="54758" y="145323"/>
                    <a:pt x="55425" y="131798"/>
                    <a:pt x="57615" y="120177"/>
                  </a:cubicBezTo>
                  <a:cubicBezTo>
                    <a:pt x="57901" y="118748"/>
                    <a:pt x="57901" y="117224"/>
                    <a:pt x="57615" y="115796"/>
                  </a:cubicBezTo>
                  <a:cubicBezTo>
                    <a:pt x="57520" y="115129"/>
                    <a:pt x="45900" y="53407"/>
                    <a:pt x="79523" y="30071"/>
                  </a:cubicBezTo>
                  <a:cubicBezTo>
                    <a:pt x="97430" y="17593"/>
                    <a:pt x="107241" y="25594"/>
                    <a:pt x="108098" y="26356"/>
                  </a:cubicBezTo>
                  <a:cubicBezTo>
                    <a:pt x="111336" y="29594"/>
                    <a:pt x="116289" y="30547"/>
                    <a:pt x="120480" y="28832"/>
                  </a:cubicBezTo>
                  <a:cubicBezTo>
                    <a:pt x="124862" y="27118"/>
                    <a:pt x="147246" y="20069"/>
                    <a:pt x="158961" y="46835"/>
                  </a:cubicBezTo>
                  <a:cubicBezTo>
                    <a:pt x="163438" y="57122"/>
                    <a:pt x="167343" y="96936"/>
                    <a:pt x="168772" y="120082"/>
                  </a:cubicBezTo>
                  <a:cubicBezTo>
                    <a:pt x="170010" y="131798"/>
                    <a:pt x="169534" y="145418"/>
                    <a:pt x="167820" y="14922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96" name="Google Shape;4096;p99"/>
            <p:cNvSpPr/>
            <p:nvPr/>
          </p:nvSpPr>
          <p:spPr>
            <a:xfrm>
              <a:off x="5079168" y="4917489"/>
              <a:ext cx="46393" cy="123477"/>
            </a:xfrm>
            <a:custGeom>
              <a:avLst/>
              <a:gdLst/>
              <a:ahLst/>
              <a:cxnLst/>
              <a:rect l="l" t="t" r="r" b="b"/>
              <a:pathLst>
                <a:path w="46393" h="123477" extrusionOk="0">
                  <a:moveTo>
                    <a:pt x="9243" y="123191"/>
                  </a:moveTo>
                  <a:cubicBezTo>
                    <a:pt x="10100" y="123382"/>
                    <a:pt x="11053" y="123477"/>
                    <a:pt x="11910" y="123477"/>
                  </a:cubicBezTo>
                  <a:cubicBezTo>
                    <a:pt x="17339" y="123477"/>
                    <a:pt x="22292" y="119762"/>
                    <a:pt x="23530" y="114238"/>
                  </a:cubicBezTo>
                  <a:lnTo>
                    <a:pt x="46105" y="14606"/>
                  </a:lnTo>
                  <a:cubicBezTo>
                    <a:pt x="47533" y="8225"/>
                    <a:pt x="43533" y="1843"/>
                    <a:pt x="37151" y="319"/>
                  </a:cubicBezTo>
                  <a:cubicBezTo>
                    <a:pt x="30579" y="-1205"/>
                    <a:pt x="24388" y="2891"/>
                    <a:pt x="22864" y="9272"/>
                  </a:cubicBezTo>
                  <a:lnTo>
                    <a:pt x="289" y="108904"/>
                  </a:lnTo>
                  <a:cubicBezTo>
                    <a:pt x="-1139" y="115286"/>
                    <a:pt x="2861" y="121667"/>
                    <a:pt x="9243" y="12319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97" name="Google Shape;4097;p99"/>
            <p:cNvSpPr/>
            <p:nvPr/>
          </p:nvSpPr>
          <p:spPr>
            <a:xfrm>
              <a:off x="4986303" y="4935951"/>
              <a:ext cx="75678" cy="86631"/>
            </a:xfrm>
            <a:custGeom>
              <a:avLst/>
              <a:gdLst/>
              <a:ahLst/>
              <a:cxnLst/>
              <a:rect l="l" t="t" r="r" b="b"/>
              <a:pathLst>
                <a:path w="75678" h="86631" extrusionOk="0">
                  <a:moveTo>
                    <a:pt x="74200" y="5955"/>
                  </a:moveTo>
                  <a:cubicBezTo>
                    <a:pt x="70866" y="240"/>
                    <a:pt x="63627" y="-1665"/>
                    <a:pt x="57912" y="1574"/>
                  </a:cubicBezTo>
                  <a:lnTo>
                    <a:pt x="7144" y="30911"/>
                  </a:lnTo>
                  <a:cubicBezTo>
                    <a:pt x="2762" y="33482"/>
                    <a:pt x="0" y="38245"/>
                    <a:pt x="0" y="43293"/>
                  </a:cubicBezTo>
                  <a:cubicBezTo>
                    <a:pt x="0" y="48341"/>
                    <a:pt x="2762" y="53104"/>
                    <a:pt x="7144" y="55676"/>
                  </a:cubicBezTo>
                  <a:lnTo>
                    <a:pt x="57912" y="85013"/>
                  </a:lnTo>
                  <a:cubicBezTo>
                    <a:pt x="59817" y="86060"/>
                    <a:pt x="61817" y="86632"/>
                    <a:pt x="63818" y="86632"/>
                  </a:cubicBezTo>
                  <a:cubicBezTo>
                    <a:pt x="67913" y="86632"/>
                    <a:pt x="71914" y="84536"/>
                    <a:pt x="74105" y="80726"/>
                  </a:cubicBezTo>
                  <a:cubicBezTo>
                    <a:pt x="77343" y="75011"/>
                    <a:pt x="75438" y="67772"/>
                    <a:pt x="69723" y="64439"/>
                  </a:cubicBezTo>
                  <a:lnTo>
                    <a:pt x="33242" y="43388"/>
                  </a:lnTo>
                  <a:lnTo>
                    <a:pt x="69723" y="22338"/>
                  </a:lnTo>
                  <a:cubicBezTo>
                    <a:pt x="75438" y="19004"/>
                    <a:pt x="77343" y="11765"/>
                    <a:pt x="74105" y="605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98" name="Google Shape;4098;p99"/>
            <p:cNvSpPr/>
            <p:nvPr/>
          </p:nvSpPr>
          <p:spPr>
            <a:xfrm>
              <a:off x="5142939" y="4935813"/>
              <a:ext cx="75773" cy="86674"/>
            </a:xfrm>
            <a:custGeom>
              <a:avLst/>
              <a:gdLst/>
              <a:ahLst/>
              <a:cxnLst/>
              <a:rect l="l" t="t" r="r" b="b"/>
              <a:pathLst>
                <a:path w="75773" h="86674" extrusionOk="0">
                  <a:moveTo>
                    <a:pt x="1669" y="80769"/>
                  </a:moveTo>
                  <a:cubicBezTo>
                    <a:pt x="3860" y="84579"/>
                    <a:pt x="7860" y="86674"/>
                    <a:pt x="11956" y="86674"/>
                  </a:cubicBezTo>
                  <a:cubicBezTo>
                    <a:pt x="13956" y="86674"/>
                    <a:pt x="16052" y="86198"/>
                    <a:pt x="17861" y="85055"/>
                  </a:cubicBezTo>
                  <a:lnTo>
                    <a:pt x="68630" y="55718"/>
                  </a:lnTo>
                  <a:cubicBezTo>
                    <a:pt x="73011" y="53146"/>
                    <a:pt x="75773" y="48384"/>
                    <a:pt x="75773" y="43336"/>
                  </a:cubicBezTo>
                  <a:cubicBezTo>
                    <a:pt x="75773" y="38287"/>
                    <a:pt x="73011" y="33525"/>
                    <a:pt x="68630" y="30953"/>
                  </a:cubicBezTo>
                  <a:lnTo>
                    <a:pt x="17861" y="1616"/>
                  </a:lnTo>
                  <a:cubicBezTo>
                    <a:pt x="12146" y="-1718"/>
                    <a:pt x="4907" y="282"/>
                    <a:pt x="1574" y="5997"/>
                  </a:cubicBezTo>
                  <a:cubicBezTo>
                    <a:pt x="-1665" y="11713"/>
                    <a:pt x="240" y="18952"/>
                    <a:pt x="5955" y="22285"/>
                  </a:cubicBezTo>
                  <a:lnTo>
                    <a:pt x="42436" y="43336"/>
                  </a:lnTo>
                  <a:lnTo>
                    <a:pt x="5955" y="64386"/>
                  </a:lnTo>
                  <a:cubicBezTo>
                    <a:pt x="240" y="67719"/>
                    <a:pt x="-1665" y="74959"/>
                    <a:pt x="1574" y="8067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099" name="Google Shape;4099;p99"/>
            <p:cNvSpPr/>
            <p:nvPr/>
          </p:nvSpPr>
          <p:spPr>
            <a:xfrm>
              <a:off x="4913341" y="4839893"/>
              <a:ext cx="508730" cy="432244"/>
            </a:xfrm>
            <a:custGeom>
              <a:avLst/>
              <a:gdLst/>
              <a:ahLst/>
              <a:cxnLst/>
              <a:rect l="l" t="t" r="r" b="b"/>
              <a:pathLst>
                <a:path w="508730" h="432244" extrusionOk="0">
                  <a:moveTo>
                    <a:pt x="126397" y="394145"/>
                  </a:moveTo>
                  <a:lnTo>
                    <a:pt x="41148" y="394145"/>
                  </a:lnTo>
                  <a:cubicBezTo>
                    <a:pt x="39434" y="394145"/>
                    <a:pt x="38100" y="392811"/>
                    <a:pt x="38100" y="391192"/>
                  </a:cubicBezTo>
                  <a:lnTo>
                    <a:pt x="38100" y="41053"/>
                  </a:lnTo>
                  <a:cubicBezTo>
                    <a:pt x="38100" y="39434"/>
                    <a:pt x="39434" y="38100"/>
                    <a:pt x="41148" y="38100"/>
                  </a:cubicBezTo>
                  <a:lnTo>
                    <a:pt x="467582" y="38100"/>
                  </a:lnTo>
                  <a:cubicBezTo>
                    <a:pt x="469297" y="38100"/>
                    <a:pt x="470630" y="39434"/>
                    <a:pt x="470630" y="41053"/>
                  </a:cubicBezTo>
                  <a:lnTo>
                    <a:pt x="470630" y="224123"/>
                  </a:lnTo>
                  <a:cubicBezTo>
                    <a:pt x="470630" y="234601"/>
                    <a:pt x="479203" y="243173"/>
                    <a:pt x="489680" y="243173"/>
                  </a:cubicBezTo>
                  <a:cubicBezTo>
                    <a:pt x="500158" y="243173"/>
                    <a:pt x="508730" y="234601"/>
                    <a:pt x="508730" y="224123"/>
                  </a:cubicBezTo>
                  <a:lnTo>
                    <a:pt x="508730" y="41053"/>
                  </a:lnTo>
                  <a:cubicBezTo>
                    <a:pt x="508730" y="18383"/>
                    <a:pt x="490252" y="0"/>
                    <a:pt x="467582" y="0"/>
                  </a:cubicBezTo>
                  <a:lnTo>
                    <a:pt x="41148" y="0"/>
                  </a:lnTo>
                  <a:cubicBezTo>
                    <a:pt x="18479" y="0"/>
                    <a:pt x="0" y="18383"/>
                    <a:pt x="0" y="41053"/>
                  </a:cubicBezTo>
                  <a:lnTo>
                    <a:pt x="0" y="391192"/>
                  </a:lnTo>
                  <a:cubicBezTo>
                    <a:pt x="0" y="413861"/>
                    <a:pt x="18479" y="432245"/>
                    <a:pt x="41148" y="432245"/>
                  </a:cubicBezTo>
                  <a:lnTo>
                    <a:pt x="126397" y="432245"/>
                  </a:lnTo>
                  <a:cubicBezTo>
                    <a:pt x="136874" y="432245"/>
                    <a:pt x="145447" y="423672"/>
                    <a:pt x="145447" y="413195"/>
                  </a:cubicBezTo>
                  <a:cubicBezTo>
                    <a:pt x="145447" y="402717"/>
                    <a:pt x="136874" y="394145"/>
                    <a:pt x="126397" y="39414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100" name="Google Shape;4100;p99"/>
          <p:cNvSpPr/>
          <p:nvPr/>
        </p:nvSpPr>
        <p:spPr>
          <a:xfrm>
            <a:off x="2037612" y="2570154"/>
            <a:ext cx="295536" cy="244146"/>
          </a:xfrm>
          <a:custGeom>
            <a:avLst/>
            <a:gdLst/>
            <a:ahLst/>
            <a:cxnLst/>
            <a:rect l="l" t="t" r="r" b="b"/>
            <a:pathLst>
              <a:path w="525398" h="434037" extrusionOk="0">
                <a:moveTo>
                  <a:pt x="523685" y="239823"/>
                </a:moveTo>
                <a:cubicBezTo>
                  <a:pt x="522827" y="231250"/>
                  <a:pt x="520256" y="223630"/>
                  <a:pt x="516160" y="217248"/>
                </a:cubicBezTo>
                <a:cubicBezTo>
                  <a:pt x="525399" y="207628"/>
                  <a:pt x="525399" y="192007"/>
                  <a:pt x="525399" y="185435"/>
                </a:cubicBezTo>
                <a:cubicBezTo>
                  <a:pt x="525399" y="134381"/>
                  <a:pt x="483679" y="134381"/>
                  <a:pt x="465868" y="134381"/>
                </a:cubicBezTo>
                <a:lnTo>
                  <a:pt x="359950" y="134381"/>
                </a:lnTo>
                <a:cubicBezTo>
                  <a:pt x="378238" y="55323"/>
                  <a:pt x="357854" y="14937"/>
                  <a:pt x="331375" y="3507"/>
                </a:cubicBezTo>
                <a:cubicBezTo>
                  <a:pt x="311563" y="-5065"/>
                  <a:pt x="289370" y="2460"/>
                  <a:pt x="277559" y="21891"/>
                </a:cubicBezTo>
                <a:cubicBezTo>
                  <a:pt x="276416" y="23796"/>
                  <a:pt x="275844" y="25891"/>
                  <a:pt x="275844" y="28082"/>
                </a:cubicBezTo>
                <a:lnTo>
                  <a:pt x="275844" y="81231"/>
                </a:lnTo>
                <a:cubicBezTo>
                  <a:pt x="275749" y="82184"/>
                  <a:pt x="274225" y="84756"/>
                  <a:pt x="273272" y="86470"/>
                </a:cubicBezTo>
                <a:cubicBezTo>
                  <a:pt x="271939" y="88851"/>
                  <a:pt x="270510" y="91518"/>
                  <a:pt x="269367" y="94471"/>
                </a:cubicBezTo>
                <a:cubicBezTo>
                  <a:pt x="258890" y="124475"/>
                  <a:pt x="236792" y="152478"/>
                  <a:pt x="201835" y="180006"/>
                </a:cubicBezTo>
                <a:lnTo>
                  <a:pt x="200692" y="180958"/>
                </a:lnTo>
                <a:cubicBezTo>
                  <a:pt x="198596" y="182482"/>
                  <a:pt x="196025" y="184482"/>
                  <a:pt x="193929" y="186959"/>
                </a:cubicBezTo>
                <a:cubicBezTo>
                  <a:pt x="188119" y="194007"/>
                  <a:pt x="180594" y="198675"/>
                  <a:pt x="172403" y="200580"/>
                </a:cubicBezTo>
                <a:lnTo>
                  <a:pt x="172403" y="191055"/>
                </a:lnTo>
                <a:cubicBezTo>
                  <a:pt x="172403" y="180577"/>
                  <a:pt x="163830" y="172005"/>
                  <a:pt x="153353" y="172005"/>
                </a:cubicBezTo>
                <a:lnTo>
                  <a:pt x="19050" y="172005"/>
                </a:lnTo>
                <a:cubicBezTo>
                  <a:pt x="8572" y="172005"/>
                  <a:pt x="0" y="180577"/>
                  <a:pt x="0" y="191055"/>
                </a:cubicBezTo>
                <a:lnTo>
                  <a:pt x="0" y="414988"/>
                </a:lnTo>
                <a:cubicBezTo>
                  <a:pt x="0" y="425465"/>
                  <a:pt x="8572" y="434038"/>
                  <a:pt x="19050" y="434038"/>
                </a:cubicBezTo>
                <a:lnTo>
                  <a:pt x="153448" y="434038"/>
                </a:lnTo>
                <a:cubicBezTo>
                  <a:pt x="163925" y="434038"/>
                  <a:pt x="172498" y="425465"/>
                  <a:pt x="172498" y="414988"/>
                </a:cubicBezTo>
                <a:lnTo>
                  <a:pt x="172498" y="404510"/>
                </a:lnTo>
                <a:lnTo>
                  <a:pt x="173546" y="404510"/>
                </a:lnTo>
                <a:cubicBezTo>
                  <a:pt x="182213" y="404510"/>
                  <a:pt x="190595" y="407653"/>
                  <a:pt x="197072" y="413368"/>
                </a:cubicBezTo>
                <a:cubicBezTo>
                  <a:pt x="206312" y="421560"/>
                  <a:pt x="218789" y="426894"/>
                  <a:pt x="228791" y="426894"/>
                </a:cubicBezTo>
                <a:lnTo>
                  <a:pt x="412147" y="426894"/>
                </a:lnTo>
                <a:cubicBezTo>
                  <a:pt x="437102" y="426894"/>
                  <a:pt x="458152" y="417178"/>
                  <a:pt x="471488" y="399557"/>
                </a:cubicBezTo>
                <a:cubicBezTo>
                  <a:pt x="480822" y="387270"/>
                  <a:pt x="485680" y="371649"/>
                  <a:pt x="485203" y="357171"/>
                </a:cubicBezTo>
                <a:cubicBezTo>
                  <a:pt x="487013" y="355837"/>
                  <a:pt x="488442" y="354027"/>
                  <a:pt x="489299" y="351837"/>
                </a:cubicBezTo>
                <a:cubicBezTo>
                  <a:pt x="497300" y="345931"/>
                  <a:pt x="503587" y="337835"/>
                  <a:pt x="507397" y="327739"/>
                </a:cubicBezTo>
                <a:cubicBezTo>
                  <a:pt x="512159" y="315166"/>
                  <a:pt x="512731" y="300688"/>
                  <a:pt x="509588" y="288019"/>
                </a:cubicBezTo>
                <a:cubicBezTo>
                  <a:pt x="511302" y="285924"/>
                  <a:pt x="512445" y="283447"/>
                  <a:pt x="512445" y="280494"/>
                </a:cubicBezTo>
                <a:cubicBezTo>
                  <a:pt x="512445" y="280209"/>
                  <a:pt x="512350" y="280018"/>
                  <a:pt x="512350" y="279828"/>
                </a:cubicBezTo>
                <a:cubicBezTo>
                  <a:pt x="520922" y="268969"/>
                  <a:pt x="525209" y="254586"/>
                  <a:pt x="523780" y="239632"/>
                </a:cubicBezTo>
                <a:close/>
                <a:moveTo>
                  <a:pt x="134398" y="396033"/>
                </a:moveTo>
                <a:lnTo>
                  <a:pt x="38100" y="396033"/>
                </a:lnTo>
                <a:lnTo>
                  <a:pt x="38100" y="210200"/>
                </a:lnTo>
                <a:lnTo>
                  <a:pt x="134398" y="210200"/>
                </a:lnTo>
                <a:lnTo>
                  <a:pt x="134398" y="396033"/>
                </a:lnTo>
                <a:close/>
                <a:moveTo>
                  <a:pt x="412147" y="403176"/>
                </a:moveTo>
                <a:lnTo>
                  <a:pt x="228791" y="403176"/>
                </a:lnTo>
                <a:cubicBezTo>
                  <a:pt x="225743" y="403176"/>
                  <a:pt x="218599" y="400795"/>
                  <a:pt x="212789" y="395652"/>
                </a:cubicBezTo>
                <a:cubicBezTo>
                  <a:pt x="201930" y="386127"/>
                  <a:pt x="188024" y="380793"/>
                  <a:pt x="173450" y="380793"/>
                </a:cubicBezTo>
                <a:lnTo>
                  <a:pt x="172403" y="380793"/>
                </a:lnTo>
                <a:lnTo>
                  <a:pt x="172403" y="224773"/>
                </a:lnTo>
                <a:cubicBezTo>
                  <a:pt x="187833" y="222582"/>
                  <a:pt x="201835" y="214867"/>
                  <a:pt x="212312" y="202199"/>
                </a:cubicBezTo>
                <a:cubicBezTo>
                  <a:pt x="213074" y="201437"/>
                  <a:pt x="214122" y="200675"/>
                  <a:pt x="215075" y="200008"/>
                </a:cubicBezTo>
                <a:lnTo>
                  <a:pt x="216599" y="198865"/>
                </a:lnTo>
                <a:cubicBezTo>
                  <a:pt x="255270" y="168385"/>
                  <a:pt x="279940" y="136857"/>
                  <a:pt x="291941" y="102567"/>
                </a:cubicBezTo>
                <a:cubicBezTo>
                  <a:pt x="292418" y="101139"/>
                  <a:pt x="293275" y="99710"/>
                  <a:pt x="294132" y="98281"/>
                </a:cubicBezTo>
                <a:cubicBezTo>
                  <a:pt x="296609" y="93900"/>
                  <a:pt x="299657" y="88375"/>
                  <a:pt x="299657" y="81612"/>
                </a:cubicBezTo>
                <a:lnTo>
                  <a:pt x="299657" y="31987"/>
                </a:lnTo>
                <a:cubicBezTo>
                  <a:pt x="305372" y="24748"/>
                  <a:pt x="313944" y="22081"/>
                  <a:pt x="321945" y="25510"/>
                </a:cubicBezTo>
                <a:cubicBezTo>
                  <a:pt x="336518" y="31797"/>
                  <a:pt x="355187" y="63705"/>
                  <a:pt x="333185" y="143239"/>
                </a:cubicBezTo>
                <a:cubicBezTo>
                  <a:pt x="332232" y="146859"/>
                  <a:pt x="332899" y="150669"/>
                  <a:pt x="335185" y="153621"/>
                </a:cubicBezTo>
                <a:cubicBezTo>
                  <a:pt x="337471" y="156574"/>
                  <a:pt x="340900" y="158289"/>
                  <a:pt x="344710" y="158289"/>
                </a:cubicBezTo>
                <a:lnTo>
                  <a:pt x="465868" y="158289"/>
                </a:lnTo>
                <a:cubicBezTo>
                  <a:pt x="493871" y="158289"/>
                  <a:pt x="501587" y="164194"/>
                  <a:pt x="501587" y="185530"/>
                </a:cubicBezTo>
                <a:cubicBezTo>
                  <a:pt x="501587" y="201627"/>
                  <a:pt x="499015" y="201627"/>
                  <a:pt x="494252" y="201627"/>
                </a:cubicBezTo>
                <a:lnTo>
                  <a:pt x="410909" y="201627"/>
                </a:lnTo>
                <a:cubicBezTo>
                  <a:pt x="404336" y="201627"/>
                  <a:pt x="399002" y="206961"/>
                  <a:pt x="399002" y="213534"/>
                </a:cubicBezTo>
                <a:cubicBezTo>
                  <a:pt x="399002" y="220106"/>
                  <a:pt x="404336" y="225440"/>
                  <a:pt x="410909" y="225440"/>
                </a:cubicBezTo>
                <a:lnTo>
                  <a:pt x="491014" y="225440"/>
                </a:lnTo>
                <a:cubicBezTo>
                  <a:pt x="495776" y="228297"/>
                  <a:pt x="499205" y="234393"/>
                  <a:pt x="499967" y="242109"/>
                </a:cubicBezTo>
                <a:cubicBezTo>
                  <a:pt x="500729" y="250205"/>
                  <a:pt x="498443" y="261540"/>
                  <a:pt x="490061" y="268779"/>
                </a:cubicBezTo>
                <a:lnTo>
                  <a:pt x="410909" y="268779"/>
                </a:lnTo>
                <a:cubicBezTo>
                  <a:pt x="404336" y="268779"/>
                  <a:pt x="399002" y="274113"/>
                  <a:pt x="399002" y="280685"/>
                </a:cubicBezTo>
                <a:cubicBezTo>
                  <a:pt x="399002" y="287257"/>
                  <a:pt x="404336" y="292591"/>
                  <a:pt x="410909" y="292591"/>
                </a:cubicBezTo>
                <a:lnTo>
                  <a:pt x="486347" y="292591"/>
                </a:lnTo>
                <a:cubicBezTo>
                  <a:pt x="488442" y="300021"/>
                  <a:pt x="488633" y="310117"/>
                  <a:pt x="485108" y="319356"/>
                </a:cubicBezTo>
                <a:cubicBezTo>
                  <a:pt x="482918" y="325071"/>
                  <a:pt x="478346" y="332406"/>
                  <a:pt x="469392" y="335930"/>
                </a:cubicBezTo>
                <a:lnTo>
                  <a:pt x="411004" y="335930"/>
                </a:lnTo>
                <a:cubicBezTo>
                  <a:pt x="404432" y="335930"/>
                  <a:pt x="399098" y="341264"/>
                  <a:pt x="399098" y="347836"/>
                </a:cubicBezTo>
                <a:cubicBezTo>
                  <a:pt x="399098" y="354408"/>
                  <a:pt x="404432" y="359742"/>
                  <a:pt x="411004" y="359742"/>
                </a:cubicBezTo>
                <a:lnTo>
                  <a:pt x="461486" y="359742"/>
                </a:lnTo>
                <a:cubicBezTo>
                  <a:pt x="461391" y="367553"/>
                  <a:pt x="458819" y="376983"/>
                  <a:pt x="452628" y="385269"/>
                </a:cubicBezTo>
                <a:cubicBezTo>
                  <a:pt x="446437" y="393461"/>
                  <a:pt x="434435" y="403176"/>
                  <a:pt x="412242" y="40317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101" name="Google Shape;4101;p99"/>
          <p:cNvGrpSpPr/>
          <p:nvPr/>
        </p:nvGrpSpPr>
        <p:grpSpPr>
          <a:xfrm>
            <a:off x="5234777" y="1007696"/>
            <a:ext cx="240244" cy="300626"/>
            <a:chOff x="5367519" y="5511062"/>
            <a:chExt cx="427100" cy="534447"/>
          </a:xfrm>
        </p:grpSpPr>
        <p:sp>
          <p:nvSpPr>
            <p:cNvPr id="4102" name="Google Shape;4102;p99"/>
            <p:cNvSpPr/>
            <p:nvPr/>
          </p:nvSpPr>
          <p:spPr>
            <a:xfrm>
              <a:off x="5428670" y="5679559"/>
              <a:ext cx="304800" cy="304800"/>
            </a:xfrm>
            <a:custGeom>
              <a:avLst/>
              <a:gdLst/>
              <a:ahLst/>
              <a:cxnLst/>
              <a:rect l="l" t="t" r="r" b="b"/>
              <a:pathLst>
                <a:path w="304800" h="304800" extrusionOk="0">
                  <a:moveTo>
                    <a:pt x="152400" y="0"/>
                  </a:moveTo>
                  <a:cubicBezTo>
                    <a:pt x="68390" y="0"/>
                    <a:pt x="0" y="68390"/>
                    <a:pt x="0" y="152400"/>
                  </a:cubicBezTo>
                  <a:cubicBezTo>
                    <a:pt x="0" y="236411"/>
                    <a:pt x="68390" y="304800"/>
                    <a:pt x="152400" y="304800"/>
                  </a:cubicBezTo>
                  <a:cubicBezTo>
                    <a:pt x="236411" y="304800"/>
                    <a:pt x="304800" y="236411"/>
                    <a:pt x="304800" y="152400"/>
                  </a:cubicBezTo>
                  <a:cubicBezTo>
                    <a:pt x="304800" y="68390"/>
                    <a:pt x="236411" y="0"/>
                    <a:pt x="152400" y="0"/>
                  </a:cubicBezTo>
                  <a:close/>
                  <a:moveTo>
                    <a:pt x="152400" y="280988"/>
                  </a:moveTo>
                  <a:cubicBezTo>
                    <a:pt x="81534" y="280988"/>
                    <a:pt x="23813" y="223266"/>
                    <a:pt x="23813" y="152400"/>
                  </a:cubicBezTo>
                  <a:cubicBezTo>
                    <a:pt x="23813" y="81534"/>
                    <a:pt x="81534" y="23813"/>
                    <a:pt x="152400" y="23813"/>
                  </a:cubicBezTo>
                  <a:cubicBezTo>
                    <a:pt x="223266" y="23813"/>
                    <a:pt x="280988" y="81534"/>
                    <a:pt x="280988" y="152400"/>
                  </a:cubicBezTo>
                  <a:cubicBezTo>
                    <a:pt x="280988" y="223266"/>
                    <a:pt x="223266" y="280988"/>
                    <a:pt x="152400" y="2809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03" name="Google Shape;4103;p99"/>
            <p:cNvSpPr/>
            <p:nvPr/>
          </p:nvSpPr>
          <p:spPr>
            <a:xfrm>
              <a:off x="5367519" y="5511062"/>
              <a:ext cx="427100" cy="534447"/>
            </a:xfrm>
            <a:custGeom>
              <a:avLst/>
              <a:gdLst/>
              <a:ahLst/>
              <a:cxnLst/>
              <a:rect l="l" t="t" r="r" b="b"/>
              <a:pathLst>
                <a:path w="427100" h="534447" extrusionOk="0">
                  <a:moveTo>
                    <a:pt x="272034" y="115538"/>
                  </a:moveTo>
                  <a:lnTo>
                    <a:pt x="272034" y="90107"/>
                  </a:lnTo>
                  <a:lnTo>
                    <a:pt x="272320" y="90107"/>
                  </a:lnTo>
                  <a:cubicBezTo>
                    <a:pt x="278892" y="90107"/>
                    <a:pt x="284226" y="84773"/>
                    <a:pt x="284226" y="78200"/>
                  </a:cubicBezTo>
                  <a:lnTo>
                    <a:pt x="284226" y="11906"/>
                  </a:lnTo>
                  <a:cubicBezTo>
                    <a:pt x="284226" y="5334"/>
                    <a:pt x="278892" y="0"/>
                    <a:pt x="272320" y="0"/>
                  </a:cubicBezTo>
                  <a:lnTo>
                    <a:pt x="154781" y="0"/>
                  </a:lnTo>
                  <a:cubicBezTo>
                    <a:pt x="148209" y="0"/>
                    <a:pt x="142875" y="5334"/>
                    <a:pt x="142875" y="11906"/>
                  </a:cubicBezTo>
                  <a:lnTo>
                    <a:pt x="142875" y="78200"/>
                  </a:lnTo>
                  <a:cubicBezTo>
                    <a:pt x="142875" y="84773"/>
                    <a:pt x="148209" y="90107"/>
                    <a:pt x="154781" y="90107"/>
                  </a:cubicBezTo>
                  <a:lnTo>
                    <a:pt x="155353" y="90107"/>
                  </a:lnTo>
                  <a:lnTo>
                    <a:pt x="155353" y="115443"/>
                  </a:lnTo>
                  <a:cubicBezTo>
                    <a:pt x="65818" y="140875"/>
                    <a:pt x="0" y="223361"/>
                    <a:pt x="0" y="320897"/>
                  </a:cubicBezTo>
                  <a:cubicBezTo>
                    <a:pt x="0" y="438722"/>
                    <a:pt x="95821" y="534448"/>
                    <a:pt x="213551" y="534448"/>
                  </a:cubicBezTo>
                  <a:cubicBezTo>
                    <a:pt x="331280" y="534448"/>
                    <a:pt x="427101" y="438626"/>
                    <a:pt x="427101" y="320897"/>
                  </a:cubicBezTo>
                  <a:cubicBezTo>
                    <a:pt x="427101" y="223361"/>
                    <a:pt x="361379" y="141065"/>
                    <a:pt x="272034" y="115538"/>
                  </a:cubicBezTo>
                  <a:close/>
                  <a:moveTo>
                    <a:pt x="166688" y="23717"/>
                  </a:moveTo>
                  <a:lnTo>
                    <a:pt x="260413" y="23717"/>
                  </a:lnTo>
                  <a:lnTo>
                    <a:pt x="260413" y="66199"/>
                  </a:lnTo>
                  <a:lnTo>
                    <a:pt x="166688" y="66199"/>
                  </a:lnTo>
                  <a:lnTo>
                    <a:pt x="166688" y="23717"/>
                  </a:lnTo>
                  <a:close/>
                  <a:moveTo>
                    <a:pt x="179070" y="90107"/>
                  </a:moveTo>
                  <a:lnTo>
                    <a:pt x="248222" y="90107"/>
                  </a:lnTo>
                  <a:lnTo>
                    <a:pt x="248222" y="110204"/>
                  </a:lnTo>
                  <a:cubicBezTo>
                    <a:pt x="236887" y="108395"/>
                    <a:pt x="225362" y="107347"/>
                    <a:pt x="213551" y="107347"/>
                  </a:cubicBezTo>
                  <a:cubicBezTo>
                    <a:pt x="201740" y="107347"/>
                    <a:pt x="190310" y="108299"/>
                    <a:pt x="179070" y="110204"/>
                  </a:cubicBezTo>
                  <a:lnTo>
                    <a:pt x="179070" y="90202"/>
                  </a:lnTo>
                  <a:close/>
                  <a:moveTo>
                    <a:pt x="213551" y="496348"/>
                  </a:moveTo>
                  <a:cubicBezTo>
                    <a:pt x="116777" y="496348"/>
                    <a:pt x="38100" y="417576"/>
                    <a:pt x="38100" y="320897"/>
                  </a:cubicBezTo>
                  <a:cubicBezTo>
                    <a:pt x="38100" y="224219"/>
                    <a:pt x="116872" y="145447"/>
                    <a:pt x="213551" y="145447"/>
                  </a:cubicBezTo>
                  <a:cubicBezTo>
                    <a:pt x="310229" y="145447"/>
                    <a:pt x="389001" y="224219"/>
                    <a:pt x="389001" y="320897"/>
                  </a:cubicBezTo>
                  <a:cubicBezTo>
                    <a:pt x="389001" y="417576"/>
                    <a:pt x="310229" y="496348"/>
                    <a:pt x="213551" y="49634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04" name="Google Shape;4104;p99"/>
            <p:cNvSpPr/>
            <p:nvPr/>
          </p:nvSpPr>
          <p:spPr>
            <a:xfrm>
              <a:off x="5569068" y="5776593"/>
              <a:ext cx="68510" cy="157664"/>
            </a:xfrm>
            <a:custGeom>
              <a:avLst/>
              <a:gdLst/>
              <a:ahLst/>
              <a:cxnLst/>
              <a:rect l="l" t="t" r="r" b="b"/>
              <a:pathLst>
                <a:path w="68510" h="157664" extrusionOk="0">
                  <a:moveTo>
                    <a:pt x="48292" y="3454"/>
                  </a:moveTo>
                  <a:lnTo>
                    <a:pt x="3620" y="46793"/>
                  </a:lnTo>
                  <a:cubicBezTo>
                    <a:pt x="1333" y="49079"/>
                    <a:pt x="0" y="52127"/>
                    <a:pt x="0" y="55366"/>
                  </a:cubicBezTo>
                  <a:lnTo>
                    <a:pt x="0" y="145758"/>
                  </a:lnTo>
                  <a:cubicBezTo>
                    <a:pt x="0" y="152330"/>
                    <a:pt x="5334" y="157664"/>
                    <a:pt x="11906" y="157664"/>
                  </a:cubicBezTo>
                  <a:cubicBezTo>
                    <a:pt x="18479" y="157664"/>
                    <a:pt x="23813" y="152330"/>
                    <a:pt x="23813" y="145758"/>
                  </a:cubicBezTo>
                  <a:lnTo>
                    <a:pt x="23813" y="60414"/>
                  </a:lnTo>
                  <a:lnTo>
                    <a:pt x="64865" y="20504"/>
                  </a:lnTo>
                  <a:cubicBezTo>
                    <a:pt x="69628" y="15932"/>
                    <a:pt x="69723" y="8407"/>
                    <a:pt x="65151" y="3645"/>
                  </a:cubicBezTo>
                  <a:cubicBezTo>
                    <a:pt x="60579" y="-1118"/>
                    <a:pt x="53054" y="-1213"/>
                    <a:pt x="48292" y="335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105" name="Google Shape;4105;p99"/>
          <p:cNvGrpSpPr/>
          <p:nvPr/>
        </p:nvGrpSpPr>
        <p:grpSpPr>
          <a:xfrm>
            <a:off x="3639766" y="3324266"/>
            <a:ext cx="255007" cy="297091"/>
            <a:chOff x="10306421" y="4686254"/>
            <a:chExt cx="453346" cy="528161"/>
          </a:xfrm>
        </p:grpSpPr>
        <p:sp>
          <p:nvSpPr>
            <p:cNvPr id="4106" name="Google Shape;4106;p99"/>
            <p:cNvSpPr/>
            <p:nvPr/>
          </p:nvSpPr>
          <p:spPr>
            <a:xfrm>
              <a:off x="10377859" y="4755691"/>
              <a:ext cx="263271" cy="263270"/>
            </a:xfrm>
            <a:custGeom>
              <a:avLst/>
              <a:gdLst/>
              <a:ahLst/>
              <a:cxnLst/>
              <a:rect l="l" t="t" r="r" b="b"/>
              <a:pathLst>
                <a:path w="263271" h="263270" extrusionOk="0">
                  <a:moveTo>
                    <a:pt x="263271" y="131636"/>
                  </a:moveTo>
                  <a:cubicBezTo>
                    <a:pt x="263271" y="59055"/>
                    <a:pt x="204216" y="0"/>
                    <a:pt x="131636" y="0"/>
                  </a:cubicBezTo>
                  <a:cubicBezTo>
                    <a:pt x="59055" y="0"/>
                    <a:pt x="0" y="59055"/>
                    <a:pt x="0" y="131636"/>
                  </a:cubicBezTo>
                  <a:cubicBezTo>
                    <a:pt x="0" y="204216"/>
                    <a:pt x="59055" y="263271"/>
                    <a:pt x="131636" y="263271"/>
                  </a:cubicBezTo>
                  <a:cubicBezTo>
                    <a:pt x="204216" y="263271"/>
                    <a:pt x="263271" y="204216"/>
                    <a:pt x="263271" y="131636"/>
                  </a:cubicBezTo>
                  <a:close/>
                  <a:moveTo>
                    <a:pt x="150400" y="237744"/>
                  </a:moveTo>
                  <a:cubicBezTo>
                    <a:pt x="146399" y="238411"/>
                    <a:pt x="142399" y="238887"/>
                    <a:pt x="138303" y="239173"/>
                  </a:cubicBezTo>
                  <a:lnTo>
                    <a:pt x="138303" y="195548"/>
                  </a:lnTo>
                  <a:cubicBezTo>
                    <a:pt x="151924" y="195644"/>
                    <a:pt x="165259" y="196120"/>
                    <a:pt x="178213" y="196882"/>
                  </a:cubicBezTo>
                  <a:cubicBezTo>
                    <a:pt x="171260" y="215455"/>
                    <a:pt x="161639" y="229934"/>
                    <a:pt x="150495" y="237744"/>
                  </a:cubicBezTo>
                  <a:close/>
                  <a:moveTo>
                    <a:pt x="85154" y="196882"/>
                  </a:moveTo>
                  <a:cubicBezTo>
                    <a:pt x="97727" y="196120"/>
                    <a:pt x="110680" y="195739"/>
                    <a:pt x="123920" y="195548"/>
                  </a:cubicBezTo>
                  <a:lnTo>
                    <a:pt x="123920" y="239077"/>
                  </a:lnTo>
                  <a:cubicBezTo>
                    <a:pt x="120205" y="238792"/>
                    <a:pt x="116491" y="238411"/>
                    <a:pt x="112871" y="237744"/>
                  </a:cubicBezTo>
                  <a:cubicBezTo>
                    <a:pt x="101727" y="229934"/>
                    <a:pt x="92012" y="215455"/>
                    <a:pt x="85154" y="196882"/>
                  </a:cubicBezTo>
                  <a:close/>
                  <a:moveTo>
                    <a:pt x="24193" y="138779"/>
                  </a:moveTo>
                  <a:lnTo>
                    <a:pt x="60103" y="138779"/>
                  </a:lnTo>
                  <a:cubicBezTo>
                    <a:pt x="60579" y="154877"/>
                    <a:pt x="62675" y="170117"/>
                    <a:pt x="66104" y="183928"/>
                  </a:cubicBezTo>
                  <a:cubicBezTo>
                    <a:pt x="56864" y="184690"/>
                    <a:pt x="47911" y="185642"/>
                    <a:pt x="39243" y="186785"/>
                  </a:cubicBezTo>
                  <a:cubicBezTo>
                    <a:pt x="30670" y="172498"/>
                    <a:pt x="25336" y="156210"/>
                    <a:pt x="24193" y="138684"/>
                  </a:cubicBezTo>
                  <a:close/>
                  <a:moveTo>
                    <a:pt x="39243" y="76486"/>
                  </a:moveTo>
                  <a:cubicBezTo>
                    <a:pt x="47911" y="77629"/>
                    <a:pt x="56864" y="78581"/>
                    <a:pt x="66104" y="79343"/>
                  </a:cubicBezTo>
                  <a:cubicBezTo>
                    <a:pt x="62675" y="93155"/>
                    <a:pt x="60579" y="108395"/>
                    <a:pt x="60103" y="124492"/>
                  </a:cubicBezTo>
                  <a:lnTo>
                    <a:pt x="24193" y="124492"/>
                  </a:lnTo>
                  <a:cubicBezTo>
                    <a:pt x="25336" y="106966"/>
                    <a:pt x="30670" y="90678"/>
                    <a:pt x="39243" y="76391"/>
                  </a:cubicBezTo>
                  <a:close/>
                  <a:moveTo>
                    <a:pt x="112966" y="25622"/>
                  </a:moveTo>
                  <a:cubicBezTo>
                    <a:pt x="116586" y="24955"/>
                    <a:pt x="120205" y="24575"/>
                    <a:pt x="124016" y="24289"/>
                  </a:cubicBezTo>
                  <a:lnTo>
                    <a:pt x="124016" y="67818"/>
                  </a:lnTo>
                  <a:cubicBezTo>
                    <a:pt x="110776" y="67723"/>
                    <a:pt x="97822" y="67246"/>
                    <a:pt x="85249" y="66484"/>
                  </a:cubicBezTo>
                  <a:cubicBezTo>
                    <a:pt x="92202" y="47911"/>
                    <a:pt x="101822" y="33433"/>
                    <a:pt x="112966" y="25622"/>
                  </a:cubicBezTo>
                  <a:close/>
                  <a:moveTo>
                    <a:pt x="178117" y="66389"/>
                  </a:moveTo>
                  <a:cubicBezTo>
                    <a:pt x="165163" y="67151"/>
                    <a:pt x="151829" y="67628"/>
                    <a:pt x="138208" y="67723"/>
                  </a:cubicBezTo>
                  <a:lnTo>
                    <a:pt x="138208" y="24098"/>
                  </a:lnTo>
                  <a:cubicBezTo>
                    <a:pt x="142304" y="24384"/>
                    <a:pt x="146399" y="24765"/>
                    <a:pt x="150304" y="25527"/>
                  </a:cubicBezTo>
                  <a:cubicBezTo>
                    <a:pt x="161449" y="33338"/>
                    <a:pt x="171164" y="47816"/>
                    <a:pt x="178022" y="66389"/>
                  </a:cubicBezTo>
                  <a:close/>
                  <a:moveTo>
                    <a:pt x="239078" y="124492"/>
                  </a:moveTo>
                  <a:lnTo>
                    <a:pt x="203263" y="124492"/>
                  </a:lnTo>
                  <a:cubicBezTo>
                    <a:pt x="202787" y="108395"/>
                    <a:pt x="200692" y="93155"/>
                    <a:pt x="197263" y="79248"/>
                  </a:cubicBezTo>
                  <a:cubicBezTo>
                    <a:pt x="206502" y="78486"/>
                    <a:pt x="215456" y="77533"/>
                    <a:pt x="224123" y="76391"/>
                  </a:cubicBezTo>
                  <a:cubicBezTo>
                    <a:pt x="232696" y="90678"/>
                    <a:pt x="238030" y="106966"/>
                    <a:pt x="239173" y="124492"/>
                  </a:cubicBezTo>
                  <a:close/>
                  <a:moveTo>
                    <a:pt x="188976" y="124492"/>
                  </a:moveTo>
                  <a:lnTo>
                    <a:pt x="138208" y="124492"/>
                  </a:lnTo>
                  <a:lnTo>
                    <a:pt x="138208" y="82010"/>
                  </a:lnTo>
                  <a:cubicBezTo>
                    <a:pt x="153353" y="81915"/>
                    <a:pt x="168211" y="81439"/>
                    <a:pt x="182594" y="80486"/>
                  </a:cubicBezTo>
                  <a:cubicBezTo>
                    <a:pt x="186214" y="93917"/>
                    <a:pt x="188405" y="108871"/>
                    <a:pt x="188976" y="124492"/>
                  </a:cubicBezTo>
                  <a:close/>
                  <a:moveTo>
                    <a:pt x="123920" y="82010"/>
                  </a:moveTo>
                  <a:lnTo>
                    <a:pt x="123920" y="124492"/>
                  </a:lnTo>
                  <a:lnTo>
                    <a:pt x="74295" y="124492"/>
                  </a:lnTo>
                  <a:cubicBezTo>
                    <a:pt x="74866" y="108776"/>
                    <a:pt x="77057" y="93917"/>
                    <a:pt x="80677" y="80486"/>
                  </a:cubicBezTo>
                  <a:cubicBezTo>
                    <a:pt x="94679" y="81439"/>
                    <a:pt x="109156" y="81915"/>
                    <a:pt x="123920" y="82010"/>
                  </a:cubicBezTo>
                  <a:close/>
                  <a:moveTo>
                    <a:pt x="74295" y="138779"/>
                  </a:moveTo>
                  <a:lnTo>
                    <a:pt x="123920" y="138779"/>
                  </a:lnTo>
                  <a:lnTo>
                    <a:pt x="123920" y="181261"/>
                  </a:lnTo>
                  <a:cubicBezTo>
                    <a:pt x="109156" y="181356"/>
                    <a:pt x="94679" y="181832"/>
                    <a:pt x="80677" y="182785"/>
                  </a:cubicBezTo>
                  <a:cubicBezTo>
                    <a:pt x="77057" y="169355"/>
                    <a:pt x="74866" y="154400"/>
                    <a:pt x="74295" y="138779"/>
                  </a:cubicBezTo>
                  <a:close/>
                  <a:moveTo>
                    <a:pt x="138208" y="181261"/>
                  </a:moveTo>
                  <a:lnTo>
                    <a:pt x="138208" y="138779"/>
                  </a:lnTo>
                  <a:lnTo>
                    <a:pt x="188976" y="138779"/>
                  </a:lnTo>
                  <a:cubicBezTo>
                    <a:pt x="188405" y="154496"/>
                    <a:pt x="186214" y="169355"/>
                    <a:pt x="182594" y="182785"/>
                  </a:cubicBezTo>
                  <a:cubicBezTo>
                    <a:pt x="168211" y="181832"/>
                    <a:pt x="153353" y="181356"/>
                    <a:pt x="138208" y="181261"/>
                  </a:cubicBezTo>
                  <a:close/>
                  <a:moveTo>
                    <a:pt x="203263" y="138779"/>
                  </a:moveTo>
                  <a:lnTo>
                    <a:pt x="239078" y="138779"/>
                  </a:lnTo>
                  <a:cubicBezTo>
                    <a:pt x="237935" y="156305"/>
                    <a:pt x="232601" y="172593"/>
                    <a:pt x="224028" y="186881"/>
                  </a:cubicBezTo>
                  <a:cubicBezTo>
                    <a:pt x="215360" y="185738"/>
                    <a:pt x="206502" y="184785"/>
                    <a:pt x="197167" y="184023"/>
                  </a:cubicBezTo>
                  <a:cubicBezTo>
                    <a:pt x="200597" y="170212"/>
                    <a:pt x="202692" y="154972"/>
                    <a:pt x="203168" y="138779"/>
                  </a:cubicBezTo>
                  <a:close/>
                  <a:moveTo>
                    <a:pt x="214884" y="63246"/>
                  </a:moveTo>
                  <a:cubicBezTo>
                    <a:pt x="207835" y="64103"/>
                    <a:pt x="200597" y="64770"/>
                    <a:pt x="193072" y="65342"/>
                  </a:cubicBezTo>
                  <a:cubicBezTo>
                    <a:pt x="189071" y="53721"/>
                    <a:pt x="184118" y="43339"/>
                    <a:pt x="178308" y="34671"/>
                  </a:cubicBezTo>
                  <a:cubicBezTo>
                    <a:pt x="192405" y="41529"/>
                    <a:pt x="204978" y="51245"/>
                    <a:pt x="214789" y="63246"/>
                  </a:cubicBezTo>
                  <a:close/>
                  <a:moveTo>
                    <a:pt x="84963" y="34576"/>
                  </a:moveTo>
                  <a:cubicBezTo>
                    <a:pt x="79153" y="43339"/>
                    <a:pt x="74200" y="53721"/>
                    <a:pt x="70199" y="65342"/>
                  </a:cubicBezTo>
                  <a:cubicBezTo>
                    <a:pt x="62770" y="64770"/>
                    <a:pt x="55435" y="64008"/>
                    <a:pt x="48387" y="63246"/>
                  </a:cubicBezTo>
                  <a:cubicBezTo>
                    <a:pt x="58293" y="51245"/>
                    <a:pt x="70771" y="41434"/>
                    <a:pt x="84963" y="34671"/>
                  </a:cubicBezTo>
                  <a:close/>
                  <a:moveTo>
                    <a:pt x="48387" y="200120"/>
                  </a:moveTo>
                  <a:cubicBezTo>
                    <a:pt x="55435" y="199263"/>
                    <a:pt x="62770" y="198596"/>
                    <a:pt x="70199" y="198025"/>
                  </a:cubicBezTo>
                  <a:cubicBezTo>
                    <a:pt x="74200" y="209645"/>
                    <a:pt x="79153" y="220027"/>
                    <a:pt x="84963" y="228791"/>
                  </a:cubicBezTo>
                  <a:cubicBezTo>
                    <a:pt x="70771" y="221933"/>
                    <a:pt x="58293" y="212217"/>
                    <a:pt x="48387" y="200216"/>
                  </a:cubicBezTo>
                  <a:close/>
                  <a:moveTo>
                    <a:pt x="178403" y="228695"/>
                  </a:moveTo>
                  <a:cubicBezTo>
                    <a:pt x="184213" y="220027"/>
                    <a:pt x="189166" y="209645"/>
                    <a:pt x="193167" y="198025"/>
                  </a:cubicBezTo>
                  <a:cubicBezTo>
                    <a:pt x="200597" y="198596"/>
                    <a:pt x="207931" y="199358"/>
                    <a:pt x="214979" y="200120"/>
                  </a:cubicBezTo>
                  <a:cubicBezTo>
                    <a:pt x="205073" y="212122"/>
                    <a:pt x="192596" y="221837"/>
                    <a:pt x="178499" y="22869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07" name="Google Shape;4107;p99"/>
            <p:cNvSpPr/>
            <p:nvPr/>
          </p:nvSpPr>
          <p:spPr>
            <a:xfrm>
              <a:off x="10306421" y="4686254"/>
              <a:ext cx="453346" cy="528161"/>
            </a:xfrm>
            <a:custGeom>
              <a:avLst/>
              <a:gdLst/>
              <a:ahLst/>
              <a:cxnLst/>
              <a:rect l="l" t="t" r="r" b="b"/>
              <a:pathLst>
                <a:path w="453346" h="528161" extrusionOk="0">
                  <a:moveTo>
                    <a:pt x="446723" y="309944"/>
                  </a:moveTo>
                  <a:cubicBezTo>
                    <a:pt x="429197" y="275558"/>
                    <a:pt x="410147" y="237077"/>
                    <a:pt x="406622" y="228219"/>
                  </a:cubicBezTo>
                  <a:cubicBezTo>
                    <a:pt x="409956" y="163925"/>
                    <a:pt x="389858" y="105442"/>
                    <a:pt x="350044" y="63151"/>
                  </a:cubicBezTo>
                  <a:cubicBezTo>
                    <a:pt x="311658" y="22479"/>
                    <a:pt x="257842" y="0"/>
                    <a:pt x="198501" y="0"/>
                  </a:cubicBezTo>
                  <a:cubicBezTo>
                    <a:pt x="94583" y="0"/>
                    <a:pt x="0" y="91535"/>
                    <a:pt x="0" y="192024"/>
                  </a:cubicBezTo>
                  <a:cubicBezTo>
                    <a:pt x="0" y="262319"/>
                    <a:pt x="20288" y="299180"/>
                    <a:pt x="40100" y="325850"/>
                  </a:cubicBezTo>
                  <a:cubicBezTo>
                    <a:pt x="64865" y="359188"/>
                    <a:pt x="64008" y="375380"/>
                    <a:pt x="63151" y="392621"/>
                  </a:cubicBezTo>
                  <a:lnTo>
                    <a:pt x="63151" y="393287"/>
                  </a:lnTo>
                  <a:cubicBezTo>
                    <a:pt x="62770" y="399859"/>
                    <a:pt x="67818" y="405098"/>
                    <a:pt x="74390" y="405479"/>
                  </a:cubicBezTo>
                  <a:cubicBezTo>
                    <a:pt x="81058" y="405575"/>
                    <a:pt x="86582" y="400431"/>
                    <a:pt x="86868" y="393859"/>
                  </a:cubicBezTo>
                  <a:cubicBezTo>
                    <a:pt x="87916" y="374142"/>
                    <a:pt x="89059" y="351758"/>
                    <a:pt x="59150" y="311658"/>
                  </a:cubicBezTo>
                  <a:cubicBezTo>
                    <a:pt x="40767" y="286893"/>
                    <a:pt x="23717" y="255270"/>
                    <a:pt x="23717" y="192024"/>
                  </a:cubicBezTo>
                  <a:cubicBezTo>
                    <a:pt x="23717" y="105537"/>
                    <a:pt x="108680" y="23813"/>
                    <a:pt x="198406" y="23813"/>
                  </a:cubicBezTo>
                  <a:cubicBezTo>
                    <a:pt x="251174" y="23813"/>
                    <a:pt x="298799" y="43529"/>
                    <a:pt x="332613" y="79439"/>
                  </a:cubicBezTo>
                  <a:cubicBezTo>
                    <a:pt x="368332" y="117348"/>
                    <a:pt x="386144" y="170498"/>
                    <a:pt x="382619" y="228981"/>
                  </a:cubicBezTo>
                  <a:cubicBezTo>
                    <a:pt x="382429" y="232791"/>
                    <a:pt x="382238" y="236030"/>
                    <a:pt x="425482" y="321088"/>
                  </a:cubicBezTo>
                  <a:cubicBezTo>
                    <a:pt x="430435" y="330137"/>
                    <a:pt x="429482" y="333566"/>
                    <a:pt x="429482" y="333566"/>
                  </a:cubicBezTo>
                  <a:cubicBezTo>
                    <a:pt x="429101" y="333947"/>
                    <a:pt x="426625" y="335185"/>
                    <a:pt x="421005" y="335185"/>
                  </a:cubicBezTo>
                  <a:lnTo>
                    <a:pt x="394811" y="335185"/>
                  </a:lnTo>
                  <a:cubicBezTo>
                    <a:pt x="388239" y="335185"/>
                    <a:pt x="382905" y="340519"/>
                    <a:pt x="382905" y="347091"/>
                  </a:cubicBezTo>
                  <a:lnTo>
                    <a:pt x="382905" y="421291"/>
                  </a:lnTo>
                  <a:cubicBezTo>
                    <a:pt x="382905" y="435769"/>
                    <a:pt x="371380" y="437959"/>
                    <a:pt x="366808" y="438245"/>
                  </a:cubicBezTo>
                  <a:lnTo>
                    <a:pt x="298609" y="439579"/>
                  </a:lnTo>
                  <a:cubicBezTo>
                    <a:pt x="292132" y="439674"/>
                    <a:pt x="286893" y="445008"/>
                    <a:pt x="286893" y="451485"/>
                  </a:cubicBezTo>
                  <a:lnTo>
                    <a:pt x="286893" y="516255"/>
                  </a:lnTo>
                  <a:cubicBezTo>
                    <a:pt x="286893" y="522827"/>
                    <a:pt x="292227" y="528161"/>
                    <a:pt x="298799" y="528161"/>
                  </a:cubicBezTo>
                  <a:cubicBezTo>
                    <a:pt x="305372" y="528161"/>
                    <a:pt x="310706" y="522827"/>
                    <a:pt x="310706" y="516255"/>
                  </a:cubicBezTo>
                  <a:lnTo>
                    <a:pt x="310706" y="463201"/>
                  </a:lnTo>
                  <a:lnTo>
                    <a:pt x="367665" y="462153"/>
                  </a:lnTo>
                  <a:cubicBezTo>
                    <a:pt x="390620" y="460820"/>
                    <a:pt x="406622" y="444056"/>
                    <a:pt x="406622" y="421386"/>
                  </a:cubicBezTo>
                  <a:lnTo>
                    <a:pt x="406622" y="359093"/>
                  </a:lnTo>
                  <a:lnTo>
                    <a:pt x="420910" y="359093"/>
                  </a:lnTo>
                  <a:cubicBezTo>
                    <a:pt x="438341" y="359093"/>
                    <a:pt x="446246" y="351949"/>
                    <a:pt x="449866" y="345853"/>
                  </a:cubicBezTo>
                  <a:cubicBezTo>
                    <a:pt x="455485" y="336518"/>
                    <a:pt x="454247" y="324326"/>
                    <a:pt x="446532" y="31003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108" name="Google Shape;4108;p99"/>
          <p:cNvGrpSpPr/>
          <p:nvPr/>
        </p:nvGrpSpPr>
        <p:grpSpPr>
          <a:xfrm>
            <a:off x="3618412" y="4102403"/>
            <a:ext cx="299294" cy="296287"/>
            <a:chOff x="445833" y="282637"/>
            <a:chExt cx="532078" cy="526733"/>
          </a:xfrm>
        </p:grpSpPr>
        <p:sp>
          <p:nvSpPr>
            <p:cNvPr id="4109" name="Google Shape;4109;p99"/>
            <p:cNvSpPr/>
            <p:nvPr/>
          </p:nvSpPr>
          <p:spPr>
            <a:xfrm>
              <a:off x="445833" y="282637"/>
              <a:ext cx="405509" cy="366946"/>
            </a:xfrm>
            <a:custGeom>
              <a:avLst/>
              <a:gdLst/>
              <a:ahLst/>
              <a:cxnLst/>
              <a:rect l="l" t="t" r="r" b="b"/>
              <a:pathLst>
                <a:path w="405509" h="366946" extrusionOk="0">
                  <a:moveTo>
                    <a:pt x="366332" y="117349"/>
                  </a:moveTo>
                  <a:cubicBezTo>
                    <a:pt x="375190" y="117349"/>
                    <a:pt x="382334" y="124493"/>
                    <a:pt x="382334" y="133351"/>
                  </a:cubicBezTo>
                  <a:cubicBezTo>
                    <a:pt x="382334" y="142209"/>
                    <a:pt x="375190" y="149353"/>
                    <a:pt x="366332" y="149353"/>
                  </a:cubicBezTo>
                  <a:cubicBezTo>
                    <a:pt x="357473" y="149353"/>
                    <a:pt x="350329" y="142114"/>
                    <a:pt x="350329" y="133351"/>
                  </a:cubicBezTo>
                  <a:cubicBezTo>
                    <a:pt x="350329" y="124588"/>
                    <a:pt x="357473" y="117349"/>
                    <a:pt x="366332" y="117349"/>
                  </a:cubicBezTo>
                  <a:close/>
                  <a:moveTo>
                    <a:pt x="286607" y="41435"/>
                  </a:moveTo>
                  <a:cubicBezTo>
                    <a:pt x="286607" y="32577"/>
                    <a:pt x="293751" y="25433"/>
                    <a:pt x="302609" y="25433"/>
                  </a:cubicBezTo>
                  <a:cubicBezTo>
                    <a:pt x="311468" y="25433"/>
                    <a:pt x="318611" y="32577"/>
                    <a:pt x="318611" y="41435"/>
                  </a:cubicBezTo>
                  <a:cubicBezTo>
                    <a:pt x="318611" y="50293"/>
                    <a:pt x="311468" y="57437"/>
                    <a:pt x="302609" y="57437"/>
                  </a:cubicBezTo>
                  <a:cubicBezTo>
                    <a:pt x="293751" y="57437"/>
                    <a:pt x="286607" y="50293"/>
                    <a:pt x="286607" y="41435"/>
                  </a:cubicBezTo>
                  <a:close/>
                  <a:moveTo>
                    <a:pt x="118491" y="40101"/>
                  </a:moveTo>
                  <a:cubicBezTo>
                    <a:pt x="118491" y="31243"/>
                    <a:pt x="125730" y="24099"/>
                    <a:pt x="134493" y="24099"/>
                  </a:cubicBezTo>
                  <a:cubicBezTo>
                    <a:pt x="143256" y="24099"/>
                    <a:pt x="150495" y="31243"/>
                    <a:pt x="150495" y="40101"/>
                  </a:cubicBezTo>
                  <a:cubicBezTo>
                    <a:pt x="150495" y="48960"/>
                    <a:pt x="143351" y="56103"/>
                    <a:pt x="134493" y="56103"/>
                  </a:cubicBezTo>
                  <a:cubicBezTo>
                    <a:pt x="125635" y="56103"/>
                    <a:pt x="118491" y="48960"/>
                    <a:pt x="118491" y="40101"/>
                  </a:cubicBezTo>
                  <a:close/>
                  <a:moveTo>
                    <a:pt x="26861" y="68486"/>
                  </a:moveTo>
                  <a:cubicBezTo>
                    <a:pt x="26861" y="59628"/>
                    <a:pt x="34004" y="52484"/>
                    <a:pt x="42863" y="52484"/>
                  </a:cubicBezTo>
                  <a:cubicBezTo>
                    <a:pt x="51721" y="52484"/>
                    <a:pt x="58865" y="59628"/>
                    <a:pt x="58865" y="68486"/>
                  </a:cubicBezTo>
                  <a:cubicBezTo>
                    <a:pt x="58865" y="77344"/>
                    <a:pt x="51721" y="84488"/>
                    <a:pt x="42863" y="84488"/>
                  </a:cubicBezTo>
                  <a:cubicBezTo>
                    <a:pt x="34004" y="84488"/>
                    <a:pt x="26861" y="77344"/>
                    <a:pt x="26861" y="68486"/>
                  </a:cubicBezTo>
                  <a:close/>
                  <a:moveTo>
                    <a:pt x="124206" y="344520"/>
                  </a:moveTo>
                  <a:cubicBezTo>
                    <a:pt x="91059" y="345759"/>
                    <a:pt x="70199" y="340234"/>
                    <a:pt x="56674" y="330995"/>
                  </a:cubicBezTo>
                  <a:cubicBezTo>
                    <a:pt x="66008" y="321470"/>
                    <a:pt x="75819" y="312612"/>
                    <a:pt x="88583" y="312612"/>
                  </a:cubicBezTo>
                  <a:cubicBezTo>
                    <a:pt x="92774" y="312612"/>
                    <a:pt x="96107" y="309278"/>
                    <a:pt x="96107" y="305087"/>
                  </a:cubicBezTo>
                  <a:cubicBezTo>
                    <a:pt x="96107" y="300896"/>
                    <a:pt x="92774" y="297562"/>
                    <a:pt x="88583" y="297562"/>
                  </a:cubicBezTo>
                  <a:cubicBezTo>
                    <a:pt x="69723" y="297562"/>
                    <a:pt x="56388" y="309754"/>
                    <a:pt x="45530" y="320898"/>
                  </a:cubicBezTo>
                  <a:cubicBezTo>
                    <a:pt x="38291" y="312040"/>
                    <a:pt x="34576" y="301467"/>
                    <a:pt x="32099" y="290514"/>
                  </a:cubicBezTo>
                  <a:cubicBezTo>
                    <a:pt x="26861" y="267463"/>
                    <a:pt x="37719" y="247651"/>
                    <a:pt x="47816" y="235078"/>
                  </a:cubicBezTo>
                  <a:cubicBezTo>
                    <a:pt x="51626" y="230316"/>
                    <a:pt x="55817" y="225839"/>
                    <a:pt x="60484" y="221553"/>
                  </a:cubicBezTo>
                  <a:cubicBezTo>
                    <a:pt x="66485" y="228411"/>
                    <a:pt x="72676" y="234030"/>
                    <a:pt x="78391" y="239174"/>
                  </a:cubicBezTo>
                  <a:cubicBezTo>
                    <a:pt x="90392" y="250032"/>
                    <a:pt x="99060" y="257843"/>
                    <a:pt x="100775" y="270987"/>
                  </a:cubicBezTo>
                  <a:cubicBezTo>
                    <a:pt x="101251" y="274797"/>
                    <a:pt x="104489" y="277560"/>
                    <a:pt x="108204" y="277560"/>
                  </a:cubicBezTo>
                  <a:cubicBezTo>
                    <a:pt x="108585" y="277560"/>
                    <a:pt x="108871" y="277560"/>
                    <a:pt x="109252" y="277560"/>
                  </a:cubicBezTo>
                  <a:cubicBezTo>
                    <a:pt x="113348" y="276988"/>
                    <a:pt x="116300" y="273178"/>
                    <a:pt x="115729" y="269082"/>
                  </a:cubicBezTo>
                  <a:cubicBezTo>
                    <a:pt x="113252" y="250509"/>
                    <a:pt x="101251" y="239650"/>
                    <a:pt x="88487" y="228125"/>
                  </a:cubicBezTo>
                  <a:cubicBezTo>
                    <a:pt x="83058" y="223267"/>
                    <a:pt x="77534" y="218124"/>
                    <a:pt x="72200" y="212218"/>
                  </a:cubicBezTo>
                  <a:cubicBezTo>
                    <a:pt x="87440" y="200979"/>
                    <a:pt x="105918" y="191739"/>
                    <a:pt x="126206" y="185072"/>
                  </a:cubicBezTo>
                  <a:cubicBezTo>
                    <a:pt x="126683" y="216504"/>
                    <a:pt x="129349" y="236793"/>
                    <a:pt x="135160" y="252699"/>
                  </a:cubicBezTo>
                  <a:cubicBezTo>
                    <a:pt x="140018" y="266225"/>
                    <a:pt x="145542" y="285370"/>
                    <a:pt x="161068" y="301086"/>
                  </a:cubicBezTo>
                  <a:cubicBezTo>
                    <a:pt x="154496" y="310230"/>
                    <a:pt x="148495" y="322613"/>
                    <a:pt x="145256" y="344520"/>
                  </a:cubicBezTo>
                  <a:cubicBezTo>
                    <a:pt x="134112" y="344330"/>
                    <a:pt x="133064" y="344520"/>
                    <a:pt x="124206" y="344806"/>
                  </a:cubicBezTo>
                  <a:close/>
                  <a:moveTo>
                    <a:pt x="352044" y="243365"/>
                  </a:moveTo>
                  <a:cubicBezTo>
                    <a:pt x="362141" y="257462"/>
                    <a:pt x="361569" y="257843"/>
                    <a:pt x="364046" y="272035"/>
                  </a:cubicBezTo>
                  <a:cubicBezTo>
                    <a:pt x="364998" y="277369"/>
                    <a:pt x="369475" y="281370"/>
                    <a:pt x="374904" y="281465"/>
                  </a:cubicBezTo>
                  <a:cubicBezTo>
                    <a:pt x="381762" y="281465"/>
                    <a:pt x="387287" y="275559"/>
                    <a:pt x="386239" y="268797"/>
                  </a:cubicBezTo>
                  <a:cubicBezTo>
                    <a:pt x="376523" y="204598"/>
                    <a:pt x="304705" y="164688"/>
                    <a:pt x="230791" y="151544"/>
                  </a:cubicBezTo>
                  <a:lnTo>
                    <a:pt x="230791" y="144019"/>
                  </a:lnTo>
                  <a:lnTo>
                    <a:pt x="324422" y="144019"/>
                  </a:lnTo>
                  <a:cubicBezTo>
                    <a:pt x="329279" y="164307"/>
                    <a:pt x="348996" y="178785"/>
                    <a:pt x="371475" y="174975"/>
                  </a:cubicBezTo>
                  <a:cubicBezTo>
                    <a:pt x="389001" y="172023"/>
                    <a:pt x="403003" y="157259"/>
                    <a:pt x="405194" y="139638"/>
                  </a:cubicBezTo>
                  <a:cubicBezTo>
                    <a:pt x="408242" y="114682"/>
                    <a:pt x="388811" y="93346"/>
                    <a:pt x="364427" y="93346"/>
                  </a:cubicBezTo>
                  <a:cubicBezTo>
                    <a:pt x="343662" y="93346"/>
                    <a:pt x="326612" y="108872"/>
                    <a:pt x="323850" y="128970"/>
                  </a:cubicBezTo>
                  <a:lnTo>
                    <a:pt x="223361" y="128970"/>
                  </a:lnTo>
                  <a:cubicBezTo>
                    <a:pt x="219170" y="128970"/>
                    <a:pt x="215837" y="132303"/>
                    <a:pt x="215837" y="136494"/>
                  </a:cubicBezTo>
                  <a:lnTo>
                    <a:pt x="215837" y="149544"/>
                  </a:lnTo>
                  <a:cubicBezTo>
                    <a:pt x="211074" y="149067"/>
                    <a:pt x="206312" y="148877"/>
                    <a:pt x="201644" y="148782"/>
                  </a:cubicBezTo>
                  <a:lnTo>
                    <a:pt x="201644" y="117063"/>
                  </a:lnTo>
                  <a:lnTo>
                    <a:pt x="300704" y="117063"/>
                  </a:lnTo>
                  <a:cubicBezTo>
                    <a:pt x="304895" y="117063"/>
                    <a:pt x="308229" y="113730"/>
                    <a:pt x="308229" y="109539"/>
                  </a:cubicBezTo>
                  <a:lnTo>
                    <a:pt x="308229" y="82869"/>
                  </a:lnTo>
                  <a:cubicBezTo>
                    <a:pt x="330803" y="78678"/>
                    <a:pt x="346996" y="56103"/>
                    <a:pt x="340328" y="31243"/>
                  </a:cubicBezTo>
                  <a:cubicBezTo>
                    <a:pt x="336614" y="17241"/>
                    <a:pt x="324993" y="6002"/>
                    <a:pt x="310896" y="2573"/>
                  </a:cubicBezTo>
                  <a:cubicBezTo>
                    <a:pt x="283845" y="-3904"/>
                    <a:pt x="259556" y="16479"/>
                    <a:pt x="259556" y="42483"/>
                  </a:cubicBezTo>
                  <a:cubicBezTo>
                    <a:pt x="259556" y="62580"/>
                    <a:pt x="274034" y="79249"/>
                    <a:pt x="293179" y="82869"/>
                  </a:cubicBezTo>
                  <a:lnTo>
                    <a:pt x="293179" y="102014"/>
                  </a:lnTo>
                  <a:lnTo>
                    <a:pt x="194120" y="102014"/>
                  </a:lnTo>
                  <a:cubicBezTo>
                    <a:pt x="189929" y="102014"/>
                    <a:pt x="186595" y="105348"/>
                    <a:pt x="186595" y="109539"/>
                  </a:cubicBezTo>
                  <a:lnTo>
                    <a:pt x="186595" y="149163"/>
                  </a:lnTo>
                  <a:cubicBezTo>
                    <a:pt x="181356" y="149448"/>
                    <a:pt x="176213" y="149925"/>
                    <a:pt x="171164" y="150401"/>
                  </a:cubicBezTo>
                  <a:lnTo>
                    <a:pt x="171164" y="109539"/>
                  </a:lnTo>
                  <a:cubicBezTo>
                    <a:pt x="171164" y="105348"/>
                    <a:pt x="167831" y="102014"/>
                    <a:pt x="163640" y="102014"/>
                  </a:cubicBezTo>
                  <a:lnTo>
                    <a:pt x="140208" y="102014"/>
                  </a:lnTo>
                  <a:lnTo>
                    <a:pt x="140208" y="81535"/>
                  </a:lnTo>
                  <a:cubicBezTo>
                    <a:pt x="162782" y="77344"/>
                    <a:pt x="178975" y="54770"/>
                    <a:pt x="172307" y="29910"/>
                  </a:cubicBezTo>
                  <a:cubicBezTo>
                    <a:pt x="168593" y="15908"/>
                    <a:pt x="156972" y="4668"/>
                    <a:pt x="142875" y="1239"/>
                  </a:cubicBezTo>
                  <a:cubicBezTo>
                    <a:pt x="115824" y="-5333"/>
                    <a:pt x="91535" y="15146"/>
                    <a:pt x="91535" y="41149"/>
                  </a:cubicBezTo>
                  <a:cubicBezTo>
                    <a:pt x="91535" y="61247"/>
                    <a:pt x="106013" y="77916"/>
                    <a:pt x="125159" y="81535"/>
                  </a:cubicBezTo>
                  <a:lnTo>
                    <a:pt x="125159" y="109539"/>
                  </a:lnTo>
                  <a:cubicBezTo>
                    <a:pt x="125159" y="113730"/>
                    <a:pt x="128492" y="117063"/>
                    <a:pt x="132683" y="117063"/>
                  </a:cubicBezTo>
                  <a:lnTo>
                    <a:pt x="156115" y="117063"/>
                  </a:lnTo>
                  <a:lnTo>
                    <a:pt x="156115" y="152496"/>
                  </a:lnTo>
                  <a:cubicBezTo>
                    <a:pt x="150686" y="153354"/>
                    <a:pt x="145256" y="154497"/>
                    <a:pt x="139922" y="155640"/>
                  </a:cubicBezTo>
                  <a:lnTo>
                    <a:pt x="140208" y="135256"/>
                  </a:lnTo>
                  <a:cubicBezTo>
                    <a:pt x="140208" y="133256"/>
                    <a:pt x="139446" y="131256"/>
                    <a:pt x="138017" y="129827"/>
                  </a:cubicBezTo>
                  <a:cubicBezTo>
                    <a:pt x="136589" y="128398"/>
                    <a:pt x="134684" y="127541"/>
                    <a:pt x="132683" y="127541"/>
                  </a:cubicBezTo>
                  <a:lnTo>
                    <a:pt x="48578" y="127541"/>
                  </a:lnTo>
                  <a:lnTo>
                    <a:pt x="48578" y="109729"/>
                  </a:lnTo>
                  <a:cubicBezTo>
                    <a:pt x="71152" y="105538"/>
                    <a:pt x="87344" y="82964"/>
                    <a:pt x="80677" y="58104"/>
                  </a:cubicBezTo>
                  <a:cubicBezTo>
                    <a:pt x="76962" y="44007"/>
                    <a:pt x="65342" y="32862"/>
                    <a:pt x="51245" y="29433"/>
                  </a:cubicBezTo>
                  <a:cubicBezTo>
                    <a:pt x="24194" y="22956"/>
                    <a:pt x="0" y="43340"/>
                    <a:pt x="0" y="69343"/>
                  </a:cubicBezTo>
                  <a:cubicBezTo>
                    <a:pt x="0" y="89441"/>
                    <a:pt x="14478" y="106205"/>
                    <a:pt x="33623" y="109729"/>
                  </a:cubicBezTo>
                  <a:lnTo>
                    <a:pt x="33623" y="135066"/>
                  </a:lnTo>
                  <a:cubicBezTo>
                    <a:pt x="33623" y="139257"/>
                    <a:pt x="36957" y="142590"/>
                    <a:pt x="41148" y="142590"/>
                  </a:cubicBezTo>
                  <a:lnTo>
                    <a:pt x="125159" y="142590"/>
                  </a:lnTo>
                  <a:lnTo>
                    <a:pt x="124968" y="159450"/>
                  </a:lnTo>
                  <a:cubicBezTo>
                    <a:pt x="83820" y="171451"/>
                    <a:pt x="48387" y="192787"/>
                    <a:pt x="26480" y="220314"/>
                  </a:cubicBezTo>
                  <a:cubicBezTo>
                    <a:pt x="7144" y="244508"/>
                    <a:pt x="1429" y="270606"/>
                    <a:pt x="8096" y="296419"/>
                  </a:cubicBezTo>
                  <a:cubicBezTo>
                    <a:pt x="8668" y="298800"/>
                    <a:pt x="16002" y="322899"/>
                    <a:pt x="34100" y="341377"/>
                  </a:cubicBezTo>
                  <a:cubicBezTo>
                    <a:pt x="54674" y="362427"/>
                    <a:pt x="79248" y="365475"/>
                    <a:pt x="123063" y="366904"/>
                  </a:cubicBezTo>
                  <a:cubicBezTo>
                    <a:pt x="139256" y="367380"/>
                    <a:pt x="148114" y="363666"/>
                    <a:pt x="174498" y="366523"/>
                  </a:cubicBezTo>
                  <a:cubicBezTo>
                    <a:pt x="180975" y="367190"/>
                    <a:pt x="186595" y="361951"/>
                    <a:pt x="186214" y="355474"/>
                  </a:cubicBezTo>
                  <a:lnTo>
                    <a:pt x="186214" y="355474"/>
                  </a:lnTo>
                  <a:cubicBezTo>
                    <a:pt x="185928" y="350140"/>
                    <a:pt x="181737" y="345949"/>
                    <a:pt x="176403" y="345568"/>
                  </a:cubicBezTo>
                  <a:cubicBezTo>
                    <a:pt x="171545" y="345187"/>
                    <a:pt x="166783" y="345473"/>
                    <a:pt x="160592" y="345187"/>
                  </a:cubicBezTo>
                  <a:cubicBezTo>
                    <a:pt x="163449" y="327756"/>
                    <a:pt x="168212" y="317469"/>
                    <a:pt x="172307" y="311373"/>
                  </a:cubicBezTo>
                  <a:cubicBezTo>
                    <a:pt x="183261" y="321089"/>
                    <a:pt x="185928" y="320803"/>
                    <a:pt x="191357" y="321375"/>
                  </a:cubicBezTo>
                  <a:cubicBezTo>
                    <a:pt x="191643" y="321375"/>
                    <a:pt x="191929" y="321375"/>
                    <a:pt x="192215" y="321375"/>
                  </a:cubicBezTo>
                  <a:cubicBezTo>
                    <a:pt x="196025" y="321375"/>
                    <a:pt x="199454" y="318517"/>
                    <a:pt x="199835" y="314707"/>
                  </a:cubicBezTo>
                  <a:cubicBezTo>
                    <a:pt x="200311" y="310611"/>
                    <a:pt x="197453" y="306897"/>
                    <a:pt x="193358" y="306420"/>
                  </a:cubicBezTo>
                  <a:cubicBezTo>
                    <a:pt x="184880" y="304134"/>
                    <a:pt x="158115" y="270987"/>
                    <a:pt x="149543" y="247365"/>
                  </a:cubicBezTo>
                  <a:cubicBezTo>
                    <a:pt x="144113" y="232411"/>
                    <a:pt x="141732" y="212504"/>
                    <a:pt x="141446" y="180500"/>
                  </a:cubicBezTo>
                  <a:cubicBezTo>
                    <a:pt x="156020" y="176785"/>
                    <a:pt x="171450" y="174404"/>
                    <a:pt x="187071" y="173356"/>
                  </a:cubicBezTo>
                  <a:cubicBezTo>
                    <a:pt x="186404" y="186215"/>
                    <a:pt x="186500" y="204027"/>
                    <a:pt x="191357" y="210027"/>
                  </a:cubicBezTo>
                  <a:cubicBezTo>
                    <a:pt x="192881" y="211932"/>
                    <a:pt x="195263" y="212980"/>
                    <a:pt x="197644" y="212980"/>
                  </a:cubicBezTo>
                  <a:cubicBezTo>
                    <a:pt x="199263" y="212980"/>
                    <a:pt x="200882" y="212504"/>
                    <a:pt x="202121" y="211456"/>
                  </a:cubicBezTo>
                  <a:cubicBezTo>
                    <a:pt x="205359" y="208884"/>
                    <a:pt x="206026" y="204408"/>
                    <a:pt x="203454" y="201169"/>
                  </a:cubicBezTo>
                  <a:cubicBezTo>
                    <a:pt x="202406" y="198978"/>
                    <a:pt x="201263" y="188501"/>
                    <a:pt x="202121" y="172785"/>
                  </a:cubicBezTo>
                  <a:lnTo>
                    <a:pt x="202121" y="172785"/>
                  </a:lnTo>
                  <a:cubicBezTo>
                    <a:pt x="221552" y="172689"/>
                    <a:pt x="241935" y="176880"/>
                    <a:pt x="261557" y="184119"/>
                  </a:cubicBezTo>
                  <a:cubicBezTo>
                    <a:pt x="261366" y="194883"/>
                    <a:pt x="262509" y="203931"/>
                    <a:pt x="263557" y="211551"/>
                  </a:cubicBezTo>
                  <a:lnTo>
                    <a:pt x="264224" y="217076"/>
                  </a:lnTo>
                  <a:cubicBezTo>
                    <a:pt x="264605" y="220695"/>
                    <a:pt x="264033" y="221457"/>
                    <a:pt x="264033" y="221457"/>
                  </a:cubicBezTo>
                  <a:cubicBezTo>
                    <a:pt x="263843" y="221648"/>
                    <a:pt x="262509" y="222410"/>
                    <a:pt x="259271" y="222219"/>
                  </a:cubicBezTo>
                  <a:cubicBezTo>
                    <a:pt x="253556" y="222124"/>
                    <a:pt x="245078" y="221838"/>
                    <a:pt x="237554" y="221553"/>
                  </a:cubicBezTo>
                  <a:cubicBezTo>
                    <a:pt x="230505" y="221267"/>
                    <a:pt x="224314" y="221076"/>
                    <a:pt x="222028" y="221076"/>
                  </a:cubicBezTo>
                  <a:cubicBezTo>
                    <a:pt x="207169" y="221076"/>
                    <a:pt x="201930" y="225744"/>
                    <a:pt x="200501" y="240412"/>
                  </a:cubicBezTo>
                  <a:cubicBezTo>
                    <a:pt x="199073" y="255081"/>
                    <a:pt x="202216" y="272416"/>
                    <a:pt x="203264" y="277369"/>
                  </a:cubicBezTo>
                  <a:cubicBezTo>
                    <a:pt x="204026" y="280893"/>
                    <a:pt x="207169" y="283370"/>
                    <a:pt x="210598" y="283370"/>
                  </a:cubicBezTo>
                  <a:cubicBezTo>
                    <a:pt x="211074" y="283370"/>
                    <a:pt x="211646" y="283370"/>
                    <a:pt x="212122" y="283179"/>
                  </a:cubicBezTo>
                  <a:cubicBezTo>
                    <a:pt x="216218" y="282322"/>
                    <a:pt x="218789" y="278322"/>
                    <a:pt x="218027" y="274321"/>
                  </a:cubicBezTo>
                  <a:cubicBezTo>
                    <a:pt x="216122" y="265177"/>
                    <a:pt x="214503" y="251937"/>
                    <a:pt x="215551" y="241936"/>
                  </a:cubicBezTo>
                  <a:cubicBezTo>
                    <a:pt x="215932" y="237745"/>
                    <a:pt x="216503" y="236507"/>
                    <a:pt x="216122" y="236602"/>
                  </a:cubicBezTo>
                  <a:cubicBezTo>
                    <a:pt x="216503" y="236412"/>
                    <a:pt x="217742" y="236126"/>
                    <a:pt x="222123" y="236126"/>
                  </a:cubicBezTo>
                  <a:cubicBezTo>
                    <a:pt x="224409" y="236126"/>
                    <a:pt x="230315" y="236316"/>
                    <a:pt x="237077" y="236602"/>
                  </a:cubicBezTo>
                  <a:cubicBezTo>
                    <a:pt x="244697" y="236888"/>
                    <a:pt x="253270" y="237174"/>
                    <a:pt x="259080" y="237269"/>
                  </a:cubicBezTo>
                  <a:cubicBezTo>
                    <a:pt x="266129" y="237459"/>
                    <a:pt x="271653" y="235459"/>
                    <a:pt x="275273" y="231554"/>
                  </a:cubicBezTo>
                  <a:cubicBezTo>
                    <a:pt x="279940" y="226410"/>
                    <a:pt x="279749" y="219743"/>
                    <a:pt x="279273" y="215266"/>
                  </a:cubicBezTo>
                  <a:lnTo>
                    <a:pt x="278511" y="209551"/>
                  </a:lnTo>
                  <a:cubicBezTo>
                    <a:pt x="277749" y="203741"/>
                    <a:pt x="276987" y="197359"/>
                    <a:pt x="276797" y="190311"/>
                  </a:cubicBezTo>
                  <a:cubicBezTo>
                    <a:pt x="301562" y="201645"/>
                    <a:pt x="324326" y="210313"/>
                    <a:pt x="341948" y="229935"/>
                  </a:cubicBezTo>
                  <a:cubicBezTo>
                    <a:pt x="342614" y="230601"/>
                    <a:pt x="346234" y="235269"/>
                    <a:pt x="347853" y="237459"/>
                  </a:cubicBezTo>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110" name="Google Shape;4110;p99"/>
            <p:cNvGrpSpPr/>
            <p:nvPr/>
          </p:nvGrpSpPr>
          <p:grpSpPr>
            <a:xfrm>
              <a:off x="620628" y="566130"/>
              <a:ext cx="357283" cy="243240"/>
              <a:chOff x="620628" y="566130"/>
              <a:chExt cx="357283" cy="243240"/>
            </a:xfrm>
          </p:grpSpPr>
          <p:sp>
            <p:nvSpPr>
              <p:cNvPr id="4111" name="Google Shape;4111;p99"/>
              <p:cNvSpPr/>
              <p:nvPr/>
            </p:nvSpPr>
            <p:spPr>
              <a:xfrm>
                <a:off x="810033" y="572674"/>
                <a:ext cx="121098" cy="176021"/>
              </a:xfrm>
              <a:custGeom>
                <a:avLst/>
                <a:gdLst/>
                <a:ahLst/>
                <a:cxnLst/>
                <a:rect l="l" t="t" r="r" b="b"/>
                <a:pathLst>
                  <a:path w="121098" h="176021" extrusionOk="0">
                    <a:moveTo>
                      <a:pt x="893" y="32956"/>
                    </a:moveTo>
                    <a:cubicBezTo>
                      <a:pt x="-1583" y="38862"/>
                      <a:pt x="1274" y="45625"/>
                      <a:pt x="7180" y="48006"/>
                    </a:cubicBezTo>
                    <a:cubicBezTo>
                      <a:pt x="13085" y="50387"/>
                      <a:pt x="19848" y="47625"/>
                      <a:pt x="22229" y="41719"/>
                    </a:cubicBezTo>
                    <a:cubicBezTo>
                      <a:pt x="29278" y="24574"/>
                      <a:pt x="41946" y="23050"/>
                      <a:pt x="53281" y="23050"/>
                    </a:cubicBezTo>
                    <a:lnTo>
                      <a:pt x="55091" y="23050"/>
                    </a:lnTo>
                    <a:cubicBezTo>
                      <a:pt x="61282" y="23050"/>
                      <a:pt x="71664" y="23050"/>
                      <a:pt x="79475" y="30766"/>
                    </a:cubicBezTo>
                    <a:cubicBezTo>
                      <a:pt x="85285" y="36576"/>
                      <a:pt x="89095" y="46292"/>
                      <a:pt x="90714" y="59245"/>
                    </a:cubicBezTo>
                    <a:cubicBezTo>
                      <a:pt x="89476" y="58102"/>
                      <a:pt x="87857" y="57436"/>
                      <a:pt x="86047" y="57436"/>
                    </a:cubicBezTo>
                    <a:cubicBezTo>
                      <a:pt x="61187" y="57436"/>
                      <a:pt x="41756" y="35623"/>
                      <a:pt x="41565" y="35433"/>
                    </a:cubicBezTo>
                    <a:cubicBezTo>
                      <a:pt x="39470" y="33052"/>
                      <a:pt x="36136" y="32480"/>
                      <a:pt x="33374" y="33814"/>
                    </a:cubicBezTo>
                    <a:cubicBezTo>
                      <a:pt x="30611" y="35147"/>
                      <a:pt x="28992" y="38195"/>
                      <a:pt x="29564" y="41339"/>
                    </a:cubicBezTo>
                    <a:cubicBezTo>
                      <a:pt x="29849" y="42767"/>
                      <a:pt x="31659" y="55531"/>
                      <a:pt x="19562" y="60769"/>
                    </a:cubicBezTo>
                    <a:cubicBezTo>
                      <a:pt x="16038" y="62294"/>
                      <a:pt x="14419" y="66389"/>
                      <a:pt x="15943" y="69914"/>
                    </a:cubicBezTo>
                    <a:cubicBezTo>
                      <a:pt x="17086" y="72485"/>
                      <a:pt x="19658" y="74104"/>
                      <a:pt x="22325" y="74104"/>
                    </a:cubicBezTo>
                    <a:cubicBezTo>
                      <a:pt x="23277" y="74104"/>
                      <a:pt x="24230" y="73914"/>
                      <a:pt x="25087" y="73533"/>
                    </a:cubicBezTo>
                    <a:cubicBezTo>
                      <a:pt x="34898" y="69247"/>
                      <a:pt x="39851" y="61913"/>
                      <a:pt x="42137" y="54769"/>
                    </a:cubicBezTo>
                    <a:cubicBezTo>
                      <a:pt x="51852" y="62389"/>
                      <a:pt x="67473" y="71438"/>
                      <a:pt x="86047" y="71438"/>
                    </a:cubicBezTo>
                    <a:cubicBezTo>
                      <a:pt x="88238" y="71438"/>
                      <a:pt x="90143" y="70390"/>
                      <a:pt x="91381" y="68770"/>
                    </a:cubicBezTo>
                    <a:cubicBezTo>
                      <a:pt x="91381" y="70580"/>
                      <a:pt x="91571" y="72390"/>
                      <a:pt x="91571" y="74295"/>
                    </a:cubicBezTo>
                    <a:cubicBezTo>
                      <a:pt x="91571" y="77343"/>
                      <a:pt x="92810" y="80296"/>
                      <a:pt x="95000" y="82487"/>
                    </a:cubicBezTo>
                    <a:cubicBezTo>
                      <a:pt x="96810" y="84296"/>
                      <a:pt x="97763" y="86677"/>
                      <a:pt x="97763" y="89249"/>
                    </a:cubicBezTo>
                    <a:lnTo>
                      <a:pt x="97763" y="93821"/>
                    </a:lnTo>
                    <a:cubicBezTo>
                      <a:pt x="97763" y="96393"/>
                      <a:pt x="96810" y="98774"/>
                      <a:pt x="95000" y="100584"/>
                    </a:cubicBezTo>
                    <a:lnTo>
                      <a:pt x="92905" y="102679"/>
                    </a:lnTo>
                    <a:cubicBezTo>
                      <a:pt x="90714" y="104870"/>
                      <a:pt x="89476" y="107823"/>
                      <a:pt x="89476" y="110871"/>
                    </a:cubicBezTo>
                    <a:cubicBezTo>
                      <a:pt x="89476" y="119253"/>
                      <a:pt x="85666" y="127254"/>
                      <a:pt x="79379" y="132207"/>
                    </a:cubicBezTo>
                    <a:cubicBezTo>
                      <a:pt x="76331" y="134588"/>
                      <a:pt x="73283" y="137541"/>
                      <a:pt x="70140" y="140779"/>
                    </a:cubicBezTo>
                    <a:cubicBezTo>
                      <a:pt x="66140" y="144685"/>
                      <a:pt x="57853" y="152971"/>
                      <a:pt x="54424" y="152971"/>
                    </a:cubicBezTo>
                    <a:cubicBezTo>
                      <a:pt x="50995" y="152971"/>
                      <a:pt x="42708" y="144780"/>
                      <a:pt x="38708" y="140779"/>
                    </a:cubicBezTo>
                    <a:cubicBezTo>
                      <a:pt x="35564" y="137636"/>
                      <a:pt x="32516" y="134684"/>
                      <a:pt x="29468" y="132207"/>
                    </a:cubicBezTo>
                    <a:cubicBezTo>
                      <a:pt x="24420" y="128302"/>
                      <a:pt x="17181" y="129159"/>
                      <a:pt x="13276" y="134207"/>
                    </a:cubicBezTo>
                    <a:cubicBezTo>
                      <a:pt x="9371" y="139255"/>
                      <a:pt x="10228" y="146494"/>
                      <a:pt x="15276" y="150400"/>
                    </a:cubicBezTo>
                    <a:cubicBezTo>
                      <a:pt x="17276" y="152019"/>
                      <a:pt x="19848" y="154495"/>
                      <a:pt x="22515" y="157163"/>
                    </a:cubicBezTo>
                    <a:cubicBezTo>
                      <a:pt x="30992" y="165544"/>
                      <a:pt x="41565" y="176022"/>
                      <a:pt x="54519" y="176022"/>
                    </a:cubicBezTo>
                    <a:cubicBezTo>
                      <a:pt x="67473" y="176022"/>
                      <a:pt x="78046" y="165544"/>
                      <a:pt x="86523" y="157163"/>
                    </a:cubicBezTo>
                    <a:cubicBezTo>
                      <a:pt x="89190" y="154495"/>
                      <a:pt x="91762" y="152019"/>
                      <a:pt x="93762" y="150400"/>
                    </a:cubicBezTo>
                    <a:cubicBezTo>
                      <a:pt x="104335" y="142113"/>
                      <a:pt x="111193" y="129445"/>
                      <a:pt x="112526" y="115919"/>
                    </a:cubicBezTo>
                    <a:cubicBezTo>
                      <a:pt x="118051" y="109919"/>
                      <a:pt x="121099" y="102108"/>
                      <a:pt x="121099" y="93821"/>
                    </a:cubicBezTo>
                    <a:lnTo>
                      <a:pt x="121099" y="89249"/>
                    </a:lnTo>
                    <a:cubicBezTo>
                      <a:pt x="121099" y="82391"/>
                      <a:pt x="118908" y="75628"/>
                      <a:pt x="114812" y="70009"/>
                    </a:cubicBezTo>
                    <a:cubicBezTo>
                      <a:pt x="114146" y="44958"/>
                      <a:pt x="107859" y="26289"/>
                      <a:pt x="96048" y="14478"/>
                    </a:cubicBezTo>
                    <a:cubicBezTo>
                      <a:pt x="81475" y="0"/>
                      <a:pt x="63282" y="0"/>
                      <a:pt x="55281" y="0"/>
                    </a:cubicBezTo>
                    <a:lnTo>
                      <a:pt x="53852" y="0"/>
                    </a:lnTo>
                    <a:cubicBezTo>
                      <a:pt x="44232" y="0"/>
                      <a:pt x="14609" y="0"/>
                      <a:pt x="1084" y="3305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12" name="Google Shape;4112;p99"/>
              <p:cNvSpPr/>
              <p:nvPr/>
            </p:nvSpPr>
            <p:spPr>
              <a:xfrm>
                <a:off x="854265" y="737499"/>
                <a:ext cx="123646" cy="71871"/>
              </a:xfrm>
              <a:custGeom>
                <a:avLst/>
                <a:gdLst/>
                <a:ahLst/>
                <a:cxnLst/>
                <a:rect l="l" t="t" r="r" b="b"/>
                <a:pathLst>
                  <a:path w="123646" h="71871" extrusionOk="0">
                    <a:moveTo>
                      <a:pt x="118110" y="27961"/>
                    </a:moveTo>
                    <a:cubicBezTo>
                      <a:pt x="116301" y="23675"/>
                      <a:pt x="112967" y="15579"/>
                      <a:pt x="60103" y="434"/>
                    </a:cubicBezTo>
                    <a:cubicBezTo>
                      <a:pt x="56293" y="-614"/>
                      <a:pt x="52293" y="244"/>
                      <a:pt x="49245" y="2911"/>
                    </a:cubicBezTo>
                    <a:lnTo>
                      <a:pt x="3906" y="42820"/>
                    </a:lnTo>
                    <a:cubicBezTo>
                      <a:pt x="-857" y="47011"/>
                      <a:pt x="-1333" y="54346"/>
                      <a:pt x="2858" y="59108"/>
                    </a:cubicBezTo>
                    <a:cubicBezTo>
                      <a:pt x="7049" y="63871"/>
                      <a:pt x="14383" y="64347"/>
                      <a:pt x="19146" y="60156"/>
                    </a:cubicBezTo>
                    <a:lnTo>
                      <a:pt x="59722" y="24437"/>
                    </a:lnTo>
                    <a:cubicBezTo>
                      <a:pt x="75248" y="29200"/>
                      <a:pt x="91917" y="35200"/>
                      <a:pt x="97251" y="38534"/>
                    </a:cubicBezTo>
                    <a:cubicBezTo>
                      <a:pt x="98489" y="42820"/>
                      <a:pt x="99156" y="49964"/>
                      <a:pt x="99727" y="54917"/>
                    </a:cubicBezTo>
                    <a:cubicBezTo>
                      <a:pt x="100013" y="57584"/>
                      <a:pt x="100299" y="60061"/>
                      <a:pt x="100584" y="61966"/>
                    </a:cubicBezTo>
                    <a:cubicBezTo>
                      <a:pt x="101442" y="67776"/>
                      <a:pt x="106395" y="71872"/>
                      <a:pt x="112014" y="71872"/>
                    </a:cubicBezTo>
                    <a:cubicBezTo>
                      <a:pt x="112586" y="71872"/>
                      <a:pt x="113157" y="71872"/>
                      <a:pt x="113729" y="71776"/>
                    </a:cubicBezTo>
                    <a:cubicBezTo>
                      <a:pt x="120015" y="70824"/>
                      <a:pt x="124397" y="65014"/>
                      <a:pt x="123540" y="58632"/>
                    </a:cubicBezTo>
                    <a:cubicBezTo>
                      <a:pt x="123254" y="56917"/>
                      <a:pt x="123063" y="54822"/>
                      <a:pt x="122778" y="52441"/>
                    </a:cubicBezTo>
                    <a:cubicBezTo>
                      <a:pt x="121920" y="44535"/>
                      <a:pt x="120873" y="34724"/>
                      <a:pt x="118110" y="2786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13" name="Google Shape;4113;p99"/>
              <p:cNvSpPr/>
              <p:nvPr/>
            </p:nvSpPr>
            <p:spPr>
              <a:xfrm>
                <a:off x="678509" y="665343"/>
                <a:ext cx="109222" cy="78590"/>
              </a:xfrm>
              <a:custGeom>
                <a:avLst/>
                <a:gdLst/>
                <a:ahLst/>
                <a:cxnLst/>
                <a:rect l="l" t="t" r="r" b="b"/>
                <a:pathLst>
                  <a:path w="109222" h="78590" extrusionOk="0">
                    <a:moveTo>
                      <a:pt x="61646" y="77162"/>
                    </a:moveTo>
                    <a:cubicBezTo>
                      <a:pt x="72886" y="73447"/>
                      <a:pt x="99937" y="60207"/>
                      <a:pt x="109081" y="17631"/>
                    </a:cubicBezTo>
                    <a:cubicBezTo>
                      <a:pt x="109843" y="13916"/>
                      <a:pt x="107462" y="10201"/>
                      <a:pt x="103747" y="9439"/>
                    </a:cubicBezTo>
                    <a:cubicBezTo>
                      <a:pt x="100032" y="8582"/>
                      <a:pt x="96317" y="11058"/>
                      <a:pt x="95555" y="14773"/>
                    </a:cubicBezTo>
                    <a:cubicBezTo>
                      <a:pt x="87935" y="50397"/>
                      <a:pt x="66314" y="61160"/>
                      <a:pt x="57360" y="64113"/>
                    </a:cubicBezTo>
                    <a:cubicBezTo>
                      <a:pt x="54312" y="65065"/>
                      <a:pt x="51074" y="64970"/>
                      <a:pt x="48216" y="63732"/>
                    </a:cubicBezTo>
                    <a:cubicBezTo>
                      <a:pt x="38882" y="59731"/>
                      <a:pt x="16784" y="46206"/>
                      <a:pt x="13831" y="6391"/>
                    </a:cubicBezTo>
                    <a:cubicBezTo>
                      <a:pt x="13545" y="2581"/>
                      <a:pt x="10307" y="-181"/>
                      <a:pt x="6401" y="9"/>
                    </a:cubicBezTo>
                    <a:cubicBezTo>
                      <a:pt x="2591" y="295"/>
                      <a:pt x="-266" y="3629"/>
                      <a:pt x="20" y="7439"/>
                    </a:cubicBezTo>
                    <a:cubicBezTo>
                      <a:pt x="3544" y="54873"/>
                      <a:pt x="31166" y="71542"/>
                      <a:pt x="42787" y="76495"/>
                    </a:cubicBezTo>
                    <a:cubicBezTo>
                      <a:pt x="46121" y="77924"/>
                      <a:pt x="49740" y="78591"/>
                      <a:pt x="53264" y="78591"/>
                    </a:cubicBezTo>
                    <a:cubicBezTo>
                      <a:pt x="56122" y="78591"/>
                      <a:pt x="58979" y="78114"/>
                      <a:pt x="61742" y="7725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14" name="Google Shape;4114;p99"/>
              <p:cNvSpPr/>
              <p:nvPr/>
            </p:nvSpPr>
            <p:spPr>
              <a:xfrm>
                <a:off x="688227" y="626189"/>
                <a:ext cx="90456" cy="50403"/>
              </a:xfrm>
              <a:custGeom>
                <a:avLst/>
                <a:gdLst/>
                <a:ahLst/>
                <a:cxnLst/>
                <a:rect l="l" t="t" r="r" b="b"/>
                <a:pathLst>
                  <a:path w="90456" h="50403" extrusionOk="0">
                    <a:moveTo>
                      <a:pt x="9733" y="36783"/>
                    </a:moveTo>
                    <a:cubicBezTo>
                      <a:pt x="20592" y="31925"/>
                      <a:pt x="27545" y="25448"/>
                      <a:pt x="31831" y="19828"/>
                    </a:cubicBezTo>
                    <a:cubicBezTo>
                      <a:pt x="39832" y="29829"/>
                      <a:pt x="55739" y="44688"/>
                      <a:pt x="82123" y="50213"/>
                    </a:cubicBezTo>
                    <a:cubicBezTo>
                      <a:pt x="82599" y="50308"/>
                      <a:pt x="83076" y="50403"/>
                      <a:pt x="83552" y="50403"/>
                    </a:cubicBezTo>
                    <a:cubicBezTo>
                      <a:pt x="86790" y="50403"/>
                      <a:pt x="89648" y="48117"/>
                      <a:pt x="90315" y="44879"/>
                    </a:cubicBezTo>
                    <a:cubicBezTo>
                      <a:pt x="91077" y="41164"/>
                      <a:pt x="88695" y="37449"/>
                      <a:pt x="84981" y="36687"/>
                    </a:cubicBezTo>
                    <a:cubicBezTo>
                      <a:pt x="51167" y="29639"/>
                      <a:pt x="38118" y="4874"/>
                      <a:pt x="37641" y="3826"/>
                    </a:cubicBezTo>
                    <a:cubicBezTo>
                      <a:pt x="36403" y="1350"/>
                      <a:pt x="33736" y="-174"/>
                      <a:pt x="30974" y="16"/>
                    </a:cubicBezTo>
                    <a:cubicBezTo>
                      <a:pt x="28212" y="207"/>
                      <a:pt x="25735" y="2016"/>
                      <a:pt x="24878" y="4683"/>
                    </a:cubicBezTo>
                    <a:cubicBezTo>
                      <a:pt x="24687" y="5160"/>
                      <a:pt x="20401" y="16875"/>
                      <a:pt x="4113" y="24114"/>
                    </a:cubicBezTo>
                    <a:cubicBezTo>
                      <a:pt x="589" y="25638"/>
                      <a:pt x="-935" y="29734"/>
                      <a:pt x="589" y="33258"/>
                    </a:cubicBezTo>
                    <a:cubicBezTo>
                      <a:pt x="2113" y="36783"/>
                      <a:pt x="6209" y="38307"/>
                      <a:pt x="9733" y="3678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15" name="Google Shape;4115;p99"/>
              <p:cNvSpPr/>
              <p:nvPr/>
            </p:nvSpPr>
            <p:spPr>
              <a:xfrm>
                <a:off x="620628" y="566130"/>
                <a:ext cx="225112" cy="243144"/>
              </a:xfrm>
              <a:custGeom>
                <a:avLst/>
                <a:gdLst/>
                <a:ahLst/>
                <a:cxnLst/>
                <a:rect l="l" t="t" r="r" b="b"/>
                <a:pathLst>
                  <a:path w="225112" h="243144" extrusionOk="0">
                    <a:moveTo>
                      <a:pt x="219540" y="199330"/>
                    </a:moveTo>
                    <a:cubicBezTo>
                      <a:pt x="217826" y="195234"/>
                      <a:pt x="214778" y="187900"/>
                      <a:pt x="170487" y="174470"/>
                    </a:cubicBezTo>
                    <a:cubicBezTo>
                      <a:pt x="175154" y="172279"/>
                      <a:pt x="180107" y="169421"/>
                      <a:pt x="183917" y="165897"/>
                    </a:cubicBezTo>
                    <a:cubicBezTo>
                      <a:pt x="194204" y="156467"/>
                      <a:pt x="193156" y="131607"/>
                      <a:pt x="191727" y="118177"/>
                    </a:cubicBezTo>
                    <a:cubicBezTo>
                      <a:pt x="191061" y="107699"/>
                      <a:pt x="187536" y="54645"/>
                      <a:pt x="180012" y="37595"/>
                    </a:cubicBezTo>
                    <a:cubicBezTo>
                      <a:pt x="164962" y="3210"/>
                      <a:pt x="135816" y="924"/>
                      <a:pt x="118099" y="5306"/>
                    </a:cubicBezTo>
                    <a:cubicBezTo>
                      <a:pt x="107431" y="-886"/>
                      <a:pt x="88381" y="-4505"/>
                      <a:pt x="66093" y="11021"/>
                    </a:cubicBezTo>
                    <a:cubicBezTo>
                      <a:pt x="23992" y="40262"/>
                      <a:pt x="32184" y="104747"/>
                      <a:pt x="34374" y="117891"/>
                    </a:cubicBezTo>
                    <a:cubicBezTo>
                      <a:pt x="31422" y="134369"/>
                      <a:pt x="29993" y="155134"/>
                      <a:pt x="38565" y="164468"/>
                    </a:cubicBezTo>
                    <a:cubicBezTo>
                      <a:pt x="43137" y="169421"/>
                      <a:pt x="49043" y="172565"/>
                      <a:pt x="54091" y="174470"/>
                    </a:cubicBezTo>
                    <a:cubicBezTo>
                      <a:pt x="10181" y="187805"/>
                      <a:pt x="7133" y="195139"/>
                      <a:pt x="5514" y="199235"/>
                    </a:cubicBezTo>
                    <a:cubicBezTo>
                      <a:pt x="2561" y="206474"/>
                      <a:pt x="1513" y="216284"/>
                      <a:pt x="656" y="224857"/>
                    </a:cubicBezTo>
                    <a:cubicBezTo>
                      <a:pt x="465" y="226762"/>
                      <a:pt x="275" y="228572"/>
                      <a:pt x="84" y="230286"/>
                    </a:cubicBezTo>
                    <a:cubicBezTo>
                      <a:pt x="-678" y="236668"/>
                      <a:pt x="3799" y="242383"/>
                      <a:pt x="10181" y="243145"/>
                    </a:cubicBezTo>
                    <a:cubicBezTo>
                      <a:pt x="10657" y="243145"/>
                      <a:pt x="11133" y="243145"/>
                      <a:pt x="11610" y="243145"/>
                    </a:cubicBezTo>
                    <a:cubicBezTo>
                      <a:pt x="17420" y="243145"/>
                      <a:pt x="22373" y="238859"/>
                      <a:pt x="23040" y="232953"/>
                    </a:cubicBezTo>
                    <a:cubicBezTo>
                      <a:pt x="23230" y="231143"/>
                      <a:pt x="23421" y="229238"/>
                      <a:pt x="23706" y="227143"/>
                    </a:cubicBezTo>
                    <a:cubicBezTo>
                      <a:pt x="24278" y="221618"/>
                      <a:pt x="25040" y="214284"/>
                      <a:pt x="26373" y="209807"/>
                    </a:cubicBezTo>
                    <a:cubicBezTo>
                      <a:pt x="31707" y="206474"/>
                      <a:pt x="48376" y="200473"/>
                      <a:pt x="63902" y="195710"/>
                    </a:cubicBezTo>
                    <a:lnTo>
                      <a:pt x="104478" y="231429"/>
                    </a:lnTo>
                    <a:cubicBezTo>
                      <a:pt x="106479" y="233239"/>
                      <a:pt x="108955" y="234001"/>
                      <a:pt x="111527" y="234096"/>
                    </a:cubicBezTo>
                    <a:cubicBezTo>
                      <a:pt x="111908" y="234096"/>
                      <a:pt x="112194" y="234191"/>
                      <a:pt x="112575" y="234191"/>
                    </a:cubicBezTo>
                    <a:cubicBezTo>
                      <a:pt x="112956" y="234191"/>
                      <a:pt x="113241" y="234191"/>
                      <a:pt x="113622" y="234096"/>
                    </a:cubicBezTo>
                    <a:cubicBezTo>
                      <a:pt x="116099" y="234001"/>
                      <a:pt x="118575" y="233239"/>
                      <a:pt x="120671" y="231429"/>
                    </a:cubicBezTo>
                    <a:lnTo>
                      <a:pt x="161247" y="195710"/>
                    </a:lnTo>
                    <a:cubicBezTo>
                      <a:pt x="176868" y="200473"/>
                      <a:pt x="193537" y="206474"/>
                      <a:pt x="198871" y="209807"/>
                    </a:cubicBezTo>
                    <a:cubicBezTo>
                      <a:pt x="200490" y="215237"/>
                      <a:pt x="201348" y="224190"/>
                      <a:pt x="201824" y="230381"/>
                    </a:cubicBezTo>
                    <a:lnTo>
                      <a:pt x="202014" y="232667"/>
                    </a:lnTo>
                    <a:cubicBezTo>
                      <a:pt x="202586" y="238668"/>
                      <a:pt x="207634" y="243145"/>
                      <a:pt x="213540" y="243145"/>
                    </a:cubicBezTo>
                    <a:cubicBezTo>
                      <a:pt x="213921" y="243145"/>
                      <a:pt x="214302" y="243145"/>
                      <a:pt x="214587" y="243145"/>
                    </a:cubicBezTo>
                    <a:cubicBezTo>
                      <a:pt x="220969" y="242573"/>
                      <a:pt x="225636" y="236954"/>
                      <a:pt x="225065" y="230572"/>
                    </a:cubicBezTo>
                    <a:lnTo>
                      <a:pt x="224874" y="228286"/>
                    </a:lnTo>
                    <a:cubicBezTo>
                      <a:pt x="224017" y="218951"/>
                      <a:pt x="222969" y="207426"/>
                      <a:pt x="219636" y="199235"/>
                    </a:cubicBezTo>
                    <a:close/>
                    <a:moveTo>
                      <a:pt x="74284" y="174184"/>
                    </a:moveTo>
                    <a:cubicBezTo>
                      <a:pt x="75999" y="172469"/>
                      <a:pt x="77427" y="170374"/>
                      <a:pt x="77808" y="167802"/>
                    </a:cubicBezTo>
                    <a:cubicBezTo>
                      <a:pt x="78761" y="161516"/>
                      <a:pt x="74475" y="155610"/>
                      <a:pt x="68188" y="154562"/>
                    </a:cubicBezTo>
                    <a:cubicBezTo>
                      <a:pt x="66093" y="154181"/>
                      <a:pt x="59520" y="152562"/>
                      <a:pt x="56091" y="149228"/>
                    </a:cubicBezTo>
                    <a:cubicBezTo>
                      <a:pt x="54663" y="145228"/>
                      <a:pt x="55329" y="131702"/>
                      <a:pt x="57520" y="120082"/>
                    </a:cubicBezTo>
                    <a:cubicBezTo>
                      <a:pt x="57806" y="118653"/>
                      <a:pt x="57806" y="117129"/>
                      <a:pt x="57520" y="115700"/>
                    </a:cubicBezTo>
                    <a:cubicBezTo>
                      <a:pt x="57425" y="115034"/>
                      <a:pt x="45804" y="53312"/>
                      <a:pt x="79428" y="29975"/>
                    </a:cubicBezTo>
                    <a:cubicBezTo>
                      <a:pt x="97335" y="17498"/>
                      <a:pt x="107145" y="25499"/>
                      <a:pt x="108003" y="26261"/>
                    </a:cubicBezTo>
                    <a:cubicBezTo>
                      <a:pt x="111241" y="29499"/>
                      <a:pt x="116194" y="30452"/>
                      <a:pt x="120385" y="28737"/>
                    </a:cubicBezTo>
                    <a:cubicBezTo>
                      <a:pt x="124767" y="27023"/>
                      <a:pt x="147150" y="19974"/>
                      <a:pt x="158866" y="46739"/>
                    </a:cubicBezTo>
                    <a:cubicBezTo>
                      <a:pt x="163343" y="57026"/>
                      <a:pt x="167248" y="96841"/>
                      <a:pt x="168677" y="119987"/>
                    </a:cubicBezTo>
                    <a:cubicBezTo>
                      <a:pt x="169915" y="131702"/>
                      <a:pt x="169439" y="145323"/>
                      <a:pt x="167724" y="149133"/>
                    </a:cubicBezTo>
                    <a:cubicBezTo>
                      <a:pt x="163533" y="152562"/>
                      <a:pt x="155056" y="155896"/>
                      <a:pt x="150484" y="157134"/>
                    </a:cubicBezTo>
                    <a:cubicBezTo>
                      <a:pt x="144388" y="158849"/>
                      <a:pt x="140769" y="165230"/>
                      <a:pt x="142483" y="171422"/>
                    </a:cubicBezTo>
                    <a:cubicBezTo>
                      <a:pt x="143245" y="173993"/>
                      <a:pt x="144674" y="176089"/>
                      <a:pt x="146674" y="177518"/>
                    </a:cubicBezTo>
                    <a:lnTo>
                      <a:pt x="112479" y="207617"/>
                    </a:lnTo>
                    <a:lnTo>
                      <a:pt x="74284" y="174089"/>
                    </a:lnTo>
                    <a:cubicBezTo>
                      <a:pt x="74284" y="174089"/>
                      <a:pt x="74284" y="174089"/>
                      <a:pt x="74284" y="17408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sp>
        <p:nvSpPr>
          <p:cNvPr id="4116" name="Google Shape;4116;p99"/>
          <p:cNvSpPr/>
          <p:nvPr/>
        </p:nvSpPr>
        <p:spPr>
          <a:xfrm>
            <a:off x="2828907" y="3327523"/>
            <a:ext cx="295527" cy="290584"/>
          </a:xfrm>
          <a:custGeom>
            <a:avLst/>
            <a:gdLst/>
            <a:ahLst/>
            <a:cxnLst/>
            <a:rect l="l" t="t" r="r" b="b"/>
            <a:pathLst>
              <a:path w="525382" h="516594" extrusionOk="0">
                <a:moveTo>
                  <a:pt x="525113" y="500974"/>
                </a:moveTo>
                <a:lnTo>
                  <a:pt x="493776" y="415535"/>
                </a:lnTo>
                <a:cubicBezTo>
                  <a:pt x="485870" y="395532"/>
                  <a:pt x="477679" y="380197"/>
                  <a:pt x="453009" y="374958"/>
                </a:cubicBezTo>
                <a:cubicBezTo>
                  <a:pt x="460629" y="366195"/>
                  <a:pt x="465392" y="354860"/>
                  <a:pt x="465392" y="342383"/>
                </a:cubicBezTo>
                <a:cubicBezTo>
                  <a:pt x="465392" y="314760"/>
                  <a:pt x="442913" y="292186"/>
                  <a:pt x="415195" y="292186"/>
                </a:cubicBezTo>
                <a:cubicBezTo>
                  <a:pt x="387477" y="292186"/>
                  <a:pt x="364998" y="314665"/>
                  <a:pt x="364998" y="342383"/>
                </a:cubicBezTo>
                <a:cubicBezTo>
                  <a:pt x="364998" y="354003"/>
                  <a:pt x="369094" y="364481"/>
                  <a:pt x="375761" y="372958"/>
                </a:cubicBezTo>
                <a:lnTo>
                  <a:pt x="324993" y="372958"/>
                </a:lnTo>
                <a:lnTo>
                  <a:pt x="311753" y="332953"/>
                </a:lnTo>
                <a:cubicBezTo>
                  <a:pt x="327755" y="305330"/>
                  <a:pt x="308420" y="271517"/>
                  <a:pt x="307467" y="269897"/>
                </a:cubicBezTo>
                <a:cubicBezTo>
                  <a:pt x="305657" y="266754"/>
                  <a:pt x="302514" y="264659"/>
                  <a:pt x="298990" y="264182"/>
                </a:cubicBezTo>
                <a:cubicBezTo>
                  <a:pt x="295656" y="263706"/>
                  <a:pt x="292418" y="264659"/>
                  <a:pt x="289751" y="266659"/>
                </a:cubicBezTo>
                <a:lnTo>
                  <a:pt x="204407" y="8150"/>
                </a:lnTo>
                <a:cubicBezTo>
                  <a:pt x="202311" y="1864"/>
                  <a:pt x="195644" y="-1470"/>
                  <a:pt x="189357" y="626"/>
                </a:cubicBezTo>
                <a:cubicBezTo>
                  <a:pt x="183071" y="2721"/>
                  <a:pt x="179737" y="9389"/>
                  <a:pt x="181832" y="15675"/>
                </a:cubicBezTo>
                <a:lnTo>
                  <a:pt x="187738" y="33677"/>
                </a:lnTo>
                <a:lnTo>
                  <a:pt x="47720" y="79874"/>
                </a:lnTo>
                <a:cubicBezTo>
                  <a:pt x="43720" y="81207"/>
                  <a:pt x="40672" y="84541"/>
                  <a:pt x="39815" y="88637"/>
                </a:cubicBezTo>
                <a:cubicBezTo>
                  <a:pt x="38957" y="92732"/>
                  <a:pt x="40291" y="97019"/>
                  <a:pt x="43434" y="99876"/>
                </a:cubicBezTo>
                <a:lnTo>
                  <a:pt x="82582" y="135881"/>
                </a:lnTo>
                <a:lnTo>
                  <a:pt x="72390" y="187601"/>
                </a:lnTo>
                <a:cubicBezTo>
                  <a:pt x="71533" y="191792"/>
                  <a:pt x="73057" y="195983"/>
                  <a:pt x="76200" y="198841"/>
                </a:cubicBezTo>
                <a:cubicBezTo>
                  <a:pt x="78391" y="200746"/>
                  <a:pt x="81248" y="201794"/>
                  <a:pt x="84106" y="201794"/>
                </a:cubicBezTo>
                <a:cubicBezTo>
                  <a:pt x="85344" y="201794"/>
                  <a:pt x="86582" y="201603"/>
                  <a:pt x="87821" y="201222"/>
                </a:cubicBezTo>
                <a:lnTo>
                  <a:pt x="227933" y="155026"/>
                </a:lnTo>
                <a:lnTo>
                  <a:pt x="270605" y="283899"/>
                </a:lnTo>
                <a:lnTo>
                  <a:pt x="226886" y="323333"/>
                </a:lnTo>
                <a:lnTo>
                  <a:pt x="215456" y="325238"/>
                </a:lnTo>
                <a:cubicBezTo>
                  <a:pt x="218123" y="319142"/>
                  <a:pt x="219551" y="312474"/>
                  <a:pt x="219551" y="305426"/>
                </a:cubicBezTo>
                <a:cubicBezTo>
                  <a:pt x="219551" y="277803"/>
                  <a:pt x="197072" y="255229"/>
                  <a:pt x="169355" y="255229"/>
                </a:cubicBezTo>
                <a:cubicBezTo>
                  <a:pt x="141637" y="255229"/>
                  <a:pt x="119158" y="277708"/>
                  <a:pt x="119158" y="305426"/>
                </a:cubicBezTo>
                <a:cubicBezTo>
                  <a:pt x="119158" y="320856"/>
                  <a:pt x="126302" y="334572"/>
                  <a:pt x="137351" y="343811"/>
                </a:cubicBezTo>
                <a:cubicBezTo>
                  <a:pt x="128302" y="349526"/>
                  <a:pt x="121825" y="357337"/>
                  <a:pt x="117919" y="367052"/>
                </a:cubicBezTo>
                <a:lnTo>
                  <a:pt x="97060" y="371243"/>
                </a:lnTo>
                <a:cubicBezTo>
                  <a:pt x="99155" y="365719"/>
                  <a:pt x="100394" y="359909"/>
                  <a:pt x="100394" y="353622"/>
                </a:cubicBezTo>
                <a:cubicBezTo>
                  <a:pt x="100394" y="326000"/>
                  <a:pt x="77915" y="303425"/>
                  <a:pt x="50197" y="303425"/>
                </a:cubicBezTo>
                <a:cubicBezTo>
                  <a:pt x="22479" y="303425"/>
                  <a:pt x="0" y="325904"/>
                  <a:pt x="0" y="353622"/>
                </a:cubicBezTo>
                <a:cubicBezTo>
                  <a:pt x="0" y="372863"/>
                  <a:pt x="11049" y="389436"/>
                  <a:pt x="27051" y="397818"/>
                </a:cubicBezTo>
                <a:cubicBezTo>
                  <a:pt x="21908" y="404105"/>
                  <a:pt x="18383" y="411629"/>
                  <a:pt x="16478" y="420392"/>
                </a:cubicBezTo>
                <a:lnTo>
                  <a:pt x="286" y="495830"/>
                </a:lnTo>
                <a:cubicBezTo>
                  <a:pt x="-1048" y="502212"/>
                  <a:pt x="3048" y="508594"/>
                  <a:pt x="9430" y="509927"/>
                </a:cubicBezTo>
                <a:cubicBezTo>
                  <a:pt x="10287" y="510118"/>
                  <a:pt x="11144" y="510213"/>
                  <a:pt x="11906" y="510213"/>
                </a:cubicBezTo>
                <a:cubicBezTo>
                  <a:pt x="17431" y="510213"/>
                  <a:pt x="22384" y="506403"/>
                  <a:pt x="23527" y="500783"/>
                </a:cubicBezTo>
                <a:lnTo>
                  <a:pt x="39719" y="425345"/>
                </a:lnTo>
                <a:cubicBezTo>
                  <a:pt x="41815" y="415630"/>
                  <a:pt x="47054" y="405057"/>
                  <a:pt x="70485" y="400676"/>
                </a:cubicBezTo>
                <a:lnTo>
                  <a:pt x="111443" y="392484"/>
                </a:lnTo>
                <a:lnTo>
                  <a:pt x="89345" y="495830"/>
                </a:lnTo>
                <a:cubicBezTo>
                  <a:pt x="88011" y="502212"/>
                  <a:pt x="92107" y="508594"/>
                  <a:pt x="98489" y="509927"/>
                </a:cubicBezTo>
                <a:cubicBezTo>
                  <a:pt x="99346" y="510118"/>
                  <a:pt x="100203" y="510213"/>
                  <a:pt x="100965" y="510213"/>
                </a:cubicBezTo>
                <a:cubicBezTo>
                  <a:pt x="106490" y="510213"/>
                  <a:pt x="111443" y="506403"/>
                  <a:pt x="112586" y="500783"/>
                </a:cubicBezTo>
                <a:lnTo>
                  <a:pt x="138113" y="381626"/>
                </a:lnTo>
                <a:cubicBezTo>
                  <a:pt x="140208" y="371910"/>
                  <a:pt x="145447" y="361337"/>
                  <a:pt x="168497" y="357051"/>
                </a:cubicBezTo>
                <a:lnTo>
                  <a:pt x="234029" y="346097"/>
                </a:lnTo>
                <a:cubicBezTo>
                  <a:pt x="236315" y="345716"/>
                  <a:pt x="238411" y="344669"/>
                  <a:pt x="240030" y="343145"/>
                </a:cubicBezTo>
                <a:lnTo>
                  <a:pt x="278511" y="308378"/>
                </a:lnTo>
                <a:lnTo>
                  <a:pt x="284988" y="327905"/>
                </a:lnTo>
                <a:lnTo>
                  <a:pt x="241554" y="370862"/>
                </a:lnTo>
                <a:lnTo>
                  <a:pt x="172688" y="391913"/>
                </a:lnTo>
                <a:cubicBezTo>
                  <a:pt x="166402" y="393818"/>
                  <a:pt x="162878" y="400485"/>
                  <a:pt x="164783" y="406772"/>
                </a:cubicBezTo>
                <a:cubicBezTo>
                  <a:pt x="166688" y="413058"/>
                  <a:pt x="173355" y="416582"/>
                  <a:pt x="179642" y="414677"/>
                </a:cubicBezTo>
                <a:lnTo>
                  <a:pt x="205359" y="406772"/>
                </a:lnTo>
                <a:lnTo>
                  <a:pt x="187547" y="495830"/>
                </a:lnTo>
                <a:cubicBezTo>
                  <a:pt x="186214" y="502307"/>
                  <a:pt x="190405" y="508594"/>
                  <a:pt x="196882" y="509832"/>
                </a:cubicBezTo>
                <a:cubicBezTo>
                  <a:pt x="197644" y="510023"/>
                  <a:pt x="198501" y="510023"/>
                  <a:pt x="199263" y="510023"/>
                </a:cubicBezTo>
                <a:cubicBezTo>
                  <a:pt x="204788" y="510023"/>
                  <a:pt x="209836" y="506117"/>
                  <a:pt x="210884" y="500498"/>
                </a:cubicBezTo>
                <a:lnTo>
                  <a:pt x="231172" y="398771"/>
                </a:lnTo>
                <a:lnTo>
                  <a:pt x="251269" y="392675"/>
                </a:lnTo>
                <a:cubicBezTo>
                  <a:pt x="253079" y="392103"/>
                  <a:pt x="254794" y="391151"/>
                  <a:pt x="256127" y="389722"/>
                </a:cubicBezTo>
                <a:lnTo>
                  <a:pt x="293180" y="353051"/>
                </a:lnTo>
                <a:lnTo>
                  <a:pt x="299657" y="372577"/>
                </a:lnTo>
                <a:lnTo>
                  <a:pt x="294227" y="372577"/>
                </a:lnTo>
                <a:cubicBezTo>
                  <a:pt x="290513" y="372577"/>
                  <a:pt x="286893" y="374387"/>
                  <a:pt x="284702" y="377339"/>
                </a:cubicBezTo>
                <a:cubicBezTo>
                  <a:pt x="282416" y="380387"/>
                  <a:pt x="281750" y="384197"/>
                  <a:pt x="282797" y="387817"/>
                </a:cubicBezTo>
                <a:cubicBezTo>
                  <a:pt x="283274" y="389436"/>
                  <a:pt x="292703" y="420011"/>
                  <a:pt x="319373" y="432108"/>
                </a:cubicBezTo>
                <a:lnTo>
                  <a:pt x="341186" y="498212"/>
                </a:lnTo>
                <a:cubicBezTo>
                  <a:pt x="342805" y="503260"/>
                  <a:pt x="347472" y="506403"/>
                  <a:pt x="352520" y="506403"/>
                </a:cubicBezTo>
                <a:cubicBezTo>
                  <a:pt x="353759" y="506403"/>
                  <a:pt x="354997" y="506213"/>
                  <a:pt x="356235" y="505832"/>
                </a:cubicBezTo>
                <a:cubicBezTo>
                  <a:pt x="362522" y="503736"/>
                  <a:pt x="365855" y="497069"/>
                  <a:pt x="363760" y="490782"/>
                </a:cubicBezTo>
                <a:lnTo>
                  <a:pt x="346043" y="437156"/>
                </a:lnTo>
                <a:lnTo>
                  <a:pt x="389668" y="438680"/>
                </a:lnTo>
                <a:lnTo>
                  <a:pt x="415100" y="508784"/>
                </a:lnTo>
                <a:cubicBezTo>
                  <a:pt x="416814" y="513642"/>
                  <a:pt x="421386" y="516595"/>
                  <a:pt x="426244" y="516595"/>
                </a:cubicBezTo>
                <a:cubicBezTo>
                  <a:pt x="427577" y="516595"/>
                  <a:pt x="429006" y="516404"/>
                  <a:pt x="430340" y="515833"/>
                </a:cubicBezTo>
                <a:cubicBezTo>
                  <a:pt x="436531" y="513547"/>
                  <a:pt x="439674" y="506784"/>
                  <a:pt x="437483" y="500593"/>
                </a:cubicBezTo>
                <a:lnTo>
                  <a:pt x="415290" y="439538"/>
                </a:lnTo>
                <a:lnTo>
                  <a:pt x="430911" y="440109"/>
                </a:lnTo>
                <a:cubicBezTo>
                  <a:pt x="437007" y="440395"/>
                  <a:pt x="443008" y="435251"/>
                  <a:pt x="443198" y="428584"/>
                </a:cubicBezTo>
                <a:cubicBezTo>
                  <a:pt x="443389" y="422012"/>
                  <a:pt x="438341" y="416487"/>
                  <a:pt x="431673" y="416297"/>
                </a:cubicBezTo>
                <a:lnTo>
                  <a:pt x="342519" y="413153"/>
                </a:lnTo>
                <a:cubicBezTo>
                  <a:pt x="340900" y="413153"/>
                  <a:pt x="339376" y="413058"/>
                  <a:pt x="337947" y="412772"/>
                </a:cubicBezTo>
                <a:lnTo>
                  <a:pt x="332518" y="396389"/>
                </a:lnTo>
                <a:lnTo>
                  <a:pt x="431197" y="396389"/>
                </a:lnTo>
                <a:cubicBezTo>
                  <a:pt x="459010" y="396389"/>
                  <a:pt x="463201" y="403438"/>
                  <a:pt x="471107" y="423631"/>
                </a:cubicBezTo>
                <a:lnTo>
                  <a:pt x="502349" y="508784"/>
                </a:lnTo>
                <a:cubicBezTo>
                  <a:pt x="504158" y="513642"/>
                  <a:pt x="508635" y="516595"/>
                  <a:pt x="513493" y="516595"/>
                </a:cubicBezTo>
                <a:cubicBezTo>
                  <a:pt x="514826" y="516595"/>
                  <a:pt x="516255" y="516404"/>
                  <a:pt x="517588" y="515833"/>
                </a:cubicBezTo>
                <a:cubicBezTo>
                  <a:pt x="523780" y="513547"/>
                  <a:pt x="526923" y="506689"/>
                  <a:pt x="524637" y="500593"/>
                </a:cubicBezTo>
                <a:close/>
                <a:moveTo>
                  <a:pt x="169450" y="279137"/>
                </a:moveTo>
                <a:cubicBezTo>
                  <a:pt x="184023" y="279137"/>
                  <a:pt x="195834" y="290948"/>
                  <a:pt x="195834" y="305521"/>
                </a:cubicBezTo>
                <a:cubicBezTo>
                  <a:pt x="195834" y="320094"/>
                  <a:pt x="184023" y="331905"/>
                  <a:pt x="169450" y="331905"/>
                </a:cubicBezTo>
                <a:cubicBezTo>
                  <a:pt x="154877" y="331905"/>
                  <a:pt x="143066" y="320094"/>
                  <a:pt x="143066" y="305521"/>
                </a:cubicBezTo>
                <a:cubicBezTo>
                  <a:pt x="143066" y="290948"/>
                  <a:pt x="154877" y="279137"/>
                  <a:pt x="169450" y="279137"/>
                </a:cubicBezTo>
                <a:close/>
                <a:moveTo>
                  <a:pt x="50292" y="327428"/>
                </a:moveTo>
                <a:cubicBezTo>
                  <a:pt x="64865" y="327428"/>
                  <a:pt x="76676" y="339239"/>
                  <a:pt x="76676" y="353813"/>
                </a:cubicBezTo>
                <a:cubicBezTo>
                  <a:pt x="76676" y="368386"/>
                  <a:pt x="64865" y="380197"/>
                  <a:pt x="50292" y="380197"/>
                </a:cubicBezTo>
                <a:cubicBezTo>
                  <a:pt x="35719" y="380197"/>
                  <a:pt x="23908" y="368386"/>
                  <a:pt x="23908" y="353813"/>
                </a:cubicBezTo>
                <a:cubicBezTo>
                  <a:pt x="23908" y="339239"/>
                  <a:pt x="35719" y="327428"/>
                  <a:pt x="50292" y="327428"/>
                </a:cubicBezTo>
                <a:close/>
                <a:moveTo>
                  <a:pt x="99632" y="172266"/>
                </a:moveTo>
                <a:lnTo>
                  <a:pt x="107156" y="133976"/>
                </a:lnTo>
                <a:cubicBezTo>
                  <a:pt x="107918" y="129880"/>
                  <a:pt x="106585" y="125689"/>
                  <a:pt x="103537" y="122927"/>
                </a:cubicBezTo>
                <a:lnTo>
                  <a:pt x="74390" y="96066"/>
                </a:lnTo>
                <a:lnTo>
                  <a:pt x="195167" y="56252"/>
                </a:lnTo>
                <a:lnTo>
                  <a:pt x="220409" y="132452"/>
                </a:lnTo>
                <a:lnTo>
                  <a:pt x="99632" y="172266"/>
                </a:lnTo>
                <a:close/>
                <a:moveTo>
                  <a:pt x="415195" y="315998"/>
                </a:moveTo>
                <a:cubicBezTo>
                  <a:pt x="429768" y="315998"/>
                  <a:pt x="441579" y="327809"/>
                  <a:pt x="441579" y="342383"/>
                </a:cubicBezTo>
                <a:cubicBezTo>
                  <a:pt x="441579" y="356956"/>
                  <a:pt x="429768" y="368767"/>
                  <a:pt x="415195" y="368767"/>
                </a:cubicBezTo>
                <a:cubicBezTo>
                  <a:pt x="400622" y="368767"/>
                  <a:pt x="388811" y="356956"/>
                  <a:pt x="388811" y="342383"/>
                </a:cubicBezTo>
                <a:cubicBezTo>
                  <a:pt x="388811" y="327809"/>
                  <a:pt x="400622" y="315998"/>
                  <a:pt x="415195" y="31599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117" name="Google Shape;4117;p99"/>
          <p:cNvGrpSpPr/>
          <p:nvPr/>
        </p:nvGrpSpPr>
        <p:grpSpPr>
          <a:xfrm>
            <a:off x="1244063" y="4144036"/>
            <a:ext cx="297091" cy="214634"/>
            <a:chOff x="5222367" y="355314"/>
            <a:chExt cx="528161" cy="381571"/>
          </a:xfrm>
        </p:grpSpPr>
        <p:sp>
          <p:nvSpPr>
            <p:cNvPr id="4118" name="Google Shape;4118;p99"/>
            <p:cNvSpPr/>
            <p:nvPr/>
          </p:nvSpPr>
          <p:spPr>
            <a:xfrm>
              <a:off x="5313045" y="438943"/>
              <a:ext cx="90487" cy="90487"/>
            </a:xfrm>
            <a:custGeom>
              <a:avLst/>
              <a:gdLst/>
              <a:ahLst/>
              <a:cxnLst/>
              <a:rect l="l" t="t" r="r" b="b"/>
              <a:pathLst>
                <a:path w="90487" h="90487" extrusionOk="0">
                  <a:moveTo>
                    <a:pt x="12097" y="0"/>
                  </a:moveTo>
                  <a:lnTo>
                    <a:pt x="78391" y="0"/>
                  </a:lnTo>
                  <a:cubicBezTo>
                    <a:pt x="85058" y="0"/>
                    <a:pt x="90487" y="5429"/>
                    <a:pt x="90487" y="12097"/>
                  </a:cubicBezTo>
                  <a:lnTo>
                    <a:pt x="90487" y="78391"/>
                  </a:lnTo>
                  <a:cubicBezTo>
                    <a:pt x="90487" y="85058"/>
                    <a:pt x="85058" y="90488"/>
                    <a:pt x="78391" y="90488"/>
                  </a:cubicBezTo>
                  <a:lnTo>
                    <a:pt x="12097" y="90488"/>
                  </a:lnTo>
                  <a:cubicBezTo>
                    <a:pt x="5429" y="90488"/>
                    <a:pt x="0" y="85058"/>
                    <a:pt x="0" y="78391"/>
                  </a:cubicBezTo>
                  <a:lnTo>
                    <a:pt x="0" y="12097"/>
                  </a:lnTo>
                  <a:cubicBezTo>
                    <a:pt x="0" y="5429"/>
                    <a:pt x="5429" y="0"/>
                    <a:pt x="1209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19" name="Google Shape;4119;p99"/>
            <p:cNvSpPr/>
            <p:nvPr/>
          </p:nvSpPr>
          <p:spPr>
            <a:xfrm>
              <a:off x="5441156" y="438943"/>
              <a:ext cx="90487" cy="90487"/>
            </a:xfrm>
            <a:custGeom>
              <a:avLst/>
              <a:gdLst/>
              <a:ahLst/>
              <a:cxnLst/>
              <a:rect l="l" t="t" r="r" b="b"/>
              <a:pathLst>
                <a:path w="90487" h="90487" extrusionOk="0">
                  <a:moveTo>
                    <a:pt x="12097" y="0"/>
                  </a:moveTo>
                  <a:lnTo>
                    <a:pt x="78391" y="0"/>
                  </a:lnTo>
                  <a:cubicBezTo>
                    <a:pt x="85058" y="0"/>
                    <a:pt x="90488" y="5429"/>
                    <a:pt x="90488" y="12097"/>
                  </a:cubicBezTo>
                  <a:lnTo>
                    <a:pt x="90488" y="78391"/>
                  </a:lnTo>
                  <a:cubicBezTo>
                    <a:pt x="90488" y="85058"/>
                    <a:pt x="85058" y="90488"/>
                    <a:pt x="78391" y="90488"/>
                  </a:cubicBezTo>
                  <a:lnTo>
                    <a:pt x="12097" y="90488"/>
                  </a:lnTo>
                  <a:cubicBezTo>
                    <a:pt x="5429" y="90488"/>
                    <a:pt x="0" y="85058"/>
                    <a:pt x="0" y="78391"/>
                  </a:cubicBezTo>
                  <a:lnTo>
                    <a:pt x="0" y="12097"/>
                  </a:lnTo>
                  <a:cubicBezTo>
                    <a:pt x="0" y="5429"/>
                    <a:pt x="5429" y="0"/>
                    <a:pt x="1209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20" name="Google Shape;4120;p99"/>
            <p:cNvSpPr/>
            <p:nvPr/>
          </p:nvSpPr>
          <p:spPr>
            <a:xfrm>
              <a:off x="5569267" y="438943"/>
              <a:ext cx="90487" cy="90487"/>
            </a:xfrm>
            <a:custGeom>
              <a:avLst/>
              <a:gdLst/>
              <a:ahLst/>
              <a:cxnLst/>
              <a:rect l="l" t="t" r="r" b="b"/>
              <a:pathLst>
                <a:path w="90487" h="90487" extrusionOk="0">
                  <a:moveTo>
                    <a:pt x="12097" y="0"/>
                  </a:moveTo>
                  <a:lnTo>
                    <a:pt x="78391" y="0"/>
                  </a:lnTo>
                  <a:cubicBezTo>
                    <a:pt x="85058" y="0"/>
                    <a:pt x="90488" y="5429"/>
                    <a:pt x="90488" y="12097"/>
                  </a:cubicBezTo>
                  <a:lnTo>
                    <a:pt x="90488" y="78391"/>
                  </a:lnTo>
                  <a:cubicBezTo>
                    <a:pt x="90488" y="85058"/>
                    <a:pt x="85058" y="90488"/>
                    <a:pt x="78391" y="90488"/>
                  </a:cubicBezTo>
                  <a:lnTo>
                    <a:pt x="12097" y="90488"/>
                  </a:lnTo>
                  <a:cubicBezTo>
                    <a:pt x="5429" y="90488"/>
                    <a:pt x="0" y="85058"/>
                    <a:pt x="0" y="78391"/>
                  </a:cubicBezTo>
                  <a:lnTo>
                    <a:pt x="0" y="12097"/>
                  </a:lnTo>
                  <a:cubicBezTo>
                    <a:pt x="0" y="5429"/>
                    <a:pt x="5429" y="0"/>
                    <a:pt x="1209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21" name="Google Shape;4121;p99"/>
            <p:cNvSpPr/>
            <p:nvPr/>
          </p:nvSpPr>
          <p:spPr>
            <a:xfrm>
              <a:off x="5313045" y="562768"/>
              <a:ext cx="90487" cy="90487"/>
            </a:xfrm>
            <a:custGeom>
              <a:avLst/>
              <a:gdLst/>
              <a:ahLst/>
              <a:cxnLst/>
              <a:rect l="l" t="t" r="r" b="b"/>
              <a:pathLst>
                <a:path w="90487" h="90487" extrusionOk="0">
                  <a:moveTo>
                    <a:pt x="12097" y="0"/>
                  </a:moveTo>
                  <a:lnTo>
                    <a:pt x="78391" y="0"/>
                  </a:lnTo>
                  <a:cubicBezTo>
                    <a:pt x="85058" y="0"/>
                    <a:pt x="90487" y="5429"/>
                    <a:pt x="90487" y="12097"/>
                  </a:cubicBezTo>
                  <a:lnTo>
                    <a:pt x="90487" y="78391"/>
                  </a:lnTo>
                  <a:cubicBezTo>
                    <a:pt x="90487" y="85058"/>
                    <a:pt x="85058" y="90488"/>
                    <a:pt x="78391" y="90488"/>
                  </a:cubicBezTo>
                  <a:lnTo>
                    <a:pt x="12097" y="90488"/>
                  </a:lnTo>
                  <a:cubicBezTo>
                    <a:pt x="5429" y="90488"/>
                    <a:pt x="0" y="85058"/>
                    <a:pt x="0" y="78391"/>
                  </a:cubicBezTo>
                  <a:lnTo>
                    <a:pt x="0" y="12097"/>
                  </a:lnTo>
                  <a:cubicBezTo>
                    <a:pt x="0" y="5429"/>
                    <a:pt x="5429" y="0"/>
                    <a:pt x="1209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22" name="Google Shape;4122;p99"/>
            <p:cNvSpPr/>
            <p:nvPr/>
          </p:nvSpPr>
          <p:spPr>
            <a:xfrm>
              <a:off x="5441156" y="562768"/>
              <a:ext cx="90487" cy="90487"/>
            </a:xfrm>
            <a:custGeom>
              <a:avLst/>
              <a:gdLst/>
              <a:ahLst/>
              <a:cxnLst/>
              <a:rect l="l" t="t" r="r" b="b"/>
              <a:pathLst>
                <a:path w="90487" h="90487" extrusionOk="0">
                  <a:moveTo>
                    <a:pt x="12097" y="0"/>
                  </a:moveTo>
                  <a:lnTo>
                    <a:pt x="78391" y="0"/>
                  </a:lnTo>
                  <a:cubicBezTo>
                    <a:pt x="85058" y="0"/>
                    <a:pt x="90488" y="5429"/>
                    <a:pt x="90488" y="12097"/>
                  </a:cubicBezTo>
                  <a:lnTo>
                    <a:pt x="90488" y="78391"/>
                  </a:lnTo>
                  <a:cubicBezTo>
                    <a:pt x="90488" y="85058"/>
                    <a:pt x="85058" y="90488"/>
                    <a:pt x="78391" y="90488"/>
                  </a:cubicBezTo>
                  <a:lnTo>
                    <a:pt x="12097" y="90488"/>
                  </a:lnTo>
                  <a:cubicBezTo>
                    <a:pt x="5429" y="90488"/>
                    <a:pt x="0" y="85058"/>
                    <a:pt x="0" y="78391"/>
                  </a:cubicBezTo>
                  <a:lnTo>
                    <a:pt x="0" y="12097"/>
                  </a:lnTo>
                  <a:cubicBezTo>
                    <a:pt x="0" y="5429"/>
                    <a:pt x="5429" y="0"/>
                    <a:pt x="1209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23" name="Google Shape;4123;p99"/>
            <p:cNvSpPr/>
            <p:nvPr/>
          </p:nvSpPr>
          <p:spPr>
            <a:xfrm>
              <a:off x="5569267" y="562768"/>
              <a:ext cx="90600" cy="906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24" name="Google Shape;4124;p99"/>
            <p:cNvSpPr/>
            <p:nvPr/>
          </p:nvSpPr>
          <p:spPr>
            <a:xfrm>
              <a:off x="5222367" y="355314"/>
              <a:ext cx="528161" cy="381571"/>
            </a:xfrm>
            <a:custGeom>
              <a:avLst/>
              <a:gdLst/>
              <a:ahLst/>
              <a:cxnLst/>
              <a:rect l="l" t="t" r="r" b="b"/>
              <a:pathLst>
                <a:path w="528161" h="381571" extrusionOk="0">
                  <a:moveTo>
                    <a:pt x="468630" y="0"/>
                  </a:moveTo>
                  <a:lnTo>
                    <a:pt x="59436" y="0"/>
                  </a:lnTo>
                  <a:cubicBezTo>
                    <a:pt x="26670" y="0"/>
                    <a:pt x="0" y="26670"/>
                    <a:pt x="0" y="59436"/>
                  </a:cubicBezTo>
                  <a:lnTo>
                    <a:pt x="0" y="322136"/>
                  </a:lnTo>
                  <a:cubicBezTo>
                    <a:pt x="0" y="354902"/>
                    <a:pt x="26670" y="381572"/>
                    <a:pt x="59436" y="381572"/>
                  </a:cubicBezTo>
                  <a:lnTo>
                    <a:pt x="468725" y="381572"/>
                  </a:lnTo>
                  <a:cubicBezTo>
                    <a:pt x="501491" y="381572"/>
                    <a:pt x="528161" y="354902"/>
                    <a:pt x="528161" y="322136"/>
                  </a:cubicBezTo>
                  <a:lnTo>
                    <a:pt x="528161" y="59436"/>
                  </a:lnTo>
                  <a:cubicBezTo>
                    <a:pt x="528161" y="26670"/>
                    <a:pt x="501491" y="0"/>
                    <a:pt x="468725" y="0"/>
                  </a:cubicBezTo>
                  <a:close/>
                  <a:moveTo>
                    <a:pt x="491300" y="322136"/>
                  </a:moveTo>
                  <a:cubicBezTo>
                    <a:pt x="491300" y="334613"/>
                    <a:pt x="481108" y="344805"/>
                    <a:pt x="468630" y="344805"/>
                  </a:cubicBezTo>
                  <a:lnTo>
                    <a:pt x="59436" y="344805"/>
                  </a:lnTo>
                  <a:cubicBezTo>
                    <a:pt x="46958" y="344805"/>
                    <a:pt x="36767" y="334613"/>
                    <a:pt x="36767" y="322136"/>
                  </a:cubicBezTo>
                  <a:lnTo>
                    <a:pt x="36767" y="59436"/>
                  </a:lnTo>
                  <a:cubicBezTo>
                    <a:pt x="36767" y="46958"/>
                    <a:pt x="46958" y="36766"/>
                    <a:pt x="59436" y="36766"/>
                  </a:cubicBezTo>
                  <a:lnTo>
                    <a:pt x="468725" y="36766"/>
                  </a:lnTo>
                  <a:cubicBezTo>
                    <a:pt x="481203" y="36766"/>
                    <a:pt x="491395" y="46958"/>
                    <a:pt x="491395" y="59436"/>
                  </a:cubicBezTo>
                  <a:lnTo>
                    <a:pt x="491395" y="32213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125" name="Google Shape;4125;p99"/>
          <p:cNvGrpSpPr/>
          <p:nvPr/>
        </p:nvGrpSpPr>
        <p:grpSpPr>
          <a:xfrm>
            <a:off x="4451408" y="3323507"/>
            <a:ext cx="242548" cy="297358"/>
            <a:chOff x="2070544" y="1132776"/>
            <a:chExt cx="431196" cy="528637"/>
          </a:xfrm>
        </p:grpSpPr>
        <p:sp>
          <p:nvSpPr>
            <p:cNvPr id="4126" name="Google Shape;4126;p99"/>
            <p:cNvSpPr/>
            <p:nvPr/>
          </p:nvSpPr>
          <p:spPr>
            <a:xfrm>
              <a:off x="2266188" y="1237360"/>
              <a:ext cx="177165" cy="92678"/>
            </a:xfrm>
            <a:custGeom>
              <a:avLst/>
              <a:gdLst/>
              <a:ahLst/>
              <a:cxnLst/>
              <a:rect l="l" t="t" r="r" b="b"/>
              <a:pathLst>
                <a:path w="177165" h="92678" extrusionOk="0">
                  <a:moveTo>
                    <a:pt x="165259" y="0"/>
                  </a:moveTo>
                  <a:lnTo>
                    <a:pt x="11906" y="0"/>
                  </a:lnTo>
                  <a:cubicBezTo>
                    <a:pt x="5334" y="0"/>
                    <a:pt x="0" y="5334"/>
                    <a:pt x="0" y="11906"/>
                  </a:cubicBezTo>
                  <a:lnTo>
                    <a:pt x="0" y="80772"/>
                  </a:lnTo>
                  <a:cubicBezTo>
                    <a:pt x="0" y="87344"/>
                    <a:pt x="5334" y="92678"/>
                    <a:pt x="11906" y="92678"/>
                  </a:cubicBezTo>
                  <a:lnTo>
                    <a:pt x="165259" y="92678"/>
                  </a:lnTo>
                  <a:cubicBezTo>
                    <a:pt x="171831" y="92678"/>
                    <a:pt x="177165" y="87344"/>
                    <a:pt x="177165" y="80772"/>
                  </a:cubicBezTo>
                  <a:lnTo>
                    <a:pt x="177165" y="11906"/>
                  </a:lnTo>
                  <a:cubicBezTo>
                    <a:pt x="177165" y="5334"/>
                    <a:pt x="171831" y="0"/>
                    <a:pt x="165259" y="0"/>
                  </a:cubicBezTo>
                  <a:close/>
                  <a:moveTo>
                    <a:pt x="153353" y="68961"/>
                  </a:moveTo>
                  <a:lnTo>
                    <a:pt x="23812" y="68961"/>
                  </a:lnTo>
                  <a:lnTo>
                    <a:pt x="23812" y="23908"/>
                  </a:lnTo>
                  <a:lnTo>
                    <a:pt x="153353" y="23908"/>
                  </a:lnTo>
                  <a:lnTo>
                    <a:pt x="153353" y="6896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27" name="Google Shape;4127;p99"/>
            <p:cNvSpPr/>
            <p:nvPr/>
          </p:nvSpPr>
          <p:spPr>
            <a:xfrm>
              <a:off x="2070544" y="1132776"/>
              <a:ext cx="431196" cy="528637"/>
            </a:xfrm>
            <a:custGeom>
              <a:avLst/>
              <a:gdLst/>
              <a:ahLst/>
              <a:cxnLst/>
              <a:rect l="l" t="t" r="r" b="b"/>
              <a:pathLst>
                <a:path w="431196" h="528637" extrusionOk="0">
                  <a:moveTo>
                    <a:pt x="371570" y="0"/>
                  </a:moveTo>
                  <a:lnTo>
                    <a:pt x="101822" y="0"/>
                  </a:lnTo>
                  <a:cubicBezTo>
                    <a:pt x="68961" y="0"/>
                    <a:pt x="42196" y="26765"/>
                    <a:pt x="42196" y="59627"/>
                  </a:cubicBezTo>
                  <a:lnTo>
                    <a:pt x="42196" y="85915"/>
                  </a:lnTo>
                  <a:lnTo>
                    <a:pt x="18764" y="85915"/>
                  </a:lnTo>
                  <a:cubicBezTo>
                    <a:pt x="8382" y="85915"/>
                    <a:pt x="0" y="94298"/>
                    <a:pt x="0" y="104680"/>
                  </a:cubicBezTo>
                  <a:cubicBezTo>
                    <a:pt x="0" y="115062"/>
                    <a:pt x="8382" y="123444"/>
                    <a:pt x="18764" y="123444"/>
                  </a:cubicBezTo>
                  <a:lnTo>
                    <a:pt x="42196" y="123444"/>
                  </a:lnTo>
                  <a:lnTo>
                    <a:pt x="42196" y="165735"/>
                  </a:lnTo>
                  <a:lnTo>
                    <a:pt x="18764" y="165735"/>
                  </a:lnTo>
                  <a:cubicBezTo>
                    <a:pt x="8382" y="165735"/>
                    <a:pt x="0" y="174117"/>
                    <a:pt x="0" y="184499"/>
                  </a:cubicBezTo>
                  <a:cubicBezTo>
                    <a:pt x="0" y="194881"/>
                    <a:pt x="8382" y="203264"/>
                    <a:pt x="18764" y="203264"/>
                  </a:cubicBezTo>
                  <a:lnTo>
                    <a:pt x="42196" y="203264"/>
                  </a:lnTo>
                  <a:lnTo>
                    <a:pt x="42196" y="245555"/>
                  </a:lnTo>
                  <a:lnTo>
                    <a:pt x="18764" y="245555"/>
                  </a:lnTo>
                  <a:cubicBezTo>
                    <a:pt x="8382" y="245555"/>
                    <a:pt x="0" y="253937"/>
                    <a:pt x="0" y="264319"/>
                  </a:cubicBezTo>
                  <a:cubicBezTo>
                    <a:pt x="0" y="274701"/>
                    <a:pt x="8382" y="283083"/>
                    <a:pt x="18764" y="283083"/>
                  </a:cubicBezTo>
                  <a:lnTo>
                    <a:pt x="42196" y="283083"/>
                  </a:lnTo>
                  <a:lnTo>
                    <a:pt x="42196" y="325374"/>
                  </a:lnTo>
                  <a:lnTo>
                    <a:pt x="18764" y="325374"/>
                  </a:lnTo>
                  <a:cubicBezTo>
                    <a:pt x="8382" y="325374"/>
                    <a:pt x="0" y="333756"/>
                    <a:pt x="0" y="344138"/>
                  </a:cubicBezTo>
                  <a:cubicBezTo>
                    <a:pt x="0" y="354521"/>
                    <a:pt x="8382" y="362903"/>
                    <a:pt x="18764" y="362903"/>
                  </a:cubicBezTo>
                  <a:lnTo>
                    <a:pt x="42196" y="362903"/>
                  </a:lnTo>
                  <a:lnTo>
                    <a:pt x="42196" y="405194"/>
                  </a:lnTo>
                  <a:lnTo>
                    <a:pt x="18764" y="405194"/>
                  </a:lnTo>
                  <a:cubicBezTo>
                    <a:pt x="8382" y="405194"/>
                    <a:pt x="0" y="413576"/>
                    <a:pt x="0" y="423958"/>
                  </a:cubicBezTo>
                  <a:lnTo>
                    <a:pt x="0" y="423958"/>
                  </a:lnTo>
                  <a:cubicBezTo>
                    <a:pt x="0" y="434340"/>
                    <a:pt x="8382" y="442722"/>
                    <a:pt x="18764" y="442722"/>
                  </a:cubicBezTo>
                  <a:lnTo>
                    <a:pt x="42196" y="442722"/>
                  </a:lnTo>
                  <a:lnTo>
                    <a:pt x="42196" y="469011"/>
                  </a:lnTo>
                  <a:cubicBezTo>
                    <a:pt x="42196" y="501872"/>
                    <a:pt x="68961" y="528638"/>
                    <a:pt x="101822" y="528638"/>
                  </a:cubicBezTo>
                  <a:lnTo>
                    <a:pt x="371570" y="528638"/>
                  </a:lnTo>
                  <a:cubicBezTo>
                    <a:pt x="404432" y="528638"/>
                    <a:pt x="431197" y="501872"/>
                    <a:pt x="431197" y="469011"/>
                  </a:cubicBezTo>
                  <a:lnTo>
                    <a:pt x="431197" y="59627"/>
                  </a:lnTo>
                  <a:cubicBezTo>
                    <a:pt x="431197" y="26765"/>
                    <a:pt x="404432" y="0"/>
                    <a:pt x="371570" y="0"/>
                  </a:cubicBezTo>
                  <a:close/>
                  <a:moveTo>
                    <a:pt x="79438" y="468821"/>
                  </a:moveTo>
                  <a:lnTo>
                    <a:pt x="79438" y="442532"/>
                  </a:lnTo>
                  <a:lnTo>
                    <a:pt x="102870" y="442532"/>
                  </a:lnTo>
                  <a:cubicBezTo>
                    <a:pt x="113252" y="442532"/>
                    <a:pt x="121634" y="434150"/>
                    <a:pt x="121634" y="423767"/>
                  </a:cubicBezTo>
                  <a:lnTo>
                    <a:pt x="121634" y="423767"/>
                  </a:lnTo>
                  <a:cubicBezTo>
                    <a:pt x="121634" y="413385"/>
                    <a:pt x="113252" y="405003"/>
                    <a:pt x="102870" y="405003"/>
                  </a:cubicBezTo>
                  <a:lnTo>
                    <a:pt x="79438" y="405003"/>
                  </a:lnTo>
                  <a:lnTo>
                    <a:pt x="79438" y="362712"/>
                  </a:lnTo>
                  <a:lnTo>
                    <a:pt x="102870" y="362712"/>
                  </a:lnTo>
                  <a:cubicBezTo>
                    <a:pt x="113252" y="362712"/>
                    <a:pt x="121634" y="354330"/>
                    <a:pt x="121634" y="343948"/>
                  </a:cubicBezTo>
                  <a:cubicBezTo>
                    <a:pt x="121634" y="333566"/>
                    <a:pt x="113252" y="325184"/>
                    <a:pt x="102870" y="325184"/>
                  </a:cubicBezTo>
                  <a:lnTo>
                    <a:pt x="79438" y="325184"/>
                  </a:lnTo>
                  <a:lnTo>
                    <a:pt x="79438" y="282893"/>
                  </a:lnTo>
                  <a:lnTo>
                    <a:pt x="102870" y="282893"/>
                  </a:lnTo>
                  <a:cubicBezTo>
                    <a:pt x="113252" y="282893"/>
                    <a:pt x="121634" y="274511"/>
                    <a:pt x="121634" y="264128"/>
                  </a:cubicBezTo>
                  <a:cubicBezTo>
                    <a:pt x="121634" y="253746"/>
                    <a:pt x="113252" y="245364"/>
                    <a:pt x="102870" y="245364"/>
                  </a:cubicBezTo>
                  <a:lnTo>
                    <a:pt x="79438" y="245364"/>
                  </a:lnTo>
                  <a:lnTo>
                    <a:pt x="79438" y="203073"/>
                  </a:lnTo>
                  <a:lnTo>
                    <a:pt x="102870" y="203073"/>
                  </a:lnTo>
                  <a:cubicBezTo>
                    <a:pt x="113252" y="203073"/>
                    <a:pt x="121634" y="194691"/>
                    <a:pt x="121634" y="184309"/>
                  </a:cubicBezTo>
                  <a:cubicBezTo>
                    <a:pt x="121634" y="173927"/>
                    <a:pt x="113252" y="165544"/>
                    <a:pt x="102870" y="165544"/>
                  </a:cubicBezTo>
                  <a:lnTo>
                    <a:pt x="79438" y="165544"/>
                  </a:lnTo>
                  <a:lnTo>
                    <a:pt x="79438" y="123254"/>
                  </a:lnTo>
                  <a:lnTo>
                    <a:pt x="102870" y="123254"/>
                  </a:lnTo>
                  <a:cubicBezTo>
                    <a:pt x="113252" y="123254"/>
                    <a:pt x="121634" y="114871"/>
                    <a:pt x="121634" y="104489"/>
                  </a:cubicBezTo>
                  <a:cubicBezTo>
                    <a:pt x="121634" y="94107"/>
                    <a:pt x="113252" y="85725"/>
                    <a:pt x="102870" y="85725"/>
                  </a:cubicBezTo>
                  <a:lnTo>
                    <a:pt x="79438" y="85725"/>
                  </a:lnTo>
                  <a:lnTo>
                    <a:pt x="79438" y="59436"/>
                  </a:lnTo>
                  <a:cubicBezTo>
                    <a:pt x="79438" y="47053"/>
                    <a:pt x="89535" y="36957"/>
                    <a:pt x="101918" y="36957"/>
                  </a:cubicBezTo>
                  <a:lnTo>
                    <a:pt x="137160" y="36957"/>
                  </a:lnTo>
                  <a:lnTo>
                    <a:pt x="137160" y="491109"/>
                  </a:lnTo>
                  <a:lnTo>
                    <a:pt x="101918" y="491109"/>
                  </a:lnTo>
                  <a:cubicBezTo>
                    <a:pt x="89535" y="491109"/>
                    <a:pt x="79438" y="481012"/>
                    <a:pt x="79438" y="468630"/>
                  </a:cubicBezTo>
                  <a:close/>
                  <a:moveTo>
                    <a:pt x="394049" y="468821"/>
                  </a:moveTo>
                  <a:cubicBezTo>
                    <a:pt x="394049" y="481203"/>
                    <a:pt x="383953" y="491300"/>
                    <a:pt x="371570" y="491300"/>
                  </a:cubicBezTo>
                  <a:lnTo>
                    <a:pt x="175165" y="491300"/>
                  </a:lnTo>
                  <a:lnTo>
                    <a:pt x="175165" y="37147"/>
                  </a:lnTo>
                  <a:lnTo>
                    <a:pt x="371570" y="37147"/>
                  </a:lnTo>
                  <a:cubicBezTo>
                    <a:pt x="383953" y="37147"/>
                    <a:pt x="394049" y="47244"/>
                    <a:pt x="394049" y="59627"/>
                  </a:cubicBezTo>
                  <a:lnTo>
                    <a:pt x="394049" y="46891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128" name="Google Shape;4128;p99"/>
          <p:cNvGrpSpPr/>
          <p:nvPr/>
        </p:nvGrpSpPr>
        <p:grpSpPr>
          <a:xfrm>
            <a:off x="5204785" y="4104521"/>
            <a:ext cx="297680" cy="297679"/>
            <a:chOff x="5882197" y="1157795"/>
            <a:chExt cx="529208" cy="529208"/>
          </a:xfrm>
        </p:grpSpPr>
        <p:sp>
          <p:nvSpPr>
            <p:cNvPr id="4129" name="Google Shape;4129;p99"/>
            <p:cNvSpPr/>
            <p:nvPr/>
          </p:nvSpPr>
          <p:spPr>
            <a:xfrm>
              <a:off x="5882197" y="1157795"/>
              <a:ext cx="529208" cy="529208"/>
            </a:xfrm>
            <a:custGeom>
              <a:avLst/>
              <a:gdLst/>
              <a:ahLst/>
              <a:cxnLst/>
              <a:rect l="l" t="t" r="r" b="b"/>
              <a:pathLst>
                <a:path w="529208" h="529208" extrusionOk="0">
                  <a:moveTo>
                    <a:pt x="264605" y="0"/>
                  </a:moveTo>
                  <a:cubicBezTo>
                    <a:pt x="118682" y="0"/>
                    <a:pt x="0" y="118682"/>
                    <a:pt x="0" y="264605"/>
                  </a:cubicBezTo>
                  <a:cubicBezTo>
                    <a:pt x="0" y="410528"/>
                    <a:pt x="118682" y="529209"/>
                    <a:pt x="264605" y="529209"/>
                  </a:cubicBezTo>
                  <a:cubicBezTo>
                    <a:pt x="410528" y="529209"/>
                    <a:pt x="529209" y="410528"/>
                    <a:pt x="529209" y="264605"/>
                  </a:cubicBezTo>
                  <a:cubicBezTo>
                    <a:pt x="529209" y="118682"/>
                    <a:pt x="410528" y="0"/>
                    <a:pt x="264605" y="0"/>
                  </a:cubicBezTo>
                  <a:close/>
                  <a:moveTo>
                    <a:pt x="264605" y="492347"/>
                  </a:moveTo>
                  <a:cubicBezTo>
                    <a:pt x="138970" y="492347"/>
                    <a:pt x="36862" y="390144"/>
                    <a:pt x="36862" y="264509"/>
                  </a:cubicBezTo>
                  <a:cubicBezTo>
                    <a:pt x="36862" y="138875"/>
                    <a:pt x="138970" y="36862"/>
                    <a:pt x="264605" y="36862"/>
                  </a:cubicBezTo>
                  <a:cubicBezTo>
                    <a:pt x="390239" y="36862"/>
                    <a:pt x="492443" y="139065"/>
                    <a:pt x="492443" y="264605"/>
                  </a:cubicBezTo>
                  <a:cubicBezTo>
                    <a:pt x="492443" y="390144"/>
                    <a:pt x="390239" y="492443"/>
                    <a:pt x="264605" y="49244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30" name="Google Shape;4130;p99"/>
            <p:cNvSpPr/>
            <p:nvPr/>
          </p:nvSpPr>
          <p:spPr>
            <a:xfrm>
              <a:off x="6098032" y="1261239"/>
              <a:ext cx="176553" cy="210690"/>
            </a:xfrm>
            <a:custGeom>
              <a:avLst/>
              <a:gdLst/>
              <a:ahLst/>
              <a:cxnLst/>
              <a:rect l="l" t="t" r="r" b="b"/>
              <a:pathLst>
                <a:path w="176553" h="210690" extrusionOk="0">
                  <a:moveTo>
                    <a:pt x="175643" y="10665"/>
                  </a:moveTo>
                  <a:cubicBezTo>
                    <a:pt x="177357" y="7617"/>
                    <a:pt x="176595" y="3712"/>
                    <a:pt x="173833" y="1521"/>
                  </a:cubicBezTo>
                  <a:cubicBezTo>
                    <a:pt x="171071" y="-670"/>
                    <a:pt x="167070" y="-479"/>
                    <a:pt x="164499" y="1997"/>
                  </a:cubicBezTo>
                  <a:lnTo>
                    <a:pt x="49151" y="112868"/>
                  </a:lnTo>
                  <a:cubicBezTo>
                    <a:pt x="47055" y="112868"/>
                    <a:pt x="45055" y="112773"/>
                    <a:pt x="42960" y="113059"/>
                  </a:cubicBezTo>
                  <a:cubicBezTo>
                    <a:pt x="30006" y="114678"/>
                    <a:pt x="18385" y="121250"/>
                    <a:pt x="10384" y="131537"/>
                  </a:cubicBezTo>
                  <a:cubicBezTo>
                    <a:pt x="-6285" y="152778"/>
                    <a:pt x="-2475" y="183639"/>
                    <a:pt x="18861" y="200308"/>
                  </a:cubicBezTo>
                  <a:cubicBezTo>
                    <a:pt x="27529" y="207071"/>
                    <a:pt x="38007" y="210690"/>
                    <a:pt x="48960" y="210690"/>
                  </a:cubicBezTo>
                  <a:cubicBezTo>
                    <a:pt x="50961" y="210690"/>
                    <a:pt x="52961" y="210595"/>
                    <a:pt x="55056" y="210309"/>
                  </a:cubicBezTo>
                  <a:cubicBezTo>
                    <a:pt x="68010" y="208690"/>
                    <a:pt x="79631" y="202118"/>
                    <a:pt x="87632" y="191831"/>
                  </a:cubicBezTo>
                  <a:cubicBezTo>
                    <a:pt x="97347" y="179448"/>
                    <a:pt x="99919" y="163827"/>
                    <a:pt x="96300" y="149635"/>
                  </a:cubicBezTo>
                  <a:lnTo>
                    <a:pt x="175738" y="10760"/>
                  </a:lnTo>
                  <a:close/>
                  <a:moveTo>
                    <a:pt x="64581" y="173733"/>
                  </a:moveTo>
                  <a:cubicBezTo>
                    <a:pt x="61343" y="177924"/>
                    <a:pt x="56580" y="180591"/>
                    <a:pt x="51342" y="181258"/>
                  </a:cubicBezTo>
                  <a:cubicBezTo>
                    <a:pt x="46103" y="181925"/>
                    <a:pt x="40864" y="180496"/>
                    <a:pt x="36673" y="177162"/>
                  </a:cubicBezTo>
                  <a:cubicBezTo>
                    <a:pt x="32482" y="173924"/>
                    <a:pt x="29815" y="169161"/>
                    <a:pt x="29148" y="163922"/>
                  </a:cubicBezTo>
                  <a:cubicBezTo>
                    <a:pt x="28482" y="158684"/>
                    <a:pt x="29910" y="153445"/>
                    <a:pt x="33244" y="149254"/>
                  </a:cubicBezTo>
                  <a:cubicBezTo>
                    <a:pt x="36483" y="145063"/>
                    <a:pt x="41245" y="142396"/>
                    <a:pt x="46484" y="141729"/>
                  </a:cubicBezTo>
                  <a:cubicBezTo>
                    <a:pt x="47341" y="141634"/>
                    <a:pt x="48103" y="141539"/>
                    <a:pt x="48960" y="141539"/>
                  </a:cubicBezTo>
                  <a:cubicBezTo>
                    <a:pt x="53342" y="141539"/>
                    <a:pt x="57628" y="142967"/>
                    <a:pt x="61152" y="145730"/>
                  </a:cubicBezTo>
                  <a:cubicBezTo>
                    <a:pt x="69820" y="152492"/>
                    <a:pt x="71344" y="164970"/>
                    <a:pt x="64581" y="17363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31" name="Google Shape;4131;p99"/>
            <p:cNvSpPr/>
            <p:nvPr/>
          </p:nvSpPr>
          <p:spPr>
            <a:xfrm>
              <a:off x="6134800" y="1216850"/>
              <a:ext cx="23812" cy="38957"/>
            </a:xfrm>
            <a:custGeom>
              <a:avLst/>
              <a:gdLst/>
              <a:ahLst/>
              <a:cxnLst/>
              <a:rect l="l" t="t" r="r" b="b"/>
              <a:pathLst>
                <a:path w="23812" h="38957" extrusionOk="0">
                  <a:moveTo>
                    <a:pt x="11906" y="38957"/>
                  </a:moveTo>
                  <a:cubicBezTo>
                    <a:pt x="18479" y="38957"/>
                    <a:pt x="23813" y="33623"/>
                    <a:pt x="23813" y="27051"/>
                  </a:cubicBezTo>
                  <a:lnTo>
                    <a:pt x="23813" y="11906"/>
                  </a:lnTo>
                  <a:cubicBezTo>
                    <a:pt x="23813" y="5334"/>
                    <a:pt x="18479" y="0"/>
                    <a:pt x="11906" y="0"/>
                  </a:cubicBezTo>
                  <a:cubicBezTo>
                    <a:pt x="5334" y="0"/>
                    <a:pt x="0" y="5334"/>
                    <a:pt x="0" y="11906"/>
                  </a:cubicBezTo>
                  <a:lnTo>
                    <a:pt x="0" y="27051"/>
                  </a:lnTo>
                  <a:cubicBezTo>
                    <a:pt x="0" y="33623"/>
                    <a:pt x="5334" y="38957"/>
                    <a:pt x="11906" y="3895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32" name="Google Shape;4132;p99"/>
            <p:cNvSpPr/>
            <p:nvPr/>
          </p:nvSpPr>
          <p:spPr>
            <a:xfrm>
              <a:off x="6051602" y="1235951"/>
              <a:ext cx="30378" cy="37477"/>
            </a:xfrm>
            <a:custGeom>
              <a:avLst/>
              <a:gdLst/>
              <a:ahLst/>
              <a:cxnLst/>
              <a:rect l="l" t="t" r="r" b="b"/>
              <a:pathLst>
                <a:path w="30378" h="37477" extrusionOk="0">
                  <a:moveTo>
                    <a:pt x="22619" y="6712"/>
                  </a:moveTo>
                  <a:cubicBezTo>
                    <a:pt x="19761" y="807"/>
                    <a:pt x="12618" y="-1670"/>
                    <a:pt x="6712" y="1188"/>
                  </a:cubicBezTo>
                  <a:cubicBezTo>
                    <a:pt x="807" y="4045"/>
                    <a:pt x="-1670" y="11189"/>
                    <a:pt x="1188" y="17094"/>
                  </a:cubicBezTo>
                  <a:lnTo>
                    <a:pt x="7760" y="30715"/>
                  </a:lnTo>
                  <a:cubicBezTo>
                    <a:pt x="9855" y="35001"/>
                    <a:pt x="14046" y="37478"/>
                    <a:pt x="18523" y="37478"/>
                  </a:cubicBezTo>
                  <a:cubicBezTo>
                    <a:pt x="20238" y="37478"/>
                    <a:pt x="22047" y="37097"/>
                    <a:pt x="23667" y="36335"/>
                  </a:cubicBezTo>
                  <a:cubicBezTo>
                    <a:pt x="29572" y="33477"/>
                    <a:pt x="32049" y="26334"/>
                    <a:pt x="29191" y="20428"/>
                  </a:cubicBezTo>
                  <a:lnTo>
                    <a:pt x="22619" y="680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33" name="Google Shape;4133;p99"/>
            <p:cNvSpPr/>
            <p:nvPr/>
          </p:nvSpPr>
          <p:spPr>
            <a:xfrm>
              <a:off x="5984954" y="1289127"/>
              <a:ext cx="35658" cy="33259"/>
            </a:xfrm>
            <a:custGeom>
              <a:avLst/>
              <a:gdLst/>
              <a:ahLst/>
              <a:cxnLst/>
              <a:rect l="l" t="t" r="r" b="b"/>
              <a:pathLst>
                <a:path w="35658" h="33259" extrusionOk="0">
                  <a:moveTo>
                    <a:pt x="16305" y="30688"/>
                  </a:moveTo>
                  <a:cubicBezTo>
                    <a:pt x="18496" y="32403"/>
                    <a:pt x="21068" y="33260"/>
                    <a:pt x="23735" y="33260"/>
                  </a:cubicBezTo>
                  <a:cubicBezTo>
                    <a:pt x="27259" y="33260"/>
                    <a:pt x="30688" y="31736"/>
                    <a:pt x="33069" y="28783"/>
                  </a:cubicBezTo>
                  <a:cubicBezTo>
                    <a:pt x="37165" y="23640"/>
                    <a:pt x="36308" y="16115"/>
                    <a:pt x="31164" y="12019"/>
                  </a:cubicBezTo>
                  <a:lnTo>
                    <a:pt x="19353" y="2589"/>
                  </a:lnTo>
                  <a:cubicBezTo>
                    <a:pt x="14210" y="-1506"/>
                    <a:pt x="6685" y="-649"/>
                    <a:pt x="2589" y="4494"/>
                  </a:cubicBezTo>
                  <a:cubicBezTo>
                    <a:pt x="-1506" y="9638"/>
                    <a:pt x="-649" y="17163"/>
                    <a:pt x="4494" y="21258"/>
                  </a:cubicBezTo>
                  <a:lnTo>
                    <a:pt x="16305" y="3068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34" name="Google Shape;4134;p99"/>
            <p:cNvSpPr/>
            <p:nvPr/>
          </p:nvSpPr>
          <p:spPr>
            <a:xfrm>
              <a:off x="5948011" y="1365978"/>
              <a:ext cx="38583" cy="27179"/>
            </a:xfrm>
            <a:custGeom>
              <a:avLst/>
              <a:gdLst/>
              <a:ahLst/>
              <a:cxnLst/>
              <a:rect l="l" t="t" r="r" b="b"/>
              <a:pathLst>
                <a:path w="38583" h="27179" extrusionOk="0">
                  <a:moveTo>
                    <a:pt x="9243" y="23560"/>
                  </a:moveTo>
                  <a:lnTo>
                    <a:pt x="24007" y="26894"/>
                  </a:lnTo>
                  <a:cubicBezTo>
                    <a:pt x="24864" y="27084"/>
                    <a:pt x="25816" y="27179"/>
                    <a:pt x="26674" y="27179"/>
                  </a:cubicBezTo>
                  <a:cubicBezTo>
                    <a:pt x="32103" y="27179"/>
                    <a:pt x="37056" y="23465"/>
                    <a:pt x="38294" y="17940"/>
                  </a:cubicBezTo>
                  <a:cubicBezTo>
                    <a:pt x="39723" y="11558"/>
                    <a:pt x="35722" y="5177"/>
                    <a:pt x="29341" y="3653"/>
                  </a:cubicBezTo>
                  <a:lnTo>
                    <a:pt x="14577" y="319"/>
                  </a:lnTo>
                  <a:cubicBezTo>
                    <a:pt x="8195" y="-1205"/>
                    <a:pt x="1813" y="2891"/>
                    <a:pt x="289" y="9272"/>
                  </a:cubicBezTo>
                  <a:cubicBezTo>
                    <a:pt x="-1139" y="15654"/>
                    <a:pt x="2861" y="22036"/>
                    <a:pt x="9243" y="2356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35" name="Google Shape;4135;p99"/>
            <p:cNvSpPr/>
            <p:nvPr/>
          </p:nvSpPr>
          <p:spPr>
            <a:xfrm>
              <a:off x="5948011" y="1448018"/>
              <a:ext cx="38583" cy="27149"/>
            </a:xfrm>
            <a:custGeom>
              <a:avLst/>
              <a:gdLst/>
              <a:ahLst/>
              <a:cxnLst/>
              <a:rect l="l" t="t" r="r" b="b"/>
              <a:pathLst>
                <a:path w="38583" h="27149" extrusionOk="0">
                  <a:moveTo>
                    <a:pt x="38294" y="9243"/>
                  </a:moveTo>
                  <a:cubicBezTo>
                    <a:pt x="36865" y="2861"/>
                    <a:pt x="30484" y="-1139"/>
                    <a:pt x="24007" y="289"/>
                  </a:cubicBezTo>
                  <a:lnTo>
                    <a:pt x="9243" y="3623"/>
                  </a:lnTo>
                  <a:cubicBezTo>
                    <a:pt x="2861" y="5052"/>
                    <a:pt x="-1139" y="11434"/>
                    <a:pt x="289" y="17911"/>
                  </a:cubicBezTo>
                  <a:cubicBezTo>
                    <a:pt x="1528" y="23435"/>
                    <a:pt x="6481" y="27150"/>
                    <a:pt x="11910" y="27150"/>
                  </a:cubicBezTo>
                  <a:cubicBezTo>
                    <a:pt x="12767" y="27150"/>
                    <a:pt x="13720" y="27055"/>
                    <a:pt x="14577" y="26864"/>
                  </a:cubicBezTo>
                  <a:lnTo>
                    <a:pt x="29341" y="23530"/>
                  </a:lnTo>
                  <a:cubicBezTo>
                    <a:pt x="35722" y="22102"/>
                    <a:pt x="39723" y="15720"/>
                    <a:pt x="38294" y="924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36" name="Google Shape;4136;p99"/>
            <p:cNvSpPr/>
            <p:nvPr/>
          </p:nvSpPr>
          <p:spPr>
            <a:xfrm>
              <a:off x="5985049" y="1518775"/>
              <a:ext cx="35658" cy="33259"/>
            </a:xfrm>
            <a:custGeom>
              <a:avLst/>
              <a:gdLst/>
              <a:ahLst/>
              <a:cxnLst/>
              <a:rect l="l" t="t" r="r" b="b"/>
              <a:pathLst>
                <a:path w="35658" h="33259" extrusionOk="0">
                  <a:moveTo>
                    <a:pt x="16305" y="2589"/>
                  </a:moveTo>
                  <a:lnTo>
                    <a:pt x="4494" y="12019"/>
                  </a:lnTo>
                  <a:cubicBezTo>
                    <a:pt x="-649" y="16115"/>
                    <a:pt x="-1506" y="23640"/>
                    <a:pt x="2589" y="28783"/>
                  </a:cubicBezTo>
                  <a:cubicBezTo>
                    <a:pt x="4971" y="31736"/>
                    <a:pt x="8400" y="33260"/>
                    <a:pt x="11924" y="33260"/>
                  </a:cubicBezTo>
                  <a:cubicBezTo>
                    <a:pt x="14496" y="33260"/>
                    <a:pt x="17163" y="32403"/>
                    <a:pt x="19353" y="30688"/>
                  </a:cubicBezTo>
                  <a:lnTo>
                    <a:pt x="31164" y="21258"/>
                  </a:lnTo>
                  <a:cubicBezTo>
                    <a:pt x="36308" y="17163"/>
                    <a:pt x="37165" y="9638"/>
                    <a:pt x="33069" y="4494"/>
                  </a:cubicBezTo>
                  <a:cubicBezTo>
                    <a:pt x="28974" y="-649"/>
                    <a:pt x="21449" y="-1506"/>
                    <a:pt x="16305" y="258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37" name="Google Shape;4137;p99"/>
            <p:cNvSpPr/>
            <p:nvPr/>
          </p:nvSpPr>
          <p:spPr>
            <a:xfrm>
              <a:off x="6272990" y="1518584"/>
              <a:ext cx="35658" cy="33259"/>
            </a:xfrm>
            <a:custGeom>
              <a:avLst/>
              <a:gdLst/>
              <a:ahLst/>
              <a:cxnLst/>
              <a:rect l="l" t="t" r="r" b="b"/>
              <a:pathLst>
                <a:path w="35658" h="33259" extrusionOk="0">
                  <a:moveTo>
                    <a:pt x="19353" y="2589"/>
                  </a:moveTo>
                  <a:cubicBezTo>
                    <a:pt x="14210" y="-1506"/>
                    <a:pt x="6685" y="-649"/>
                    <a:pt x="2589" y="4494"/>
                  </a:cubicBezTo>
                  <a:cubicBezTo>
                    <a:pt x="-1506" y="9638"/>
                    <a:pt x="-649" y="17163"/>
                    <a:pt x="4494" y="21258"/>
                  </a:cubicBezTo>
                  <a:lnTo>
                    <a:pt x="16305" y="30688"/>
                  </a:lnTo>
                  <a:cubicBezTo>
                    <a:pt x="18496" y="32403"/>
                    <a:pt x="21068" y="33260"/>
                    <a:pt x="23735" y="33260"/>
                  </a:cubicBezTo>
                  <a:cubicBezTo>
                    <a:pt x="27259" y="33260"/>
                    <a:pt x="30688" y="31736"/>
                    <a:pt x="33069" y="28783"/>
                  </a:cubicBezTo>
                  <a:cubicBezTo>
                    <a:pt x="37165" y="23640"/>
                    <a:pt x="36308" y="16115"/>
                    <a:pt x="31164" y="12019"/>
                  </a:cubicBezTo>
                  <a:lnTo>
                    <a:pt x="19353" y="258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38" name="Google Shape;4138;p99"/>
            <p:cNvSpPr/>
            <p:nvPr/>
          </p:nvSpPr>
          <p:spPr>
            <a:xfrm>
              <a:off x="6307104" y="1447798"/>
              <a:ext cx="38583" cy="27179"/>
            </a:xfrm>
            <a:custGeom>
              <a:avLst/>
              <a:gdLst/>
              <a:ahLst/>
              <a:cxnLst/>
              <a:rect l="l" t="t" r="r" b="b"/>
              <a:pathLst>
                <a:path w="38583" h="27179" extrusionOk="0">
                  <a:moveTo>
                    <a:pt x="29341" y="3653"/>
                  </a:moveTo>
                  <a:lnTo>
                    <a:pt x="14577" y="319"/>
                  </a:lnTo>
                  <a:cubicBezTo>
                    <a:pt x="8100" y="-1205"/>
                    <a:pt x="1813" y="2891"/>
                    <a:pt x="289" y="9272"/>
                  </a:cubicBezTo>
                  <a:cubicBezTo>
                    <a:pt x="-1139" y="15654"/>
                    <a:pt x="2861" y="22036"/>
                    <a:pt x="9243" y="23560"/>
                  </a:cubicBezTo>
                  <a:lnTo>
                    <a:pt x="24007" y="26894"/>
                  </a:lnTo>
                  <a:cubicBezTo>
                    <a:pt x="24864" y="27084"/>
                    <a:pt x="25816" y="27179"/>
                    <a:pt x="26674" y="27179"/>
                  </a:cubicBezTo>
                  <a:cubicBezTo>
                    <a:pt x="32103" y="27179"/>
                    <a:pt x="36961" y="23465"/>
                    <a:pt x="38294" y="17940"/>
                  </a:cubicBezTo>
                  <a:cubicBezTo>
                    <a:pt x="39723" y="11558"/>
                    <a:pt x="35722" y="5177"/>
                    <a:pt x="29341" y="365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39" name="Google Shape;4139;p99"/>
            <p:cNvSpPr/>
            <p:nvPr/>
          </p:nvSpPr>
          <p:spPr>
            <a:xfrm>
              <a:off x="6307008" y="1365788"/>
              <a:ext cx="38583" cy="27179"/>
            </a:xfrm>
            <a:custGeom>
              <a:avLst/>
              <a:gdLst/>
              <a:ahLst/>
              <a:cxnLst/>
              <a:rect l="l" t="t" r="r" b="b"/>
              <a:pathLst>
                <a:path w="38583" h="27179" extrusionOk="0">
                  <a:moveTo>
                    <a:pt x="289" y="17940"/>
                  </a:moveTo>
                  <a:cubicBezTo>
                    <a:pt x="1528" y="23465"/>
                    <a:pt x="6481" y="27179"/>
                    <a:pt x="11910" y="27179"/>
                  </a:cubicBezTo>
                  <a:cubicBezTo>
                    <a:pt x="12767" y="27179"/>
                    <a:pt x="13720" y="27084"/>
                    <a:pt x="14577" y="26894"/>
                  </a:cubicBezTo>
                  <a:lnTo>
                    <a:pt x="29341" y="23560"/>
                  </a:lnTo>
                  <a:cubicBezTo>
                    <a:pt x="35722" y="22131"/>
                    <a:pt x="39723" y="15749"/>
                    <a:pt x="38294" y="9272"/>
                  </a:cubicBezTo>
                  <a:cubicBezTo>
                    <a:pt x="36865" y="2891"/>
                    <a:pt x="30484" y="-1205"/>
                    <a:pt x="24007" y="319"/>
                  </a:cubicBezTo>
                  <a:lnTo>
                    <a:pt x="9243" y="3653"/>
                  </a:lnTo>
                  <a:cubicBezTo>
                    <a:pt x="2861" y="5081"/>
                    <a:pt x="-1139" y="11463"/>
                    <a:pt x="289" y="179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40" name="Google Shape;4140;p99"/>
            <p:cNvSpPr/>
            <p:nvPr/>
          </p:nvSpPr>
          <p:spPr>
            <a:xfrm>
              <a:off x="6272895" y="1288937"/>
              <a:ext cx="35658" cy="33259"/>
            </a:xfrm>
            <a:custGeom>
              <a:avLst/>
              <a:gdLst/>
              <a:ahLst/>
              <a:cxnLst/>
              <a:rect l="l" t="t" r="r" b="b"/>
              <a:pathLst>
                <a:path w="35658" h="33259" extrusionOk="0">
                  <a:moveTo>
                    <a:pt x="11924" y="33260"/>
                  </a:moveTo>
                  <a:cubicBezTo>
                    <a:pt x="14496" y="33260"/>
                    <a:pt x="17163" y="32403"/>
                    <a:pt x="19353" y="30688"/>
                  </a:cubicBezTo>
                  <a:lnTo>
                    <a:pt x="31164" y="21258"/>
                  </a:lnTo>
                  <a:cubicBezTo>
                    <a:pt x="36308" y="17163"/>
                    <a:pt x="37165" y="9638"/>
                    <a:pt x="33069" y="4494"/>
                  </a:cubicBezTo>
                  <a:cubicBezTo>
                    <a:pt x="28974" y="-649"/>
                    <a:pt x="21449" y="-1506"/>
                    <a:pt x="16305" y="2589"/>
                  </a:cubicBezTo>
                  <a:lnTo>
                    <a:pt x="4494" y="12019"/>
                  </a:lnTo>
                  <a:cubicBezTo>
                    <a:pt x="-649" y="16115"/>
                    <a:pt x="-1506" y="23640"/>
                    <a:pt x="2589" y="28783"/>
                  </a:cubicBezTo>
                  <a:cubicBezTo>
                    <a:pt x="4971" y="31736"/>
                    <a:pt x="8400" y="33260"/>
                    <a:pt x="11924" y="3326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41" name="Google Shape;4141;p99"/>
            <p:cNvSpPr/>
            <p:nvPr/>
          </p:nvSpPr>
          <p:spPr>
            <a:xfrm>
              <a:off x="6211432" y="1235760"/>
              <a:ext cx="30378" cy="37477"/>
            </a:xfrm>
            <a:custGeom>
              <a:avLst/>
              <a:gdLst/>
              <a:ahLst/>
              <a:cxnLst/>
              <a:rect l="l" t="t" r="r" b="b"/>
              <a:pathLst>
                <a:path w="30378" h="37477" extrusionOk="0">
                  <a:moveTo>
                    <a:pt x="6712" y="36335"/>
                  </a:moveTo>
                  <a:cubicBezTo>
                    <a:pt x="8331" y="37097"/>
                    <a:pt x="10141" y="37478"/>
                    <a:pt x="11856" y="37478"/>
                  </a:cubicBezTo>
                  <a:cubicBezTo>
                    <a:pt x="16237" y="37478"/>
                    <a:pt x="20523" y="35001"/>
                    <a:pt x="22619" y="30715"/>
                  </a:cubicBezTo>
                  <a:lnTo>
                    <a:pt x="29191" y="17094"/>
                  </a:lnTo>
                  <a:cubicBezTo>
                    <a:pt x="32049" y="11189"/>
                    <a:pt x="29572" y="4045"/>
                    <a:pt x="23667" y="1188"/>
                  </a:cubicBezTo>
                  <a:cubicBezTo>
                    <a:pt x="17761" y="-1670"/>
                    <a:pt x="10617" y="807"/>
                    <a:pt x="7760" y="6712"/>
                  </a:cubicBezTo>
                  <a:lnTo>
                    <a:pt x="1188" y="20333"/>
                  </a:lnTo>
                  <a:cubicBezTo>
                    <a:pt x="-1670" y="26238"/>
                    <a:pt x="807" y="33382"/>
                    <a:pt x="6712" y="3624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142" name="Google Shape;4142;p99"/>
          <p:cNvGrpSpPr/>
          <p:nvPr/>
        </p:nvGrpSpPr>
        <p:grpSpPr>
          <a:xfrm>
            <a:off x="6802662" y="1014236"/>
            <a:ext cx="270846" cy="297037"/>
            <a:chOff x="7927099" y="1132681"/>
            <a:chExt cx="481504" cy="528065"/>
          </a:xfrm>
        </p:grpSpPr>
        <p:sp>
          <p:nvSpPr>
            <p:cNvPr id="4143" name="Google Shape;4143;p99"/>
            <p:cNvSpPr/>
            <p:nvPr/>
          </p:nvSpPr>
          <p:spPr>
            <a:xfrm>
              <a:off x="7927099" y="1214786"/>
              <a:ext cx="481504" cy="445960"/>
            </a:xfrm>
            <a:custGeom>
              <a:avLst/>
              <a:gdLst/>
              <a:ahLst/>
              <a:cxnLst/>
              <a:rect l="l" t="t" r="r" b="b"/>
              <a:pathLst>
                <a:path w="481504" h="445960" extrusionOk="0">
                  <a:moveTo>
                    <a:pt x="419592" y="138494"/>
                  </a:moveTo>
                  <a:cubicBezTo>
                    <a:pt x="402923" y="138494"/>
                    <a:pt x="387874" y="145066"/>
                    <a:pt x="376730" y="155734"/>
                  </a:cubicBezTo>
                  <a:cubicBezTo>
                    <a:pt x="365585" y="145066"/>
                    <a:pt x="350441" y="138494"/>
                    <a:pt x="333867" y="138494"/>
                  </a:cubicBezTo>
                  <a:cubicBezTo>
                    <a:pt x="317294" y="138494"/>
                    <a:pt x="302149" y="145066"/>
                    <a:pt x="291005" y="155734"/>
                  </a:cubicBezTo>
                  <a:cubicBezTo>
                    <a:pt x="279860" y="145066"/>
                    <a:pt x="264716" y="138494"/>
                    <a:pt x="248142" y="138494"/>
                  </a:cubicBezTo>
                  <a:cubicBezTo>
                    <a:pt x="239665" y="138494"/>
                    <a:pt x="231664" y="140208"/>
                    <a:pt x="224330" y="143256"/>
                  </a:cubicBezTo>
                  <a:lnTo>
                    <a:pt x="224330" y="61913"/>
                  </a:lnTo>
                  <a:cubicBezTo>
                    <a:pt x="224330" y="27813"/>
                    <a:pt x="196517" y="0"/>
                    <a:pt x="162417" y="0"/>
                  </a:cubicBezTo>
                  <a:cubicBezTo>
                    <a:pt x="128318" y="0"/>
                    <a:pt x="100505" y="27813"/>
                    <a:pt x="100505" y="61913"/>
                  </a:cubicBezTo>
                  <a:lnTo>
                    <a:pt x="100505" y="184690"/>
                  </a:lnTo>
                  <a:cubicBezTo>
                    <a:pt x="83550" y="201263"/>
                    <a:pt x="32115" y="251746"/>
                    <a:pt x="18494" y="265367"/>
                  </a:cubicBezTo>
                  <a:cubicBezTo>
                    <a:pt x="6969" y="276892"/>
                    <a:pt x="397" y="291560"/>
                    <a:pt x="16" y="306800"/>
                  </a:cubicBezTo>
                  <a:cubicBezTo>
                    <a:pt x="-365" y="322898"/>
                    <a:pt x="6112" y="338519"/>
                    <a:pt x="18494" y="350901"/>
                  </a:cubicBezTo>
                  <a:lnTo>
                    <a:pt x="107934" y="440341"/>
                  </a:lnTo>
                  <a:cubicBezTo>
                    <a:pt x="111554" y="443960"/>
                    <a:pt x="116316" y="445961"/>
                    <a:pt x="121364" y="445961"/>
                  </a:cubicBezTo>
                  <a:lnTo>
                    <a:pt x="415211" y="445961"/>
                  </a:lnTo>
                  <a:cubicBezTo>
                    <a:pt x="456073" y="445961"/>
                    <a:pt x="481505" y="419862"/>
                    <a:pt x="481505" y="377762"/>
                  </a:cubicBezTo>
                  <a:lnTo>
                    <a:pt x="481505" y="200406"/>
                  </a:lnTo>
                  <a:cubicBezTo>
                    <a:pt x="481505" y="166307"/>
                    <a:pt x="453692" y="138494"/>
                    <a:pt x="419592" y="138494"/>
                  </a:cubicBezTo>
                  <a:close/>
                  <a:moveTo>
                    <a:pt x="443405" y="377762"/>
                  </a:moveTo>
                  <a:cubicBezTo>
                    <a:pt x="443405" y="399098"/>
                    <a:pt x="435213" y="407861"/>
                    <a:pt x="415211" y="407861"/>
                  </a:cubicBezTo>
                  <a:lnTo>
                    <a:pt x="129270" y="407861"/>
                  </a:lnTo>
                  <a:lnTo>
                    <a:pt x="45450" y="324041"/>
                  </a:lnTo>
                  <a:cubicBezTo>
                    <a:pt x="40402" y="318992"/>
                    <a:pt x="37925" y="313563"/>
                    <a:pt x="38116" y="307848"/>
                  </a:cubicBezTo>
                  <a:cubicBezTo>
                    <a:pt x="38306" y="302419"/>
                    <a:pt x="40878" y="296894"/>
                    <a:pt x="45450" y="292322"/>
                  </a:cubicBezTo>
                  <a:cubicBezTo>
                    <a:pt x="54213" y="283559"/>
                    <a:pt x="79454" y="258794"/>
                    <a:pt x="100505" y="238125"/>
                  </a:cubicBezTo>
                  <a:lnTo>
                    <a:pt x="100505" y="285083"/>
                  </a:lnTo>
                  <a:cubicBezTo>
                    <a:pt x="100505" y="295561"/>
                    <a:pt x="109077" y="304133"/>
                    <a:pt x="119555" y="304133"/>
                  </a:cubicBezTo>
                  <a:cubicBezTo>
                    <a:pt x="130032" y="304133"/>
                    <a:pt x="138605" y="295561"/>
                    <a:pt x="138605" y="285083"/>
                  </a:cubicBezTo>
                  <a:lnTo>
                    <a:pt x="138605" y="62008"/>
                  </a:lnTo>
                  <a:cubicBezTo>
                    <a:pt x="138605" y="48863"/>
                    <a:pt x="149273" y="38195"/>
                    <a:pt x="162417" y="38195"/>
                  </a:cubicBezTo>
                  <a:cubicBezTo>
                    <a:pt x="175562" y="38195"/>
                    <a:pt x="186230" y="48863"/>
                    <a:pt x="186230" y="62008"/>
                  </a:cubicBezTo>
                  <a:lnTo>
                    <a:pt x="186230" y="228029"/>
                  </a:lnTo>
                  <a:cubicBezTo>
                    <a:pt x="186230" y="238506"/>
                    <a:pt x="194802" y="247079"/>
                    <a:pt x="205280" y="247079"/>
                  </a:cubicBezTo>
                  <a:cubicBezTo>
                    <a:pt x="215757" y="247079"/>
                    <a:pt x="224330" y="238506"/>
                    <a:pt x="224330" y="228029"/>
                  </a:cubicBezTo>
                  <a:lnTo>
                    <a:pt x="224330" y="200501"/>
                  </a:lnTo>
                  <a:cubicBezTo>
                    <a:pt x="224330" y="187357"/>
                    <a:pt x="234998" y="176689"/>
                    <a:pt x="248142" y="176689"/>
                  </a:cubicBezTo>
                  <a:cubicBezTo>
                    <a:pt x="261287" y="176689"/>
                    <a:pt x="271955" y="187357"/>
                    <a:pt x="271955" y="200501"/>
                  </a:cubicBezTo>
                  <a:lnTo>
                    <a:pt x="271955" y="228029"/>
                  </a:lnTo>
                  <a:cubicBezTo>
                    <a:pt x="271955" y="238506"/>
                    <a:pt x="280527" y="247079"/>
                    <a:pt x="291005" y="247079"/>
                  </a:cubicBezTo>
                  <a:cubicBezTo>
                    <a:pt x="301482" y="247079"/>
                    <a:pt x="310055" y="238506"/>
                    <a:pt x="310055" y="228029"/>
                  </a:cubicBezTo>
                  <a:lnTo>
                    <a:pt x="310055" y="200501"/>
                  </a:lnTo>
                  <a:cubicBezTo>
                    <a:pt x="310055" y="187357"/>
                    <a:pt x="320723" y="176689"/>
                    <a:pt x="333867" y="176689"/>
                  </a:cubicBezTo>
                  <a:cubicBezTo>
                    <a:pt x="347012" y="176689"/>
                    <a:pt x="357680" y="187357"/>
                    <a:pt x="357680" y="200501"/>
                  </a:cubicBezTo>
                  <a:lnTo>
                    <a:pt x="357680" y="228029"/>
                  </a:lnTo>
                  <a:cubicBezTo>
                    <a:pt x="357680" y="238506"/>
                    <a:pt x="366252" y="247079"/>
                    <a:pt x="376730" y="247079"/>
                  </a:cubicBezTo>
                  <a:cubicBezTo>
                    <a:pt x="387207" y="247079"/>
                    <a:pt x="395780" y="238506"/>
                    <a:pt x="395780" y="228029"/>
                  </a:cubicBezTo>
                  <a:lnTo>
                    <a:pt x="395780" y="200501"/>
                  </a:lnTo>
                  <a:cubicBezTo>
                    <a:pt x="395780" y="187357"/>
                    <a:pt x="406448" y="176689"/>
                    <a:pt x="419592" y="176689"/>
                  </a:cubicBezTo>
                  <a:cubicBezTo>
                    <a:pt x="432737" y="176689"/>
                    <a:pt x="443405" y="187357"/>
                    <a:pt x="443405" y="200501"/>
                  </a:cubicBezTo>
                  <a:lnTo>
                    <a:pt x="443405" y="37785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44" name="Google Shape;4144;p99"/>
            <p:cNvSpPr/>
            <p:nvPr/>
          </p:nvSpPr>
          <p:spPr>
            <a:xfrm>
              <a:off x="7927115" y="1132681"/>
              <a:ext cx="320420" cy="158972"/>
            </a:xfrm>
            <a:custGeom>
              <a:avLst/>
              <a:gdLst/>
              <a:ahLst/>
              <a:cxnLst/>
              <a:rect l="l" t="t" r="r" b="b"/>
              <a:pathLst>
                <a:path w="320420" h="158972" extrusionOk="0">
                  <a:moveTo>
                    <a:pt x="11906" y="158877"/>
                  </a:moveTo>
                  <a:lnTo>
                    <a:pt x="60293" y="158877"/>
                  </a:lnTo>
                  <a:cubicBezTo>
                    <a:pt x="66866" y="158877"/>
                    <a:pt x="72200" y="153543"/>
                    <a:pt x="72200" y="146971"/>
                  </a:cubicBezTo>
                  <a:cubicBezTo>
                    <a:pt x="72200" y="140399"/>
                    <a:pt x="66866" y="135065"/>
                    <a:pt x="60293" y="135065"/>
                  </a:cubicBezTo>
                  <a:lnTo>
                    <a:pt x="23813" y="135065"/>
                  </a:lnTo>
                  <a:lnTo>
                    <a:pt x="23813" y="23813"/>
                  </a:lnTo>
                  <a:lnTo>
                    <a:pt x="296609" y="23813"/>
                  </a:lnTo>
                  <a:lnTo>
                    <a:pt x="296609" y="135160"/>
                  </a:lnTo>
                  <a:lnTo>
                    <a:pt x="265748" y="135160"/>
                  </a:lnTo>
                  <a:cubicBezTo>
                    <a:pt x="259175" y="135160"/>
                    <a:pt x="253841" y="140494"/>
                    <a:pt x="253841" y="147066"/>
                  </a:cubicBezTo>
                  <a:cubicBezTo>
                    <a:pt x="253841" y="153638"/>
                    <a:pt x="259175" y="158972"/>
                    <a:pt x="265748" y="158972"/>
                  </a:cubicBezTo>
                  <a:lnTo>
                    <a:pt x="308515" y="158972"/>
                  </a:lnTo>
                  <a:cubicBezTo>
                    <a:pt x="315087" y="158972"/>
                    <a:pt x="320421" y="153638"/>
                    <a:pt x="320421" y="147066"/>
                  </a:cubicBezTo>
                  <a:lnTo>
                    <a:pt x="320421" y="11906"/>
                  </a:lnTo>
                  <a:cubicBezTo>
                    <a:pt x="320421" y="5334"/>
                    <a:pt x="315087" y="0"/>
                    <a:pt x="308515" y="0"/>
                  </a:cubicBezTo>
                  <a:lnTo>
                    <a:pt x="11906" y="0"/>
                  </a:lnTo>
                  <a:cubicBezTo>
                    <a:pt x="5334" y="0"/>
                    <a:pt x="0" y="5334"/>
                    <a:pt x="0" y="11906"/>
                  </a:cubicBezTo>
                  <a:lnTo>
                    <a:pt x="0" y="147066"/>
                  </a:lnTo>
                  <a:cubicBezTo>
                    <a:pt x="0" y="153638"/>
                    <a:pt x="5334" y="158972"/>
                    <a:pt x="11906" y="15897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45" name="Google Shape;4145;p99"/>
            <p:cNvSpPr/>
            <p:nvPr/>
          </p:nvSpPr>
          <p:spPr>
            <a:xfrm>
              <a:off x="8290780" y="1142301"/>
              <a:ext cx="114681" cy="23812"/>
            </a:xfrm>
            <a:custGeom>
              <a:avLst/>
              <a:gdLst/>
              <a:ahLst/>
              <a:cxnLst/>
              <a:rect l="l" t="t" r="r" b="b"/>
              <a:pathLst>
                <a:path w="114681" h="23812" extrusionOk="0">
                  <a:moveTo>
                    <a:pt x="11906" y="23813"/>
                  </a:moveTo>
                  <a:lnTo>
                    <a:pt x="102775" y="23813"/>
                  </a:lnTo>
                  <a:cubicBezTo>
                    <a:pt x="109347" y="23813"/>
                    <a:pt x="114681" y="18478"/>
                    <a:pt x="114681" y="11906"/>
                  </a:cubicBezTo>
                  <a:cubicBezTo>
                    <a:pt x="114681" y="5334"/>
                    <a:pt x="109347" y="0"/>
                    <a:pt x="102775" y="0"/>
                  </a:cubicBezTo>
                  <a:lnTo>
                    <a:pt x="11906" y="0"/>
                  </a:lnTo>
                  <a:cubicBezTo>
                    <a:pt x="5334" y="0"/>
                    <a:pt x="0" y="5334"/>
                    <a:pt x="0" y="11906"/>
                  </a:cubicBezTo>
                  <a:cubicBezTo>
                    <a:pt x="0" y="18478"/>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46" name="Google Shape;4146;p99"/>
            <p:cNvSpPr/>
            <p:nvPr/>
          </p:nvSpPr>
          <p:spPr>
            <a:xfrm>
              <a:off x="8290780" y="1200213"/>
              <a:ext cx="114681" cy="23812"/>
            </a:xfrm>
            <a:custGeom>
              <a:avLst/>
              <a:gdLst/>
              <a:ahLst/>
              <a:cxnLst/>
              <a:rect l="l" t="t" r="r" b="b"/>
              <a:pathLst>
                <a:path w="114681" h="23812" extrusionOk="0">
                  <a:moveTo>
                    <a:pt x="11906" y="23813"/>
                  </a:moveTo>
                  <a:lnTo>
                    <a:pt x="102775" y="23813"/>
                  </a:lnTo>
                  <a:cubicBezTo>
                    <a:pt x="109347" y="23813"/>
                    <a:pt x="114681" y="18478"/>
                    <a:pt x="114681" y="11906"/>
                  </a:cubicBezTo>
                  <a:cubicBezTo>
                    <a:pt x="114681" y="5334"/>
                    <a:pt x="109347" y="0"/>
                    <a:pt x="102775" y="0"/>
                  </a:cubicBezTo>
                  <a:lnTo>
                    <a:pt x="11906" y="0"/>
                  </a:lnTo>
                  <a:cubicBezTo>
                    <a:pt x="5334" y="0"/>
                    <a:pt x="0" y="5334"/>
                    <a:pt x="0" y="11906"/>
                  </a:cubicBezTo>
                  <a:cubicBezTo>
                    <a:pt x="0" y="18478"/>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47" name="Google Shape;4147;p99"/>
            <p:cNvSpPr/>
            <p:nvPr/>
          </p:nvSpPr>
          <p:spPr>
            <a:xfrm>
              <a:off x="8290780" y="1258125"/>
              <a:ext cx="114681" cy="23812"/>
            </a:xfrm>
            <a:custGeom>
              <a:avLst/>
              <a:gdLst/>
              <a:ahLst/>
              <a:cxnLst/>
              <a:rect l="l" t="t" r="r" b="b"/>
              <a:pathLst>
                <a:path w="114681" h="23812" extrusionOk="0">
                  <a:moveTo>
                    <a:pt x="11906" y="23813"/>
                  </a:moveTo>
                  <a:lnTo>
                    <a:pt x="102775" y="23813"/>
                  </a:lnTo>
                  <a:cubicBezTo>
                    <a:pt x="109347" y="23813"/>
                    <a:pt x="114681" y="18479"/>
                    <a:pt x="114681" y="11906"/>
                  </a:cubicBezTo>
                  <a:cubicBezTo>
                    <a:pt x="114681" y="5334"/>
                    <a:pt x="109347" y="0"/>
                    <a:pt x="102775"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148" name="Google Shape;4148;p99"/>
          <p:cNvGrpSpPr/>
          <p:nvPr/>
        </p:nvGrpSpPr>
        <p:grpSpPr>
          <a:xfrm>
            <a:off x="6790857" y="2552251"/>
            <a:ext cx="291926" cy="280535"/>
            <a:chOff x="2229643" y="1960435"/>
            <a:chExt cx="518979" cy="498728"/>
          </a:xfrm>
        </p:grpSpPr>
        <p:sp>
          <p:nvSpPr>
            <p:cNvPr id="4149" name="Google Shape;4149;p99"/>
            <p:cNvSpPr/>
            <p:nvPr/>
          </p:nvSpPr>
          <p:spPr>
            <a:xfrm>
              <a:off x="2406237" y="1960435"/>
              <a:ext cx="220789" cy="219360"/>
            </a:xfrm>
            <a:custGeom>
              <a:avLst/>
              <a:gdLst/>
              <a:ahLst/>
              <a:cxnLst/>
              <a:rect l="l" t="t" r="r" b="b"/>
              <a:pathLst>
                <a:path w="220789" h="219360" extrusionOk="0">
                  <a:moveTo>
                    <a:pt x="19145" y="119062"/>
                  </a:moveTo>
                  <a:lnTo>
                    <a:pt x="103346" y="215265"/>
                  </a:lnTo>
                  <a:cubicBezTo>
                    <a:pt x="105632" y="217837"/>
                    <a:pt x="108871" y="219361"/>
                    <a:pt x="112300" y="219361"/>
                  </a:cubicBezTo>
                  <a:lnTo>
                    <a:pt x="112395" y="219361"/>
                  </a:lnTo>
                  <a:cubicBezTo>
                    <a:pt x="115824" y="219361"/>
                    <a:pt x="119158" y="217742"/>
                    <a:pt x="121348" y="215075"/>
                  </a:cubicBezTo>
                  <a:lnTo>
                    <a:pt x="206121" y="113919"/>
                  </a:lnTo>
                  <a:cubicBezTo>
                    <a:pt x="206788" y="113157"/>
                    <a:pt x="207359" y="112300"/>
                    <a:pt x="207740" y="111347"/>
                  </a:cubicBezTo>
                  <a:cubicBezTo>
                    <a:pt x="216313" y="99251"/>
                    <a:pt x="220790" y="85249"/>
                    <a:pt x="220790" y="70771"/>
                  </a:cubicBezTo>
                  <a:cubicBezTo>
                    <a:pt x="220790" y="31718"/>
                    <a:pt x="189071" y="0"/>
                    <a:pt x="150019" y="0"/>
                  </a:cubicBezTo>
                  <a:cubicBezTo>
                    <a:pt x="135826" y="0"/>
                    <a:pt x="122111" y="4382"/>
                    <a:pt x="110395" y="12382"/>
                  </a:cubicBezTo>
                  <a:cubicBezTo>
                    <a:pt x="98679" y="4382"/>
                    <a:pt x="84963" y="0"/>
                    <a:pt x="70771" y="0"/>
                  </a:cubicBezTo>
                  <a:cubicBezTo>
                    <a:pt x="31718" y="0"/>
                    <a:pt x="0" y="31718"/>
                    <a:pt x="0" y="70771"/>
                  </a:cubicBezTo>
                  <a:cubicBezTo>
                    <a:pt x="0" y="88202"/>
                    <a:pt x="6477" y="104966"/>
                    <a:pt x="18288" y="118015"/>
                  </a:cubicBezTo>
                  <a:cubicBezTo>
                    <a:pt x="18574" y="118396"/>
                    <a:pt x="18764" y="118682"/>
                    <a:pt x="19145" y="119062"/>
                  </a:cubicBezTo>
                  <a:close/>
                  <a:moveTo>
                    <a:pt x="70866" y="23812"/>
                  </a:moveTo>
                  <a:cubicBezTo>
                    <a:pt x="82487" y="23812"/>
                    <a:pt x="93726" y="28194"/>
                    <a:pt x="102489" y="36290"/>
                  </a:cubicBezTo>
                  <a:cubicBezTo>
                    <a:pt x="107061" y="40481"/>
                    <a:pt x="114014" y="40481"/>
                    <a:pt x="118586" y="36290"/>
                  </a:cubicBezTo>
                  <a:cubicBezTo>
                    <a:pt x="127349" y="28194"/>
                    <a:pt x="138589" y="23812"/>
                    <a:pt x="150209" y="23812"/>
                  </a:cubicBezTo>
                  <a:cubicBezTo>
                    <a:pt x="176117" y="23812"/>
                    <a:pt x="197168" y="44863"/>
                    <a:pt x="197168" y="70771"/>
                  </a:cubicBezTo>
                  <a:cubicBezTo>
                    <a:pt x="197168" y="80867"/>
                    <a:pt x="193834" y="90678"/>
                    <a:pt x="187452" y="99060"/>
                  </a:cubicBezTo>
                  <a:cubicBezTo>
                    <a:pt x="187071" y="99536"/>
                    <a:pt x="186785" y="100012"/>
                    <a:pt x="186499" y="100489"/>
                  </a:cubicBezTo>
                  <a:lnTo>
                    <a:pt x="112204" y="189167"/>
                  </a:lnTo>
                  <a:lnTo>
                    <a:pt x="38386" y="104775"/>
                  </a:lnTo>
                  <a:cubicBezTo>
                    <a:pt x="38005" y="104204"/>
                    <a:pt x="37528" y="103632"/>
                    <a:pt x="37052" y="103060"/>
                  </a:cubicBezTo>
                  <a:cubicBezTo>
                    <a:pt x="28670" y="94202"/>
                    <a:pt x="24003" y="82772"/>
                    <a:pt x="24003" y="70771"/>
                  </a:cubicBezTo>
                  <a:cubicBezTo>
                    <a:pt x="24003" y="44863"/>
                    <a:pt x="45053" y="23812"/>
                    <a:pt x="70961" y="2381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50" name="Google Shape;4150;p99"/>
            <p:cNvSpPr/>
            <p:nvPr/>
          </p:nvSpPr>
          <p:spPr>
            <a:xfrm>
              <a:off x="2229643" y="2156738"/>
              <a:ext cx="518979" cy="302425"/>
            </a:xfrm>
            <a:custGeom>
              <a:avLst/>
              <a:gdLst/>
              <a:ahLst/>
              <a:cxnLst/>
              <a:rect l="l" t="t" r="r" b="b"/>
              <a:pathLst>
                <a:path w="518979" h="302425" extrusionOk="0">
                  <a:moveTo>
                    <a:pt x="504444" y="10485"/>
                  </a:moveTo>
                  <a:cubicBezTo>
                    <a:pt x="486728" y="-4946"/>
                    <a:pt x="459676" y="-3041"/>
                    <a:pt x="444722" y="14199"/>
                  </a:cubicBezTo>
                  <a:lnTo>
                    <a:pt x="384048" y="76588"/>
                  </a:lnTo>
                  <a:cubicBezTo>
                    <a:pt x="376238" y="67349"/>
                    <a:pt x="364712" y="61348"/>
                    <a:pt x="351663" y="61348"/>
                  </a:cubicBezTo>
                  <a:lnTo>
                    <a:pt x="239744" y="61348"/>
                  </a:lnTo>
                  <a:cubicBezTo>
                    <a:pt x="229172" y="57062"/>
                    <a:pt x="187928" y="42584"/>
                    <a:pt x="146114" y="57538"/>
                  </a:cubicBezTo>
                  <a:cubicBezTo>
                    <a:pt x="107728" y="71254"/>
                    <a:pt x="81534" y="93066"/>
                    <a:pt x="67913" y="122213"/>
                  </a:cubicBezTo>
                  <a:cubicBezTo>
                    <a:pt x="56864" y="121070"/>
                    <a:pt x="45339" y="124594"/>
                    <a:pt x="36862" y="133071"/>
                  </a:cubicBezTo>
                  <a:lnTo>
                    <a:pt x="11239" y="158694"/>
                  </a:lnTo>
                  <a:cubicBezTo>
                    <a:pt x="4001" y="165933"/>
                    <a:pt x="0" y="175648"/>
                    <a:pt x="0" y="185935"/>
                  </a:cubicBezTo>
                  <a:cubicBezTo>
                    <a:pt x="0" y="196222"/>
                    <a:pt x="4001" y="205842"/>
                    <a:pt x="11239" y="213177"/>
                  </a:cubicBezTo>
                  <a:lnTo>
                    <a:pt x="89249" y="291186"/>
                  </a:lnTo>
                  <a:cubicBezTo>
                    <a:pt x="96774" y="298711"/>
                    <a:pt x="106585" y="302426"/>
                    <a:pt x="116491" y="302426"/>
                  </a:cubicBezTo>
                  <a:cubicBezTo>
                    <a:pt x="126397" y="302426"/>
                    <a:pt x="136208" y="298711"/>
                    <a:pt x="143732" y="291186"/>
                  </a:cubicBezTo>
                  <a:lnTo>
                    <a:pt x="169355" y="265564"/>
                  </a:lnTo>
                  <a:cubicBezTo>
                    <a:pt x="176594" y="258325"/>
                    <a:pt x="180594" y="248610"/>
                    <a:pt x="180594" y="238323"/>
                  </a:cubicBezTo>
                  <a:cubicBezTo>
                    <a:pt x="180594" y="235751"/>
                    <a:pt x="180308" y="233274"/>
                    <a:pt x="179832" y="230798"/>
                  </a:cubicBezTo>
                  <a:lnTo>
                    <a:pt x="191738" y="218892"/>
                  </a:lnTo>
                  <a:cubicBezTo>
                    <a:pt x="198311" y="212319"/>
                    <a:pt x="203740" y="210129"/>
                    <a:pt x="222599" y="210129"/>
                  </a:cubicBezTo>
                  <a:lnTo>
                    <a:pt x="347472" y="210129"/>
                  </a:lnTo>
                  <a:cubicBezTo>
                    <a:pt x="378809" y="210129"/>
                    <a:pt x="403003" y="198889"/>
                    <a:pt x="421576" y="175934"/>
                  </a:cubicBezTo>
                  <a:lnTo>
                    <a:pt x="508540" y="70683"/>
                  </a:lnTo>
                  <a:cubicBezTo>
                    <a:pt x="523970" y="52966"/>
                    <a:pt x="522065" y="26010"/>
                    <a:pt x="504349" y="10580"/>
                  </a:cubicBezTo>
                  <a:close/>
                  <a:moveTo>
                    <a:pt x="152495" y="248705"/>
                  </a:moveTo>
                  <a:lnTo>
                    <a:pt x="126873" y="274327"/>
                  </a:lnTo>
                  <a:cubicBezTo>
                    <a:pt x="121158" y="280042"/>
                    <a:pt x="111824" y="280042"/>
                    <a:pt x="106109" y="274327"/>
                  </a:cubicBezTo>
                  <a:lnTo>
                    <a:pt x="28099" y="196317"/>
                  </a:lnTo>
                  <a:cubicBezTo>
                    <a:pt x="25336" y="193555"/>
                    <a:pt x="23813" y="189840"/>
                    <a:pt x="23813" y="185935"/>
                  </a:cubicBezTo>
                  <a:cubicBezTo>
                    <a:pt x="23813" y="182030"/>
                    <a:pt x="25336" y="178315"/>
                    <a:pt x="28099" y="175553"/>
                  </a:cubicBezTo>
                  <a:lnTo>
                    <a:pt x="53721" y="149931"/>
                  </a:lnTo>
                  <a:cubicBezTo>
                    <a:pt x="59436" y="144216"/>
                    <a:pt x="68771" y="144216"/>
                    <a:pt x="74486" y="149931"/>
                  </a:cubicBezTo>
                  <a:lnTo>
                    <a:pt x="152495" y="227940"/>
                  </a:lnTo>
                  <a:cubicBezTo>
                    <a:pt x="155258" y="230703"/>
                    <a:pt x="156781" y="234417"/>
                    <a:pt x="156781" y="238323"/>
                  </a:cubicBezTo>
                  <a:cubicBezTo>
                    <a:pt x="156781" y="242228"/>
                    <a:pt x="155258" y="245943"/>
                    <a:pt x="152495" y="248705"/>
                  </a:cubicBezTo>
                  <a:close/>
                  <a:moveTo>
                    <a:pt x="490538" y="55252"/>
                  </a:moveTo>
                  <a:lnTo>
                    <a:pt x="403289" y="160789"/>
                  </a:lnTo>
                  <a:cubicBezTo>
                    <a:pt x="389096" y="178410"/>
                    <a:pt x="371951" y="186221"/>
                    <a:pt x="347663" y="186221"/>
                  </a:cubicBezTo>
                  <a:lnTo>
                    <a:pt x="222790" y="186221"/>
                  </a:lnTo>
                  <a:cubicBezTo>
                    <a:pt x="201549" y="186221"/>
                    <a:pt x="188405" y="188697"/>
                    <a:pt x="175069" y="202032"/>
                  </a:cubicBezTo>
                  <a:lnTo>
                    <a:pt x="167735" y="209367"/>
                  </a:lnTo>
                  <a:lnTo>
                    <a:pt x="91440" y="133071"/>
                  </a:lnTo>
                  <a:cubicBezTo>
                    <a:pt x="90964" y="132595"/>
                    <a:pt x="90392" y="132214"/>
                    <a:pt x="89821" y="131738"/>
                  </a:cubicBezTo>
                  <a:cubicBezTo>
                    <a:pt x="100870" y="108783"/>
                    <a:pt x="122396" y="91257"/>
                    <a:pt x="154305" y="79922"/>
                  </a:cubicBezTo>
                  <a:cubicBezTo>
                    <a:pt x="192405" y="66301"/>
                    <a:pt x="232124" y="83827"/>
                    <a:pt x="232505" y="84018"/>
                  </a:cubicBezTo>
                  <a:cubicBezTo>
                    <a:pt x="234029" y="84780"/>
                    <a:pt x="235744" y="85065"/>
                    <a:pt x="237458" y="85065"/>
                  </a:cubicBezTo>
                  <a:lnTo>
                    <a:pt x="351758" y="85065"/>
                  </a:lnTo>
                  <a:cubicBezTo>
                    <a:pt x="362141" y="85065"/>
                    <a:pt x="370618" y="93543"/>
                    <a:pt x="370618" y="103830"/>
                  </a:cubicBezTo>
                  <a:cubicBezTo>
                    <a:pt x="370618" y="114117"/>
                    <a:pt x="362141" y="122689"/>
                    <a:pt x="351758" y="122689"/>
                  </a:cubicBezTo>
                  <a:lnTo>
                    <a:pt x="268129" y="122689"/>
                  </a:lnTo>
                  <a:cubicBezTo>
                    <a:pt x="261556" y="122689"/>
                    <a:pt x="256223" y="128023"/>
                    <a:pt x="256223" y="134595"/>
                  </a:cubicBezTo>
                  <a:cubicBezTo>
                    <a:pt x="256223" y="141168"/>
                    <a:pt x="261556" y="146502"/>
                    <a:pt x="268129" y="146502"/>
                  </a:cubicBezTo>
                  <a:lnTo>
                    <a:pt x="351758" y="146502"/>
                  </a:lnTo>
                  <a:cubicBezTo>
                    <a:pt x="375285" y="146502"/>
                    <a:pt x="394430" y="127356"/>
                    <a:pt x="394430" y="103830"/>
                  </a:cubicBezTo>
                  <a:cubicBezTo>
                    <a:pt x="394430" y="102687"/>
                    <a:pt x="394145" y="101544"/>
                    <a:pt x="394049" y="100401"/>
                  </a:cubicBezTo>
                  <a:lnTo>
                    <a:pt x="462344" y="30201"/>
                  </a:lnTo>
                  <a:cubicBezTo>
                    <a:pt x="469106" y="22391"/>
                    <a:pt x="481013" y="21534"/>
                    <a:pt x="488918" y="28296"/>
                  </a:cubicBezTo>
                  <a:cubicBezTo>
                    <a:pt x="496824" y="35059"/>
                    <a:pt x="497586" y="46965"/>
                    <a:pt x="490633" y="5506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151" name="Google Shape;4151;p99"/>
          <p:cNvGrpSpPr/>
          <p:nvPr/>
        </p:nvGrpSpPr>
        <p:grpSpPr>
          <a:xfrm>
            <a:off x="4426836" y="2596727"/>
            <a:ext cx="291885" cy="191006"/>
            <a:chOff x="4369781" y="2852769"/>
            <a:chExt cx="518906" cy="339566"/>
          </a:xfrm>
        </p:grpSpPr>
        <p:sp>
          <p:nvSpPr>
            <p:cNvPr id="4152" name="Google Shape;4152;p99"/>
            <p:cNvSpPr/>
            <p:nvPr/>
          </p:nvSpPr>
          <p:spPr>
            <a:xfrm>
              <a:off x="4621627" y="2941066"/>
              <a:ext cx="116205" cy="118014"/>
            </a:xfrm>
            <a:custGeom>
              <a:avLst/>
              <a:gdLst/>
              <a:ahLst/>
              <a:cxnLst/>
              <a:rect l="l" t="t" r="r" b="b"/>
              <a:pathLst>
                <a:path w="116205" h="118014" extrusionOk="0">
                  <a:moveTo>
                    <a:pt x="0" y="25241"/>
                  </a:moveTo>
                  <a:lnTo>
                    <a:pt x="0" y="92774"/>
                  </a:lnTo>
                  <a:cubicBezTo>
                    <a:pt x="0" y="109157"/>
                    <a:pt x="30004" y="118015"/>
                    <a:pt x="58103" y="118015"/>
                  </a:cubicBezTo>
                  <a:cubicBezTo>
                    <a:pt x="86201" y="118015"/>
                    <a:pt x="116205" y="109157"/>
                    <a:pt x="116205" y="92774"/>
                  </a:cubicBezTo>
                  <a:lnTo>
                    <a:pt x="116205" y="25241"/>
                  </a:lnTo>
                  <a:cubicBezTo>
                    <a:pt x="116205" y="8858"/>
                    <a:pt x="86297" y="0"/>
                    <a:pt x="58103" y="0"/>
                  </a:cubicBezTo>
                  <a:cubicBezTo>
                    <a:pt x="29908" y="0"/>
                    <a:pt x="0" y="8858"/>
                    <a:pt x="0" y="25241"/>
                  </a:cubicBezTo>
                  <a:close/>
                  <a:moveTo>
                    <a:pt x="106775" y="70390"/>
                  </a:moveTo>
                  <a:cubicBezTo>
                    <a:pt x="106775" y="76771"/>
                    <a:pt x="87821" y="86106"/>
                    <a:pt x="58198" y="86106"/>
                  </a:cubicBezTo>
                  <a:cubicBezTo>
                    <a:pt x="28575" y="86106"/>
                    <a:pt x="9620" y="76771"/>
                    <a:pt x="9620" y="70390"/>
                  </a:cubicBezTo>
                  <a:lnTo>
                    <a:pt x="9620" y="61246"/>
                  </a:lnTo>
                  <a:cubicBezTo>
                    <a:pt x="20669" y="68485"/>
                    <a:pt x="39815" y="72295"/>
                    <a:pt x="58198" y="72295"/>
                  </a:cubicBezTo>
                  <a:cubicBezTo>
                    <a:pt x="76581" y="72295"/>
                    <a:pt x="95726" y="68485"/>
                    <a:pt x="106775" y="61246"/>
                  </a:cubicBezTo>
                  <a:lnTo>
                    <a:pt x="106775" y="70390"/>
                  </a:lnTo>
                  <a:close/>
                  <a:moveTo>
                    <a:pt x="106775" y="46958"/>
                  </a:moveTo>
                  <a:cubicBezTo>
                    <a:pt x="106775" y="53340"/>
                    <a:pt x="87821" y="62675"/>
                    <a:pt x="58198" y="62675"/>
                  </a:cubicBezTo>
                  <a:cubicBezTo>
                    <a:pt x="28575" y="62675"/>
                    <a:pt x="9620" y="53340"/>
                    <a:pt x="9620" y="46958"/>
                  </a:cubicBezTo>
                  <a:lnTo>
                    <a:pt x="9620" y="39433"/>
                  </a:lnTo>
                  <a:cubicBezTo>
                    <a:pt x="20669" y="46672"/>
                    <a:pt x="39815" y="50482"/>
                    <a:pt x="58198" y="50482"/>
                  </a:cubicBezTo>
                  <a:cubicBezTo>
                    <a:pt x="76581" y="50482"/>
                    <a:pt x="95726" y="46672"/>
                    <a:pt x="106775" y="39433"/>
                  </a:cubicBezTo>
                  <a:lnTo>
                    <a:pt x="106775" y="46958"/>
                  </a:lnTo>
                  <a:close/>
                  <a:moveTo>
                    <a:pt x="58198" y="108585"/>
                  </a:moveTo>
                  <a:cubicBezTo>
                    <a:pt x="28480" y="108585"/>
                    <a:pt x="9620" y="99251"/>
                    <a:pt x="9620" y="92869"/>
                  </a:cubicBezTo>
                  <a:lnTo>
                    <a:pt x="9620" y="84677"/>
                  </a:lnTo>
                  <a:cubicBezTo>
                    <a:pt x="20669" y="91916"/>
                    <a:pt x="39815" y="95726"/>
                    <a:pt x="58198" y="95726"/>
                  </a:cubicBezTo>
                  <a:cubicBezTo>
                    <a:pt x="76581" y="95726"/>
                    <a:pt x="95726" y="91916"/>
                    <a:pt x="106775" y="84677"/>
                  </a:cubicBezTo>
                  <a:lnTo>
                    <a:pt x="106775" y="92869"/>
                  </a:lnTo>
                  <a:cubicBezTo>
                    <a:pt x="106775" y="99251"/>
                    <a:pt x="87821" y="108585"/>
                    <a:pt x="58198" y="108585"/>
                  </a:cubicBezTo>
                  <a:close/>
                  <a:moveTo>
                    <a:pt x="106775" y="25241"/>
                  </a:moveTo>
                  <a:cubicBezTo>
                    <a:pt x="106775" y="31623"/>
                    <a:pt x="87821" y="40957"/>
                    <a:pt x="58198" y="40957"/>
                  </a:cubicBezTo>
                  <a:cubicBezTo>
                    <a:pt x="28575" y="40957"/>
                    <a:pt x="9620" y="31623"/>
                    <a:pt x="9620" y="25241"/>
                  </a:cubicBezTo>
                  <a:cubicBezTo>
                    <a:pt x="9620" y="18859"/>
                    <a:pt x="28575" y="9525"/>
                    <a:pt x="58198" y="9525"/>
                  </a:cubicBezTo>
                  <a:cubicBezTo>
                    <a:pt x="87821" y="9525"/>
                    <a:pt x="106775" y="18859"/>
                    <a:pt x="106775" y="2524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53" name="Google Shape;4153;p99"/>
            <p:cNvSpPr/>
            <p:nvPr/>
          </p:nvSpPr>
          <p:spPr>
            <a:xfrm>
              <a:off x="4705923" y="2906371"/>
              <a:ext cx="78200" cy="85844"/>
            </a:xfrm>
            <a:custGeom>
              <a:avLst/>
              <a:gdLst/>
              <a:ahLst/>
              <a:cxnLst/>
              <a:rect l="l" t="t" r="r" b="b"/>
              <a:pathLst>
                <a:path w="78200" h="85844" extrusionOk="0">
                  <a:moveTo>
                    <a:pt x="8287" y="31647"/>
                  </a:moveTo>
                  <a:cubicBezTo>
                    <a:pt x="9430" y="29456"/>
                    <a:pt x="10954" y="27456"/>
                    <a:pt x="12764" y="25551"/>
                  </a:cubicBezTo>
                  <a:lnTo>
                    <a:pt x="14764" y="23455"/>
                  </a:lnTo>
                  <a:lnTo>
                    <a:pt x="12478" y="16978"/>
                  </a:lnTo>
                  <a:cubicBezTo>
                    <a:pt x="12478" y="16978"/>
                    <a:pt x="12954" y="16597"/>
                    <a:pt x="13144" y="16502"/>
                  </a:cubicBezTo>
                  <a:lnTo>
                    <a:pt x="18574" y="20693"/>
                  </a:lnTo>
                  <a:lnTo>
                    <a:pt x="21241" y="19455"/>
                  </a:lnTo>
                  <a:cubicBezTo>
                    <a:pt x="23431" y="18407"/>
                    <a:pt x="25908" y="17550"/>
                    <a:pt x="28384" y="17074"/>
                  </a:cubicBezTo>
                  <a:lnTo>
                    <a:pt x="31242" y="16502"/>
                  </a:lnTo>
                  <a:lnTo>
                    <a:pt x="33242" y="9835"/>
                  </a:lnTo>
                  <a:cubicBezTo>
                    <a:pt x="33242" y="9835"/>
                    <a:pt x="33814" y="9835"/>
                    <a:pt x="34099" y="9835"/>
                  </a:cubicBezTo>
                  <a:lnTo>
                    <a:pt x="36100" y="16502"/>
                  </a:lnTo>
                  <a:lnTo>
                    <a:pt x="38957" y="17074"/>
                  </a:lnTo>
                  <a:cubicBezTo>
                    <a:pt x="41529" y="17550"/>
                    <a:pt x="43910" y="18312"/>
                    <a:pt x="46101" y="19455"/>
                  </a:cubicBezTo>
                  <a:lnTo>
                    <a:pt x="48768" y="20693"/>
                  </a:lnTo>
                  <a:lnTo>
                    <a:pt x="54197" y="16502"/>
                  </a:lnTo>
                  <a:cubicBezTo>
                    <a:pt x="54197" y="16502"/>
                    <a:pt x="54673" y="16883"/>
                    <a:pt x="54864" y="16978"/>
                  </a:cubicBezTo>
                  <a:lnTo>
                    <a:pt x="52578" y="23455"/>
                  </a:lnTo>
                  <a:lnTo>
                    <a:pt x="54578" y="25551"/>
                  </a:lnTo>
                  <a:cubicBezTo>
                    <a:pt x="56293" y="27456"/>
                    <a:pt x="57817" y="29456"/>
                    <a:pt x="59055" y="31647"/>
                  </a:cubicBezTo>
                  <a:lnTo>
                    <a:pt x="60484" y="34219"/>
                  </a:lnTo>
                  <a:lnTo>
                    <a:pt x="67342" y="34028"/>
                  </a:lnTo>
                  <a:cubicBezTo>
                    <a:pt x="67342" y="34028"/>
                    <a:pt x="67532" y="34600"/>
                    <a:pt x="67627" y="34885"/>
                  </a:cubicBezTo>
                  <a:lnTo>
                    <a:pt x="61913" y="38791"/>
                  </a:lnTo>
                  <a:lnTo>
                    <a:pt x="62293" y="41648"/>
                  </a:lnTo>
                  <a:cubicBezTo>
                    <a:pt x="62484" y="42886"/>
                    <a:pt x="62579" y="44125"/>
                    <a:pt x="62579" y="45458"/>
                  </a:cubicBezTo>
                  <a:cubicBezTo>
                    <a:pt x="62579" y="46792"/>
                    <a:pt x="62484" y="48030"/>
                    <a:pt x="62293" y="49268"/>
                  </a:cubicBezTo>
                  <a:lnTo>
                    <a:pt x="61913" y="52126"/>
                  </a:lnTo>
                  <a:lnTo>
                    <a:pt x="67627" y="56031"/>
                  </a:lnTo>
                  <a:cubicBezTo>
                    <a:pt x="67627" y="56031"/>
                    <a:pt x="67437" y="56602"/>
                    <a:pt x="67342" y="56793"/>
                  </a:cubicBezTo>
                  <a:lnTo>
                    <a:pt x="60484" y="56602"/>
                  </a:lnTo>
                  <a:lnTo>
                    <a:pt x="59055" y="59174"/>
                  </a:lnTo>
                  <a:cubicBezTo>
                    <a:pt x="57912" y="61365"/>
                    <a:pt x="56388" y="63460"/>
                    <a:pt x="54578" y="65270"/>
                  </a:cubicBezTo>
                  <a:lnTo>
                    <a:pt x="52578" y="67366"/>
                  </a:lnTo>
                  <a:lnTo>
                    <a:pt x="54864" y="73843"/>
                  </a:lnTo>
                  <a:cubicBezTo>
                    <a:pt x="54864" y="73843"/>
                    <a:pt x="54388" y="74224"/>
                    <a:pt x="54197" y="74319"/>
                  </a:cubicBezTo>
                  <a:lnTo>
                    <a:pt x="48768" y="70128"/>
                  </a:lnTo>
                  <a:lnTo>
                    <a:pt x="46101" y="71366"/>
                  </a:lnTo>
                  <a:cubicBezTo>
                    <a:pt x="43815" y="72414"/>
                    <a:pt x="41434" y="73176"/>
                    <a:pt x="38957" y="73652"/>
                  </a:cubicBezTo>
                  <a:lnTo>
                    <a:pt x="40672" y="82987"/>
                  </a:lnTo>
                  <a:cubicBezTo>
                    <a:pt x="43053" y="82510"/>
                    <a:pt x="45339" y="81939"/>
                    <a:pt x="47434" y="81082"/>
                  </a:cubicBezTo>
                  <a:lnTo>
                    <a:pt x="53530" y="85844"/>
                  </a:lnTo>
                  <a:lnTo>
                    <a:pt x="56293" y="84225"/>
                  </a:lnTo>
                  <a:cubicBezTo>
                    <a:pt x="58960" y="82701"/>
                    <a:pt x="61436" y="80891"/>
                    <a:pt x="63627" y="78891"/>
                  </a:cubicBezTo>
                  <a:lnTo>
                    <a:pt x="66008" y="76795"/>
                  </a:lnTo>
                  <a:lnTo>
                    <a:pt x="63437" y="69461"/>
                  </a:lnTo>
                  <a:cubicBezTo>
                    <a:pt x="64294" y="68413"/>
                    <a:pt x="65056" y="67270"/>
                    <a:pt x="65818" y="66127"/>
                  </a:cubicBezTo>
                  <a:lnTo>
                    <a:pt x="73533" y="66318"/>
                  </a:lnTo>
                  <a:lnTo>
                    <a:pt x="74771" y="63365"/>
                  </a:lnTo>
                  <a:cubicBezTo>
                    <a:pt x="76009" y="60603"/>
                    <a:pt x="76962" y="57650"/>
                    <a:pt x="77533" y="54697"/>
                  </a:cubicBezTo>
                  <a:lnTo>
                    <a:pt x="78200" y="51554"/>
                  </a:lnTo>
                  <a:lnTo>
                    <a:pt x="71818" y="47173"/>
                  </a:lnTo>
                  <a:cubicBezTo>
                    <a:pt x="71818" y="46506"/>
                    <a:pt x="71818" y="45839"/>
                    <a:pt x="71818" y="45172"/>
                  </a:cubicBezTo>
                  <a:cubicBezTo>
                    <a:pt x="71818" y="44506"/>
                    <a:pt x="71818" y="43839"/>
                    <a:pt x="71818" y="43172"/>
                  </a:cubicBezTo>
                  <a:lnTo>
                    <a:pt x="78200" y="38791"/>
                  </a:lnTo>
                  <a:lnTo>
                    <a:pt x="77533" y="35647"/>
                  </a:lnTo>
                  <a:cubicBezTo>
                    <a:pt x="76867" y="32695"/>
                    <a:pt x="75914" y="29742"/>
                    <a:pt x="74771" y="26980"/>
                  </a:cubicBezTo>
                  <a:lnTo>
                    <a:pt x="73533" y="24027"/>
                  </a:lnTo>
                  <a:lnTo>
                    <a:pt x="65818" y="24217"/>
                  </a:lnTo>
                  <a:cubicBezTo>
                    <a:pt x="65056" y="23074"/>
                    <a:pt x="64294" y="22027"/>
                    <a:pt x="63437" y="20884"/>
                  </a:cubicBezTo>
                  <a:lnTo>
                    <a:pt x="66008" y="13549"/>
                  </a:lnTo>
                  <a:lnTo>
                    <a:pt x="63627" y="11454"/>
                  </a:lnTo>
                  <a:cubicBezTo>
                    <a:pt x="61436" y="9454"/>
                    <a:pt x="58960" y="7644"/>
                    <a:pt x="56293" y="6120"/>
                  </a:cubicBezTo>
                  <a:lnTo>
                    <a:pt x="53530" y="4501"/>
                  </a:lnTo>
                  <a:lnTo>
                    <a:pt x="47434" y="9263"/>
                  </a:lnTo>
                  <a:cubicBezTo>
                    <a:pt x="46196" y="8787"/>
                    <a:pt x="44863" y="8311"/>
                    <a:pt x="43529" y="8025"/>
                  </a:cubicBezTo>
                  <a:lnTo>
                    <a:pt x="41339" y="595"/>
                  </a:lnTo>
                  <a:lnTo>
                    <a:pt x="38195" y="214"/>
                  </a:lnTo>
                  <a:cubicBezTo>
                    <a:pt x="35242" y="-71"/>
                    <a:pt x="32099" y="-71"/>
                    <a:pt x="29146" y="214"/>
                  </a:cubicBezTo>
                  <a:lnTo>
                    <a:pt x="26003" y="595"/>
                  </a:lnTo>
                  <a:lnTo>
                    <a:pt x="23813" y="8025"/>
                  </a:lnTo>
                  <a:cubicBezTo>
                    <a:pt x="22479" y="8406"/>
                    <a:pt x="21145" y="8787"/>
                    <a:pt x="19907" y="9263"/>
                  </a:cubicBezTo>
                  <a:lnTo>
                    <a:pt x="13811" y="4501"/>
                  </a:lnTo>
                  <a:lnTo>
                    <a:pt x="11049" y="6120"/>
                  </a:lnTo>
                  <a:cubicBezTo>
                    <a:pt x="8382" y="7644"/>
                    <a:pt x="5905" y="9454"/>
                    <a:pt x="3715" y="11454"/>
                  </a:cubicBezTo>
                  <a:lnTo>
                    <a:pt x="1333" y="13549"/>
                  </a:lnTo>
                  <a:lnTo>
                    <a:pt x="3905" y="20788"/>
                  </a:lnTo>
                  <a:cubicBezTo>
                    <a:pt x="2381" y="22598"/>
                    <a:pt x="1048" y="24598"/>
                    <a:pt x="0" y="26694"/>
                  </a:cubicBezTo>
                  <a:lnTo>
                    <a:pt x="8382" y="3126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54" name="Google Shape;4154;p99"/>
            <p:cNvSpPr/>
            <p:nvPr/>
          </p:nvSpPr>
          <p:spPr>
            <a:xfrm>
              <a:off x="4718306" y="2927254"/>
              <a:ext cx="45815" cy="48482"/>
            </a:xfrm>
            <a:custGeom>
              <a:avLst/>
              <a:gdLst/>
              <a:ahLst/>
              <a:cxnLst/>
              <a:rect l="l" t="t" r="r" b="b"/>
              <a:pathLst>
                <a:path w="45815" h="48482" extrusionOk="0">
                  <a:moveTo>
                    <a:pt x="24574" y="39243"/>
                  </a:moveTo>
                  <a:lnTo>
                    <a:pt x="26670" y="48482"/>
                  </a:lnTo>
                  <a:cubicBezTo>
                    <a:pt x="37909" y="45910"/>
                    <a:pt x="45815" y="36100"/>
                    <a:pt x="45815" y="24575"/>
                  </a:cubicBezTo>
                  <a:cubicBezTo>
                    <a:pt x="45815" y="11049"/>
                    <a:pt x="34766" y="0"/>
                    <a:pt x="21241" y="0"/>
                  </a:cubicBezTo>
                  <a:cubicBezTo>
                    <a:pt x="12478" y="0"/>
                    <a:pt x="4381" y="4763"/>
                    <a:pt x="0" y="12383"/>
                  </a:cubicBezTo>
                  <a:lnTo>
                    <a:pt x="8287" y="17145"/>
                  </a:lnTo>
                  <a:cubicBezTo>
                    <a:pt x="11049" y="12383"/>
                    <a:pt x="15907" y="9525"/>
                    <a:pt x="21241" y="9525"/>
                  </a:cubicBezTo>
                  <a:cubicBezTo>
                    <a:pt x="29527" y="9525"/>
                    <a:pt x="36290" y="16288"/>
                    <a:pt x="36290" y="24575"/>
                  </a:cubicBezTo>
                  <a:cubicBezTo>
                    <a:pt x="36290" y="31623"/>
                    <a:pt x="31432" y="37624"/>
                    <a:pt x="24574" y="3924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55" name="Google Shape;4155;p99"/>
            <p:cNvSpPr/>
            <p:nvPr/>
          </p:nvSpPr>
          <p:spPr>
            <a:xfrm>
              <a:off x="4369781" y="2916056"/>
              <a:ext cx="187230" cy="230654"/>
            </a:xfrm>
            <a:custGeom>
              <a:avLst/>
              <a:gdLst/>
              <a:ahLst/>
              <a:cxnLst/>
              <a:rect l="l" t="t" r="r" b="b"/>
              <a:pathLst>
                <a:path w="187230" h="230654" extrusionOk="0">
                  <a:moveTo>
                    <a:pt x="71918" y="161122"/>
                  </a:moveTo>
                  <a:cubicBezTo>
                    <a:pt x="73347" y="162265"/>
                    <a:pt x="74871" y="163313"/>
                    <a:pt x="76395" y="164170"/>
                  </a:cubicBezTo>
                  <a:cubicBezTo>
                    <a:pt x="76586" y="164265"/>
                    <a:pt x="76871" y="164456"/>
                    <a:pt x="77062" y="164551"/>
                  </a:cubicBezTo>
                  <a:cubicBezTo>
                    <a:pt x="77252" y="164646"/>
                    <a:pt x="77538" y="164742"/>
                    <a:pt x="77729" y="164837"/>
                  </a:cubicBezTo>
                  <a:cubicBezTo>
                    <a:pt x="87635" y="169123"/>
                    <a:pt x="95826" y="169123"/>
                    <a:pt x="101160" y="168552"/>
                  </a:cubicBezTo>
                  <a:cubicBezTo>
                    <a:pt x="103541" y="170933"/>
                    <a:pt x="106685" y="173409"/>
                    <a:pt x="110685" y="175124"/>
                  </a:cubicBezTo>
                  <a:cubicBezTo>
                    <a:pt x="114495" y="176934"/>
                    <a:pt x="118591" y="177981"/>
                    <a:pt x="122687" y="178267"/>
                  </a:cubicBezTo>
                  <a:cubicBezTo>
                    <a:pt x="124211" y="178362"/>
                    <a:pt x="125735" y="178267"/>
                    <a:pt x="127259" y="178267"/>
                  </a:cubicBezTo>
                  <a:cubicBezTo>
                    <a:pt x="127259" y="185030"/>
                    <a:pt x="127259" y="191793"/>
                    <a:pt x="127259" y="197031"/>
                  </a:cubicBezTo>
                  <a:cubicBezTo>
                    <a:pt x="127259" y="217415"/>
                    <a:pt x="139355" y="230655"/>
                    <a:pt x="158120" y="230655"/>
                  </a:cubicBezTo>
                  <a:cubicBezTo>
                    <a:pt x="171836" y="230655"/>
                    <a:pt x="186695" y="221225"/>
                    <a:pt x="186885" y="194936"/>
                  </a:cubicBezTo>
                  <a:lnTo>
                    <a:pt x="186885" y="193888"/>
                  </a:lnTo>
                  <a:cubicBezTo>
                    <a:pt x="187361" y="160170"/>
                    <a:pt x="187742" y="101686"/>
                    <a:pt x="185171" y="87780"/>
                  </a:cubicBezTo>
                  <a:cubicBezTo>
                    <a:pt x="182408" y="72921"/>
                    <a:pt x="172788" y="59871"/>
                    <a:pt x="156405" y="49013"/>
                  </a:cubicBezTo>
                  <a:cubicBezTo>
                    <a:pt x="156405" y="49013"/>
                    <a:pt x="156405" y="49013"/>
                    <a:pt x="156310" y="49013"/>
                  </a:cubicBezTo>
                  <a:cubicBezTo>
                    <a:pt x="156310" y="49013"/>
                    <a:pt x="156310" y="49013"/>
                    <a:pt x="156310" y="49013"/>
                  </a:cubicBezTo>
                  <a:lnTo>
                    <a:pt x="82682" y="1864"/>
                  </a:lnTo>
                  <a:cubicBezTo>
                    <a:pt x="77157" y="-1660"/>
                    <a:pt x="69728" y="-41"/>
                    <a:pt x="66203" y="5484"/>
                  </a:cubicBezTo>
                  <a:cubicBezTo>
                    <a:pt x="62679" y="11008"/>
                    <a:pt x="64298" y="18342"/>
                    <a:pt x="69823" y="21962"/>
                  </a:cubicBezTo>
                  <a:lnTo>
                    <a:pt x="143261" y="69015"/>
                  </a:lnTo>
                  <a:cubicBezTo>
                    <a:pt x="143261" y="69015"/>
                    <a:pt x="143261" y="69015"/>
                    <a:pt x="143261" y="69015"/>
                  </a:cubicBezTo>
                  <a:cubicBezTo>
                    <a:pt x="154214" y="76254"/>
                    <a:pt x="160310" y="83874"/>
                    <a:pt x="161834" y="92256"/>
                  </a:cubicBezTo>
                  <a:cubicBezTo>
                    <a:pt x="163358" y="100543"/>
                    <a:pt x="163835" y="140358"/>
                    <a:pt x="163168" y="193698"/>
                  </a:cubicBezTo>
                  <a:lnTo>
                    <a:pt x="163168" y="194936"/>
                  </a:lnTo>
                  <a:cubicBezTo>
                    <a:pt x="163168" y="200460"/>
                    <a:pt x="162215" y="207033"/>
                    <a:pt x="158215" y="207033"/>
                  </a:cubicBezTo>
                  <a:cubicBezTo>
                    <a:pt x="155262" y="207033"/>
                    <a:pt x="151166" y="207033"/>
                    <a:pt x="151166" y="197222"/>
                  </a:cubicBezTo>
                  <a:cubicBezTo>
                    <a:pt x="151166" y="191031"/>
                    <a:pt x="151166" y="160265"/>
                    <a:pt x="150690" y="152359"/>
                  </a:cubicBezTo>
                  <a:lnTo>
                    <a:pt x="150690" y="119498"/>
                  </a:lnTo>
                  <a:cubicBezTo>
                    <a:pt x="150690" y="112926"/>
                    <a:pt x="145356" y="107592"/>
                    <a:pt x="138784" y="107592"/>
                  </a:cubicBezTo>
                  <a:cubicBezTo>
                    <a:pt x="132212" y="107592"/>
                    <a:pt x="126878" y="112926"/>
                    <a:pt x="126878" y="119498"/>
                  </a:cubicBezTo>
                  <a:lnTo>
                    <a:pt x="126878" y="151693"/>
                  </a:lnTo>
                  <a:cubicBezTo>
                    <a:pt x="126782" y="152645"/>
                    <a:pt x="126592" y="153502"/>
                    <a:pt x="126401" y="154455"/>
                  </a:cubicBezTo>
                  <a:cubicBezTo>
                    <a:pt x="126401" y="154455"/>
                    <a:pt x="125639" y="154836"/>
                    <a:pt x="124306" y="154740"/>
                  </a:cubicBezTo>
                  <a:cubicBezTo>
                    <a:pt x="123163" y="154740"/>
                    <a:pt x="121925" y="154359"/>
                    <a:pt x="120782" y="153788"/>
                  </a:cubicBezTo>
                  <a:cubicBezTo>
                    <a:pt x="120782" y="153788"/>
                    <a:pt x="120591" y="153788"/>
                    <a:pt x="120496" y="153693"/>
                  </a:cubicBezTo>
                  <a:cubicBezTo>
                    <a:pt x="120496" y="153693"/>
                    <a:pt x="120401" y="153693"/>
                    <a:pt x="120305" y="153693"/>
                  </a:cubicBezTo>
                  <a:cubicBezTo>
                    <a:pt x="119448" y="153312"/>
                    <a:pt x="118781" y="152835"/>
                    <a:pt x="118305" y="152264"/>
                  </a:cubicBezTo>
                  <a:cubicBezTo>
                    <a:pt x="118877" y="145311"/>
                    <a:pt x="119734" y="131785"/>
                    <a:pt x="119353" y="121308"/>
                  </a:cubicBezTo>
                  <a:cubicBezTo>
                    <a:pt x="119067" y="114735"/>
                    <a:pt x="113447" y="109687"/>
                    <a:pt x="106970" y="109878"/>
                  </a:cubicBezTo>
                  <a:cubicBezTo>
                    <a:pt x="100398" y="110163"/>
                    <a:pt x="95255" y="115688"/>
                    <a:pt x="95540" y="122260"/>
                  </a:cubicBezTo>
                  <a:cubicBezTo>
                    <a:pt x="95826" y="129309"/>
                    <a:pt x="95350" y="138548"/>
                    <a:pt x="94874" y="145311"/>
                  </a:cubicBezTo>
                  <a:cubicBezTo>
                    <a:pt x="92873" y="145215"/>
                    <a:pt x="90587" y="144739"/>
                    <a:pt x="87825" y="143596"/>
                  </a:cubicBezTo>
                  <a:cubicBezTo>
                    <a:pt x="87825" y="143596"/>
                    <a:pt x="87730" y="143501"/>
                    <a:pt x="87635" y="143406"/>
                  </a:cubicBezTo>
                  <a:cubicBezTo>
                    <a:pt x="88016" y="137881"/>
                    <a:pt x="88397" y="129118"/>
                    <a:pt x="88016" y="120165"/>
                  </a:cubicBezTo>
                  <a:cubicBezTo>
                    <a:pt x="87730" y="113592"/>
                    <a:pt x="82301" y="108639"/>
                    <a:pt x="75633" y="108735"/>
                  </a:cubicBezTo>
                  <a:cubicBezTo>
                    <a:pt x="69061" y="109020"/>
                    <a:pt x="63917" y="114545"/>
                    <a:pt x="64203" y="121117"/>
                  </a:cubicBezTo>
                  <a:cubicBezTo>
                    <a:pt x="64394" y="126832"/>
                    <a:pt x="64298" y="132547"/>
                    <a:pt x="64203" y="137214"/>
                  </a:cubicBezTo>
                  <a:cubicBezTo>
                    <a:pt x="60679" y="135690"/>
                    <a:pt x="57917" y="132261"/>
                    <a:pt x="56774" y="127689"/>
                  </a:cubicBezTo>
                  <a:cubicBezTo>
                    <a:pt x="55821" y="123784"/>
                    <a:pt x="56297" y="114735"/>
                    <a:pt x="56774" y="105972"/>
                  </a:cubicBezTo>
                  <a:cubicBezTo>
                    <a:pt x="56964" y="102258"/>
                    <a:pt x="57155" y="98352"/>
                    <a:pt x="57345" y="94257"/>
                  </a:cubicBezTo>
                  <a:cubicBezTo>
                    <a:pt x="57536" y="87684"/>
                    <a:pt x="52392" y="82160"/>
                    <a:pt x="45820" y="81969"/>
                  </a:cubicBezTo>
                  <a:cubicBezTo>
                    <a:pt x="43153" y="81779"/>
                    <a:pt x="40676" y="82541"/>
                    <a:pt x="38581" y="83970"/>
                  </a:cubicBezTo>
                  <a:lnTo>
                    <a:pt x="18959" y="69682"/>
                  </a:lnTo>
                  <a:cubicBezTo>
                    <a:pt x="13625" y="65872"/>
                    <a:pt x="6196" y="67015"/>
                    <a:pt x="2291" y="72254"/>
                  </a:cubicBezTo>
                  <a:cubicBezTo>
                    <a:pt x="-1615" y="77588"/>
                    <a:pt x="-376" y="85017"/>
                    <a:pt x="4862" y="88923"/>
                  </a:cubicBezTo>
                  <a:lnTo>
                    <a:pt x="32675" y="109211"/>
                  </a:lnTo>
                  <a:cubicBezTo>
                    <a:pt x="32199" y="119022"/>
                    <a:pt x="32009" y="127118"/>
                    <a:pt x="33628" y="133500"/>
                  </a:cubicBezTo>
                  <a:cubicBezTo>
                    <a:pt x="36771" y="146168"/>
                    <a:pt x="45534" y="156074"/>
                    <a:pt x="56964" y="160074"/>
                  </a:cubicBezTo>
                  <a:cubicBezTo>
                    <a:pt x="62012" y="161789"/>
                    <a:pt x="67156" y="162265"/>
                    <a:pt x="72014" y="16150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56" name="Google Shape;4156;p99"/>
            <p:cNvSpPr/>
            <p:nvPr/>
          </p:nvSpPr>
          <p:spPr>
            <a:xfrm>
              <a:off x="4418363" y="2852769"/>
              <a:ext cx="470324" cy="339566"/>
            </a:xfrm>
            <a:custGeom>
              <a:avLst/>
              <a:gdLst/>
              <a:ahLst/>
              <a:cxnLst/>
              <a:rect l="l" t="t" r="r" b="b"/>
              <a:pathLst>
                <a:path w="470324" h="339566" extrusionOk="0">
                  <a:moveTo>
                    <a:pt x="468821" y="251651"/>
                  </a:moveTo>
                  <a:cubicBezTo>
                    <a:pt x="469011" y="250888"/>
                    <a:pt x="469202" y="250127"/>
                    <a:pt x="469297" y="249269"/>
                  </a:cubicBezTo>
                  <a:cubicBezTo>
                    <a:pt x="469297" y="248984"/>
                    <a:pt x="469487" y="248698"/>
                    <a:pt x="469487" y="248412"/>
                  </a:cubicBezTo>
                  <a:lnTo>
                    <a:pt x="469487" y="11906"/>
                  </a:lnTo>
                  <a:cubicBezTo>
                    <a:pt x="469487" y="5334"/>
                    <a:pt x="464153" y="0"/>
                    <a:pt x="457581" y="0"/>
                  </a:cubicBezTo>
                  <a:lnTo>
                    <a:pt x="110776" y="0"/>
                  </a:lnTo>
                  <a:cubicBezTo>
                    <a:pt x="104203" y="0"/>
                    <a:pt x="98870" y="5334"/>
                    <a:pt x="98870" y="11906"/>
                  </a:cubicBezTo>
                  <a:lnTo>
                    <a:pt x="98870" y="93440"/>
                  </a:lnTo>
                  <a:cubicBezTo>
                    <a:pt x="98870" y="100013"/>
                    <a:pt x="104203" y="105346"/>
                    <a:pt x="110776" y="105346"/>
                  </a:cubicBezTo>
                  <a:cubicBezTo>
                    <a:pt x="117348" y="105346"/>
                    <a:pt x="122682" y="100013"/>
                    <a:pt x="122682" y="93440"/>
                  </a:cubicBezTo>
                  <a:lnTo>
                    <a:pt x="122682" y="23813"/>
                  </a:lnTo>
                  <a:lnTo>
                    <a:pt x="445675" y="23813"/>
                  </a:lnTo>
                  <a:lnTo>
                    <a:pt x="445675" y="236506"/>
                  </a:lnTo>
                  <a:lnTo>
                    <a:pt x="157544" y="236506"/>
                  </a:lnTo>
                  <a:cubicBezTo>
                    <a:pt x="150971" y="236506"/>
                    <a:pt x="145637" y="241840"/>
                    <a:pt x="145637" y="248412"/>
                  </a:cubicBezTo>
                  <a:cubicBezTo>
                    <a:pt x="145637" y="254984"/>
                    <a:pt x="150971" y="260318"/>
                    <a:pt x="157544" y="260318"/>
                  </a:cubicBezTo>
                  <a:lnTo>
                    <a:pt x="421005" y="260318"/>
                  </a:lnTo>
                  <a:lnTo>
                    <a:pt x="356140" y="307562"/>
                  </a:lnTo>
                  <a:lnTo>
                    <a:pt x="49816" y="307562"/>
                  </a:lnTo>
                  <a:lnTo>
                    <a:pt x="68961" y="293561"/>
                  </a:lnTo>
                  <a:cubicBezTo>
                    <a:pt x="74295" y="289655"/>
                    <a:pt x="75438" y="282226"/>
                    <a:pt x="71533" y="276892"/>
                  </a:cubicBezTo>
                  <a:cubicBezTo>
                    <a:pt x="67627" y="271558"/>
                    <a:pt x="60198" y="270415"/>
                    <a:pt x="54864" y="274320"/>
                  </a:cubicBezTo>
                  <a:lnTo>
                    <a:pt x="6191" y="309848"/>
                  </a:lnTo>
                  <a:cubicBezTo>
                    <a:pt x="2381" y="312611"/>
                    <a:pt x="762" y="317373"/>
                    <a:pt x="1715" y="321850"/>
                  </a:cubicBezTo>
                  <a:cubicBezTo>
                    <a:pt x="667" y="323564"/>
                    <a:pt x="0" y="325565"/>
                    <a:pt x="0" y="327660"/>
                  </a:cubicBezTo>
                  <a:cubicBezTo>
                    <a:pt x="0" y="334232"/>
                    <a:pt x="5334" y="339566"/>
                    <a:pt x="11906" y="339566"/>
                  </a:cubicBezTo>
                  <a:lnTo>
                    <a:pt x="361569" y="339566"/>
                  </a:lnTo>
                  <a:cubicBezTo>
                    <a:pt x="364141" y="339566"/>
                    <a:pt x="366522" y="338804"/>
                    <a:pt x="368618" y="337280"/>
                  </a:cubicBezTo>
                  <a:lnTo>
                    <a:pt x="465582" y="266414"/>
                  </a:lnTo>
                  <a:cubicBezTo>
                    <a:pt x="470345" y="262890"/>
                    <a:pt x="471583" y="256604"/>
                    <a:pt x="469011" y="25155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157" name="Google Shape;4157;p99"/>
          <p:cNvSpPr/>
          <p:nvPr/>
        </p:nvSpPr>
        <p:spPr>
          <a:xfrm>
            <a:off x="5260594" y="2542252"/>
            <a:ext cx="188594" cy="299983"/>
          </a:xfrm>
          <a:custGeom>
            <a:avLst/>
            <a:gdLst/>
            <a:ahLst/>
            <a:cxnLst/>
            <a:rect l="l" t="t" r="r" b="b"/>
            <a:pathLst>
              <a:path w="335279" h="533304" extrusionOk="0">
                <a:moveTo>
                  <a:pt x="335280" y="292608"/>
                </a:moveTo>
                <a:cubicBezTo>
                  <a:pt x="335280" y="269843"/>
                  <a:pt x="324136" y="249841"/>
                  <a:pt x="307181" y="237172"/>
                </a:cubicBezTo>
                <a:lnTo>
                  <a:pt x="307181" y="68675"/>
                </a:lnTo>
                <a:cubicBezTo>
                  <a:pt x="307181" y="45530"/>
                  <a:pt x="291751" y="25146"/>
                  <a:pt x="270605" y="20003"/>
                </a:cubicBezTo>
                <a:cubicBezTo>
                  <a:pt x="256985" y="16764"/>
                  <a:pt x="243173" y="19526"/>
                  <a:pt x="231934" y="27146"/>
                </a:cubicBezTo>
                <a:cubicBezTo>
                  <a:pt x="224028" y="11144"/>
                  <a:pt x="207740" y="0"/>
                  <a:pt x="188690" y="0"/>
                </a:cubicBezTo>
                <a:cubicBezTo>
                  <a:pt x="169640" y="0"/>
                  <a:pt x="153543" y="11049"/>
                  <a:pt x="145542" y="26956"/>
                </a:cubicBezTo>
                <a:cubicBezTo>
                  <a:pt x="137827" y="21717"/>
                  <a:pt x="128492" y="18574"/>
                  <a:pt x="118491" y="18574"/>
                </a:cubicBezTo>
                <a:cubicBezTo>
                  <a:pt x="91821" y="18574"/>
                  <a:pt x="70199" y="40195"/>
                  <a:pt x="70199" y="66866"/>
                </a:cubicBezTo>
                <a:lnTo>
                  <a:pt x="70199" y="171450"/>
                </a:lnTo>
                <a:cubicBezTo>
                  <a:pt x="63627" y="168021"/>
                  <a:pt x="56197" y="165926"/>
                  <a:pt x="48292" y="165926"/>
                </a:cubicBezTo>
                <a:cubicBezTo>
                  <a:pt x="21622" y="165926"/>
                  <a:pt x="0" y="187547"/>
                  <a:pt x="0" y="214217"/>
                </a:cubicBezTo>
                <a:lnTo>
                  <a:pt x="0" y="380048"/>
                </a:lnTo>
                <a:cubicBezTo>
                  <a:pt x="0" y="404432"/>
                  <a:pt x="5334" y="427863"/>
                  <a:pt x="15621" y="449771"/>
                </a:cubicBezTo>
                <a:lnTo>
                  <a:pt x="15621" y="520065"/>
                </a:lnTo>
                <a:cubicBezTo>
                  <a:pt x="15621" y="527399"/>
                  <a:pt x="21527" y="533305"/>
                  <a:pt x="28861" y="533305"/>
                </a:cubicBezTo>
                <a:lnTo>
                  <a:pt x="306800" y="533305"/>
                </a:lnTo>
                <a:cubicBezTo>
                  <a:pt x="314135" y="533305"/>
                  <a:pt x="320040" y="527399"/>
                  <a:pt x="320040" y="520065"/>
                </a:cubicBezTo>
                <a:lnTo>
                  <a:pt x="320040" y="448151"/>
                </a:lnTo>
                <a:cubicBezTo>
                  <a:pt x="320040" y="448151"/>
                  <a:pt x="319850" y="447294"/>
                  <a:pt x="319754" y="446913"/>
                </a:cubicBezTo>
                <a:cubicBezTo>
                  <a:pt x="329756" y="424815"/>
                  <a:pt x="335280" y="400717"/>
                  <a:pt x="335280" y="376428"/>
                </a:cubicBezTo>
                <a:lnTo>
                  <a:pt x="335280" y="292513"/>
                </a:lnTo>
                <a:close/>
                <a:moveTo>
                  <a:pt x="245364" y="49720"/>
                </a:moveTo>
                <a:cubicBezTo>
                  <a:pt x="250793" y="45434"/>
                  <a:pt x="257556" y="44006"/>
                  <a:pt x="264509" y="45720"/>
                </a:cubicBezTo>
                <a:cubicBezTo>
                  <a:pt x="273939" y="48006"/>
                  <a:pt x="280797" y="57626"/>
                  <a:pt x="280797" y="68675"/>
                </a:cubicBezTo>
                <a:lnTo>
                  <a:pt x="280797" y="224981"/>
                </a:lnTo>
                <a:cubicBezTo>
                  <a:pt x="276035" y="223933"/>
                  <a:pt x="271082" y="223266"/>
                  <a:pt x="265938" y="223266"/>
                </a:cubicBezTo>
                <a:lnTo>
                  <a:pt x="237077" y="223266"/>
                </a:lnTo>
                <a:lnTo>
                  <a:pt x="237077" y="66961"/>
                </a:lnTo>
                <a:cubicBezTo>
                  <a:pt x="237077" y="60198"/>
                  <a:pt x="240125" y="53912"/>
                  <a:pt x="245459" y="49816"/>
                </a:cubicBezTo>
                <a:close/>
                <a:moveTo>
                  <a:pt x="166783" y="48292"/>
                </a:moveTo>
                <a:cubicBezTo>
                  <a:pt x="166783" y="36195"/>
                  <a:pt x="176593" y="26384"/>
                  <a:pt x="188690" y="26384"/>
                </a:cubicBezTo>
                <a:cubicBezTo>
                  <a:pt x="200787" y="26384"/>
                  <a:pt x="210598" y="36195"/>
                  <a:pt x="210598" y="48292"/>
                </a:cubicBezTo>
                <a:lnTo>
                  <a:pt x="210598" y="223171"/>
                </a:lnTo>
                <a:lnTo>
                  <a:pt x="166878" y="223171"/>
                </a:lnTo>
                <a:lnTo>
                  <a:pt x="166878" y="48292"/>
                </a:lnTo>
                <a:close/>
                <a:moveTo>
                  <a:pt x="96584" y="66961"/>
                </a:moveTo>
                <a:cubicBezTo>
                  <a:pt x="96584" y="54864"/>
                  <a:pt x="106394" y="45053"/>
                  <a:pt x="118491" y="45053"/>
                </a:cubicBezTo>
                <a:cubicBezTo>
                  <a:pt x="130588" y="45053"/>
                  <a:pt x="140399" y="54864"/>
                  <a:pt x="140399" y="66961"/>
                </a:cubicBezTo>
                <a:lnTo>
                  <a:pt x="140399" y="223266"/>
                </a:lnTo>
                <a:lnTo>
                  <a:pt x="139541" y="223266"/>
                </a:lnTo>
                <a:cubicBezTo>
                  <a:pt x="132207" y="223266"/>
                  <a:pt x="126302" y="229172"/>
                  <a:pt x="126302" y="236506"/>
                </a:cubicBezTo>
                <a:lnTo>
                  <a:pt x="126302" y="251460"/>
                </a:lnTo>
                <a:cubicBezTo>
                  <a:pt x="126302" y="281464"/>
                  <a:pt x="150686" y="305848"/>
                  <a:pt x="180689" y="305848"/>
                </a:cubicBezTo>
                <a:lnTo>
                  <a:pt x="224504" y="305848"/>
                </a:lnTo>
                <a:lnTo>
                  <a:pt x="224504" y="321754"/>
                </a:lnTo>
                <a:lnTo>
                  <a:pt x="181547" y="321754"/>
                </a:lnTo>
                <a:cubicBezTo>
                  <a:pt x="142113" y="321754"/>
                  <a:pt x="107728" y="349758"/>
                  <a:pt x="99822" y="388334"/>
                </a:cubicBezTo>
                <a:cubicBezTo>
                  <a:pt x="98393" y="395478"/>
                  <a:pt x="102965" y="402431"/>
                  <a:pt x="110109" y="403955"/>
                </a:cubicBezTo>
                <a:cubicBezTo>
                  <a:pt x="117062" y="405384"/>
                  <a:pt x="124206" y="400812"/>
                  <a:pt x="125730" y="393668"/>
                </a:cubicBezTo>
                <a:cubicBezTo>
                  <a:pt x="131159" y="367284"/>
                  <a:pt x="154591" y="348234"/>
                  <a:pt x="181547" y="348234"/>
                </a:cubicBezTo>
                <a:lnTo>
                  <a:pt x="237649" y="348234"/>
                </a:lnTo>
                <a:cubicBezTo>
                  <a:pt x="244983" y="348234"/>
                  <a:pt x="250889" y="342328"/>
                  <a:pt x="250889" y="334994"/>
                </a:cubicBezTo>
                <a:lnTo>
                  <a:pt x="250889" y="292703"/>
                </a:lnTo>
                <a:cubicBezTo>
                  <a:pt x="250889" y="285369"/>
                  <a:pt x="244983" y="279464"/>
                  <a:pt x="237649" y="279464"/>
                </a:cubicBezTo>
                <a:lnTo>
                  <a:pt x="180594" y="279464"/>
                </a:lnTo>
                <a:cubicBezTo>
                  <a:pt x="165164" y="279464"/>
                  <a:pt x="152591" y="266891"/>
                  <a:pt x="152591" y="251460"/>
                </a:cubicBezTo>
                <a:lnTo>
                  <a:pt x="152591" y="249746"/>
                </a:lnTo>
                <a:lnTo>
                  <a:pt x="265748" y="249746"/>
                </a:lnTo>
                <a:cubicBezTo>
                  <a:pt x="289465" y="249746"/>
                  <a:pt x="308705" y="268986"/>
                  <a:pt x="308705" y="292703"/>
                </a:cubicBezTo>
                <a:lnTo>
                  <a:pt x="308705" y="376619"/>
                </a:lnTo>
                <a:cubicBezTo>
                  <a:pt x="308705" y="396812"/>
                  <a:pt x="304229" y="416719"/>
                  <a:pt x="296037" y="435197"/>
                </a:cubicBezTo>
                <a:lnTo>
                  <a:pt x="37814" y="435197"/>
                </a:lnTo>
                <a:cubicBezTo>
                  <a:pt x="30290" y="417862"/>
                  <a:pt x="26289" y="399478"/>
                  <a:pt x="26289" y="380333"/>
                </a:cubicBezTo>
                <a:lnTo>
                  <a:pt x="26289" y="316897"/>
                </a:lnTo>
                <a:cubicBezTo>
                  <a:pt x="32861" y="320326"/>
                  <a:pt x="40291" y="322421"/>
                  <a:pt x="48196" y="322421"/>
                </a:cubicBezTo>
                <a:cubicBezTo>
                  <a:pt x="74867" y="322421"/>
                  <a:pt x="96488" y="300800"/>
                  <a:pt x="96488" y="274129"/>
                </a:cubicBezTo>
                <a:lnTo>
                  <a:pt x="96488" y="66961"/>
                </a:lnTo>
                <a:close/>
                <a:moveTo>
                  <a:pt x="26480" y="214313"/>
                </a:moveTo>
                <a:cubicBezTo>
                  <a:pt x="26480" y="202216"/>
                  <a:pt x="36290" y="192405"/>
                  <a:pt x="48387" y="192405"/>
                </a:cubicBezTo>
                <a:cubicBezTo>
                  <a:pt x="60484" y="192405"/>
                  <a:pt x="70295" y="202216"/>
                  <a:pt x="70295" y="214313"/>
                </a:cubicBezTo>
                <a:lnTo>
                  <a:pt x="70295" y="273844"/>
                </a:lnTo>
                <a:cubicBezTo>
                  <a:pt x="70295" y="285941"/>
                  <a:pt x="60484" y="295751"/>
                  <a:pt x="48387" y="295751"/>
                </a:cubicBezTo>
                <a:cubicBezTo>
                  <a:pt x="36290" y="295751"/>
                  <a:pt x="26480" y="285941"/>
                  <a:pt x="26480" y="273844"/>
                </a:cubicBezTo>
                <a:lnTo>
                  <a:pt x="26480" y="214313"/>
                </a:lnTo>
                <a:close/>
                <a:moveTo>
                  <a:pt x="293561" y="507016"/>
                </a:moveTo>
                <a:lnTo>
                  <a:pt x="42005" y="507016"/>
                </a:lnTo>
                <a:lnTo>
                  <a:pt x="42005" y="461486"/>
                </a:lnTo>
                <a:lnTo>
                  <a:pt x="293561" y="461486"/>
                </a:lnTo>
                <a:lnTo>
                  <a:pt x="293561" y="50701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158" name="Google Shape;4158;p99"/>
          <p:cNvGrpSpPr/>
          <p:nvPr/>
        </p:nvGrpSpPr>
        <p:grpSpPr>
          <a:xfrm>
            <a:off x="2038320" y="3337468"/>
            <a:ext cx="292054" cy="269444"/>
            <a:chOff x="3613943" y="3583274"/>
            <a:chExt cx="519207" cy="479011"/>
          </a:xfrm>
        </p:grpSpPr>
        <p:sp>
          <p:nvSpPr>
            <p:cNvPr id="4159" name="Google Shape;4159;p99"/>
            <p:cNvSpPr/>
            <p:nvPr/>
          </p:nvSpPr>
          <p:spPr>
            <a:xfrm>
              <a:off x="3676618" y="4038473"/>
              <a:ext cx="387000" cy="23812"/>
            </a:xfrm>
            <a:custGeom>
              <a:avLst/>
              <a:gdLst/>
              <a:ahLst/>
              <a:cxnLst/>
              <a:rect l="l" t="t" r="r" b="b"/>
              <a:pathLst>
                <a:path w="387000" h="23812" extrusionOk="0">
                  <a:moveTo>
                    <a:pt x="374999" y="0"/>
                  </a:moveTo>
                  <a:lnTo>
                    <a:pt x="11906" y="0"/>
                  </a:lnTo>
                  <a:cubicBezTo>
                    <a:pt x="5334" y="0"/>
                    <a:pt x="0" y="5334"/>
                    <a:pt x="0" y="11906"/>
                  </a:cubicBezTo>
                  <a:cubicBezTo>
                    <a:pt x="0" y="18478"/>
                    <a:pt x="5334" y="23813"/>
                    <a:pt x="11906" y="23813"/>
                  </a:cubicBezTo>
                  <a:lnTo>
                    <a:pt x="375095" y="23813"/>
                  </a:lnTo>
                  <a:cubicBezTo>
                    <a:pt x="381667" y="23813"/>
                    <a:pt x="387001" y="18478"/>
                    <a:pt x="387001" y="11906"/>
                  </a:cubicBezTo>
                  <a:cubicBezTo>
                    <a:pt x="387001" y="5334"/>
                    <a:pt x="381667" y="0"/>
                    <a:pt x="37509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60" name="Google Shape;4160;p99"/>
            <p:cNvSpPr/>
            <p:nvPr/>
          </p:nvSpPr>
          <p:spPr>
            <a:xfrm>
              <a:off x="3613943" y="3583274"/>
              <a:ext cx="519207" cy="426910"/>
            </a:xfrm>
            <a:custGeom>
              <a:avLst/>
              <a:gdLst/>
              <a:ahLst/>
              <a:cxnLst/>
              <a:rect l="l" t="t" r="r" b="b"/>
              <a:pathLst>
                <a:path w="519207" h="426910" extrusionOk="0">
                  <a:moveTo>
                    <a:pt x="477107" y="158401"/>
                  </a:moveTo>
                  <a:cubicBezTo>
                    <a:pt x="454057" y="158401"/>
                    <a:pt x="435293" y="177165"/>
                    <a:pt x="435293" y="200215"/>
                  </a:cubicBezTo>
                  <a:cubicBezTo>
                    <a:pt x="435293" y="205740"/>
                    <a:pt x="436436" y="210884"/>
                    <a:pt x="438341" y="215741"/>
                  </a:cubicBezTo>
                  <a:lnTo>
                    <a:pt x="383858" y="244031"/>
                  </a:lnTo>
                  <a:lnTo>
                    <a:pt x="402622" y="118777"/>
                  </a:lnTo>
                  <a:cubicBezTo>
                    <a:pt x="425006" y="117920"/>
                    <a:pt x="442913" y="99631"/>
                    <a:pt x="442913" y="77153"/>
                  </a:cubicBezTo>
                  <a:cubicBezTo>
                    <a:pt x="442913" y="54674"/>
                    <a:pt x="424148" y="35338"/>
                    <a:pt x="401098" y="35338"/>
                  </a:cubicBezTo>
                  <a:cubicBezTo>
                    <a:pt x="378047" y="35338"/>
                    <a:pt x="359283" y="54102"/>
                    <a:pt x="359283" y="77153"/>
                  </a:cubicBezTo>
                  <a:cubicBezTo>
                    <a:pt x="359283" y="86773"/>
                    <a:pt x="362617" y="95441"/>
                    <a:pt x="368046" y="102489"/>
                  </a:cubicBezTo>
                  <a:lnTo>
                    <a:pt x="307943" y="175641"/>
                  </a:lnTo>
                  <a:lnTo>
                    <a:pt x="278892" y="78677"/>
                  </a:lnTo>
                  <a:cubicBezTo>
                    <a:pt x="292132" y="71628"/>
                    <a:pt x="301371" y="57912"/>
                    <a:pt x="301371" y="41815"/>
                  </a:cubicBezTo>
                  <a:cubicBezTo>
                    <a:pt x="301371" y="18764"/>
                    <a:pt x="282607" y="0"/>
                    <a:pt x="259556" y="0"/>
                  </a:cubicBezTo>
                  <a:cubicBezTo>
                    <a:pt x="236506" y="0"/>
                    <a:pt x="217742" y="18764"/>
                    <a:pt x="217742" y="41815"/>
                  </a:cubicBezTo>
                  <a:cubicBezTo>
                    <a:pt x="217742" y="57817"/>
                    <a:pt x="226886" y="71628"/>
                    <a:pt x="240221" y="78677"/>
                  </a:cubicBezTo>
                  <a:lnTo>
                    <a:pt x="211169" y="175641"/>
                  </a:lnTo>
                  <a:lnTo>
                    <a:pt x="150971" y="102394"/>
                  </a:lnTo>
                  <a:cubicBezTo>
                    <a:pt x="156305" y="95345"/>
                    <a:pt x="159639" y="86678"/>
                    <a:pt x="159639" y="77153"/>
                  </a:cubicBezTo>
                  <a:cubicBezTo>
                    <a:pt x="159639" y="54102"/>
                    <a:pt x="140875" y="35338"/>
                    <a:pt x="117824" y="35338"/>
                  </a:cubicBezTo>
                  <a:cubicBezTo>
                    <a:pt x="94774" y="35338"/>
                    <a:pt x="76009" y="54102"/>
                    <a:pt x="76009" y="77153"/>
                  </a:cubicBezTo>
                  <a:cubicBezTo>
                    <a:pt x="76009" y="100203"/>
                    <a:pt x="94107" y="118110"/>
                    <a:pt x="116491" y="118872"/>
                  </a:cubicBezTo>
                  <a:lnTo>
                    <a:pt x="135255" y="244126"/>
                  </a:lnTo>
                  <a:lnTo>
                    <a:pt x="80582" y="215741"/>
                  </a:lnTo>
                  <a:cubicBezTo>
                    <a:pt x="82487" y="210979"/>
                    <a:pt x="83630" y="205740"/>
                    <a:pt x="83630" y="200311"/>
                  </a:cubicBezTo>
                  <a:cubicBezTo>
                    <a:pt x="83630" y="177260"/>
                    <a:pt x="64865" y="158496"/>
                    <a:pt x="41815" y="158496"/>
                  </a:cubicBezTo>
                  <a:cubicBezTo>
                    <a:pt x="18764" y="158496"/>
                    <a:pt x="0" y="177260"/>
                    <a:pt x="0" y="200311"/>
                  </a:cubicBezTo>
                  <a:cubicBezTo>
                    <a:pt x="0" y="223361"/>
                    <a:pt x="18764" y="242126"/>
                    <a:pt x="41815" y="242126"/>
                  </a:cubicBezTo>
                  <a:cubicBezTo>
                    <a:pt x="44768" y="242126"/>
                    <a:pt x="47625" y="241840"/>
                    <a:pt x="50387" y="241268"/>
                  </a:cubicBezTo>
                  <a:lnTo>
                    <a:pt x="87249" y="388810"/>
                  </a:lnTo>
                  <a:lnTo>
                    <a:pt x="74771" y="388810"/>
                  </a:lnTo>
                  <a:cubicBezTo>
                    <a:pt x="64294" y="388810"/>
                    <a:pt x="55721" y="397383"/>
                    <a:pt x="55721" y="407860"/>
                  </a:cubicBezTo>
                  <a:cubicBezTo>
                    <a:pt x="55721" y="418338"/>
                    <a:pt x="64294" y="426910"/>
                    <a:pt x="74771" y="426910"/>
                  </a:cubicBezTo>
                  <a:lnTo>
                    <a:pt x="437960" y="426910"/>
                  </a:lnTo>
                  <a:cubicBezTo>
                    <a:pt x="448437" y="426910"/>
                    <a:pt x="457010" y="418338"/>
                    <a:pt x="457010" y="407860"/>
                  </a:cubicBezTo>
                  <a:cubicBezTo>
                    <a:pt x="457010" y="397383"/>
                    <a:pt x="448437" y="388810"/>
                    <a:pt x="437960" y="388810"/>
                  </a:cubicBezTo>
                  <a:lnTo>
                    <a:pt x="432149" y="388810"/>
                  </a:lnTo>
                  <a:lnTo>
                    <a:pt x="469011" y="241364"/>
                  </a:lnTo>
                  <a:cubicBezTo>
                    <a:pt x="471773" y="241935"/>
                    <a:pt x="474536" y="242221"/>
                    <a:pt x="477393" y="242221"/>
                  </a:cubicBezTo>
                  <a:cubicBezTo>
                    <a:pt x="500444" y="242221"/>
                    <a:pt x="519208" y="223457"/>
                    <a:pt x="519208" y="200406"/>
                  </a:cubicBezTo>
                  <a:cubicBezTo>
                    <a:pt x="519208" y="177356"/>
                    <a:pt x="500444" y="158591"/>
                    <a:pt x="477393" y="158591"/>
                  </a:cubicBezTo>
                  <a:close/>
                  <a:moveTo>
                    <a:pt x="401003" y="59055"/>
                  </a:moveTo>
                  <a:cubicBezTo>
                    <a:pt x="410909" y="59055"/>
                    <a:pt x="419005" y="67151"/>
                    <a:pt x="419005" y="77057"/>
                  </a:cubicBezTo>
                  <a:cubicBezTo>
                    <a:pt x="419005" y="86963"/>
                    <a:pt x="410909" y="95060"/>
                    <a:pt x="401003" y="95060"/>
                  </a:cubicBezTo>
                  <a:cubicBezTo>
                    <a:pt x="391097" y="95060"/>
                    <a:pt x="383000" y="86963"/>
                    <a:pt x="383000" y="77057"/>
                  </a:cubicBezTo>
                  <a:cubicBezTo>
                    <a:pt x="383000" y="67151"/>
                    <a:pt x="391097" y="59055"/>
                    <a:pt x="401003" y="59055"/>
                  </a:cubicBezTo>
                  <a:close/>
                  <a:moveTo>
                    <a:pt x="259461" y="23717"/>
                  </a:moveTo>
                  <a:cubicBezTo>
                    <a:pt x="269367" y="23717"/>
                    <a:pt x="277463" y="31813"/>
                    <a:pt x="277463" y="41719"/>
                  </a:cubicBezTo>
                  <a:cubicBezTo>
                    <a:pt x="277463" y="51625"/>
                    <a:pt x="269367" y="59722"/>
                    <a:pt x="259461" y="59722"/>
                  </a:cubicBezTo>
                  <a:cubicBezTo>
                    <a:pt x="249555" y="59722"/>
                    <a:pt x="241459" y="51625"/>
                    <a:pt x="241459" y="41719"/>
                  </a:cubicBezTo>
                  <a:cubicBezTo>
                    <a:pt x="241459" y="31813"/>
                    <a:pt x="249555" y="23717"/>
                    <a:pt x="259461" y="23717"/>
                  </a:cubicBezTo>
                  <a:close/>
                  <a:moveTo>
                    <a:pt x="99632" y="77057"/>
                  </a:moveTo>
                  <a:cubicBezTo>
                    <a:pt x="99632" y="67151"/>
                    <a:pt x="107728" y="59055"/>
                    <a:pt x="117634" y="59055"/>
                  </a:cubicBezTo>
                  <a:cubicBezTo>
                    <a:pt x="127540" y="59055"/>
                    <a:pt x="135636" y="67151"/>
                    <a:pt x="135636" y="77057"/>
                  </a:cubicBezTo>
                  <a:cubicBezTo>
                    <a:pt x="135636" y="86963"/>
                    <a:pt x="127540" y="95060"/>
                    <a:pt x="117634" y="95060"/>
                  </a:cubicBezTo>
                  <a:cubicBezTo>
                    <a:pt x="107728" y="95060"/>
                    <a:pt x="99632" y="86963"/>
                    <a:pt x="99632" y="77057"/>
                  </a:cubicBezTo>
                  <a:close/>
                  <a:moveTo>
                    <a:pt x="23622" y="200215"/>
                  </a:moveTo>
                  <a:cubicBezTo>
                    <a:pt x="23622" y="190310"/>
                    <a:pt x="31718" y="182213"/>
                    <a:pt x="41624" y="182213"/>
                  </a:cubicBezTo>
                  <a:cubicBezTo>
                    <a:pt x="51530" y="182213"/>
                    <a:pt x="59627" y="190310"/>
                    <a:pt x="59627" y="200215"/>
                  </a:cubicBezTo>
                  <a:cubicBezTo>
                    <a:pt x="59627" y="210122"/>
                    <a:pt x="51530" y="218218"/>
                    <a:pt x="41624" y="218218"/>
                  </a:cubicBezTo>
                  <a:cubicBezTo>
                    <a:pt x="31718" y="218218"/>
                    <a:pt x="23622" y="210122"/>
                    <a:pt x="23622" y="200215"/>
                  </a:cubicBezTo>
                  <a:close/>
                  <a:moveTo>
                    <a:pt x="126302" y="388620"/>
                  </a:moveTo>
                  <a:lnTo>
                    <a:pt x="95822" y="266605"/>
                  </a:lnTo>
                  <a:lnTo>
                    <a:pt x="150590" y="295084"/>
                  </a:lnTo>
                  <a:cubicBezTo>
                    <a:pt x="153353" y="296513"/>
                    <a:pt x="156401" y="297180"/>
                    <a:pt x="159353" y="297180"/>
                  </a:cubicBezTo>
                  <a:cubicBezTo>
                    <a:pt x="163259" y="297180"/>
                    <a:pt x="167164" y="295942"/>
                    <a:pt x="170402" y="293656"/>
                  </a:cubicBezTo>
                  <a:cubicBezTo>
                    <a:pt x="176213" y="289465"/>
                    <a:pt x="179261" y="282416"/>
                    <a:pt x="178213" y="275368"/>
                  </a:cubicBezTo>
                  <a:lnTo>
                    <a:pt x="163640" y="178118"/>
                  </a:lnTo>
                  <a:lnTo>
                    <a:pt x="204216" y="227457"/>
                  </a:lnTo>
                  <a:cubicBezTo>
                    <a:pt x="208693" y="232886"/>
                    <a:pt x="215741" y="235363"/>
                    <a:pt x="222694" y="234029"/>
                  </a:cubicBezTo>
                  <a:cubicBezTo>
                    <a:pt x="229553" y="232601"/>
                    <a:pt x="235172" y="227552"/>
                    <a:pt x="237173" y="220789"/>
                  </a:cubicBezTo>
                  <a:lnTo>
                    <a:pt x="259366" y="146780"/>
                  </a:lnTo>
                  <a:lnTo>
                    <a:pt x="281559" y="220789"/>
                  </a:lnTo>
                  <a:cubicBezTo>
                    <a:pt x="283559" y="227552"/>
                    <a:pt x="289179" y="232601"/>
                    <a:pt x="296037" y="234029"/>
                  </a:cubicBezTo>
                  <a:cubicBezTo>
                    <a:pt x="302990" y="235458"/>
                    <a:pt x="310039" y="232886"/>
                    <a:pt x="314516" y="227457"/>
                  </a:cubicBezTo>
                  <a:lnTo>
                    <a:pt x="355092" y="178118"/>
                  </a:lnTo>
                  <a:lnTo>
                    <a:pt x="340519" y="275368"/>
                  </a:lnTo>
                  <a:cubicBezTo>
                    <a:pt x="339471" y="282416"/>
                    <a:pt x="342424" y="289560"/>
                    <a:pt x="348329" y="293656"/>
                  </a:cubicBezTo>
                  <a:cubicBezTo>
                    <a:pt x="351663" y="296037"/>
                    <a:pt x="355473" y="297180"/>
                    <a:pt x="359378" y="297180"/>
                  </a:cubicBezTo>
                  <a:cubicBezTo>
                    <a:pt x="362426" y="297180"/>
                    <a:pt x="365379" y="296513"/>
                    <a:pt x="368141" y="295084"/>
                  </a:cubicBezTo>
                  <a:lnTo>
                    <a:pt x="422910" y="266605"/>
                  </a:lnTo>
                  <a:lnTo>
                    <a:pt x="392430" y="388620"/>
                  </a:lnTo>
                  <a:lnTo>
                    <a:pt x="126206" y="388620"/>
                  </a:lnTo>
                  <a:close/>
                  <a:moveTo>
                    <a:pt x="477107" y="218218"/>
                  </a:moveTo>
                  <a:cubicBezTo>
                    <a:pt x="467201" y="218218"/>
                    <a:pt x="459105" y="210122"/>
                    <a:pt x="459105" y="200215"/>
                  </a:cubicBezTo>
                  <a:cubicBezTo>
                    <a:pt x="459105" y="190310"/>
                    <a:pt x="467201" y="182213"/>
                    <a:pt x="477107" y="182213"/>
                  </a:cubicBezTo>
                  <a:cubicBezTo>
                    <a:pt x="487013" y="182213"/>
                    <a:pt x="495110" y="190310"/>
                    <a:pt x="495110" y="200215"/>
                  </a:cubicBezTo>
                  <a:cubicBezTo>
                    <a:pt x="495110" y="210122"/>
                    <a:pt x="487013" y="218218"/>
                    <a:pt x="477107" y="21821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161" name="Google Shape;4161;p99"/>
          <p:cNvGrpSpPr/>
          <p:nvPr/>
        </p:nvGrpSpPr>
        <p:grpSpPr>
          <a:xfrm>
            <a:off x="1246627" y="1776077"/>
            <a:ext cx="292001" cy="275874"/>
            <a:chOff x="4193569" y="258369"/>
            <a:chExt cx="519112" cy="490442"/>
          </a:xfrm>
        </p:grpSpPr>
        <p:sp>
          <p:nvSpPr>
            <p:cNvPr id="4162" name="Google Shape;4162;p99"/>
            <p:cNvSpPr/>
            <p:nvPr/>
          </p:nvSpPr>
          <p:spPr>
            <a:xfrm>
              <a:off x="4193569" y="258369"/>
              <a:ext cx="519112" cy="490442"/>
            </a:xfrm>
            <a:custGeom>
              <a:avLst/>
              <a:gdLst/>
              <a:ahLst/>
              <a:cxnLst/>
              <a:rect l="l" t="t" r="r" b="b"/>
              <a:pathLst>
                <a:path w="519112" h="490442" extrusionOk="0">
                  <a:moveTo>
                    <a:pt x="466916" y="50387"/>
                  </a:moveTo>
                  <a:lnTo>
                    <a:pt x="387572" y="50387"/>
                  </a:lnTo>
                  <a:lnTo>
                    <a:pt x="387572" y="11906"/>
                  </a:lnTo>
                  <a:cubicBezTo>
                    <a:pt x="387572" y="5334"/>
                    <a:pt x="382238" y="0"/>
                    <a:pt x="375666" y="0"/>
                  </a:cubicBezTo>
                  <a:cubicBezTo>
                    <a:pt x="369094" y="0"/>
                    <a:pt x="363760" y="5334"/>
                    <a:pt x="363760" y="11906"/>
                  </a:cubicBezTo>
                  <a:lnTo>
                    <a:pt x="363760" y="50387"/>
                  </a:lnTo>
                  <a:lnTo>
                    <a:pt x="155353" y="50387"/>
                  </a:lnTo>
                  <a:lnTo>
                    <a:pt x="155353" y="11906"/>
                  </a:lnTo>
                  <a:cubicBezTo>
                    <a:pt x="155353" y="5334"/>
                    <a:pt x="150019" y="0"/>
                    <a:pt x="143447" y="0"/>
                  </a:cubicBezTo>
                  <a:cubicBezTo>
                    <a:pt x="136874" y="0"/>
                    <a:pt x="131540" y="5334"/>
                    <a:pt x="131540" y="11906"/>
                  </a:cubicBezTo>
                  <a:lnTo>
                    <a:pt x="131540" y="50387"/>
                  </a:lnTo>
                  <a:lnTo>
                    <a:pt x="52197" y="50387"/>
                  </a:lnTo>
                  <a:cubicBezTo>
                    <a:pt x="23432" y="50387"/>
                    <a:pt x="0" y="73819"/>
                    <a:pt x="0" y="102584"/>
                  </a:cubicBezTo>
                  <a:lnTo>
                    <a:pt x="0" y="438245"/>
                  </a:lnTo>
                  <a:cubicBezTo>
                    <a:pt x="0" y="467011"/>
                    <a:pt x="23432" y="490442"/>
                    <a:pt x="52197" y="490442"/>
                  </a:cubicBezTo>
                  <a:lnTo>
                    <a:pt x="466916" y="490442"/>
                  </a:lnTo>
                  <a:cubicBezTo>
                    <a:pt x="495681" y="490442"/>
                    <a:pt x="519113" y="467011"/>
                    <a:pt x="519113" y="438245"/>
                  </a:cubicBezTo>
                  <a:lnTo>
                    <a:pt x="519113" y="102584"/>
                  </a:lnTo>
                  <a:cubicBezTo>
                    <a:pt x="519113" y="73819"/>
                    <a:pt x="495681" y="50387"/>
                    <a:pt x="466916" y="50387"/>
                  </a:cubicBezTo>
                  <a:close/>
                  <a:moveTo>
                    <a:pt x="481013" y="438245"/>
                  </a:moveTo>
                  <a:cubicBezTo>
                    <a:pt x="481013" y="445865"/>
                    <a:pt x="474536" y="452342"/>
                    <a:pt x="466916" y="452342"/>
                  </a:cubicBezTo>
                  <a:lnTo>
                    <a:pt x="52197" y="452342"/>
                  </a:lnTo>
                  <a:cubicBezTo>
                    <a:pt x="44577" y="452342"/>
                    <a:pt x="38100" y="445865"/>
                    <a:pt x="38100" y="438245"/>
                  </a:cubicBezTo>
                  <a:lnTo>
                    <a:pt x="38100" y="102584"/>
                  </a:lnTo>
                  <a:cubicBezTo>
                    <a:pt x="38100" y="94964"/>
                    <a:pt x="44577" y="88487"/>
                    <a:pt x="52197" y="88487"/>
                  </a:cubicBezTo>
                  <a:lnTo>
                    <a:pt x="131540" y="88487"/>
                  </a:lnTo>
                  <a:lnTo>
                    <a:pt x="131540" y="94298"/>
                  </a:lnTo>
                  <a:cubicBezTo>
                    <a:pt x="131540" y="100870"/>
                    <a:pt x="136874" y="106204"/>
                    <a:pt x="143447" y="106204"/>
                  </a:cubicBezTo>
                  <a:cubicBezTo>
                    <a:pt x="150019" y="106204"/>
                    <a:pt x="155353" y="100870"/>
                    <a:pt x="155353" y="94298"/>
                  </a:cubicBezTo>
                  <a:lnTo>
                    <a:pt x="155353" y="88487"/>
                  </a:lnTo>
                  <a:lnTo>
                    <a:pt x="363760" y="88487"/>
                  </a:lnTo>
                  <a:lnTo>
                    <a:pt x="363760" y="94298"/>
                  </a:lnTo>
                  <a:cubicBezTo>
                    <a:pt x="363760" y="100870"/>
                    <a:pt x="369094" y="106204"/>
                    <a:pt x="375666" y="106204"/>
                  </a:cubicBezTo>
                  <a:cubicBezTo>
                    <a:pt x="382238" y="106204"/>
                    <a:pt x="387572" y="100870"/>
                    <a:pt x="387572" y="94298"/>
                  </a:cubicBezTo>
                  <a:lnTo>
                    <a:pt x="387572" y="88487"/>
                  </a:lnTo>
                  <a:lnTo>
                    <a:pt x="466916" y="88487"/>
                  </a:lnTo>
                  <a:cubicBezTo>
                    <a:pt x="474536" y="88487"/>
                    <a:pt x="481013" y="94964"/>
                    <a:pt x="481013" y="102584"/>
                  </a:cubicBezTo>
                  <a:lnTo>
                    <a:pt x="481013" y="43824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63" name="Google Shape;4163;p99"/>
            <p:cNvSpPr/>
            <p:nvPr/>
          </p:nvSpPr>
          <p:spPr>
            <a:xfrm>
              <a:off x="4275389" y="434105"/>
              <a:ext cx="355568" cy="23812"/>
            </a:xfrm>
            <a:custGeom>
              <a:avLst/>
              <a:gdLst/>
              <a:ahLst/>
              <a:cxnLst/>
              <a:rect l="l" t="t" r="r" b="b"/>
              <a:pathLst>
                <a:path w="355568" h="23812" extrusionOk="0">
                  <a:moveTo>
                    <a:pt x="343567" y="0"/>
                  </a:moveTo>
                  <a:lnTo>
                    <a:pt x="11906" y="0"/>
                  </a:lnTo>
                  <a:cubicBezTo>
                    <a:pt x="5334" y="0"/>
                    <a:pt x="0" y="5334"/>
                    <a:pt x="0" y="11906"/>
                  </a:cubicBezTo>
                  <a:cubicBezTo>
                    <a:pt x="0" y="18479"/>
                    <a:pt x="5334" y="23813"/>
                    <a:pt x="11906" y="23813"/>
                  </a:cubicBezTo>
                  <a:lnTo>
                    <a:pt x="343662" y="23813"/>
                  </a:lnTo>
                  <a:cubicBezTo>
                    <a:pt x="350234" y="23813"/>
                    <a:pt x="355568" y="18479"/>
                    <a:pt x="355568" y="11906"/>
                  </a:cubicBezTo>
                  <a:cubicBezTo>
                    <a:pt x="355568" y="5334"/>
                    <a:pt x="350234" y="0"/>
                    <a:pt x="34366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64" name="Google Shape;4164;p99"/>
            <p:cNvSpPr/>
            <p:nvPr/>
          </p:nvSpPr>
          <p:spPr>
            <a:xfrm>
              <a:off x="4275294" y="500400"/>
              <a:ext cx="90201" cy="23812"/>
            </a:xfrm>
            <a:custGeom>
              <a:avLst/>
              <a:gdLst/>
              <a:ahLst/>
              <a:cxnLst/>
              <a:rect l="l" t="t" r="r" b="b"/>
              <a:pathLst>
                <a:path w="90201" h="23812" extrusionOk="0">
                  <a:moveTo>
                    <a:pt x="78295" y="0"/>
                  </a:moveTo>
                  <a:lnTo>
                    <a:pt x="11906" y="0"/>
                  </a:lnTo>
                  <a:cubicBezTo>
                    <a:pt x="5334" y="0"/>
                    <a:pt x="0" y="5334"/>
                    <a:pt x="0" y="11906"/>
                  </a:cubicBezTo>
                  <a:cubicBezTo>
                    <a:pt x="0" y="18478"/>
                    <a:pt x="5334" y="23813"/>
                    <a:pt x="11906" y="23813"/>
                  </a:cubicBezTo>
                  <a:lnTo>
                    <a:pt x="78295" y="23813"/>
                  </a:lnTo>
                  <a:cubicBezTo>
                    <a:pt x="84868" y="23813"/>
                    <a:pt x="90202" y="18478"/>
                    <a:pt x="90202" y="11906"/>
                  </a:cubicBezTo>
                  <a:cubicBezTo>
                    <a:pt x="90202" y="5334"/>
                    <a:pt x="84868" y="0"/>
                    <a:pt x="7829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65" name="Google Shape;4165;p99"/>
            <p:cNvSpPr/>
            <p:nvPr/>
          </p:nvSpPr>
          <p:spPr>
            <a:xfrm>
              <a:off x="4408072" y="500400"/>
              <a:ext cx="90106" cy="23812"/>
            </a:xfrm>
            <a:custGeom>
              <a:avLst/>
              <a:gdLst/>
              <a:ahLst/>
              <a:cxnLst/>
              <a:rect l="l" t="t" r="r" b="b"/>
              <a:pathLst>
                <a:path w="90106" h="23812" extrusionOk="0">
                  <a:moveTo>
                    <a:pt x="78200" y="0"/>
                  </a:moveTo>
                  <a:lnTo>
                    <a:pt x="11906" y="0"/>
                  </a:lnTo>
                  <a:cubicBezTo>
                    <a:pt x="5334" y="0"/>
                    <a:pt x="0" y="5334"/>
                    <a:pt x="0" y="11906"/>
                  </a:cubicBezTo>
                  <a:cubicBezTo>
                    <a:pt x="0" y="18478"/>
                    <a:pt x="5334" y="23813"/>
                    <a:pt x="11906" y="23813"/>
                  </a:cubicBezTo>
                  <a:lnTo>
                    <a:pt x="78200" y="23813"/>
                  </a:lnTo>
                  <a:cubicBezTo>
                    <a:pt x="84772" y="23813"/>
                    <a:pt x="90106" y="18478"/>
                    <a:pt x="90106" y="11906"/>
                  </a:cubicBezTo>
                  <a:cubicBezTo>
                    <a:pt x="90106" y="5334"/>
                    <a:pt x="84772" y="0"/>
                    <a:pt x="7820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66" name="Google Shape;4166;p99"/>
            <p:cNvSpPr/>
            <p:nvPr/>
          </p:nvSpPr>
          <p:spPr>
            <a:xfrm>
              <a:off x="4540660" y="500400"/>
              <a:ext cx="90201" cy="23812"/>
            </a:xfrm>
            <a:custGeom>
              <a:avLst/>
              <a:gdLst/>
              <a:ahLst/>
              <a:cxnLst/>
              <a:rect l="l" t="t" r="r" b="b"/>
              <a:pathLst>
                <a:path w="90201" h="23812" extrusionOk="0">
                  <a:moveTo>
                    <a:pt x="78296" y="0"/>
                  </a:moveTo>
                  <a:lnTo>
                    <a:pt x="11906" y="0"/>
                  </a:lnTo>
                  <a:cubicBezTo>
                    <a:pt x="5334" y="0"/>
                    <a:pt x="0" y="5334"/>
                    <a:pt x="0" y="11906"/>
                  </a:cubicBezTo>
                  <a:cubicBezTo>
                    <a:pt x="0" y="18478"/>
                    <a:pt x="5334" y="23813"/>
                    <a:pt x="11906" y="23813"/>
                  </a:cubicBezTo>
                  <a:lnTo>
                    <a:pt x="78296" y="23813"/>
                  </a:lnTo>
                  <a:cubicBezTo>
                    <a:pt x="84868" y="23813"/>
                    <a:pt x="90202" y="18478"/>
                    <a:pt x="90202" y="11906"/>
                  </a:cubicBezTo>
                  <a:cubicBezTo>
                    <a:pt x="90202" y="5334"/>
                    <a:pt x="84868" y="0"/>
                    <a:pt x="7829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67" name="Google Shape;4167;p99"/>
            <p:cNvSpPr/>
            <p:nvPr/>
          </p:nvSpPr>
          <p:spPr>
            <a:xfrm>
              <a:off x="4275294" y="566789"/>
              <a:ext cx="90201" cy="23812"/>
            </a:xfrm>
            <a:custGeom>
              <a:avLst/>
              <a:gdLst/>
              <a:ahLst/>
              <a:cxnLst/>
              <a:rect l="l" t="t" r="r" b="b"/>
              <a:pathLst>
                <a:path w="90201" h="23812" extrusionOk="0">
                  <a:moveTo>
                    <a:pt x="78295" y="0"/>
                  </a:moveTo>
                  <a:lnTo>
                    <a:pt x="11906" y="0"/>
                  </a:lnTo>
                  <a:cubicBezTo>
                    <a:pt x="5334" y="0"/>
                    <a:pt x="0" y="5334"/>
                    <a:pt x="0" y="11906"/>
                  </a:cubicBezTo>
                  <a:cubicBezTo>
                    <a:pt x="0" y="18479"/>
                    <a:pt x="5334" y="23813"/>
                    <a:pt x="11906" y="23813"/>
                  </a:cubicBezTo>
                  <a:lnTo>
                    <a:pt x="78295" y="23813"/>
                  </a:lnTo>
                  <a:cubicBezTo>
                    <a:pt x="84868" y="23813"/>
                    <a:pt x="90202" y="18479"/>
                    <a:pt x="90202" y="11906"/>
                  </a:cubicBezTo>
                  <a:cubicBezTo>
                    <a:pt x="90202" y="5334"/>
                    <a:pt x="84868" y="0"/>
                    <a:pt x="7829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68" name="Google Shape;4168;p99"/>
            <p:cNvSpPr/>
            <p:nvPr/>
          </p:nvSpPr>
          <p:spPr>
            <a:xfrm>
              <a:off x="4408072" y="566789"/>
              <a:ext cx="90106" cy="23812"/>
            </a:xfrm>
            <a:custGeom>
              <a:avLst/>
              <a:gdLst/>
              <a:ahLst/>
              <a:cxnLst/>
              <a:rect l="l" t="t" r="r" b="b"/>
              <a:pathLst>
                <a:path w="90106" h="23812" extrusionOk="0">
                  <a:moveTo>
                    <a:pt x="78200" y="0"/>
                  </a:moveTo>
                  <a:lnTo>
                    <a:pt x="11906" y="0"/>
                  </a:lnTo>
                  <a:cubicBezTo>
                    <a:pt x="5334" y="0"/>
                    <a:pt x="0" y="5334"/>
                    <a:pt x="0" y="11906"/>
                  </a:cubicBezTo>
                  <a:cubicBezTo>
                    <a:pt x="0" y="18479"/>
                    <a:pt x="5334" y="23813"/>
                    <a:pt x="11906" y="23813"/>
                  </a:cubicBezTo>
                  <a:lnTo>
                    <a:pt x="78200" y="23813"/>
                  </a:lnTo>
                  <a:cubicBezTo>
                    <a:pt x="84772" y="23813"/>
                    <a:pt x="90106" y="18479"/>
                    <a:pt x="90106" y="11906"/>
                  </a:cubicBezTo>
                  <a:cubicBezTo>
                    <a:pt x="90106" y="5334"/>
                    <a:pt x="84772" y="0"/>
                    <a:pt x="7820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69" name="Google Shape;4169;p99"/>
            <p:cNvSpPr/>
            <p:nvPr/>
          </p:nvSpPr>
          <p:spPr>
            <a:xfrm>
              <a:off x="4540660" y="566789"/>
              <a:ext cx="90201" cy="23812"/>
            </a:xfrm>
            <a:custGeom>
              <a:avLst/>
              <a:gdLst/>
              <a:ahLst/>
              <a:cxnLst/>
              <a:rect l="l" t="t" r="r" b="b"/>
              <a:pathLst>
                <a:path w="90201" h="23812" extrusionOk="0">
                  <a:moveTo>
                    <a:pt x="78296" y="0"/>
                  </a:moveTo>
                  <a:lnTo>
                    <a:pt x="11906" y="0"/>
                  </a:lnTo>
                  <a:cubicBezTo>
                    <a:pt x="5334" y="0"/>
                    <a:pt x="0" y="5334"/>
                    <a:pt x="0" y="11906"/>
                  </a:cubicBezTo>
                  <a:cubicBezTo>
                    <a:pt x="0" y="18479"/>
                    <a:pt x="5334" y="23813"/>
                    <a:pt x="11906" y="23813"/>
                  </a:cubicBezTo>
                  <a:lnTo>
                    <a:pt x="78296" y="23813"/>
                  </a:lnTo>
                  <a:cubicBezTo>
                    <a:pt x="84868" y="23813"/>
                    <a:pt x="90202" y="18479"/>
                    <a:pt x="90202" y="11906"/>
                  </a:cubicBezTo>
                  <a:cubicBezTo>
                    <a:pt x="90202" y="5334"/>
                    <a:pt x="84868" y="0"/>
                    <a:pt x="7829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70" name="Google Shape;4170;p99"/>
            <p:cNvSpPr/>
            <p:nvPr/>
          </p:nvSpPr>
          <p:spPr>
            <a:xfrm>
              <a:off x="4275294" y="633083"/>
              <a:ext cx="90201" cy="23812"/>
            </a:xfrm>
            <a:custGeom>
              <a:avLst/>
              <a:gdLst/>
              <a:ahLst/>
              <a:cxnLst/>
              <a:rect l="l" t="t" r="r" b="b"/>
              <a:pathLst>
                <a:path w="90201" h="23812" extrusionOk="0">
                  <a:moveTo>
                    <a:pt x="78295" y="0"/>
                  </a:moveTo>
                  <a:lnTo>
                    <a:pt x="11906" y="0"/>
                  </a:lnTo>
                  <a:cubicBezTo>
                    <a:pt x="5334" y="0"/>
                    <a:pt x="0" y="5334"/>
                    <a:pt x="0" y="11906"/>
                  </a:cubicBezTo>
                  <a:cubicBezTo>
                    <a:pt x="0" y="18478"/>
                    <a:pt x="5334" y="23813"/>
                    <a:pt x="11906" y="23813"/>
                  </a:cubicBezTo>
                  <a:lnTo>
                    <a:pt x="78295" y="23813"/>
                  </a:lnTo>
                  <a:cubicBezTo>
                    <a:pt x="84868" y="23813"/>
                    <a:pt x="90202" y="18478"/>
                    <a:pt x="90202" y="11906"/>
                  </a:cubicBezTo>
                  <a:cubicBezTo>
                    <a:pt x="90202" y="5334"/>
                    <a:pt x="84868" y="0"/>
                    <a:pt x="7829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71" name="Google Shape;4171;p99"/>
            <p:cNvSpPr/>
            <p:nvPr/>
          </p:nvSpPr>
          <p:spPr>
            <a:xfrm>
              <a:off x="4408072" y="633083"/>
              <a:ext cx="90106" cy="23812"/>
            </a:xfrm>
            <a:custGeom>
              <a:avLst/>
              <a:gdLst/>
              <a:ahLst/>
              <a:cxnLst/>
              <a:rect l="l" t="t" r="r" b="b"/>
              <a:pathLst>
                <a:path w="90106" h="23812" extrusionOk="0">
                  <a:moveTo>
                    <a:pt x="78200" y="0"/>
                  </a:moveTo>
                  <a:lnTo>
                    <a:pt x="11906" y="0"/>
                  </a:lnTo>
                  <a:cubicBezTo>
                    <a:pt x="5334" y="0"/>
                    <a:pt x="0" y="5334"/>
                    <a:pt x="0" y="11906"/>
                  </a:cubicBezTo>
                  <a:cubicBezTo>
                    <a:pt x="0" y="18478"/>
                    <a:pt x="5334" y="23813"/>
                    <a:pt x="11906" y="23813"/>
                  </a:cubicBezTo>
                  <a:lnTo>
                    <a:pt x="78200" y="23813"/>
                  </a:lnTo>
                  <a:cubicBezTo>
                    <a:pt x="84772" y="23813"/>
                    <a:pt x="90106" y="18478"/>
                    <a:pt x="90106" y="11906"/>
                  </a:cubicBezTo>
                  <a:cubicBezTo>
                    <a:pt x="90106" y="5334"/>
                    <a:pt x="84772" y="0"/>
                    <a:pt x="7820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72" name="Google Shape;4172;p99"/>
            <p:cNvSpPr/>
            <p:nvPr/>
          </p:nvSpPr>
          <p:spPr>
            <a:xfrm>
              <a:off x="4540660" y="633083"/>
              <a:ext cx="90201" cy="23812"/>
            </a:xfrm>
            <a:custGeom>
              <a:avLst/>
              <a:gdLst/>
              <a:ahLst/>
              <a:cxnLst/>
              <a:rect l="l" t="t" r="r" b="b"/>
              <a:pathLst>
                <a:path w="90201" h="23812" extrusionOk="0">
                  <a:moveTo>
                    <a:pt x="78296" y="0"/>
                  </a:moveTo>
                  <a:lnTo>
                    <a:pt x="11906" y="0"/>
                  </a:lnTo>
                  <a:cubicBezTo>
                    <a:pt x="5334" y="0"/>
                    <a:pt x="0" y="5334"/>
                    <a:pt x="0" y="11906"/>
                  </a:cubicBezTo>
                  <a:cubicBezTo>
                    <a:pt x="0" y="18478"/>
                    <a:pt x="5334" y="23813"/>
                    <a:pt x="11906" y="23813"/>
                  </a:cubicBezTo>
                  <a:lnTo>
                    <a:pt x="78296" y="23813"/>
                  </a:lnTo>
                  <a:cubicBezTo>
                    <a:pt x="84868" y="23813"/>
                    <a:pt x="90202" y="18478"/>
                    <a:pt x="90202" y="11906"/>
                  </a:cubicBezTo>
                  <a:cubicBezTo>
                    <a:pt x="90202" y="5334"/>
                    <a:pt x="84868" y="0"/>
                    <a:pt x="7829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173" name="Google Shape;4173;p99"/>
          <p:cNvGrpSpPr/>
          <p:nvPr/>
        </p:nvGrpSpPr>
        <p:grpSpPr>
          <a:xfrm>
            <a:off x="2852342" y="1010410"/>
            <a:ext cx="249513" cy="295108"/>
            <a:chOff x="8000623" y="236296"/>
            <a:chExt cx="443579" cy="524637"/>
          </a:xfrm>
        </p:grpSpPr>
        <p:sp>
          <p:nvSpPr>
            <p:cNvPr id="4174" name="Google Shape;4174;p99"/>
            <p:cNvSpPr/>
            <p:nvPr/>
          </p:nvSpPr>
          <p:spPr>
            <a:xfrm>
              <a:off x="8000623" y="236296"/>
              <a:ext cx="443579" cy="524637"/>
            </a:xfrm>
            <a:custGeom>
              <a:avLst/>
              <a:gdLst/>
              <a:ahLst/>
              <a:cxnLst/>
              <a:rect l="l" t="t" r="r" b="b"/>
              <a:pathLst>
                <a:path w="443579" h="524637" extrusionOk="0">
                  <a:moveTo>
                    <a:pt x="424434" y="96107"/>
                  </a:moveTo>
                  <a:lnTo>
                    <a:pt x="375952" y="96107"/>
                  </a:lnTo>
                  <a:lnTo>
                    <a:pt x="375952" y="19050"/>
                  </a:lnTo>
                  <a:cubicBezTo>
                    <a:pt x="375952" y="8573"/>
                    <a:pt x="367379" y="0"/>
                    <a:pt x="356902" y="0"/>
                  </a:cubicBezTo>
                  <a:lnTo>
                    <a:pt x="86582" y="0"/>
                  </a:lnTo>
                  <a:cubicBezTo>
                    <a:pt x="76105" y="0"/>
                    <a:pt x="67532" y="8573"/>
                    <a:pt x="67532" y="19050"/>
                  </a:cubicBezTo>
                  <a:lnTo>
                    <a:pt x="67532" y="96107"/>
                  </a:lnTo>
                  <a:lnTo>
                    <a:pt x="19050" y="96107"/>
                  </a:lnTo>
                  <a:cubicBezTo>
                    <a:pt x="8572" y="96107"/>
                    <a:pt x="0" y="104680"/>
                    <a:pt x="0" y="115157"/>
                  </a:cubicBezTo>
                  <a:lnTo>
                    <a:pt x="0" y="505587"/>
                  </a:lnTo>
                  <a:cubicBezTo>
                    <a:pt x="0" y="516065"/>
                    <a:pt x="8572" y="524637"/>
                    <a:pt x="19050" y="524637"/>
                  </a:cubicBezTo>
                  <a:lnTo>
                    <a:pt x="424529" y="524637"/>
                  </a:lnTo>
                  <a:cubicBezTo>
                    <a:pt x="435007" y="524637"/>
                    <a:pt x="443579" y="516065"/>
                    <a:pt x="443579" y="505587"/>
                  </a:cubicBezTo>
                  <a:lnTo>
                    <a:pt x="443579" y="115157"/>
                  </a:lnTo>
                  <a:cubicBezTo>
                    <a:pt x="443579" y="104680"/>
                    <a:pt x="435007" y="96107"/>
                    <a:pt x="424529" y="96107"/>
                  </a:cubicBezTo>
                  <a:close/>
                  <a:moveTo>
                    <a:pt x="105537" y="38100"/>
                  </a:moveTo>
                  <a:lnTo>
                    <a:pt x="337757" y="38100"/>
                  </a:lnTo>
                  <a:lnTo>
                    <a:pt x="337757" y="96107"/>
                  </a:lnTo>
                  <a:lnTo>
                    <a:pt x="105537" y="96107"/>
                  </a:lnTo>
                  <a:lnTo>
                    <a:pt x="105537" y="38100"/>
                  </a:lnTo>
                  <a:close/>
                  <a:moveTo>
                    <a:pt x="258032" y="486537"/>
                  </a:moveTo>
                  <a:lnTo>
                    <a:pt x="185356" y="486537"/>
                  </a:lnTo>
                  <a:lnTo>
                    <a:pt x="185356" y="417100"/>
                  </a:lnTo>
                  <a:lnTo>
                    <a:pt x="258032" y="417100"/>
                  </a:lnTo>
                  <a:lnTo>
                    <a:pt x="258032" y="486537"/>
                  </a:lnTo>
                  <a:close/>
                  <a:moveTo>
                    <a:pt x="405384" y="486537"/>
                  </a:moveTo>
                  <a:lnTo>
                    <a:pt x="281845" y="486537"/>
                  </a:lnTo>
                  <a:lnTo>
                    <a:pt x="281845" y="405194"/>
                  </a:lnTo>
                  <a:cubicBezTo>
                    <a:pt x="281845" y="398621"/>
                    <a:pt x="276511" y="393287"/>
                    <a:pt x="269939" y="393287"/>
                  </a:cubicBezTo>
                  <a:lnTo>
                    <a:pt x="173450" y="393287"/>
                  </a:lnTo>
                  <a:cubicBezTo>
                    <a:pt x="166878" y="393287"/>
                    <a:pt x="161544" y="398621"/>
                    <a:pt x="161544" y="405194"/>
                  </a:cubicBezTo>
                  <a:lnTo>
                    <a:pt x="161544" y="486537"/>
                  </a:lnTo>
                  <a:lnTo>
                    <a:pt x="38005" y="486537"/>
                  </a:lnTo>
                  <a:lnTo>
                    <a:pt x="38005" y="134207"/>
                  </a:lnTo>
                  <a:lnTo>
                    <a:pt x="405384" y="134207"/>
                  </a:lnTo>
                  <a:lnTo>
                    <a:pt x="405384" y="48653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75" name="Google Shape;4175;p99"/>
            <p:cNvSpPr/>
            <p:nvPr/>
          </p:nvSpPr>
          <p:spPr>
            <a:xfrm>
              <a:off x="8235985" y="291446"/>
              <a:ext cx="81724" cy="23812"/>
            </a:xfrm>
            <a:custGeom>
              <a:avLst/>
              <a:gdLst/>
              <a:ahLst/>
              <a:cxnLst/>
              <a:rect l="l" t="t" r="r" b="b"/>
              <a:pathLst>
                <a:path w="81724" h="23812" extrusionOk="0">
                  <a:moveTo>
                    <a:pt x="69818" y="0"/>
                  </a:moveTo>
                  <a:lnTo>
                    <a:pt x="11906" y="0"/>
                  </a:lnTo>
                  <a:cubicBezTo>
                    <a:pt x="5334" y="0"/>
                    <a:pt x="0" y="5334"/>
                    <a:pt x="0" y="11906"/>
                  </a:cubicBezTo>
                  <a:cubicBezTo>
                    <a:pt x="0" y="18478"/>
                    <a:pt x="5334" y="23813"/>
                    <a:pt x="11906" y="23813"/>
                  </a:cubicBezTo>
                  <a:lnTo>
                    <a:pt x="69818" y="23813"/>
                  </a:lnTo>
                  <a:cubicBezTo>
                    <a:pt x="76391" y="23813"/>
                    <a:pt x="81725" y="18478"/>
                    <a:pt x="81725" y="11906"/>
                  </a:cubicBezTo>
                  <a:cubicBezTo>
                    <a:pt x="81725" y="5334"/>
                    <a:pt x="76391" y="0"/>
                    <a:pt x="6981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76" name="Google Shape;4176;p99"/>
            <p:cNvSpPr/>
            <p:nvPr/>
          </p:nvSpPr>
          <p:spPr>
            <a:xfrm>
              <a:off x="8129496" y="291446"/>
              <a:ext cx="81724" cy="23812"/>
            </a:xfrm>
            <a:custGeom>
              <a:avLst/>
              <a:gdLst/>
              <a:ahLst/>
              <a:cxnLst/>
              <a:rect l="l" t="t" r="r" b="b"/>
              <a:pathLst>
                <a:path w="81724" h="23812" extrusionOk="0">
                  <a:moveTo>
                    <a:pt x="69818" y="0"/>
                  </a:moveTo>
                  <a:lnTo>
                    <a:pt x="11906" y="0"/>
                  </a:lnTo>
                  <a:cubicBezTo>
                    <a:pt x="5334" y="0"/>
                    <a:pt x="0" y="5334"/>
                    <a:pt x="0" y="11906"/>
                  </a:cubicBezTo>
                  <a:cubicBezTo>
                    <a:pt x="0" y="18478"/>
                    <a:pt x="5334" y="23813"/>
                    <a:pt x="11906" y="23813"/>
                  </a:cubicBezTo>
                  <a:lnTo>
                    <a:pt x="69818" y="23813"/>
                  </a:lnTo>
                  <a:cubicBezTo>
                    <a:pt x="76391" y="23813"/>
                    <a:pt x="81725" y="18478"/>
                    <a:pt x="81725" y="11906"/>
                  </a:cubicBezTo>
                  <a:cubicBezTo>
                    <a:pt x="81725" y="5334"/>
                    <a:pt x="76391" y="0"/>
                    <a:pt x="6981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77" name="Google Shape;4177;p99"/>
            <p:cNvSpPr/>
            <p:nvPr/>
          </p:nvSpPr>
          <p:spPr>
            <a:xfrm>
              <a:off x="8075299" y="430701"/>
              <a:ext cx="62388" cy="23812"/>
            </a:xfrm>
            <a:custGeom>
              <a:avLst/>
              <a:gdLst/>
              <a:ahLst/>
              <a:cxnLst/>
              <a:rect l="l" t="t" r="r" b="b"/>
              <a:pathLst>
                <a:path w="62388" h="23812" extrusionOk="0">
                  <a:moveTo>
                    <a:pt x="50482" y="0"/>
                  </a:moveTo>
                  <a:lnTo>
                    <a:pt x="11906" y="0"/>
                  </a:lnTo>
                  <a:cubicBezTo>
                    <a:pt x="5334" y="0"/>
                    <a:pt x="0" y="5334"/>
                    <a:pt x="0" y="11906"/>
                  </a:cubicBezTo>
                  <a:cubicBezTo>
                    <a:pt x="0" y="18479"/>
                    <a:pt x="5334" y="23813"/>
                    <a:pt x="11906" y="23813"/>
                  </a:cubicBezTo>
                  <a:lnTo>
                    <a:pt x="50482" y="23813"/>
                  </a:lnTo>
                  <a:cubicBezTo>
                    <a:pt x="57055" y="23813"/>
                    <a:pt x="62389" y="18479"/>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78" name="Google Shape;4178;p99"/>
            <p:cNvSpPr/>
            <p:nvPr/>
          </p:nvSpPr>
          <p:spPr>
            <a:xfrm>
              <a:off x="8075299" y="469182"/>
              <a:ext cx="62388" cy="23812"/>
            </a:xfrm>
            <a:custGeom>
              <a:avLst/>
              <a:gdLst/>
              <a:ahLst/>
              <a:cxnLst/>
              <a:rect l="l" t="t" r="r" b="b"/>
              <a:pathLst>
                <a:path w="62388" h="23812" extrusionOk="0">
                  <a:moveTo>
                    <a:pt x="50482" y="0"/>
                  </a:moveTo>
                  <a:lnTo>
                    <a:pt x="11906" y="0"/>
                  </a:lnTo>
                  <a:cubicBezTo>
                    <a:pt x="5334" y="0"/>
                    <a:pt x="0" y="5334"/>
                    <a:pt x="0" y="11906"/>
                  </a:cubicBezTo>
                  <a:cubicBezTo>
                    <a:pt x="0" y="18478"/>
                    <a:pt x="5334" y="23813"/>
                    <a:pt x="11906" y="23813"/>
                  </a:cubicBezTo>
                  <a:lnTo>
                    <a:pt x="50482" y="23813"/>
                  </a:lnTo>
                  <a:cubicBezTo>
                    <a:pt x="57055" y="23813"/>
                    <a:pt x="62389" y="18478"/>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79" name="Google Shape;4179;p99"/>
            <p:cNvSpPr/>
            <p:nvPr/>
          </p:nvSpPr>
          <p:spPr>
            <a:xfrm>
              <a:off x="8075299" y="507568"/>
              <a:ext cx="62388" cy="23812"/>
            </a:xfrm>
            <a:custGeom>
              <a:avLst/>
              <a:gdLst/>
              <a:ahLst/>
              <a:cxnLst/>
              <a:rect l="l" t="t" r="r" b="b"/>
              <a:pathLst>
                <a:path w="62388" h="23812" extrusionOk="0">
                  <a:moveTo>
                    <a:pt x="50482" y="0"/>
                  </a:moveTo>
                  <a:lnTo>
                    <a:pt x="11906" y="0"/>
                  </a:lnTo>
                  <a:cubicBezTo>
                    <a:pt x="5334" y="0"/>
                    <a:pt x="0" y="5334"/>
                    <a:pt x="0" y="11906"/>
                  </a:cubicBezTo>
                  <a:cubicBezTo>
                    <a:pt x="0" y="18478"/>
                    <a:pt x="5334" y="23813"/>
                    <a:pt x="11906" y="23813"/>
                  </a:cubicBezTo>
                  <a:lnTo>
                    <a:pt x="50482" y="23813"/>
                  </a:lnTo>
                  <a:cubicBezTo>
                    <a:pt x="57055" y="23813"/>
                    <a:pt x="62389" y="18478"/>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80" name="Google Shape;4180;p99"/>
            <p:cNvSpPr/>
            <p:nvPr/>
          </p:nvSpPr>
          <p:spPr>
            <a:xfrm>
              <a:off x="8075299" y="546049"/>
              <a:ext cx="62388" cy="23812"/>
            </a:xfrm>
            <a:custGeom>
              <a:avLst/>
              <a:gdLst/>
              <a:ahLst/>
              <a:cxnLst/>
              <a:rect l="l" t="t" r="r" b="b"/>
              <a:pathLst>
                <a:path w="62388" h="23812" extrusionOk="0">
                  <a:moveTo>
                    <a:pt x="50482" y="0"/>
                  </a:moveTo>
                  <a:lnTo>
                    <a:pt x="11906" y="0"/>
                  </a:lnTo>
                  <a:cubicBezTo>
                    <a:pt x="5334" y="0"/>
                    <a:pt x="0" y="5334"/>
                    <a:pt x="0" y="11906"/>
                  </a:cubicBezTo>
                  <a:cubicBezTo>
                    <a:pt x="0" y="18478"/>
                    <a:pt x="5334" y="23813"/>
                    <a:pt x="11906" y="23813"/>
                  </a:cubicBezTo>
                  <a:lnTo>
                    <a:pt x="50482" y="23813"/>
                  </a:lnTo>
                  <a:cubicBezTo>
                    <a:pt x="57055" y="23813"/>
                    <a:pt x="62389" y="18478"/>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81" name="Google Shape;4181;p99"/>
            <p:cNvSpPr/>
            <p:nvPr/>
          </p:nvSpPr>
          <p:spPr>
            <a:xfrm>
              <a:off x="8191123" y="430701"/>
              <a:ext cx="62388" cy="23812"/>
            </a:xfrm>
            <a:custGeom>
              <a:avLst/>
              <a:gdLst/>
              <a:ahLst/>
              <a:cxnLst/>
              <a:rect l="l" t="t" r="r" b="b"/>
              <a:pathLst>
                <a:path w="62388" h="23812" extrusionOk="0">
                  <a:moveTo>
                    <a:pt x="50482" y="0"/>
                  </a:moveTo>
                  <a:lnTo>
                    <a:pt x="11906" y="0"/>
                  </a:lnTo>
                  <a:cubicBezTo>
                    <a:pt x="5334" y="0"/>
                    <a:pt x="0" y="5334"/>
                    <a:pt x="0" y="11906"/>
                  </a:cubicBezTo>
                  <a:cubicBezTo>
                    <a:pt x="0" y="18479"/>
                    <a:pt x="5334" y="23813"/>
                    <a:pt x="11906" y="23813"/>
                  </a:cubicBezTo>
                  <a:lnTo>
                    <a:pt x="50482" y="23813"/>
                  </a:lnTo>
                  <a:cubicBezTo>
                    <a:pt x="57055" y="23813"/>
                    <a:pt x="62389" y="18479"/>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82" name="Google Shape;4182;p99"/>
            <p:cNvSpPr/>
            <p:nvPr/>
          </p:nvSpPr>
          <p:spPr>
            <a:xfrm>
              <a:off x="8191123" y="469182"/>
              <a:ext cx="62388" cy="23812"/>
            </a:xfrm>
            <a:custGeom>
              <a:avLst/>
              <a:gdLst/>
              <a:ahLst/>
              <a:cxnLst/>
              <a:rect l="l" t="t" r="r" b="b"/>
              <a:pathLst>
                <a:path w="62388" h="23812" extrusionOk="0">
                  <a:moveTo>
                    <a:pt x="50482" y="0"/>
                  </a:moveTo>
                  <a:lnTo>
                    <a:pt x="11906" y="0"/>
                  </a:lnTo>
                  <a:cubicBezTo>
                    <a:pt x="5334" y="0"/>
                    <a:pt x="0" y="5334"/>
                    <a:pt x="0" y="11906"/>
                  </a:cubicBezTo>
                  <a:cubicBezTo>
                    <a:pt x="0" y="18478"/>
                    <a:pt x="5334" y="23813"/>
                    <a:pt x="11906" y="23813"/>
                  </a:cubicBezTo>
                  <a:lnTo>
                    <a:pt x="50482" y="23813"/>
                  </a:lnTo>
                  <a:cubicBezTo>
                    <a:pt x="57055" y="23813"/>
                    <a:pt x="62389" y="18478"/>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83" name="Google Shape;4183;p99"/>
            <p:cNvSpPr/>
            <p:nvPr/>
          </p:nvSpPr>
          <p:spPr>
            <a:xfrm>
              <a:off x="8191123" y="507568"/>
              <a:ext cx="62388" cy="23812"/>
            </a:xfrm>
            <a:custGeom>
              <a:avLst/>
              <a:gdLst/>
              <a:ahLst/>
              <a:cxnLst/>
              <a:rect l="l" t="t" r="r" b="b"/>
              <a:pathLst>
                <a:path w="62388" h="23812" extrusionOk="0">
                  <a:moveTo>
                    <a:pt x="50482" y="0"/>
                  </a:moveTo>
                  <a:lnTo>
                    <a:pt x="11906" y="0"/>
                  </a:lnTo>
                  <a:cubicBezTo>
                    <a:pt x="5334" y="0"/>
                    <a:pt x="0" y="5334"/>
                    <a:pt x="0" y="11906"/>
                  </a:cubicBezTo>
                  <a:cubicBezTo>
                    <a:pt x="0" y="18478"/>
                    <a:pt x="5334" y="23813"/>
                    <a:pt x="11906" y="23813"/>
                  </a:cubicBezTo>
                  <a:lnTo>
                    <a:pt x="50482" y="23813"/>
                  </a:lnTo>
                  <a:cubicBezTo>
                    <a:pt x="57055" y="23813"/>
                    <a:pt x="62389" y="18478"/>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84" name="Google Shape;4184;p99"/>
            <p:cNvSpPr/>
            <p:nvPr/>
          </p:nvSpPr>
          <p:spPr>
            <a:xfrm>
              <a:off x="8191123" y="546049"/>
              <a:ext cx="62388" cy="23812"/>
            </a:xfrm>
            <a:custGeom>
              <a:avLst/>
              <a:gdLst/>
              <a:ahLst/>
              <a:cxnLst/>
              <a:rect l="l" t="t" r="r" b="b"/>
              <a:pathLst>
                <a:path w="62388" h="23812" extrusionOk="0">
                  <a:moveTo>
                    <a:pt x="50482" y="0"/>
                  </a:moveTo>
                  <a:lnTo>
                    <a:pt x="11906" y="0"/>
                  </a:lnTo>
                  <a:cubicBezTo>
                    <a:pt x="5334" y="0"/>
                    <a:pt x="0" y="5334"/>
                    <a:pt x="0" y="11906"/>
                  </a:cubicBezTo>
                  <a:cubicBezTo>
                    <a:pt x="0" y="18478"/>
                    <a:pt x="5334" y="23813"/>
                    <a:pt x="11906" y="23813"/>
                  </a:cubicBezTo>
                  <a:lnTo>
                    <a:pt x="50482" y="23813"/>
                  </a:lnTo>
                  <a:cubicBezTo>
                    <a:pt x="57055" y="23813"/>
                    <a:pt x="62389" y="18478"/>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85" name="Google Shape;4185;p99"/>
            <p:cNvSpPr/>
            <p:nvPr/>
          </p:nvSpPr>
          <p:spPr>
            <a:xfrm>
              <a:off x="8306947" y="430701"/>
              <a:ext cx="62388" cy="23812"/>
            </a:xfrm>
            <a:custGeom>
              <a:avLst/>
              <a:gdLst/>
              <a:ahLst/>
              <a:cxnLst/>
              <a:rect l="l" t="t" r="r" b="b"/>
              <a:pathLst>
                <a:path w="62388" h="23812" extrusionOk="0">
                  <a:moveTo>
                    <a:pt x="11906" y="0"/>
                  </a:moveTo>
                  <a:cubicBezTo>
                    <a:pt x="5334" y="0"/>
                    <a:pt x="0" y="5334"/>
                    <a:pt x="0" y="11906"/>
                  </a:cubicBezTo>
                  <a:cubicBezTo>
                    <a:pt x="0" y="18479"/>
                    <a:pt x="5334" y="23813"/>
                    <a:pt x="11906" y="23813"/>
                  </a:cubicBezTo>
                  <a:lnTo>
                    <a:pt x="50482" y="23813"/>
                  </a:lnTo>
                  <a:cubicBezTo>
                    <a:pt x="57055" y="23813"/>
                    <a:pt x="62389" y="18479"/>
                    <a:pt x="62389" y="11906"/>
                  </a:cubicBezTo>
                  <a:cubicBezTo>
                    <a:pt x="62389" y="5334"/>
                    <a:pt x="57055" y="0"/>
                    <a:pt x="50482" y="0"/>
                  </a:cubicBezTo>
                  <a:lnTo>
                    <a:pt x="11906"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86" name="Google Shape;4186;p99"/>
            <p:cNvSpPr/>
            <p:nvPr/>
          </p:nvSpPr>
          <p:spPr>
            <a:xfrm>
              <a:off x="8306947" y="469182"/>
              <a:ext cx="62388" cy="23812"/>
            </a:xfrm>
            <a:custGeom>
              <a:avLst/>
              <a:gdLst/>
              <a:ahLst/>
              <a:cxnLst/>
              <a:rect l="l" t="t" r="r" b="b"/>
              <a:pathLst>
                <a:path w="62388" h="23812" extrusionOk="0">
                  <a:moveTo>
                    <a:pt x="50482" y="0"/>
                  </a:moveTo>
                  <a:lnTo>
                    <a:pt x="11906" y="0"/>
                  </a:lnTo>
                  <a:cubicBezTo>
                    <a:pt x="5334" y="0"/>
                    <a:pt x="0" y="5334"/>
                    <a:pt x="0" y="11906"/>
                  </a:cubicBezTo>
                  <a:cubicBezTo>
                    <a:pt x="0" y="18478"/>
                    <a:pt x="5334" y="23813"/>
                    <a:pt x="11906" y="23813"/>
                  </a:cubicBezTo>
                  <a:lnTo>
                    <a:pt x="50482" y="23813"/>
                  </a:lnTo>
                  <a:cubicBezTo>
                    <a:pt x="57055" y="23813"/>
                    <a:pt x="62389" y="18478"/>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87" name="Google Shape;4187;p99"/>
            <p:cNvSpPr/>
            <p:nvPr/>
          </p:nvSpPr>
          <p:spPr>
            <a:xfrm>
              <a:off x="8306947" y="507568"/>
              <a:ext cx="62388" cy="23812"/>
            </a:xfrm>
            <a:custGeom>
              <a:avLst/>
              <a:gdLst/>
              <a:ahLst/>
              <a:cxnLst/>
              <a:rect l="l" t="t" r="r" b="b"/>
              <a:pathLst>
                <a:path w="62388" h="23812" extrusionOk="0">
                  <a:moveTo>
                    <a:pt x="50482" y="0"/>
                  </a:moveTo>
                  <a:lnTo>
                    <a:pt x="11906" y="0"/>
                  </a:lnTo>
                  <a:cubicBezTo>
                    <a:pt x="5334" y="0"/>
                    <a:pt x="0" y="5334"/>
                    <a:pt x="0" y="11906"/>
                  </a:cubicBezTo>
                  <a:cubicBezTo>
                    <a:pt x="0" y="18478"/>
                    <a:pt x="5334" y="23813"/>
                    <a:pt x="11906" y="23813"/>
                  </a:cubicBezTo>
                  <a:lnTo>
                    <a:pt x="50482" y="23813"/>
                  </a:lnTo>
                  <a:cubicBezTo>
                    <a:pt x="57055" y="23813"/>
                    <a:pt x="62389" y="18478"/>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88" name="Google Shape;4188;p99"/>
            <p:cNvSpPr/>
            <p:nvPr/>
          </p:nvSpPr>
          <p:spPr>
            <a:xfrm>
              <a:off x="8306947" y="546049"/>
              <a:ext cx="62388" cy="23812"/>
            </a:xfrm>
            <a:custGeom>
              <a:avLst/>
              <a:gdLst/>
              <a:ahLst/>
              <a:cxnLst/>
              <a:rect l="l" t="t" r="r" b="b"/>
              <a:pathLst>
                <a:path w="62388" h="23812" extrusionOk="0">
                  <a:moveTo>
                    <a:pt x="50482" y="0"/>
                  </a:moveTo>
                  <a:lnTo>
                    <a:pt x="11906" y="0"/>
                  </a:lnTo>
                  <a:cubicBezTo>
                    <a:pt x="5334" y="0"/>
                    <a:pt x="0" y="5334"/>
                    <a:pt x="0" y="11906"/>
                  </a:cubicBezTo>
                  <a:cubicBezTo>
                    <a:pt x="0" y="18478"/>
                    <a:pt x="5334" y="23813"/>
                    <a:pt x="11906" y="23813"/>
                  </a:cubicBezTo>
                  <a:lnTo>
                    <a:pt x="50482" y="23813"/>
                  </a:lnTo>
                  <a:cubicBezTo>
                    <a:pt x="57055" y="23813"/>
                    <a:pt x="62389" y="18478"/>
                    <a:pt x="62389" y="11906"/>
                  </a:cubicBezTo>
                  <a:cubicBezTo>
                    <a:pt x="62389" y="5334"/>
                    <a:pt x="57055" y="0"/>
                    <a:pt x="50482"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189" name="Google Shape;4189;p99"/>
          <p:cNvSpPr/>
          <p:nvPr/>
        </p:nvSpPr>
        <p:spPr>
          <a:xfrm>
            <a:off x="6026462" y="1766736"/>
            <a:ext cx="238681" cy="294626"/>
          </a:xfrm>
          <a:custGeom>
            <a:avLst/>
            <a:gdLst/>
            <a:ahLst/>
            <a:cxnLst/>
            <a:rect l="l" t="t" r="r" b="b"/>
            <a:pathLst>
              <a:path w="424322" h="523779" extrusionOk="0">
                <a:moveTo>
                  <a:pt x="423034" y="12192"/>
                </a:moveTo>
                <a:cubicBezTo>
                  <a:pt x="420176" y="4858"/>
                  <a:pt x="413128" y="0"/>
                  <a:pt x="405222" y="0"/>
                </a:cubicBezTo>
                <a:lnTo>
                  <a:pt x="18983" y="0"/>
                </a:lnTo>
                <a:cubicBezTo>
                  <a:pt x="11458" y="0"/>
                  <a:pt x="4696" y="4477"/>
                  <a:pt x="1648" y="11335"/>
                </a:cubicBezTo>
                <a:cubicBezTo>
                  <a:pt x="-1400" y="18193"/>
                  <a:pt x="-162" y="26289"/>
                  <a:pt x="4886" y="31909"/>
                </a:cubicBezTo>
                <a:cubicBezTo>
                  <a:pt x="4981" y="32004"/>
                  <a:pt x="17459" y="46196"/>
                  <a:pt x="17459" y="64675"/>
                </a:cubicBezTo>
                <a:lnTo>
                  <a:pt x="17459" y="453866"/>
                </a:lnTo>
                <a:cubicBezTo>
                  <a:pt x="17459" y="492443"/>
                  <a:pt x="48796" y="523780"/>
                  <a:pt x="87373" y="523780"/>
                </a:cubicBezTo>
                <a:lnTo>
                  <a:pt x="336832" y="523780"/>
                </a:lnTo>
                <a:cubicBezTo>
                  <a:pt x="375409" y="523780"/>
                  <a:pt x="406746" y="492443"/>
                  <a:pt x="406746" y="453866"/>
                </a:cubicBezTo>
                <a:lnTo>
                  <a:pt x="406746" y="64579"/>
                </a:lnTo>
                <a:cubicBezTo>
                  <a:pt x="406746" y="44387"/>
                  <a:pt x="417795" y="33433"/>
                  <a:pt x="418081" y="33147"/>
                </a:cubicBezTo>
                <a:cubicBezTo>
                  <a:pt x="423891" y="27908"/>
                  <a:pt x="425891" y="19526"/>
                  <a:pt x="423034" y="12192"/>
                </a:cubicBezTo>
                <a:close/>
                <a:moveTo>
                  <a:pt x="372646" y="38100"/>
                </a:moveTo>
                <a:cubicBezTo>
                  <a:pt x="370265" y="45720"/>
                  <a:pt x="368741" y="54578"/>
                  <a:pt x="368741" y="64579"/>
                </a:cubicBezTo>
                <a:lnTo>
                  <a:pt x="368741" y="65723"/>
                </a:lnTo>
                <a:lnTo>
                  <a:pt x="324831" y="65723"/>
                </a:lnTo>
                <a:cubicBezTo>
                  <a:pt x="318259" y="65723"/>
                  <a:pt x="312925" y="71057"/>
                  <a:pt x="312925" y="77629"/>
                </a:cubicBezTo>
                <a:cubicBezTo>
                  <a:pt x="312925" y="84201"/>
                  <a:pt x="318259" y="89535"/>
                  <a:pt x="324831" y="89535"/>
                </a:cubicBezTo>
                <a:lnTo>
                  <a:pt x="368741" y="89535"/>
                </a:lnTo>
                <a:lnTo>
                  <a:pt x="368741" y="122873"/>
                </a:lnTo>
                <a:lnTo>
                  <a:pt x="289303" y="122873"/>
                </a:lnTo>
                <a:cubicBezTo>
                  <a:pt x="282730" y="122873"/>
                  <a:pt x="277396" y="128206"/>
                  <a:pt x="277396" y="134779"/>
                </a:cubicBezTo>
                <a:cubicBezTo>
                  <a:pt x="277396" y="141351"/>
                  <a:pt x="282730" y="146685"/>
                  <a:pt x="289303" y="146685"/>
                </a:cubicBezTo>
                <a:lnTo>
                  <a:pt x="368741" y="146685"/>
                </a:lnTo>
                <a:lnTo>
                  <a:pt x="368741" y="180023"/>
                </a:lnTo>
                <a:lnTo>
                  <a:pt x="324831" y="180023"/>
                </a:lnTo>
                <a:cubicBezTo>
                  <a:pt x="318259" y="180023"/>
                  <a:pt x="312925" y="185356"/>
                  <a:pt x="312925" y="191929"/>
                </a:cubicBezTo>
                <a:cubicBezTo>
                  <a:pt x="312925" y="198501"/>
                  <a:pt x="318259" y="203835"/>
                  <a:pt x="324831" y="203835"/>
                </a:cubicBezTo>
                <a:lnTo>
                  <a:pt x="368741" y="203835"/>
                </a:lnTo>
                <a:lnTo>
                  <a:pt x="368741" y="237173"/>
                </a:lnTo>
                <a:lnTo>
                  <a:pt x="289303" y="237173"/>
                </a:lnTo>
                <a:cubicBezTo>
                  <a:pt x="282730" y="237173"/>
                  <a:pt x="277396" y="242506"/>
                  <a:pt x="277396" y="249079"/>
                </a:cubicBezTo>
                <a:cubicBezTo>
                  <a:pt x="277396" y="255651"/>
                  <a:pt x="282730" y="260985"/>
                  <a:pt x="289303" y="260985"/>
                </a:cubicBezTo>
                <a:lnTo>
                  <a:pt x="368741" y="260985"/>
                </a:lnTo>
                <a:lnTo>
                  <a:pt x="368741" y="294323"/>
                </a:lnTo>
                <a:lnTo>
                  <a:pt x="324831" y="294323"/>
                </a:lnTo>
                <a:cubicBezTo>
                  <a:pt x="318259" y="294323"/>
                  <a:pt x="312925" y="299657"/>
                  <a:pt x="312925" y="306229"/>
                </a:cubicBezTo>
                <a:cubicBezTo>
                  <a:pt x="312925" y="312801"/>
                  <a:pt x="318259" y="318135"/>
                  <a:pt x="324831" y="318135"/>
                </a:cubicBezTo>
                <a:lnTo>
                  <a:pt x="368741" y="318135"/>
                </a:lnTo>
                <a:lnTo>
                  <a:pt x="368741" y="344138"/>
                </a:lnTo>
                <a:lnTo>
                  <a:pt x="366646" y="344138"/>
                </a:lnTo>
                <a:cubicBezTo>
                  <a:pt x="358835" y="356997"/>
                  <a:pt x="344833" y="365570"/>
                  <a:pt x="328736" y="365570"/>
                </a:cubicBezTo>
                <a:cubicBezTo>
                  <a:pt x="312639" y="365570"/>
                  <a:pt x="299018" y="356807"/>
                  <a:pt x="291112" y="344138"/>
                </a:cubicBezTo>
                <a:lnTo>
                  <a:pt x="288445" y="344138"/>
                </a:lnTo>
                <a:cubicBezTo>
                  <a:pt x="280635" y="356902"/>
                  <a:pt x="266919" y="365570"/>
                  <a:pt x="250822" y="365570"/>
                </a:cubicBezTo>
                <a:cubicBezTo>
                  <a:pt x="234724" y="365570"/>
                  <a:pt x="221104" y="356807"/>
                  <a:pt x="213198" y="344138"/>
                </a:cubicBezTo>
                <a:lnTo>
                  <a:pt x="210531" y="344138"/>
                </a:lnTo>
                <a:cubicBezTo>
                  <a:pt x="202720" y="356902"/>
                  <a:pt x="189004" y="365570"/>
                  <a:pt x="172907" y="365570"/>
                </a:cubicBezTo>
                <a:cubicBezTo>
                  <a:pt x="156810" y="365570"/>
                  <a:pt x="143189" y="356807"/>
                  <a:pt x="135283" y="344138"/>
                </a:cubicBezTo>
                <a:lnTo>
                  <a:pt x="132616" y="344138"/>
                </a:lnTo>
                <a:cubicBezTo>
                  <a:pt x="124806" y="356902"/>
                  <a:pt x="111090" y="365570"/>
                  <a:pt x="94993" y="365570"/>
                </a:cubicBezTo>
                <a:cubicBezTo>
                  <a:pt x="78895" y="365570"/>
                  <a:pt x="64894" y="356902"/>
                  <a:pt x="57083" y="344138"/>
                </a:cubicBezTo>
                <a:lnTo>
                  <a:pt x="55369" y="344138"/>
                </a:lnTo>
                <a:lnTo>
                  <a:pt x="55369" y="64579"/>
                </a:lnTo>
                <a:cubicBezTo>
                  <a:pt x="55369" y="54769"/>
                  <a:pt x="53559" y="45815"/>
                  <a:pt x="50987" y="38100"/>
                </a:cubicBezTo>
                <a:lnTo>
                  <a:pt x="372361" y="3810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190" name="Google Shape;4190;p99"/>
          <p:cNvGrpSpPr/>
          <p:nvPr/>
        </p:nvGrpSpPr>
        <p:grpSpPr>
          <a:xfrm>
            <a:off x="6789509" y="1766730"/>
            <a:ext cx="294626" cy="294626"/>
            <a:chOff x="9461045" y="275157"/>
            <a:chExt cx="523779" cy="523779"/>
          </a:xfrm>
        </p:grpSpPr>
        <p:sp>
          <p:nvSpPr>
            <p:cNvPr id="4191" name="Google Shape;4191;p99"/>
            <p:cNvSpPr/>
            <p:nvPr/>
          </p:nvSpPr>
          <p:spPr>
            <a:xfrm>
              <a:off x="9544793" y="360525"/>
              <a:ext cx="123324" cy="121991"/>
            </a:xfrm>
            <a:custGeom>
              <a:avLst/>
              <a:gdLst/>
              <a:ahLst/>
              <a:cxnLst/>
              <a:rect l="l" t="t" r="r" b="b"/>
              <a:pathLst>
                <a:path w="123324" h="121991" extrusionOk="0">
                  <a:moveTo>
                    <a:pt x="111514" y="35695"/>
                  </a:moveTo>
                  <a:cubicBezTo>
                    <a:pt x="104942" y="35695"/>
                    <a:pt x="99608" y="41029"/>
                    <a:pt x="99608" y="47601"/>
                  </a:cubicBezTo>
                  <a:lnTo>
                    <a:pt x="99608" y="82748"/>
                  </a:lnTo>
                  <a:lnTo>
                    <a:pt x="20360" y="3500"/>
                  </a:lnTo>
                  <a:cubicBezTo>
                    <a:pt x="15692" y="-1167"/>
                    <a:pt x="8168" y="-1167"/>
                    <a:pt x="3500" y="3500"/>
                  </a:cubicBezTo>
                  <a:cubicBezTo>
                    <a:pt x="-1167" y="8168"/>
                    <a:pt x="-1167" y="15692"/>
                    <a:pt x="3500" y="20360"/>
                  </a:cubicBezTo>
                  <a:lnTo>
                    <a:pt x="81224" y="98179"/>
                  </a:lnTo>
                  <a:lnTo>
                    <a:pt x="48935" y="98179"/>
                  </a:lnTo>
                  <a:cubicBezTo>
                    <a:pt x="42362" y="98179"/>
                    <a:pt x="37028" y="103513"/>
                    <a:pt x="37028" y="110085"/>
                  </a:cubicBezTo>
                  <a:cubicBezTo>
                    <a:pt x="37028" y="116657"/>
                    <a:pt x="42362" y="121991"/>
                    <a:pt x="48935" y="121991"/>
                  </a:cubicBezTo>
                  <a:lnTo>
                    <a:pt x="111419" y="121991"/>
                  </a:lnTo>
                  <a:cubicBezTo>
                    <a:pt x="117991" y="121991"/>
                    <a:pt x="123325" y="116657"/>
                    <a:pt x="123325" y="110085"/>
                  </a:cubicBezTo>
                  <a:lnTo>
                    <a:pt x="123325" y="47601"/>
                  </a:lnTo>
                  <a:cubicBezTo>
                    <a:pt x="123325" y="41029"/>
                    <a:pt x="117991" y="35695"/>
                    <a:pt x="111419" y="3569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92" name="Google Shape;4192;p99"/>
            <p:cNvSpPr/>
            <p:nvPr/>
          </p:nvSpPr>
          <p:spPr>
            <a:xfrm>
              <a:off x="9777846" y="360525"/>
              <a:ext cx="123324" cy="121991"/>
            </a:xfrm>
            <a:custGeom>
              <a:avLst/>
              <a:gdLst/>
              <a:ahLst/>
              <a:cxnLst/>
              <a:rect l="l" t="t" r="r" b="b"/>
              <a:pathLst>
                <a:path w="123324" h="121991" extrusionOk="0">
                  <a:moveTo>
                    <a:pt x="103061" y="3500"/>
                  </a:moveTo>
                  <a:lnTo>
                    <a:pt x="23813" y="82748"/>
                  </a:lnTo>
                  <a:lnTo>
                    <a:pt x="23813" y="47601"/>
                  </a:lnTo>
                  <a:cubicBezTo>
                    <a:pt x="23813" y="41029"/>
                    <a:pt x="18478" y="35695"/>
                    <a:pt x="11906" y="35695"/>
                  </a:cubicBezTo>
                  <a:cubicBezTo>
                    <a:pt x="5334" y="35695"/>
                    <a:pt x="0" y="41029"/>
                    <a:pt x="0" y="47601"/>
                  </a:cubicBezTo>
                  <a:lnTo>
                    <a:pt x="0" y="110085"/>
                  </a:lnTo>
                  <a:cubicBezTo>
                    <a:pt x="0" y="116657"/>
                    <a:pt x="5334" y="121991"/>
                    <a:pt x="11906" y="121991"/>
                  </a:cubicBezTo>
                  <a:lnTo>
                    <a:pt x="74390" y="121991"/>
                  </a:lnTo>
                  <a:cubicBezTo>
                    <a:pt x="80963" y="121991"/>
                    <a:pt x="86297" y="116657"/>
                    <a:pt x="86297" y="110085"/>
                  </a:cubicBezTo>
                  <a:cubicBezTo>
                    <a:pt x="86297" y="103513"/>
                    <a:pt x="80963" y="98179"/>
                    <a:pt x="74390" y="98179"/>
                  </a:cubicBezTo>
                  <a:lnTo>
                    <a:pt x="42101" y="98179"/>
                  </a:lnTo>
                  <a:lnTo>
                    <a:pt x="119825" y="20360"/>
                  </a:lnTo>
                  <a:cubicBezTo>
                    <a:pt x="124492" y="15692"/>
                    <a:pt x="124492" y="8168"/>
                    <a:pt x="119825" y="3500"/>
                  </a:cubicBezTo>
                  <a:cubicBezTo>
                    <a:pt x="115157" y="-1167"/>
                    <a:pt x="107632" y="-1167"/>
                    <a:pt x="102965" y="350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93" name="Google Shape;4193;p99"/>
            <p:cNvSpPr/>
            <p:nvPr/>
          </p:nvSpPr>
          <p:spPr>
            <a:xfrm>
              <a:off x="9544793" y="592149"/>
              <a:ext cx="123324" cy="122015"/>
            </a:xfrm>
            <a:custGeom>
              <a:avLst/>
              <a:gdLst/>
              <a:ahLst/>
              <a:cxnLst/>
              <a:rect l="l" t="t" r="r" b="b"/>
              <a:pathLst>
                <a:path w="123324" h="122015" extrusionOk="0">
                  <a:moveTo>
                    <a:pt x="111514" y="0"/>
                  </a:moveTo>
                  <a:lnTo>
                    <a:pt x="49030" y="0"/>
                  </a:lnTo>
                  <a:cubicBezTo>
                    <a:pt x="42458" y="0"/>
                    <a:pt x="37124" y="5334"/>
                    <a:pt x="37124" y="11906"/>
                  </a:cubicBezTo>
                  <a:cubicBezTo>
                    <a:pt x="37124" y="18478"/>
                    <a:pt x="42458" y="23813"/>
                    <a:pt x="49030" y="23813"/>
                  </a:cubicBezTo>
                  <a:lnTo>
                    <a:pt x="81320" y="23813"/>
                  </a:lnTo>
                  <a:lnTo>
                    <a:pt x="3500" y="101632"/>
                  </a:lnTo>
                  <a:cubicBezTo>
                    <a:pt x="-1167" y="106299"/>
                    <a:pt x="-1167" y="113824"/>
                    <a:pt x="3500" y="118491"/>
                  </a:cubicBezTo>
                  <a:cubicBezTo>
                    <a:pt x="5786" y="120777"/>
                    <a:pt x="8834" y="122015"/>
                    <a:pt x="11882" y="122015"/>
                  </a:cubicBezTo>
                  <a:cubicBezTo>
                    <a:pt x="14930" y="122015"/>
                    <a:pt x="17978" y="120872"/>
                    <a:pt x="20264" y="118491"/>
                  </a:cubicBezTo>
                  <a:lnTo>
                    <a:pt x="99512" y="39243"/>
                  </a:lnTo>
                  <a:lnTo>
                    <a:pt x="99512" y="74390"/>
                  </a:lnTo>
                  <a:cubicBezTo>
                    <a:pt x="99512" y="80963"/>
                    <a:pt x="104846" y="86297"/>
                    <a:pt x="111419" y="86297"/>
                  </a:cubicBezTo>
                  <a:cubicBezTo>
                    <a:pt x="117991" y="86297"/>
                    <a:pt x="123325" y="80963"/>
                    <a:pt x="123325" y="74390"/>
                  </a:cubicBezTo>
                  <a:lnTo>
                    <a:pt x="123325" y="11906"/>
                  </a:lnTo>
                  <a:cubicBezTo>
                    <a:pt x="123325" y="5334"/>
                    <a:pt x="117991" y="0"/>
                    <a:pt x="111419"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94" name="Google Shape;4194;p99"/>
            <p:cNvSpPr/>
            <p:nvPr/>
          </p:nvSpPr>
          <p:spPr>
            <a:xfrm>
              <a:off x="9777846" y="592149"/>
              <a:ext cx="123324" cy="122015"/>
            </a:xfrm>
            <a:custGeom>
              <a:avLst/>
              <a:gdLst/>
              <a:ahLst/>
              <a:cxnLst/>
              <a:rect l="l" t="t" r="r" b="b"/>
              <a:pathLst>
                <a:path w="123324" h="122015" extrusionOk="0">
                  <a:moveTo>
                    <a:pt x="42101" y="23813"/>
                  </a:moveTo>
                  <a:lnTo>
                    <a:pt x="74390" y="23813"/>
                  </a:lnTo>
                  <a:cubicBezTo>
                    <a:pt x="80963" y="23813"/>
                    <a:pt x="86297" y="18478"/>
                    <a:pt x="86297" y="11906"/>
                  </a:cubicBezTo>
                  <a:cubicBezTo>
                    <a:pt x="86297" y="5334"/>
                    <a:pt x="80963" y="0"/>
                    <a:pt x="74390" y="0"/>
                  </a:cubicBezTo>
                  <a:lnTo>
                    <a:pt x="11906" y="0"/>
                  </a:lnTo>
                  <a:cubicBezTo>
                    <a:pt x="5334" y="0"/>
                    <a:pt x="0" y="5334"/>
                    <a:pt x="0" y="11906"/>
                  </a:cubicBezTo>
                  <a:lnTo>
                    <a:pt x="0" y="74390"/>
                  </a:lnTo>
                  <a:cubicBezTo>
                    <a:pt x="0" y="80963"/>
                    <a:pt x="5334" y="86297"/>
                    <a:pt x="11906" y="86297"/>
                  </a:cubicBezTo>
                  <a:cubicBezTo>
                    <a:pt x="18478" y="86297"/>
                    <a:pt x="23813" y="80963"/>
                    <a:pt x="23813" y="74390"/>
                  </a:cubicBezTo>
                  <a:lnTo>
                    <a:pt x="23813" y="39243"/>
                  </a:lnTo>
                  <a:lnTo>
                    <a:pt x="103061" y="118491"/>
                  </a:lnTo>
                  <a:cubicBezTo>
                    <a:pt x="105347" y="120777"/>
                    <a:pt x="108395" y="122015"/>
                    <a:pt x="111443" y="122015"/>
                  </a:cubicBezTo>
                  <a:cubicBezTo>
                    <a:pt x="114491" y="122015"/>
                    <a:pt x="117539" y="120872"/>
                    <a:pt x="119825" y="118491"/>
                  </a:cubicBezTo>
                  <a:cubicBezTo>
                    <a:pt x="124492" y="113824"/>
                    <a:pt x="124492" y="106299"/>
                    <a:pt x="119825" y="101632"/>
                  </a:cubicBezTo>
                  <a:lnTo>
                    <a:pt x="42005" y="2381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95" name="Google Shape;4195;p99"/>
            <p:cNvSpPr/>
            <p:nvPr/>
          </p:nvSpPr>
          <p:spPr>
            <a:xfrm>
              <a:off x="9461045" y="275157"/>
              <a:ext cx="523779" cy="523779"/>
            </a:xfrm>
            <a:custGeom>
              <a:avLst/>
              <a:gdLst/>
              <a:ahLst/>
              <a:cxnLst/>
              <a:rect l="l" t="t" r="r" b="b"/>
              <a:pathLst>
                <a:path w="523779" h="523779" extrusionOk="0">
                  <a:moveTo>
                    <a:pt x="442055" y="0"/>
                  </a:moveTo>
                  <a:lnTo>
                    <a:pt x="81724" y="0"/>
                  </a:lnTo>
                  <a:cubicBezTo>
                    <a:pt x="36671" y="95"/>
                    <a:pt x="0" y="36767"/>
                    <a:pt x="0" y="81820"/>
                  </a:cubicBezTo>
                  <a:lnTo>
                    <a:pt x="0" y="442055"/>
                  </a:lnTo>
                  <a:cubicBezTo>
                    <a:pt x="0" y="487109"/>
                    <a:pt x="36671" y="523780"/>
                    <a:pt x="81724" y="523780"/>
                  </a:cubicBezTo>
                  <a:lnTo>
                    <a:pt x="442055" y="523780"/>
                  </a:lnTo>
                  <a:cubicBezTo>
                    <a:pt x="487109" y="523780"/>
                    <a:pt x="523780" y="487109"/>
                    <a:pt x="523780" y="442055"/>
                  </a:cubicBezTo>
                  <a:lnTo>
                    <a:pt x="523780" y="81725"/>
                  </a:lnTo>
                  <a:cubicBezTo>
                    <a:pt x="523780" y="36671"/>
                    <a:pt x="487109" y="0"/>
                    <a:pt x="442055" y="0"/>
                  </a:cubicBezTo>
                  <a:close/>
                  <a:moveTo>
                    <a:pt x="485775" y="442151"/>
                  </a:moveTo>
                  <a:cubicBezTo>
                    <a:pt x="485775" y="466249"/>
                    <a:pt x="466154" y="485775"/>
                    <a:pt x="442151" y="485775"/>
                  </a:cubicBezTo>
                  <a:lnTo>
                    <a:pt x="81724" y="485775"/>
                  </a:lnTo>
                  <a:cubicBezTo>
                    <a:pt x="57626" y="485775"/>
                    <a:pt x="38100" y="466154"/>
                    <a:pt x="38100" y="442151"/>
                  </a:cubicBezTo>
                  <a:lnTo>
                    <a:pt x="38100" y="81820"/>
                  </a:lnTo>
                  <a:cubicBezTo>
                    <a:pt x="38100" y="57722"/>
                    <a:pt x="57722" y="38195"/>
                    <a:pt x="81724" y="38195"/>
                  </a:cubicBezTo>
                  <a:lnTo>
                    <a:pt x="442055" y="38195"/>
                  </a:lnTo>
                  <a:cubicBezTo>
                    <a:pt x="466154" y="38100"/>
                    <a:pt x="485680" y="57626"/>
                    <a:pt x="485680" y="81725"/>
                  </a:cubicBezTo>
                  <a:lnTo>
                    <a:pt x="485680" y="44205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196" name="Google Shape;4196;p99"/>
          <p:cNvGrpSpPr/>
          <p:nvPr/>
        </p:nvGrpSpPr>
        <p:grpSpPr>
          <a:xfrm>
            <a:off x="5207692" y="1767084"/>
            <a:ext cx="294411" cy="293876"/>
            <a:chOff x="2622773" y="1041445"/>
            <a:chExt cx="523398" cy="522446"/>
          </a:xfrm>
        </p:grpSpPr>
        <p:sp>
          <p:nvSpPr>
            <p:cNvPr id="4197" name="Google Shape;4197;p99"/>
            <p:cNvSpPr/>
            <p:nvPr/>
          </p:nvSpPr>
          <p:spPr>
            <a:xfrm>
              <a:off x="2727812" y="1256972"/>
              <a:ext cx="408252" cy="197477"/>
            </a:xfrm>
            <a:custGeom>
              <a:avLst/>
              <a:gdLst/>
              <a:ahLst/>
              <a:cxnLst/>
              <a:rect l="l" t="t" r="r" b="b"/>
              <a:pathLst>
                <a:path w="408252" h="197477" extrusionOk="0">
                  <a:moveTo>
                    <a:pt x="387881" y="3548"/>
                  </a:moveTo>
                  <a:lnTo>
                    <a:pt x="243577" y="150138"/>
                  </a:lnTo>
                  <a:lnTo>
                    <a:pt x="122514" y="109181"/>
                  </a:lnTo>
                  <a:cubicBezTo>
                    <a:pt x="119180" y="108038"/>
                    <a:pt x="115561" y="108419"/>
                    <a:pt x="112513" y="110324"/>
                  </a:cubicBezTo>
                  <a:lnTo>
                    <a:pt x="5738" y="175379"/>
                  </a:lnTo>
                  <a:cubicBezTo>
                    <a:pt x="118" y="178808"/>
                    <a:pt x="-1692" y="186143"/>
                    <a:pt x="1737" y="191762"/>
                  </a:cubicBezTo>
                  <a:cubicBezTo>
                    <a:pt x="4023" y="195477"/>
                    <a:pt x="7928" y="197477"/>
                    <a:pt x="11929" y="197477"/>
                  </a:cubicBezTo>
                  <a:cubicBezTo>
                    <a:pt x="14024" y="197477"/>
                    <a:pt x="16215" y="196906"/>
                    <a:pt x="18120" y="195763"/>
                  </a:cubicBezTo>
                  <a:lnTo>
                    <a:pt x="120133" y="133565"/>
                  </a:lnTo>
                  <a:lnTo>
                    <a:pt x="243005" y="175189"/>
                  </a:lnTo>
                  <a:cubicBezTo>
                    <a:pt x="247292" y="176713"/>
                    <a:pt x="252149" y="175570"/>
                    <a:pt x="255293" y="172236"/>
                  </a:cubicBezTo>
                  <a:lnTo>
                    <a:pt x="404835" y="20312"/>
                  </a:lnTo>
                  <a:cubicBezTo>
                    <a:pt x="409407" y="15645"/>
                    <a:pt x="409407" y="8120"/>
                    <a:pt x="404740" y="3453"/>
                  </a:cubicBezTo>
                  <a:cubicBezTo>
                    <a:pt x="400073" y="-1214"/>
                    <a:pt x="392548" y="-1119"/>
                    <a:pt x="387881" y="354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98" name="Google Shape;4198;p99"/>
            <p:cNvSpPr/>
            <p:nvPr/>
          </p:nvSpPr>
          <p:spPr>
            <a:xfrm>
              <a:off x="2720024" y="1189650"/>
              <a:ext cx="412246" cy="140974"/>
            </a:xfrm>
            <a:custGeom>
              <a:avLst/>
              <a:gdLst/>
              <a:ahLst/>
              <a:cxnLst/>
              <a:rect l="l" t="t" r="r" b="b"/>
              <a:pathLst>
                <a:path w="412246" h="140974" extrusionOk="0">
                  <a:moveTo>
                    <a:pt x="11811" y="140975"/>
                  </a:moveTo>
                  <a:lnTo>
                    <a:pt x="83820" y="140975"/>
                  </a:lnTo>
                  <a:cubicBezTo>
                    <a:pt x="84868" y="140975"/>
                    <a:pt x="85916" y="140879"/>
                    <a:pt x="86963" y="140594"/>
                  </a:cubicBezTo>
                  <a:lnTo>
                    <a:pt x="149543" y="123639"/>
                  </a:lnTo>
                  <a:lnTo>
                    <a:pt x="254794" y="123639"/>
                  </a:lnTo>
                  <a:cubicBezTo>
                    <a:pt x="257175" y="123639"/>
                    <a:pt x="259556" y="122877"/>
                    <a:pt x="261556" y="121544"/>
                  </a:cubicBezTo>
                  <a:lnTo>
                    <a:pt x="407099" y="21722"/>
                  </a:lnTo>
                  <a:cubicBezTo>
                    <a:pt x="412528" y="18007"/>
                    <a:pt x="413861" y="10577"/>
                    <a:pt x="410147" y="5148"/>
                  </a:cubicBezTo>
                  <a:cubicBezTo>
                    <a:pt x="406432" y="-281"/>
                    <a:pt x="399002" y="-1615"/>
                    <a:pt x="393573" y="2100"/>
                  </a:cubicBezTo>
                  <a:lnTo>
                    <a:pt x="251079" y="99827"/>
                  </a:lnTo>
                  <a:lnTo>
                    <a:pt x="148019" y="99827"/>
                  </a:lnTo>
                  <a:cubicBezTo>
                    <a:pt x="146971" y="99827"/>
                    <a:pt x="145923" y="99922"/>
                    <a:pt x="144875" y="100208"/>
                  </a:cubicBezTo>
                  <a:lnTo>
                    <a:pt x="82296" y="117162"/>
                  </a:lnTo>
                  <a:lnTo>
                    <a:pt x="11906" y="117162"/>
                  </a:lnTo>
                  <a:cubicBezTo>
                    <a:pt x="5334" y="117162"/>
                    <a:pt x="0" y="122496"/>
                    <a:pt x="0" y="129068"/>
                  </a:cubicBezTo>
                  <a:cubicBezTo>
                    <a:pt x="0" y="135641"/>
                    <a:pt x="5334" y="140975"/>
                    <a:pt x="11906" y="14097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199" name="Google Shape;4199;p99"/>
            <p:cNvSpPr/>
            <p:nvPr/>
          </p:nvSpPr>
          <p:spPr>
            <a:xfrm>
              <a:off x="2728117" y="1115931"/>
              <a:ext cx="408625" cy="145827"/>
            </a:xfrm>
            <a:custGeom>
              <a:avLst/>
              <a:gdLst/>
              <a:ahLst/>
              <a:cxnLst/>
              <a:rect l="l" t="t" r="r" b="b"/>
              <a:pathLst>
                <a:path w="408625" h="145827" extrusionOk="0">
                  <a:moveTo>
                    <a:pt x="9338" y="126587"/>
                  </a:moveTo>
                  <a:lnTo>
                    <a:pt x="94587" y="145542"/>
                  </a:lnTo>
                  <a:cubicBezTo>
                    <a:pt x="95444" y="145733"/>
                    <a:pt x="96301" y="145828"/>
                    <a:pt x="97158" y="145828"/>
                  </a:cubicBezTo>
                  <a:cubicBezTo>
                    <a:pt x="100302" y="145828"/>
                    <a:pt x="103445" y="144590"/>
                    <a:pt x="105731" y="142208"/>
                  </a:cubicBezTo>
                  <a:lnTo>
                    <a:pt x="183741" y="61627"/>
                  </a:lnTo>
                  <a:lnTo>
                    <a:pt x="239367" y="103442"/>
                  </a:lnTo>
                  <a:cubicBezTo>
                    <a:pt x="244510" y="107347"/>
                    <a:pt x="251940" y="106394"/>
                    <a:pt x="255940" y="101251"/>
                  </a:cubicBezTo>
                  <a:lnTo>
                    <a:pt x="316424" y="23813"/>
                  </a:lnTo>
                  <a:lnTo>
                    <a:pt x="396720" y="23813"/>
                  </a:lnTo>
                  <a:cubicBezTo>
                    <a:pt x="403292" y="23813"/>
                    <a:pt x="408626" y="18479"/>
                    <a:pt x="408626" y="11906"/>
                  </a:cubicBezTo>
                  <a:cubicBezTo>
                    <a:pt x="408626" y="5334"/>
                    <a:pt x="403292" y="0"/>
                    <a:pt x="396720" y="0"/>
                  </a:cubicBezTo>
                  <a:lnTo>
                    <a:pt x="310614" y="0"/>
                  </a:lnTo>
                  <a:cubicBezTo>
                    <a:pt x="306994" y="0"/>
                    <a:pt x="303470" y="1715"/>
                    <a:pt x="301184" y="4572"/>
                  </a:cubicBezTo>
                  <a:lnTo>
                    <a:pt x="244320" y="77438"/>
                  </a:lnTo>
                  <a:lnTo>
                    <a:pt x="189646" y="36290"/>
                  </a:lnTo>
                  <a:cubicBezTo>
                    <a:pt x="184884" y="32671"/>
                    <a:pt x="178121" y="33242"/>
                    <a:pt x="173930" y="37528"/>
                  </a:cubicBezTo>
                  <a:lnTo>
                    <a:pt x="93253" y="120872"/>
                  </a:lnTo>
                  <a:lnTo>
                    <a:pt x="14481" y="103346"/>
                  </a:lnTo>
                  <a:cubicBezTo>
                    <a:pt x="8100" y="101822"/>
                    <a:pt x="1718" y="105918"/>
                    <a:pt x="289" y="112395"/>
                  </a:cubicBezTo>
                  <a:cubicBezTo>
                    <a:pt x="-1140" y="118777"/>
                    <a:pt x="2861" y="125159"/>
                    <a:pt x="9338" y="12658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00" name="Google Shape;4200;p99"/>
            <p:cNvSpPr/>
            <p:nvPr/>
          </p:nvSpPr>
          <p:spPr>
            <a:xfrm>
              <a:off x="2622773" y="1041445"/>
              <a:ext cx="523398" cy="522446"/>
            </a:xfrm>
            <a:custGeom>
              <a:avLst/>
              <a:gdLst/>
              <a:ahLst/>
              <a:cxnLst/>
              <a:rect l="l" t="t" r="r" b="b"/>
              <a:pathLst>
                <a:path w="523398" h="522446" extrusionOk="0">
                  <a:moveTo>
                    <a:pt x="504349" y="451580"/>
                  </a:moveTo>
                  <a:lnTo>
                    <a:pt x="70866" y="451580"/>
                  </a:lnTo>
                  <a:lnTo>
                    <a:pt x="70866" y="19050"/>
                  </a:lnTo>
                  <a:cubicBezTo>
                    <a:pt x="70866" y="8572"/>
                    <a:pt x="62294" y="0"/>
                    <a:pt x="51816" y="0"/>
                  </a:cubicBezTo>
                  <a:cubicBezTo>
                    <a:pt x="41338" y="0"/>
                    <a:pt x="32766" y="8572"/>
                    <a:pt x="32766" y="19050"/>
                  </a:cubicBezTo>
                  <a:lnTo>
                    <a:pt x="32766" y="451580"/>
                  </a:lnTo>
                  <a:lnTo>
                    <a:pt x="19050" y="451580"/>
                  </a:lnTo>
                  <a:cubicBezTo>
                    <a:pt x="8573" y="451580"/>
                    <a:pt x="0" y="460153"/>
                    <a:pt x="0" y="470630"/>
                  </a:cubicBezTo>
                  <a:cubicBezTo>
                    <a:pt x="0" y="481108"/>
                    <a:pt x="8573" y="489680"/>
                    <a:pt x="19050" y="489680"/>
                  </a:cubicBezTo>
                  <a:lnTo>
                    <a:pt x="32766" y="489680"/>
                  </a:lnTo>
                  <a:lnTo>
                    <a:pt x="32766" y="503396"/>
                  </a:lnTo>
                  <a:cubicBezTo>
                    <a:pt x="32766" y="513874"/>
                    <a:pt x="41338" y="522446"/>
                    <a:pt x="51816" y="522446"/>
                  </a:cubicBezTo>
                  <a:cubicBezTo>
                    <a:pt x="62294" y="522446"/>
                    <a:pt x="70866" y="513874"/>
                    <a:pt x="70866" y="503396"/>
                  </a:cubicBezTo>
                  <a:lnTo>
                    <a:pt x="70866" y="489680"/>
                  </a:lnTo>
                  <a:lnTo>
                    <a:pt x="504349" y="489680"/>
                  </a:lnTo>
                  <a:cubicBezTo>
                    <a:pt x="514826" y="489680"/>
                    <a:pt x="523399" y="481108"/>
                    <a:pt x="523399" y="470630"/>
                  </a:cubicBezTo>
                  <a:cubicBezTo>
                    <a:pt x="523399" y="460153"/>
                    <a:pt x="514826" y="451580"/>
                    <a:pt x="504349" y="45158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01" name="Google Shape;4201;p99"/>
          <p:cNvGrpSpPr/>
          <p:nvPr/>
        </p:nvGrpSpPr>
        <p:grpSpPr>
          <a:xfrm>
            <a:off x="5999356" y="2561325"/>
            <a:ext cx="292001" cy="262927"/>
            <a:chOff x="2565491" y="1827317"/>
            <a:chExt cx="519112" cy="467425"/>
          </a:xfrm>
        </p:grpSpPr>
        <p:sp>
          <p:nvSpPr>
            <p:cNvPr id="4202" name="Google Shape;4202;p99"/>
            <p:cNvSpPr/>
            <p:nvPr/>
          </p:nvSpPr>
          <p:spPr>
            <a:xfrm>
              <a:off x="2565491" y="1872975"/>
              <a:ext cx="519112" cy="421767"/>
            </a:xfrm>
            <a:custGeom>
              <a:avLst/>
              <a:gdLst/>
              <a:ahLst/>
              <a:cxnLst/>
              <a:rect l="l" t="t" r="r" b="b"/>
              <a:pathLst>
                <a:path w="519112" h="421767" extrusionOk="0">
                  <a:moveTo>
                    <a:pt x="477488" y="153257"/>
                  </a:moveTo>
                  <a:lnTo>
                    <a:pt x="273749" y="153257"/>
                  </a:lnTo>
                  <a:cubicBezTo>
                    <a:pt x="274511" y="145542"/>
                    <a:pt x="275273" y="137636"/>
                    <a:pt x="276035" y="129445"/>
                  </a:cubicBezTo>
                  <a:cubicBezTo>
                    <a:pt x="277559" y="114586"/>
                    <a:pt x="278892" y="102299"/>
                    <a:pt x="280130" y="91726"/>
                  </a:cubicBezTo>
                  <a:cubicBezTo>
                    <a:pt x="282512" y="71438"/>
                    <a:pt x="284131" y="56864"/>
                    <a:pt x="284131" y="41624"/>
                  </a:cubicBezTo>
                  <a:cubicBezTo>
                    <a:pt x="284131" y="18669"/>
                    <a:pt x="265462" y="0"/>
                    <a:pt x="242506" y="0"/>
                  </a:cubicBezTo>
                  <a:cubicBezTo>
                    <a:pt x="219551" y="0"/>
                    <a:pt x="200787" y="18669"/>
                    <a:pt x="200787" y="41720"/>
                  </a:cubicBezTo>
                  <a:cubicBezTo>
                    <a:pt x="200787" y="58483"/>
                    <a:pt x="193739" y="84011"/>
                    <a:pt x="180689" y="98393"/>
                  </a:cubicBezTo>
                  <a:cubicBezTo>
                    <a:pt x="171545" y="108395"/>
                    <a:pt x="161163" y="114776"/>
                    <a:pt x="150114" y="121444"/>
                  </a:cubicBezTo>
                  <a:cubicBezTo>
                    <a:pt x="144685" y="124778"/>
                    <a:pt x="138970" y="128207"/>
                    <a:pt x="133350" y="132207"/>
                  </a:cubicBezTo>
                  <a:cubicBezTo>
                    <a:pt x="132493" y="132874"/>
                    <a:pt x="131540" y="133350"/>
                    <a:pt x="130683" y="133922"/>
                  </a:cubicBezTo>
                  <a:lnTo>
                    <a:pt x="128492" y="135350"/>
                  </a:lnTo>
                  <a:cubicBezTo>
                    <a:pt x="128492" y="135350"/>
                    <a:pt x="128302" y="135541"/>
                    <a:pt x="128206" y="135636"/>
                  </a:cubicBezTo>
                  <a:cubicBezTo>
                    <a:pt x="122873" y="139256"/>
                    <a:pt x="118015" y="143447"/>
                    <a:pt x="113443" y="148019"/>
                  </a:cubicBezTo>
                  <a:cubicBezTo>
                    <a:pt x="111347" y="144875"/>
                    <a:pt x="107823" y="142589"/>
                    <a:pt x="103727" y="142589"/>
                  </a:cubicBezTo>
                  <a:lnTo>
                    <a:pt x="11906" y="142589"/>
                  </a:lnTo>
                  <a:cubicBezTo>
                    <a:pt x="5334" y="142589"/>
                    <a:pt x="0" y="147923"/>
                    <a:pt x="0" y="154496"/>
                  </a:cubicBezTo>
                  <a:lnTo>
                    <a:pt x="0" y="383572"/>
                  </a:lnTo>
                  <a:cubicBezTo>
                    <a:pt x="0" y="390144"/>
                    <a:pt x="5334" y="395478"/>
                    <a:pt x="11906" y="395478"/>
                  </a:cubicBezTo>
                  <a:lnTo>
                    <a:pt x="104013" y="395478"/>
                  </a:lnTo>
                  <a:cubicBezTo>
                    <a:pt x="108014" y="395478"/>
                    <a:pt x="111443" y="393287"/>
                    <a:pt x="113633" y="390239"/>
                  </a:cubicBezTo>
                  <a:cubicBezTo>
                    <a:pt x="133731" y="410051"/>
                    <a:pt x="160973" y="421767"/>
                    <a:pt x="190310" y="421767"/>
                  </a:cubicBezTo>
                  <a:lnTo>
                    <a:pt x="327470" y="421767"/>
                  </a:lnTo>
                  <a:cubicBezTo>
                    <a:pt x="350520" y="421767"/>
                    <a:pt x="369189" y="402717"/>
                    <a:pt x="369189" y="379286"/>
                  </a:cubicBezTo>
                  <a:cubicBezTo>
                    <a:pt x="369189" y="372237"/>
                    <a:pt x="367379" y="365665"/>
                    <a:pt x="364331" y="359855"/>
                  </a:cubicBezTo>
                  <a:cubicBezTo>
                    <a:pt x="384239" y="356616"/>
                    <a:pt x="399479" y="339185"/>
                    <a:pt x="399479" y="318135"/>
                  </a:cubicBezTo>
                  <a:cubicBezTo>
                    <a:pt x="399479" y="308515"/>
                    <a:pt x="396240" y="299752"/>
                    <a:pt x="390906" y="292608"/>
                  </a:cubicBezTo>
                  <a:cubicBezTo>
                    <a:pt x="402431" y="285083"/>
                    <a:pt x="410147" y="271939"/>
                    <a:pt x="410147" y="256889"/>
                  </a:cubicBezTo>
                  <a:cubicBezTo>
                    <a:pt x="410147" y="250317"/>
                    <a:pt x="408623" y="243840"/>
                    <a:pt x="405860" y="238125"/>
                  </a:cubicBezTo>
                  <a:lnTo>
                    <a:pt x="477488" y="238125"/>
                  </a:lnTo>
                  <a:cubicBezTo>
                    <a:pt x="500444" y="238125"/>
                    <a:pt x="519113" y="218980"/>
                    <a:pt x="519113" y="195548"/>
                  </a:cubicBezTo>
                  <a:cubicBezTo>
                    <a:pt x="519113" y="172117"/>
                    <a:pt x="500444" y="153067"/>
                    <a:pt x="477488" y="153067"/>
                  </a:cubicBezTo>
                  <a:close/>
                  <a:moveTo>
                    <a:pt x="92107" y="371951"/>
                  </a:moveTo>
                  <a:lnTo>
                    <a:pt x="23813" y="371951"/>
                  </a:lnTo>
                  <a:lnTo>
                    <a:pt x="23813" y="166688"/>
                  </a:lnTo>
                  <a:lnTo>
                    <a:pt x="92107" y="166688"/>
                  </a:lnTo>
                  <a:lnTo>
                    <a:pt x="92107" y="371951"/>
                  </a:lnTo>
                  <a:close/>
                  <a:moveTo>
                    <a:pt x="327470" y="398240"/>
                  </a:moveTo>
                  <a:lnTo>
                    <a:pt x="288989" y="398240"/>
                  </a:lnTo>
                  <a:cubicBezTo>
                    <a:pt x="279083" y="398240"/>
                    <a:pt x="271082" y="389858"/>
                    <a:pt x="271082" y="379571"/>
                  </a:cubicBezTo>
                  <a:cubicBezTo>
                    <a:pt x="271082" y="369284"/>
                    <a:pt x="279083" y="360807"/>
                    <a:pt x="288989" y="360807"/>
                  </a:cubicBezTo>
                  <a:lnTo>
                    <a:pt x="327470" y="360807"/>
                  </a:lnTo>
                  <a:cubicBezTo>
                    <a:pt x="337375" y="360807"/>
                    <a:pt x="345376" y="369284"/>
                    <a:pt x="345376" y="379571"/>
                  </a:cubicBezTo>
                  <a:cubicBezTo>
                    <a:pt x="345376" y="389858"/>
                    <a:pt x="337280" y="398240"/>
                    <a:pt x="327470" y="398240"/>
                  </a:cubicBezTo>
                  <a:close/>
                  <a:moveTo>
                    <a:pt x="357759" y="336995"/>
                  </a:moveTo>
                  <a:lnTo>
                    <a:pt x="319088" y="336995"/>
                  </a:lnTo>
                  <a:cubicBezTo>
                    <a:pt x="309277" y="336995"/>
                    <a:pt x="301276" y="328613"/>
                    <a:pt x="301276" y="318326"/>
                  </a:cubicBezTo>
                  <a:cubicBezTo>
                    <a:pt x="301276" y="308039"/>
                    <a:pt x="309277" y="299561"/>
                    <a:pt x="319088" y="299561"/>
                  </a:cubicBezTo>
                  <a:lnTo>
                    <a:pt x="357759" y="299561"/>
                  </a:lnTo>
                  <a:cubicBezTo>
                    <a:pt x="367665" y="299561"/>
                    <a:pt x="375666" y="308039"/>
                    <a:pt x="375666" y="318326"/>
                  </a:cubicBezTo>
                  <a:cubicBezTo>
                    <a:pt x="375666" y="328613"/>
                    <a:pt x="367665" y="336995"/>
                    <a:pt x="357759" y="336995"/>
                  </a:cubicBezTo>
                  <a:close/>
                  <a:moveTo>
                    <a:pt x="379190" y="242316"/>
                  </a:moveTo>
                  <a:cubicBezTo>
                    <a:pt x="383667" y="245745"/>
                    <a:pt x="386429" y="251269"/>
                    <a:pt x="386429" y="257175"/>
                  </a:cubicBezTo>
                  <a:cubicBezTo>
                    <a:pt x="386429" y="267462"/>
                    <a:pt x="378428" y="275844"/>
                    <a:pt x="368618" y="275844"/>
                  </a:cubicBezTo>
                  <a:lnTo>
                    <a:pt x="327946" y="275844"/>
                  </a:lnTo>
                  <a:cubicBezTo>
                    <a:pt x="326422" y="275844"/>
                    <a:pt x="325184" y="275749"/>
                    <a:pt x="324041" y="275463"/>
                  </a:cubicBezTo>
                  <a:cubicBezTo>
                    <a:pt x="316040" y="273653"/>
                    <a:pt x="310229" y="265938"/>
                    <a:pt x="310229" y="257270"/>
                  </a:cubicBezTo>
                  <a:cubicBezTo>
                    <a:pt x="310229" y="251365"/>
                    <a:pt x="312896" y="245745"/>
                    <a:pt x="317754" y="242221"/>
                  </a:cubicBezTo>
                  <a:cubicBezTo>
                    <a:pt x="319754" y="240602"/>
                    <a:pt x="321850" y="239554"/>
                    <a:pt x="323945" y="239078"/>
                  </a:cubicBezTo>
                  <a:cubicBezTo>
                    <a:pt x="324422" y="238982"/>
                    <a:pt x="324898" y="238887"/>
                    <a:pt x="325374" y="238697"/>
                  </a:cubicBezTo>
                  <a:cubicBezTo>
                    <a:pt x="325565" y="238697"/>
                    <a:pt x="326231" y="238411"/>
                    <a:pt x="328041" y="238411"/>
                  </a:cubicBezTo>
                  <a:lnTo>
                    <a:pt x="368713" y="238411"/>
                  </a:lnTo>
                  <a:cubicBezTo>
                    <a:pt x="372523" y="238411"/>
                    <a:pt x="376047" y="239649"/>
                    <a:pt x="379286" y="242411"/>
                  </a:cubicBezTo>
                  <a:close/>
                  <a:moveTo>
                    <a:pt x="477488" y="214503"/>
                  </a:moveTo>
                  <a:lnTo>
                    <a:pt x="327946" y="214503"/>
                  </a:lnTo>
                  <a:cubicBezTo>
                    <a:pt x="325565" y="214503"/>
                    <a:pt x="321945" y="214598"/>
                    <a:pt x="318230" y="215837"/>
                  </a:cubicBezTo>
                  <a:cubicBezTo>
                    <a:pt x="312611" y="217170"/>
                    <a:pt x="307372" y="219742"/>
                    <a:pt x="303086" y="223266"/>
                  </a:cubicBezTo>
                  <a:cubicBezTo>
                    <a:pt x="292608" y="230981"/>
                    <a:pt x="286322" y="243650"/>
                    <a:pt x="286322" y="257175"/>
                  </a:cubicBezTo>
                  <a:cubicBezTo>
                    <a:pt x="286322" y="266986"/>
                    <a:pt x="289655" y="276225"/>
                    <a:pt x="295370" y="283559"/>
                  </a:cubicBezTo>
                  <a:cubicBezTo>
                    <a:pt x="284607" y="291275"/>
                    <a:pt x="277559" y="304038"/>
                    <a:pt x="277559" y="318421"/>
                  </a:cubicBezTo>
                  <a:cubicBezTo>
                    <a:pt x="277559" y="325374"/>
                    <a:pt x="279368" y="331946"/>
                    <a:pt x="282321" y="337757"/>
                  </a:cubicBezTo>
                  <a:cubicBezTo>
                    <a:pt x="262414" y="340995"/>
                    <a:pt x="247174" y="358521"/>
                    <a:pt x="247174" y="379667"/>
                  </a:cubicBezTo>
                  <a:cubicBezTo>
                    <a:pt x="247174" y="386334"/>
                    <a:pt x="248888" y="392621"/>
                    <a:pt x="251555" y="398336"/>
                  </a:cubicBezTo>
                  <a:lnTo>
                    <a:pt x="190214" y="398336"/>
                  </a:lnTo>
                  <a:cubicBezTo>
                    <a:pt x="159068" y="398336"/>
                    <a:pt x="130969" y="381667"/>
                    <a:pt x="115824" y="354806"/>
                  </a:cubicBezTo>
                  <a:lnTo>
                    <a:pt x="115824" y="184023"/>
                  </a:lnTo>
                  <a:cubicBezTo>
                    <a:pt x="122396" y="172403"/>
                    <a:pt x="131350" y="162497"/>
                    <a:pt x="141923" y="155448"/>
                  </a:cubicBezTo>
                  <a:lnTo>
                    <a:pt x="143637" y="154305"/>
                  </a:lnTo>
                  <a:cubicBezTo>
                    <a:pt x="144590" y="153638"/>
                    <a:pt x="145733" y="152972"/>
                    <a:pt x="147066" y="151924"/>
                  </a:cubicBezTo>
                  <a:cubicBezTo>
                    <a:pt x="147066" y="151924"/>
                    <a:pt x="147066" y="151924"/>
                    <a:pt x="147161" y="151924"/>
                  </a:cubicBezTo>
                  <a:cubicBezTo>
                    <a:pt x="152305" y="148304"/>
                    <a:pt x="157448" y="145161"/>
                    <a:pt x="162592" y="142018"/>
                  </a:cubicBezTo>
                  <a:cubicBezTo>
                    <a:pt x="174593" y="134684"/>
                    <a:pt x="186881" y="127159"/>
                    <a:pt x="198311" y="114681"/>
                  </a:cubicBezTo>
                  <a:cubicBezTo>
                    <a:pt x="216408" y="94869"/>
                    <a:pt x="224600" y="63056"/>
                    <a:pt x="224600" y="41815"/>
                  </a:cubicBezTo>
                  <a:cubicBezTo>
                    <a:pt x="224600" y="32004"/>
                    <a:pt x="232601" y="24003"/>
                    <a:pt x="242506" y="24003"/>
                  </a:cubicBezTo>
                  <a:cubicBezTo>
                    <a:pt x="252413" y="24003"/>
                    <a:pt x="260318" y="32004"/>
                    <a:pt x="260318" y="41910"/>
                  </a:cubicBezTo>
                  <a:cubicBezTo>
                    <a:pt x="260318" y="55531"/>
                    <a:pt x="258794" y="68866"/>
                    <a:pt x="256413" y="89059"/>
                  </a:cubicBezTo>
                  <a:cubicBezTo>
                    <a:pt x="255175" y="99727"/>
                    <a:pt x="253746" y="112109"/>
                    <a:pt x="252127" y="128016"/>
                  </a:cubicBezTo>
                  <a:cubicBezTo>
                    <a:pt x="250793" y="142208"/>
                    <a:pt x="249460" y="156305"/>
                    <a:pt x="247936" y="169926"/>
                  </a:cubicBezTo>
                  <a:cubicBezTo>
                    <a:pt x="247269" y="176213"/>
                    <a:pt x="246793" y="182594"/>
                    <a:pt x="246221" y="188976"/>
                  </a:cubicBezTo>
                  <a:cubicBezTo>
                    <a:pt x="241554" y="246316"/>
                    <a:pt x="234791" y="281369"/>
                    <a:pt x="180880" y="285560"/>
                  </a:cubicBezTo>
                  <a:cubicBezTo>
                    <a:pt x="174308" y="286036"/>
                    <a:pt x="169450" y="291751"/>
                    <a:pt x="169926" y="298323"/>
                  </a:cubicBezTo>
                  <a:cubicBezTo>
                    <a:pt x="170402" y="304610"/>
                    <a:pt x="175641" y="309277"/>
                    <a:pt x="181832" y="309277"/>
                  </a:cubicBezTo>
                  <a:cubicBezTo>
                    <a:pt x="182118" y="309277"/>
                    <a:pt x="182404" y="309277"/>
                    <a:pt x="182785" y="309277"/>
                  </a:cubicBezTo>
                  <a:cubicBezTo>
                    <a:pt x="260890" y="303276"/>
                    <a:pt x="266033" y="240983"/>
                    <a:pt x="270034" y="190881"/>
                  </a:cubicBezTo>
                  <a:cubicBezTo>
                    <a:pt x="270415" y="186214"/>
                    <a:pt x="270796" y="181642"/>
                    <a:pt x="271272" y="177070"/>
                  </a:cubicBezTo>
                  <a:lnTo>
                    <a:pt x="477393" y="177070"/>
                  </a:lnTo>
                  <a:cubicBezTo>
                    <a:pt x="487204" y="177070"/>
                    <a:pt x="495205" y="185452"/>
                    <a:pt x="495205" y="195739"/>
                  </a:cubicBezTo>
                  <a:cubicBezTo>
                    <a:pt x="495205" y="206026"/>
                    <a:pt x="487204" y="214503"/>
                    <a:pt x="477393" y="21450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03" name="Google Shape;4203;p99"/>
            <p:cNvSpPr/>
            <p:nvPr/>
          </p:nvSpPr>
          <p:spPr>
            <a:xfrm>
              <a:off x="2973576" y="1945499"/>
              <a:ext cx="100134" cy="39776"/>
            </a:xfrm>
            <a:custGeom>
              <a:avLst/>
              <a:gdLst/>
              <a:ahLst/>
              <a:cxnLst/>
              <a:rect l="l" t="t" r="r" b="b"/>
              <a:pathLst>
                <a:path w="100134" h="39776" extrusionOk="0">
                  <a:moveTo>
                    <a:pt x="252" y="30347"/>
                  </a:moveTo>
                  <a:cubicBezTo>
                    <a:pt x="1395" y="35966"/>
                    <a:pt x="6348" y="39776"/>
                    <a:pt x="11872" y="39776"/>
                  </a:cubicBezTo>
                  <a:cubicBezTo>
                    <a:pt x="12634" y="39776"/>
                    <a:pt x="13491" y="39776"/>
                    <a:pt x="14349" y="39491"/>
                  </a:cubicBezTo>
                  <a:lnTo>
                    <a:pt x="90644" y="23584"/>
                  </a:lnTo>
                  <a:cubicBezTo>
                    <a:pt x="97121" y="22250"/>
                    <a:pt x="101217" y="15964"/>
                    <a:pt x="99883" y="9487"/>
                  </a:cubicBezTo>
                  <a:cubicBezTo>
                    <a:pt x="98550" y="3105"/>
                    <a:pt x="92168" y="-1086"/>
                    <a:pt x="85786" y="248"/>
                  </a:cubicBezTo>
                  <a:lnTo>
                    <a:pt x="9491" y="16154"/>
                  </a:lnTo>
                  <a:cubicBezTo>
                    <a:pt x="3014" y="17488"/>
                    <a:pt x="-1082" y="23774"/>
                    <a:pt x="252" y="3025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04" name="Google Shape;4204;p99"/>
            <p:cNvSpPr/>
            <p:nvPr/>
          </p:nvSpPr>
          <p:spPr>
            <a:xfrm>
              <a:off x="2945766" y="1850819"/>
              <a:ext cx="66505" cy="89117"/>
            </a:xfrm>
            <a:custGeom>
              <a:avLst/>
              <a:gdLst/>
              <a:ahLst/>
              <a:cxnLst/>
              <a:rect l="l" t="t" r="r" b="b"/>
              <a:pathLst>
                <a:path w="66505" h="89117" extrusionOk="0">
                  <a:moveTo>
                    <a:pt x="5392" y="87212"/>
                  </a:moveTo>
                  <a:cubicBezTo>
                    <a:pt x="7393" y="88545"/>
                    <a:pt x="9678" y="89117"/>
                    <a:pt x="11869" y="89117"/>
                  </a:cubicBezTo>
                  <a:cubicBezTo>
                    <a:pt x="15775" y="89117"/>
                    <a:pt x="19584" y="87212"/>
                    <a:pt x="21871" y="83688"/>
                  </a:cubicBezTo>
                  <a:lnTo>
                    <a:pt x="64543" y="18442"/>
                  </a:lnTo>
                  <a:cubicBezTo>
                    <a:pt x="68162" y="12917"/>
                    <a:pt x="66638" y="5583"/>
                    <a:pt x="61114" y="1963"/>
                  </a:cubicBezTo>
                  <a:cubicBezTo>
                    <a:pt x="55589" y="-1656"/>
                    <a:pt x="48255" y="-132"/>
                    <a:pt x="44635" y="5392"/>
                  </a:cubicBezTo>
                  <a:lnTo>
                    <a:pt x="1963" y="70639"/>
                  </a:lnTo>
                  <a:cubicBezTo>
                    <a:pt x="-1656" y="76163"/>
                    <a:pt x="-132" y="83497"/>
                    <a:pt x="5392" y="8711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05" name="Google Shape;4205;p99"/>
            <p:cNvSpPr/>
            <p:nvPr/>
          </p:nvSpPr>
          <p:spPr>
            <a:xfrm>
              <a:off x="2878041" y="1827317"/>
              <a:ext cx="39746" cy="100141"/>
            </a:xfrm>
            <a:custGeom>
              <a:avLst/>
              <a:gdLst/>
              <a:ahLst/>
              <a:cxnLst/>
              <a:rect l="l" t="t" r="r" b="b"/>
              <a:pathLst>
                <a:path w="39746" h="100141" extrusionOk="0">
                  <a:moveTo>
                    <a:pt x="16158" y="90712"/>
                  </a:moveTo>
                  <a:cubicBezTo>
                    <a:pt x="17301" y="96332"/>
                    <a:pt x="22254" y="100142"/>
                    <a:pt x="27779" y="100142"/>
                  </a:cubicBezTo>
                  <a:cubicBezTo>
                    <a:pt x="28541" y="100142"/>
                    <a:pt x="29398" y="100142"/>
                    <a:pt x="30255" y="99856"/>
                  </a:cubicBezTo>
                  <a:cubicBezTo>
                    <a:pt x="36732" y="98522"/>
                    <a:pt x="40828" y="92236"/>
                    <a:pt x="39495" y="85759"/>
                  </a:cubicBezTo>
                  <a:lnTo>
                    <a:pt x="23588" y="9464"/>
                  </a:lnTo>
                  <a:cubicBezTo>
                    <a:pt x="22254" y="2987"/>
                    <a:pt x="15873" y="-1014"/>
                    <a:pt x="9491" y="224"/>
                  </a:cubicBezTo>
                  <a:cubicBezTo>
                    <a:pt x="3014" y="1558"/>
                    <a:pt x="-1082" y="7844"/>
                    <a:pt x="252" y="14321"/>
                  </a:cubicBezTo>
                  <a:lnTo>
                    <a:pt x="16158" y="9061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06" name="Google Shape;4206;p99"/>
          <p:cNvGrpSpPr/>
          <p:nvPr/>
        </p:nvGrpSpPr>
        <p:grpSpPr>
          <a:xfrm>
            <a:off x="1290262" y="2590856"/>
            <a:ext cx="204722" cy="204239"/>
            <a:chOff x="4894333" y="1968758"/>
            <a:chExt cx="363950" cy="363092"/>
          </a:xfrm>
        </p:grpSpPr>
        <p:sp>
          <p:nvSpPr>
            <p:cNvPr id="4207" name="Google Shape;4207;p99"/>
            <p:cNvSpPr/>
            <p:nvPr/>
          </p:nvSpPr>
          <p:spPr>
            <a:xfrm>
              <a:off x="5126038" y="2195319"/>
              <a:ext cx="131864" cy="136531"/>
            </a:xfrm>
            <a:custGeom>
              <a:avLst/>
              <a:gdLst/>
              <a:ahLst/>
              <a:cxnLst/>
              <a:rect l="l" t="t" r="r" b="b"/>
              <a:pathLst>
                <a:path w="131864" h="136531" extrusionOk="0">
                  <a:moveTo>
                    <a:pt x="120148" y="48330"/>
                  </a:moveTo>
                  <a:cubicBezTo>
                    <a:pt x="113576" y="48330"/>
                    <a:pt x="108242" y="53664"/>
                    <a:pt x="108242" y="60236"/>
                  </a:cubicBezTo>
                  <a:lnTo>
                    <a:pt x="108242" y="95002"/>
                  </a:lnTo>
                  <a:lnTo>
                    <a:pt x="20517" y="3658"/>
                  </a:lnTo>
                  <a:cubicBezTo>
                    <a:pt x="15945" y="-1105"/>
                    <a:pt x="8420" y="-1200"/>
                    <a:pt x="3658" y="3277"/>
                  </a:cubicBezTo>
                  <a:cubicBezTo>
                    <a:pt x="-1105" y="7849"/>
                    <a:pt x="-1200" y="15373"/>
                    <a:pt x="3277" y="20136"/>
                  </a:cubicBezTo>
                  <a:lnTo>
                    <a:pt x="92145" y="112719"/>
                  </a:lnTo>
                  <a:lnTo>
                    <a:pt x="55664" y="112719"/>
                  </a:lnTo>
                  <a:cubicBezTo>
                    <a:pt x="49092" y="112719"/>
                    <a:pt x="43758" y="118053"/>
                    <a:pt x="43758" y="124625"/>
                  </a:cubicBezTo>
                  <a:cubicBezTo>
                    <a:pt x="43758" y="131197"/>
                    <a:pt x="49092" y="136531"/>
                    <a:pt x="55664" y="136531"/>
                  </a:cubicBezTo>
                  <a:lnTo>
                    <a:pt x="120053" y="136531"/>
                  </a:lnTo>
                  <a:cubicBezTo>
                    <a:pt x="120053" y="136531"/>
                    <a:pt x="120053" y="136531"/>
                    <a:pt x="120053" y="136531"/>
                  </a:cubicBezTo>
                  <a:cubicBezTo>
                    <a:pt x="121577" y="136531"/>
                    <a:pt x="123101" y="136246"/>
                    <a:pt x="124435" y="135674"/>
                  </a:cubicBezTo>
                  <a:cubicBezTo>
                    <a:pt x="125197" y="135388"/>
                    <a:pt x="125863" y="134817"/>
                    <a:pt x="126530" y="134341"/>
                  </a:cubicBezTo>
                  <a:cubicBezTo>
                    <a:pt x="127102" y="133960"/>
                    <a:pt x="127673" y="133769"/>
                    <a:pt x="128245" y="133293"/>
                  </a:cubicBezTo>
                  <a:cubicBezTo>
                    <a:pt x="128245" y="133293"/>
                    <a:pt x="128245" y="133293"/>
                    <a:pt x="128245" y="133198"/>
                  </a:cubicBezTo>
                  <a:cubicBezTo>
                    <a:pt x="129102" y="132340"/>
                    <a:pt x="129769" y="131293"/>
                    <a:pt x="130340" y="130245"/>
                  </a:cubicBezTo>
                  <a:cubicBezTo>
                    <a:pt x="130531" y="129959"/>
                    <a:pt x="130816" y="129673"/>
                    <a:pt x="130912" y="129388"/>
                  </a:cubicBezTo>
                  <a:cubicBezTo>
                    <a:pt x="131102" y="129007"/>
                    <a:pt x="131102" y="128435"/>
                    <a:pt x="131197" y="128054"/>
                  </a:cubicBezTo>
                  <a:cubicBezTo>
                    <a:pt x="131483" y="127006"/>
                    <a:pt x="131864" y="125959"/>
                    <a:pt x="131864" y="124816"/>
                  </a:cubicBezTo>
                  <a:cubicBezTo>
                    <a:pt x="131864" y="124816"/>
                    <a:pt x="131864" y="124816"/>
                    <a:pt x="131864" y="124720"/>
                  </a:cubicBezTo>
                  <a:lnTo>
                    <a:pt x="131864" y="60331"/>
                  </a:lnTo>
                  <a:cubicBezTo>
                    <a:pt x="131864" y="53759"/>
                    <a:pt x="126530" y="48425"/>
                    <a:pt x="119958" y="484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08" name="Google Shape;4208;p99"/>
            <p:cNvSpPr/>
            <p:nvPr/>
          </p:nvSpPr>
          <p:spPr>
            <a:xfrm>
              <a:off x="4894333" y="2195188"/>
              <a:ext cx="131900" cy="136567"/>
            </a:xfrm>
            <a:custGeom>
              <a:avLst/>
              <a:gdLst/>
              <a:ahLst/>
              <a:cxnLst/>
              <a:rect l="l" t="t" r="r" b="b"/>
              <a:pathLst>
                <a:path w="131900" h="136567" extrusionOk="0">
                  <a:moveTo>
                    <a:pt x="111538" y="3789"/>
                  </a:moveTo>
                  <a:lnTo>
                    <a:pt x="23813" y="95134"/>
                  </a:lnTo>
                  <a:lnTo>
                    <a:pt x="23813" y="60368"/>
                  </a:lnTo>
                  <a:cubicBezTo>
                    <a:pt x="23813" y="53796"/>
                    <a:pt x="18478" y="48462"/>
                    <a:pt x="11906" y="48462"/>
                  </a:cubicBezTo>
                  <a:cubicBezTo>
                    <a:pt x="5334" y="48462"/>
                    <a:pt x="0" y="53796"/>
                    <a:pt x="0" y="60368"/>
                  </a:cubicBezTo>
                  <a:lnTo>
                    <a:pt x="0" y="124757"/>
                  </a:lnTo>
                  <a:cubicBezTo>
                    <a:pt x="0" y="124757"/>
                    <a:pt x="0" y="124757"/>
                    <a:pt x="0" y="124852"/>
                  </a:cubicBezTo>
                  <a:cubicBezTo>
                    <a:pt x="0" y="125900"/>
                    <a:pt x="381" y="127043"/>
                    <a:pt x="667" y="128091"/>
                  </a:cubicBezTo>
                  <a:cubicBezTo>
                    <a:pt x="762" y="128567"/>
                    <a:pt x="762" y="129043"/>
                    <a:pt x="952" y="129424"/>
                  </a:cubicBezTo>
                  <a:cubicBezTo>
                    <a:pt x="1048" y="129710"/>
                    <a:pt x="1333" y="129996"/>
                    <a:pt x="1524" y="130281"/>
                  </a:cubicBezTo>
                  <a:cubicBezTo>
                    <a:pt x="2095" y="131329"/>
                    <a:pt x="2762" y="132377"/>
                    <a:pt x="3620" y="133234"/>
                  </a:cubicBezTo>
                  <a:cubicBezTo>
                    <a:pt x="3620" y="133234"/>
                    <a:pt x="3620" y="133234"/>
                    <a:pt x="3620" y="133329"/>
                  </a:cubicBezTo>
                  <a:cubicBezTo>
                    <a:pt x="4096" y="133806"/>
                    <a:pt x="4763" y="133996"/>
                    <a:pt x="5334" y="134377"/>
                  </a:cubicBezTo>
                  <a:cubicBezTo>
                    <a:pt x="6001" y="134853"/>
                    <a:pt x="6667" y="135425"/>
                    <a:pt x="7429" y="135711"/>
                  </a:cubicBezTo>
                  <a:cubicBezTo>
                    <a:pt x="8858" y="136282"/>
                    <a:pt x="10382" y="136568"/>
                    <a:pt x="11811" y="136568"/>
                  </a:cubicBezTo>
                  <a:cubicBezTo>
                    <a:pt x="11811" y="136568"/>
                    <a:pt x="11811" y="136568"/>
                    <a:pt x="11811" y="136568"/>
                  </a:cubicBezTo>
                  <a:lnTo>
                    <a:pt x="76200" y="136568"/>
                  </a:lnTo>
                  <a:cubicBezTo>
                    <a:pt x="82772" y="136568"/>
                    <a:pt x="88106" y="131234"/>
                    <a:pt x="88106" y="124662"/>
                  </a:cubicBezTo>
                  <a:cubicBezTo>
                    <a:pt x="88106" y="118089"/>
                    <a:pt x="82772" y="112755"/>
                    <a:pt x="76200" y="112755"/>
                  </a:cubicBezTo>
                  <a:lnTo>
                    <a:pt x="39719" y="112755"/>
                  </a:lnTo>
                  <a:lnTo>
                    <a:pt x="128588" y="20172"/>
                  </a:lnTo>
                  <a:cubicBezTo>
                    <a:pt x="133160" y="15410"/>
                    <a:pt x="132969" y="7885"/>
                    <a:pt x="128206" y="3313"/>
                  </a:cubicBezTo>
                  <a:cubicBezTo>
                    <a:pt x="123444" y="-1259"/>
                    <a:pt x="115919" y="-1068"/>
                    <a:pt x="111347" y="36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09" name="Google Shape;4209;p99"/>
            <p:cNvSpPr/>
            <p:nvPr/>
          </p:nvSpPr>
          <p:spPr>
            <a:xfrm>
              <a:off x="5126192" y="1968853"/>
              <a:ext cx="132091" cy="136588"/>
            </a:xfrm>
            <a:custGeom>
              <a:avLst/>
              <a:gdLst/>
              <a:ahLst/>
              <a:cxnLst/>
              <a:rect l="l" t="t" r="r" b="b"/>
              <a:pathLst>
                <a:path w="132091" h="136588" extrusionOk="0">
                  <a:moveTo>
                    <a:pt x="131901" y="11716"/>
                  </a:moveTo>
                  <a:cubicBezTo>
                    <a:pt x="131901" y="10668"/>
                    <a:pt x="131520" y="9525"/>
                    <a:pt x="131234" y="8477"/>
                  </a:cubicBezTo>
                  <a:cubicBezTo>
                    <a:pt x="131139" y="8001"/>
                    <a:pt x="131139" y="7525"/>
                    <a:pt x="130948" y="7144"/>
                  </a:cubicBezTo>
                  <a:cubicBezTo>
                    <a:pt x="130853" y="6858"/>
                    <a:pt x="130567" y="6572"/>
                    <a:pt x="130377" y="6287"/>
                  </a:cubicBezTo>
                  <a:cubicBezTo>
                    <a:pt x="129805" y="5239"/>
                    <a:pt x="129138" y="4191"/>
                    <a:pt x="128281" y="3334"/>
                  </a:cubicBezTo>
                  <a:cubicBezTo>
                    <a:pt x="128281" y="3334"/>
                    <a:pt x="128281" y="3334"/>
                    <a:pt x="128281" y="3239"/>
                  </a:cubicBezTo>
                  <a:cubicBezTo>
                    <a:pt x="127900" y="2858"/>
                    <a:pt x="127329" y="2667"/>
                    <a:pt x="126948" y="2381"/>
                  </a:cubicBezTo>
                  <a:cubicBezTo>
                    <a:pt x="126186" y="1810"/>
                    <a:pt x="125424" y="1238"/>
                    <a:pt x="124471" y="857"/>
                  </a:cubicBezTo>
                  <a:cubicBezTo>
                    <a:pt x="123519" y="476"/>
                    <a:pt x="122566" y="381"/>
                    <a:pt x="121614" y="286"/>
                  </a:cubicBezTo>
                  <a:cubicBezTo>
                    <a:pt x="121137" y="286"/>
                    <a:pt x="120661" y="0"/>
                    <a:pt x="120090" y="0"/>
                  </a:cubicBezTo>
                  <a:lnTo>
                    <a:pt x="55701" y="0"/>
                  </a:lnTo>
                  <a:cubicBezTo>
                    <a:pt x="49128" y="0"/>
                    <a:pt x="43794" y="5334"/>
                    <a:pt x="43794" y="11906"/>
                  </a:cubicBezTo>
                  <a:cubicBezTo>
                    <a:pt x="43794" y="18479"/>
                    <a:pt x="49128" y="23813"/>
                    <a:pt x="55701" y="23813"/>
                  </a:cubicBezTo>
                  <a:lnTo>
                    <a:pt x="92181" y="23813"/>
                  </a:lnTo>
                  <a:lnTo>
                    <a:pt x="3313" y="116396"/>
                  </a:lnTo>
                  <a:cubicBezTo>
                    <a:pt x="-1259" y="121158"/>
                    <a:pt x="-1068" y="128683"/>
                    <a:pt x="3694" y="133255"/>
                  </a:cubicBezTo>
                  <a:cubicBezTo>
                    <a:pt x="5980" y="135446"/>
                    <a:pt x="8933" y="136589"/>
                    <a:pt x="11981" y="136589"/>
                  </a:cubicBezTo>
                  <a:cubicBezTo>
                    <a:pt x="15124" y="136589"/>
                    <a:pt x="18267" y="135350"/>
                    <a:pt x="20553" y="132969"/>
                  </a:cubicBezTo>
                  <a:lnTo>
                    <a:pt x="108279" y="41624"/>
                  </a:lnTo>
                  <a:lnTo>
                    <a:pt x="108279" y="76390"/>
                  </a:lnTo>
                  <a:cubicBezTo>
                    <a:pt x="108279" y="82963"/>
                    <a:pt x="113613" y="88297"/>
                    <a:pt x="120185" y="88297"/>
                  </a:cubicBezTo>
                  <a:cubicBezTo>
                    <a:pt x="126757" y="88297"/>
                    <a:pt x="132091" y="82963"/>
                    <a:pt x="132091" y="76390"/>
                  </a:cubicBezTo>
                  <a:lnTo>
                    <a:pt x="132091" y="12002"/>
                  </a:lnTo>
                  <a:cubicBezTo>
                    <a:pt x="132091" y="12002"/>
                    <a:pt x="132091" y="12002"/>
                    <a:pt x="132091"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10" name="Google Shape;4210;p99"/>
            <p:cNvSpPr/>
            <p:nvPr/>
          </p:nvSpPr>
          <p:spPr>
            <a:xfrm>
              <a:off x="4894904" y="1968758"/>
              <a:ext cx="132054" cy="136397"/>
            </a:xfrm>
            <a:custGeom>
              <a:avLst/>
              <a:gdLst/>
              <a:ahLst/>
              <a:cxnLst/>
              <a:rect l="l" t="t" r="r" b="b"/>
              <a:pathLst>
                <a:path w="132054" h="136397" extrusionOk="0">
                  <a:moveTo>
                    <a:pt x="39815" y="23813"/>
                  </a:moveTo>
                  <a:lnTo>
                    <a:pt x="76295" y="23813"/>
                  </a:lnTo>
                  <a:cubicBezTo>
                    <a:pt x="82868" y="23813"/>
                    <a:pt x="88202" y="18478"/>
                    <a:pt x="88202" y="11906"/>
                  </a:cubicBezTo>
                  <a:cubicBezTo>
                    <a:pt x="88202" y="5334"/>
                    <a:pt x="82868" y="0"/>
                    <a:pt x="76295" y="0"/>
                  </a:cubicBezTo>
                  <a:lnTo>
                    <a:pt x="11906" y="0"/>
                  </a:lnTo>
                  <a:cubicBezTo>
                    <a:pt x="11335" y="0"/>
                    <a:pt x="10859" y="286"/>
                    <a:pt x="10287" y="286"/>
                  </a:cubicBezTo>
                  <a:cubicBezTo>
                    <a:pt x="9335" y="381"/>
                    <a:pt x="8382" y="476"/>
                    <a:pt x="7430" y="857"/>
                  </a:cubicBezTo>
                  <a:cubicBezTo>
                    <a:pt x="6477" y="1238"/>
                    <a:pt x="5810" y="1810"/>
                    <a:pt x="4953" y="2381"/>
                  </a:cubicBezTo>
                  <a:cubicBezTo>
                    <a:pt x="4477" y="2667"/>
                    <a:pt x="4001" y="2857"/>
                    <a:pt x="3620" y="3239"/>
                  </a:cubicBezTo>
                  <a:cubicBezTo>
                    <a:pt x="3620" y="3239"/>
                    <a:pt x="3620" y="3239"/>
                    <a:pt x="3620" y="3334"/>
                  </a:cubicBezTo>
                  <a:cubicBezTo>
                    <a:pt x="2762" y="4191"/>
                    <a:pt x="2096" y="5239"/>
                    <a:pt x="1524" y="6286"/>
                  </a:cubicBezTo>
                  <a:cubicBezTo>
                    <a:pt x="1334" y="6572"/>
                    <a:pt x="1048" y="6858"/>
                    <a:pt x="953" y="7144"/>
                  </a:cubicBezTo>
                  <a:cubicBezTo>
                    <a:pt x="762" y="7525"/>
                    <a:pt x="762" y="8096"/>
                    <a:pt x="667" y="8477"/>
                  </a:cubicBezTo>
                  <a:cubicBezTo>
                    <a:pt x="381" y="9525"/>
                    <a:pt x="0" y="10573"/>
                    <a:pt x="0" y="11716"/>
                  </a:cubicBezTo>
                  <a:cubicBezTo>
                    <a:pt x="0" y="11716"/>
                    <a:pt x="0" y="11716"/>
                    <a:pt x="0" y="11811"/>
                  </a:cubicBezTo>
                  <a:lnTo>
                    <a:pt x="0" y="76200"/>
                  </a:lnTo>
                  <a:cubicBezTo>
                    <a:pt x="0" y="82772"/>
                    <a:pt x="5334" y="88106"/>
                    <a:pt x="11906" y="88106"/>
                  </a:cubicBezTo>
                  <a:cubicBezTo>
                    <a:pt x="18479" y="88106"/>
                    <a:pt x="23813" y="82772"/>
                    <a:pt x="23813" y="76200"/>
                  </a:cubicBezTo>
                  <a:lnTo>
                    <a:pt x="23813" y="41434"/>
                  </a:lnTo>
                  <a:lnTo>
                    <a:pt x="111538" y="132779"/>
                  </a:lnTo>
                  <a:cubicBezTo>
                    <a:pt x="113919" y="135255"/>
                    <a:pt x="116967" y="136398"/>
                    <a:pt x="120110" y="136398"/>
                  </a:cubicBezTo>
                  <a:cubicBezTo>
                    <a:pt x="123063" y="136398"/>
                    <a:pt x="126016" y="135255"/>
                    <a:pt x="128397" y="133064"/>
                  </a:cubicBezTo>
                  <a:cubicBezTo>
                    <a:pt x="133160" y="128492"/>
                    <a:pt x="133255" y="120967"/>
                    <a:pt x="128778" y="116205"/>
                  </a:cubicBezTo>
                  <a:lnTo>
                    <a:pt x="39910" y="2362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211" name="Google Shape;4211;p99"/>
          <p:cNvSpPr/>
          <p:nvPr/>
        </p:nvSpPr>
        <p:spPr>
          <a:xfrm>
            <a:off x="7590575" y="1008754"/>
            <a:ext cx="279631" cy="295617"/>
          </a:xfrm>
          <a:custGeom>
            <a:avLst/>
            <a:gdLst/>
            <a:ahLst/>
            <a:cxnLst/>
            <a:rect l="l" t="t" r="r" b="b"/>
            <a:pathLst>
              <a:path w="497121" h="525542" extrusionOk="0">
                <a:moveTo>
                  <a:pt x="475704" y="58818"/>
                </a:moveTo>
                <a:lnTo>
                  <a:pt x="427317" y="16146"/>
                </a:lnTo>
                <a:cubicBezTo>
                  <a:pt x="403981" y="-4333"/>
                  <a:pt x="372548" y="-5381"/>
                  <a:pt x="356070" y="13288"/>
                </a:cubicBezTo>
                <a:lnTo>
                  <a:pt x="45746" y="346949"/>
                </a:lnTo>
                <a:cubicBezTo>
                  <a:pt x="43650" y="349140"/>
                  <a:pt x="42126" y="351902"/>
                  <a:pt x="41364" y="354855"/>
                </a:cubicBezTo>
                <a:lnTo>
                  <a:pt x="692" y="501349"/>
                </a:lnTo>
                <a:cubicBezTo>
                  <a:pt x="-1213" y="508207"/>
                  <a:pt x="883" y="515637"/>
                  <a:pt x="6122" y="520494"/>
                </a:cubicBezTo>
                <a:cubicBezTo>
                  <a:pt x="9741" y="523733"/>
                  <a:pt x="14313" y="525543"/>
                  <a:pt x="18980" y="525543"/>
                </a:cubicBezTo>
                <a:cubicBezTo>
                  <a:pt x="21171" y="525543"/>
                  <a:pt x="23457" y="525162"/>
                  <a:pt x="25648" y="524304"/>
                </a:cubicBezTo>
                <a:lnTo>
                  <a:pt x="166046" y="472107"/>
                </a:lnTo>
                <a:cubicBezTo>
                  <a:pt x="168809" y="471060"/>
                  <a:pt x="171380" y="469345"/>
                  <a:pt x="173381" y="467250"/>
                </a:cubicBezTo>
                <a:lnTo>
                  <a:pt x="487229" y="129588"/>
                </a:lnTo>
                <a:cubicBezTo>
                  <a:pt x="494278" y="121683"/>
                  <a:pt x="497707" y="111015"/>
                  <a:pt x="497040" y="99680"/>
                </a:cubicBezTo>
                <a:cubicBezTo>
                  <a:pt x="496088" y="84821"/>
                  <a:pt x="488372" y="69962"/>
                  <a:pt x="475799" y="58818"/>
                </a:cubicBezTo>
                <a:close/>
                <a:moveTo>
                  <a:pt x="142901" y="440008"/>
                </a:moveTo>
                <a:lnTo>
                  <a:pt x="67748" y="468012"/>
                </a:lnTo>
                <a:lnTo>
                  <a:pt x="53175" y="454772"/>
                </a:lnTo>
                <a:lnTo>
                  <a:pt x="74130" y="379239"/>
                </a:lnTo>
                <a:lnTo>
                  <a:pt x="142996" y="440008"/>
                </a:lnTo>
                <a:close/>
                <a:moveTo>
                  <a:pt x="161189" y="424387"/>
                </a:moveTo>
                <a:lnTo>
                  <a:pt x="133947" y="400384"/>
                </a:lnTo>
                <a:lnTo>
                  <a:pt x="343688" y="174927"/>
                </a:lnTo>
                <a:lnTo>
                  <a:pt x="326257" y="158735"/>
                </a:lnTo>
                <a:lnTo>
                  <a:pt x="116040" y="384668"/>
                </a:lnTo>
                <a:lnTo>
                  <a:pt x="86703" y="358760"/>
                </a:lnTo>
                <a:lnTo>
                  <a:pt x="337687" y="88917"/>
                </a:lnTo>
                <a:lnTo>
                  <a:pt x="411982" y="154449"/>
                </a:lnTo>
                <a:lnTo>
                  <a:pt x="160998" y="424387"/>
                </a:lnTo>
                <a:close/>
                <a:moveTo>
                  <a:pt x="428365" y="137018"/>
                </a:moveTo>
                <a:lnTo>
                  <a:pt x="354070" y="71486"/>
                </a:lnTo>
                <a:lnTo>
                  <a:pt x="384359" y="38910"/>
                </a:lnTo>
                <a:cubicBezTo>
                  <a:pt x="385312" y="37863"/>
                  <a:pt x="393599" y="37196"/>
                  <a:pt x="402266" y="44816"/>
                </a:cubicBezTo>
                <a:lnTo>
                  <a:pt x="450558" y="87488"/>
                </a:lnTo>
                <a:cubicBezTo>
                  <a:pt x="456464" y="92631"/>
                  <a:pt x="458750" y="98632"/>
                  <a:pt x="459035" y="102061"/>
                </a:cubicBezTo>
                <a:cubicBezTo>
                  <a:pt x="459131" y="103585"/>
                  <a:pt x="458845" y="104347"/>
                  <a:pt x="459035" y="104061"/>
                </a:cubicBezTo>
                <a:lnTo>
                  <a:pt x="428365" y="13701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12" name="Google Shape;4212;p99"/>
          <p:cNvSpPr/>
          <p:nvPr/>
        </p:nvSpPr>
        <p:spPr>
          <a:xfrm>
            <a:off x="2828107" y="1784451"/>
            <a:ext cx="292054" cy="259157"/>
          </a:xfrm>
          <a:custGeom>
            <a:avLst/>
            <a:gdLst/>
            <a:ahLst/>
            <a:cxnLst/>
            <a:rect l="l" t="t" r="r" b="b"/>
            <a:pathLst>
              <a:path w="519207" h="460724" extrusionOk="0">
                <a:moveTo>
                  <a:pt x="519208" y="159925"/>
                </a:moveTo>
                <a:cubicBezTo>
                  <a:pt x="519208" y="71818"/>
                  <a:pt x="447199" y="0"/>
                  <a:pt x="358712" y="0"/>
                </a:cubicBezTo>
                <a:cubicBezTo>
                  <a:pt x="321374" y="0"/>
                  <a:pt x="286988" y="12859"/>
                  <a:pt x="259652" y="34290"/>
                </a:cubicBezTo>
                <a:cubicBezTo>
                  <a:pt x="232315" y="12859"/>
                  <a:pt x="198025" y="0"/>
                  <a:pt x="160592" y="0"/>
                </a:cubicBezTo>
                <a:cubicBezTo>
                  <a:pt x="72104" y="0"/>
                  <a:pt x="0" y="71723"/>
                  <a:pt x="0" y="159925"/>
                </a:cubicBezTo>
                <a:cubicBezTo>
                  <a:pt x="0" y="226505"/>
                  <a:pt x="41148" y="283750"/>
                  <a:pt x="99346" y="307753"/>
                </a:cubicBezTo>
                <a:cubicBezTo>
                  <a:pt x="103061" y="392716"/>
                  <a:pt x="173355" y="460724"/>
                  <a:pt x="259556" y="460724"/>
                </a:cubicBezTo>
                <a:cubicBezTo>
                  <a:pt x="345758" y="460724"/>
                  <a:pt x="416052" y="392716"/>
                  <a:pt x="419672" y="307848"/>
                </a:cubicBezTo>
                <a:cubicBezTo>
                  <a:pt x="477965" y="283845"/>
                  <a:pt x="519017" y="226695"/>
                  <a:pt x="519017" y="160020"/>
                </a:cubicBezTo>
                <a:close/>
                <a:moveTo>
                  <a:pt x="380143" y="279749"/>
                </a:moveTo>
                <a:cubicBezTo>
                  <a:pt x="373190" y="280988"/>
                  <a:pt x="366046" y="281750"/>
                  <a:pt x="358712" y="281750"/>
                </a:cubicBezTo>
                <a:cubicBezTo>
                  <a:pt x="331851" y="281750"/>
                  <a:pt x="307086" y="272987"/>
                  <a:pt x="286893" y="258413"/>
                </a:cubicBezTo>
                <a:cubicBezTo>
                  <a:pt x="301657" y="239649"/>
                  <a:pt x="312325" y="217646"/>
                  <a:pt x="317564" y="193548"/>
                </a:cubicBezTo>
                <a:cubicBezTo>
                  <a:pt x="349949" y="210979"/>
                  <a:pt x="373571" y="242506"/>
                  <a:pt x="380143" y="279845"/>
                </a:cubicBezTo>
                <a:close/>
                <a:moveTo>
                  <a:pt x="259652" y="231267"/>
                </a:moveTo>
                <a:cubicBezTo>
                  <a:pt x="248984" y="216599"/>
                  <a:pt x="241459" y="199549"/>
                  <a:pt x="238220" y="180975"/>
                </a:cubicBezTo>
                <a:cubicBezTo>
                  <a:pt x="245174" y="179737"/>
                  <a:pt x="252317" y="178975"/>
                  <a:pt x="259652" y="178975"/>
                </a:cubicBezTo>
                <a:cubicBezTo>
                  <a:pt x="266986" y="178975"/>
                  <a:pt x="274130" y="179737"/>
                  <a:pt x="281083" y="180975"/>
                </a:cubicBezTo>
                <a:cubicBezTo>
                  <a:pt x="277844" y="199549"/>
                  <a:pt x="270320" y="216599"/>
                  <a:pt x="259652" y="231267"/>
                </a:cubicBezTo>
                <a:close/>
                <a:moveTo>
                  <a:pt x="201740" y="193453"/>
                </a:moveTo>
                <a:cubicBezTo>
                  <a:pt x="206978" y="217551"/>
                  <a:pt x="217646" y="239554"/>
                  <a:pt x="232410" y="258318"/>
                </a:cubicBezTo>
                <a:cubicBezTo>
                  <a:pt x="212217" y="272987"/>
                  <a:pt x="187452" y="281654"/>
                  <a:pt x="160592" y="281654"/>
                </a:cubicBezTo>
                <a:cubicBezTo>
                  <a:pt x="153257" y="281654"/>
                  <a:pt x="146114" y="280892"/>
                  <a:pt x="139160" y="279654"/>
                </a:cubicBezTo>
                <a:cubicBezTo>
                  <a:pt x="145733" y="242316"/>
                  <a:pt x="169355" y="210788"/>
                  <a:pt x="201740" y="193358"/>
                </a:cubicBezTo>
                <a:close/>
                <a:moveTo>
                  <a:pt x="259652" y="140875"/>
                </a:moveTo>
                <a:cubicBezTo>
                  <a:pt x="252127" y="140875"/>
                  <a:pt x="244888" y="141542"/>
                  <a:pt x="237649" y="142589"/>
                </a:cubicBezTo>
                <a:cubicBezTo>
                  <a:pt x="240506" y="122587"/>
                  <a:pt x="248222" y="104299"/>
                  <a:pt x="259652" y="88678"/>
                </a:cubicBezTo>
                <a:cubicBezTo>
                  <a:pt x="271082" y="104299"/>
                  <a:pt x="278797" y="122682"/>
                  <a:pt x="281654" y="142589"/>
                </a:cubicBezTo>
                <a:cubicBezTo>
                  <a:pt x="274415" y="141637"/>
                  <a:pt x="267176" y="140875"/>
                  <a:pt x="259652" y="140875"/>
                </a:cubicBezTo>
                <a:close/>
                <a:moveTo>
                  <a:pt x="38195" y="159925"/>
                </a:moveTo>
                <a:cubicBezTo>
                  <a:pt x="38195" y="92773"/>
                  <a:pt x="93155" y="38100"/>
                  <a:pt x="160687" y="38100"/>
                </a:cubicBezTo>
                <a:cubicBezTo>
                  <a:pt x="187547" y="38100"/>
                  <a:pt x="212312" y="46863"/>
                  <a:pt x="232505" y="61436"/>
                </a:cubicBezTo>
                <a:cubicBezTo>
                  <a:pt x="212408" y="86868"/>
                  <a:pt x="200025" y="118491"/>
                  <a:pt x="198596" y="152971"/>
                </a:cubicBezTo>
                <a:cubicBezTo>
                  <a:pt x="150400" y="172783"/>
                  <a:pt x="114014" y="215360"/>
                  <a:pt x="102870" y="267176"/>
                </a:cubicBezTo>
                <a:cubicBezTo>
                  <a:pt x="64484" y="246602"/>
                  <a:pt x="38291" y="206216"/>
                  <a:pt x="38291" y="159925"/>
                </a:cubicBezTo>
                <a:close/>
                <a:moveTo>
                  <a:pt x="259652" y="422529"/>
                </a:moveTo>
                <a:cubicBezTo>
                  <a:pt x="198120" y="422529"/>
                  <a:pt x="147161" y="377095"/>
                  <a:pt x="138589" y="318135"/>
                </a:cubicBezTo>
                <a:cubicBezTo>
                  <a:pt x="145828" y="319088"/>
                  <a:pt x="153162" y="319850"/>
                  <a:pt x="160592" y="319850"/>
                </a:cubicBezTo>
                <a:cubicBezTo>
                  <a:pt x="197930" y="319850"/>
                  <a:pt x="232315" y="306991"/>
                  <a:pt x="259652" y="285560"/>
                </a:cubicBezTo>
                <a:cubicBezTo>
                  <a:pt x="286988" y="306991"/>
                  <a:pt x="321278" y="319850"/>
                  <a:pt x="358712" y="319850"/>
                </a:cubicBezTo>
                <a:cubicBezTo>
                  <a:pt x="366141" y="319850"/>
                  <a:pt x="373475" y="319183"/>
                  <a:pt x="380714" y="318135"/>
                </a:cubicBezTo>
                <a:cubicBezTo>
                  <a:pt x="372237" y="377095"/>
                  <a:pt x="321278" y="422529"/>
                  <a:pt x="259652" y="422529"/>
                </a:cubicBezTo>
                <a:close/>
                <a:moveTo>
                  <a:pt x="416528" y="267176"/>
                </a:moveTo>
                <a:cubicBezTo>
                  <a:pt x="405384" y="215360"/>
                  <a:pt x="368999" y="172783"/>
                  <a:pt x="320802" y="152971"/>
                </a:cubicBezTo>
                <a:cubicBezTo>
                  <a:pt x="319278" y="118586"/>
                  <a:pt x="306896" y="86963"/>
                  <a:pt x="286893" y="61531"/>
                </a:cubicBezTo>
                <a:cubicBezTo>
                  <a:pt x="307086" y="46863"/>
                  <a:pt x="331851" y="38195"/>
                  <a:pt x="358712" y="38195"/>
                </a:cubicBezTo>
                <a:cubicBezTo>
                  <a:pt x="426244" y="38195"/>
                  <a:pt x="481108" y="92869"/>
                  <a:pt x="481108" y="160020"/>
                </a:cubicBezTo>
                <a:cubicBezTo>
                  <a:pt x="481108" y="206407"/>
                  <a:pt x="454914" y="246698"/>
                  <a:pt x="416528" y="26736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213" name="Google Shape;4213;p99"/>
          <p:cNvGrpSpPr/>
          <p:nvPr/>
        </p:nvGrpSpPr>
        <p:grpSpPr>
          <a:xfrm>
            <a:off x="3623900" y="2581135"/>
            <a:ext cx="295054" cy="223688"/>
            <a:chOff x="9350200" y="1951613"/>
            <a:chExt cx="524541" cy="397668"/>
          </a:xfrm>
        </p:grpSpPr>
        <p:sp>
          <p:nvSpPr>
            <p:cNvPr id="4214" name="Google Shape;4214;p99"/>
            <p:cNvSpPr/>
            <p:nvPr/>
          </p:nvSpPr>
          <p:spPr>
            <a:xfrm>
              <a:off x="9350200" y="1951613"/>
              <a:ext cx="524541" cy="397668"/>
            </a:xfrm>
            <a:custGeom>
              <a:avLst/>
              <a:gdLst/>
              <a:ahLst/>
              <a:cxnLst/>
              <a:rect l="l" t="t" r="r" b="b"/>
              <a:pathLst>
                <a:path w="524541" h="397668" extrusionOk="0">
                  <a:moveTo>
                    <a:pt x="463106" y="0"/>
                  </a:moveTo>
                  <a:lnTo>
                    <a:pt x="61341" y="0"/>
                  </a:lnTo>
                  <a:cubicBezTo>
                    <a:pt x="27527" y="0"/>
                    <a:pt x="0" y="27527"/>
                    <a:pt x="0" y="61341"/>
                  </a:cubicBezTo>
                  <a:lnTo>
                    <a:pt x="0" y="336328"/>
                  </a:lnTo>
                  <a:cubicBezTo>
                    <a:pt x="0" y="370142"/>
                    <a:pt x="27527" y="397669"/>
                    <a:pt x="61341" y="397669"/>
                  </a:cubicBezTo>
                  <a:lnTo>
                    <a:pt x="463201" y="397669"/>
                  </a:lnTo>
                  <a:cubicBezTo>
                    <a:pt x="497015" y="397669"/>
                    <a:pt x="524542" y="370142"/>
                    <a:pt x="524542" y="336328"/>
                  </a:cubicBezTo>
                  <a:lnTo>
                    <a:pt x="524542" y="61341"/>
                  </a:lnTo>
                  <a:cubicBezTo>
                    <a:pt x="524542" y="27527"/>
                    <a:pt x="497015" y="0"/>
                    <a:pt x="463201" y="0"/>
                  </a:cubicBezTo>
                  <a:close/>
                  <a:moveTo>
                    <a:pt x="486442" y="336328"/>
                  </a:moveTo>
                  <a:cubicBezTo>
                    <a:pt x="486442" y="349187"/>
                    <a:pt x="476060" y="359569"/>
                    <a:pt x="463201" y="359569"/>
                  </a:cubicBezTo>
                  <a:lnTo>
                    <a:pt x="61341" y="359569"/>
                  </a:lnTo>
                  <a:cubicBezTo>
                    <a:pt x="48482" y="359569"/>
                    <a:pt x="38100" y="349187"/>
                    <a:pt x="38100" y="336328"/>
                  </a:cubicBezTo>
                  <a:lnTo>
                    <a:pt x="38100" y="61341"/>
                  </a:lnTo>
                  <a:cubicBezTo>
                    <a:pt x="38100" y="48482"/>
                    <a:pt x="48482" y="38100"/>
                    <a:pt x="61341" y="38100"/>
                  </a:cubicBezTo>
                  <a:lnTo>
                    <a:pt x="463201" y="38100"/>
                  </a:lnTo>
                  <a:cubicBezTo>
                    <a:pt x="476060" y="38100"/>
                    <a:pt x="486442" y="48482"/>
                    <a:pt x="486442" y="61341"/>
                  </a:cubicBezTo>
                  <a:lnTo>
                    <a:pt x="486442" y="33632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15" name="Google Shape;4215;p99"/>
            <p:cNvSpPr/>
            <p:nvPr/>
          </p:nvSpPr>
          <p:spPr>
            <a:xfrm>
              <a:off x="9420734" y="2037196"/>
              <a:ext cx="383226" cy="226456"/>
            </a:xfrm>
            <a:custGeom>
              <a:avLst/>
              <a:gdLst/>
              <a:ahLst/>
              <a:cxnLst/>
              <a:rect l="l" t="t" r="r" b="b"/>
              <a:pathLst>
                <a:path w="383226" h="226456" extrusionOk="0">
                  <a:moveTo>
                    <a:pt x="362759" y="4047"/>
                  </a:moveTo>
                  <a:lnTo>
                    <a:pt x="231790" y="147399"/>
                  </a:lnTo>
                  <a:cubicBezTo>
                    <a:pt x="221122" y="159019"/>
                    <a:pt x="206930" y="165401"/>
                    <a:pt x="191880" y="165401"/>
                  </a:cubicBezTo>
                  <a:cubicBezTo>
                    <a:pt x="176831" y="165401"/>
                    <a:pt x="162639" y="159019"/>
                    <a:pt x="151971" y="147399"/>
                  </a:cubicBezTo>
                  <a:lnTo>
                    <a:pt x="20716" y="3857"/>
                  </a:lnTo>
                  <a:cubicBezTo>
                    <a:pt x="16239" y="-1001"/>
                    <a:pt x="8715" y="-1287"/>
                    <a:pt x="3857" y="3095"/>
                  </a:cubicBezTo>
                  <a:cubicBezTo>
                    <a:pt x="-1001" y="7572"/>
                    <a:pt x="-1287" y="15096"/>
                    <a:pt x="3095" y="19954"/>
                  </a:cubicBezTo>
                  <a:lnTo>
                    <a:pt x="100345" y="126348"/>
                  </a:lnTo>
                  <a:lnTo>
                    <a:pt x="11572" y="205692"/>
                  </a:lnTo>
                  <a:cubicBezTo>
                    <a:pt x="6714" y="210073"/>
                    <a:pt x="6238" y="217598"/>
                    <a:pt x="10620" y="222456"/>
                  </a:cubicBezTo>
                  <a:cubicBezTo>
                    <a:pt x="13001" y="225123"/>
                    <a:pt x="16239" y="226456"/>
                    <a:pt x="19478" y="226456"/>
                  </a:cubicBezTo>
                  <a:cubicBezTo>
                    <a:pt x="22335" y="226456"/>
                    <a:pt x="25098" y="225408"/>
                    <a:pt x="27384" y="223408"/>
                  </a:cubicBezTo>
                  <a:lnTo>
                    <a:pt x="116347" y="143874"/>
                  </a:lnTo>
                  <a:lnTo>
                    <a:pt x="134254" y="163496"/>
                  </a:lnTo>
                  <a:cubicBezTo>
                    <a:pt x="149494" y="180069"/>
                    <a:pt x="169878" y="189213"/>
                    <a:pt x="191690" y="189213"/>
                  </a:cubicBezTo>
                  <a:cubicBezTo>
                    <a:pt x="213502" y="189213"/>
                    <a:pt x="233886" y="180069"/>
                    <a:pt x="249126" y="163496"/>
                  </a:cubicBezTo>
                  <a:lnTo>
                    <a:pt x="266175" y="144827"/>
                  </a:lnTo>
                  <a:lnTo>
                    <a:pt x="354091" y="223408"/>
                  </a:lnTo>
                  <a:cubicBezTo>
                    <a:pt x="356377" y="225408"/>
                    <a:pt x="359235" y="226456"/>
                    <a:pt x="361997" y="226456"/>
                  </a:cubicBezTo>
                  <a:cubicBezTo>
                    <a:pt x="365235" y="226456"/>
                    <a:pt x="368474" y="225123"/>
                    <a:pt x="370855" y="222456"/>
                  </a:cubicBezTo>
                  <a:cubicBezTo>
                    <a:pt x="375237" y="217598"/>
                    <a:pt x="374856" y="210073"/>
                    <a:pt x="369903" y="205692"/>
                  </a:cubicBezTo>
                  <a:lnTo>
                    <a:pt x="282177" y="127206"/>
                  </a:lnTo>
                  <a:lnTo>
                    <a:pt x="380094" y="20049"/>
                  </a:lnTo>
                  <a:cubicBezTo>
                    <a:pt x="384571" y="15192"/>
                    <a:pt x="384190" y="7667"/>
                    <a:pt x="379332" y="3190"/>
                  </a:cubicBezTo>
                  <a:cubicBezTo>
                    <a:pt x="374475" y="-1191"/>
                    <a:pt x="366950" y="-906"/>
                    <a:pt x="362473" y="395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16" name="Google Shape;4216;p99"/>
          <p:cNvGrpSpPr/>
          <p:nvPr/>
        </p:nvGrpSpPr>
        <p:grpSpPr>
          <a:xfrm>
            <a:off x="1243940" y="1013709"/>
            <a:ext cx="299984" cy="288571"/>
            <a:chOff x="4082537" y="2629395"/>
            <a:chExt cx="533304" cy="513016"/>
          </a:xfrm>
        </p:grpSpPr>
        <p:sp>
          <p:nvSpPr>
            <p:cNvPr id="4217" name="Google Shape;4217;p99"/>
            <p:cNvSpPr/>
            <p:nvPr/>
          </p:nvSpPr>
          <p:spPr>
            <a:xfrm>
              <a:off x="4082537" y="2629395"/>
              <a:ext cx="533304" cy="513016"/>
            </a:xfrm>
            <a:custGeom>
              <a:avLst/>
              <a:gdLst/>
              <a:ahLst/>
              <a:cxnLst/>
              <a:rect l="l" t="t" r="r" b="b"/>
              <a:pathLst>
                <a:path w="533304" h="513016" extrusionOk="0">
                  <a:moveTo>
                    <a:pt x="519017" y="213265"/>
                  </a:moveTo>
                  <a:lnTo>
                    <a:pt x="510540" y="213265"/>
                  </a:lnTo>
                  <a:lnTo>
                    <a:pt x="510540" y="160020"/>
                  </a:lnTo>
                  <a:cubicBezTo>
                    <a:pt x="510540" y="152114"/>
                    <a:pt x="504158" y="145733"/>
                    <a:pt x="496253" y="145733"/>
                  </a:cubicBezTo>
                  <a:lnTo>
                    <a:pt x="399955" y="145733"/>
                  </a:lnTo>
                  <a:cubicBezTo>
                    <a:pt x="392049" y="145733"/>
                    <a:pt x="385667" y="152114"/>
                    <a:pt x="385667" y="160020"/>
                  </a:cubicBezTo>
                  <a:lnTo>
                    <a:pt x="385667" y="213265"/>
                  </a:lnTo>
                  <a:lnTo>
                    <a:pt x="377190" y="213265"/>
                  </a:lnTo>
                  <a:cubicBezTo>
                    <a:pt x="369284" y="213265"/>
                    <a:pt x="362903" y="219647"/>
                    <a:pt x="362903" y="227552"/>
                  </a:cubicBezTo>
                  <a:lnTo>
                    <a:pt x="362903" y="286131"/>
                  </a:lnTo>
                  <a:lnTo>
                    <a:pt x="232220" y="286131"/>
                  </a:lnTo>
                  <a:lnTo>
                    <a:pt x="232220" y="203835"/>
                  </a:lnTo>
                  <a:cubicBezTo>
                    <a:pt x="232220" y="195929"/>
                    <a:pt x="225838" y="189548"/>
                    <a:pt x="217932" y="189548"/>
                  </a:cubicBezTo>
                  <a:lnTo>
                    <a:pt x="209931" y="189548"/>
                  </a:lnTo>
                  <a:lnTo>
                    <a:pt x="209931" y="84392"/>
                  </a:lnTo>
                  <a:cubicBezTo>
                    <a:pt x="209931" y="76486"/>
                    <a:pt x="203549" y="70104"/>
                    <a:pt x="195644" y="70104"/>
                  </a:cubicBezTo>
                  <a:lnTo>
                    <a:pt x="130397" y="70104"/>
                  </a:lnTo>
                  <a:lnTo>
                    <a:pt x="130397" y="14288"/>
                  </a:lnTo>
                  <a:cubicBezTo>
                    <a:pt x="130397" y="6382"/>
                    <a:pt x="124016" y="0"/>
                    <a:pt x="116110" y="0"/>
                  </a:cubicBezTo>
                  <a:cubicBezTo>
                    <a:pt x="108204" y="0"/>
                    <a:pt x="101822" y="6382"/>
                    <a:pt x="101822" y="14288"/>
                  </a:cubicBezTo>
                  <a:lnTo>
                    <a:pt x="101822" y="70104"/>
                  </a:lnTo>
                  <a:lnTo>
                    <a:pt x="36576" y="70104"/>
                  </a:lnTo>
                  <a:cubicBezTo>
                    <a:pt x="28670" y="70104"/>
                    <a:pt x="22289" y="76486"/>
                    <a:pt x="22289" y="84392"/>
                  </a:cubicBezTo>
                  <a:lnTo>
                    <a:pt x="22289" y="189548"/>
                  </a:lnTo>
                  <a:lnTo>
                    <a:pt x="14288" y="189548"/>
                  </a:lnTo>
                  <a:cubicBezTo>
                    <a:pt x="6382" y="189548"/>
                    <a:pt x="0" y="195929"/>
                    <a:pt x="0" y="203835"/>
                  </a:cubicBezTo>
                  <a:lnTo>
                    <a:pt x="0" y="498443"/>
                  </a:lnTo>
                  <a:cubicBezTo>
                    <a:pt x="0" y="506349"/>
                    <a:pt x="6382" y="512731"/>
                    <a:pt x="14288" y="512731"/>
                  </a:cubicBezTo>
                  <a:lnTo>
                    <a:pt x="215646" y="512731"/>
                  </a:lnTo>
                  <a:cubicBezTo>
                    <a:pt x="216503" y="512921"/>
                    <a:pt x="217265" y="513017"/>
                    <a:pt x="218123" y="513017"/>
                  </a:cubicBezTo>
                  <a:lnTo>
                    <a:pt x="519017" y="513017"/>
                  </a:lnTo>
                  <a:cubicBezTo>
                    <a:pt x="526923" y="513017"/>
                    <a:pt x="533305" y="506635"/>
                    <a:pt x="533305" y="498729"/>
                  </a:cubicBezTo>
                  <a:lnTo>
                    <a:pt x="533305" y="227552"/>
                  </a:lnTo>
                  <a:cubicBezTo>
                    <a:pt x="533305" y="219647"/>
                    <a:pt x="526923" y="213265"/>
                    <a:pt x="519017" y="213265"/>
                  </a:cubicBezTo>
                  <a:close/>
                  <a:moveTo>
                    <a:pt x="414338" y="174308"/>
                  </a:moveTo>
                  <a:lnTo>
                    <a:pt x="481965" y="174308"/>
                  </a:lnTo>
                  <a:lnTo>
                    <a:pt x="481965" y="212979"/>
                  </a:lnTo>
                  <a:lnTo>
                    <a:pt x="414338" y="212979"/>
                  </a:lnTo>
                  <a:lnTo>
                    <a:pt x="414338" y="174308"/>
                  </a:lnTo>
                  <a:close/>
                  <a:moveTo>
                    <a:pt x="50863" y="98679"/>
                  </a:moveTo>
                  <a:lnTo>
                    <a:pt x="181356" y="98679"/>
                  </a:lnTo>
                  <a:lnTo>
                    <a:pt x="181356" y="189548"/>
                  </a:lnTo>
                  <a:lnTo>
                    <a:pt x="50863" y="189548"/>
                  </a:lnTo>
                  <a:lnTo>
                    <a:pt x="50863" y="98679"/>
                  </a:lnTo>
                  <a:close/>
                  <a:moveTo>
                    <a:pt x="203645" y="484156"/>
                  </a:moveTo>
                  <a:lnTo>
                    <a:pt x="28575" y="484156"/>
                  </a:lnTo>
                  <a:lnTo>
                    <a:pt x="28575" y="218123"/>
                  </a:lnTo>
                  <a:lnTo>
                    <a:pt x="203740" y="218123"/>
                  </a:lnTo>
                  <a:lnTo>
                    <a:pt x="203740" y="484156"/>
                  </a:lnTo>
                  <a:close/>
                  <a:moveTo>
                    <a:pt x="232410" y="314706"/>
                  </a:moveTo>
                  <a:lnTo>
                    <a:pt x="362903" y="314706"/>
                  </a:lnTo>
                  <a:lnTo>
                    <a:pt x="362903" y="484346"/>
                  </a:lnTo>
                  <a:lnTo>
                    <a:pt x="232410" y="484346"/>
                  </a:lnTo>
                  <a:lnTo>
                    <a:pt x="232410" y="314706"/>
                  </a:lnTo>
                  <a:close/>
                  <a:moveTo>
                    <a:pt x="504730" y="484346"/>
                  </a:moveTo>
                  <a:lnTo>
                    <a:pt x="391573" y="484346"/>
                  </a:lnTo>
                  <a:lnTo>
                    <a:pt x="391573" y="241840"/>
                  </a:lnTo>
                  <a:lnTo>
                    <a:pt x="504730" y="241840"/>
                  </a:lnTo>
                  <a:lnTo>
                    <a:pt x="504730" y="484346"/>
                  </a:ln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4218" name="Google Shape;4218;p99"/>
            <p:cNvSpPr/>
            <p:nvPr/>
          </p:nvSpPr>
          <p:spPr>
            <a:xfrm>
              <a:off x="4141497" y="2882760"/>
              <a:ext cx="114299" cy="28574"/>
            </a:xfrm>
            <a:custGeom>
              <a:avLst/>
              <a:gdLst/>
              <a:ahLst/>
              <a:cxnLst/>
              <a:rect l="l" t="t" r="r" b="b"/>
              <a:pathLst>
                <a:path w="114299" h="28574" extrusionOk="0">
                  <a:moveTo>
                    <a:pt x="100012" y="0"/>
                  </a:moveTo>
                  <a:lnTo>
                    <a:pt x="14288" y="0"/>
                  </a:lnTo>
                  <a:cubicBezTo>
                    <a:pt x="6382" y="0"/>
                    <a:pt x="0" y="6382"/>
                    <a:pt x="0" y="14287"/>
                  </a:cubicBezTo>
                  <a:cubicBezTo>
                    <a:pt x="0" y="22193"/>
                    <a:pt x="6382" y="28575"/>
                    <a:pt x="14288" y="28575"/>
                  </a:cubicBezTo>
                  <a:lnTo>
                    <a:pt x="100012" y="28575"/>
                  </a:lnTo>
                  <a:cubicBezTo>
                    <a:pt x="107918" y="28575"/>
                    <a:pt x="114300" y="22193"/>
                    <a:pt x="114300" y="14287"/>
                  </a:cubicBezTo>
                  <a:cubicBezTo>
                    <a:pt x="114300" y="6382"/>
                    <a:pt x="107918" y="0"/>
                    <a:pt x="100012" y="0"/>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4219" name="Google Shape;4219;p99"/>
            <p:cNvSpPr/>
            <p:nvPr/>
          </p:nvSpPr>
          <p:spPr>
            <a:xfrm>
              <a:off x="4158166" y="2759125"/>
              <a:ext cx="81057" cy="28575"/>
            </a:xfrm>
            <a:custGeom>
              <a:avLst/>
              <a:gdLst/>
              <a:ahLst/>
              <a:cxnLst/>
              <a:rect l="l" t="t" r="r" b="b"/>
              <a:pathLst>
                <a:path w="81057" h="28575" extrusionOk="0">
                  <a:moveTo>
                    <a:pt x="66770" y="0"/>
                  </a:moveTo>
                  <a:lnTo>
                    <a:pt x="14288" y="0"/>
                  </a:lnTo>
                  <a:cubicBezTo>
                    <a:pt x="6382" y="0"/>
                    <a:pt x="0" y="6382"/>
                    <a:pt x="0" y="14288"/>
                  </a:cubicBezTo>
                  <a:cubicBezTo>
                    <a:pt x="0" y="22193"/>
                    <a:pt x="6382" y="28575"/>
                    <a:pt x="14288" y="28575"/>
                  </a:cubicBezTo>
                  <a:lnTo>
                    <a:pt x="66770" y="28575"/>
                  </a:lnTo>
                  <a:cubicBezTo>
                    <a:pt x="74676" y="28575"/>
                    <a:pt x="81058" y="22193"/>
                    <a:pt x="81058" y="14288"/>
                  </a:cubicBezTo>
                  <a:cubicBezTo>
                    <a:pt x="81058" y="6382"/>
                    <a:pt x="74676" y="0"/>
                    <a:pt x="66770" y="0"/>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4220" name="Google Shape;4220;p99"/>
            <p:cNvSpPr/>
            <p:nvPr/>
          </p:nvSpPr>
          <p:spPr>
            <a:xfrm>
              <a:off x="4141497" y="2932862"/>
              <a:ext cx="114299" cy="28575"/>
            </a:xfrm>
            <a:custGeom>
              <a:avLst/>
              <a:gdLst/>
              <a:ahLst/>
              <a:cxnLst/>
              <a:rect l="l" t="t" r="r" b="b"/>
              <a:pathLst>
                <a:path w="114299" h="28575" extrusionOk="0">
                  <a:moveTo>
                    <a:pt x="100012" y="0"/>
                  </a:moveTo>
                  <a:lnTo>
                    <a:pt x="14288" y="0"/>
                  </a:lnTo>
                  <a:cubicBezTo>
                    <a:pt x="6382" y="0"/>
                    <a:pt x="0" y="6382"/>
                    <a:pt x="0" y="14288"/>
                  </a:cubicBezTo>
                  <a:cubicBezTo>
                    <a:pt x="0" y="22193"/>
                    <a:pt x="6382" y="28575"/>
                    <a:pt x="14288" y="28575"/>
                  </a:cubicBezTo>
                  <a:lnTo>
                    <a:pt x="100012" y="28575"/>
                  </a:lnTo>
                  <a:cubicBezTo>
                    <a:pt x="107918" y="28575"/>
                    <a:pt x="114300" y="22193"/>
                    <a:pt x="114300" y="14288"/>
                  </a:cubicBezTo>
                  <a:cubicBezTo>
                    <a:pt x="114300" y="6382"/>
                    <a:pt x="107918" y="0"/>
                    <a:pt x="100012" y="0"/>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4221" name="Google Shape;4221;p99"/>
            <p:cNvSpPr/>
            <p:nvPr/>
          </p:nvSpPr>
          <p:spPr>
            <a:xfrm>
              <a:off x="4141497" y="2982868"/>
              <a:ext cx="114299" cy="28575"/>
            </a:xfrm>
            <a:custGeom>
              <a:avLst/>
              <a:gdLst/>
              <a:ahLst/>
              <a:cxnLst/>
              <a:rect l="l" t="t" r="r" b="b"/>
              <a:pathLst>
                <a:path w="114299" h="28575" extrusionOk="0">
                  <a:moveTo>
                    <a:pt x="100012" y="0"/>
                  </a:moveTo>
                  <a:lnTo>
                    <a:pt x="14288" y="0"/>
                  </a:lnTo>
                  <a:cubicBezTo>
                    <a:pt x="6382" y="0"/>
                    <a:pt x="0" y="6382"/>
                    <a:pt x="0" y="14288"/>
                  </a:cubicBezTo>
                  <a:cubicBezTo>
                    <a:pt x="0" y="22193"/>
                    <a:pt x="6382" y="28575"/>
                    <a:pt x="14288" y="28575"/>
                  </a:cubicBezTo>
                  <a:lnTo>
                    <a:pt x="100012" y="28575"/>
                  </a:lnTo>
                  <a:cubicBezTo>
                    <a:pt x="107918" y="28575"/>
                    <a:pt x="114300" y="22193"/>
                    <a:pt x="114300" y="14288"/>
                  </a:cubicBezTo>
                  <a:cubicBezTo>
                    <a:pt x="114300" y="6382"/>
                    <a:pt x="107918" y="0"/>
                    <a:pt x="100012" y="0"/>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4222" name="Google Shape;4222;p99"/>
            <p:cNvSpPr/>
            <p:nvPr/>
          </p:nvSpPr>
          <p:spPr>
            <a:xfrm>
              <a:off x="4141497" y="3032969"/>
              <a:ext cx="114299" cy="28575"/>
            </a:xfrm>
            <a:custGeom>
              <a:avLst/>
              <a:gdLst/>
              <a:ahLst/>
              <a:cxnLst/>
              <a:rect l="l" t="t" r="r" b="b"/>
              <a:pathLst>
                <a:path w="114299" h="28575" extrusionOk="0">
                  <a:moveTo>
                    <a:pt x="100012" y="0"/>
                  </a:moveTo>
                  <a:lnTo>
                    <a:pt x="14288" y="0"/>
                  </a:lnTo>
                  <a:cubicBezTo>
                    <a:pt x="6382" y="0"/>
                    <a:pt x="0" y="6382"/>
                    <a:pt x="0" y="14288"/>
                  </a:cubicBezTo>
                  <a:cubicBezTo>
                    <a:pt x="0" y="22193"/>
                    <a:pt x="6382" y="28575"/>
                    <a:pt x="14288" y="28575"/>
                  </a:cubicBezTo>
                  <a:lnTo>
                    <a:pt x="100012" y="28575"/>
                  </a:lnTo>
                  <a:cubicBezTo>
                    <a:pt x="107918" y="28575"/>
                    <a:pt x="114300" y="22193"/>
                    <a:pt x="114300" y="14288"/>
                  </a:cubicBezTo>
                  <a:cubicBezTo>
                    <a:pt x="114300" y="6382"/>
                    <a:pt x="107918" y="0"/>
                    <a:pt x="100012" y="0"/>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4223" name="Google Shape;4223;p99"/>
            <p:cNvSpPr/>
            <p:nvPr/>
          </p:nvSpPr>
          <p:spPr>
            <a:xfrm>
              <a:off x="4493445" y="2932862"/>
              <a:ext cx="74294" cy="28575"/>
            </a:xfrm>
            <a:custGeom>
              <a:avLst/>
              <a:gdLst/>
              <a:ahLst/>
              <a:cxnLst/>
              <a:rect l="l" t="t" r="r" b="b"/>
              <a:pathLst>
                <a:path w="74294" h="28575" extrusionOk="0">
                  <a:moveTo>
                    <a:pt x="14288" y="28575"/>
                  </a:moveTo>
                  <a:lnTo>
                    <a:pt x="60007" y="28575"/>
                  </a:lnTo>
                  <a:cubicBezTo>
                    <a:pt x="67913" y="28575"/>
                    <a:pt x="74295" y="22193"/>
                    <a:pt x="74295" y="14288"/>
                  </a:cubicBezTo>
                  <a:cubicBezTo>
                    <a:pt x="74295" y="6382"/>
                    <a:pt x="67913" y="0"/>
                    <a:pt x="60007" y="0"/>
                  </a:cubicBezTo>
                  <a:lnTo>
                    <a:pt x="14288" y="0"/>
                  </a:lnTo>
                  <a:cubicBezTo>
                    <a:pt x="6382" y="0"/>
                    <a:pt x="0" y="6382"/>
                    <a:pt x="0" y="14288"/>
                  </a:cubicBezTo>
                  <a:cubicBezTo>
                    <a:pt x="0" y="22193"/>
                    <a:pt x="6382" y="28575"/>
                    <a:pt x="14288" y="28575"/>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4224" name="Google Shape;4224;p99"/>
            <p:cNvSpPr/>
            <p:nvPr/>
          </p:nvSpPr>
          <p:spPr>
            <a:xfrm>
              <a:off x="4493445" y="2982963"/>
              <a:ext cx="74294" cy="28575"/>
            </a:xfrm>
            <a:custGeom>
              <a:avLst/>
              <a:gdLst/>
              <a:ahLst/>
              <a:cxnLst/>
              <a:rect l="l" t="t" r="r" b="b"/>
              <a:pathLst>
                <a:path w="74294" h="28575" extrusionOk="0">
                  <a:moveTo>
                    <a:pt x="14288" y="28575"/>
                  </a:moveTo>
                  <a:lnTo>
                    <a:pt x="60007" y="28575"/>
                  </a:lnTo>
                  <a:cubicBezTo>
                    <a:pt x="67913" y="28575"/>
                    <a:pt x="74295" y="22193"/>
                    <a:pt x="74295" y="14288"/>
                  </a:cubicBezTo>
                  <a:cubicBezTo>
                    <a:pt x="74295" y="6382"/>
                    <a:pt x="67913" y="0"/>
                    <a:pt x="60007" y="0"/>
                  </a:cubicBezTo>
                  <a:lnTo>
                    <a:pt x="14288" y="0"/>
                  </a:lnTo>
                  <a:cubicBezTo>
                    <a:pt x="6382" y="0"/>
                    <a:pt x="0" y="6382"/>
                    <a:pt x="0" y="14288"/>
                  </a:cubicBezTo>
                  <a:cubicBezTo>
                    <a:pt x="0" y="22193"/>
                    <a:pt x="6382" y="28575"/>
                    <a:pt x="14288" y="28575"/>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4225" name="Google Shape;4225;p99"/>
            <p:cNvSpPr/>
            <p:nvPr/>
          </p:nvSpPr>
          <p:spPr>
            <a:xfrm>
              <a:off x="4493445" y="3032969"/>
              <a:ext cx="74294" cy="28575"/>
            </a:xfrm>
            <a:custGeom>
              <a:avLst/>
              <a:gdLst/>
              <a:ahLst/>
              <a:cxnLst/>
              <a:rect l="l" t="t" r="r" b="b"/>
              <a:pathLst>
                <a:path w="74294" h="28575" extrusionOk="0">
                  <a:moveTo>
                    <a:pt x="14288" y="28575"/>
                  </a:moveTo>
                  <a:lnTo>
                    <a:pt x="60007" y="28575"/>
                  </a:lnTo>
                  <a:cubicBezTo>
                    <a:pt x="67913" y="28575"/>
                    <a:pt x="74295" y="22193"/>
                    <a:pt x="74295" y="14288"/>
                  </a:cubicBezTo>
                  <a:cubicBezTo>
                    <a:pt x="74295" y="6382"/>
                    <a:pt x="67913" y="0"/>
                    <a:pt x="60007" y="0"/>
                  </a:cubicBezTo>
                  <a:lnTo>
                    <a:pt x="14288" y="0"/>
                  </a:lnTo>
                  <a:cubicBezTo>
                    <a:pt x="6382" y="0"/>
                    <a:pt x="0" y="6382"/>
                    <a:pt x="0" y="14288"/>
                  </a:cubicBezTo>
                  <a:cubicBezTo>
                    <a:pt x="0" y="22193"/>
                    <a:pt x="6382" y="28575"/>
                    <a:pt x="14288" y="28575"/>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4226" name="Google Shape;4226;p99"/>
            <p:cNvSpPr/>
            <p:nvPr/>
          </p:nvSpPr>
          <p:spPr>
            <a:xfrm>
              <a:off x="4343617" y="2982868"/>
              <a:ext cx="73247" cy="28575"/>
            </a:xfrm>
            <a:custGeom>
              <a:avLst/>
              <a:gdLst/>
              <a:ahLst/>
              <a:cxnLst/>
              <a:rect l="l" t="t" r="r" b="b"/>
              <a:pathLst>
                <a:path w="73247" h="28575" extrusionOk="0">
                  <a:moveTo>
                    <a:pt x="58960" y="0"/>
                  </a:moveTo>
                  <a:lnTo>
                    <a:pt x="14288" y="0"/>
                  </a:lnTo>
                  <a:cubicBezTo>
                    <a:pt x="6382" y="0"/>
                    <a:pt x="0" y="6382"/>
                    <a:pt x="0" y="14288"/>
                  </a:cubicBezTo>
                  <a:cubicBezTo>
                    <a:pt x="0" y="22193"/>
                    <a:pt x="6382" y="28575"/>
                    <a:pt x="14288" y="28575"/>
                  </a:cubicBezTo>
                  <a:lnTo>
                    <a:pt x="58960" y="28575"/>
                  </a:lnTo>
                  <a:cubicBezTo>
                    <a:pt x="66866" y="28575"/>
                    <a:pt x="73247" y="22193"/>
                    <a:pt x="73247" y="14288"/>
                  </a:cubicBezTo>
                  <a:cubicBezTo>
                    <a:pt x="73247" y="6382"/>
                    <a:pt x="66866" y="0"/>
                    <a:pt x="58960" y="0"/>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sp>
          <p:nvSpPr>
            <p:cNvPr id="4227" name="Google Shape;4227;p99"/>
            <p:cNvSpPr/>
            <p:nvPr/>
          </p:nvSpPr>
          <p:spPr>
            <a:xfrm>
              <a:off x="4343617" y="3032969"/>
              <a:ext cx="73247" cy="28575"/>
            </a:xfrm>
            <a:custGeom>
              <a:avLst/>
              <a:gdLst/>
              <a:ahLst/>
              <a:cxnLst/>
              <a:rect l="l" t="t" r="r" b="b"/>
              <a:pathLst>
                <a:path w="73247" h="28575" extrusionOk="0">
                  <a:moveTo>
                    <a:pt x="58960" y="0"/>
                  </a:moveTo>
                  <a:lnTo>
                    <a:pt x="14288" y="0"/>
                  </a:lnTo>
                  <a:cubicBezTo>
                    <a:pt x="6382" y="0"/>
                    <a:pt x="0" y="6382"/>
                    <a:pt x="0" y="14288"/>
                  </a:cubicBezTo>
                  <a:cubicBezTo>
                    <a:pt x="0" y="22193"/>
                    <a:pt x="6382" y="28575"/>
                    <a:pt x="14288" y="28575"/>
                  </a:cubicBezTo>
                  <a:lnTo>
                    <a:pt x="58960" y="28575"/>
                  </a:lnTo>
                  <a:cubicBezTo>
                    <a:pt x="66866" y="28575"/>
                    <a:pt x="73247" y="22193"/>
                    <a:pt x="73247" y="14288"/>
                  </a:cubicBezTo>
                  <a:cubicBezTo>
                    <a:pt x="73247" y="6382"/>
                    <a:pt x="66866" y="0"/>
                    <a:pt x="58960" y="0"/>
                  </a:cubicBezTo>
                  <a:close/>
                </a:path>
              </a:pathLst>
            </a:custGeom>
            <a:solidFill>
              <a:srgbClr val="29B5E8"/>
            </a:solidFill>
            <a:ln>
              <a:noFill/>
            </a:ln>
          </p:spPr>
          <p:txBody>
            <a:bodyPr spcFirstLastPara="1" wrap="square" lIns="68575" tIns="34275" rIns="68575" bIns="34275" anchor="ctr" anchorCtr="0">
              <a:noAutofit/>
            </a:bodyPr>
            <a:lstStyle/>
            <a:p>
              <a:pPr marL="0" marR="0" lvl="0" indent="0" algn="ctr" rtl="0">
                <a:spcBef>
                  <a:spcPts val="0"/>
                </a:spcBef>
                <a:spcAft>
                  <a:spcPts val="0"/>
                </a:spcAft>
                <a:buNone/>
              </a:pPr>
              <a:endParaRPr sz="1400">
                <a:solidFill>
                  <a:srgbClr val="262626"/>
                </a:solidFill>
                <a:latin typeface="Arial"/>
                <a:ea typeface="Arial"/>
                <a:cs typeface="Arial"/>
                <a:sym typeface="Arial"/>
              </a:endParaRPr>
            </a:p>
          </p:txBody>
        </p:sp>
      </p:grpSp>
      <p:grpSp>
        <p:nvGrpSpPr>
          <p:cNvPr id="4228" name="Google Shape;4228;p99"/>
          <p:cNvGrpSpPr/>
          <p:nvPr/>
        </p:nvGrpSpPr>
        <p:grpSpPr>
          <a:xfrm>
            <a:off x="6014581" y="1008527"/>
            <a:ext cx="256639" cy="291894"/>
            <a:chOff x="5444491" y="2626919"/>
            <a:chExt cx="456247" cy="518922"/>
          </a:xfrm>
        </p:grpSpPr>
        <p:sp>
          <p:nvSpPr>
            <p:cNvPr id="4229" name="Google Shape;4229;p99"/>
            <p:cNvSpPr/>
            <p:nvPr/>
          </p:nvSpPr>
          <p:spPr>
            <a:xfrm>
              <a:off x="5572126" y="2761221"/>
              <a:ext cx="200882" cy="101441"/>
            </a:xfrm>
            <a:custGeom>
              <a:avLst/>
              <a:gdLst/>
              <a:ahLst/>
              <a:cxnLst/>
              <a:rect l="l" t="t" r="r" b="b"/>
              <a:pathLst>
                <a:path w="200882" h="101441" extrusionOk="0">
                  <a:moveTo>
                    <a:pt x="23813" y="59245"/>
                  </a:moveTo>
                  <a:cubicBezTo>
                    <a:pt x="23813" y="35338"/>
                    <a:pt x="41148" y="25527"/>
                    <a:pt x="58960" y="24003"/>
                  </a:cubicBezTo>
                  <a:lnTo>
                    <a:pt x="91916" y="57817"/>
                  </a:lnTo>
                  <a:cubicBezTo>
                    <a:pt x="94202" y="60198"/>
                    <a:pt x="97441" y="61627"/>
                    <a:pt x="100679" y="61436"/>
                  </a:cubicBezTo>
                  <a:cubicBezTo>
                    <a:pt x="103918" y="61436"/>
                    <a:pt x="107061" y="59912"/>
                    <a:pt x="109252" y="57531"/>
                  </a:cubicBezTo>
                  <a:lnTo>
                    <a:pt x="139541" y="24098"/>
                  </a:lnTo>
                  <a:cubicBezTo>
                    <a:pt x="158972" y="25717"/>
                    <a:pt x="177070" y="36766"/>
                    <a:pt x="177070" y="59341"/>
                  </a:cubicBezTo>
                  <a:lnTo>
                    <a:pt x="177070" y="101441"/>
                  </a:lnTo>
                  <a:lnTo>
                    <a:pt x="200882" y="101441"/>
                  </a:lnTo>
                  <a:lnTo>
                    <a:pt x="200882" y="59341"/>
                  </a:lnTo>
                  <a:cubicBezTo>
                    <a:pt x="200882" y="25051"/>
                    <a:pt x="172974" y="95"/>
                    <a:pt x="134493" y="95"/>
                  </a:cubicBezTo>
                  <a:cubicBezTo>
                    <a:pt x="131159" y="95"/>
                    <a:pt x="127921" y="1524"/>
                    <a:pt x="125635" y="4001"/>
                  </a:cubicBezTo>
                  <a:lnTo>
                    <a:pt x="100108" y="32194"/>
                  </a:lnTo>
                  <a:lnTo>
                    <a:pt x="72295" y="3619"/>
                  </a:lnTo>
                  <a:cubicBezTo>
                    <a:pt x="70009" y="1333"/>
                    <a:pt x="66961" y="0"/>
                    <a:pt x="63817" y="0"/>
                  </a:cubicBezTo>
                  <a:cubicBezTo>
                    <a:pt x="25622" y="0"/>
                    <a:pt x="0" y="23813"/>
                    <a:pt x="0" y="59245"/>
                  </a:cubicBezTo>
                  <a:lnTo>
                    <a:pt x="0" y="101346"/>
                  </a:lnTo>
                  <a:lnTo>
                    <a:pt x="23813" y="101346"/>
                  </a:lnTo>
                  <a:lnTo>
                    <a:pt x="23813" y="5924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30" name="Google Shape;4230;p99"/>
            <p:cNvSpPr/>
            <p:nvPr/>
          </p:nvSpPr>
          <p:spPr>
            <a:xfrm>
              <a:off x="5444491" y="2703119"/>
              <a:ext cx="456247" cy="442722"/>
            </a:xfrm>
            <a:custGeom>
              <a:avLst/>
              <a:gdLst/>
              <a:ahLst/>
              <a:cxnLst/>
              <a:rect l="l" t="t" r="r" b="b"/>
              <a:pathLst>
                <a:path w="456247" h="442722" extrusionOk="0">
                  <a:moveTo>
                    <a:pt x="444341" y="179356"/>
                  </a:moveTo>
                  <a:lnTo>
                    <a:pt x="392716" y="179356"/>
                  </a:lnTo>
                  <a:lnTo>
                    <a:pt x="392716" y="58483"/>
                  </a:lnTo>
                  <a:cubicBezTo>
                    <a:pt x="392716" y="54483"/>
                    <a:pt x="390716" y="50768"/>
                    <a:pt x="387382" y="48578"/>
                  </a:cubicBezTo>
                  <a:lnTo>
                    <a:pt x="347948" y="22670"/>
                  </a:lnTo>
                  <a:cubicBezTo>
                    <a:pt x="347948" y="22670"/>
                    <a:pt x="347948" y="22193"/>
                    <a:pt x="347948" y="22003"/>
                  </a:cubicBezTo>
                  <a:cubicBezTo>
                    <a:pt x="347948" y="9906"/>
                    <a:pt x="338042" y="0"/>
                    <a:pt x="325946" y="0"/>
                  </a:cubicBezTo>
                  <a:cubicBezTo>
                    <a:pt x="313849" y="0"/>
                    <a:pt x="303943" y="9906"/>
                    <a:pt x="303943" y="22003"/>
                  </a:cubicBezTo>
                  <a:cubicBezTo>
                    <a:pt x="303943" y="34100"/>
                    <a:pt x="313849" y="44005"/>
                    <a:pt x="325946" y="44005"/>
                  </a:cubicBezTo>
                  <a:cubicBezTo>
                    <a:pt x="328994" y="44005"/>
                    <a:pt x="331851" y="43434"/>
                    <a:pt x="334423" y="42291"/>
                  </a:cubicBezTo>
                  <a:lnTo>
                    <a:pt x="368903" y="64960"/>
                  </a:lnTo>
                  <a:lnTo>
                    <a:pt x="368903" y="179356"/>
                  </a:lnTo>
                  <a:lnTo>
                    <a:pt x="11906" y="179356"/>
                  </a:lnTo>
                  <a:cubicBezTo>
                    <a:pt x="5334" y="179356"/>
                    <a:pt x="0" y="184690"/>
                    <a:pt x="0" y="191262"/>
                  </a:cubicBezTo>
                  <a:lnTo>
                    <a:pt x="0" y="231362"/>
                  </a:lnTo>
                  <a:cubicBezTo>
                    <a:pt x="0" y="235649"/>
                    <a:pt x="2381" y="239649"/>
                    <a:pt x="6096" y="241744"/>
                  </a:cubicBezTo>
                  <a:lnTo>
                    <a:pt x="91154" y="289179"/>
                  </a:lnTo>
                  <a:lnTo>
                    <a:pt x="91154" y="430816"/>
                  </a:lnTo>
                  <a:cubicBezTo>
                    <a:pt x="91154" y="437388"/>
                    <a:pt x="96488" y="442722"/>
                    <a:pt x="103061" y="442722"/>
                  </a:cubicBezTo>
                  <a:cubicBezTo>
                    <a:pt x="109633" y="442722"/>
                    <a:pt x="114967" y="437388"/>
                    <a:pt x="114967" y="430816"/>
                  </a:cubicBezTo>
                  <a:lnTo>
                    <a:pt x="114967" y="240887"/>
                  </a:lnTo>
                  <a:cubicBezTo>
                    <a:pt x="114967" y="234315"/>
                    <a:pt x="109633" y="228981"/>
                    <a:pt x="103061" y="228981"/>
                  </a:cubicBezTo>
                  <a:cubicBezTo>
                    <a:pt x="96488" y="228981"/>
                    <a:pt x="91154" y="234315"/>
                    <a:pt x="91154" y="240887"/>
                  </a:cubicBezTo>
                  <a:lnTo>
                    <a:pt x="91154" y="261937"/>
                  </a:lnTo>
                  <a:lnTo>
                    <a:pt x="23813" y="224314"/>
                  </a:lnTo>
                  <a:lnTo>
                    <a:pt x="23813" y="203168"/>
                  </a:lnTo>
                  <a:lnTo>
                    <a:pt x="432435" y="203168"/>
                  </a:lnTo>
                  <a:lnTo>
                    <a:pt x="432435" y="224314"/>
                  </a:lnTo>
                  <a:lnTo>
                    <a:pt x="365093" y="261937"/>
                  </a:lnTo>
                  <a:lnTo>
                    <a:pt x="365093" y="240887"/>
                  </a:lnTo>
                  <a:cubicBezTo>
                    <a:pt x="365093" y="234315"/>
                    <a:pt x="359759" y="228981"/>
                    <a:pt x="353187" y="228981"/>
                  </a:cubicBezTo>
                  <a:cubicBezTo>
                    <a:pt x="346615" y="228981"/>
                    <a:pt x="341281" y="234315"/>
                    <a:pt x="341281" y="240887"/>
                  </a:cubicBezTo>
                  <a:lnTo>
                    <a:pt x="341281" y="430816"/>
                  </a:lnTo>
                  <a:cubicBezTo>
                    <a:pt x="341281" y="437388"/>
                    <a:pt x="346615" y="442722"/>
                    <a:pt x="353187" y="442722"/>
                  </a:cubicBezTo>
                  <a:cubicBezTo>
                    <a:pt x="359759" y="442722"/>
                    <a:pt x="365093" y="437388"/>
                    <a:pt x="365093" y="430816"/>
                  </a:cubicBezTo>
                  <a:lnTo>
                    <a:pt x="365093" y="289179"/>
                  </a:lnTo>
                  <a:lnTo>
                    <a:pt x="450152" y="241649"/>
                  </a:lnTo>
                  <a:cubicBezTo>
                    <a:pt x="453962" y="239554"/>
                    <a:pt x="456248" y="235553"/>
                    <a:pt x="456248" y="231267"/>
                  </a:cubicBezTo>
                  <a:lnTo>
                    <a:pt x="456248" y="191167"/>
                  </a:lnTo>
                  <a:cubicBezTo>
                    <a:pt x="456248" y="184594"/>
                    <a:pt x="450914" y="179261"/>
                    <a:pt x="444341" y="17926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31" name="Google Shape;4231;p99"/>
            <p:cNvSpPr/>
            <p:nvPr/>
          </p:nvSpPr>
          <p:spPr>
            <a:xfrm>
              <a:off x="5594319" y="2936005"/>
              <a:ext cx="156591" cy="173259"/>
            </a:xfrm>
            <a:custGeom>
              <a:avLst/>
              <a:gdLst/>
              <a:ahLst/>
              <a:cxnLst/>
              <a:rect l="l" t="t" r="r" b="b"/>
              <a:pathLst>
                <a:path w="156591" h="173259" extrusionOk="0">
                  <a:moveTo>
                    <a:pt x="144685" y="0"/>
                  </a:moveTo>
                  <a:lnTo>
                    <a:pt x="11906" y="0"/>
                  </a:lnTo>
                  <a:cubicBezTo>
                    <a:pt x="5334" y="0"/>
                    <a:pt x="0" y="5334"/>
                    <a:pt x="0" y="11906"/>
                  </a:cubicBezTo>
                  <a:lnTo>
                    <a:pt x="0" y="161354"/>
                  </a:lnTo>
                  <a:cubicBezTo>
                    <a:pt x="0" y="167926"/>
                    <a:pt x="5334" y="173260"/>
                    <a:pt x="11906" y="173260"/>
                  </a:cubicBezTo>
                  <a:cubicBezTo>
                    <a:pt x="18478" y="173260"/>
                    <a:pt x="23813" y="167926"/>
                    <a:pt x="23813" y="161354"/>
                  </a:cubicBezTo>
                  <a:lnTo>
                    <a:pt x="23813" y="23813"/>
                  </a:lnTo>
                  <a:lnTo>
                    <a:pt x="132779" y="23813"/>
                  </a:lnTo>
                  <a:lnTo>
                    <a:pt x="132779" y="161354"/>
                  </a:lnTo>
                  <a:cubicBezTo>
                    <a:pt x="132779" y="167926"/>
                    <a:pt x="138112" y="173260"/>
                    <a:pt x="144685" y="173260"/>
                  </a:cubicBezTo>
                  <a:cubicBezTo>
                    <a:pt x="151257" y="173260"/>
                    <a:pt x="156591" y="167926"/>
                    <a:pt x="156591" y="161354"/>
                  </a:cubicBezTo>
                  <a:lnTo>
                    <a:pt x="156591" y="11906"/>
                  </a:lnTo>
                  <a:cubicBezTo>
                    <a:pt x="156591" y="5334"/>
                    <a:pt x="151257" y="0"/>
                    <a:pt x="14468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32" name="Google Shape;4232;p99"/>
            <p:cNvSpPr/>
            <p:nvPr/>
          </p:nvSpPr>
          <p:spPr>
            <a:xfrm>
              <a:off x="5619941" y="2626919"/>
              <a:ext cx="105346" cy="121824"/>
            </a:xfrm>
            <a:custGeom>
              <a:avLst/>
              <a:gdLst/>
              <a:ahLst/>
              <a:cxnLst/>
              <a:rect l="l" t="t" r="r" b="b"/>
              <a:pathLst>
                <a:path w="105346" h="121824" extrusionOk="0">
                  <a:moveTo>
                    <a:pt x="52673" y="121825"/>
                  </a:moveTo>
                  <a:cubicBezTo>
                    <a:pt x="81725" y="121825"/>
                    <a:pt x="105346" y="97917"/>
                    <a:pt x="105346" y="68580"/>
                  </a:cubicBezTo>
                  <a:lnTo>
                    <a:pt x="105346" y="53245"/>
                  </a:lnTo>
                  <a:cubicBezTo>
                    <a:pt x="105346" y="23908"/>
                    <a:pt x="81725" y="0"/>
                    <a:pt x="52673" y="0"/>
                  </a:cubicBezTo>
                  <a:cubicBezTo>
                    <a:pt x="23622" y="0"/>
                    <a:pt x="0" y="23908"/>
                    <a:pt x="0" y="53245"/>
                  </a:cubicBezTo>
                  <a:lnTo>
                    <a:pt x="0" y="68580"/>
                  </a:lnTo>
                  <a:cubicBezTo>
                    <a:pt x="0" y="97917"/>
                    <a:pt x="23622" y="121825"/>
                    <a:pt x="52673" y="121825"/>
                  </a:cubicBezTo>
                  <a:close/>
                  <a:moveTo>
                    <a:pt x="23813" y="53150"/>
                  </a:moveTo>
                  <a:cubicBezTo>
                    <a:pt x="23813" y="36862"/>
                    <a:pt x="36767" y="23717"/>
                    <a:pt x="52673" y="23717"/>
                  </a:cubicBezTo>
                  <a:cubicBezTo>
                    <a:pt x="68580" y="23717"/>
                    <a:pt x="81534" y="36957"/>
                    <a:pt x="81534" y="53150"/>
                  </a:cubicBezTo>
                  <a:lnTo>
                    <a:pt x="81534" y="68485"/>
                  </a:lnTo>
                  <a:cubicBezTo>
                    <a:pt x="81534" y="84773"/>
                    <a:pt x="68580" y="97917"/>
                    <a:pt x="52673" y="97917"/>
                  </a:cubicBezTo>
                  <a:cubicBezTo>
                    <a:pt x="36767" y="97917"/>
                    <a:pt x="23813" y="84677"/>
                    <a:pt x="23813" y="68485"/>
                  </a:cubicBezTo>
                  <a:lnTo>
                    <a:pt x="23813" y="5315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33" name="Google Shape;4233;p99"/>
          <p:cNvGrpSpPr/>
          <p:nvPr/>
        </p:nvGrpSpPr>
        <p:grpSpPr>
          <a:xfrm>
            <a:off x="4448762" y="1009084"/>
            <a:ext cx="246469" cy="297840"/>
            <a:chOff x="6077033" y="2646295"/>
            <a:chExt cx="438167" cy="529494"/>
          </a:xfrm>
        </p:grpSpPr>
        <p:sp>
          <p:nvSpPr>
            <p:cNvPr id="4234" name="Google Shape;4234;p99"/>
            <p:cNvSpPr/>
            <p:nvPr/>
          </p:nvSpPr>
          <p:spPr>
            <a:xfrm>
              <a:off x="6077033" y="2646295"/>
              <a:ext cx="23812" cy="529494"/>
            </a:xfrm>
            <a:custGeom>
              <a:avLst/>
              <a:gdLst/>
              <a:ahLst/>
              <a:cxnLst/>
              <a:rect l="l" t="t" r="r" b="b"/>
              <a:pathLst>
                <a:path w="23812" h="529494" extrusionOk="0">
                  <a:moveTo>
                    <a:pt x="11906" y="0"/>
                  </a:moveTo>
                  <a:cubicBezTo>
                    <a:pt x="5334" y="0"/>
                    <a:pt x="0" y="5334"/>
                    <a:pt x="0" y="11906"/>
                  </a:cubicBezTo>
                  <a:lnTo>
                    <a:pt x="0" y="517589"/>
                  </a:lnTo>
                  <a:cubicBezTo>
                    <a:pt x="0" y="524161"/>
                    <a:pt x="5334" y="529495"/>
                    <a:pt x="11906" y="529495"/>
                  </a:cubicBezTo>
                  <a:cubicBezTo>
                    <a:pt x="18478" y="529495"/>
                    <a:pt x="23813" y="524161"/>
                    <a:pt x="23813" y="517589"/>
                  </a:cubicBezTo>
                  <a:lnTo>
                    <a:pt x="23813" y="11906"/>
                  </a:lnTo>
                  <a:cubicBezTo>
                    <a:pt x="23813"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35" name="Google Shape;4235;p99"/>
            <p:cNvSpPr/>
            <p:nvPr/>
          </p:nvSpPr>
          <p:spPr>
            <a:xfrm>
              <a:off x="6121134" y="2655621"/>
              <a:ext cx="394066" cy="298116"/>
            </a:xfrm>
            <a:custGeom>
              <a:avLst/>
              <a:gdLst/>
              <a:ahLst/>
              <a:cxnLst/>
              <a:rect l="l" t="t" r="r" b="b"/>
              <a:pathLst>
                <a:path w="394066" h="298116" extrusionOk="0">
                  <a:moveTo>
                    <a:pt x="294608" y="149075"/>
                  </a:moveTo>
                  <a:lnTo>
                    <a:pt x="387191" y="69636"/>
                  </a:lnTo>
                  <a:cubicBezTo>
                    <a:pt x="393001" y="64683"/>
                    <a:pt x="395288" y="56778"/>
                    <a:pt x="393001" y="49443"/>
                  </a:cubicBezTo>
                  <a:cubicBezTo>
                    <a:pt x="390716" y="42204"/>
                    <a:pt x="384334" y="36966"/>
                    <a:pt x="376714" y="36204"/>
                  </a:cubicBezTo>
                  <a:lnTo>
                    <a:pt x="20955" y="104"/>
                  </a:lnTo>
                  <a:cubicBezTo>
                    <a:pt x="15526" y="-468"/>
                    <a:pt x="10287" y="1342"/>
                    <a:pt x="6286" y="4962"/>
                  </a:cubicBezTo>
                  <a:cubicBezTo>
                    <a:pt x="2286" y="8581"/>
                    <a:pt x="0" y="13725"/>
                    <a:pt x="0" y="19059"/>
                  </a:cubicBezTo>
                  <a:lnTo>
                    <a:pt x="0" y="279091"/>
                  </a:lnTo>
                  <a:cubicBezTo>
                    <a:pt x="0" y="290140"/>
                    <a:pt x="9906" y="298998"/>
                    <a:pt x="20669" y="298046"/>
                  </a:cubicBezTo>
                  <a:cubicBezTo>
                    <a:pt x="21241" y="298046"/>
                    <a:pt x="21717" y="298046"/>
                    <a:pt x="22288" y="298046"/>
                  </a:cubicBezTo>
                  <a:cubicBezTo>
                    <a:pt x="22955" y="298046"/>
                    <a:pt x="23622" y="298046"/>
                    <a:pt x="24289" y="297951"/>
                  </a:cubicBezTo>
                  <a:lnTo>
                    <a:pt x="376904" y="261851"/>
                  </a:lnTo>
                  <a:cubicBezTo>
                    <a:pt x="384524" y="261089"/>
                    <a:pt x="390906" y="255850"/>
                    <a:pt x="393192" y="248611"/>
                  </a:cubicBezTo>
                  <a:cubicBezTo>
                    <a:pt x="395478" y="241372"/>
                    <a:pt x="393192" y="233466"/>
                    <a:pt x="387382" y="228418"/>
                  </a:cubicBezTo>
                  <a:lnTo>
                    <a:pt x="294799" y="148980"/>
                  </a:lnTo>
                  <a:close/>
                  <a:moveTo>
                    <a:pt x="38005" y="258327"/>
                  </a:moveTo>
                  <a:lnTo>
                    <a:pt x="38005" y="40109"/>
                  </a:lnTo>
                  <a:lnTo>
                    <a:pt x="328708" y="69636"/>
                  </a:lnTo>
                  <a:lnTo>
                    <a:pt x="252984" y="134597"/>
                  </a:lnTo>
                  <a:cubicBezTo>
                    <a:pt x="248793" y="138216"/>
                    <a:pt x="246317" y="143455"/>
                    <a:pt x="246317" y="149075"/>
                  </a:cubicBezTo>
                  <a:cubicBezTo>
                    <a:pt x="246317" y="154695"/>
                    <a:pt x="248698" y="159933"/>
                    <a:pt x="252984" y="163553"/>
                  </a:cubicBezTo>
                  <a:lnTo>
                    <a:pt x="328803" y="228609"/>
                  </a:lnTo>
                  <a:lnTo>
                    <a:pt x="38100" y="25842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236" name="Google Shape;4236;p99"/>
          <p:cNvSpPr/>
          <p:nvPr/>
        </p:nvSpPr>
        <p:spPr>
          <a:xfrm>
            <a:off x="3643580" y="1766359"/>
            <a:ext cx="251335" cy="295322"/>
          </a:xfrm>
          <a:custGeom>
            <a:avLst/>
            <a:gdLst/>
            <a:ahLst/>
            <a:cxnLst/>
            <a:rect l="l" t="t" r="r" b="b"/>
            <a:pathLst>
              <a:path w="446817" h="525017" extrusionOk="0">
                <a:moveTo>
                  <a:pt x="427768" y="0"/>
                </a:moveTo>
                <a:lnTo>
                  <a:pt x="193167" y="0"/>
                </a:lnTo>
                <a:cubicBezTo>
                  <a:pt x="187738" y="0"/>
                  <a:pt x="182594" y="2286"/>
                  <a:pt x="178975" y="6382"/>
                </a:cubicBezTo>
                <a:lnTo>
                  <a:pt x="132779" y="57912"/>
                </a:lnTo>
                <a:lnTo>
                  <a:pt x="115538" y="57912"/>
                </a:lnTo>
                <a:cubicBezTo>
                  <a:pt x="109919" y="57912"/>
                  <a:pt x="104585" y="60389"/>
                  <a:pt x="100965" y="64675"/>
                </a:cubicBezTo>
                <a:lnTo>
                  <a:pt x="4477" y="178689"/>
                </a:lnTo>
                <a:cubicBezTo>
                  <a:pt x="1619" y="182118"/>
                  <a:pt x="0" y="186500"/>
                  <a:pt x="0" y="190976"/>
                </a:cubicBezTo>
                <a:lnTo>
                  <a:pt x="0" y="505968"/>
                </a:lnTo>
                <a:cubicBezTo>
                  <a:pt x="0" y="516446"/>
                  <a:pt x="8572" y="525018"/>
                  <a:pt x="19050" y="525018"/>
                </a:cubicBezTo>
                <a:lnTo>
                  <a:pt x="366427" y="525018"/>
                </a:lnTo>
                <a:cubicBezTo>
                  <a:pt x="376904" y="525018"/>
                  <a:pt x="385477" y="516446"/>
                  <a:pt x="385477" y="505968"/>
                </a:cubicBezTo>
                <a:lnTo>
                  <a:pt x="385477" y="484156"/>
                </a:lnTo>
                <a:lnTo>
                  <a:pt x="427768" y="484156"/>
                </a:lnTo>
                <a:cubicBezTo>
                  <a:pt x="438245" y="484156"/>
                  <a:pt x="446818" y="475583"/>
                  <a:pt x="446818" y="465106"/>
                </a:cubicBezTo>
                <a:lnTo>
                  <a:pt x="446818" y="19050"/>
                </a:lnTo>
                <a:cubicBezTo>
                  <a:pt x="446818" y="8573"/>
                  <a:pt x="438245" y="0"/>
                  <a:pt x="427768" y="0"/>
                </a:cubicBezTo>
                <a:close/>
                <a:moveTo>
                  <a:pt x="102203" y="122301"/>
                </a:moveTo>
                <a:lnTo>
                  <a:pt x="102203" y="180594"/>
                </a:lnTo>
                <a:lnTo>
                  <a:pt x="52959" y="180594"/>
                </a:lnTo>
                <a:lnTo>
                  <a:pt x="102203" y="122301"/>
                </a:lnTo>
                <a:close/>
                <a:moveTo>
                  <a:pt x="347377" y="487013"/>
                </a:moveTo>
                <a:lnTo>
                  <a:pt x="38100" y="487013"/>
                </a:lnTo>
                <a:lnTo>
                  <a:pt x="38100" y="218599"/>
                </a:lnTo>
                <a:lnTo>
                  <a:pt x="121253" y="218599"/>
                </a:lnTo>
                <a:cubicBezTo>
                  <a:pt x="131731" y="218599"/>
                  <a:pt x="140303" y="210026"/>
                  <a:pt x="140303" y="199549"/>
                </a:cubicBezTo>
                <a:lnTo>
                  <a:pt x="140303" y="96012"/>
                </a:lnTo>
                <a:lnTo>
                  <a:pt x="347377" y="96012"/>
                </a:lnTo>
                <a:lnTo>
                  <a:pt x="347377" y="487013"/>
                </a:lnTo>
                <a:close/>
                <a:moveTo>
                  <a:pt x="408718" y="446151"/>
                </a:moveTo>
                <a:lnTo>
                  <a:pt x="385477" y="446151"/>
                </a:lnTo>
                <a:lnTo>
                  <a:pt x="385477" y="76962"/>
                </a:lnTo>
                <a:cubicBezTo>
                  <a:pt x="385477" y="66485"/>
                  <a:pt x="376904" y="57912"/>
                  <a:pt x="366427" y="57912"/>
                </a:cubicBezTo>
                <a:lnTo>
                  <a:pt x="183928" y="57912"/>
                </a:lnTo>
                <a:lnTo>
                  <a:pt x="201644" y="38100"/>
                </a:lnTo>
                <a:lnTo>
                  <a:pt x="408623" y="38100"/>
                </a:lnTo>
                <a:lnTo>
                  <a:pt x="408623" y="44615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237" name="Google Shape;4237;p99"/>
          <p:cNvGrpSpPr/>
          <p:nvPr/>
        </p:nvGrpSpPr>
        <p:grpSpPr>
          <a:xfrm>
            <a:off x="2841653" y="2541402"/>
            <a:ext cx="272605" cy="296715"/>
            <a:chOff x="5950137" y="3471386"/>
            <a:chExt cx="484631" cy="527493"/>
          </a:xfrm>
        </p:grpSpPr>
        <p:sp>
          <p:nvSpPr>
            <p:cNvPr id="4238" name="Google Shape;4238;p99"/>
            <p:cNvSpPr/>
            <p:nvPr/>
          </p:nvSpPr>
          <p:spPr>
            <a:xfrm>
              <a:off x="6055102" y="3584447"/>
              <a:ext cx="274986" cy="414432"/>
            </a:xfrm>
            <a:custGeom>
              <a:avLst/>
              <a:gdLst/>
              <a:ahLst/>
              <a:cxnLst/>
              <a:rect l="l" t="t" r="r" b="b"/>
              <a:pathLst>
                <a:path w="274986" h="414432" extrusionOk="0">
                  <a:moveTo>
                    <a:pt x="137732" y="95"/>
                  </a:moveTo>
                  <a:cubicBezTo>
                    <a:pt x="61817" y="95"/>
                    <a:pt x="0" y="61341"/>
                    <a:pt x="0" y="136684"/>
                  </a:cubicBezTo>
                  <a:cubicBezTo>
                    <a:pt x="0" y="179451"/>
                    <a:pt x="17431" y="217170"/>
                    <a:pt x="48197" y="241840"/>
                  </a:cubicBezTo>
                  <a:lnTo>
                    <a:pt x="52673" y="351473"/>
                  </a:lnTo>
                  <a:cubicBezTo>
                    <a:pt x="53054" y="361664"/>
                    <a:pt x="61436" y="369761"/>
                    <a:pt x="71723" y="369761"/>
                  </a:cubicBezTo>
                  <a:lnTo>
                    <a:pt x="83153" y="369761"/>
                  </a:lnTo>
                  <a:cubicBezTo>
                    <a:pt x="89249" y="395383"/>
                    <a:pt x="112205" y="414433"/>
                    <a:pt x="139637" y="414433"/>
                  </a:cubicBezTo>
                  <a:cubicBezTo>
                    <a:pt x="167068" y="414433"/>
                    <a:pt x="190024" y="395288"/>
                    <a:pt x="196120" y="369761"/>
                  </a:cubicBezTo>
                  <a:lnTo>
                    <a:pt x="201835" y="369761"/>
                  </a:lnTo>
                  <a:cubicBezTo>
                    <a:pt x="211931" y="369761"/>
                    <a:pt x="220313" y="361855"/>
                    <a:pt x="220885" y="351663"/>
                  </a:cubicBezTo>
                  <a:lnTo>
                    <a:pt x="226600" y="242126"/>
                  </a:lnTo>
                  <a:cubicBezTo>
                    <a:pt x="256699" y="219742"/>
                    <a:pt x="274987" y="192596"/>
                    <a:pt x="274987" y="136589"/>
                  </a:cubicBezTo>
                  <a:cubicBezTo>
                    <a:pt x="274987" y="61246"/>
                    <a:pt x="213455" y="0"/>
                    <a:pt x="137922" y="0"/>
                  </a:cubicBezTo>
                  <a:close/>
                  <a:moveTo>
                    <a:pt x="185928" y="286226"/>
                  </a:moveTo>
                  <a:lnTo>
                    <a:pt x="87440" y="269843"/>
                  </a:lnTo>
                  <a:lnTo>
                    <a:pt x="86582" y="248222"/>
                  </a:lnTo>
                  <a:lnTo>
                    <a:pt x="187928" y="248222"/>
                  </a:lnTo>
                  <a:lnTo>
                    <a:pt x="185928" y="286226"/>
                  </a:lnTo>
                  <a:close/>
                  <a:moveTo>
                    <a:pt x="183547" y="331565"/>
                  </a:moveTo>
                  <a:lnTo>
                    <a:pt x="89916" y="331565"/>
                  </a:lnTo>
                  <a:lnTo>
                    <a:pt x="88392" y="294132"/>
                  </a:lnTo>
                  <a:lnTo>
                    <a:pt x="184690" y="310134"/>
                  </a:lnTo>
                  <a:lnTo>
                    <a:pt x="183547" y="331565"/>
                  </a:lnTo>
                  <a:close/>
                  <a:moveTo>
                    <a:pt x="139446" y="390525"/>
                  </a:moveTo>
                  <a:cubicBezTo>
                    <a:pt x="125349" y="390525"/>
                    <a:pt x="113157" y="381953"/>
                    <a:pt x="107918" y="369665"/>
                  </a:cubicBezTo>
                  <a:lnTo>
                    <a:pt x="170974" y="369665"/>
                  </a:lnTo>
                  <a:cubicBezTo>
                    <a:pt x="165735" y="381953"/>
                    <a:pt x="153543" y="390525"/>
                    <a:pt x="139446" y="390525"/>
                  </a:cubicBezTo>
                  <a:close/>
                  <a:moveTo>
                    <a:pt x="197167" y="216218"/>
                  </a:moveTo>
                  <a:cubicBezTo>
                    <a:pt x="194119" y="218313"/>
                    <a:pt x="191929" y="221171"/>
                    <a:pt x="190500" y="224409"/>
                  </a:cubicBezTo>
                  <a:lnTo>
                    <a:pt x="84201" y="224409"/>
                  </a:lnTo>
                  <a:cubicBezTo>
                    <a:pt x="82772" y="221171"/>
                    <a:pt x="80582" y="218218"/>
                    <a:pt x="77534" y="216218"/>
                  </a:cubicBezTo>
                  <a:cubicBezTo>
                    <a:pt x="52102" y="198882"/>
                    <a:pt x="38100" y="170593"/>
                    <a:pt x="38100" y="136684"/>
                  </a:cubicBezTo>
                  <a:cubicBezTo>
                    <a:pt x="38100" y="82391"/>
                    <a:pt x="82772" y="38195"/>
                    <a:pt x="137732" y="38195"/>
                  </a:cubicBezTo>
                  <a:cubicBezTo>
                    <a:pt x="192691" y="38195"/>
                    <a:pt x="236696" y="82391"/>
                    <a:pt x="236696" y="136684"/>
                  </a:cubicBezTo>
                  <a:cubicBezTo>
                    <a:pt x="236696" y="181451"/>
                    <a:pt x="223933" y="198025"/>
                    <a:pt x="197167" y="21621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39" name="Google Shape;4239;p99"/>
            <p:cNvSpPr/>
            <p:nvPr/>
          </p:nvSpPr>
          <p:spPr>
            <a:xfrm>
              <a:off x="5950137" y="3690651"/>
              <a:ext cx="87344" cy="38100"/>
            </a:xfrm>
            <a:custGeom>
              <a:avLst/>
              <a:gdLst/>
              <a:ahLst/>
              <a:cxnLst/>
              <a:rect l="l" t="t" r="r" b="b"/>
              <a:pathLst>
                <a:path w="87344" h="38100" extrusionOk="0">
                  <a:moveTo>
                    <a:pt x="68294" y="0"/>
                  </a:moveTo>
                  <a:lnTo>
                    <a:pt x="19050" y="0"/>
                  </a:lnTo>
                  <a:cubicBezTo>
                    <a:pt x="8573" y="0"/>
                    <a:pt x="0" y="8573"/>
                    <a:pt x="0" y="19050"/>
                  </a:cubicBezTo>
                  <a:cubicBezTo>
                    <a:pt x="0" y="29528"/>
                    <a:pt x="8573" y="38100"/>
                    <a:pt x="19050" y="38100"/>
                  </a:cubicBezTo>
                  <a:lnTo>
                    <a:pt x="68294" y="38100"/>
                  </a:lnTo>
                  <a:cubicBezTo>
                    <a:pt x="78772" y="38100"/>
                    <a:pt x="87344" y="29528"/>
                    <a:pt x="87344" y="19050"/>
                  </a:cubicBezTo>
                  <a:cubicBezTo>
                    <a:pt x="87344" y="8573"/>
                    <a:pt x="78772" y="0"/>
                    <a:pt x="6829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40" name="Google Shape;4240;p99"/>
            <p:cNvSpPr/>
            <p:nvPr/>
          </p:nvSpPr>
          <p:spPr>
            <a:xfrm>
              <a:off x="6018288" y="3534013"/>
              <a:ext cx="72866" cy="72913"/>
            </a:xfrm>
            <a:custGeom>
              <a:avLst/>
              <a:gdLst/>
              <a:ahLst/>
              <a:cxnLst/>
              <a:rect l="l" t="t" r="r" b="b"/>
              <a:pathLst>
                <a:path w="72866" h="72913" extrusionOk="0">
                  <a:moveTo>
                    <a:pt x="40434" y="67294"/>
                  </a:moveTo>
                  <a:cubicBezTo>
                    <a:pt x="44148" y="71009"/>
                    <a:pt x="49006" y="72914"/>
                    <a:pt x="53864" y="72914"/>
                  </a:cubicBezTo>
                  <a:cubicBezTo>
                    <a:pt x="58722" y="72914"/>
                    <a:pt x="63579" y="71009"/>
                    <a:pt x="67294" y="67294"/>
                  </a:cubicBezTo>
                  <a:cubicBezTo>
                    <a:pt x="74724" y="59865"/>
                    <a:pt x="74724" y="47768"/>
                    <a:pt x="67294" y="40338"/>
                  </a:cubicBezTo>
                  <a:lnTo>
                    <a:pt x="32528" y="5572"/>
                  </a:lnTo>
                  <a:cubicBezTo>
                    <a:pt x="25098" y="-1857"/>
                    <a:pt x="13002" y="-1857"/>
                    <a:pt x="5572" y="5572"/>
                  </a:cubicBezTo>
                  <a:cubicBezTo>
                    <a:pt x="-1857" y="13002"/>
                    <a:pt x="-1857" y="25098"/>
                    <a:pt x="5572" y="32528"/>
                  </a:cubicBezTo>
                  <a:lnTo>
                    <a:pt x="40338" y="6729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41" name="Google Shape;4241;p99"/>
            <p:cNvSpPr/>
            <p:nvPr/>
          </p:nvSpPr>
          <p:spPr>
            <a:xfrm>
              <a:off x="6177308" y="3471386"/>
              <a:ext cx="38100" cy="87248"/>
            </a:xfrm>
            <a:custGeom>
              <a:avLst/>
              <a:gdLst/>
              <a:ahLst/>
              <a:cxnLst/>
              <a:rect l="l" t="t" r="r" b="b"/>
              <a:pathLst>
                <a:path w="38100" h="87248" extrusionOk="0">
                  <a:moveTo>
                    <a:pt x="19050" y="87249"/>
                  </a:moveTo>
                  <a:cubicBezTo>
                    <a:pt x="29528" y="87249"/>
                    <a:pt x="38100" y="78677"/>
                    <a:pt x="38100" y="68199"/>
                  </a:cubicBezTo>
                  <a:lnTo>
                    <a:pt x="38100" y="19050"/>
                  </a:lnTo>
                  <a:cubicBezTo>
                    <a:pt x="38100" y="8573"/>
                    <a:pt x="29528" y="0"/>
                    <a:pt x="19050" y="0"/>
                  </a:cubicBezTo>
                  <a:cubicBezTo>
                    <a:pt x="8573" y="0"/>
                    <a:pt x="0" y="8573"/>
                    <a:pt x="0" y="19050"/>
                  </a:cubicBezTo>
                  <a:lnTo>
                    <a:pt x="0" y="68199"/>
                  </a:lnTo>
                  <a:cubicBezTo>
                    <a:pt x="0" y="78677"/>
                    <a:pt x="8573" y="87249"/>
                    <a:pt x="19050" y="8724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42" name="Google Shape;4242;p99"/>
            <p:cNvSpPr/>
            <p:nvPr/>
          </p:nvSpPr>
          <p:spPr>
            <a:xfrm>
              <a:off x="6299276" y="3539537"/>
              <a:ext cx="72770" cy="72913"/>
            </a:xfrm>
            <a:custGeom>
              <a:avLst/>
              <a:gdLst/>
              <a:ahLst/>
              <a:cxnLst/>
              <a:rect l="l" t="t" r="r" b="b"/>
              <a:pathLst>
                <a:path w="72770" h="72913" extrusionOk="0">
                  <a:moveTo>
                    <a:pt x="67294" y="5572"/>
                  </a:moveTo>
                  <a:cubicBezTo>
                    <a:pt x="59865" y="-1857"/>
                    <a:pt x="47768" y="-1857"/>
                    <a:pt x="40338" y="5572"/>
                  </a:cubicBezTo>
                  <a:lnTo>
                    <a:pt x="5572" y="40338"/>
                  </a:lnTo>
                  <a:cubicBezTo>
                    <a:pt x="-1857" y="47768"/>
                    <a:pt x="-1857" y="59865"/>
                    <a:pt x="5572" y="67294"/>
                  </a:cubicBezTo>
                  <a:cubicBezTo>
                    <a:pt x="9287" y="71009"/>
                    <a:pt x="14145" y="72914"/>
                    <a:pt x="19002" y="72914"/>
                  </a:cubicBezTo>
                  <a:cubicBezTo>
                    <a:pt x="23860" y="72914"/>
                    <a:pt x="28718" y="71009"/>
                    <a:pt x="32433" y="67294"/>
                  </a:cubicBezTo>
                  <a:lnTo>
                    <a:pt x="67199" y="32528"/>
                  </a:lnTo>
                  <a:cubicBezTo>
                    <a:pt x="74628" y="25098"/>
                    <a:pt x="74628" y="13002"/>
                    <a:pt x="67199" y="557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43" name="Google Shape;4243;p99"/>
            <p:cNvSpPr/>
            <p:nvPr/>
          </p:nvSpPr>
          <p:spPr>
            <a:xfrm>
              <a:off x="6347520" y="3698462"/>
              <a:ext cx="87248" cy="38100"/>
            </a:xfrm>
            <a:custGeom>
              <a:avLst/>
              <a:gdLst/>
              <a:ahLst/>
              <a:cxnLst/>
              <a:rect l="l" t="t" r="r" b="b"/>
              <a:pathLst>
                <a:path w="87248" h="38100" extrusionOk="0">
                  <a:moveTo>
                    <a:pt x="68199" y="0"/>
                  </a:moveTo>
                  <a:lnTo>
                    <a:pt x="19050" y="0"/>
                  </a:lnTo>
                  <a:cubicBezTo>
                    <a:pt x="8573" y="0"/>
                    <a:pt x="0" y="8572"/>
                    <a:pt x="0" y="19050"/>
                  </a:cubicBezTo>
                  <a:cubicBezTo>
                    <a:pt x="0" y="29527"/>
                    <a:pt x="8573" y="38100"/>
                    <a:pt x="19050" y="38100"/>
                  </a:cubicBezTo>
                  <a:lnTo>
                    <a:pt x="68199" y="38100"/>
                  </a:lnTo>
                  <a:cubicBezTo>
                    <a:pt x="78677" y="38100"/>
                    <a:pt x="87249" y="29527"/>
                    <a:pt x="87249" y="19050"/>
                  </a:cubicBezTo>
                  <a:cubicBezTo>
                    <a:pt x="87249" y="8572"/>
                    <a:pt x="78677" y="0"/>
                    <a:pt x="68199"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44" name="Google Shape;4244;p99"/>
          <p:cNvGrpSpPr/>
          <p:nvPr/>
        </p:nvGrpSpPr>
        <p:grpSpPr>
          <a:xfrm>
            <a:off x="2034278" y="1009460"/>
            <a:ext cx="300144" cy="297101"/>
            <a:chOff x="1043188" y="4242663"/>
            <a:chExt cx="533590" cy="528179"/>
          </a:xfrm>
        </p:grpSpPr>
        <p:sp>
          <p:nvSpPr>
            <p:cNvPr id="4245" name="Google Shape;4245;p99"/>
            <p:cNvSpPr/>
            <p:nvPr/>
          </p:nvSpPr>
          <p:spPr>
            <a:xfrm>
              <a:off x="1086473" y="4242663"/>
              <a:ext cx="327134" cy="112222"/>
            </a:xfrm>
            <a:custGeom>
              <a:avLst/>
              <a:gdLst/>
              <a:ahLst/>
              <a:cxnLst/>
              <a:rect l="l" t="t" r="r" b="b"/>
              <a:pathLst>
                <a:path w="327134" h="112222" extrusionOk="0">
                  <a:moveTo>
                    <a:pt x="199602" y="112222"/>
                  </a:moveTo>
                  <a:cubicBezTo>
                    <a:pt x="169027" y="112222"/>
                    <a:pt x="140833" y="100697"/>
                    <a:pt x="115401" y="90220"/>
                  </a:cubicBezTo>
                  <a:cubicBezTo>
                    <a:pt x="76634" y="74313"/>
                    <a:pt x="51584" y="65455"/>
                    <a:pt x="26057" y="81457"/>
                  </a:cubicBezTo>
                  <a:cubicBezTo>
                    <a:pt x="18151" y="86410"/>
                    <a:pt x="7673" y="84124"/>
                    <a:pt x="2625" y="76218"/>
                  </a:cubicBezTo>
                  <a:cubicBezTo>
                    <a:pt x="-1185" y="70217"/>
                    <a:pt x="-804" y="62502"/>
                    <a:pt x="3482" y="56882"/>
                  </a:cubicBezTo>
                  <a:cubicBezTo>
                    <a:pt x="63490" y="-22937"/>
                    <a:pt x="128355" y="-839"/>
                    <a:pt x="180362" y="16972"/>
                  </a:cubicBezTo>
                  <a:cubicBezTo>
                    <a:pt x="223700" y="31736"/>
                    <a:pt x="261229" y="44500"/>
                    <a:pt x="298948" y="11067"/>
                  </a:cubicBezTo>
                  <a:cubicBezTo>
                    <a:pt x="305901" y="4876"/>
                    <a:pt x="316664" y="5447"/>
                    <a:pt x="322856" y="12496"/>
                  </a:cubicBezTo>
                  <a:cubicBezTo>
                    <a:pt x="328190" y="18496"/>
                    <a:pt x="328571" y="27355"/>
                    <a:pt x="323808" y="33736"/>
                  </a:cubicBezTo>
                  <a:cubicBezTo>
                    <a:pt x="279326" y="94220"/>
                    <a:pt x="237607" y="112222"/>
                    <a:pt x="199507" y="112222"/>
                  </a:cubicBezTo>
                  <a:close/>
                  <a:moveTo>
                    <a:pt x="71777" y="40690"/>
                  </a:moveTo>
                  <a:cubicBezTo>
                    <a:pt x="91398" y="43833"/>
                    <a:pt x="110448" y="51643"/>
                    <a:pt x="128355" y="58882"/>
                  </a:cubicBezTo>
                  <a:cubicBezTo>
                    <a:pt x="167598" y="74980"/>
                    <a:pt x="203031" y="89458"/>
                    <a:pt x="243036" y="66026"/>
                  </a:cubicBezTo>
                  <a:cubicBezTo>
                    <a:pt x="217509" y="65264"/>
                    <a:pt x="192744" y="56882"/>
                    <a:pt x="169503" y="48881"/>
                  </a:cubicBezTo>
                  <a:cubicBezTo>
                    <a:pt x="133308" y="36594"/>
                    <a:pt x="102352" y="26021"/>
                    <a:pt x="71777" y="405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46" name="Google Shape;4246;p99"/>
            <p:cNvSpPr/>
            <p:nvPr/>
          </p:nvSpPr>
          <p:spPr>
            <a:xfrm>
              <a:off x="1195112" y="4606917"/>
              <a:ext cx="66484" cy="33909"/>
            </a:xfrm>
            <a:custGeom>
              <a:avLst/>
              <a:gdLst/>
              <a:ahLst/>
              <a:cxnLst/>
              <a:rect l="l" t="t" r="r" b="b"/>
              <a:pathLst>
                <a:path w="66484" h="33909" extrusionOk="0">
                  <a:moveTo>
                    <a:pt x="49530" y="33909"/>
                  </a:moveTo>
                  <a:lnTo>
                    <a:pt x="16955" y="33909"/>
                  </a:lnTo>
                  <a:cubicBezTo>
                    <a:pt x="7620" y="33909"/>
                    <a:pt x="0" y="26289"/>
                    <a:pt x="0" y="16955"/>
                  </a:cubicBezTo>
                  <a:cubicBezTo>
                    <a:pt x="0" y="7620"/>
                    <a:pt x="7620" y="0"/>
                    <a:pt x="16955" y="0"/>
                  </a:cubicBezTo>
                  <a:lnTo>
                    <a:pt x="49530" y="0"/>
                  </a:lnTo>
                  <a:cubicBezTo>
                    <a:pt x="58865" y="0"/>
                    <a:pt x="66484" y="7620"/>
                    <a:pt x="66484" y="16955"/>
                  </a:cubicBezTo>
                  <a:cubicBezTo>
                    <a:pt x="66484" y="26289"/>
                    <a:pt x="58865" y="33909"/>
                    <a:pt x="49530" y="3390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47" name="Google Shape;4247;p99"/>
            <p:cNvSpPr/>
            <p:nvPr/>
          </p:nvSpPr>
          <p:spPr>
            <a:xfrm>
              <a:off x="1195112" y="4671877"/>
              <a:ext cx="66484" cy="33909"/>
            </a:xfrm>
            <a:custGeom>
              <a:avLst/>
              <a:gdLst/>
              <a:ahLst/>
              <a:cxnLst/>
              <a:rect l="l" t="t" r="r" b="b"/>
              <a:pathLst>
                <a:path w="66484" h="33909" extrusionOk="0">
                  <a:moveTo>
                    <a:pt x="49530" y="33909"/>
                  </a:moveTo>
                  <a:lnTo>
                    <a:pt x="16955" y="33909"/>
                  </a:lnTo>
                  <a:cubicBezTo>
                    <a:pt x="7620" y="33909"/>
                    <a:pt x="0" y="26289"/>
                    <a:pt x="0" y="16955"/>
                  </a:cubicBezTo>
                  <a:cubicBezTo>
                    <a:pt x="0" y="7620"/>
                    <a:pt x="7620" y="0"/>
                    <a:pt x="16955" y="0"/>
                  </a:cubicBezTo>
                  <a:lnTo>
                    <a:pt x="49530" y="0"/>
                  </a:lnTo>
                  <a:cubicBezTo>
                    <a:pt x="58865" y="0"/>
                    <a:pt x="66484" y="7620"/>
                    <a:pt x="66484" y="16955"/>
                  </a:cubicBezTo>
                  <a:cubicBezTo>
                    <a:pt x="66484" y="26289"/>
                    <a:pt x="58865" y="33909"/>
                    <a:pt x="49530" y="3390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48" name="Google Shape;4248;p99"/>
            <p:cNvSpPr/>
            <p:nvPr/>
          </p:nvSpPr>
          <p:spPr>
            <a:xfrm>
              <a:off x="1325414" y="4606917"/>
              <a:ext cx="66484" cy="33909"/>
            </a:xfrm>
            <a:custGeom>
              <a:avLst/>
              <a:gdLst/>
              <a:ahLst/>
              <a:cxnLst/>
              <a:rect l="l" t="t" r="r" b="b"/>
              <a:pathLst>
                <a:path w="66484" h="33909" extrusionOk="0">
                  <a:moveTo>
                    <a:pt x="49530" y="33909"/>
                  </a:moveTo>
                  <a:lnTo>
                    <a:pt x="16954" y="33909"/>
                  </a:lnTo>
                  <a:cubicBezTo>
                    <a:pt x="7620" y="33909"/>
                    <a:pt x="0" y="26289"/>
                    <a:pt x="0" y="16955"/>
                  </a:cubicBezTo>
                  <a:cubicBezTo>
                    <a:pt x="0" y="7620"/>
                    <a:pt x="7620" y="0"/>
                    <a:pt x="16954" y="0"/>
                  </a:cubicBezTo>
                  <a:lnTo>
                    <a:pt x="49530" y="0"/>
                  </a:lnTo>
                  <a:cubicBezTo>
                    <a:pt x="58865" y="0"/>
                    <a:pt x="66484" y="7620"/>
                    <a:pt x="66484" y="16955"/>
                  </a:cubicBezTo>
                  <a:cubicBezTo>
                    <a:pt x="66484" y="26289"/>
                    <a:pt x="58865" y="33909"/>
                    <a:pt x="49530" y="33909"/>
                  </a:cubicBezTo>
                  <a:lnTo>
                    <a:pt x="49530" y="3390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49" name="Google Shape;4249;p99"/>
            <p:cNvSpPr/>
            <p:nvPr/>
          </p:nvSpPr>
          <p:spPr>
            <a:xfrm>
              <a:off x="1325414" y="4671877"/>
              <a:ext cx="66484" cy="33909"/>
            </a:xfrm>
            <a:custGeom>
              <a:avLst/>
              <a:gdLst/>
              <a:ahLst/>
              <a:cxnLst/>
              <a:rect l="l" t="t" r="r" b="b"/>
              <a:pathLst>
                <a:path w="66484" h="33909" extrusionOk="0">
                  <a:moveTo>
                    <a:pt x="49530" y="33909"/>
                  </a:moveTo>
                  <a:lnTo>
                    <a:pt x="16954" y="33909"/>
                  </a:lnTo>
                  <a:cubicBezTo>
                    <a:pt x="7620" y="33909"/>
                    <a:pt x="0" y="26289"/>
                    <a:pt x="0" y="16955"/>
                  </a:cubicBezTo>
                  <a:cubicBezTo>
                    <a:pt x="0" y="7620"/>
                    <a:pt x="7620" y="0"/>
                    <a:pt x="16954" y="0"/>
                  </a:cubicBezTo>
                  <a:lnTo>
                    <a:pt x="49530" y="0"/>
                  </a:lnTo>
                  <a:cubicBezTo>
                    <a:pt x="58865" y="0"/>
                    <a:pt x="66484" y="7620"/>
                    <a:pt x="66484" y="16955"/>
                  </a:cubicBezTo>
                  <a:cubicBezTo>
                    <a:pt x="66484" y="26289"/>
                    <a:pt x="58865" y="33909"/>
                    <a:pt x="49530" y="33909"/>
                  </a:cubicBezTo>
                  <a:lnTo>
                    <a:pt x="49530" y="3390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50" name="Google Shape;4250;p99"/>
            <p:cNvSpPr/>
            <p:nvPr/>
          </p:nvSpPr>
          <p:spPr>
            <a:xfrm>
              <a:off x="1455716" y="4606917"/>
              <a:ext cx="66484" cy="33909"/>
            </a:xfrm>
            <a:custGeom>
              <a:avLst/>
              <a:gdLst/>
              <a:ahLst/>
              <a:cxnLst/>
              <a:rect l="l" t="t" r="r" b="b"/>
              <a:pathLst>
                <a:path w="66484" h="33909" extrusionOk="0">
                  <a:moveTo>
                    <a:pt x="49530" y="33909"/>
                  </a:moveTo>
                  <a:lnTo>
                    <a:pt x="16954" y="33909"/>
                  </a:lnTo>
                  <a:cubicBezTo>
                    <a:pt x="7620" y="33909"/>
                    <a:pt x="0" y="26289"/>
                    <a:pt x="0" y="16955"/>
                  </a:cubicBezTo>
                  <a:cubicBezTo>
                    <a:pt x="0" y="7620"/>
                    <a:pt x="7620" y="0"/>
                    <a:pt x="16954" y="0"/>
                  </a:cubicBezTo>
                  <a:lnTo>
                    <a:pt x="49530" y="0"/>
                  </a:lnTo>
                  <a:cubicBezTo>
                    <a:pt x="58865" y="0"/>
                    <a:pt x="66484" y="7620"/>
                    <a:pt x="66484" y="16955"/>
                  </a:cubicBezTo>
                  <a:cubicBezTo>
                    <a:pt x="66484" y="26289"/>
                    <a:pt x="58865" y="33909"/>
                    <a:pt x="49530" y="3390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51" name="Google Shape;4251;p99"/>
            <p:cNvSpPr/>
            <p:nvPr/>
          </p:nvSpPr>
          <p:spPr>
            <a:xfrm>
              <a:off x="1455716" y="4671877"/>
              <a:ext cx="66484" cy="33909"/>
            </a:xfrm>
            <a:custGeom>
              <a:avLst/>
              <a:gdLst/>
              <a:ahLst/>
              <a:cxnLst/>
              <a:rect l="l" t="t" r="r" b="b"/>
              <a:pathLst>
                <a:path w="66484" h="33909" extrusionOk="0">
                  <a:moveTo>
                    <a:pt x="49530" y="33909"/>
                  </a:moveTo>
                  <a:lnTo>
                    <a:pt x="16954" y="33909"/>
                  </a:lnTo>
                  <a:cubicBezTo>
                    <a:pt x="7620" y="33909"/>
                    <a:pt x="0" y="26289"/>
                    <a:pt x="0" y="16955"/>
                  </a:cubicBezTo>
                  <a:cubicBezTo>
                    <a:pt x="0" y="7620"/>
                    <a:pt x="7620" y="0"/>
                    <a:pt x="16954" y="0"/>
                  </a:cubicBezTo>
                  <a:lnTo>
                    <a:pt x="49530" y="0"/>
                  </a:lnTo>
                  <a:cubicBezTo>
                    <a:pt x="58865" y="0"/>
                    <a:pt x="66484" y="7620"/>
                    <a:pt x="66484" y="16955"/>
                  </a:cubicBezTo>
                  <a:cubicBezTo>
                    <a:pt x="66484" y="26289"/>
                    <a:pt x="58865" y="33909"/>
                    <a:pt x="49530" y="3390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52" name="Google Shape;4252;p99"/>
            <p:cNvSpPr/>
            <p:nvPr/>
          </p:nvSpPr>
          <p:spPr>
            <a:xfrm>
              <a:off x="1043188" y="4346980"/>
              <a:ext cx="533590" cy="423862"/>
            </a:xfrm>
            <a:custGeom>
              <a:avLst/>
              <a:gdLst/>
              <a:ahLst/>
              <a:cxnLst/>
              <a:rect l="l" t="t" r="r" b="b"/>
              <a:pathLst>
                <a:path w="533590" h="423862" extrusionOk="0">
                  <a:moveTo>
                    <a:pt x="516446" y="423767"/>
                  </a:moveTo>
                  <a:lnTo>
                    <a:pt x="16955" y="423767"/>
                  </a:lnTo>
                  <a:cubicBezTo>
                    <a:pt x="7620" y="423767"/>
                    <a:pt x="0" y="416147"/>
                    <a:pt x="0" y="406813"/>
                  </a:cubicBezTo>
                  <a:lnTo>
                    <a:pt x="0" y="237935"/>
                  </a:lnTo>
                  <a:cubicBezTo>
                    <a:pt x="0" y="237173"/>
                    <a:pt x="0" y="236411"/>
                    <a:pt x="190" y="235649"/>
                  </a:cubicBezTo>
                  <a:lnTo>
                    <a:pt x="31433" y="14573"/>
                  </a:lnTo>
                  <a:cubicBezTo>
                    <a:pt x="32576" y="6191"/>
                    <a:pt x="39815" y="0"/>
                    <a:pt x="48292" y="0"/>
                  </a:cubicBezTo>
                  <a:lnTo>
                    <a:pt x="100298" y="0"/>
                  </a:lnTo>
                  <a:cubicBezTo>
                    <a:pt x="108299" y="0"/>
                    <a:pt x="115253" y="5524"/>
                    <a:pt x="116872" y="13430"/>
                  </a:cubicBezTo>
                  <a:lnTo>
                    <a:pt x="153448" y="189262"/>
                  </a:lnTo>
                  <a:lnTo>
                    <a:pt x="246698" y="128873"/>
                  </a:lnTo>
                  <a:cubicBezTo>
                    <a:pt x="254508" y="123825"/>
                    <a:pt x="265081" y="126016"/>
                    <a:pt x="270129" y="133826"/>
                  </a:cubicBezTo>
                  <a:cubicBezTo>
                    <a:pt x="271939" y="136589"/>
                    <a:pt x="272891" y="139827"/>
                    <a:pt x="272891" y="143066"/>
                  </a:cubicBezTo>
                  <a:lnTo>
                    <a:pt x="272891" y="188024"/>
                  </a:lnTo>
                  <a:lnTo>
                    <a:pt x="378333" y="128873"/>
                  </a:lnTo>
                  <a:cubicBezTo>
                    <a:pt x="386525" y="124301"/>
                    <a:pt x="396812" y="127159"/>
                    <a:pt x="401479" y="135255"/>
                  </a:cubicBezTo>
                  <a:cubicBezTo>
                    <a:pt x="402908" y="137827"/>
                    <a:pt x="403670" y="140684"/>
                    <a:pt x="403670" y="143542"/>
                  </a:cubicBezTo>
                  <a:lnTo>
                    <a:pt x="403670" y="188214"/>
                  </a:lnTo>
                  <a:lnTo>
                    <a:pt x="508159" y="128397"/>
                  </a:lnTo>
                  <a:cubicBezTo>
                    <a:pt x="516255" y="123730"/>
                    <a:pt x="526637" y="126492"/>
                    <a:pt x="531305" y="134588"/>
                  </a:cubicBezTo>
                  <a:cubicBezTo>
                    <a:pt x="532829" y="137160"/>
                    <a:pt x="533591" y="140113"/>
                    <a:pt x="533591" y="143066"/>
                  </a:cubicBezTo>
                  <a:lnTo>
                    <a:pt x="533591" y="406908"/>
                  </a:lnTo>
                  <a:cubicBezTo>
                    <a:pt x="533591" y="416243"/>
                    <a:pt x="525971" y="423862"/>
                    <a:pt x="516636" y="423862"/>
                  </a:cubicBezTo>
                  <a:close/>
                  <a:moveTo>
                    <a:pt x="33909" y="389954"/>
                  </a:moveTo>
                  <a:lnTo>
                    <a:pt x="499491" y="389954"/>
                  </a:lnTo>
                  <a:lnTo>
                    <a:pt x="499491" y="172212"/>
                  </a:lnTo>
                  <a:lnTo>
                    <a:pt x="395002" y="232029"/>
                  </a:lnTo>
                  <a:cubicBezTo>
                    <a:pt x="386906" y="236696"/>
                    <a:pt x="376523" y="233934"/>
                    <a:pt x="371856" y="225838"/>
                  </a:cubicBezTo>
                  <a:cubicBezTo>
                    <a:pt x="370332" y="223266"/>
                    <a:pt x="369570" y="220313"/>
                    <a:pt x="369570" y="217361"/>
                  </a:cubicBezTo>
                  <a:lnTo>
                    <a:pt x="369570" y="172403"/>
                  </a:lnTo>
                  <a:lnTo>
                    <a:pt x="264128" y="231553"/>
                  </a:lnTo>
                  <a:cubicBezTo>
                    <a:pt x="255937" y="236125"/>
                    <a:pt x="245650" y="233267"/>
                    <a:pt x="240983" y="225076"/>
                  </a:cubicBezTo>
                  <a:cubicBezTo>
                    <a:pt x="239554" y="222504"/>
                    <a:pt x="238792" y="219647"/>
                    <a:pt x="238792" y="216789"/>
                  </a:cubicBezTo>
                  <a:lnTo>
                    <a:pt x="238792" y="174117"/>
                  </a:lnTo>
                  <a:lnTo>
                    <a:pt x="150971" y="230981"/>
                  </a:lnTo>
                  <a:cubicBezTo>
                    <a:pt x="143161" y="236125"/>
                    <a:pt x="132588" y="233934"/>
                    <a:pt x="127445" y="226124"/>
                  </a:cubicBezTo>
                  <a:cubicBezTo>
                    <a:pt x="126302" y="224314"/>
                    <a:pt x="125444" y="222313"/>
                    <a:pt x="125063" y="220313"/>
                  </a:cubicBezTo>
                  <a:lnTo>
                    <a:pt x="86201" y="33814"/>
                  </a:lnTo>
                  <a:lnTo>
                    <a:pt x="62865" y="33814"/>
                  </a:lnTo>
                  <a:lnTo>
                    <a:pt x="33909" y="239173"/>
                  </a:lnTo>
                  <a:lnTo>
                    <a:pt x="33909" y="38995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53" name="Google Shape;4253;p99"/>
          <p:cNvGrpSpPr/>
          <p:nvPr/>
        </p:nvGrpSpPr>
        <p:grpSpPr>
          <a:xfrm>
            <a:off x="2060728" y="1765745"/>
            <a:ext cx="243941" cy="296554"/>
            <a:chOff x="7120604" y="4956377"/>
            <a:chExt cx="433673" cy="527207"/>
          </a:xfrm>
        </p:grpSpPr>
        <p:sp>
          <p:nvSpPr>
            <p:cNvPr id="4254" name="Google Shape;4254;p99"/>
            <p:cNvSpPr/>
            <p:nvPr/>
          </p:nvSpPr>
          <p:spPr>
            <a:xfrm>
              <a:off x="7298531" y="5264891"/>
              <a:ext cx="218693" cy="218693"/>
            </a:xfrm>
            <a:custGeom>
              <a:avLst/>
              <a:gdLst/>
              <a:ahLst/>
              <a:cxnLst/>
              <a:rect l="l" t="t" r="r" b="b"/>
              <a:pathLst>
                <a:path w="218693" h="218693" extrusionOk="0">
                  <a:moveTo>
                    <a:pt x="206788" y="97441"/>
                  </a:moveTo>
                  <a:lnTo>
                    <a:pt x="121253" y="97441"/>
                  </a:lnTo>
                  <a:lnTo>
                    <a:pt x="121253" y="11906"/>
                  </a:lnTo>
                  <a:cubicBezTo>
                    <a:pt x="121253" y="5334"/>
                    <a:pt x="115919" y="0"/>
                    <a:pt x="109347" y="0"/>
                  </a:cubicBezTo>
                  <a:cubicBezTo>
                    <a:pt x="49054" y="0"/>
                    <a:pt x="0" y="49054"/>
                    <a:pt x="0" y="109347"/>
                  </a:cubicBezTo>
                  <a:cubicBezTo>
                    <a:pt x="0" y="169640"/>
                    <a:pt x="49054" y="218694"/>
                    <a:pt x="109347" y="218694"/>
                  </a:cubicBezTo>
                  <a:cubicBezTo>
                    <a:pt x="169640" y="218694"/>
                    <a:pt x="218694" y="169640"/>
                    <a:pt x="218694" y="109347"/>
                  </a:cubicBezTo>
                  <a:cubicBezTo>
                    <a:pt x="218694" y="102775"/>
                    <a:pt x="213360" y="97441"/>
                    <a:pt x="206788" y="97441"/>
                  </a:cubicBezTo>
                  <a:close/>
                  <a:moveTo>
                    <a:pt x="109347" y="194881"/>
                  </a:moveTo>
                  <a:cubicBezTo>
                    <a:pt x="62198" y="194881"/>
                    <a:pt x="23813" y="156496"/>
                    <a:pt x="23813" y="109347"/>
                  </a:cubicBezTo>
                  <a:cubicBezTo>
                    <a:pt x="23813" y="66199"/>
                    <a:pt x="55912" y="30480"/>
                    <a:pt x="97441" y="24670"/>
                  </a:cubicBezTo>
                  <a:lnTo>
                    <a:pt x="97441" y="109347"/>
                  </a:lnTo>
                  <a:cubicBezTo>
                    <a:pt x="97441" y="115919"/>
                    <a:pt x="102775" y="121253"/>
                    <a:pt x="109347" y="121253"/>
                  </a:cubicBezTo>
                  <a:lnTo>
                    <a:pt x="194024" y="121253"/>
                  </a:lnTo>
                  <a:cubicBezTo>
                    <a:pt x="188214" y="162782"/>
                    <a:pt x="152400" y="194881"/>
                    <a:pt x="109347" y="19488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55" name="Google Shape;4255;p99"/>
            <p:cNvSpPr/>
            <p:nvPr/>
          </p:nvSpPr>
          <p:spPr>
            <a:xfrm>
              <a:off x="7433024" y="5227839"/>
              <a:ext cx="121253" cy="121253"/>
            </a:xfrm>
            <a:custGeom>
              <a:avLst/>
              <a:gdLst/>
              <a:ahLst/>
              <a:cxnLst/>
              <a:rect l="l" t="t" r="r" b="b"/>
              <a:pathLst>
                <a:path w="121253" h="121253" extrusionOk="0">
                  <a:moveTo>
                    <a:pt x="11906" y="0"/>
                  </a:moveTo>
                  <a:cubicBezTo>
                    <a:pt x="5334" y="0"/>
                    <a:pt x="0" y="5334"/>
                    <a:pt x="0" y="11906"/>
                  </a:cubicBezTo>
                  <a:lnTo>
                    <a:pt x="0" y="109347"/>
                  </a:lnTo>
                  <a:cubicBezTo>
                    <a:pt x="0" y="115919"/>
                    <a:pt x="5334" y="121253"/>
                    <a:pt x="11906" y="121253"/>
                  </a:cubicBezTo>
                  <a:lnTo>
                    <a:pt x="109347" y="121253"/>
                  </a:lnTo>
                  <a:cubicBezTo>
                    <a:pt x="115919" y="121253"/>
                    <a:pt x="121253" y="115919"/>
                    <a:pt x="121253" y="109347"/>
                  </a:cubicBezTo>
                  <a:cubicBezTo>
                    <a:pt x="121253" y="49054"/>
                    <a:pt x="72200" y="0"/>
                    <a:pt x="11906" y="0"/>
                  </a:cubicBezTo>
                  <a:close/>
                  <a:moveTo>
                    <a:pt x="23813" y="97441"/>
                  </a:moveTo>
                  <a:lnTo>
                    <a:pt x="23813" y="24670"/>
                  </a:lnTo>
                  <a:cubicBezTo>
                    <a:pt x="61436" y="29908"/>
                    <a:pt x="91345" y="59817"/>
                    <a:pt x="96584" y="97441"/>
                  </a:cubicBezTo>
                  <a:lnTo>
                    <a:pt x="23813" y="9744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56" name="Google Shape;4256;p99"/>
            <p:cNvSpPr/>
            <p:nvPr/>
          </p:nvSpPr>
          <p:spPr>
            <a:xfrm>
              <a:off x="7120604" y="4956377"/>
              <a:ext cx="407289" cy="524732"/>
            </a:xfrm>
            <a:custGeom>
              <a:avLst/>
              <a:gdLst/>
              <a:ahLst/>
              <a:cxnLst/>
              <a:rect l="l" t="t" r="r" b="b"/>
              <a:pathLst>
                <a:path w="407289" h="524732" extrusionOk="0">
                  <a:moveTo>
                    <a:pt x="156401" y="486632"/>
                  </a:moveTo>
                  <a:lnTo>
                    <a:pt x="38100" y="486632"/>
                  </a:lnTo>
                  <a:lnTo>
                    <a:pt x="38100" y="155639"/>
                  </a:lnTo>
                  <a:lnTo>
                    <a:pt x="136493" y="155639"/>
                  </a:lnTo>
                  <a:cubicBezTo>
                    <a:pt x="146971" y="155639"/>
                    <a:pt x="155543" y="147066"/>
                    <a:pt x="155543" y="136589"/>
                  </a:cubicBezTo>
                  <a:lnTo>
                    <a:pt x="155543" y="38195"/>
                  </a:lnTo>
                  <a:lnTo>
                    <a:pt x="369189" y="38195"/>
                  </a:lnTo>
                  <a:lnTo>
                    <a:pt x="369189" y="240221"/>
                  </a:lnTo>
                  <a:cubicBezTo>
                    <a:pt x="369189" y="250698"/>
                    <a:pt x="377762" y="259271"/>
                    <a:pt x="388239" y="259271"/>
                  </a:cubicBezTo>
                  <a:cubicBezTo>
                    <a:pt x="398717" y="259271"/>
                    <a:pt x="407289" y="250698"/>
                    <a:pt x="407289" y="240221"/>
                  </a:cubicBezTo>
                  <a:lnTo>
                    <a:pt x="407289" y="19050"/>
                  </a:lnTo>
                  <a:cubicBezTo>
                    <a:pt x="407289" y="8573"/>
                    <a:pt x="398717" y="0"/>
                    <a:pt x="388239" y="0"/>
                  </a:cubicBezTo>
                  <a:lnTo>
                    <a:pt x="130016" y="0"/>
                  </a:lnTo>
                  <a:cubicBezTo>
                    <a:pt x="124777" y="0"/>
                    <a:pt x="119825" y="2191"/>
                    <a:pt x="116205" y="5906"/>
                  </a:cubicBezTo>
                  <a:lnTo>
                    <a:pt x="5239" y="122968"/>
                  </a:lnTo>
                  <a:cubicBezTo>
                    <a:pt x="1905" y="126492"/>
                    <a:pt x="0" y="131159"/>
                    <a:pt x="0" y="136112"/>
                  </a:cubicBezTo>
                  <a:lnTo>
                    <a:pt x="0" y="505682"/>
                  </a:lnTo>
                  <a:cubicBezTo>
                    <a:pt x="0" y="516160"/>
                    <a:pt x="8573" y="524732"/>
                    <a:pt x="19050" y="524732"/>
                  </a:cubicBezTo>
                  <a:lnTo>
                    <a:pt x="156401" y="524732"/>
                  </a:lnTo>
                  <a:cubicBezTo>
                    <a:pt x="166878" y="524732"/>
                    <a:pt x="175451" y="516160"/>
                    <a:pt x="175451" y="505682"/>
                  </a:cubicBezTo>
                  <a:cubicBezTo>
                    <a:pt x="175451" y="495205"/>
                    <a:pt x="166878" y="486632"/>
                    <a:pt x="156401" y="486632"/>
                  </a:cubicBezTo>
                  <a:close/>
                  <a:moveTo>
                    <a:pt x="117443" y="60008"/>
                  </a:moveTo>
                  <a:lnTo>
                    <a:pt x="117443" y="117443"/>
                  </a:lnTo>
                  <a:lnTo>
                    <a:pt x="62960" y="117443"/>
                  </a:lnTo>
                  <a:lnTo>
                    <a:pt x="117443" y="6000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57" name="Google Shape;4257;p99"/>
          <p:cNvGrpSpPr/>
          <p:nvPr/>
        </p:nvGrpSpPr>
        <p:grpSpPr>
          <a:xfrm>
            <a:off x="7582287" y="2563293"/>
            <a:ext cx="297037" cy="258996"/>
            <a:chOff x="8256349" y="4915107"/>
            <a:chExt cx="528066" cy="460438"/>
          </a:xfrm>
        </p:grpSpPr>
        <p:sp>
          <p:nvSpPr>
            <p:cNvPr id="4258" name="Google Shape;4258;p99"/>
            <p:cNvSpPr/>
            <p:nvPr/>
          </p:nvSpPr>
          <p:spPr>
            <a:xfrm>
              <a:off x="8512952" y="4915107"/>
              <a:ext cx="14287" cy="65722"/>
            </a:xfrm>
            <a:custGeom>
              <a:avLst/>
              <a:gdLst/>
              <a:ahLst/>
              <a:cxnLst/>
              <a:rect l="l" t="t" r="r" b="b"/>
              <a:pathLst>
                <a:path w="14287" h="65722" extrusionOk="0">
                  <a:moveTo>
                    <a:pt x="7144" y="65723"/>
                  </a:moveTo>
                  <a:cubicBezTo>
                    <a:pt x="11049" y="65723"/>
                    <a:pt x="14288" y="62484"/>
                    <a:pt x="14288" y="58579"/>
                  </a:cubicBezTo>
                  <a:lnTo>
                    <a:pt x="14288" y="7144"/>
                  </a:lnTo>
                  <a:cubicBezTo>
                    <a:pt x="14288" y="3239"/>
                    <a:pt x="11049" y="0"/>
                    <a:pt x="7144" y="0"/>
                  </a:cubicBezTo>
                  <a:cubicBezTo>
                    <a:pt x="3239" y="0"/>
                    <a:pt x="0" y="3239"/>
                    <a:pt x="0" y="7144"/>
                  </a:cubicBezTo>
                  <a:lnTo>
                    <a:pt x="0" y="58579"/>
                  </a:lnTo>
                  <a:cubicBezTo>
                    <a:pt x="0" y="62484"/>
                    <a:pt x="3239" y="65723"/>
                    <a:pt x="7144" y="6572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59" name="Google Shape;4259;p99"/>
            <p:cNvSpPr/>
            <p:nvPr/>
          </p:nvSpPr>
          <p:spPr>
            <a:xfrm>
              <a:off x="8454437" y="4929744"/>
              <a:ext cx="39973" cy="58705"/>
            </a:xfrm>
            <a:custGeom>
              <a:avLst/>
              <a:gdLst/>
              <a:ahLst/>
              <a:cxnLst/>
              <a:rect l="l" t="t" r="r" b="b"/>
              <a:pathLst>
                <a:path w="39973" h="58705" extrusionOk="0">
                  <a:moveTo>
                    <a:pt x="26702" y="55086"/>
                  </a:moveTo>
                  <a:cubicBezTo>
                    <a:pt x="28035" y="57372"/>
                    <a:pt x="30417" y="58706"/>
                    <a:pt x="32893" y="58706"/>
                  </a:cubicBezTo>
                  <a:cubicBezTo>
                    <a:pt x="34131" y="58706"/>
                    <a:pt x="35369" y="58420"/>
                    <a:pt x="36417" y="57753"/>
                  </a:cubicBezTo>
                  <a:cubicBezTo>
                    <a:pt x="39846" y="55753"/>
                    <a:pt x="40989" y="51372"/>
                    <a:pt x="38989" y="48038"/>
                  </a:cubicBezTo>
                  <a:lnTo>
                    <a:pt x="13271" y="3556"/>
                  </a:lnTo>
                  <a:cubicBezTo>
                    <a:pt x="11271" y="127"/>
                    <a:pt x="6890" y="-1016"/>
                    <a:pt x="3556" y="984"/>
                  </a:cubicBezTo>
                  <a:cubicBezTo>
                    <a:pt x="127" y="2985"/>
                    <a:pt x="-1016" y="7366"/>
                    <a:pt x="984" y="10700"/>
                  </a:cubicBezTo>
                  <a:lnTo>
                    <a:pt x="26702" y="5518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60" name="Google Shape;4260;p99"/>
            <p:cNvSpPr/>
            <p:nvPr/>
          </p:nvSpPr>
          <p:spPr>
            <a:xfrm>
              <a:off x="8409542" y="4971770"/>
              <a:ext cx="58653" cy="40015"/>
            </a:xfrm>
            <a:custGeom>
              <a:avLst/>
              <a:gdLst/>
              <a:ahLst/>
              <a:cxnLst/>
              <a:rect l="l" t="t" r="r" b="b"/>
              <a:pathLst>
                <a:path w="58653" h="40015" extrusionOk="0">
                  <a:moveTo>
                    <a:pt x="3493" y="13346"/>
                  </a:moveTo>
                  <a:lnTo>
                    <a:pt x="47975" y="39063"/>
                  </a:lnTo>
                  <a:cubicBezTo>
                    <a:pt x="49118" y="39730"/>
                    <a:pt x="50356" y="40016"/>
                    <a:pt x="51499" y="40016"/>
                  </a:cubicBezTo>
                  <a:cubicBezTo>
                    <a:pt x="53975" y="40016"/>
                    <a:pt x="56357" y="38778"/>
                    <a:pt x="57690" y="36396"/>
                  </a:cubicBezTo>
                  <a:cubicBezTo>
                    <a:pt x="59690" y="32967"/>
                    <a:pt x="58452" y="28586"/>
                    <a:pt x="55118" y="26681"/>
                  </a:cubicBezTo>
                  <a:lnTo>
                    <a:pt x="10637" y="963"/>
                  </a:lnTo>
                  <a:cubicBezTo>
                    <a:pt x="7208" y="-1037"/>
                    <a:pt x="2826" y="201"/>
                    <a:pt x="921" y="3535"/>
                  </a:cubicBezTo>
                  <a:cubicBezTo>
                    <a:pt x="-984" y="6869"/>
                    <a:pt x="159" y="11346"/>
                    <a:pt x="3493" y="1325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61" name="Google Shape;4261;p99"/>
            <p:cNvSpPr/>
            <p:nvPr/>
          </p:nvSpPr>
          <p:spPr>
            <a:xfrm>
              <a:off x="8545898" y="4929574"/>
              <a:ext cx="39931" cy="58780"/>
            </a:xfrm>
            <a:custGeom>
              <a:avLst/>
              <a:gdLst/>
              <a:ahLst/>
              <a:cxnLst/>
              <a:rect l="l" t="t" r="r" b="b"/>
              <a:pathLst>
                <a:path w="39931" h="58780" extrusionOk="0">
                  <a:moveTo>
                    <a:pt x="3535" y="57828"/>
                  </a:moveTo>
                  <a:cubicBezTo>
                    <a:pt x="4678" y="58494"/>
                    <a:pt x="5916" y="58780"/>
                    <a:pt x="7059" y="58780"/>
                  </a:cubicBezTo>
                  <a:cubicBezTo>
                    <a:pt x="9536" y="58780"/>
                    <a:pt x="11917" y="57542"/>
                    <a:pt x="13251" y="55161"/>
                  </a:cubicBezTo>
                  <a:lnTo>
                    <a:pt x="38968" y="10679"/>
                  </a:lnTo>
                  <a:cubicBezTo>
                    <a:pt x="40968" y="7250"/>
                    <a:pt x="39730" y="2868"/>
                    <a:pt x="36396" y="963"/>
                  </a:cubicBezTo>
                  <a:cubicBezTo>
                    <a:pt x="32967" y="-1037"/>
                    <a:pt x="28586" y="201"/>
                    <a:pt x="26681" y="3535"/>
                  </a:cubicBezTo>
                  <a:lnTo>
                    <a:pt x="963" y="48017"/>
                  </a:lnTo>
                  <a:cubicBezTo>
                    <a:pt x="-1037" y="51446"/>
                    <a:pt x="201" y="55827"/>
                    <a:pt x="3535" y="5773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62" name="Google Shape;4262;p99"/>
            <p:cNvSpPr/>
            <p:nvPr/>
          </p:nvSpPr>
          <p:spPr>
            <a:xfrm>
              <a:off x="8571976" y="4971845"/>
              <a:ext cx="58737" cy="39941"/>
            </a:xfrm>
            <a:custGeom>
              <a:avLst/>
              <a:gdLst/>
              <a:ahLst/>
              <a:cxnLst/>
              <a:rect l="l" t="t" r="r" b="b"/>
              <a:pathLst>
                <a:path w="58737" h="39941" extrusionOk="0">
                  <a:moveTo>
                    <a:pt x="984" y="36322"/>
                  </a:moveTo>
                  <a:cubicBezTo>
                    <a:pt x="2318" y="38608"/>
                    <a:pt x="4699" y="39942"/>
                    <a:pt x="7175" y="39942"/>
                  </a:cubicBezTo>
                  <a:cubicBezTo>
                    <a:pt x="8414" y="39942"/>
                    <a:pt x="9652" y="39656"/>
                    <a:pt x="10700" y="38989"/>
                  </a:cubicBezTo>
                  <a:lnTo>
                    <a:pt x="55181" y="13272"/>
                  </a:lnTo>
                  <a:cubicBezTo>
                    <a:pt x="58610" y="11271"/>
                    <a:pt x="59753" y="6890"/>
                    <a:pt x="57753" y="3556"/>
                  </a:cubicBezTo>
                  <a:cubicBezTo>
                    <a:pt x="55753" y="127"/>
                    <a:pt x="51372" y="-1016"/>
                    <a:pt x="48038" y="984"/>
                  </a:cubicBezTo>
                  <a:lnTo>
                    <a:pt x="3556" y="26702"/>
                  </a:lnTo>
                  <a:cubicBezTo>
                    <a:pt x="127" y="28702"/>
                    <a:pt x="-1016" y="33083"/>
                    <a:pt x="984" y="3641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63" name="Google Shape;4263;p99"/>
            <p:cNvSpPr/>
            <p:nvPr/>
          </p:nvSpPr>
          <p:spPr>
            <a:xfrm>
              <a:off x="8353123" y="5217541"/>
              <a:ext cx="73803" cy="53706"/>
            </a:xfrm>
            <a:custGeom>
              <a:avLst/>
              <a:gdLst/>
              <a:ahLst/>
              <a:cxnLst/>
              <a:rect l="l" t="t" r="r" b="b"/>
              <a:pathLst>
                <a:path w="73803" h="53706" extrusionOk="0">
                  <a:moveTo>
                    <a:pt x="7144" y="53706"/>
                  </a:moveTo>
                  <a:cubicBezTo>
                    <a:pt x="36004" y="53706"/>
                    <a:pt x="62008" y="36561"/>
                    <a:pt x="73247" y="9891"/>
                  </a:cubicBezTo>
                  <a:cubicBezTo>
                    <a:pt x="74771" y="6272"/>
                    <a:pt x="73057" y="2081"/>
                    <a:pt x="69437" y="557"/>
                  </a:cubicBezTo>
                  <a:cubicBezTo>
                    <a:pt x="65818" y="-967"/>
                    <a:pt x="61627" y="747"/>
                    <a:pt x="60103" y="4367"/>
                  </a:cubicBezTo>
                  <a:cubicBezTo>
                    <a:pt x="51054" y="25703"/>
                    <a:pt x="30289" y="39419"/>
                    <a:pt x="7144" y="39419"/>
                  </a:cubicBezTo>
                  <a:cubicBezTo>
                    <a:pt x="3239" y="39419"/>
                    <a:pt x="0" y="42657"/>
                    <a:pt x="0" y="46562"/>
                  </a:cubicBezTo>
                  <a:cubicBezTo>
                    <a:pt x="0" y="50468"/>
                    <a:pt x="3239" y="53706"/>
                    <a:pt x="7144" y="537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64" name="Google Shape;4264;p99"/>
            <p:cNvSpPr/>
            <p:nvPr/>
          </p:nvSpPr>
          <p:spPr>
            <a:xfrm>
              <a:off x="8672592" y="5217541"/>
              <a:ext cx="73803" cy="53706"/>
            </a:xfrm>
            <a:custGeom>
              <a:avLst/>
              <a:gdLst/>
              <a:ahLst/>
              <a:cxnLst/>
              <a:rect l="l" t="t" r="r" b="b"/>
              <a:pathLst>
                <a:path w="73803" h="53706" extrusionOk="0">
                  <a:moveTo>
                    <a:pt x="7144" y="53706"/>
                  </a:moveTo>
                  <a:cubicBezTo>
                    <a:pt x="36004" y="53706"/>
                    <a:pt x="62008" y="36561"/>
                    <a:pt x="73247" y="9891"/>
                  </a:cubicBezTo>
                  <a:cubicBezTo>
                    <a:pt x="74771" y="6272"/>
                    <a:pt x="73057" y="2081"/>
                    <a:pt x="69437" y="557"/>
                  </a:cubicBezTo>
                  <a:cubicBezTo>
                    <a:pt x="65818" y="-967"/>
                    <a:pt x="61627" y="747"/>
                    <a:pt x="60103" y="4367"/>
                  </a:cubicBezTo>
                  <a:cubicBezTo>
                    <a:pt x="51054" y="25703"/>
                    <a:pt x="30290" y="39419"/>
                    <a:pt x="7144" y="39419"/>
                  </a:cubicBezTo>
                  <a:cubicBezTo>
                    <a:pt x="3239" y="39419"/>
                    <a:pt x="0" y="42657"/>
                    <a:pt x="0" y="46562"/>
                  </a:cubicBezTo>
                  <a:cubicBezTo>
                    <a:pt x="0" y="50468"/>
                    <a:pt x="3239" y="53706"/>
                    <a:pt x="7144" y="537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65" name="Google Shape;4265;p99"/>
            <p:cNvSpPr/>
            <p:nvPr/>
          </p:nvSpPr>
          <p:spPr>
            <a:xfrm>
              <a:off x="8256349" y="4997403"/>
              <a:ext cx="528066" cy="378142"/>
            </a:xfrm>
            <a:custGeom>
              <a:avLst/>
              <a:gdLst/>
              <a:ahLst/>
              <a:cxnLst/>
              <a:rect l="l" t="t" r="r" b="b"/>
              <a:pathLst>
                <a:path w="528066" h="378142" extrusionOk="0">
                  <a:moveTo>
                    <a:pt x="515874" y="190214"/>
                  </a:moveTo>
                  <a:lnTo>
                    <a:pt x="488918" y="190214"/>
                  </a:lnTo>
                  <a:lnTo>
                    <a:pt x="443294" y="65818"/>
                  </a:lnTo>
                  <a:lnTo>
                    <a:pt x="466916" y="65818"/>
                  </a:lnTo>
                  <a:cubicBezTo>
                    <a:pt x="477393" y="65818"/>
                    <a:pt x="485966" y="57245"/>
                    <a:pt x="485966" y="46768"/>
                  </a:cubicBezTo>
                  <a:cubicBezTo>
                    <a:pt x="485966" y="36290"/>
                    <a:pt x="477393" y="27718"/>
                    <a:pt x="466916" y="27718"/>
                  </a:cubicBezTo>
                  <a:lnTo>
                    <a:pt x="308610" y="27718"/>
                  </a:lnTo>
                  <a:cubicBezTo>
                    <a:pt x="307943" y="27718"/>
                    <a:pt x="307277" y="27813"/>
                    <a:pt x="306610" y="27908"/>
                  </a:cubicBezTo>
                  <a:cubicBezTo>
                    <a:pt x="299371" y="11525"/>
                    <a:pt x="282988" y="0"/>
                    <a:pt x="263938" y="0"/>
                  </a:cubicBezTo>
                  <a:cubicBezTo>
                    <a:pt x="244888" y="0"/>
                    <a:pt x="228410" y="11620"/>
                    <a:pt x="221171" y="28099"/>
                  </a:cubicBezTo>
                  <a:cubicBezTo>
                    <a:pt x="219932" y="27813"/>
                    <a:pt x="218599" y="27718"/>
                    <a:pt x="217361" y="27718"/>
                  </a:cubicBezTo>
                  <a:lnTo>
                    <a:pt x="60770" y="27718"/>
                  </a:lnTo>
                  <a:cubicBezTo>
                    <a:pt x="50292" y="27718"/>
                    <a:pt x="41720" y="36290"/>
                    <a:pt x="41720" y="46768"/>
                  </a:cubicBezTo>
                  <a:cubicBezTo>
                    <a:pt x="41720" y="57245"/>
                    <a:pt x="50292" y="65818"/>
                    <a:pt x="60770" y="65818"/>
                  </a:cubicBezTo>
                  <a:lnTo>
                    <a:pt x="84487" y="65818"/>
                  </a:lnTo>
                  <a:lnTo>
                    <a:pt x="38862" y="190214"/>
                  </a:lnTo>
                  <a:lnTo>
                    <a:pt x="11906" y="190214"/>
                  </a:lnTo>
                  <a:cubicBezTo>
                    <a:pt x="5334" y="190214"/>
                    <a:pt x="0" y="195548"/>
                    <a:pt x="0" y="202121"/>
                  </a:cubicBezTo>
                  <a:cubicBezTo>
                    <a:pt x="0" y="259556"/>
                    <a:pt x="46768" y="306229"/>
                    <a:pt x="104108" y="306229"/>
                  </a:cubicBezTo>
                  <a:cubicBezTo>
                    <a:pt x="161449" y="306229"/>
                    <a:pt x="208312" y="259461"/>
                    <a:pt x="208312" y="202121"/>
                  </a:cubicBezTo>
                  <a:cubicBezTo>
                    <a:pt x="208312" y="195548"/>
                    <a:pt x="202978" y="190214"/>
                    <a:pt x="196406" y="190214"/>
                  </a:cubicBezTo>
                  <a:lnTo>
                    <a:pt x="169450" y="190214"/>
                  </a:lnTo>
                  <a:lnTo>
                    <a:pt x="123825" y="65818"/>
                  </a:lnTo>
                  <a:lnTo>
                    <a:pt x="217265" y="65818"/>
                  </a:lnTo>
                  <a:cubicBezTo>
                    <a:pt x="218599" y="65818"/>
                    <a:pt x="219837" y="65723"/>
                    <a:pt x="221171" y="65437"/>
                  </a:cubicBezTo>
                  <a:cubicBezTo>
                    <a:pt x="225838" y="76105"/>
                    <a:pt x="234410" y="84773"/>
                    <a:pt x="245174" y="89440"/>
                  </a:cubicBezTo>
                  <a:cubicBezTo>
                    <a:pt x="245174" y="90202"/>
                    <a:pt x="244983" y="90964"/>
                    <a:pt x="244983" y="91726"/>
                  </a:cubicBezTo>
                  <a:lnTo>
                    <a:pt x="244983" y="310325"/>
                  </a:lnTo>
                  <a:lnTo>
                    <a:pt x="184690" y="310325"/>
                  </a:lnTo>
                  <a:cubicBezTo>
                    <a:pt x="168593" y="310325"/>
                    <a:pt x="155543" y="323374"/>
                    <a:pt x="155543" y="339471"/>
                  </a:cubicBezTo>
                  <a:lnTo>
                    <a:pt x="155543" y="354330"/>
                  </a:lnTo>
                  <a:lnTo>
                    <a:pt x="147637" y="354330"/>
                  </a:lnTo>
                  <a:cubicBezTo>
                    <a:pt x="141065" y="354330"/>
                    <a:pt x="135731" y="359664"/>
                    <a:pt x="135731" y="366236"/>
                  </a:cubicBezTo>
                  <a:cubicBezTo>
                    <a:pt x="135731" y="372809"/>
                    <a:pt x="141065" y="378143"/>
                    <a:pt x="147637" y="378143"/>
                  </a:cubicBezTo>
                  <a:lnTo>
                    <a:pt x="383000" y="378143"/>
                  </a:lnTo>
                  <a:cubicBezTo>
                    <a:pt x="389573" y="378143"/>
                    <a:pt x="394906" y="372809"/>
                    <a:pt x="394906" y="366236"/>
                  </a:cubicBezTo>
                  <a:cubicBezTo>
                    <a:pt x="394906" y="359664"/>
                    <a:pt x="389573" y="354330"/>
                    <a:pt x="383000" y="354330"/>
                  </a:cubicBezTo>
                  <a:lnTo>
                    <a:pt x="371285" y="354330"/>
                  </a:lnTo>
                  <a:lnTo>
                    <a:pt x="371285" y="339471"/>
                  </a:lnTo>
                  <a:cubicBezTo>
                    <a:pt x="371285" y="323374"/>
                    <a:pt x="358235" y="310325"/>
                    <a:pt x="342138" y="310325"/>
                  </a:cubicBezTo>
                  <a:lnTo>
                    <a:pt x="283083" y="310325"/>
                  </a:lnTo>
                  <a:lnTo>
                    <a:pt x="283083" y="91726"/>
                  </a:lnTo>
                  <a:cubicBezTo>
                    <a:pt x="283083" y="90964"/>
                    <a:pt x="282988" y="90202"/>
                    <a:pt x="282893" y="89440"/>
                  </a:cubicBezTo>
                  <a:cubicBezTo>
                    <a:pt x="293561" y="84773"/>
                    <a:pt x="302038" y="76200"/>
                    <a:pt x="306800" y="65627"/>
                  </a:cubicBezTo>
                  <a:cubicBezTo>
                    <a:pt x="307467" y="65627"/>
                    <a:pt x="308134" y="65818"/>
                    <a:pt x="308801" y="65818"/>
                  </a:cubicBezTo>
                  <a:lnTo>
                    <a:pt x="404241" y="65818"/>
                  </a:lnTo>
                  <a:lnTo>
                    <a:pt x="358616" y="190214"/>
                  </a:lnTo>
                  <a:lnTo>
                    <a:pt x="331661" y="190214"/>
                  </a:lnTo>
                  <a:cubicBezTo>
                    <a:pt x="325088" y="190214"/>
                    <a:pt x="319754" y="195548"/>
                    <a:pt x="319754" y="202121"/>
                  </a:cubicBezTo>
                  <a:cubicBezTo>
                    <a:pt x="319754" y="259556"/>
                    <a:pt x="366522" y="306229"/>
                    <a:pt x="423958" y="306229"/>
                  </a:cubicBezTo>
                  <a:cubicBezTo>
                    <a:pt x="481394" y="306229"/>
                    <a:pt x="528066" y="259461"/>
                    <a:pt x="528066" y="202121"/>
                  </a:cubicBezTo>
                  <a:cubicBezTo>
                    <a:pt x="528066" y="195548"/>
                    <a:pt x="522732" y="190214"/>
                    <a:pt x="516160" y="190214"/>
                  </a:cubicBezTo>
                  <a:close/>
                  <a:moveTo>
                    <a:pt x="347186" y="339376"/>
                  </a:moveTo>
                  <a:lnTo>
                    <a:pt x="347186" y="354235"/>
                  </a:lnTo>
                  <a:lnTo>
                    <a:pt x="179070" y="354235"/>
                  </a:lnTo>
                  <a:lnTo>
                    <a:pt x="179070" y="339376"/>
                  </a:lnTo>
                  <a:cubicBezTo>
                    <a:pt x="179070" y="336423"/>
                    <a:pt x="181451" y="334042"/>
                    <a:pt x="184404" y="334042"/>
                  </a:cubicBezTo>
                  <a:lnTo>
                    <a:pt x="341948" y="334042"/>
                  </a:lnTo>
                  <a:cubicBezTo>
                    <a:pt x="344900" y="334042"/>
                    <a:pt x="347281" y="336423"/>
                    <a:pt x="347281" y="339376"/>
                  </a:cubicBezTo>
                  <a:close/>
                  <a:moveTo>
                    <a:pt x="104108" y="282416"/>
                  </a:moveTo>
                  <a:cubicBezTo>
                    <a:pt x="63818" y="282416"/>
                    <a:pt x="30385" y="252698"/>
                    <a:pt x="24670" y="214027"/>
                  </a:cubicBezTo>
                  <a:lnTo>
                    <a:pt x="183642" y="214027"/>
                  </a:lnTo>
                  <a:cubicBezTo>
                    <a:pt x="177832" y="252698"/>
                    <a:pt x="144399" y="282416"/>
                    <a:pt x="104203" y="282416"/>
                  </a:cubicBezTo>
                  <a:close/>
                  <a:moveTo>
                    <a:pt x="64198" y="190214"/>
                  </a:moveTo>
                  <a:lnTo>
                    <a:pt x="104108" y="81343"/>
                  </a:lnTo>
                  <a:lnTo>
                    <a:pt x="144018" y="190214"/>
                  </a:lnTo>
                  <a:lnTo>
                    <a:pt x="64198" y="190214"/>
                  </a:lnTo>
                  <a:close/>
                  <a:moveTo>
                    <a:pt x="263747" y="69628"/>
                  </a:moveTo>
                  <a:cubicBezTo>
                    <a:pt x="251079" y="69628"/>
                    <a:pt x="240792" y="59341"/>
                    <a:pt x="240792" y="46672"/>
                  </a:cubicBezTo>
                  <a:cubicBezTo>
                    <a:pt x="240792" y="34004"/>
                    <a:pt x="251079" y="23717"/>
                    <a:pt x="263747" y="23717"/>
                  </a:cubicBezTo>
                  <a:cubicBezTo>
                    <a:pt x="276416" y="23717"/>
                    <a:pt x="286703" y="34004"/>
                    <a:pt x="286703" y="46672"/>
                  </a:cubicBezTo>
                  <a:cubicBezTo>
                    <a:pt x="286703" y="59341"/>
                    <a:pt x="276416" y="69628"/>
                    <a:pt x="263747" y="69628"/>
                  </a:cubicBezTo>
                  <a:close/>
                  <a:moveTo>
                    <a:pt x="423577" y="81343"/>
                  </a:moveTo>
                  <a:lnTo>
                    <a:pt x="463487" y="190214"/>
                  </a:lnTo>
                  <a:lnTo>
                    <a:pt x="383667" y="190214"/>
                  </a:lnTo>
                  <a:lnTo>
                    <a:pt x="423577" y="81343"/>
                  </a:lnTo>
                  <a:close/>
                  <a:moveTo>
                    <a:pt x="423577" y="282416"/>
                  </a:moveTo>
                  <a:cubicBezTo>
                    <a:pt x="383286" y="282416"/>
                    <a:pt x="349853" y="252698"/>
                    <a:pt x="344138" y="214027"/>
                  </a:cubicBezTo>
                  <a:lnTo>
                    <a:pt x="503111" y="214027"/>
                  </a:lnTo>
                  <a:cubicBezTo>
                    <a:pt x="497300" y="252698"/>
                    <a:pt x="463868" y="282416"/>
                    <a:pt x="423672" y="28241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66" name="Google Shape;4266;p99"/>
          <p:cNvGrpSpPr/>
          <p:nvPr/>
        </p:nvGrpSpPr>
        <p:grpSpPr>
          <a:xfrm>
            <a:off x="1287732" y="3327313"/>
            <a:ext cx="214205" cy="292069"/>
            <a:chOff x="4721443" y="1148750"/>
            <a:chExt cx="380809" cy="519234"/>
          </a:xfrm>
        </p:grpSpPr>
        <p:sp>
          <p:nvSpPr>
            <p:cNvPr id="4267" name="Google Shape;4267;p99"/>
            <p:cNvSpPr/>
            <p:nvPr/>
          </p:nvSpPr>
          <p:spPr>
            <a:xfrm>
              <a:off x="4805358" y="1293027"/>
              <a:ext cx="71651" cy="78476"/>
            </a:xfrm>
            <a:custGeom>
              <a:avLst/>
              <a:gdLst/>
              <a:ahLst/>
              <a:cxnLst/>
              <a:rect l="l" t="t" r="r" b="b"/>
              <a:pathLst>
                <a:path w="71651" h="78476" extrusionOk="0">
                  <a:moveTo>
                    <a:pt x="71057" y="43201"/>
                  </a:moveTo>
                  <a:cubicBezTo>
                    <a:pt x="71533" y="41773"/>
                    <a:pt x="71723" y="40344"/>
                    <a:pt x="71628" y="38915"/>
                  </a:cubicBezTo>
                  <a:cubicBezTo>
                    <a:pt x="71628" y="37867"/>
                    <a:pt x="71438" y="36820"/>
                    <a:pt x="71152" y="35772"/>
                  </a:cubicBezTo>
                  <a:cubicBezTo>
                    <a:pt x="70295" y="32533"/>
                    <a:pt x="68104" y="29676"/>
                    <a:pt x="64961" y="27771"/>
                  </a:cubicBezTo>
                  <a:lnTo>
                    <a:pt x="19907" y="1768"/>
                  </a:lnTo>
                  <a:cubicBezTo>
                    <a:pt x="13526" y="-1852"/>
                    <a:pt x="5429" y="244"/>
                    <a:pt x="1810" y="6625"/>
                  </a:cubicBezTo>
                  <a:cubicBezTo>
                    <a:pt x="-1905" y="13007"/>
                    <a:pt x="286" y="21103"/>
                    <a:pt x="6668" y="24723"/>
                  </a:cubicBezTo>
                  <a:lnTo>
                    <a:pt x="31814" y="39296"/>
                  </a:lnTo>
                  <a:lnTo>
                    <a:pt x="6668" y="53774"/>
                  </a:lnTo>
                  <a:cubicBezTo>
                    <a:pt x="286" y="57489"/>
                    <a:pt x="-1810" y="65585"/>
                    <a:pt x="1810" y="71872"/>
                  </a:cubicBezTo>
                  <a:cubicBezTo>
                    <a:pt x="5429" y="78158"/>
                    <a:pt x="13526" y="80349"/>
                    <a:pt x="19907" y="76729"/>
                  </a:cubicBezTo>
                  <a:lnTo>
                    <a:pt x="64961" y="50726"/>
                  </a:lnTo>
                  <a:cubicBezTo>
                    <a:pt x="68009" y="49012"/>
                    <a:pt x="70104" y="46249"/>
                    <a:pt x="71057" y="431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68" name="Google Shape;4268;p99"/>
            <p:cNvSpPr/>
            <p:nvPr/>
          </p:nvSpPr>
          <p:spPr>
            <a:xfrm>
              <a:off x="4829403" y="1225548"/>
              <a:ext cx="71585" cy="78526"/>
            </a:xfrm>
            <a:custGeom>
              <a:avLst/>
              <a:gdLst/>
              <a:ahLst/>
              <a:cxnLst/>
              <a:rect l="l" t="t" r="r" b="b"/>
              <a:pathLst>
                <a:path w="71585" h="78526" extrusionOk="0">
                  <a:moveTo>
                    <a:pt x="6530" y="50768"/>
                  </a:moveTo>
                  <a:lnTo>
                    <a:pt x="51583" y="76771"/>
                  </a:lnTo>
                  <a:cubicBezTo>
                    <a:pt x="53965" y="78200"/>
                    <a:pt x="56727" y="78677"/>
                    <a:pt x="59299" y="78486"/>
                  </a:cubicBezTo>
                  <a:cubicBezTo>
                    <a:pt x="66157" y="78010"/>
                    <a:pt x="71586" y="72200"/>
                    <a:pt x="71586" y="65246"/>
                  </a:cubicBezTo>
                  <a:lnTo>
                    <a:pt x="71586" y="13240"/>
                  </a:lnTo>
                  <a:cubicBezTo>
                    <a:pt x="71586" y="5905"/>
                    <a:pt x="65680" y="0"/>
                    <a:pt x="58346" y="0"/>
                  </a:cubicBezTo>
                  <a:cubicBezTo>
                    <a:pt x="51012" y="0"/>
                    <a:pt x="45106" y="5905"/>
                    <a:pt x="45106" y="13240"/>
                  </a:cubicBezTo>
                  <a:lnTo>
                    <a:pt x="45106" y="42386"/>
                  </a:lnTo>
                  <a:lnTo>
                    <a:pt x="19865" y="27813"/>
                  </a:lnTo>
                  <a:cubicBezTo>
                    <a:pt x="13579" y="24098"/>
                    <a:pt x="5387" y="26289"/>
                    <a:pt x="1768" y="32671"/>
                  </a:cubicBezTo>
                  <a:cubicBezTo>
                    <a:pt x="-1852" y="39053"/>
                    <a:pt x="244" y="47149"/>
                    <a:pt x="6625" y="5076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69" name="Google Shape;4269;p99"/>
            <p:cNvSpPr/>
            <p:nvPr/>
          </p:nvSpPr>
          <p:spPr>
            <a:xfrm>
              <a:off x="4922611" y="1225548"/>
              <a:ext cx="71585" cy="78521"/>
            </a:xfrm>
            <a:custGeom>
              <a:avLst/>
              <a:gdLst/>
              <a:ahLst/>
              <a:cxnLst/>
              <a:rect l="l" t="t" r="r" b="b"/>
              <a:pathLst>
                <a:path w="71585" h="78521" extrusionOk="0">
                  <a:moveTo>
                    <a:pt x="12192" y="78486"/>
                  </a:moveTo>
                  <a:cubicBezTo>
                    <a:pt x="14764" y="78677"/>
                    <a:pt x="17431" y="78105"/>
                    <a:pt x="19907" y="76771"/>
                  </a:cubicBezTo>
                  <a:lnTo>
                    <a:pt x="64960" y="50768"/>
                  </a:lnTo>
                  <a:cubicBezTo>
                    <a:pt x="71342" y="47054"/>
                    <a:pt x="73438" y="38957"/>
                    <a:pt x="69818" y="32671"/>
                  </a:cubicBezTo>
                  <a:cubicBezTo>
                    <a:pt x="66199" y="26289"/>
                    <a:pt x="58007" y="24194"/>
                    <a:pt x="51721" y="27813"/>
                  </a:cubicBezTo>
                  <a:lnTo>
                    <a:pt x="26479" y="42386"/>
                  </a:lnTo>
                  <a:lnTo>
                    <a:pt x="26479" y="13240"/>
                  </a:lnTo>
                  <a:cubicBezTo>
                    <a:pt x="26479" y="5905"/>
                    <a:pt x="20574" y="0"/>
                    <a:pt x="13240" y="0"/>
                  </a:cubicBezTo>
                  <a:cubicBezTo>
                    <a:pt x="5905" y="0"/>
                    <a:pt x="0" y="5905"/>
                    <a:pt x="0" y="13240"/>
                  </a:cubicBezTo>
                  <a:lnTo>
                    <a:pt x="0" y="65246"/>
                  </a:lnTo>
                  <a:cubicBezTo>
                    <a:pt x="0" y="72200"/>
                    <a:pt x="5429" y="78010"/>
                    <a:pt x="12287" y="7848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70" name="Google Shape;4270;p99"/>
            <p:cNvSpPr/>
            <p:nvPr/>
          </p:nvSpPr>
          <p:spPr>
            <a:xfrm>
              <a:off x="4829308" y="1360572"/>
              <a:ext cx="71585" cy="78621"/>
            </a:xfrm>
            <a:custGeom>
              <a:avLst/>
              <a:gdLst/>
              <a:ahLst/>
              <a:cxnLst/>
              <a:rect l="l" t="t" r="r" b="b"/>
              <a:pathLst>
                <a:path w="71585" h="78621" extrusionOk="0">
                  <a:moveTo>
                    <a:pt x="59394" y="40"/>
                  </a:moveTo>
                  <a:cubicBezTo>
                    <a:pt x="56822" y="-150"/>
                    <a:pt x="54155" y="326"/>
                    <a:pt x="51679" y="1755"/>
                  </a:cubicBezTo>
                  <a:lnTo>
                    <a:pt x="6625" y="27758"/>
                  </a:lnTo>
                  <a:cubicBezTo>
                    <a:pt x="244" y="31473"/>
                    <a:pt x="-1852" y="39569"/>
                    <a:pt x="1768" y="45951"/>
                  </a:cubicBezTo>
                  <a:cubicBezTo>
                    <a:pt x="5482" y="52332"/>
                    <a:pt x="13579" y="54428"/>
                    <a:pt x="19865" y="50808"/>
                  </a:cubicBezTo>
                  <a:lnTo>
                    <a:pt x="45106" y="36235"/>
                  </a:lnTo>
                  <a:lnTo>
                    <a:pt x="45106" y="65382"/>
                  </a:lnTo>
                  <a:cubicBezTo>
                    <a:pt x="45106" y="72716"/>
                    <a:pt x="51012" y="78621"/>
                    <a:pt x="58346" y="78621"/>
                  </a:cubicBezTo>
                  <a:cubicBezTo>
                    <a:pt x="65680" y="78621"/>
                    <a:pt x="71586" y="72716"/>
                    <a:pt x="71586" y="65382"/>
                  </a:cubicBezTo>
                  <a:lnTo>
                    <a:pt x="71586" y="13375"/>
                  </a:lnTo>
                  <a:cubicBezTo>
                    <a:pt x="71586" y="6422"/>
                    <a:pt x="66157" y="612"/>
                    <a:pt x="59299" y="13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71" name="Google Shape;4271;p99"/>
            <p:cNvSpPr/>
            <p:nvPr/>
          </p:nvSpPr>
          <p:spPr>
            <a:xfrm>
              <a:off x="4886797" y="1307558"/>
              <a:ext cx="49720" cy="49625"/>
            </a:xfrm>
            <a:custGeom>
              <a:avLst/>
              <a:gdLst/>
              <a:ahLst/>
              <a:cxnLst/>
              <a:rect l="l" t="t" r="r" b="b"/>
              <a:pathLst>
                <a:path w="49720" h="49625" extrusionOk="0">
                  <a:moveTo>
                    <a:pt x="49720" y="27527"/>
                  </a:moveTo>
                  <a:lnTo>
                    <a:pt x="49720" y="22003"/>
                  </a:lnTo>
                  <a:cubicBezTo>
                    <a:pt x="49720" y="21241"/>
                    <a:pt x="49244" y="20193"/>
                    <a:pt x="48768" y="19621"/>
                  </a:cubicBezTo>
                  <a:lnTo>
                    <a:pt x="30004" y="953"/>
                  </a:lnTo>
                  <a:cubicBezTo>
                    <a:pt x="29432" y="381"/>
                    <a:pt x="28385" y="0"/>
                    <a:pt x="27622" y="0"/>
                  </a:cubicBezTo>
                  <a:lnTo>
                    <a:pt x="22098" y="0"/>
                  </a:lnTo>
                  <a:cubicBezTo>
                    <a:pt x="21336" y="0"/>
                    <a:pt x="20288" y="476"/>
                    <a:pt x="19717" y="953"/>
                  </a:cubicBezTo>
                  <a:lnTo>
                    <a:pt x="953" y="19621"/>
                  </a:lnTo>
                  <a:cubicBezTo>
                    <a:pt x="381" y="20193"/>
                    <a:pt x="0" y="21241"/>
                    <a:pt x="0" y="22003"/>
                  </a:cubicBezTo>
                  <a:lnTo>
                    <a:pt x="0" y="27527"/>
                  </a:lnTo>
                  <a:cubicBezTo>
                    <a:pt x="0" y="28289"/>
                    <a:pt x="476" y="29337"/>
                    <a:pt x="953" y="29908"/>
                  </a:cubicBezTo>
                  <a:lnTo>
                    <a:pt x="19717" y="48578"/>
                  </a:lnTo>
                  <a:cubicBezTo>
                    <a:pt x="20288" y="49149"/>
                    <a:pt x="21336" y="49625"/>
                    <a:pt x="22098" y="49625"/>
                  </a:cubicBezTo>
                  <a:lnTo>
                    <a:pt x="27622" y="49625"/>
                  </a:lnTo>
                  <a:cubicBezTo>
                    <a:pt x="28385" y="49625"/>
                    <a:pt x="29432" y="49149"/>
                    <a:pt x="30004" y="48578"/>
                  </a:cubicBezTo>
                  <a:lnTo>
                    <a:pt x="48768" y="29908"/>
                  </a:lnTo>
                  <a:cubicBezTo>
                    <a:pt x="49340" y="29337"/>
                    <a:pt x="49720" y="28289"/>
                    <a:pt x="49720" y="27527"/>
                  </a:cubicBezTo>
                  <a:close/>
                  <a:moveTo>
                    <a:pt x="33814" y="24860"/>
                  </a:moveTo>
                  <a:cubicBezTo>
                    <a:pt x="33814" y="25622"/>
                    <a:pt x="33338" y="26670"/>
                    <a:pt x="32861" y="27242"/>
                  </a:cubicBezTo>
                  <a:lnTo>
                    <a:pt x="27432" y="32671"/>
                  </a:lnTo>
                  <a:cubicBezTo>
                    <a:pt x="26861" y="33242"/>
                    <a:pt x="25813" y="33623"/>
                    <a:pt x="25051" y="33623"/>
                  </a:cubicBezTo>
                  <a:lnTo>
                    <a:pt x="24860" y="33623"/>
                  </a:lnTo>
                  <a:cubicBezTo>
                    <a:pt x="24098" y="33623"/>
                    <a:pt x="23051" y="33147"/>
                    <a:pt x="22479" y="32671"/>
                  </a:cubicBezTo>
                  <a:lnTo>
                    <a:pt x="17050" y="27242"/>
                  </a:lnTo>
                  <a:cubicBezTo>
                    <a:pt x="16478" y="26670"/>
                    <a:pt x="16097" y="25622"/>
                    <a:pt x="16097" y="24860"/>
                  </a:cubicBezTo>
                  <a:lnTo>
                    <a:pt x="16097" y="24670"/>
                  </a:lnTo>
                  <a:cubicBezTo>
                    <a:pt x="16097" y="23908"/>
                    <a:pt x="16478" y="22860"/>
                    <a:pt x="17050" y="22289"/>
                  </a:cubicBezTo>
                  <a:lnTo>
                    <a:pt x="22479" y="16859"/>
                  </a:lnTo>
                  <a:cubicBezTo>
                    <a:pt x="23051" y="16288"/>
                    <a:pt x="24098" y="15907"/>
                    <a:pt x="24860" y="15907"/>
                  </a:cubicBezTo>
                  <a:lnTo>
                    <a:pt x="25051" y="15907"/>
                  </a:lnTo>
                  <a:cubicBezTo>
                    <a:pt x="25813" y="15907"/>
                    <a:pt x="26861" y="16383"/>
                    <a:pt x="27432" y="16859"/>
                  </a:cubicBezTo>
                  <a:lnTo>
                    <a:pt x="32861" y="22289"/>
                  </a:lnTo>
                  <a:cubicBezTo>
                    <a:pt x="33433" y="22860"/>
                    <a:pt x="33814" y="23908"/>
                    <a:pt x="33814" y="24670"/>
                  </a:cubicBezTo>
                  <a:lnTo>
                    <a:pt x="33814" y="2486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72" name="Google Shape;4272;p99"/>
            <p:cNvSpPr/>
            <p:nvPr/>
          </p:nvSpPr>
          <p:spPr>
            <a:xfrm>
              <a:off x="4922516" y="1360572"/>
              <a:ext cx="71585" cy="78526"/>
            </a:xfrm>
            <a:custGeom>
              <a:avLst/>
              <a:gdLst/>
              <a:ahLst/>
              <a:cxnLst/>
              <a:rect l="l" t="t" r="r" b="b"/>
              <a:pathLst>
                <a:path w="71585" h="78526" extrusionOk="0">
                  <a:moveTo>
                    <a:pt x="65056" y="27758"/>
                  </a:moveTo>
                  <a:lnTo>
                    <a:pt x="20002" y="1755"/>
                  </a:lnTo>
                  <a:cubicBezTo>
                    <a:pt x="17621" y="326"/>
                    <a:pt x="14859" y="-150"/>
                    <a:pt x="12287" y="40"/>
                  </a:cubicBezTo>
                  <a:cubicBezTo>
                    <a:pt x="5429" y="516"/>
                    <a:pt x="0" y="6231"/>
                    <a:pt x="0" y="13280"/>
                  </a:cubicBezTo>
                  <a:lnTo>
                    <a:pt x="0" y="65286"/>
                  </a:lnTo>
                  <a:cubicBezTo>
                    <a:pt x="0" y="72621"/>
                    <a:pt x="5905" y="78526"/>
                    <a:pt x="13240" y="78526"/>
                  </a:cubicBezTo>
                  <a:cubicBezTo>
                    <a:pt x="20574" y="78526"/>
                    <a:pt x="26479" y="72621"/>
                    <a:pt x="26479" y="65286"/>
                  </a:cubicBezTo>
                  <a:lnTo>
                    <a:pt x="26479" y="36140"/>
                  </a:lnTo>
                  <a:lnTo>
                    <a:pt x="51721" y="50713"/>
                  </a:lnTo>
                  <a:cubicBezTo>
                    <a:pt x="58102" y="54428"/>
                    <a:pt x="66199" y="52237"/>
                    <a:pt x="69818" y="45855"/>
                  </a:cubicBezTo>
                  <a:cubicBezTo>
                    <a:pt x="73438" y="39474"/>
                    <a:pt x="71342" y="31377"/>
                    <a:pt x="64960" y="2766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73" name="Google Shape;4273;p99"/>
            <p:cNvSpPr/>
            <p:nvPr/>
          </p:nvSpPr>
          <p:spPr>
            <a:xfrm>
              <a:off x="4946423" y="1293027"/>
              <a:ext cx="71532" cy="78592"/>
            </a:xfrm>
            <a:custGeom>
              <a:avLst/>
              <a:gdLst/>
              <a:ahLst/>
              <a:cxnLst/>
              <a:rect l="l" t="t" r="r" b="b"/>
              <a:pathLst>
                <a:path w="71532" h="78592" extrusionOk="0">
                  <a:moveTo>
                    <a:pt x="69818" y="6625"/>
                  </a:moveTo>
                  <a:cubicBezTo>
                    <a:pt x="66104" y="244"/>
                    <a:pt x="58007" y="-1852"/>
                    <a:pt x="51721" y="1768"/>
                  </a:cubicBezTo>
                  <a:lnTo>
                    <a:pt x="6668" y="27771"/>
                  </a:lnTo>
                  <a:cubicBezTo>
                    <a:pt x="3524" y="29581"/>
                    <a:pt x="1429" y="32533"/>
                    <a:pt x="476" y="35772"/>
                  </a:cubicBezTo>
                  <a:cubicBezTo>
                    <a:pt x="191" y="36820"/>
                    <a:pt x="0" y="37867"/>
                    <a:pt x="0" y="38915"/>
                  </a:cubicBezTo>
                  <a:cubicBezTo>
                    <a:pt x="0" y="40344"/>
                    <a:pt x="191" y="41773"/>
                    <a:pt x="572" y="43201"/>
                  </a:cubicBezTo>
                  <a:cubicBezTo>
                    <a:pt x="1524" y="46249"/>
                    <a:pt x="3620" y="49012"/>
                    <a:pt x="6572" y="50821"/>
                  </a:cubicBezTo>
                  <a:lnTo>
                    <a:pt x="51626" y="76825"/>
                  </a:lnTo>
                  <a:cubicBezTo>
                    <a:pt x="57912" y="80444"/>
                    <a:pt x="66104" y="78349"/>
                    <a:pt x="69723" y="71967"/>
                  </a:cubicBezTo>
                  <a:cubicBezTo>
                    <a:pt x="73438" y="65585"/>
                    <a:pt x="71247" y="57489"/>
                    <a:pt x="64865" y="53869"/>
                  </a:cubicBezTo>
                  <a:lnTo>
                    <a:pt x="39719" y="39391"/>
                  </a:lnTo>
                  <a:lnTo>
                    <a:pt x="64865" y="24818"/>
                  </a:lnTo>
                  <a:cubicBezTo>
                    <a:pt x="71247" y="21103"/>
                    <a:pt x="73438" y="13007"/>
                    <a:pt x="69723" y="672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74" name="Google Shape;4274;p99"/>
            <p:cNvSpPr/>
            <p:nvPr/>
          </p:nvSpPr>
          <p:spPr>
            <a:xfrm>
              <a:off x="4721443" y="1148750"/>
              <a:ext cx="380809" cy="519234"/>
            </a:xfrm>
            <a:custGeom>
              <a:avLst/>
              <a:gdLst/>
              <a:ahLst/>
              <a:cxnLst/>
              <a:rect l="l" t="t" r="r" b="b"/>
              <a:pathLst>
                <a:path w="380809" h="519234" extrusionOk="0">
                  <a:moveTo>
                    <a:pt x="365855" y="146045"/>
                  </a:moveTo>
                  <a:cubicBezTo>
                    <a:pt x="361855" y="140044"/>
                    <a:pt x="358045" y="134329"/>
                    <a:pt x="356425" y="129186"/>
                  </a:cubicBezTo>
                  <a:cubicBezTo>
                    <a:pt x="354616" y="123661"/>
                    <a:pt x="354330" y="116517"/>
                    <a:pt x="353949" y="108993"/>
                  </a:cubicBezTo>
                  <a:cubicBezTo>
                    <a:pt x="353378" y="96515"/>
                    <a:pt x="352711" y="82418"/>
                    <a:pt x="344519" y="71083"/>
                  </a:cubicBezTo>
                  <a:cubicBezTo>
                    <a:pt x="336233" y="59653"/>
                    <a:pt x="322897" y="54700"/>
                    <a:pt x="311182" y="50319"/>
                  </a:cubicBezTo>
                  <a:cubicBezTo>
                    <a:pt x="304229" y="47747"/>
                    <a:pt x="297656" y="45270"/>
                    <a:pt x="292989" y="41841"/>
                  </a:cubicBezTo>
                  <a:cubicBezTo>
                    <a:pt x="288417" y="38508"/>
                    <a:pt x="284131" y="33078"/>
                    <a:pt x="279559" y="27363"/>
                  </a:cubicBezTo>
                  <a:cubicBezTo>
                    <a:pt x="271748" y="17457"/>
                    <a:pt x="262890" y="6313"/>
                    <a:pt x="249269" y="1932"/>
                  </a:cubicBezTo>
                  <a:cubicBezTo>
                    <a:pt x="236125" y="-2355"/>
                    <a:pt x="222695" y="1360"/>
                    <a:pt x="210788" y="4694"/>
                  </a:cubicBezTo>
                  <a:cubicBezTo>
                    <a:pt x="203454" y="6694"/>
                    <a:pt x="196501" y="8599"/>
                    <a:pt x="190405" y="8599"/>
                  </a:cubicBezTo>
                  <a:cubicBezTo>
                    <a:pt x="184309" y="8599"/>
                    <a:pt x="177355" y="6694"/>
                    <a:pt x="170021" y="4694"/>
                  </a:cubicBezTo>
                  <a:cubicBezTo>
                    <a:pt x="158115" y="1455"/>
                    <a:pt x="144590" y="-2259"/>
                    <a:pt x="131540" y="1932"/>
                  </a:cubicBezTo>
                  <a:cubicBezTo>
                    <a:pt x="117919" y="6313"/>
                    <a:pt x="109061" y="17553"/>
                    <a:pt x="101251" y="27363"/>
                  </a:cubicBezTo>
                  <a:cubicBezTo>
                    <a:pt x="96679" y="33174"/>
                    <a:pt x="92392" y="38603"/>
                    <a:pt x="87820" y="41841"/>
                  </a:cubicBezTo>
                  <a:cubicBezTo>
                    <a:pt x="83153" y="45175"/>
                    <a:pt x="76581" y="47652"/>
                    <a:pt x="69628" y="50319"/>
                  </a:cubicBezTo>
                  <a:cubicBezTo>
                    <a:pt x="57912" y="54700"/>
                    <a:pt x="44577" y="59748"/>
                    <a:pt x="36290" y="71083"/>
                  </a:cubicBezTo>
                  <a:cubicBezTo>
                    <a:pt x="28099" y="82418"/>
                    <a:pt x="27432" y="96515"/>
                    <a:pt x="26860" y="108993"/>
                  </a:cubicBezTo>
                  <a:cubicBezTo>
                    <a:pt x="26479" y="116517"/>
                    <a:pt x="26194" y="123566"/>
                    <a:pt x="24384" y="129186"/>
                  </a:cubicBezTo>
                  <a:cubicBezTo>
                    <a:pt x="22669" y="134329"/>
                    <a:pt x="18955" y="140044"/>
                    <a:pt x="14954" y="146045"/>
                  </a:cubicBezTo>
                  <a:cubicBezTo>
                    <a:pt x="7906" y="156618"/>
                    <a:pt x="0" y="168524"/>
                    <a:pt x="0" y="183097"/>
                  </a:cubicBezTo>
                  <a:cubicBezTo>
                    <a:pt x="0" y="197670"/>
                    <a:pt x="7906" y="209577"/>
                    <a:pt x="14954" y="220149"/>
                  </a:cubicBezTo>
                  <a:cubicBezTo>
                    <a:pt x="18955" y="226150"/>
                    <a:pt x="22765" y="231865"/>
                    <a:pt x="24384" y="237009"/>
                  </a:cubicBezTo>
                  <a:cubicBezTo>
                    <a:pt x="26194" y="242533"/>
                    <a:pt x="26479" y="249677"/>
                    <a:pt x="26860" y="257202"/>
                  </a:cubicBezTo>
                  <a:cubicBezTo>
                    <a:pt x="27432" y="269679"/>
                    <a:pt x="28099" y="283776"/>
                    <a:pt x="36290" y="295111"/>
                  </a:cubicBezTo>
                  <a:cubicBezTo>
                    <a:pt x="44577" y="306541"/>
                    <a:pt x="57912" y="311494"/>
                    <a:pt x="69628" y="315876"/>
                  </a:cubicBezTo>
                  <a:cubicBezTo>
                    <a:pt x="72866" y="317114"/>
                    <a:pt x="76105" y="318352"/>
                    <a:pt x="78962" y="319590"/>
                  </a:cubicBezTo>
                  <a:lnTo>
                    <a:pt x="29242" y="470847"/>
                  </a:lnTo>
                  <a:cubicBezTo>
                    <a:pt x="28099" y="474467"/>
                    <a:pt x="28384" y="478277"/>
                    <a:pt x="30099" y="481706"/>
                  </a:cubicBezTo>
                  <a:cubicBezTo>
                    <a:pt x="31813" y="485135"/>
                    <a:pt x="34766" y="487611"/>
                    <a:pt x="38386" y="488754"/>
                  </a:cubicBezTo>
                  <a:cubicBezTo>
                    <a:pt x="41148" y="489612"/>
                    <a:pt x="44196" y="489516"/>
                    <a:pt x="46863" y="488373"/>
                  </a:cubicBezTo>
                  <a:lnTo>
                    <a:pt x="95536" y="467228"/>
                  </a:lnTo>
                  <a:lnTo>
                    <a:pt x="122396" y="513043"/>
                  </a:lnTo>
                  <a:cubicBezTo>
                    <a:pt x="123825" y="515520"/>
                    <a:pt x="126206" y="517425"/>
                    <a:pt x="128968" y="518377"/>
                  </a:cubicBezTo>
                  <a:cubicBezTo>
                    <a:pt x="130397" y="518853"/>
                    <a:pt x="131921" y="519139"/>
                    <a:pt x="133350" y="519139"/>
                  </a:cubicBezTo>
                  <a:cubicBezTo>
                    <a:pt x="135541" y="519139"/>
                    <a:pt x="137731" y="518663"/>
                    <a:pt x="139732" y="517615"/>
                  </a:cubicBezTo>
                  <a:cubicBezTo>
                    <a:pt x="143066" y="515901"/>
                    <a:pt x="145637" y="512948"/>
                    <a:pt x="146780" y="509424"/>
                  </a:cubicBezTo>
                  <a:lnTo>
                    <a:pt x="191548" y="373216"/>
                  </a:lnTo>
                  <a:lnTo>
                    <a:pt x="236315" y="509424"/>
                  </a:lnTo>
                  <a:cubicBezTo>
                    <a:pt x="238316" y="515424"/>
                    <a:pt x="243840" y="519234"/>
                    <a:pt x="249841" y="519234"/>
                  </a:cubicBezTo>
                  <a:cubicBezTo>
                    <a:pt x="251270" y="519234"/>
                    <a:pt x="252794" y="519044"/>
                    <a:pt x="254222" y="518568"/>
                  </a:cubicBezTo>
                  <a:cubicBezTo>
                    <a:pt x="256985" y="517615"/>
                    <a:pt x="259366" y="515805"/>
                    <a:pt x="260795" y="513234"/>
                  </a:cubicBezTo>
                  <a:lnTo>
                    <a:pt x="287655" y="467418"/>
                  </a:lnTo>
                  <a:lnTo>
                    <a:pt x="336328" y="488564"/>
                  </a:lnTo>
                  <a:cubicBezTo>
                    <a:pt x="338995" y="489707"/>
                    <a:pt x="342043" y="489897"/>
                    <a:pt x="344805" y="488945"/>
                  </a:cubicBezTo>
                  <a:cubicBezTo>
                    <a:pt x="348424" y="487802"/>
                    <a:pt x="351282" y="485230"/>
                    <a:pt x="352997" y="481896"/>
                  </a:cubicBezTo>
                  <a:cubicBezTo>
                    <a:pt x="354711" y="478467"/>
                    <a:pt x="354997" y="474657"/>
                    <a:pt x="353854" y="471038"/>
                  </a:cubicBezTo>
                  <a:lnTo>
                    <a:pt x="303847" y="319019"/>
                  </a:lnTo>
                  <a:cubicBezTo>
                    <a:pt x="306229" y="318066"/>
                    <a:pt x="308610" y="317114"/>
                    <a:pt x="311182" y="316161"/>
                  </a:cubicBezTo>
                  <a:cubicBezTo>
                    <a:pt x="322897" y="311780"/>
                    <a:pt x="336233" y="306827"/>
                    <a:pt x="344519" y="295397"/>
                  </a:cubicBezTo>
                  <a:cubicBezTo>
                    <a:pt x="352711" y="284062"/>
                    <a:pt x="353378" y="269965"/>
                    <a:pt x="353949" y="257487"/>
                  </a:cubicBezTo>
                  <a:cubicBezTo>
                    <a:pt x="354330" y="249963"/>
                    <a:pt x="354616" y="242914"/>
                    <a:pt x="356425" y="237294"/>
                  </a:cubicBezTo>
                  <a:cubicBezTo>
                    <a:pt x="358140" y="232151"/>
                    <a:pt x="361855" y="226436"/>
                    <a:pt x="365855" y="220435"/>
                  </a:cubicBezTo>
                  <a:cubicBezTo>
                    <a:pt x="372904" y="209862"/>
                    <a:pt x="380810" y="197956"/>
                    <a:pt x="380810" y="183383"/>
                  </a:cubicBezTo>
                  <a:cubicBezTo>
                    <a:pt x="380810" y="168810"/>
                    <a:pt x="372904" y="156903"/>
                    <a:pt x="365855" y="146331"/>
                  </a:cubicBezTo>
                  <a:close/>
                  <a:moveTo>
                    <a:pt x="130969" y="480849"/>
                  </a:moveTo>
                  <a:lnTo>
                    <a:pt x="110585" y="446082"/>
                  </a:lnTo>
                  <a:cubicBezTo>
                    <a:pt x="108394" y="442368"/>
                    <a:pt x="104394" y="440177"/>
                    <a:pt x="100298" y="440177"/>
                  </a:cubicBezTo>
                  <a:cubicBezTo>
                    <a:pt x="98679" y="440177"/>
                    <a:pt x="97060" y="440463"/>
                    <a:pt x="95536" y="441129"/>
                  </a:cubicBezTo>
                  <a:lnTo>
                    <a:pt x="58674" y="457131"/>
                  </a:lnTo>
                  <a:lnTo>
                    <a:pt x="98584" y="335688"/>
                  </a:lnTo>
                  <a:cubicBezTo>
                    <a:pt x="99441" y="336735"/>
                    <a:pt x="100203" y="337688"/>
                    <a:pt x="101060" y="338831"/>
                  </a:cubicBezTo>
                  <a:cubicBezTo>
                    <a:pt x="108871" y="348737"/>
                    <a:pt x="117729" y="359881"/>
                    <a:pt x="131350" y="364263"/>
                  </a:cubicBezTo>
                  <a:cubicBezTo>
                    <a:pt x="136303" y="365882"/>
                    <a:pt x="141351" y="366358"/>
                    <a:pt x="146304" y="366168"/>
                  </a:cubicBezTo>
                  <a:cubicBezTo>
                    <a:pt x="154496" y="365977"/>
                    <a:pt x="162497" y="363882"/>
                    <a:pt x="170021" y="361881"/>
                  </a:cubicBezTo>
                  <a:lnTo>
                    <a:pt x="130874" y="480849"/>
                  </a:lnTo>
                  <a:close/>
                  <a:moveTo>
                    <a:pt x="287369" y="441129"/>
                  </a:moveTo>
                  <a:cubicBezTo>
                    <a:pt x="281845" y="438748"/>
                    <a:pt x="275368" y="440844"/>
                    <a:pt x="272320" y="445987"/>
                  </a:cubicBezTo>
                  <a:lnTo>
                    <a:pt x="251936" y="480753"/>
                  </a:lnTo>
                  <a:lnTo>
                    <a:pt x="212884" y="362167"/>
                  </a:lnTo>
                  <a:cubicBezTo>
                    <a:pt x="220313" y="364167"/>
                    <a:pt x="228314" y="366168"/>
                    <a:pt x="236411" y="366168"/>
                  </a:cubicBezTo>
                  <a:cubicBezTo>
                    <a:pt x="236696" y="366168"/>
                    <a:pt x="236982" y="366168"/>
                    <a:pt x="237172" y="366168"/>
                  </a:cubicBezTo>
                  <a:cubicBezTo>
                    <a:pt x="241554" y="366168"/>
                    <a:pt x="245936" y="365691"/>
                    <a:pt x="250222" y="364263"/>
                  </a:cubicBezTo>
                  <a:cubicBezTo>
                    <a:pt x="263843" y="359881"/>
                    <a:pt x="272701" y="348642"/>
                    <a:pt x="280511" y="338831"/>
                  </a:cubicBezTo>
                  <a:cubicBezTo>
                    <a:pt x="281654" y="337402"/>
                    <a:pt x="282702" y="336069"/>
                    <a:pt x="283845" y="334735"/>
                  </a:cubicBezTo>
                  <a:lnTo>
                    <a:pt x="324136" y="457131"/>
                  </a:lnTo>
                  <a:lnTo>
                    <a:pt x="287274" y="441129"/>
                  </a:lnTo>
                  <a:close/>
                  <a:moveTo>
                    <a:pt x="346043" y="207005"/>
                  </a:moveTo>
                  <a:cubicBezTo>
                    <a:pt x="341281" y="214149"/>
                    <a:pt x="336423" y="221483"/>
                    <a:pt x="333756" y="229674"/>
                  </a:cubicBezTo>
                  <a:cubicBezTo>
                    <a:pt x="330994" y="238247"/>
                    <a:pt x="330518" y="247296"/>
                    <a:pt x="330137" y="256059"/>
                  </a:cubicBezTo>
                  <a:cubicBezTo>
                    <a:pt x="329660" y="266060"/>
                    <a:pt x="329184" y="275490"/>
                    <a:pt x="325184" y="281014"/>
                  </a:cubicBezTo>
                  <a:cubicBezTo>
                    <a:pt x="321088" y="286634"/>
                    <a:pt x="312134" y="289968"/>
                    <a:pt x="302800" y="293492"/>
                  </a:cubicBezTo>
                  <a:cubicBezTo>
                    <a:pt x="294608" y="296540"/>
                    <a:pt x="286226" y="299683"/>
                    <a:pt x="278987" y="305017"/>
                  </a:cubicBezTo>
                  <a:cubicBezTo>
                    <a:pt x="271844" y="310256"/>
                    <a:pt x="266319" y="317209"/>
                    <a:pt x="260890" y="323972"/>
                  </a:cubicBezTo>
                  <a:cubicBezTo>
                    <a:pt x="254603" y="331878"/>
                    <a:pt x="248602" y="339402"/>
                    <a:pt x="241840" y="341593"/>
                  </a:cubicBezTo>
                  <a:cubicBezTo>
                    <a:pt x="240411" y="342069"/>
                    <a:pt x="238792" y="342260"/>
                    <a:pt x="237077" y="342260"/>
                  </a:cubicBezTo>
                  <a:cubicBezTo>
                    <a:pt x="231553" y="342260"/>
                    <a:pt x="224980" y="340450"/>
                    <a:pt x="218027" y="338545"/>
                  </a:cubicBezTo>
                  <a:cubicBezTo>
                    <a:pt x="210979" y="336640"/>
                    <a:pt x="203645" y="334545"/>
                    <a:pt x="195929" y="333973"/>
                  </a:cubicBezTo>
                  <a:cubicBezTo>
                    <a:pt x="195358" y="333973"/>
                    <a:pt x="194691" y="333973"/>
                    <a:pt x="194120" y="333973"/>
                  </a:cubicBezTo>
                  <a:cubicBezTo>
                    <a:pt x="192786" y="333973"/>
                    <a:pt x="191452" y="333687"/>
                    <a:pt x="190119" y="333687"/>
                  </a:cubicBezTo>
                  <a:cubicBezTo>
                    <a:pt x="189071" y="333687"/>
                    <a:pt x="188024" y="333783"/>
                    <a:pt x="186880" y="333878"/>
                  </a:cubicBezTo>
                  <a:cubicBezTo>
                    <a:pt x="186880" y="333878"/>
                    <a:pt x="186690" y="333878"/>
                    <a:pt x="186595" y="333878"/>
                  </a:cubicBezTo>
                  <a:cubicBezTo>
                    <a:pt x="186595" y="333878"/>
                    <a:pt x="186404" y="333878"/>
                    <a:pt x="186404" y="333878"/>
                  </a:cubicBezTo>
                  <a:cubicBezTo>
                    <a:pt x="178499" y="334354"/>
                    <a:pt x="170783" y="336354"/>
                    <a:pt x="163449" y="338450"/>
                  </a:cubicBezTo>
                  <a:cubicBezTo>
                    <a:pt x="156591" y="340355"/>
                    <a:pt x="150019" y="342069"/>
                    <a:pt x="144590" y="342165"/>
                  </a:cubicBezTo>
                  <a:cubicBezTo>
                    <a:pt x="142875" y="342165"/>
                    <a:pt x="141256" y="341974"/>
                    <a:pt x="139732" y="341498"/>
                  </a:cubicBezTo>
                  <a:cubicBezTo>
                    <a:pt x="132969" y="339307"/>
                    <a:pt x="126968" y="331782"/>
                    <a:pt x="120682" y="323877"/>
                  </a:cubicBezTo>
                  <a:cubicBezTo>
                    <a:pt x="115348" y="317114"/>
                    <a:pt x="109728" y="310161"/>
                    <a:pt x="102679" y="304922"/>
                  </a:cubicBezTo>
                  <a:cubicBezTo>
                    <a:pt x="101727" y="304160"/>
                    <a:pt x="100679" y="303493"/>
                    <a:pt x="99631" y="302922"/>
                  </a:cubicBezTo>
                  <a:cubicBezTo>
                    <a:pt x="98489" y="302255"/>
                    <a:pt x="97345" y="301779"/>
                    <a:pt x="96107" y="301493"/>
                  </a:cubicBezTo>
                  <a:cubicBezTo>
                    <a:pt x="90202" y="298159"/>
                    <a:pt x="83820" y="295778"/>
                    <a:pt x="77629" y="293397"/>
                  </a:cubicBezTo>
                  <a:cubicBezTo>
                    <a:pt x="68199" y="289872"/>
                    <a:pt x="59341" y="286539"/>
                    <a:pt x="55245" y="280919"/>
                  </a:cubicBezTo>
                  <a:cubicBezTo>
                    <a:pt x="51244" y="275394"/>
                    <a:pt x="50768" y="265965"/>
                    <a:pt x="50292" y="255963"/>
                  </a:cubicBezTo>
                  <a:cubicBezTo>
                    <a:pt x="49911" y="247200"/>
                    <a:pt x="49435" y="238152"/>
                    <a:pt x="46672" y="229579"/>
                  </a:cubicBezTo>
                  <a:cubicBezTo>
                    <a:pt x="44005" y="221292"/>
                    <a:pt x="39148" y="213958"/>
                    <a:pt x="34385" y="206910"/>
                  </a:cubicBezTo>
                  <a:cubicBezTo>
                    <a:pt x="28765" y="198432"/>
                    <a:pt x="23431" y="190336"/>
                    <a:pt x="23431" y="183002"/>
                  </a:cubicBezTo>
                  <a:cubicBezTo>
                    <a:pt x="23431" y="175668"/>
                    <a:pt x="28765" y="167571"/>
                    <a:pt x="34385" y="159094"/>
                  </a:cubicBezTo>
                  <a:cubicBezTo>
                    <a:pt x="39148" y="151950"/>
                    <a:pt x="44005" y="144616"/>
                    <a:pt x="46672" y="136425"/>
                  </a:cubicBezTo>
                  <a:cubicBezTo>
                    <a:pt x="49435" y="127852"/>
                    <a:pt x="49911" y="118803"/>
                    <a:pt x="50292" y="110040"/>
                  </a:cubicBezTo>
                  <a:cubicBezTo>
                    <a:pt x="50768" y="100039"/>
                    <a:pt x="51244" y="90609"/>
                    <a:pt x="55245" y="85085"/>
                  </a:cubicBezTo>
                  <a:cubicBezTo>
                    <a:pt x="59341" y="79465"/>
                    <a:pt x="68294" y="76131"/>
                    <a:pt x="77724" y="72607"/>
                  </a:cubicBezTo>
                  <a:cubicBezTo>
                    <a:pt x="85916" y="69559"/>
                    <a:pt x="94298" y="66416"/>
                    <a:pt x="101537" y="61082"/>
                  </a:cubicBezTo>
                  <a:cubicBezTo>
                    <a:pt x="108680" y="55843"/>
                    <a:pt x="114205" y="48890"/>
                    <a:pt x="119634" y="42127"/>
                  </a:cubicBezTo>
                  <a:cubicBezTo>
                    <a:pt x="125920" y="34221"/>
                    <a:pt x="131921" y="26697"/>
                    <a:pt x="138684" y="24506"/>
                  </a:cubicBezTo>
                  <a:cubicBezTo>
                    <a:pt x="144971" y="22506"/>
                    <a:pt x="154019" y="24982"/>
                    <a:pt x="163544" y="27554"/>
                  </a:cubicBezTo>
                  <a:cubicBezTo>
                    <a:pt x="172117" y="29935"/>
                    <a:pt x="180975" y="32316"/>
                    <a:pt x="190214" y="32316"/>
                  </a:cubicBezTo>
                  <a:cubicBezTo>
                    <a:pt x="199453" y="32316"/>
                    <a:pt x="208312" y="29935"/>
                    <a:pt x="216884" y="27554"/>
                  </a:cubicBezTo>
                  <a:cubicBezTo>
                    <a:pt x="226409" y="24982"/>
                    <a:pt x="235458" y="22506"/>
                    <a:pt x="241745" y="24506"/>
                  </a:cubicBezTo>
                  <a:cubicBezTo>
                    <a:pt x="248507" y="26697"/>
                    <a:pt x="254508" y="34221"/>
                    <a:pt x="260795" y="42127"/>
                  </a:cubicBezTo>
                  <a:cubicBezTo>
                    <a:pt x="266129" y="48890"/>
                    <a:pt x="271748" y="55843"/>
                    <a:pt x="278892" y="61082"/>
                  </a:cubicBezTo>
                  <a:cubicBezTo>
                    <a:pt x="286131" y="66321"/>
                    <a:pt x="294608" y="69559"/>
                    <a:pt x="302705" y="72607"/>
                  </a:cubicBezTo>
                  <a:cubicBezTo>
                    <a:pt x="312134" y="76131"/>
                    <a:pt x="320993" y="79465"/>
                    <a:pt x="325184" y="85085"/>
                  </a:cubicBezTo>
                  <a:cubicBezTo>
                    <a:pt x="329184" y="90609"/>
                    <a:pt x="329660" y="100039"/>
                    <a:pt x="330137" y="110040"/>
                  </a:cubicBezTo>
                  <a:cubicBezTo>
                    <a:pt x="330518" y="118803"/>
                    <a:pt x="330994" y="127852"/>
                    <a:pt x="333756" y="136425"/>
                  </a:cubicBezTo>
                  <a:cubicBezTo>
                    <a:pt x="336423" y="144711"/>
                    <a:pt x="341281" y="152046"/>
                    <a:pt x="346043" y="159094"/>
                  </a:cubicBezTo>
                  <a:cubicBezTo>
                    <a:pt x="351663" y="167571"/>
                    <a:pt x="356997" y="175668"/>
                    <a:pt x="356997" y="183002"/>
                  </a:cubicBezTo>
                  <a:cubicBezTo>
                    <a:pt x="356997" y="190336"/>
                    <a:pt x="351663" y="198432"/>
                    <a:pt x="346043" y="2069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75" name="Google Shape;4275;p99"/>
          <p:cNvGrpSpPr/>
          <p:nvPr/>
        </p:nvGrpSpPr>
        <p:grpSpPr>
          <a:xfrm>
            <a:off x="4428719" y="1767076"/>
            <a:ext cx="294411" cy="293876"/>
            <a:chOff x="5732175" y="1144185"/>
            <a:chExt cx="523398" cy="522446"/>
          </a:xfrm>
        </p:grpSpPr>
        <p:sp>
          <p:nvSpPr>
            <p:cNvPr id="4276" name="Google Shape;4276;p99"/>
            <p:cNvSpPr/>
            <p:nvPr/>
          </p:nvSpPr>
          <p:spPr>
            <a:xfrm>
              <a:off x="5732175" y="1144185"/>
              <a:ext cx="523398" cy="522446"/>
            </a:xfrm>
            <a:custGeom>
              <a:avLst/>
              <a:gdLst/>
              <a:ahLst/>
              <a:cxnLst/>
              <a:rect l="l" t="t" r="r" b="b"/>
              <a:pathLst>
                <a:path w="523398" h="522446" extrusionOk="0">
                  <a:moveTo>
                    <a:pt x="504349" y="451580"/>
                  </a:moveTo>
                  <a:lnTo>
                    <a:pt x="70866" y="451580"/>
                  </a:lnTo>
                  <a:lnTo>
                    <a:pt x="70866" y="19050"/>
                  </a:lnTo>
                  <a:cubicBezTo>
                    <a:pt x="70866" y="8572"/>
                    <a:pt x="62294" y="0"/>
                    <a:pt x="51816" y="0"/>
                  </a:cubicBezTo>
                  <a:cubicBezTo>
                    <a:pt x="41338" y="0"/>
                    <a:pt x="32766" y="8572"/>
                    <a:pt x="32766" y="19050"/>
                  </a:cubicBezTo>
                  <a:lnTo>
                    <a:pt x="32766" y="451580"/>
                  </a:lnTo>
                  <a:lnTo>
                    <a:pt x="19050" y="451580"/>
                  </a:lnTo>
                  <a:cubicBezTo>
                    <a:pt x="8573" y="451580"/>
                    <a:pt x="0" y="460153"/>
                    <a:pt x="0" y="470630"/>
                  </a:cubicBezTo>
                  <a:cubicBezTo>
                    <a:pt x="0" y="481108"/>
                    <a:pt x="8573" y="489680"/>
                    <a:pt x="19050" y="489680"/>
                  </a:cubicBezTo>
                  <a:lnTo>
                    <a:pt x="32766" y="489680"/>
                  </a:lnTo>
                  <a:lnTo>
                    <a:pt x="32766" y="503396"/>
                  </a:lnTo>
                  <a:cubicBezTo>
                    <a:pt x="32766" y="513874"/>
                    <a:pt x="41338" y="522446"/>
                    <a:pt x="51816" y="522446"/>
                  </a:cubicBezTo>
                  <a:cubicBezTo>
                    <a:pt x="62294" y="522446"/>
                    <a:pt x="70866" y="513874"/>
                    <a:pt x="70866" y="503396"/>
                  </a:cubicBezTo>
                  <a:lnTo>
                    <a:pt x="70866" y="489680"/>
                  </a:lnTo>
                  <a:lnTo>
                    <a:pt x="504349" y="489680"/>
                  </a:lnTo>
                  <a:cubicBezTo>
                    <a:pt x="514826" y="489680"/>
                    <a:pt x="523399" y="481108"/>
                    <a:pt x="523399" y="470630"/>
                  </a:cubicBezTo>
                  <a:cubicBezTo>
                    <a:pt x="523399" y="460153"/>
                    <a:pt x="514826" y="451580"/>
                    <a:pt x="504349" y="45158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77" name="Google Shape;4277;p99"/>
            <p:cNvSpPr/>
            <p:nvPr/>
          </p:nvSpPr>
          <p:spPr>
            <a:xfrm>
              <a:off x="5943535" y="1373166"/>
              <a:ext cx="59700" cy="187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78" name="Google Shape;4278;p99"/>
            <p:cNvSpPr/>
            <p:nvPr/>
          </p:nvSpPr>
          <p:spPr>
            <a:xfrm>
              <a:off x="5846285" y="1432983"/>
              <a:ext cx="59700" cy="127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79" name="Google Shape;4279;p99"/>
            <p:cNvSpPr/>
            <p:nvPr/>
          </p:nvSpPr>
          <p:spPr>
            <a:xfrm>
              <a:off x="6040786" y="1432983"/>
              <a:ext cx="59700" cy="1278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80" name="Google Shape;4280;p99"/>
            <p:cNvSpPr/>
            <p:nvPr/>
          </p:nvSpPr>
          <p:spPr>
            <a:xfrm>
              <a:off x="6137941" y="1353164"/>
              <a:ext cx="59700" cy="2076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81" name="Google Shape;4281;p99"/>
            <p:cNvSpPr/>
            <p:nvPr/>
          </p:nvSpPr>
          <p:spPr>
            <a:xfrm>
              <a:off x="5856422" y="1248827"/>
              <a:ext cx="321657" cy="122434"/>
            </a:xfrm>
            <a:custGeom>
              <a:avLst/>
              <a:gdLst/>
              <a:ahLst/>
              <a:cxnLst/>
              <a:rect l="l" t="t" r="r" b="b"/>
              <a:pathLst>
                <a:path w="321657" h="122434" extrusionOk="0">
                  <a:moveTo>
                    <a:pt x="12057" y="122434"/>
                  </a:moveTo>
                  <a:cubicBezTo>
                    <a:pt x="14724" y="122434"/>
                    <a:pt x="17295" y="121577"/>
                    <a:pt x="19486" y="119767"/>
                  </a:cubicBezTo>
                  <a:lnTo>
                    <a:pt x="122928" y="36233"/>
                  </a:lnTo>
                  <a:lnTo>
                    <a:pt x="202176" y="115672"/>
                  </a:lnTo>
                  <a:cubicBezTo>
                    <a:pt x="206748" y="120244"/>
                    <a:pt x="214177" y="120339"/>
                    <a:pt x="218844" y="115862"/>
                  </a:cubicBezTo>
                  <a:lnTo>
                    <a:pt x="318000" y="20517"/>
                  </a:lnTo>
                  <a:cubicBezTo>
                    <a:pt x="322762" y="15945"/>
                    <a:pt x="322857" y="8420"/>
                    <a:pt x="318381" y="3658"/>
                  </a:cubicBezTo>
                  <a:cubicBezTo>
                    <a:pt x="313809" y="-1105"/>
                    <a:pt x="306284" y="-1200"/>
                    <a:pt x="301521" y="3277"/>
                  </a:cubicBezTo>
                  <a:lnTo>
                    <a:pt x="210748" y="90526"/>
                  </a:lnTo>
                  <a:lnTo>
                    <a:pt x="132167" y="11754"/>
                  </a:lnTo>
                  <a:cubicBezTo>
                    <a:pt x="127881" y="7468"/>
                    <a:pt x="121023" y="7087"/>
                    <a:pt x="116260" y="10897"/>
                  </a:cubicBezTo>
                  <a:lnTo>
                    <a:pt x="4437" y="101098"/>
                  </a:lnTo>
                  <a:cubicBezTo>
                    <a:pt x="-707" y="105194"/>
                    <a:pt x="-1469" y="112719"/>
                    <a:pt x="2627" y="117862"/>
                  </a:cubicBezTo>
                  <a:cubicBezTo>
                    <a:pt x="5008" y="120815"/>
                    <a:pt x="8437" y="122244"/>
                    <a:pt x="11866" y="1222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82" name="Google Shape;4282;p99"/>
          <p:cNvGrpSpPr/>
          <p:nvPr/>
        </p:nvGrpSpPr>
        <p:grpSpPr>
          <a:xfrm>
            <a:off x="7580616" y="1766717"/>
            <a:ext cx="294626" cy="294626"/>
            <a:chOff x="1104038" y="2020073"/>
            <a:chExt cx="523779" cy="523779"/>
          </a:xfrm>
        </p:grpSpPr>
        <p:sp>
          <p:nvSpPr>
            <p:cNvPr id="4283" name="Google Shape;4283;p99"/>
            <p:cNvSpPr/>
            <p:nvPr/>
          </p:nvSpPr>
          <p:spPr>
            <a:xfrm>
              <a:off x="1104038" y="2020073"/>
              <a:ext cx="523779" cy="523779"/>
            </a:xfrm>
            <a:custGeom>
              <a:avLst/>
              <a:gdLst/>
              <a:ahLst/>
              <a:cxnLst/>
              <a:rect l="l" t="t" r="r" b="b"/>
              <a:pathLst>
                <a:path w="523779" h="523779" extrusionOk="0">
                  <a:moveTo>
                    <a:pt x="442055" y="0"/>
                  </a:moveTo>
                  <a:lnTo>
                    <a:pt x="81724" y="0"/>
                  </a:lnTo>
                  <a:cubicBezTo>
                    <a:pt x="36671" y="95"/>
                    <a:pt x="0" y="36767"/>
                    <a:pt x="0" y="81820"/>
                  </a:cubicBezTo>
                  <a:lnTo>
                    <a:pt x="0" y="442055"/>
                  </a:lnTo>
                  <a:cubicBezTo>
                    <a:pt x="0" y="487109"/>
                    <a:pt x="36671" y="523780"/>
                    <a:pt x="81724" y="523780"/>
                  </a:cubicBezTo>
                  <a:lnTo>
                    <a:pt x="442055" y="523780"/>
                  </a:lnTo>
                  <a:cubicBezTo>
                    <a:pt x="487109" y="523780"/>
                    <a:pt x="523780" y="487109"/>
                    <a:pt x="523780" y="442055"/>
                  </a:cubicBezTo>
                  <a:lnTo>
                    <a:pt x="523780" y="81725"/>
                  </a:lnTo>
                  <a:cubicBezTo>
                    <a:pt x="523780" y="36671"/>
                    <a:pt x="487109" y="0"/>
                    <a:pt x="442055" y="0"/>
                  </a:cubicBezTo>
                  <a:close/>
                  <a:moveTo>
                    <a:pt x="485775" y="442151"/>
                  </a:moveTo>
                  <a:cubicBezTo>
                    <a:pt x="485775" y="466249"/>
                    <a:pt x="466154" y="485775"/>
                    <a:pt x="442151" y="485775"/>
                  </a:cubicBezTo>
                  <a:lnTo>
                    <a:pt x="81724" y="485775"/>
                  </a:lnTo>
                  <a:cubicBezTo>
                    <a:pt x="57626" y="485775"/>
                    <a:pt x="38100" y="466154"/>
                    <a:pt x="38100" y="442151"/>
                  </a:cubicBezTo>
                  <a:lnTo>
                    <a:pt x="38100" y="81820"/>
                  </a:lnTo>
                  <a:cubicBezTo>
                    <a:pt x="38100" y="57722"/>
                    <a:pt x="57722" y="38195"/>
                    <a:pt x="81724" y="38195"/>
                  </a:cubicBezTo>
                  <a:lnTo>
                    <a:pt x="442055" y="38195"/>
                  </a:lnTo>
                  <a:cubicBezTo>
                    <a:pt x="466154" y="38100"/>
                    <a:pt x="485680" y="57626"/>
                    <a:pt x="485680" y="81725"/>
                  </a:cubicBezTo>
                  <a:lnTo>
                    <a:pt x="485680" y="44205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84" name="Google Shape;4284;p99"/>
            <p:cNvSpPr/>
            <p:nvPr/>
          </p:nvSpPr>
          <p:spPr>
            <a:xfrm>
              <a:off x="1224719" y="2140088"/>
              <a:ext cx="282511" cy="282416"/>
            </a:xfrm>
            <a:custGeom>
              <a:avLst/>
              <a:gdLst/>
              <a:ahLst/>
              <a:cxnLst/>
              <a:rect l="l" t="t" r="r" b="b"/>
              <a:pathLst>
                <a:path w="282511" h="282416" extrusionOk="0">
                  <a:moveTo>
                    <a:pt x="278987" y="3429"/>
                  </a:moveTo>
                  <a:cubicBezTo>
                    <a:pt x="278987" y="3429"/>
                    <a:pt x="278987" y="3429"/>
                    <a:pt x="278987" y="3429"/>
                  </a:cubicBezTo>
                  <a:cubicBezTo>
                    <a:pt x="278225" y="2667"/>
                    <a:pt x="277273" y="2286"/>
                    <a:pt x="276416" y="1715"/>
                  </a:cubicBezTo>
                  <a:cubicBezTo>
                    <a:pt x="276035" y="1524"/>
                    <a:pt x="275654" y="1143"/>
                    <a:pt x="275177" y="953"/>
                  </a:cubicBezTo>
                  <a:cubicBezTo>
                    <a:pt x="273558" y="286"/>
                    <a:pt x="271844" y="0"/>
                    <a:pt x="270129" y="0"/>
                  </a:cubicBezTo>
                  <a:lnTo>
                    <a:pt x="201073" y="0"/>
                  </a:lnTo>
                  <a:cubicBezTo>
                    <a:pt x="194501" y="0"/>
                    <a:pt x="189167" y="5334"/>
                    <a:pt x="189167" y="11906"/>
                  </a:cubicBezTo>
                  <a:cubicBezTo>
                    <a:pt x="189167" y="18479"/>
                    <a:pt x="194501" y="23813"/>
                    <a:pt x="201073" y="23813"/>
                  </a:cubicBezTo>
                  <a:lnTo>
                    <a:pt x="241649" y="23813"/>
                  </a:lnTo>
                  <a:lnTo>
                    <a:pt x="141256" y="124206"/>
                  </a:lnTo>
                  <a:lnTo>
                    <a:pt x="40862" y="23813"/>
                  </a:lnTo>
                  <a:lnTo>
                    <a:pt x="81439" y="23813"/>
                  </a:lnTo>
                  <a:cubicBezTo>
                    <a:pt x="88011" y="23813"/>
                    <a:pt x="93345" y="18479"/>
                    <a:pt x="93345" y="11906"/>
                  </a:cubicBezTo>
                  <a:cubicBezTo>
                    <a:pt x="93345" y="5334"/>
                    <a:pt x="88011" y="0"/>
                    <a:pt x="81439" y="0"/>
                  </a:cubicBezTo>
                  <a:lnTo>
                    <a:pt x="12383" y="0"/>
                  </a:lnTo>
                  <a:cubicBezTo>
                    <a:pt x="10668" y="0"/>
                    <a:pt x="8954" y="191"/>
                    <a:pt x="7334" y="953"/>
                  </a:cubicBezTo>
                  <a:cubicBezTo>
                    <a:pt x="6858" y="1143"/>
                    <a:pt x="6572" y="1524"/>
                    <a:pt x="6096" y="1715"/>
                  </a:cubicBezTo>
                  <a:cubicBezTo>
                    <a:pt x="5239" y="2191"/>
                    <a:pt x="4286" y="2667"/>
                    <a:pt x="3524" y="3429"/>
                  </a:cubicBezTo>
                  <a:cubicBezTo>
                    <a:pt x="3524" y="3429"/>
                    <a:pt x="3524" y="3429"/>
                    <a:pt x="3524" y="3429"/>
                  </a:cubicBezTo>
                  <a:cubicBezTo>
                    <a:pt x="1333" y="5620"/>
                    <a:pt x="0" y="8572"/>
                    <a:pt x="0" y="11906"/>
                  </a:cubicBezTo>
                  <a:lnTo>
                    <a:pt x="0" y="81343"/>
                  </a:lnTo>
                  <a:cubicBezTo>
                    <a:pt x="0" y="87916"/>
                    <a:pt x="5334" y="93250"/>
                    <a:pt x="11906" y="93250"/>
                  </a:cubicBezTo>
                  <a:cubicBezTo>
                    <a:pt x="18479" y="93250"/>
                    <a:pt x="23813" y="87916"/>
                    <a:pt x="23813" y="81343"/>
                  </a:cubicBezTo>
                  <a:lnTo>
                    <a:pt x="23813" y="40481"/>
                  </a:lnTo>
                  <a:lnTo>
                    <a:pt x="124396" y="141065"/>
                  </a:lnTo>
                  <a:lnTo>
                    <a:pt x="23813" y="241649"/>
                  </a:lnTo>
                  <a:lnTo>
                    <a:pt x="23813" y="201073"/>
                  </a:lnTo>
                  <a:cubicBezTo>
                    <a:pt x="23813" y="194500"/>
                    <a:pt x="18479" y="189167"/>
                    <a:pt x="11906" y="189167"/>
                  </a:cubicBezTo>
                  <a:cubicBezTo>
                    <a:pt x="5334" y="189167"/>
                    <a:pt x="0" y="194500"/>
                    <a:pt x="0" y="201073"/>
                  </a:cubicBezTo>
                  <a:lnTo>
                    <a:pt x="0" y="270510"/>
                  </a:lnTo>
                  <a:cubicBezTo>
                    <a:pt x="0" y="277082"/>
                    <a:pt x="5334" y="282416"/>
                    <a:pt x="11906" y="282416"/>
                  </a:cubicBezTo>
                  <a:lnTo>
                    <a:pt x="81439" y="282416"/>
                  </a:lnTo>
                  <a:cubicBezTo>
                    <a:pt x="88011" y="282416"/>
                    <a:pt x="93345" y="277082"/>
                    <a:pt x="93345" y="270510"/>
                  </a:cubicBezTo>
                  <a:cubicBezTo>
                    <a:pt x="93345" y="263938"/>
                    <a:pt x="88011" y="258604"/>
                    <a:pt x="81439" y="258604"/>
                  </a:cubicBezTo>
                  <a:lnTo>
                    <a:pt x="40577" y="258604"/>
                  </a:lnTo>
                  <a:lnTo>
                    <a:pt x="141256" y="157924"/>
                  </a:lnTo>
                  <a:lnTo>
                    <a:pt x="241935" y="258604"/>
                  </a:lnTo>
                  <a:lnTo>
                    <a:pt x="201073" y="258604"/>
                  </a:lnTo>
                  <a:cubicBezTo>
                    <a:pt x="194501" y="258604"/>
                    <a:pt x="189167" y="263938"/>
                    <a:pt x="189167" y="270510"/>
                  </a:cubicBezTo>
                  <a:cubicBezTo>
                    <a:pt x="189167" y="277082"/>
                    <a:pt x="194501" y="282416"/>
                    <a:pt x="201073" y="282416"/>
                  </a:cubicBezTo>
                  <a:lnTo>
                    <a:pt x="270605" y="282416"/>
                  </a:lnTo>
                  <a:cubicBezTo>
                    <a:pt x="277178" y="282416"/>
                    <a:pt x="282512" y="277082"/>
                    <a:pt x="282512" y="270510"/>
                  </a:cubicBezTo>
                  <a:lnTo>
                    <a:pt x="282512" y="201073"/>
                  </a:lnTo>
                  <a:cubicBezTo>
                    <a:pt x="282512" y="194500"/>
                    <a:pt x="277178" y="189167"/>
                    <a:pt x="270605" y="189167"/>
                  </a:cubicBezTo>
                  <a:cubicBezTo>
                    <a:pt x="264033" y="189167"/>
                    <a:pt x="258699" y="194500"/>
                    <a:pt x="258699" y="201073"/>
                  </a:cubicBezTo>
                  <a:lnTo>
                    <a:pt x="258699" y="241649"/>
                  </a:lnTo>
                  <a:lnTo>
                    <a:pt x="158115" y="141065"/>
                  </a:lnTo>
                  <a:lnTo>
                    <a:pt x="258699" y="40481"/>
                  </a:lnTo>
                  <a:lnTo>
                    <a:pt x="258699" y="81343"/>
                  </a:lnTo>
                  <a:cubicBezTo>
                    <a:pt x="258699" y="87916"/>
                    <a:pt x="264033" y="93250"/>
                    <a:pt x="270605" y="93250"/>
                  </a:cubicBezTo>
                  <a:cubicBezTo>
                    <a:pt x="277178" y="93250"/>
                    <a:pt x="282512" y="87916"/>
                    <a:pt x="282512" y="81343"/>
                  </a:cubicBezTo>
                  <a:lnTo>
                    <a:pt x="282512" y="11906"/>
                  </a:lnTo>
                  <a:cubicBezTo>
                    <a:pt x="282512" y="8572"/>
                    <a:pt x="281178" y="5620"/>
                    <a:pt x="278987" y="342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86" name="Google Shape;4286;p99"/>
          <p:cNvGrpSpPr/>
          <p:nvPr/>
        </p:nvGrpSpPr>
        <p:grpSpPr>
          <a:xfrm>
            <a:off x="6790402" y="3363335"/>
            <a:ext cx="292001" cy="225885"/>
            <a:chOff x="1974786" y="319913"/>
            <a:chExt cx="519112" cy="401574"/>
          </a:xfrm>
        </p:grpSpPr>
        <p:sp>
          <p:nvSpPr>
            <p:cNvPr id="4287" name="Google Shape;4287;p99"/>
            <p:cNvSpPr/>
            <p:nvPr/>
          </p:nvSpPr>
          <p:spPr>
            <a:xfrm>
              <a:off x="1974786" y="319913"/>
              <a:ext cx="161067" cy="401574"/>
            </a:xfrm>
            <a:custGeom>
              <a:avLst/>
              <a:gdLst/>
              <a:ahLst/>
              <a:cxnLst/>
              <a:rect l="l" t="t" r="r" b="b"/>
              <a:pathLst>
                <a:path w="161067" h="401574" extrusionOk="0">
                  <a:moveTo>
                    <a:pt x="142018" y="363474"/>
                  </a:moveTo>
                  <a:lnTo>
                    <a:pt x="128207" y="363474"/>
                  </a:lnTo>
                  <a:cubicBezTo>
                    <a:pt x="107823" y="363474"/>
                    <a:pt x="91345" y="346901"/>
                    <a:pt x="91345" y="326612"/>
                  </a:cubicBezTo>
                  <a:lnTo>
                    <a:pt x="91345" y="269462"/>
                  </a:lnTo>
                  <a:cubicBezTo>
                    <a:pt x="91345" y="242316"/>
                    <a:pt x="79248" y="217456"/>
                    <a:pt x="59531" y="200787"/>
                  </a:cubicBezTo>
                  <a:cubicBezTo>
                    <a:pt x="79248" y="184118"/>
                    <a:pt x="91345" y="159258"/>
                    <a:pt x="91345" y="132112"/>
                  </a:cubicBezTo>
                  <a:lnTo>
                    <a:pt x="91345" y="74962"/>
                  </a:lnTo>
                  <a:cubicBezTo>
                    <a:pt x="91345" y="54578"/>
                    <a:pt x="107918" y="38100"/>
                    <a:pt x="128207" y="38100"/>
                  </a:cubicBezTo>
                  <a:lnTo>
                    <a:pt x="142018" y="38100"/>
                  </a:lnTo>
                  <a:cubicBezTo>
                    <a:pt x="152495" y="38100"/>
                    <a:pt x="161068" y="29528"/>
                    <a:pt x="161068" y="19050"/>
                  </a:cubicBezTo>
                  <a:cubicBezTo>
                    <a:pt x="161068" y="8572"/>
                    <a:pt x="152495" y="0"/>
                    <a:pt x="142018" y="0"/>
                  </a:cubicBezTo>
                  <a:lnTo>
                    <a:pt x="128207" y="0"/>
                  </a:lnTo>
                  <a:cubicBezTo>
                    <a:pt x="86868" y="0"/>
                    <a:pt x="53245" y="33623"/>
                    <a:pt x="53245" y="74962"/>
                  </a:cubicBezTo>
                  <a:lnTo>
                    <a:pt x="53245" y="132112"/>
                  </a:lnTo>
                  <a:cubicBezTo>
                    <a:pt x="53245" y="155829"/>
                    <a:pt x="37243" y="176403"/>
                    <a:pt x="14288" y="182309"/>
                  </a:cubicBezTo>
                  <a:cubicBezTo>
                    <a:pt x="5906" y="184499"/>
                    <a:pt x="0" y="192024"/>
                    <a:pt x="0" y="200787"/>
                  </a:cubicBezTo>
                  <a:cubicBezTo>
                    <a:pt x="0" y="209550"/>
                    <a:pt x="5906" y="217075"/>
                    <a:pt x="14288" y="219265"/>
                  </a:cubicBezTo>
                  <a:cubicBezTo>
                    <a:pt x="37243" y="225171"/>
                    <a:pt x="53245" y="245840"/>
                    <a:pt x="53245" y="269462"/>
                  </a:cubicBezTo>
                  <a:lnTo>
                    <a:pt x="53245" y="326612"/>
                  </a:lnTo>
                  <a:cubicBezTo>
                    <a:pt x="53245" y="367951"/>
                    <a:pt x="86868" y="401574"/>
                    <a:pt x="128207" y="401574"/>
                  </a:cubicBezTo>
                  <a:lnTo>
                    <a:pt x="142018" y="401574"/>
                  </a:lnTo>
                  <a:cubicBezTo>
                    <a:pt x="152495" y="401574"/>
                    <a:pt x="161068" y="393002"/>
                    <a:pt x="161068" y="382524"/>
                  </a:cubicBezTo>
                  <a:cubicBezTo>
                    <a:pt x="161068" y="372047"/>
                    <a:pt x="152495" y="363474"/>
                    <a:pt x="142018" y="36347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88" name="Google Shape;4288;p99"/>
            <p:cNvSpPr/>
            <p:nvPr/>
          </p:nvSpPr>
          <p:spPr>
            <a:xfrm>
              <a:off x="2332831" y="319913"/>
              <a:ext cx="161067" cy="401574"/>
            </a:xfrm>
            <a:custGeom>
              <a:avLst/>
              <a:gdLst/>
              <a:ahLst/>
              <a:cxnLst/>
              <a:rect l="l" t="t" r="r" b="b"/>
              <a:pathLst>
                <a:path w="161067" h="401574" extrusionOk="0">
                  <a:moveTo>
                    <a:pt x="146780" y="182309"/>
                  </a:moveTo>
                  <a:cubicBezTo>
                    <a:pt x="123825" y="176403"/>
                    <a:pt x="107823" y="155734"/>
                    <a:pt x="107823" y="132112"/>
                  </a:cubicBezTo>
                  <a:lnTo>
                    <a:pt x="107823" y="74962"/>
                  </a:lnTo>
                  <a:cubicBezTo>
                    <a:pt x="107823" y="33623"/>
                    <a:pt x="74200" y="0"/>
                    <a:pt x="32861" y="0"/>
                  </a:cubicBezTo>
                  <a:lnTo>
                    <a:pt x="19050" y="0"/>
                  </a:lnTo>
                  <a:cubicBezTo>
                    <a:pt x="8573" y="0"/>
                    <a:pt x="0" y="8572"/>
                    <a:pt x="0" y="19050"/>
                  </a:cubicBezTo>
                  <a:cubicBezTo>
                    <a:pt x="0" y="29528"/>
                    <a:pt x="8573" y="38100"/>
                    <a:pt x="19050" y="38100"/>
                  </a:cubicBezTo>
                  <a:lnTo>
                    <a:pt x="32861" y="38100"/>
                  </a:lnTo>
                  <a:cubicBezTo>
                    <a:pt x="53245" y="38100"/>
                    <a:pt x="69723" y="54673"/>
                    <a:pt x="69723" y="74962"/>
                  </a:cubicBezTo>
                  <a:lnTo>
                    <a:pt x="69723" y="132112"/>
                  </a:lnTo>
                  <a:cubicBezTo>
                    <a:pt x="69723" y="159258"/>
                    <a:pt x="81820" y="184118"/>
                    <a:pt x="101537" y="200787"/>
                  </a:cubicBezTo>
                  <a:cubicBezTo>
                    <a:pt x="81820" y="217456"/>
                    <a:pt x="69723" y="242316"/>
                    <a:pt x="69723" y="269462"/>
                  </a:cubicBezTo>
                  <a:lnTo>
                    <a:pt x="69723" y="326612"/>
                  </a:lnTo>
                  <a:cubicBezTo>
                    <a:pt x="69723" y="346996"/>
                    <a:pt x="53150" y="363474"/>
                    <a:pt x="32861" y="363474"/>
                  </a:cubicBezTo>
                  <a:lnTo>
                    <a:pt x="19050" y="363474"/>
                  </a:lnTo>
                  <a:cubicBezTo>
                    <a:pt x="8573" y="363474"/>
                    <a:pt x="0" y="372047"/>
                    <a:pt x="0" y="382524"/>
                  </a:cubicBezTo>
                  <a:cubicBezTo>
                    <a:pt x="0" y="393002"/>
                    <a:pt x="8573" y="401574"/>
                    <a:pt x="19050" y="401574"/>
                  </a:cubicBezTo>
                  <a:lnTo>
                    <a:pt x="32861" y="401574"/>
                  </a:lnTo>
                  <a:cubicBezTo>
                    <a:pt x="74200" y="401574"/>
                    <a:pt x="107823" y="367951"/>
                    <a:pt x="107823" y="326612"/>
                  </a:cubicBezTo>
                  <a:lnTo>
                    <a:pt x="107823" y="269462"/>
                  </a:lnTo>
                  <a:cubicBezTo>
                    <a:pt x="107823" y="245745"/>
                    <a:pt x="123825" y="225171"/>
                    <a:pt x="146780" y="219265"/>
                  </a:cubicBezTo>
                  <a:cubicBezTo>
                    <a:pt x="155162" y="217075"/>
                    <a:pt x="161068" y="209550"/>
                    <a:pt x="161068" y="200787"/>
                  </a:cubicBezTo>
                  <a:cubicBezTo>
                    <a:pt x="161068" y="192024"/>
                    <a:pt x="155162" y="184499"/>
                    <a:pt x="146780" y="18230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89" name="Google Shape;4289;p99"/>
            <p:cNvSpPr/>
            <p:nvPr/>
          </p:nvSpPr>
          <p:spPr>
            <a:xfrm>
              <a:off x="2105945" y="488981"/>
              <a:ext cx="64389" cy="64389"/>
            </a:xfrm>
            <a:custGeom>
              <a:avLst/>
              <a:gdLst/>
              <a:ahLst/>
              <a:cxnLst/>
              <a:rect l="l" t="t" r="r" b="b"/>
              <a:pathLst>
                <a:path w="64389" h="64389" extrusionOk="0">
                  <a:moveTo>
                    <a:pt x="32194" y="0"/>
                  </a:moveTo>
                  <a:cubicBezTo>
                    <a:pt x="14383" y="0"/>
                    <a:pt x="0" y="14383"/>
                    <a:pt x="0" y="32194"/>
                  </a:cubicBezTo>
                  <a:cubicBezTo>
                    <a:pt x="0" y="50006"/>
                    <a:pt x="14383" y="64389"/>
                    <a:pt x="32194" y="64389"/>
                  </a:cubicBezTo>
                  <a:cubicBezTo>
                    <a:pt x="50006" y="64389"/>
                    <a:pt x="64389" y="50006"/>
                    <a:pt x="64389" y="32194"/>
                  </a:cubicBezTo>
                  <a:cubicBezTo>
                    <a:pt x="64389" y="14383"/>
                    <a:pt x="50006" y="0"/>
                    <a:pt x="3219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90" name="Google Shape;4290;p99"/>
            <p:cNvSpPr/>
            <p:nvPr/>
          </p:nvSpPr>
          <p:spPr>
            <a:xfrm>
              <a:off x="2202719" y="488981"/>
              <a:ext cx="64388" cy="64389"/>
            </a:xfrm>
            <a:custGeom>
              <a:avLst/>
              <a:gdLst/>
              <a:ahLst/>
              <a:cxnLst/>
              <a:rect l="l" t="t" r="r" b="b"/>
              <a:pathLst>
                <a:path w="64388" h="64389" extrusionOk="0">
                  <a:moveTo>
                    <a:pt x="32194" y="0"/>
                  </a:moveTo>
                  <a:cubicBezTo>
                    <a:pt x="14383" y="0"/>
                    <a:pt x="0" y="14383"/>
                    <a:pt x="0" y="32194"/>
                  </a:cubicBezTo>
                  <a:cubicBezTo>
                    <a:pt x="0" y="50006"/>
                    <a:pt x="14383" y="64389"/>
                    <a:pt x="32194" y="64389"/>
                  </a:cubicBezTo>
                  <a:cubicBezTo>
                    <a:pt x="50006" y="64389"/>
                    <a:pt x="64389" y="50006"/>
                    <a:pt x="64389" y="32194"/>
                  </a:cubicBezTo>
                  <a:cubicBezTo>
                    <a:pt x="64389" y="14383"/>
                    <a:pt x="50006" y="0"/>
                    <a:pt x="3219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91" name="Google Shape;4291;p99"/>
            <p:cNvSpPr/>
            <p:nvPr/>
          </p:nvSpPr>
          <p:spPr>
            <a:xfrm>
              <a:off x="2299588" y="488981"/>
              <a:ext cx="64389" cy="64389"/>
            </a:xfrm>
            <a:custGeom>
              <a:avLst/>
              <a:gdLst/>
              <a:ahLst/>
              <a:cxnLst/>
              <a:rect l="l" t="t" r="r" b="b"/>
              <a:pathLst>
                <a:path w="64389" h="64389" extrusionOk="0">
                  <a:moveTo>
                    <a:pt x="64389" y="32194"/>
                  </a:moveTo>
                  <a:cubicBezTo>
                    <a:pt x="64389" y="14383"/>
                    <a:pt x="50006" y="0"/>
                    <a:pt x="32195" y="0"/>
                  </a:cubicBezTo>
                  <a:cubicBezTo>
                    <a:pt x="14383" y="0"/>
                    <a:pt x="0" y="14383"/>
                    <a:pt x="0" y="32194"/>
                  </a:cubicBezTo>
                  <a:cubicBezTo>
                    <a:pt x="0" y="50006"/>
                    <a:pt x="14383" y="64389"/>
                    <a:pt x="32195" y="64389"/>
                  </a:cubicBezTo>
                  <a:cubicBezTo>
                    <a:pt x="50006" y="64389"/>
                    <a:pt x="64389" y="50006"/>
                    <a:pt x="64389" y="321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92" name="Google Shape;4292;p99"/>
          <p:cNvGrpSpPr/>
          <p:nvPr/>
        </p:nvGrpSpPr>
        <p:grpSpPr>
          <a:xfrm>
            <a:off x="7599560" y="3323337"/>
            <a:ext cx="261247" cy="300091"/>
            <a:chOff x="3628580" y="2755899"/>
            <a:chExt cx="464439" cy="533495"/>
          </a:xfrm>
        </p:grpSpPr>
        <p:sp>
          <p:nvSpPr>
            <p:cNvPr id="4293" name="Google Shape;4293;p99"/>
            <p:cNvSpPr/>
            <p:nvPr/>
          </p:nvSpPr>
          <p:spPr>
            <a:xfrm>
              <a:off x="3628580" y="2755899"/>
              <a:ext cx="464439" cy="533495"/>
            </a:xfrm>
            <a:custGeom>
              <a:avLst/>
              <a:gdLst/>
              <a:ahLst/>
              <a:cxnLst/>
              <a:rect l="l" t="t" r="r" b="b"/>
              <a:pathLst>
                <a:path w="464439" h="533495" extrusionOk="0">
                  <a:moveTo>
                    <a:pt x="268415" y="0"/>
                  </a:moveTo>
                  <a:lnTo>
                    <a:pt x="195834" y="0"/>
                  </a:lnTo>
                  <a:cubicBezTo>
                    <a:pt x="127063" y="95"/>
                    <a:pt x="71342" y="55817"/>
                    <a:pt x="71342" y="124587"/>
                  </a:cubicBezTo>
                  <a:lnTo>
                    <a:pt x="71342" y="215837"/>
                  </a:lnTo>
                  <a:lnTo>
                    <a:pt x="69628" y="215837"/>
                  </a:lnTo>
                  <a:cubicBezTo>
                    <a:pt x="31147" y="215932"/>
                    <a:pt x="0" y="247174"/>
                    <a:pt x="0" y="285750"/>
                  </a:cubicBezTo>
                  <a:lnTo>
                    <a:pt x="0" y="463582"/>
                  </a:lnTo>
                  <a:cubicBezTo>
                    <a:pt x="0" y="502063"/>
                    <a:pt x="31147" y="533305"/>
                    <a:pt x="69628" y="533495"/>
                  </a:cubicBezTo>
                  <a:lnTo>
                    <a:pt x="395669" y="533495"/>
                  </a:lnTo>
                  <a:cubicBezTo>
                    <a:pt x="433864" y="532924"/>
                    <a:pt x="464439" y="501777"/>
                    <a:pt x="464439" y="463582"/>
                  </a:cubicBezTo>
                  <a:lnTo>
                    <a:pt x="464439" y="285655"/>
                  </a:lnTo>
                  <a:cubicBezTo>
                    <a:pt x="464439" y="247460"/>
                    <a:pt x="433769" y="216408"/>
                    <a:pt x="395669" y="215741"/>
                  </a:cubicBezTo>
                  <a:lnTo>
                    <a:pt x="393954" y="215741"/>
                  </a:lnTo>
                  <a:lnTo>
                    <a:pt x="393954" y="124587"/>
                  </a:lnTo>
                  <a:cubicBezTo>
                    <a:pt x="393764" y="55721"/>
                    <a:pt x="337852" y="-95"/>
                    <a:pt x="268986" y="0"/>
                  </a:cubicBezTo>
                  <a:lnTo>
                    <a:pt x="268415" y="0"/>
                  </a:lnTo>
                  <a:close/>
                  <a:moveTo>
                    <a:pt x="113633" y="124587"/>
                  </a:moveTo>
                  <a:cubicBezTo>
                    <a:pt x="113633" y="78772"/>
                    <a:pt x="150781" y="41624"/>
                    <a:pt x="196596" y="41624"/>
                  </a:cubicBezTo>
                  <a:lnTo>
                    <a:pt x="269177" y="41624"/>
                  </a:lnTo>
                  <a:cubicBezTo>
                    <a:pt x="314992" y="41624"/>
                    <a:pt x="352139" y="78772"/>
                    <a:pt x="352139" y="124587"/>
                  </a:cubicBezTo>
                  <a:lnTo>
                    <a:pt x="352139" y="215837"/>
                  </a:lnTo>
                  <a:lnTo>
                    <a:pt x="112967" y="215837"/>
                  </a:lnTo>
                  <a:lnTo>
                    <a:pt x="113633" y="124587"/>
                  </a:lnTo>
                  <a:close/>
                  <a:moveTo>
                    <a:pt x="395573" y="258128"/>
                  </a:moveTo>
                  <a:cubicBezTo>
                    <a:pt x="411194" y="258128"/>
                    <a:pt x="423767" y="270796"/>
                    <a:pt x="423767" y="286322"/>
                  </a:cubicBezTo>
                  <a:lnTo>
                    <a:pt x="423767" y="463582"/>
                  </a:lnTo>
                  <a:cubicBezTo>
                    <a:pt x="423767" y="479203"/>
                    <a:pt x="411099" y="491776"/>
                    <a:pt x="395573" y="491776"/>
                  </a:cubicBezTo>
                  <a:lnTo>
                    <a:pt x="69533" y="491776"/>
                  </a:lnTo>
                  <a:cubicBezTo>
                    <a:pt x="53912" y="491776"/>
                    <a:pt x="41339" y="479108"/>
                    <a:pt x="41339" y="463582"/>
                  </a:cubicBezTo>
                  <a:lnTo>
                    <a:pt x="41339" y="285655"/>
                  </a:lnTo>
                  <a:cubicBezTo>
                    <a:pt x="41720" y="270320"/>
                    <a:pt x="54293" y="258128"/>
                    <a:pt x="69533" y="258128"/>
                  </a:cubicBezTo>
                  <a:lnTo>
                    <a:pt x="395573" y="25812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94" name="Google Shape;4294;p99"/>
            <p:cNvSpPr/>
            <p:nvPr/>
          </p:nvSpPr>
          <p:spPr>
            <a:xfrm>
              <a:off x="3811936" y="3063365"/>
              <a:ext cx="94773" cy="134208"/>
            </a:xfrm>
            <a:custGeom>
              <a:avLst/>
              <a:gdLst/>
              <a:ahLst/>
              <a:cxnLst/>
              <a:rect l="l" t="t" r="r" b="b"/>
              <a:pathLst>
                <a:path w="94773" h="134208" extrusionOk="0">
                  <a:moveTo>
                    <a:pt x="47434" y="134209"/>
                  </a:moveTo>
                  <a:cubicBezTo>
                    <a:pt x="73438" y="133828"/>
                    <a:pt x="94393" y="112873"/>
                    <a:pt x="94774" y="86869"/>
                  </a:cubicBezTo>
                  <a:lnTo>
                    <a:pt x="94774" y="47341"/>
                  </a:lnTo>
                  <a:cubicBezTo>
                    <a:pt x="94583" y="21337"/>
                    <a:pt x="73533" y="192"/>
                    <a:pt x="47434" y="1"/>
                  </a:cubicBezTo>
                  <a:cubicBezTo>
                    <a:pt x="21431" y="-189"/>
                    <a:pt x="190" y="20671"/>
                    <a:pt x="0" y="46579"/>
                  </a:cubicBezTo>
                  <a:lnTo>
                    <a:pt x="0" y="86869"/>
                  </a:lnTo>
                  <a:cubicBezTo>
                    <a:pt x="0" y="112968"/>
                    <a:pt x="21145" y="134209"/>
                    <a:pt x="47339" y="134209"/>
                  </a:cubicBezTo>
                  <a:lnTo>
                    <a:pt x="47530" y="134209"/>
                  </a:lnTo>
                  <a:close/>
                  <a:moveTo>
                    <a:pt x="33147" y="47341"/>
                  </a:moveTo>
                  <a:cubicBezTo>
                    <a:pt x="33433" y="39816"/>
                    <a:pt x="39529" y="33815"/>
                    <a:pt x="47053" y="33720"/>
                  </a:cubicBezTo>
                  <a:cubicBezTo>
                    <a:pt x="54769" y="33910"/>
                    <a:pt x="60960" y="40102"/>
                    <a:pt x="61151" y="47817"/>
                  </a:cubicBezTo>
                  <a:lnTo>
                    <a:pt x="61151" y="87250"/>
                  </a:lnTo>
                  <a:cubicBezTo>
                    <a:pt x="60960" y="94966"/>
                    <a:pt x="54769" y="101252"/>
                    <a:pt x="47053" y="101538"/>
                  </a:cubicBezTo>
                  <a:cubicBezTo>
                    <a:pt x="39243" y="101538"/>
                    <a:pt x="32956" y="95251"/>
                    <a:pt x="32956" y="87441"/>
                  </a:cubicBezTo>
                  <a:lnTo>
                    <a:pt x="33147" y="47341"/>
                  </a:lnTo>
                  <a:lnTo>
                    <a:pt x="33147" y="4734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295" name="Google Shape;4295;p99"/>
          <p:cNvGrpSpPr/>
          <p:nvPr/>
        </p:nvGrpSpPr>
        <p:grpSpPr>
          <a:xfrm>
            <a:off x="4444953" y="4101326"/>
            <a:ext cx="254558" cy="300037"/>
            <a:chOff x="1146404" y="2708985"/>
            <a:chExt cx="452548" cy="533399"/>
          </a:xfrm>
        </p:grpSpPr>
        <p:sp>
          <p:nvSpPr>
            <p:cNvPr id="4296" name="Google Shape;4296;p99"/>
            <p:cNvSpPr/>
            <p:nvPr/>
          </p:nvSpPr>
          <p:spPr>
            <a:xfrm>
              <a:off x="1146404" y="2708985"/>
              <a:ext cx="452548" cy="533399"/>
            </a:xfrm>
            <a:custGeom>
              <a:avLst/>
              <a:gdLst/>
              <a:ahLst/>
              <a:cxnLst/>
              <a:rect l="l" t="t" r="r" b="b"/>
              <a:pathLst>
                <a:path w="452548" h="533399" extrusionOk="0">
                  <a:moveTo>
                    <a:pt x="452346" y="302990"/>
                  </a:moveTo>
                  <a:cubicBezTo>
                    <a:pt x="452155" y="298895"/>
                    <a:pt x="449964" y="295275"/>
                    <a:pt x="446345" y="293275"/>
                  </a:cubicBezTo>
                  <a:lnTo>
                    <a:pt x="395862" y="265367"/>
                  </a:lnTo>
                  <a:lnTo>
                    <a:pt x="447107" y="231743"/>
                  </a:lnTo>
                  <a:cubicBezTo>
                    <a:pt x="450536" y="229457"/>
                    <a:pt x="452441" y="225647"/>
                    <a:pt x="452346" y="221647"/>
                  </a:cubicBezTo>
                  <a:cubicBezTo>
                    <a:pt x="452155" y="217551"/>
                    <a:pt x="449964" y="213931"/>
                    <a:pt x="446345" y="211931"/>
                  </a:cubicBezTo>
                  <a:lnTo>
                    <a:pt x="321091" y="142589"/>
                  </a:lnTo>
                  <a:cubicBezTo>
                    <a:pt x="326330" y="130112"/>
                    <a:pt x="329187" y="116586"/>
                    <a:pt x="329187" y="102965"/>
                  </a:cubicBezTo>
                  <a:cubicBezTo>
                    <a:pt x="329187" y="46196"/>
                    <a:pt x="282991" y="0"/>
                    <a:pt x="226222" y="0"/>
                  </a:cubicBezTo>
                  <a:cubicBezTo>
                    <a:pt x="169453" y="0"/>
                    <a:pt x="123257" y="46196"/>
                    <a:pt x="123162" y="102965"/>
                  </a:cubicBezTo>
                  <a:cubicBezTo>
                    <a:pt x="123162" y="115633"/>
                    <a:pt x="125543" y="128016"/>
                    <a:pt x="129829" y="139446"/>
                  </a:cubicBezTo>
                  <a:lnTo>
                    <a:pt x="5718" y="212027"/>
                  </a:lnTo>
                  <a:cubicBezTo>
                    <a:pt x="2289" y="214027"/>
                    <a:pt x="99" y="217742"/>
                    <a:pt x="3" y="221742"/>
                  </a:cubicBezTo>
                  <a:cubicBezTo>
                    <a:pt x="-92" y="225742"/>
                    <a:pt x="1908" y="229457"/>
                    <a:pt x="5242" y="231743"/>
                  </a:cubicBezTo>
                  <a:lnTo>
                    <a:pt x="55153" y="264509"/>
                  </a:lnTo>
                  <a:lnTo>
                    <a:pt x="5718" y="293465"/>
                  </a:lnTo>
                  <a:cubicBezTo>
                    <a:pt x="2289" y="295466"/>
                    <a:pt x="99" y="299180"/>
                    <a:pt x="3" y="303181"/>
                  </a:cubicBezTo>
                  <a:cubicBezTo>
                    <a:pt x="-92" y="307181"/>
                    <a:pt x="1908" y="310991"/>
                    <a:pt x="5242" y="313182"/>
                  </a:cubicBezTo>
                  <a:lnTo>
                    <a:pt x="52010" y="343853"/>
                  </a:lnTo>
                  <a:lnTo>
                    <a:pt x="5814" y="370904"/>
                  </a:lnTo>
                  <a:cubicBezTo>
                    <a:pt x="2385" y="372904"/>
                    <a:pt x="194" y="376619"/>
                    <a:pt x="99" y="380619"/>
                  </a:cubicBezTo>
                  <a:cubicBezTo>
                    <a:pt x="3" y="384620"/>
                    <a:pt x="2004" y="388430"/>
                    <a:pt x="5337" y="390620"/>
                  </a:cubicBezTo>
                  <a:lnTo>
                    <a:pt x="219936" y="531495"/>
                  </a:lnTo>
                  <a:cubicBezTo>
                    <a:pt x="221841" y="532733"/>
                    <a:pt x="224031" y="533400"/>
                    <a:pt x="226317" y="533400"/>
                  </a:cubicBezTo>
                  <a:cubicBezTo>
                    <a:pt x="228603" y="533400"/>
                    <a:pt x="230699" y="532733"/>
                    <a:pt x="232699" y="531495"/>
                  </a:cubicBezTo>
                  <a:lnTo>
                    <a:pt x="447297" y="390620"/>
                  </a:lnTo>
                  <a:cubicBezTo>
                    <a:pt x="450726" y="388430"/>
                    <a:pt x="452727" y="384524"/>
                    <a:pt x="452536" y="380524"/>
                  </a:cubicBezTo>
                  <a:cubicBezTo>
                    <a:pt x="452346" y="376428"/>
                    <a:pt x="450155" y="372809"/>
                    <a:pt x="446535" y="370808"/>
                  </a:cubicBezTo>
                  <a:lnTo>
                    <a:pt x="399291" y="344615"/>
                  </a:lnTo>
                  <a:lnTo>
                    <a:pt x="447297" y="313087"/>
                  </a:lnTo>
                  <a:cubicBezTo>
                    <a:pt x="450726" y="310896"/>
                    <a:pt x="452727" y="306991"/>
                    <a:pt x="452536" y="302990"/>
                  </a:cubicBezTo>
                  <a:close/>
                  <a:moveTo>
                    <a:pt x="355857" y="263747"/>
                  </a:moveTo>
                  <a:cubicBezTo>
                    <a:pt x="350714" y="259937"/>
                    <a:pt x="342046" y="258509"/>
                    <a:pt x="324139" y="262414"/>
                  </a:cubicBezTo>
                  <a:lnTo>
                    <a:pt x="322615" y="262700"/>
                  </a:lnTo>
                  <a:cubicBezTo>
                    <a:pt x="290611" y="269653"/>
                    <a:pt x="278133" y="270510"/>
                    <a:pt x="273180" y="270320"/>
                  </a:cubicBezTo>
                  <a:cubicBezTo>
                    <a:pt x="275466" y="268510"/>
                    <a:pt x="279943" y="265462"/>
                    <a:pt x="289182" y="260604"/>
                  </a:cubicBezTo>
                  <a:cubicBezTo>
                    <a:pt x="330711" y="238792"/>
                    <a:pt x="373764" y="237649"/>
                    <a:pt x="394148" y="238601"/>
                  </a:cubicBezTo>
                  <a:lnTo>
                    <a:pt x="355857" y="263747"/>
                  </a:lnTo>
                  <a:close/>
                  <a:moveTo>
                    <a:pt x="309756" y="162782"/>
                  </a:moveTo>
                  <a:lnTo>
                    <a:pt x="334236" y="176403"/>
                  </a:lnTo>
                  <a:cubicBezTo>
                    <a:pt x="318234" y="178117"/>
                    <a:pt x="303184" y="182690"/>
                    <a:pt x="291087" y="187547"/>
                  </a:cubicBezTo>
                  <a:lnTo>
                    <a:pt x="302136" y="172212"/>
                  </a:lnTo>
                  <a:cubicBezTo>
                    <a:pt x="304899" y="169164"/>
                    <a:pt x="307470" y="166021"/>
                    <a:pt x="309756" y="162878"/>
                  </a:cubicBezTo>
                  <a:close/>
                  <a:moveTo>
                    <a:pt x="282134" y="199835"/>
                  </a:moveTo>
                  <a:cubicBezTo>
                    <a:pt x="297374" y="192596"/>
                    <a:pt x="321853" y="183452"/>
                    <a:pt x="346904" y="183356"/>
                  </a:cubicBezTo>
                  <a:lnTo>
                    <a:pt x="381289" y="202406"/>
                  </a:lnTo>
                  <a:cubicBezTo>
                    <a:pt x="340617" y="198025"/>
                    <a:pt x="291659" y="212027"/>
                    <a:pt x="267370" y="220409"/>
                  </a:cubicBezTo>
                  <a:lnTo>
                    <a:pt x="282134" y="199930"/>
                  </a:lnTo>
                  <a:close/>
                  <a:moveTo>
                    <a:pt x="226127" y="23050"/>
                  </a:moveTo>
                  <a:cubicBezTo>
                    <a:pt x="270132" y="23050"/>
                    <a:pt x="305946" y="58864"/>
                    <a:pt x="305946" y="102870"/>
                  </a:cubicBezTo>
                  <a:cubicBezTo>
                    <a:pt x="305946" y="116205"/>
                    <a:pt x="302613" y="129350"/>
                    <a:pt x="296231" y="140970"/>
                  </a:cubicBezTo>
                  <a:cubicBezTo>
                    <a:pt x="296231" y="140970"/>
                    <a:pt x="296231" y="140970"/>
                    <a:pt x="296231" y="140970"/>
                  </a:cubicBezTo>
                  <a:cubicBezTo>
                    <a:pt x="296040" y="141161"/>
                    <a:pt x="295945" y="141446"/>
                    <a:pt x="295945" y="141542"/>
                  </a:cubicBezTo>
                  <a:cubicBezTo>
                    <a:pt x="293088" y="146780"/>
                    <a:pt x="289373" y="151733"/>
                    <a:pt x="284325" y="157543"/>
                  </a:cubicBezTo>
                  <a:lnTo>
                    <a:pt x="226317" y="237744"/>
                  </a:lnTo>
                  <a:lnTo>
                    <a:pt x="168120" y="157448"/>
                  </a:lnTo>
                  <a:cubicBezTo>
                    <a:pt x="154118" y="142589"/>
                    <a:pt x="146403" y="123158"/>
                    <a:pt x="146403" y="102870"/>
                  </a:cubicBezTo>
                  <a:cubicBezTo>
                    <a:pt x="146403" y="58864"/>
                    <a:pt x="182217" y="23050"/>
                    <a:pt x="226222" y="23050"/>
                  </a:cubicBezTo>
                  <a:close/>
                  <a:moveTo>
                    <a:pt x="186408" y="222314"/>
                  </a:moveTo>
                  <a:lnTo>
                    <a:pt x="195266" y="234601"/>
                  </a:lnTo>
                  <a:cubicBezTo>
                    <a:pt x="155166" y="242316"/>
                    <a:pt x="124209" y="239173"/>
                    <a:pt x="103064" y="224980"/>
                  </a:cubicBezTo>
                  <a:cubicBezTo>
                    <a:pt x="88110" y="214979"/>
                    <a:pt x="82299" y="201835"/>
                    <a:pt x="80204" y="195167"/>
                  </a:cubicBezTo>
                  <a:lnTo>
                    <a:pt x="110208" y="177641"/>
                  </a:lnTo>
                  <a:cubicBezTo>
                    <a:pt x="117447" y="194501"/>
                    <a:pt x="136497" y="222409"/>
                    <a:pt x="183360" y="222409"/>
                  </a:cubicBezTo>
                  <a:cubicBezTo>
                    <a:pt x="184312" y="222409"/>
                    <a:pt x="185360" y="222409"/>
                    <a:pt x="186312" y="222314"/>
                  </a:cubicBezTo>
                  <a:close/>
                  <a:moveTo>
                    <a:pt x="150117" y="172212"/>
                  </a:moveTo>
                  <a:lnTo>
                    <a:pt x="180693" y="214503"/>
                  </a:lnTo>
                  <a:cubicBezTo>
                    <a:pt x="138878" y="213455"/>
                    <a:pt x="122685" y="188405"/>
                    <a:pt x="116780" y="173831"/>
                  </a:cubicBezTo>
                  <a:lnTo>
                    <a:pt x="140402" y="160020"/>
                  </a:lnTo>
                  <a:cubicBezTo>
                    <a:pt x="143355" y="164306"/>
                    <a:pt x="146498" y="168497"/>
                    <a:pt x="150117" y="172212"/>
                  </a:cubicBezTo>
                  <a:close/>
                  <a:moveTo>
                    <a:pt x="73441" y="199168"/>
                  </a:moveTo>
                  <a:cubicBezTo>
                    <a:pt x="76299" y="207264"/>
                    <a:pt x="82966" y="220694"/>
                    <a:pt x="98587" y="231267"/>
                  </a:cubicBezTo>
                  <a:cubicBezTo>
                    <a:pt x="113541" y="241364"/>
                    <a:pt x="132877" y="246507"/>
                    <a:pt x="156309" y="246507"/>
                  </a:cubicBezTo>
                  <a:cubicBezTo>
                    <a:pt x="169644" y="246507"/>
                    <a:pt x="184312" y="244792"/>
                    <a:pt x="200219" y="241554"/>
                  </a:cubicBezTo>
                  <a:lnTo>
                    <a:pt x="216792" y="264414"/>
                  </a:lnTo>
                  <a:cubicBezTo>
                    <a:pt x="218983" y="267462"/>
                    <a:pt x="222507" y="269272"/>
                    <a:pt x="226222" y="269272"/>
                  </a:cubicBezTo>
                  <a:cubicBezTo>
                    <a:pt x="229937" y="269272"/>
                    <a:pt x="233461" y="267462"/>
                    <a:pt x="235652" y="264414"/>
                  </a:cubicBezTo>
                  <a:lnTo>
                    <a:pt x="259464" y="231458"/>
                  </a:lnTo>
                  <a:cubicBezTo>
                    <a:pt x="279181" y="224123"/>
                    <a:pt x="363096" y="195453"/>
                    <a:pt x="408816" y="217551"/>
                  </a:cubicBezTo>
                  <a:lnTo>
                    <a:pt x="418341" y="222885"/>
                  </a:lnTo>
                  <a:lnTo>
                    <a:pt x="405006" y="231648"/>
                  </a:lnTo>
                  <a:cubicBezTo>
                    <a:pt x="392433" y="230124"/>
                    <a:pt x="338712" y="225838"/>
                    <a:pt x="285753" y="253746"/>
                  </a:cubicBezTo>
                  <a:cubicBezTo>
                    <a:pt x="267846" y="263176"/>
                    <a:pt x="262131" y="268319"/>
                    <a:pt x="264036" y="273558"/>
                  </a:cubicBezTo>
                  <a:cubicBezTo>
                    <a:pt x="264703" y="275654"/>
                    <a:pt x="265656" y="278130"/>
                    <a:pt x="274895" y="278130"/>
                  </a:cubicBezTo>
                  <a:cubicBezTo>
                    <a:pt x="282991" y="278130"/>
                    <a:pt x="297660" y="276225"/>
                    <a:pt x="324425" y="270415"/>
                  </a:cubicBezTo>
                  <a:lnTo>
                    <a:pt x="325854" y="270129"/>
                  </a:lnTo>
                  <a:cubicBezTo>
                    <a:pt x="337950" y="267557"/>
                    <a:pt x="344618" y="267462"/>
                    <a:pt x="348618" y="268700"/>
                  </a:cubicBezTo>
                  <a:lnTo>
                    <a:pt x="321948" y="286226"/>
                  </a:lnTo>
                  <a:cubicBezTo>
                    <a:pt x="263370" y="304705"/>
                    <a:pt x="148784" y="282321"/>
                    <a:pt x="112303" y="274320"/>
                  </a:cubicBezTo>
                  <a:lnTo>
                    <a:pt x="33627" y="222694"/>
                  </a:lnTo>
                  <a:lnTo>
                    <a:pt x="73536" y="199358"/>
                  </a:lnTo>
                  <a:close/>
                  <a:moveTo>
                    <a:pt x="273085" y="318040"/>
                  </a:moveTo>
                  <a:cubicBezTo>
                    <a:pt x="242891" y="326136"/>
                    <a:pt x="187265" y="314135"/>
                    <a:pt x="164691" y="308610"/>
                  </a:cubicBezTo>
                  <a:lnTo>
                    <a:pt x="129924" y="285750"/>
                  </a:lnTo>
                  <a:cubicBezTo>
                    <a:pt x="162405" y="292227"/>
                    <a:pt x="214983" y="300990"/>
                    <a:pt x="262036" y="300990"/>
                  </a:cubicBezTo>
                  <a:cubicBezTo>
                    <a:pt x="276609" y="300990"/>
                    <a:pt x="290706" y="300133"/>
                    <a:pt x="303470" y="298037"/>
                  </a:cubicBezTo>
                  <a:lnTo>
                    <a:pt x="273085" y="318040"/>
                  </a:lnTo>
                  <a:close/>
                  <a:moveTo>
                    <a:pt x="183169" y="320707"/>
                  </a:moveTo>
                  <a:cubicBezTo>
                    <a:pt x="201838" y="324517"/>
                    <a:pt x="226032" y="328517"/>
                    <a:pt x="247558" y="328517"/>
                  </a:cubicBezTo>
                  <a:cubicBezTo>
                    <a:pt x="251082" y="328517"/>
                    <a:pt x="254416" y="328327"/>
                    <a:pt x="257750" y="328136"/>
                  </a:cubicBezTo>
                  <a:lnTo>
                    <a:pt x="226127" y="348901"/>
                  </a:lnTo>
                  <a:lnTo>
                    <a:pt x="183169" y="320707"/>
                  </a:lnTo>
                  <a:close/>
                  <a:moveTo>
                    <a:pt x="226127" y="507873"/>
                  </a:moveTo>
                  <a:lnTo>
                    <a:pt x="33436" y="381381"/>
                  </a:lnTo>
                  <a:lnTo>
                    <a:pt x="73441" y="357950"/>
                  </a:lnTo>
                  <a:lnTo>
                    <a:pt x="98016" y="374142"/>
                  </a:lnTo>
                  <a:cubicBezTo>
                    <a:pt x="96015" y="375952"/>
                    <a:pt x="94872" y="378238"/>
                    <a:pt x="94872" y="380810"/>
                  </a:cubicBezTo>
                  <a:cubicBezTo>
                    <a:pt x="94872" y="387001"/>
                    <a:pt x="101730" y="391859"/>
                    <a:pt x="110589" y="391859"/>
                  </a:cubicBezTo>
                  <a:cubicBezTo>
                    <a:pt x="114589" y="391859"/>
                    <a:pt x="118209" y="390811"/>
                    <a:pt x="120876" y="389096"/>
                  </a:cubicBezTo>
                  <a:lnTo>
                    <a:pt x="219650" y="453866"/>
                  </a:lnTo>
                  <a:cubicBezTo>
                    <a:pt x="221555" y="455105"/>
                    <a:pt x="223746" y="455771"/>
                    <a:pt x="226032" y="455771"/>
                  </a:cubicBezTo>
                  <a:cubicBezTo>
                    <a:pt x="228318" y="455771"/>
                    <a:pt x="230413" y="455105"/>
                    <a:pt x="232413" y="453866"/>
                  </a:cubicBezTo>
                  <a:lnTo>
                    <a:pt x="284515" y="419672"/>
                  </a:lnTo>
                  <a:cubicBezTo>
                    <a:pt x="315948" y="418148"/>
                    <a:pt x="347952" y="417386"/>
                    <a:pt x="362430" y="418338"/>
                  </a:cubicBezTo>
                  <a:lnTo>
                    <a:pt x="300803" y="458819"/>
                  </a:lnTo>
                  <a:cubicBezTo>
                    <a:pt x="298041" y="457200"/>
                    <a:pt x="294516" y="456152"/>
                    <a:pt x="290611" y="456152"/>
                  </a:cubicBezTo>
                  <a:cubicBezTo>
                    <a:pt x="281848" y="456152"/>
                    <a:pt x="274895" y="461010"/>
                    <a:pt x="274895" y="467201"/>
                  </a:cubicBezTo>
                  <a:cubicBezTo>
                    <a:pt x="274895" y="469678"/>
                    <a:pt x="276038" y="471964"/>
                    <a:pt x="278038" y="473774"/>
                  </a:cubicBezTo>
                  <a:lnTo>
                    <a:pt x="226127" y="507873"/>
                  </a:lnTo>
                  <a:close/>
                  <a:moveTo>
                    <a:pt x="104969" y="378619"/>
                  </a:moveTo>
                  <a:lnTo>
                    <a:pt x="112970" y="383858"/>
                  </a:lnTo>
                  <a:cubicBezTo>
                    <a:pt x="112208" y="383953"/>
                    <a:pt x="111541" y="384143"/>
                    <a:pt x="110589" y="384143"/>
                  </a:cubicBezTo>
                  <a:cubicBezTo>
                    <a:pt x="105350" y="384143"/>
                    <a:pt x="102588" y="381762"/>
                    <a:pt x="102588" y="380810"/>
                  </a:cubicBezTo>
                  <a:cubicBezTo>
                    <a:pt x="102588" y="380333"/>
                    <a:pt x="103445" y="379381"/>
                    <a:pt x="104969" y="378619"/>
                  </a:cubicBezTo>
                  <a:close/>
                  <a:moveTo>
                    <a:pt x="284801" y="469297"/>
                  </a:moveTo>
                  <a:cubicBezTo>
                    <a:pt x="283372" y="468535"/>
                    <a:pt x="282515" y="467678"/>
                    <a:pt x="282515" y="467201"/>
                  </a:cubicBezTo>
                  <a:cubicBezTo>
                    <a:pt x="282515" y="466058"/>
                    <a:pt x="285658" y="463868"/>
                    <a:pt x="290516" y="463868"/>
                  </a:cubicBezTo>
                  <a:cubicBezTo>
                    <a:pt x="291278" y="463868"/>
                    <a:pt x="292040" y="463963"/>
                    <a:pt x="292707" y="464153"/>
                  </a:cubicBezTo>
                  <a:lnTo>
                    <a:pt x="284801" y="469392"/>
                  </a:lnTo>
                  <a:close/>
                  <a:moveTo>
                    <a:pt x="418341" y="381667"/>
                  </a:moveTo>
                  <a:lnTo>
                    <a:pt x="371955" y="412147"/>
                  </a:lnTo>
                  <a:cubicBezTo>
                    <a:pt x="361001" y="409385"/>
                    <a:pt x="326901" y="410051"/>
                    <a:pt x="297279" y="411385"/>
                  </a:cubicBezTo>
                  <a:lnTo>
                    <a:pt x="377289" y="358902"/>
                  </a:lnTo>
                  <a:lnTo>
                    <a:pt x="418437" y="381667"/>
                  </a:lnTo>
                  <a:close/>
                  <a:moveTo>
                    <a:pt x="409102" y="310229"/>
                  </a:moveTo>
                  <a:cubicBezTo>
                    <a:pt x="408435" y="309467"/>
                    <a:pt x="407578" y="308991"/>
                    <a:pt x="406530" y="308801"/>
                  </a:cubicBezTo>
                  <a:lnTo>
                    <a:pt x="391195" y="307277"/>
                  </a:lnTo>
                  <a:cubicBezTo>
                    <a:pt x="389004" y="307181"/>
                    <a:pt x="387195" y="308610"/>
                    <a:pt x="387004" y="310801"/>
                  </a:cubicBezTo>
                  <a:cubicBezTo>
                    <a:pt x="386814" y="312896"/>
                    <a:pt x="388338" y="314801"/>
                    <a:pt x="390528" y="314992"/>
                  </a:cubicBezTo>
                  <a:lnTo>
                    <a:pt x="400339" y="315944"/>
                  </a:lnTo>
                  <a:lnTo>
                    <a:pt x="264132" y="405384"/>
                  </a:lnTo>
                  <a:cubicBezTo>
                    <a:pt x="260036" y="405670"/>
                    <a:pt x="256130" y="405765"/>
                    <a:pt x="252511" y="405575"/>
                  </a:cubicBezTo>
                  <a:cubicBezTo>
                    <a:pt x="250416" y="405479"/>
                    <a:pt x="248511" y="407003"/>
                    <a:pt x="248415" y="409194"/>
                  </a:cubicBezTo>
                  <a:cubicBezTo>
                    <a:pt x="248225" y="411290"/>
                    <a:pt x="249939" y="413195"/>
                    <a:pt x="252035" y="413290"/>
                  </a:cubicBezTo>
                  <a:cubicBezTo>
                    <a:pt x="252035" y="413290"/>
                    <a:pt x="252035" y="413290"/>
                    <a:pt x="252035" y="413290"/>
                  </a:cubicBezTo>
                  <a:lnTo>
                    <a:pt x="226032" y="430340"/>
                  </a:lnTo>
                  <a:lnTo>
                    <a:pt x="33341" y="303943"/>
                  </a:lnTo>
                  <a:lnTo>
                    <a:pt x="54296" y="291656"/>
                  </a:lnTo>
                  <a:lnTo>
                    <a:pt x="56487" y="292418"/>
                  </a:lnTo>
                  <a:cubicBezTo>
                    <a:pt x="56487" y="292418"/>
                    <a:pt x="57344" y="292608"/>
                    <a:pt x="57725" y="292608"/>
                  </a:cubicBezTo>
                  <a:cubicBezTo>
                    <a:pt x="59344" y="292608"/>
                    <a:pt x="60868" y="291560"/>
                    <a:pt x="61344" y="289941"/>
                  </a:cubicBezTo>
                  <a:cubicBezTo>
                    <a:pt x="61630" y="289084"/>
                    <a:pt x="61535" y="288227"/>
                    <a:pt x="61344" y="287465"/>
                  </a:cubicBezTo>
                  <a:lnTo>
                    <a:pt x="76584" y="278606"/>
                  </a:lnTo>
                  <a:lnTo>
                    <a:pt x="124590" y="310134"/>
                  </a:lnTo>
                  <a:cubicBezTo>
                    <a:pt x="124590" y="310134"/>
                    <a:pt x="124019" y="310896"/>
                    <a:pt x="123828" y="311372"/>
                  </a:cubicBezTo>
                  <a:cubicBezTo>
                    <a:pt x="123162" y="313373"/>
                    <a:pt x="124209" y="315563"/>
                    <a:pt x="126210" y="316325"/>
                  </a:cubicBezTo>
                  <a:lnTo>
                    <a:pt x="140211" y="321088"/>
                  </a:lnTo>
                  <a:cubicBezTo>
                    <a:pt x="140211" y="321088"/>
                    <a:pt x="141069" y="321278"/>
                    <a:pt x="141450" y="321278"/>
                  </a:cubicBezTo>
                  <a:cubicBezTo>
                    <a:pt x="141450" y="321278"/>
                    <a:pt x="141450" y="321278"/>
                    <a:pt x="141450" y="321278"/>
                  </a:cubicBezTo>
                  <a:lnTo>
                    <a:pt x="184693" y="349663"/>
                  </a:lnTo>
                  <a:cubicBezTo>
                    <a:pt x="184026" y="350520"/>
                    <a:pt x="183741" y="351568"/>
                    <a:pt x="183931" y="352711"/>
                  </a:cubicBezTo>
                  <a:cubicBezTo>
                    <a:pt x="183931" y="352997"/>
                    <a:pt x="185265" y="359569"/>
                    <a:pt x="189170" y="368236"/>
                  </a:cubicBezTo>
                  <a:cubicBezTo>
                    <a:pt x="189837" y="369665"/>
                    <a:pt x="191265" y="370523"/>
                    <a:pt x="192694" y="370523"/>
                  </a:cubicBezTo>
                  <a:cubicBezTo>
                    <a:pt x="193266" y="370523"/>
                    <a:pt x="193742" y="370427"/>
                    <a:pt x="194313" y="370142"/>
                  </a:cubicBezTo>
                  <a:cubicBezTo>
                    <a:pt x="196314" y="369284"/>
                    <a:pt x="197171" y="366998"/>
                    <a:pt x="196314" y="365093"/>
                  </a:cubicBezTo>
                  <a:cubicBezTo>
                    <a:pt x="194409" y="360902"/>
                    <a:pt x="193266" y="357283"/>
                    <a:pt x="192504" y="354711"/>
                  </a:cubicBezTo>
                  <a:lnTo>
                    <a:pt x="219555" y="372523"/>
                  </a:lnTo>
                  <a:cubicBezTo>
                    <a:pt x="221460" y="373761"/>
                    <a:pt x="223746" y="374428"/>
                    <a:pt x="225936" y="374428"/>
                  </a:cubicBezTo>
                  <a:cubicBezTo>
                    <a:pt x="228127" y="374428"/>
                    <a:pt x="230318" y="373761"/>
                    <a:pt x="232318" y="372523"/>
                  </a:cubicBezTo>
                  <a:lnTo>
                    <a:pt x="303851" y="325565"/>
                  </a:lnTo>
                  <a:lnTo>
                    <a:pt x="308709" y="331851"/>
                  </a:lnTo>
                  <a:cubicBezTo>
                    <a:pt x="309471" y="332804"/>
                    <a:pt x="310614" y="333375"/>
                    <a:pt x="311757" y="333375"/>
                  </a:cubicBezTo>
                  <a:cubicBezTo>
                    <a:pt x="312519" y="333375"/>
                    <a:pt x="313376" y="333089"/>
                    <a:pt x="314138" y="332518"/>
                  </a:cubicBezTo>
                  <a:cubicBezTo>
                    <a:pt x="315852" y="331184"/>
                    <a:pt x="316138" y="328803"/>
                    <a:pt x="314805" y="327088"/>
                  </a:cubicBezTo>
                  <a:lnTo>
                    <a:pt x="310328" y="321278"/>
                  </a:lnTo>
                  <a:lnTo>
                    <a:pt x="328711" y="309277"/>
                  </a:lnTo>
                  <a:cubicBezTo>
                    <a:pt x="328711" y="309277"/>
                    <a:pt x="328711" y="309277"/>
                    <a:pt x="328806" y="309277"/>
                  </a:cubicBezTo>
                  <a:lnTo>
                    <a:pt x="344142" y="310706"/>
                  </a:lnTo>
                  <a:lnTo>
                    <a:pt x="344523" y="310706"/>
                  </a:lnTo>
                  <a:cubicBezTo>
                    <a:pt x="346523" y="310706"/>
                    <a:pt x="348142" y="309182"/>
                    <a:pt x="348333" y="307181"/>
                  </a:cubicBezTo>
                  <a:cubicBezTo>
                    <a:pt x="348523" y="305086"/>
                    <a:pt x="346999" y="303181"/>
                    <a:pt x="344808" y="302990"/>
                  </a:cubicBezTo>
                  <a:lnTo>
                    <a:pt x="338903" y="302419"/>
                  </a:lnTo>
                  <a:lnTo>
                    <a:pt x="373764" y="279559"/>
                  </a:lnTo>
                  <a:lnTo>
                    <a:pt x="418151" y="304133"/>
                  </a:lnTo>
                  <a:lnTo>
                    <a:pt x="408912" y="31013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97" name="Google Shape;4297;p99"/>
            <p:cNvSpPr/>
            <p:nvPr/>
          </p:nvSpPr>
          <p:spPr>
            <a:xfrm>
              <a:off x="1322810" y="2758324"/>
              <a:ext cx="99440" cy="99440"/>
            </a:xfrm>
            <a:custGeom>
              <a:avLst/>
              <a:gdLst/>
              <a:ahLst/>
              <a:cxnLst/>
              <a:rect l="l" t="t" r="r" b="b"/>
              <a:pathLst>
                <a:path w="99440" h="99440" extrusionOk="0">
                  <a:moveTo>
                    <a:pt x="49721" y="99441"/>
                  </a:moveTo>
                  <a:cubicBezTo>
                    <a:pt x="77057" y="99441"/>
                    <a:pt x="99441" y="77153"/>
                    <a:pt x="99441" y="49721"/>
                  </a:cubicBezTo>
                  <a:cubicBezTo>
                    <a:pt x="99441" y="22289"/>
                    <a:pt x="77153" y="0"/>
                    <a:pt x="49721" y="0"/>
                  </a:cubicBezTo>
                  <a:cubicBezTo>
                    <a:pt x="22289" y="0"/>
                    <a:pt x="0" y="22289"/>
                    <a:pt x="0" y="49721"/>
                  </a:cubicBezTo>
                  <a:cubicBezTo>
                    <a:pt x="0" y="77153"/>
                    <a:pt x="22289" y="99441"/>
                    <a:pt x="49721" y="99441"/>
                  </a:cubicBezTo>
                  <a:close/>
                  <a:moveTo>
                    <a:pt x="49721" y="23241"/>
                  </a:moveTo>
                  <a:cubicBezTo>
                    <a:pt x="64389" y="23241"/>
                    <a:pt x="76200" y="35147"/>
                    <a:pt x="76200" y="49721"/>
                  </a:cubicBezTo>
                  <a:cubicBezTo>
                    <a:pt x="76200" y="64294"/>
                    <a:pt x="64294" y="76200"/>
                    <a:pt x="49721" y="76200"/>
                  </a:cubicBezTo>
                  <a:cubicBezTo>
                    <a:pt x="35147" y="76200"/>
                    <a:pt x="23241" y="64294"/>
                    <a:pt x="23241" y="49721"/>
                  </a:cubicBezTo>
                  <a:cubicBezTo>
                    <a:pt x="23241" y="35147"/>
                    <a:pt x="35147" y="23241"/>
                    <a:pt x="49721" y="2324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98" name="Google Shape;4298;p99"/>
            <p:cNvSpPr/>
            <p:nvPr/>
          </p:nvSpPr>
          <p:spPr>
            <a:xfrm>
              <a:off x="1242219" y="3008155"/>
              <a:ext cx="21641" cy="12487"/>
            </a:xfrm>
            <a:custGeom>
              <a:avLst/>
              <a:gdLst/>
              <a:ahLst/>
              <a:cxnLst/>
              <a:rect l="l" t="t" r="r" b="b"/>
              <a:pathLst>
                <a:path w="21641" h="12487" extrusionOk="0">
                  <a:moveTo>
                    <a:pt x="19155" y="4963"/>
                  </a:moveTo>
                  <a:lnTo>
                    <a:pt x="5153" y="200"/>
                  </a:lnTo>
                  <a:cubicBezTo>
                    <a:pt x="3153" y="-466"/>
                    <a:pt x="962" y="581"/>
                    <a:pt x="200" y="2582"/>
                  </a:cubicBezTo>
                  <a:cubicBezTo>
                    <a:pt x="-466" y="4582"/>
                    <a:pt x="581" y="6773"/>
                    <a:pt x="2582" y="7535"/>
                  </a:cubicBezTo>
                  <a:lnTo>
                    <a:pt x="16583" y="12297"/>
                  </a:lnTo>
                  <a:cubicBezTo>
                    <a:pt x="16583" y="12297"/>
                    <a:pt x="17441" y="12488"/>
                    <a:pt x="17822" y="12488"/>
                  </a:cubicBezTo>
                  <a:cubicBezTo>
                    <a:pt x="19441" y="12488"/>
                    <a:pt x="20870" y="11535"/>
                    <a:pt x="21441" y="9821"/>
                  </a:cubicBezTo>
                  <a:cubicBezTo>
                    <a:pt x="22108" y="7820"/>
                    <a:pt x="21060" y="5630"/>
                    <a:pt x="19060" y="486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299" name="Google Shape;4299;p99"/>
            <p:cNvSpPr/>
            <p:nvPr/>
          </p:nvSpPr>
          <p:spPr>
            <a:xfrm>
              <a:off x="1214311" y="2998630"/>
              <a:ext cx="21641" cy="12487"/>
            </a:xfrm>
            <a:custGeom>
              <a:avLst/>
              <a:gdLst/>
              <a:ahLst/>
              <a:cxnLst/>
              <a:rect l="l" t="t" r="r" b="b"/>
              <a:pathLst>
                <a:path w="21641" h="12487" extrusionOk="0">
                  <a:moveTo>
                    <a:pt x="19155" y="4963"/>
                  </a:moveTo>
                  <a:lnTo>
                    <a:pt x="5153" y="200"/>
                  </a:lnTo>
                  <a:cubicBezTo>
                    <a:pt x="3153" y="-466"/>
                    <a:pt x="962" y="581"/>
                    <a:pt x="200" y="2582"/>
                  </a:cubicBezTo>
                  <a:cubicBezTo>
                    <a:pt x="-466" y="4582"/>
                    <a:pt x="581" y="6773"/>
                    <a:pt x="2582" y="7535"/>
                  </a:cubicBezTo>
                  <a:lnTo>
                    <a:pt x="16583" y="12297"/>
                  </a:lnTo>
                  <a:cubicBezTo>
                    <a:pt x="16583" y="12297"/>
                    <a:pt x="17441" y="12488"/>
                    <a:pt x="17822" y="12488"/>
                  </a:cubicBezTo>
                  <a:cubicBezTo>
                    <a:pt x="19441" y="12488"/>
                    <a:pt x="20870" y="11535"/>
                    <a:pt x="21441" y="9821"/>
                  </a:cubicBezTo>
                  <a:cubicBezTo>
                    <a:pt x="22108" y="7820"/>
                    <a:pt x="21060" y="5630"/>
                    <a:pt x="19060" y="486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00" name="Google Shape;4300;p99"/>
            <p:cNvSpPr/>
            <p:nvPr/>
          </p:nvSpPr>
          <p:spPr>
            <a:xfrm>
              <a:off x="1342975" y="3085289"/>
              <a:ext cx="17749" cy="19459"/>
            </a:xfrm>
            <a:custGeom>
              <a:avLst/>
              <a:gdLst/>
              <a:ahLst/>
              <a:cxnLst/>
              <a:rect l="l" t="t" r="r" b="b"/>
              <a:pathLst>
                <a:path w="17749" h="19459" extrusionOk="0">
                  <a:moveTo>
                    <a:pt x="6982" y="1648"/>
                  </a:moveTo>
                  <a:cubicBezTo>
                    <a:pt x="5743" y="-67"/>
                    <a:pt x="3362" y="-543"/>
                    <a:pt x="1648" y="695"/>
                  </a:cubicBezTo>
                  <a:cubicBezTo>
                    <a:pt x="-67" y="1933"/>
                    <a:pt x="-543" y="4315"/>
                    <a:pt x="695" y="6029"/>
                  </a:cubicBezTo>
                  <a:cubicBezTo>
                    <a:pt x="3838" y="10601"/>
                    <a:pt x="7363" y="14697"/>
                    <a:pt x="11268" y="18412"/>
                  </a:cubicBezTo>
                  <a:cubicBezTo>
                    <a:pt x="12030" y="19078"/>
                    <a:pt x="12982" y="19459"/>
                    <a:pt x="13935" y="19459"/>
                  </a:cubicBezTo>
                  <a:cubicBezTo>
                    <a:pt x="14887" y="19459"/>
                    <a:pt x="15935" y="19078"/>
                    <a:pt x="16697" y="18316"/>
                  </a:cubicBezTo>
                  <a:cubicBezTo>
                    <a:pt x="18221" y="16792"/>
                    <a:pt x="18031" y="14316"/>
                    <a:pt x="16507" y="12887"/>
                  </a:cubicBezTo>
                  <a:cubicBezTo>
                    <a:pt x="13078" y="9649"/>
                    <a:pt x="9934" y="5839"/>
                    <a:pt x="7077" y="174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01" name="Google Shape;4301;p99"/>
            <p:cNvSpPr/>
            <p:nvPr/>
          </p:nvSpPr>
          <p:spPr>
            <a:xfrm>
              <a:off x="1365366" y="3106156"/>
              <a:ext cx="21885" cy="13547"/>
            </a:xfrm>
            <a:custGeom>
              <a:avLst/>
              <a:gdLst/>
              <a:ahLst/>
              <a:cxnLst/>
              <a:rect l="l" t="t" r="r" b="b"/>
              <a:pathLst>
                <a:path w="21885" h="13547" extrusionOk="0">
                  <a:moveTo>
                    <a:pt x="19167" y="6022"/>
                  </a:moveTo>
                  <a:cubicBezTo>
                    <a:pt x="14404" y="4689"/>
                    <a:pt x="9928" y="2879"/>
                    <a:pt x="5737" y="498"/>
                  </a:cubicBezTo>
                  <a:cubicBezTo>
                    <a:pt x="3832" y="-550"/>
                    <a:pt x="1546" y="117"/>
                    <a:pt x="498" y="1927"/>
                  </a:cubicBezTo>
                  <a:cubicBezTo>
                    <a:pt x="-550" y="3832"/>
                    <a:pt x="117" y="6118"/>
                    <a:pt x="1927" y="7165"/>
                  </a:cubicBezTo>
                  <a:cubicBezTo>
                    <a:pt x="6594" y="9832"/>
                    <a:pt x="11737" y="11928"/>
                    <a:pt x="16976" y="13357"/>
                  </a:cubicBezTo>
                  <a:cubicBezTo>
                    <a:pt x="17262" y="13452"/>
                    <a:pt x="17643" y="13547"/>
                    <a:pt x="18024" y="13547"/>
                  </a:cubicBezTo>
                  <a:cubicBezTo>
                    <a:pt x="19738" y="13547"/>
                    <a:pt x="21262" y="12499"/>
                    <a:pt x="21739" y="10690"/>
                  </a:cubicBezTo>
                  <a:cubicBezTo>
                    <a:pt x="22310" y="8594"/>
                    <a:pt x="21167" y="6499"/>
                    <a:pt x="19072" y="592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02" name="Google Shape;4302;p99"/>
            <p:cNvSpPr/>
            <p:nvPr/>
          </p:nvSpPr>
          <p:spPr>
            <a:xfrm>
              <a:off x="1463705" y="3046856"/>
              <a:ext cx="17200" cy="20077"/>
            </a:xfrm>
            <a:custGeom>
              <a:avLst/>
              <a:gdLst/>
              <a:ahLst/>
              <a:cxnLst/>
              <a:rect l="l" t="t" r="r" b="b"/>
              <a:pathLst>
                <a:path w="17200" h="20077" extrusionOk="0">
                  <a:moveTo>
                    <a:pt x="6933" y="1504"/>
                  </a:moveTo>
                  <a:cubicBezTo>
                    <a:pt x="5600" y="-210"/>
                    <a:pt x="3219" y="-496"/>
                    <a:pt x="1504" y="837"/>
                  </a:cubicBezTo>
                  <a:cubicBezTo>
                    <a:pt x="-210" y="2171"/>
                    <a:pt x="-496" y="4552"/>
                    <a:pt x="837" y="6267"/>
                  </a:cubicBezTo>
                  <a:lnTo>
                    <a:pt x="10267" y="18554"/>
                  </a:lnTo>
                  <a:cubicBezTo>
                    <a:pt x="11029" y="19506"/>
                    <a:pt x="12172" y="20078"/>
                    <a:pt x="13315" y="20078"/>
                  </a:cubicBezTo>
                  <a:cubicBezTo>
                    <a:pt x="14172" y="20078"/>
                    <a:pt x="14934" y="19792"/>
                    <a:pt x="15696" y="19221"/>
                  </a:cubicBezTo>
                  <a:cubicBezTo>
                    <a:pt x="17411" y="17887"/>
                    <a:pt x="17697" y="15506"/>
                    <a:pt x="16363" y="13791"/>
                  </a:cubicBezTo>
                  <a:lnTo>
                    <a:pt x="6933" y="150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03" name="Google Shape;4303;p99"/>
            <p:cNvSpPr/>
            <p:nvPr/>
          </p:nvSpPr>
          <p:spPr>
            <a:xfrm>
              <a:off x="1502531" y="3013495"/>
              <a:ext cx="23177" cy="9148"/>
            </a:xfrm>
            <a:custGeom>
              <a:avLst/>
              <a:gdLst/>
              <a:ahLst/>
              <a:cxnLst/>
              <a:rect l="l" t="t" r="r" b="b"/>
              <a:pathLst>
                <a:path w="23177" h="9148" extrusionOk="0">
                  <a:moveTo>
                    <a:pt x="4207" y="4"/>
                  </a:moveTo>
                  <a:cubicBezTo>
                    <a:pt x="2112" y="-91"/>
                    <a:pt x="207" y="1338"/>
                    <a:pt x="16" y="3529"/>
                  </a:cubicBezTo>
                  <a:cubicBezTo>
                    <a:pt x="-174" y="5624"/>
                    <a:pt x="1350" y="7529"/>
                    <a:pt x="3540" y="7720"/>
                  </a:cubicBezTo>
                  <a:lnTo>
                    <a:pt x="18971" y="9148"/>
                  </a:lnTo>
                  <a:lnTo>
                    <a:pt x="19352" y="9148"/>
                  </a:lnTo>
                  <a:cubicBezTo>
                    <a:pt x="21352" y="9148"/>
                    <a:pt x="22971" y="7624"/>
                    <a:pt x="23162" y="5624"/>
                  </a:cubicBezTo>
                  <a:cubicBezTo>
                    <a:pt x="23352" y="3529"/>
                    <a:pt x="21828" y="1624"/>
                    <a:pt x="19638" y="1433"/>
                  </a:cubicBezTo>
                  <a:lnTo>
                    <a:pt x="4207" y="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04" name="Google Shape;4304;p99"/>
            <p:cNvSpPr/>
            <p:nvPr/>
          </p:nvSpPr>
          <p:spPr>
            <a:xfrm>
              <a:off x="1326335" y="3157898"/>
              <a:ext cx="31432" cy="22097"/>
            </a:xfrm>
            <a:custGeom>
              <a:avLst/>
              <a:gdLst/>
              <a:ahLst/>
              <a:cxnLst/>
              <a:rect l="l" t="t" r="r" b="b"/>
              <a:pathLst>
                <a:path w="31432" h="22097" extrusionOk="0">
                  <a:moveTo>
                    <a:pt x="15716" y="0"/>
                  </a:moveTo>
                  <a:cubicBezTo>
                    <a:pt x="6953" y="0"/>
                    <a:pt x="0" y="4858"/>
                    <a:pt x="0" y="11049"/>
                  </a:cubicBezTo>
                  <a:cubicBezTo>
                    <a:pt x="0" y="17240"/>
                    <a:pt x="6858" y="22098"/>
                    <a:pt x="15716" y="22098"/>
                  </a:cubicBezTo>
                  <a:cubicBezTo>
                    <a:pt x="24575" y="22098"/>
                    <a:pt x="31432" y="17240"/>
                    <a:pt x="31432" y="11049"/>
                  </a:cubicBezTo>
                  <a:cubicBezTo>
                    <a:pt x="31432" y="4858"/>
                    <a:pt x="24575" y="0"/>
                    <a:pt x="15716" y="0"/>
                  </a:cubicBezTo>
                  <a:close/>
                  <a:moveTo>
                    <a:pt x="15716" y="14383"/>
                  </a:moveTo>
                  <a:cubicBezTo>
                    <a:pt x="10478" y="14383"/>
                    <a:pt x="7715" y="12002"/>
                    <a:pt x="7715" y="11049"/>
                  </a:cubicBezTo>
                  <a:cubicBezTo>
                    <a:pt x="7715" y="10097"/>
                    <a:pt x="10478" y="7715"/>
                    <a:pt x="15716" y="7715"/>
                  </a:cubicBezTo>
                  <a:cubicBezTo>
                    <a:pt x="20955" y="7715"/>
                    <a:pt x="23717" y="10097"/>
                    <a:pt x="23717" y="11049"/>
                  </a:cubicBezTo>
                  <a:cubicBezTo>
                    <a:pt x="23717" y="12002"/>
                    <a:pt x="20955" y="14383"/>
                    <a:pt x="15716" y="1438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05" name="Google Shape;4305;p99"/>
            <p:cNvSpPr/>
            <p:nvPr/>
          </p:nvSpPr>
          <p:spPr>
            <a:xfrm>
              <a:off x="1490451" y="3093033"/>
              <a:ext cx="27336" cy="7810"/>
            </a:xfrm>
            <a:custGeom>
              <a:avLst/>
              <a:gdLst/>
              <a:ahLst/>
              <a:cxnLst/>
              <a:rect l="l" t="t" r="r" b="b"/>
              <a:pathLst>
                <a:path w="27336" h="7810" extrusionOk="0">
                  <a:moveTo>
                    <a:pt x="3905" y="7810"/>
                  </a:moveTo>
                  <a:lnTo>
                    <a:pt x="23431" y="7810"/>
                  </a:lnTo>
                  <a:cubicBezTo>
                    <a:pt x="25527" y="7810"/>
                    <a:pt x="27241" y="6096"/>
                    <a:pt x="27337" y="3905"/>
                  </a:cubicBezTo>
                  <a:cubicBezTo>
                    <a:pt x="27337" y="1810"/>
                    <a:pt x="25622" y="0"/>
                    <a:pt x="23431" y="0"/>
                  </a:cubicBezTo>
                  <a:lnTo>
                    <a:pt x="3905" y="0"/>
                  </a:lnTo>
                  <a:cubicBezTo>
                    <a:pt x="1810" y="0"/>
                    <a:pt x="0" y="1714"/>
                    <a:pt x="0" y="3905"/>
                  </a:cubicBezTo>
                  <a:cubicBezTo>
                    <a:pt x="0" y="6096"/>
                    <a:pt x="1714" y="7810"/>
                    <a:pt x="3905" y="78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306" name="Google Shape;4306;p99"/>
          <p:cNvGrpSpPr/>
          <p:nvPr/>
        </p:nvGrpSpPr>
        <p:grpSpPr>
          <a:xfrm>
            <a:off x="5998158" y="4149604"/>
            <a:ext cx="296984" cy="201882"/>
            <a:chOff x="2530494" y="2796138"/>
            <a:chExt cx="527971" cy="358902"/>
          </a:xfrm>
        </p:grpSpPr>
        <p:sp>
          <p:nvSpPr>
            <p:cNvPr id="4307" name="Google Shape;4307;p99"/>
            <p:cNvSpPr/>
            <p:nvPr/>
          </p:nvSpPr>
          <p:spPr>
            <a:xfrm>
              <a:off x="2530494" y="2796138"/>
              <a:ext cx="84677" cy="84677"/>
            </a:xfrm>
            <a:custGeom>
              <a:avLst/>
              <a:gdLst/>
              <a:ahLst/>
              <a:cxnLst/>
              <a:rect l="l" t="t" r="r" b="b"/>
              <a:pathLst>
                <a:path w="84677" h="84677" extrusionOk="0">
                  <a:moveTo>
                    <a:pt x="11906" y="84677"/>
                  </a:moveTo>
                  <a:cubicBezTo>
                    <a:pt x="18479" y="84677"/>
                    <a:pt x="23813" y="79343"/>
                    <a:pt x="23813" y="72771"/>
                  </a:cubicBezTo>
                  <a:lnTo>
                    <a:pt x="23813" y="23813"/>
                  </a:lnTo>
                  <a:lnTo>
                    <a:pt x="72771" y="23813"/>
                  </a:lnTo>
                  <a:cubicBezTo>
                    <a:pt x="79343" y="23813"/>
                    <a:pt x="84677" y="18479"/>
                    <a:pt x="84677" y="11906"/>
                  </a:cubicBezTo>
                  <a:cubicBezTo>
                    <a:pt x="84677" y="5334"/>
                    <a:pt x="79343" y="0"/>
                    <a:pt x="72771" y="0"/>
                  </a:cubicBezTo>
                  <a:lnTo>
                    <a:pt x="11906" y="0"/>
                  </a:lnTo>
                  <a:cubicBezTo>
                    <a:pt x="5334" y="0"/>
                    <a:pt x="0" y="5334"/>
                    <a:pt x="0" y="11906"/>
                  </a:cubicBezTo>
                  <a:lnTo>
                    <a:pt x="0" y="72771"/>
                  </a:lnTo>
                  <a:cubicBezTo>
                    <a:pt x="0" y="79343"/>
                    <a:pt x="5334" y="84677"/>
                    <a:pt x="11906" y="8467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08" name="Google Shape;4308;p99"/>
            <p:cNvSpPr/>
            <p:nvPr/>
          </p:nvSpPr>
          <p:spPr>
            <a:xfrm>
              <a:off x="2973788" y="2796138"/>
              <a:ext cx="84677" cy="84677"/>
            </a:xfrm>
            <a:custGeom>
              <a:avLst/>
              <a:gdLst/>
              <a:ahLst/>
              <a:cxnLst/>
              <a:rect l="l" t="t" r="r" b="b"/>
              <a:pathLst>
                <a:path w="84677" h="84677" extrusionOk="0">
                  <a:moveTo>
                    <a:pt x="72771" y="0"/>
                  </a:moveTo>
                  <a:lnTo>
                    <a:pt x="11906" y="0"/>
                  </a:lnTo>
                  <a:cubicBezTo>
                    <a:pt x="5334" y="0"/>
                    <a:pt x="0" y="5334"/>
                    <a:pt x="0" y="11906"/>
                  </a:cubicBezTo>
                  <a:cubicBezTo>
                    <a:pt x="0" y="18479"/>
                    <a:pt x="5334" y="23813"/>
                    <a:pt x="11906" y="23813"/>
                  </a:cubicBezTo>
                  <a:lnTo>
                    <a:pt x="60865" y="23813"/>
                  </a:lnTo>
                  <a:lnTo>
                    <a:pt x="60865" y="72771"/>
                  </a:lnTo>
                  <a:cubicBezTo>
                    <a:pt x="60865" y="79343"/>
                    <a:pt x="66199" y="84677"/>
                    <a:pt x="72771" y="84677"/>
                  </a:cubicBezTo>
                  <a:cubicBezTo>
                    <a:pt x="79343" y="84677"/>
                    <a:pt x="84677" y="79343"/>
                    <a:pt x="84677" y="72771"/>
                  </a:cubicBezTo>
                  <a:lnTo>
                    <a:pt x="84677" y="11906"/>
                  </a:lnTo>
                  <a:cubicBezTo>
                    <a:pt x="84677" y="5334"/>
                    <a:pt x="79343" y="0"/>
                    <a:pt x="72771"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09" name="Google Shape;4309;p99"/>
            <p:cNvSpPr/>
            <p:nvPr/>
          </p:nvSpPr>
          <p:spPr>
            <a:xfrm>
              <a:off x="2530494" y="3070268"/>
              <a:ext cx="84677" cy="84677"/>
            </a:xfrm>
            <a:custGeom>
              <a:avLst/>
              <a:gdLst/>
              <a:ahLst/>
              <a:cxnLst/>
              <a:rect l="l" t="t" r="r" b="b"/>
              <a:pathLst>
                <a:path w="84677" h="84677" extrusionOk="0">
                  <a:moveTo>
                    <a:pt x="72771" y="60865"/>
                  </a:moveTo>
                  <a:lnTo>
                    <a:pt x="23813" y="60865"/>
                  </a:lnTo>
                  <a:lnTo>
                    <a:pt x="23813" y="11906"/>
                  </a:lnTo>
                  <a:cubicBezTo>
                    <a:pt x="23813" y="5334"/>
                    <a:pt x="18479" y="0"/>
                    <a:pt x="11906" y="0"/>
                  </a:cubicBezTo>
                  <a:cubicBezTo>
                    <a:pt x="5334" y="0"/>
                    <a:pt x="0" y="5334"/>
                    <a:pt x="0" y="11906"/>
                  </a:cubicBezTo>
                  <a:lnTo>
                    <a:pt x="0" y="72771"/>
                  </a:lnTo>
                  <a:cubicBezTo>
                    <a:pt x="0" y="79343"/>
                    <a:pt x="5334" y="84677"/>
                    <a:pt x="11906" y="84677"/>
                  </a:cubicBezTo>
                  <a:lnTo>
                    <a:pt x="72771" y="84677"/>
                  </a:lnTo>
                  <a:cubicBezTo>
                    <a:pt x="79343" y="84677"/>
                    <a:pt x="84677" y="79343"/>
                    <a:pt x="84677" y="72771"/>
                  </a:cubicBezTo>
                  <a:cubicBezTo>
                    <a:pt x="84677" y="66199"/>
                    <a:pt x="79343" y="60865"/>
                    <a:pt x="72771" y="6086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10" name="Google Shape;4310;p99"/>
            <p:cNvSpPr/>
            <p:nvPr/>
          </p:nvSpPr>
          <p:spPr>
            <a:xfrm>
              <a:off x="2973788" y="3070363"/>
              <a:ext cx="84677" cy="84677"/>
            </a:xfrm>
            <a:custGeom>
              <a:avLst/>
              <a:gdLst/>
              <a:ahLst/>
              <a:cxnLst/>
              <a:rect l="l" t="t" r="r" b="b"/>
              <a:pathLst>
                <a:path w="84677" h="84677" extrusionOk="0">
                  <a:moveTo>
                    <a:pt x="72771" y="0"/>
                  </a:moveTo>
                  <a:cubicBezTo>
                    <a:pt x="66199" y="0"/>
                    <a:pt x="60865" y="5334"/>
                    <a:pt x="60865" y="11906"/>
                  </a:cubicBezTo>
                  <a:lnTo>
                    <a:pt x="60865" y="60865"/>
                  </a:lnTo>
                  <a:lnTo>
                    <a:pt x="11906" y="60865"/>
                  </a:lnTo>
                  <a:cubicBezTo>
                    <a:pt x="5334" y="60865"/>
                    <a:pt x="0" y="66199"/>
                    <a:pt x="0" y="72771"/>
                  </a:cubicBezTo>
                  <a:cubicBezTo>
                    <a:pt x="0" y="79343"/>
                    <a:pt x="5334" y="84677"/>
                    <a:pt x="11906" y="84677"/>
                  </a:cubicBezTo>
                  <a:lnTo>
                    <a:pt x="72771" y="84677"/>
                  </a:lnTo>
                  <a:cubicBezTo>
                    <a:pt x="79343" y="84677"/>
                    <a:pt x="84677" y="79343"/>
                    <a:pt x="84677" y="72771"/>
                  </a:cubicBezTo>
                  <a:lnTo>
                    <a:pt x="84677" y="11906"/>
                  </a:lnTo>
                  <a:cubicBezTo>
                    <a:pt x="84677" y="5334"/>
                    <a:pt x="79343" y="0"/>
                    <a:pt x="72771"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11" name="Google Shape;4311;p99"/>
            <p:cNvSpPr/>
            <p:nvPr/>
          </p:nvSpPr>
          <p:spPr>
            <a:xfrm>
              <a:off x="2551068" y="2849728"/>
              <a:ext cx="490301" cy="252734"/>
            </a:xfrm>
            <a:custGeom>
              <a:avLst/>
              <a:gdLst/>
              <a:ahLst/>
              <a:cxnLst/>
              <a:rect l="l" t="t" r="r" b="b"/>
              <a:pathLst>
                <a:path w="490301" h="252734" extrusionOk="0">
                  <a:moveTo>
                    <a:pt x="485680" y="138434"/>
                  </a:moveTo>
                  <a:cubicBezTo>
                    <a:pt x="486156" y="137672"/>
                    <a:pt x="486632" y="136910"/>
                    <a:pt x="487013" y="136148"/>
                  </a:cubicBezTo>
                  <a:lnTo>
                    <a:pt x="488347" y="133386"/>
                  </a:lnTo>
                  <a:cubicBezTo>
                    <a:pt x="491395" y="127195"/>
                    <a:pt x="490823" y="119860"/>
                    <a:pt x="487013" y="114241"/>
                  </a:cubicBezTo>
                  <a:cubicBezTo>
                    <a:pt x="437198" y="41279"/>
                    <a:pt x="339757" y="-2726"/>
                    <a:pt x="232982" y="131"/>
                  </a:cubicBezTo>
                  <a:cubicBezTo>
                    <a:pt x="131636" y="2512"/>
                    <a:pt x="45625" y="45470"/>
                    <a:pt x="2858" y="115003"/>
                  </a:cubicBezTo>
                  <a:cubicBezTo>
                    <a:pt x="1048" y="117955"/>
                    <a:pt x="0" y="121480"/>
                    <a:pt x="0" y="125004"/>
                  </a:cubicBezTo>
                  <a:lnTo>
                    <a:pt x="0" y="127766"/>
                  </a:lnTo>
                  <a:cubicBezTo>
                    <a:pt x="0" y="131290"/>
                    <a:pt x="952" y="134719"/>
                    <a:pt x="2858" y="137767"/>
                  </a:cubicBezTo>
                  <a:cubicBezTo>
                    <a:pt x="45625" y="207300"/>
                    <a:pt x="131445" y="250258"/>
                    <a:pt x="232410" y="252639"/>
                  </a:cubicBezTo>
                  <a:cubicBezTo>
                    <a:pt x="235363" y="252639"/>
                    <a:pt x="238220" y="252734"/>
                    <a:pt x="241173" y="252734"/>
                  </a:cubicBezTo>
                  <a:cubicBezTo>
                    <a:pt x="344138" y="252734"/>
                    <a:pt x="437293" y="209395"/>
                    <a:pt x="485775" y="138529"/>
                  </a:cubicBezTo>
                  <a:close/>
                  <a:moveTo>
                    <a:pt x="233267" y="214444"/>
                  </a:moveTo>
                  <a:cubicBezTo>
                    <a:pt x="149733" y="212443"/>
                    <a:pt x="78677" y="179677"/>
                    <a:pt x="40957" y="126337"/>
                  </a:cubicBezTo>
                  <a:cubicBezTo>
                    <a:pt x="78772" y="72902"/>
                    <a:pt x="149924" y="40231"/>
                    <a:pt x="233839" y="38231"/>
                  </a:cubicBezTo>
                  <a:cubicBezTo>
                    <a:pt x="322517" y="36040"/>
                    <a:pt x="403384" y="69283"/>
                    <a:pt x="447961" y="125480"/>
                  </a:cubicBezTo>
                  <a:cubicBezTo>
                    <a:pt x="403670" y="182725"/>
                    <a:pt x="322421" y="216444"/>
                    <a:pt x="233267" y="2144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12" name="Google Shape;4312;p99"/>
            <p:cNvSpPr/>
            <p:nvPr/>
          </p:nvSpPr>
          <p:spPr>
            <a:xfrm>
              <a:off x="2733377" y="2915582"/>
              <a:ext cx="120967" cy="120967"/>
            </a:xfrm>
            <a:custGeom>
              <a:avLst/>
              <a:gdLst/>
              <a:ahLst/>
              <a:cxnLst/>
              <a:rect l="l" t="t" r="r" b="b"/>
              <a:pathLst>
                <a:path w="120967" h="120967" extrusionOk="0">
                  <a:moveTo>
                    <a:pt x="60484" y="0"/>
                  </a:moveTo>
                  <a:cubicBezTo>
                    <a:pt x="27146" y="0"/>
                    <a:pt x="0" y="27146"/>
                    <a:pt x="0" y="60484"/>
                  </a:cubicBezTo>
                  <a:cubicBezTo>
                    <a:pt x="0" y="93821"/>
                    <a:pt x="27146" y="120968"/>
                    <a:pt x="60484" y="120968"/>
                  </a:cubicBezTo>
                  <a:cubicBezTo>
                    <a:pt x="93821" y="120968"/>
                    <a:pt x="120967" y="93821"/>
                    <a:pt x="120967" y="60484"/>
                  </a:cubicBezTo>
                  <a:cubicBezTo>
                    <a:pt x="120967" y="27146"/>
                    <a:pt x="93821" y="0"/>
                    <a:pt x="60484" y="0"/>
                  </a:cubicBezTo>
                  <a:close/>
                  <a:moveTo>
                    <a:pt x="60484" y="82868"/>
                  </a:moveTo>
                  <a:cubicBezTo>
                    <a:pt x="48101" y="82868"/>
                    <a:pt x="38100" y="72866"/>
                    <a:pt x="38100" y="60484"/>
                  </a:cubicBezTo>
                  <a:cubicBezTo>
                    <a:pt x="38100" y="48101"/>
                    <a:pt x="48101" y="38100"/>
                    <a:pt x="60484" y="38100"/>
                  </a:cubicBezTo>
                  <a:cubicBezTo>
                    <a:pt x="72866" y="38100"/>
                    <a:pt x="82867" y="48101"/>
                    <a:pt x="82867" y="60484"/>
                  </a:cubicBezTo>
                  <a:cubicBezTo>
                    <a:pt x="82867" y="72866"/>
                    <a:pt x="72866" y="82868"/>
                    <a:pt x="60484" y="8286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313" name="Google Shape;4313;p99"/>
          <p:cNvGrpSpPr/>
          <p:nvPr/>
        </p:nvGrpSpPr>
        <p:grpSpPr>
          <a:xfrm>
            <a:off x="5206956" y="3324882"/>
            <a:ext cx="292634" cy="296983"/>
            <a:chOff x="601008" y="3442176"/>
            <a:chExt cx="520239" cy="527970"/>
          </a:xfrm>
        </p:grpSpPr>
        <p:sp>
          <p:nvSpPr>
            <p:cNvPr id="4314" name="Google Shape;4314;p99"/>
            <p:cNvSpPr/>
            <p:nvPr/>
          </p:nvSpPr>
          <p:spPr>
            <a:xfrm>
              <a:off x="859218" y="3442176"/>
              <a:ext cx="14287" cy="81533"/>
            </a:xfrm>
            <a:custGeom>
              <a:avLst/>
              <a:gdLst/>
              <a:ahLst/>
              <a:cxnLst/>
              <a:rect l="l" t="t" r="r" b="b"/>
              <a:pathLst>
                <a:path w="14287" h="81533" extrusionOk="0">
                  <a:moveTo>
                    <a:pt x="7144" y="0"/>
                  </a:moveTo>
                  <a:cubicBezTo>
                    <a:pt x="3238" y="0"/>
                    <a:pt x="0" y="3238"/>
                    <a:pt x="0" y="7144"/>
                  </a:cubicBezTo>
                  <a:lnTo>
                    <a:pt x="0" y="74390"/>
                  </a:lnTo>
                  <a:cubicBezTo>
                    <a:pt x="0" y="78296"/>
                    <a:pt x="3238" y="81534"/>
                    <a:pt x="7144" y="81534"/>
                  </a:cubicBezTo>
                  <a:cubicBezTo>
                    <a:pt x="11049" y="81534"/>
                    <a:pt x="14288" y="78296"/>
                    <a:pt x="14288" y="74390"/>
                  </a:cubicBezTo>
                  <a:lnTo>
                    <a:pt x="14288" y="7144"/>
                  </a:lnTo>
                  <a:cubicBezTo>
                    <a:pt x="14288" y="3238"/>
                    <a:pt x="11049" y="0"/>
                    <a:pt x="714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15" name="Google Shape;4315;p99"/>
            <p:cNvSpPr/>
            <p:nvPr/>
          </p:nvSpPr>
          <p:spPr>
            <a:xfrm>
              <a:off x="736137" y="3465875"/>
              <a:ext cx="55091" cy="83362"/>
            </a:xfrm>
            <a:custGeom>
              <a:avLst/>
              <a:gdLst/>
              <a:ahLst/>
              <a:cxnLst/>
              <a:rect l="l" t="t" r="r" b="b"/>
              <a:pathLst>
                <a:path w="55091" h="83362" extrusionOk="0">
                  <a:moveTo>
                    <a:pt x="53739" y="65931"/>
                  </a:moveTo>
                  <a:lnTo>
                    <a:pt x="22497" y="6400"/>
                  </a:lnTo>
                  <a:cubicBezTo>
                    <a:pt x="19449" y="590"/>
                    <a:pt x="12210" y="-1696"/>
                    <a:pt x="6400" y="1352"/>
                  </a:cubicBezTo>
                  <a:cubicBezTo>
                    <a:pt x="590" y="4400"/>
                    <a:pt x="-1696" y="11639"/>
                    <a:pt x="1352" y="17449"/>
                  </a:cubicBezTo>
                  <a:lnTo>
                    <a:pt x="32594" y="76980"/>
                  </a:lnTo>
                  <a:cubicBezTo>
                    <a:pt x="34689" y="81076"/>
                    <a:pt x="38880" y="83362"/>
                    <a:pt x="43167" y="83362"/>
                  </a:cubicBezTo>
                  <a:cubicBezTo>
                    <a:pt x="45072" y="83362"/>
                    <a:pt x="46881" y="82886"/>
                    <a:pt x="48691" y="82029"/>
                  </a:cubicBezTo>
                  <a:cubicBezTo>
                    <a:pt x="54501" y="78981"/>
                    <a:pt x="56787" y="71742"/>
                    <a:pt x="53739" y="6593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16" name="Google Shape;4316;p99"/>
            <p:cNvSpPr/>
            <p:nvPr/>
          </p:nvSpPr>
          <p:spPr>
            <a:xfrm>
              <a:off x="644710" y="3546089"/>
              <a:ext cx="79162" cy="62012"/>
            </a:xfrm>
            <a:custGeom>
              <a:avLst/>
              <a:gdLst/>
              <a:ahLst/>
              <a:cxnLst/>
              <a:rect l="l" t="t" r="r" b="b"/>
              <a:pathLst>
                <a:path w="79162" h="62012" extrusionOk="0">
                  <a:moveTo>
                    <a:pt x="60488" y="59917"/>
                  </a:moveTo>
                  <a:cubicBezTo>
                    <a:pt x="62584" y="61346"/>
                    <a:pt x="64870" y="62012"/>
                    <a:pt x="67251" y="62012"/>
                  </a:cubicBezTo>
                  <a:cubicBezTo>
                    <a:pt x="71061" y="62012"/>
                    <a:pt x="74776" y="60203"/>
                    <a:pt x="77062" y="56869"/>
                  </a:cubicBezTo>
                  <a:cubicBezTo>
                    <a:pt x="80777" y="51440"/>
                    <a:pt x="79443" y="44010"/>
                    <a:pt x="74014" y="40295"/>
                  </a:cubicBezTo>
                  <a:lnTo>
                    <a:pt x="18674" y="2100"/>
                  </a:lnTo>
                  <a:cubicBezTo>
                    <a:pt x="13244" y="-1615"/>
                    <a:pt x="5815" y="-281"/>
                    <a:pt x="2100" y="5148"/>
                  </a:cubicBezTo>
                  <a:cubicBezTo>
                    <a:pt x="-1615" y="10577"/>
                    <a:pt x="-281" y="18007"/>
                    <a:pt x="5148" y="21722"/>
                  </a:cubicBezTo>
                  <a:lnTo>
                    <a:pt x="60488" y="5991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17" name="Google Shape;4317;p99"/>
            <p:cNvSpPr/>
            <p:nvPr/>
          </p:nvSpPr>
          <p:spPr>
            <a:xfrm>
              <a:off x="601008" y="3659644"/>
              <a:ext cx="90462" cy="31896"/>
            </a:xfrm>
            <a:custGeom>
              <a:avLst/>
              <a:gdLst/>
              <a:ahLst/>
              <a:cxnLst/>
              <a:rect l="l" t="t" r="r" b="b"/>
              <a:pathLst>
                <a:path w="90462" h="31896" extrusionOk="0">
                  <a:moveTo>
                    <a:pt x="77140" y="31896"/>
                  </a:moveTo>
                  <a:cubicBezTo>
                    <a:pt x="77616" y="31896"/>
                    <a:pt x="78093" y="31896"/>
                    <a:pt x="78569" y="31896"/>
                  </a:cubicBezTo>
                  <a:cubicBezTo>
                    <a:pt x="84474" y="31896"/>
                    <a:pt x="89618" y="27515"/>
                    <a:pt x="90380" y="21419"/>
                  </a:cubicBezTo>
                  <a:cubicBezTo>
                    <a:pt x="91142" y="14942"/>
                    <a:pt x="86570" y="8941"/>
                    <a:pt x="79998" y="8179"/>
                  </a:cubicBezTo>
                  <a:lnTo>
                    <a:pt x="13323" y="83"/>
                  </a:lnTo>
                  <a:cubicBezTo>
                    <a:pt x="6750" y="-679"/>
                    <a:pt x="845" y="3893"/>
                    <a:pt x="83" y="10465"/>
                  </a:cubicBezTo>
                  <a:cubicBezTo>
                    <a:pt x="-679" y="16942"/>
                    <a:pt x="3893" y="22943"/>
                    <a:pt x="10465" y="23705"/>
                  </a:cubicBezTo>
                  <a:lnTo>
                    <a:pt x="77140" y="3180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18" name="Google Shape;4318;p99"/>
            <p:cNvSpPr/>
            <p:nvPr/>
          </p:nvSpPr>
          <p:spPr>
            <a:xfrm>
              <a:off x="606701" y="3748395"/>
              <a:ext cx="103365" cy="64303"/>
            </a:xfrm>
            <a:custGeom>
              <a:avLst/>
              <a:gdLst/>
              <a:ahLst/>
              <a:cxnLst/>
              <a:rect l="l" t="t" r="r" b="b"/>
              <a:pathLst>
                <a:path w="103365" h="64303" extrusionOk="0">
                  <a:moveTo>
                    <a:pt x="102022" y="13059"/>
                  </a:moveTo>
                  <a:cubicBezTo>
                    <a:pt x="98022" y="2581"/>
                    <a:pt x="86401" y="-2658"/>
                    <a:pt x="75924" y="1343"/>
                  </a:cubicBezTo>
                  <a:lnTo>
                    <a:pt x="13059" y="25155"/>
                  </a:lnTo>
                  <a:cubicBezTo>
                    <a:pt x="2581" y="29156"/>
                    <a:pt x="-2658" y="40776"/>
                    <a:pt x="1343" y="51254"/>
                  </a:cubicBezTo>
                  <a:cubicBezTo>
                    <a:pt x="4391" y="59350"/>
                    <a:pt x="12106" y="64303"/>
                    <a:pt x="20298" y="64303"/>
                  </a:cubicBezTo>
                  <a:cubicBezTo>
                    <a:pt x="22679" y="64303"/>
                    <a:pt x="25060" y="63922"/>
                    <a:pt x="27441" y="62970"/>
                  </a:cubicBezTo>
                  <a:lnTo>
                    <a:pt x="90306" y="39157"/>
                  </a:lnTo>
                  <a:cubicBezTo>
                    <a:pt x="100784" y="35157"/>
                    <a:pt x="106023" y="23536"/>
                    <a:pt x="102022" y="1305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19" name="Google Shape;4319;p99"/>
            <p:cNvSpPr/>
            <p:nvPr/>
          </p:nvSpPr>
          <p:spPr>
            <a:xfrm>
              <a:off x="675230" y="3822354"/>
              <a:ext cx="85083" cy="90833"/>
            </a:xfrm>
            <a:custGeom>
              <a:avLst/>
              <a:gdLst/>
              <a:ahLst/>
              <a:cxnLst/>
              <a:rect l="l" t="t" r="r" b="b"/>
              <a:pathLst>
                <a:path w="85083" h="90833" extrusionOk="0">
                  <a:moveTo>
                    <a:pt x="49685" y="6823"/>
                  </a:moveTo>
                  <a:lnTo>
                    <a:pt x="5108" y="57115"/>
                  </a:lnTo>
                  <a:cubicBezTo>
                    <a:pt x="-2321" y="65497"/>
                    <a:pt x="-1559" y="78260"/>
                    <a:pt x="6823" y="85690"/>
                  </a:cubicBezTo>
                  <a:cubicBezTo>
                    <a:pt x="10633" y="89119"/>
                    <a:pt x="15491" y="90833"/>
                    <a:pt x="20253" y="90833"/>
                  </a:cubicBezTo>
                  <a:cubicBezTo>
                    <a:pt x="25873" y="90833"/>
                    <a:pt x="31397" y="88547"/>
                    <a:pt x="35398" y="83975"/>
                  </a:cubicBezTo>
                  <a:lnTo>
                    <a:pt x="79975" y="33683"/>
                  </a:lnTo>
                  <a:cubicBezTo>
                    <a:pt x="87404" y="25301"/>
                    <a:pt x="86642" y="12538"/>
                    <a:pt x="78260" y="5108"/>
                  </a:cubicBezTo>
                  <a:cubicBezTo>
                    <a:pt x="69878" y="-2321"/>
                    <a:pt x="57115" y="-1559"/>
                    <a:pt x="49685" y="682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20" name="Google Shape;4320;p99"/>
            <p:cNvSpPr/>
            <p:nvPr/>
          </p:nvSpPr>
          <p:spPr>
            <a:xfrm>
              <a:off x="782711" y="3864498"/>
              <a:ext cx="56526" cy="105648"/>
            </a:xfrm>
            <a:custGeom>
              <a:avLst/>
              <a:gdLst/>
              <a:ahLst/>
              <a:cxnLst/>
              <a:rect l="l" t="t" r="r" b="b"/>
              <a:pathLst>
                <a:path w="56526" h="105648" extrusionOk="0">
                  <a:moveTo>
                    <a:pt x="41170" y="588"/>
                  </a:moveTo>
                  <a:cubicBezTo>
                    <a:pt x="30311" y="-2079"/>
                    <a:pt x="19357" y="4588"/>
                    <a:pt x="16690" y="15352"/>
                  </a:cubicBezTo>
                  <a:lnTo>
                    <a:pt x="593" y="80598"/>
                  </a:lnTo>
                  <a:cubicBezTo>
                    <a:pt x="-2074" y="91456"/>
                    <a:pt x="4498" y="102410"/>
                    <a:pt x="15357" y="105077"/>
                  </a:cubicBezTo>
                  <a:cubicBezTo>
                    <a:pt x="16976" y="105458"/>
                    <a:pt x="18595" y="105649"/>
                    <a:pt x="20215" y="105649"/>
                  </a:cubicBezTo>
                  <a:cubicBezTo>
                    <a:pt x="29359" y="105649"/>
                    <a:pt x="37550" y="99457"/>
                    <a:pt x="39836" y="90218"/>
                  </a:cubicBezTo>
                  <a:lnTo>
                    <a:pt x="55933" y="24972"/>
                  </a:lnTo>
                  <a:cubicBezTo>
                    <a:pt x="58600" y="14113"/>
                    <a:pt x="52028" y="3160"/>
                    <a:pt x="41170" y="49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21" name="Google Shape;4321;p99"/>
            <p:cNvSpPr/>
            <p:nvPr/>
          </p:nvSpPr>
          <p:spPr>
            <a:xfrm>
              <a:off x="889503" y="3866319"/>
              <a:ext cx="54206" cy="103350"/>
            </a:xfrm>
            <a:custGeom>
              <a:avLst/>
              <a:gdLst/>
              <a:ahLst/>
              <a:cxnLst/>
              <a:rect l="l" t="t" r="r" b="b"/>
              <a:pathLst>
                <a:path w="54206" h="103350" extrusionOk="0">
                  <a:moveTo>
                    <a:pt x="37533" y="14483"/>
                  </a:moveTo>
                  <a:cubicBezTo>
                    <a:pt x="35057" y="4291"/>
                    <a:pt x="24674" y="-1996"/>
                    <a:pt x="14483" y="576"/>
                  </a:cubicBezTo>
                  <a:cubicBezTo>
                    <a:pt x="4291" y="3053"/>
                    <a:pt x="-1996" y="13435"/>
                    <a:pt x="576" y="23627"/>
                  </a:cubicBezTo>
                  <a:lnTo>
                    <a:pt x="16673" y="88873"/>
                  </a:lnTo>
                  <a:cubicBezTo>
                    <a:pt x="18769" y="97541"/>
                    <a:pt x="26579" y="103351"/>
                    <a:pt x="35152" y="103351"/>
                  </a:cubicBezTo>
                  <a:cubicBezTo>
                    <a:pt x="36676" y="103351"/>
                    <a:pt x="38200" y="103160"/>
                    <a:pt x="39724" y="102779"/>
                  </a:cubicBezTo>
                  <a:cubicBezTo>
                    <a:pt x="49916" y="100303"/>
                    <a:pt x="56202" y="89921"/>
                    <a:pt x="53630" y="79729"/>
                  </a:cubicBezTo>
                  <a:lnTo>
                    <a:pt x="37533" y="1448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22" name="Google Shape;4322;p99"/>
            <p:cNvSpPr/>
            <p:nvPr/>
          </p:nvSpPr>
          <p:spPr>
            <a:xfrm>
              <a:off x="969008" y="3825238"/>
              <a:ext cx="82647" cy="88329"/>
            </a:xfrm>
            <a:custGeom>
              <a:avLst/>
              <a:gdLst/>
              <a:ahLst/>
              <a:cxnLst/>
              <a:rect l="l" t="t" r="r" b="b"/>
              <a:pathLst>
                <a:path w="82647" h="88329" extrusionOk="0">
                  <a:moveTo>
                    <a:pt x="33275" y="6415"/>
                  </a:moveTo>
                  <a:cubicBezTo>
                    <a:pt x="26322" y="-1491"/>
                    <a:pt x="14225" y="-2158"/>
                    <a:pt x="6415" y="4795"/>
                  </a:cubicBezTo>
                  <a:cubicBezTo>
                    <a:pt x="-1491" y="11749"/>
                    <a:pt x="-2158" y="23845"/>
                    <a:pt x="4795" y="31656"/>
                  </a:cubicBezTo>
                  <a:lnTo>
                    <a:pt x="49372" y="81948"/>
                  </a:lnTo>
                  <a:cubicBezTo>
                    <a:pt x="53182" y="86234"/>
                    <a:pt x="58421" y="88330"/>
                    <a:pt x="63660" y="88330"/>
                  </a:cubicBezTo>
                  <a:cubicBezTo>
                    <a:pt x="68137" y="88330"/>
                    <a:pt x="72613" y="86710"/>
                    <a:pt x="76233" y="83567"/>
                  </a:cubicBezTo>
                  <a:cubicBezTo>
                    <a:pt x="84139" y="76614"/>
                    <a:pt x="84805" y="64517"/>
                    <a:pt x="77852" y="56707"/>
                  </a:cubicBezTo>
                  <a:lnTo>
                    <a:pt x="33275" y="641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23" name="Google Shape;4323;p99"/>
            <p:cNvSpPr/>
            <p:nvPr/>
          </p:nvSpPr>
          <p:spPr>
            <a:xfrm>
              <a:off x="1020290" y="3752028"/>
              <a:ext cx="100957" cy="61908"/>
            </a:xfrm>
            <a:custGeom>
              <a:avLst/>
              <a:gdLst/>
              <a:ahLst/>
              <a:cxnLst/>
              <a:rect l="l" t="t" r="r" b="b"/>
              <a:pathLst>
                <a:path w="100957" h="61908" extrusionOk="0">
                  <a:moveTo>
                    <a:pt x="88674" y="25047"/>
                  </a:moveTo>
                  <a:lnTo>
                    <a:pt x="25809" y="1234"/>
                  </a:lnTo>
                  <a:cubicBezTo>
                    <a:pt x="15998" y="-2480"/>
                    <a:pt x="4949" y="2473"/>
                    <a:pt x="1234" y="12283"/>
                  </a:cubicBezTo>
                  <a:cubicBezTo>
                    <a:pt x="-2480" y="22094"/>
                    <a:pt x="2473" y="33143"/>
                    <a:pt x="12283" y="36858"/>
                  </a:cubicBezTo>
                  <a:lnTo>
                    <a:pt x="75148" y="60670"/>
                  </a:lnTo>
                  <a:cubicBezTo>
                    <a:pt x="77339" y="61528"/>
                    <a:pt x="79625" y="61909"/>
                    <a:pt x="81911" y="61909"/>
                  </a:cubicBezTo>
                  <a:cubicBezTo>
                    <a:pt x="89626" y="61909"/>
                    <a:pt x="96865" y="57241"/>
                    <a:pt x="99723" y="49621"/>
                  </a:cubicBezTo>
                  <a:cubicBezTo>
                    <a:pt x="103438" y="39811"/>
                    <a:pt x="98485" y="28762"/>
                    <a:pt x="88674" y="2504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24" name="Google Shape;4324;p99"/>
            <p:cNvSpPr/>
            <p:nvPr/>
          </p:nvSpPr>
          <p:spPr>
            <a:xfrm>
              <a:off x="1012618" y="3553094"/>
              <a:ext cx="69628" cy="52435"/>
            </a:xfrm>
            <a:custGeom>
              <a:avLst/>
              <a:gdLst/>
              <a:ahLst/>
              <a:cxnLst/>
              <a:rect l="l" t="t" r="r" b="b"/>
              <a:pathLst>
                <a:path w="69628" h="52435" extrusionOk="0">
                  <a:moveTo>
                    <a:pt x="7096" y="52435"/>
                  </a:moveTo>
                  <a:cubicBezTo>
                    <a:pt x="8525" y="52435"/>
                    <a:pt x="9954" y="52054"/>
                    <a:pt x="11192" y="51197"/>
                  </a:cubicBezTo>
                  <a:lnTo>
                    <a:pt x="66532" y="13002"/>
                  </a:lnTo>
                  <a:cubicBezTo>
                    <a:pt x="69771" y="10716"/>
                    <a:pt x="70628" y="6334"/>
                    <a:pt x="68342" y="3096"/>
                  </a:cubicBezTo>
                  <a:cubicBezTo>
                    <a:pt x="66056" y="-143"/>
                    <a:pt x="61675" y="-1000"/>
                    <a:pt x="58436" y="1286"/>
                  </a:cubicBezTo>
                  <a:lnTo>
                    <a:pt x="3096" y="39481"/>
                  </a:lnTo>
                  <a:cubicBezTo>
                    <a:pt x="-143" y="41767"/>
                    <a:pt x="-1000" y="46149"/>
                    <a:pt x="1286" y="49387"/>
                  </a:cubicBezTo>
                  <a:cubicBezTo>
                    <a:pt x="2715" y="51388"/>
                    <a:pt x="4906" y="52435"/>
                    <a:pt x="7192" y="5243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25" name="Google Shape;4325;p99"/>
            <p:cNvSpPr/>
            <p:nvPr/>
          </p:nvSpPr>
          <p:spPr>
            <a:xfrm>
              <a:off x="946042" y="3471945"/>
              <a:ext cx="45521" cy="73862"/>
            </a:xfrm>
            <a:custGeom>
              <a:avLst/>
              <a:gdLst/>
              <a:ahLst/>
              <a:cxnLst/>
              <a:rect l="l" t="t" r="r" b="b"/>
              <a:pathLst>
                <a:path w="45521" h="73862" extrusionOk="0">
                  <a:moveTo>
                    <a:pt x="41668" y="806"/>
                  </a:moveTo>
                  <a:cubicBezTo>
                    <a:pt x="38144" y="-1004"/>
                    <a:pt x="33858" y="330"/>
                    <a:pt x="32048" y="3854"/>
                  </a:cubicBezTo>
                  <a:lnTo>
                    <a:pt x="806" y="63385"/>
                  </a:lnTo>
                  <a:cubicBezTo>
                    <a:pt x="-1004" y="66909"/>
                    <a:pt x="330" y="71196"/>
                    <a:pt x="3854" y="73005"/>
                  </a:cubicBezTo>
                  <a:cubicBezTo>
                    <a:pt x="4902" y="73577"/>
                    <a:pt x="6045" y="73863"/>
                    <a:pt x="7188" y="73863"/>
                  </a:cubicBezTo>
                  <a:cubicBezTo>
                    <a:pt x="9759" y="73863"/>
                    <a:pt x="12236" y="72434"/>
                    <a:pt x="13474" y="70053"/>
                  </a:cubicBezTo>
                  <a:lnTo>
                    <a:pt x="44716" y="10521"/>
                  </a:lnTo>
                  <a:cubicBezTo>
                    <a:pt x="46526" y="6997"/>
                    <a:pt x="45192" y="2711"/>
                    <a:pt x="41668" y="90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326" name="Google Shape;4326;p99"/>
          <p:cNvSpPr/>
          <p:nvPr/>
        </p:nvSpPr>
        <p:spPr>
          <a:xfrm>
            <a:off x="5995250" y="3324227"/>
            <a:ext cx="299501" cy="299501"/>
          </a:xfrm>
          <a:custGeom>
            <a:avLst/>
            <a:gdLst/>
            <a:ahLst/>
            <a:cxnLst/>
            <a:rect l="l" t="t" r="r" b="b"/>
            <a:pathLst>
              <a:path w="532447" h="532447" extrusionOk="0">
                <a:moveTo>
                  <a:pt x="266224" y="0"/>
                </a:moveTo>
                <a:cubicBezTo>
                  <a:pt x="119253" y="0"/>
                  <a:pt x="0" y="119253"/>
                  <a:pt x="0" y="266224"/>
                </a:cubicBezTo>
                <a:cubicBezTo>
                  <a:pt x="0" y="413195"/>
                  <a:pt x="119253" y="532448"/>
                  <a:pt x="266224" y="532448"/>
                </a:cubicBezTo>
                <a:cubicBezTo>
                  <a:pt x="413195" y="532448"/>
                  <a:pt x="532448" y="413195"/>
                  <a:pt x="532448" y="266224"/>
                </a:cubicBezTo>
                <a:cubicBezTo>
                  <a:pt x="532448" y="119253"/>
                  <a:pt x="413290" y="0"/>
                  <a:pt x="266224" y="0"/>
                </a:cubicBezTo>
                <a:close/>
                <a:moveTo>
                  <a:pt x="469773" y="368999"/>
                </a:moveTo>
                <a:lnTo>
                  <a:pt x="364808" y="245936"/>
                </a:lnTo>
                <a:cubicBezTo>
                  <a:pt x="360998" y="227267"/>
                  <a:pt x="351854" y="210503"/>
                  <a:pt x="339185" y="197168"/>
                </a:cubicBezTo>
                <a:lnTo>
                  <a:pt x="480632" y="188309"/>
                </a:lnTo>
                <a:cubicBezTo>
                  <a:pt x="489490" y="212693"/>
                  <a:pt x="494348" y="238887"/>
                  <a:pt x="494348" y="266319"/>
                </a:cubicBezTo>
                <a:cubicBezTo>
                  <a:pt x="494348" y="303276"/>
                  <a:pt x="485489" y="338138"/>
                  <a:pt x="469773" y="369094"/>
                </a:cubicBezTo>
                <a:close/>
                <a:moveTo>
                  <a:pt x="266224" y="343091"/>
                </a:moveTo>
                <a:cubicBezTo>
                  <a:pt x="223838" y="343091"/>
                  <a:pt x="189357" y="308610"/>
                  <a:pt x="189357" y="266224"/>
                </a:cubicBezTo>
                <a:cubicBezTo>
                  <a:pt x="189357" y="223838"/>
                  <a:pt x="223838" y="189357"/>
                  <a:pt x="266224" y="189357"/>
                </a:cubicBezTo>
                <a:cubicBezTo>
                  <a:pt x="308610" y="189357"/>
                  <a:pt x="343091" y="223838"/>
                  <a:pt x="343091" y="266224"/>
                </a:cubicBezTo>
                <a:cubicBezTo>
                  <a:pt x="343091" y="308610"/>
                  <a:pt x="308610" y="343091"/>
                  <a:pt x="266224" y="343091"/>
                </a:cubicBezTo>
                <a:close/>
                <a:moveTo>
                  <a:pt x="470535" y="165068"/>
                </a:moveTo>
                <a:lnTo>
                  <a:pt x="308800" y="175260"/>
                </a:lnTo>
                <a:cubicBezTo>
                  <a:pt x="295847" y="169164"/>
                  <a:pt x="281464" y="165640"/>
                  <a:pt x="266224" y="165640"/>
                </a:cubicBezTo>
                <a:cubicBezTo>
                  <a:pt x="261080" y="165640"/>
                  <a:pt x="256127" y="166116"/>
                  <a:pt x="251174" y="166878"/>
                </a:cubicBezTo>
                <a:lnTo>
                  <a:pt x="330708" y="47530"/>
                </a:lnTo>
                <a:cubicBezTo>
                  <a:pt x="391954" y="65627"/>
                  <a:pt x="442532" y="108776"/>
                  <a:pt x="470535" y="165068"/>
                </a:cubicBezTo>
                <a:close/>
                <a:moveTo>
                  <a:pt x="305943" y="41719"/>
                </a:moveTo>
                <a:lnTo>
                  <a:pt x="213265" y="180880"/>
                </a:lnTo>
                <a:cubicBezTo>
                  <a:pt x="200406" y="188881"/>
                  <a:pt x="189452" y="199644"/>
                  <a:pt x="181356" y="212408"/>
                </a:cubicBezTo>
                <a:lnTo>
                  <a:pt x="142304" y="74962"/>
                </a:lnTo>
                <a:cubicBezTo>
                  <a:pt x="178022" y="51721"/>
                  <a:pt x="220599" y="38195"/>
                  <a:pt x="266224" y="38195"/>
                </a:cubicBezTo>
                <a:cubicBezTo>
                  <a:pt x="279749" y="38195"/>
                  <a:pt x="293084" y="39434"/>
                  <a:pt x="305943" y="41719"/>
                </a:cubicBezTo>
                <a:close/>
                <a:moveTo>
                  <a:pt x="121825" y="89821"/>
                </a:moveTo>
                <a:lnTo>
                  <a:pt x="167164" y="249365"/>
                </a:lnTo>
                <a:cubicBezTo>
                  <a:pt x="166211" y="254889"/>
                  <a:pt x="165640" y="260509"/>
                  <a:pt x="165640" y="266224"/>
                </a:cubicBezTo>
                <a:cubicBezTo>
                  <a:pt x="165640" y="278892"/>
                  <a:pt x="168116" y="291084"/>
                  <a:pt x="172403" y="302228"/>
                </a:cubicBezTo>
                <a:lnTo>
                  <a:pt x="38767" y="250031"/>
                </a:lnTo>
                <a:cubicBezTo>
                  <a:pt x="43339" y="185642"/>
                  <a:pt x="74676" y="128492"/>
                  <a:pt x="121825" y="89821"/>
                </a:cubicBezTo>
                <a:close/>
                <a:moveTo>
                  <a:pt x="38291" y="275463"/>
                </a:moveTo>
                <a:lnTo>
                  <a:pt x="194119" y="336328"/>
                </a:lnTo>
                <a:cubicBezTo>
                  <a:pt x="204692" y="347186"/>
                  <a:pt x="217646" y="355568"/>
                  <a:pt x="232124" y="360807"/>
                </a:cubicBezTo>
                <a:lnTo>
                  <a:pt x="101441" y="423767"/>
                </a:lnTo>
                <a:cubicBezTo>
                  <a:pt x="64198" y="384810"/>
                  <a:pt x="40577" y="332899"/>
                  <a:pt x="38291" y="275463"/>
                </a:cubicBezTo>
                <a:close/>
                <a:moveTo>
                  <a:pt x="120110" y="441198"/>
                </a:moveTo>
                <a:lnTo>
                  <a:pt x="265271" y="371285"/>
                </a:lnTo>
                <a:cubicBezTo>
                  <a:pt x="267462" y="370237"/>
                  <a:pt x="268891" y="368522"/>
                  <a:pt x="270034" y="366617"/>
                </a:cubicBezTo>
                <a:cubicBezTo>
                  <a:pt x="286703" y="365951"/>
                  <a:pt x="302419" y="361379"/>
                  <a:pt x="316040" y="353473"/>
                </a:cubicBezTo>
                <a:lnTo>
                  <a:pt x="286607" y="493300"/>
                </a:lnTo>
                <a:cubicBezTo>
                  <a:pt x="279845" y="493871"/>
                  <a:pt x="273082" y="494252"/>
                  <a:pt x="266224" y="494252"/>
                </a:cubicBezTo>
                <a:cubicBezTo>
                  <a:pt x="210693" y="494252"/>
                  <a:pt x="159639" y="474250"/>
                  <a:pt x="120110" y="441103"/>
                </a:cubicBezTo>
                <a:close/>
                <a:moveTo>
                  <a:pt x="311658" y="489776"/>
                </a:moveTo>
                <a:lnTo>
                  <a:pt x="345091" y="330613"/>
                </a:lnTo>
                <a:cubicBezTo>
                  <a:pt x="345281" y="329851"/>
                  <a:pt x="345091" y="329184"/>
                  <a:pt x="345091" y="328422"/>
                </a:cubicBezTo>
                <a:cubicBezTo>
                  <a:pt x="355283" y="315563"/>
                  <a:pt x="362331" y="300038"/>
                  <a:pt x="365189" y="283178"/>
                </a:cubicBezTo>
                <a:lnTo>
                  <a:pt x="457010" y="390811"/>
                </a:lnTo>
                <a:cubicBezTo>
                  <a:pt x="424148" y="440912"/>
                  <a:pt x="372237" y="477393"/>
                  <a:pt x="311563" y="48977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27" name="Google Shape;4327;p99"/>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3.5.26</a:t>
            </a:r>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4331"/>
        <p:cNvGrpSpPr/>
        <p:nvPr/>
      </p:nvGrpSpPr>
      <p:grpSpPr>
        <a:xfrm>
          <a:off x="0" y="0"/>
          <a:ext cx="0" cy="0"/>
          <a:chOff x="0" y="0"/>
          <a:chExt cx="0" cy="0"/>
        </a:xfrm>
      </p:grpSpPr>
      <p:sp>
        <p:nvSpPr>
          <p:cNvPr id="4332" name="Google Shape;4332;p100"/>
          <p:cNvSpPr txBox="1">
            <a:spLocks noGrp="1"/>
          </p:cNvSpPr>
          <p:nvPr>
            <p:ph type="title"/>
          </p:nvPr>
        </p:nvSpPr>
        <p:spPr>
          <a:xfrm>
            <a:off x="365750" y="274323"/>
            <a:ext cx="8344800" cy="365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a:t>Icons:  General</a:t>
            </a:r>
            <a:endParaRPr/>
          </a:p>
        </p:txBody>
      </p:sp>
      <p:sp>
        <p:nvSpPr>
          <p:cNvPr id="4333" name="Google Shape;4333;p100"/>
          <p:cNvSpPr txBox="1">
            <a:spLocks noGrp="1"/>
          </p:cNvSpPr>
          <p:nvPr>
            <p:ph type="sldNum" idx="12"/>
          </p:nvPr>
        </p:nvSpPr>
        <p:spPr>
          <a:xfrm>
            <a:off x="8229600" y="4866905"/>
            <a:ext cx="473700" cy="92400"/>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79</a:t>
            </a:fld>
            <a:endParaRPr/>
          </a:p>
        </p:txBody>
      </p:sp>
      <p:grpSp>
        <p:nvGrpSpPr>
          <p:cNvPr id="4334" name="Google Shape;4334;p100"/>
          <p:cNvGrpSpPr/>
          <p:nvPr/>
        </p:nvGrpSpPr>
        <p:grpSpPr>
          <a:xfrm>
            <a:off x="6662262" y="3317281"/>
            <a:ext cx="1338486" cy="310860"/>
            <a:chOff x="4908533" y="3152775"/>
            <a:chExt cx="2379530" cy="552640"/>
          </a:xfrm>
        </p:grpSpPr>
        <p:sp>
          <p:nvSpPr>
            <p:cNvPr id="4335" name="Google Shape;4335;p100"/>
            <p:cNvSpPr/>
            <p:nvPr/>
          </p:nvSpPr>
          <p:spPr>
            <a:xfrm>
              <a:off x="4908533" y="3152775"/>
              <a:ext cx="570953" cy="552640"/>
            </a:xfrm>
            <a:custGeom>
              <a:avLst/>
              <a:gdLst/>
              <a:ahLst/>
              <a:cxnLst/>
              <a:rect l="l" t="t" r="r" b="b"/>
              <a:pathLst>
                <a:path w="570953" h="552640" extrusionOk="0">
                  <a:moveTo>
                    <a:pt x="30223" y="259080"/>
                  </a:moveTo>
                  <a:cubicBezTo>
                    <a:pt x="36580" y="259080"/>
                    <a:pt x="41608" y="264319"/>
                    <a:pt x="41514" y="270701"/>
                  </a:cubicBezTo>
                  <a:cubicBezTo>
                    <a:pt x="41514" y="277082"/>
                    <a:pt x="36295" y="282131"/>
                    <a:pt x="29938" y="282035"/>
                  </a:cubicBezTo>
                  <a:cubicBezTo>
                    <a:pt x="23581" y="282035"/>
                    <a:pt x="18553" y="276797"/>
                    <a:pt x="18648" y="270415"/>
                  </a:cubicBezTo>
                  <a:cubicBezTo>
                    <a:pt x="18648" y="264033"/>
                    <a:pt x="23866" y="258985"/>
                    <a:pt x="30223" y="259080"/>
                  </a:cubicBezTo>
                  <a:lnTo>
                    <a:pt x="30223" y="259080"/>
                  </a:lnTo>
                  <a:close/>
                  <a:moveTo>
                    <a:pt x="219887" y="385382"/>
                  </a:moveTo>
                  <a:cubicBezTo>
                    <a:pt x="213530" y="385382"/>
                    <a:pt x="208406" y="390430"/>
                    <a:pt x="208311" y="396716"/>
                  </a:cubicBezTo>
                  <a:cubicBezTo>
                    <a:pt x="208311" y="403098"/>
                    <a:pt x="213340" y="408242"/>
                    <a:pt x="219602" y="408337"/>
                  </a:cubicBezTo>
                  <a:cubicBezTo>
                    <a:pt x="225959" y="408337"/>
                    <a:pt x="231083" y="403289"/>
                    <a:pt x="231177" y="397002"/>
                  </a:cubicBezTo>
                  <a:cubicBezTo>
                    <a:pt x="231177" y="390620"/>
                    <a:pt x="226149" y="385477"/>
                    <a:pt x="219887" y="385382"/>
                  </a:cubicBezTo>
                  <a:lnTo>
                    <a:pt x="219887" y="385382"/>
                  </a:lnTo>
                  <a:close/>
                  <a:moveTo>
                    <a:pt x="208786" y="174974"/>
                  </a:moveTo>
                  <a:cubicBezTo>
                    <a:pt x="202429" y="174974"/>
                    <a:pt x="197305" y="180023"/>
                    <a:pt x="197211" y="186309"/>
                  </a:cubicBezTo>
                  <a:cubicBezTo>
                    <a:pt x="197211" y="192691"/>
                    <a:pt x="202239" y="197834"/>
                    <a:pt x="208501" y="197930"/>
                  </a:cubicBezTo>
                  <a:cubicBezTo>
                    <a:pt x="214858" y="197930"/>
                    <a:pt x="219982" y="192881"/>
                    <a:pt x="220077" y="186595"/>
                  </a:cubicBezTo>
                  <a:cubicBezTo>
                    <a:pt x="220077" y="180213"/>
                    <a:pt x="215048" y="175069"/>
                    <a:pt x="208786" y="174974"/>
                  </a:cubicBezTo>
                  <a:lnTo>
                    <a:pt x="208786" y="174974"/>
                  </a:lnTo>
                  <a:close/>
                  <a:moveTo>
                    <a:pt x="467807" y="81629"/>
                  </a:moveTo>
                  <a:cubicBezTo>
                    <a:pt x="461450" y="81629"/>
                    <a:pt x="456326" y="86678"/>
                    <a:pt x="456231" y="92964"/>
                  </a:cubicBezTo>
                  <a:cubicBezTo>
                    <a:pt x="456231" y="99346"/>
                    <a:pt x="461260" y="104489"/>
                    <a:pt x="467522" y="104584"/>
                  </a:cubicBezTo>
                  <a:cubicBezTo>
                    <a:pt x="473879" y="104584"/>
                    <a:pt x="479002" y="99536"/>
                    <a:pt x="479097" y="93250"/>
                  </a:cubicBezTo>
                  <a:cubicBezTo>
                    <a:pt x="479097" y="86868"/>
                    <a:pt x="474069" y="81725"/>
                    <a:pt x="467807" y="81629"/>
                  </a:cubicBezTo>
                  <a:lnTo>
                    <a:pt x="467807" y="81629"/>
                  </a:lnTo>
                  <a:close/>
                  <a:moveTo>
                    <a:pt x="541053" y="263652"/>
                  </a:moveTo>
                  <a:cubicBezTo>
                    <a:pt x="534697" y="263652"/>
                    <a:pt x="529573" y="268700"/>
                    <a:pt x="529478" y="274987"/>
                  </a:cubicBezTo>
                  <a:cubicBezTo>
                    <a:pt x="529478" y="281369"/>
                    <a:pt x="534507" y="286512"/>
                    <a:pt x="540769" y="286607"/>
                  </a:cubicBezTo>
                  <a:cubicBezTo>
                    <a:pt x="547126" y="286607"/>
                    <a:pt x="552249" y="281559"/>
                    <a:pt x="552344" y="275273"/>
                  </a:cubicBezTo>
                  <a:cubicBezTo>
                    <a:pt x="552344" y="268891"/>
                    <a:pt x="547315" y="263747"/>
                    <a:pt x="541053" y="263652"/>
                  </a:cubicBezTo>
                  <a:lnTo>
                    <a:pt x="541053" y="263652"/>
                  </a:lnTo>
                  <a:close/>
                  <a:moveTo>
                    <a:pt x="464581" y="444246"/>
                  </a:moveTo>
                  <a:cubicBezTo>
                    <a:pt x="458224" y="444246"/>
                    <a:pt x="453100" y="449294"/>
                    <a:pt x="453005" y="455581"/>
                  </a:cubicBezTo>
                  <a:cubicBezTo>
                    <a:pt x="453005" y="461963"/>
                    <a:pt x="458034" y="467106"/>
                    <a:pt x="464296" y="467201"/>
                  </a:cubicBezTo>
                  <a:cubicBezTo>
                    <a:pt x="470653" y="467201"/>
                    <a:pt x="475776" y="462153"/>
                    <a:pt x="475871" y="455867"/>
                  </a:cubicBezTo>
                  <a:cubicBezTo>
                    <a:pt x="475871" y="449485"/>
                    <a:pt x="470843" y="444341"/>
                    <a:pt x="464581" y="444246"/>
                  </a:cubicBezTo>
                  <a:lnTo>
                    <a:pt x="464581" y="444246"/>
                  </a:lnTo>
                  <a:close/>
                  <a:moveTo>
                    <a:pt x="104608" y="106204"/>
                  </a:moveTo>
                  <a:cubicBezTo>
                    <a:pt x="109542" y="106775"/>
                    <a:pt x="114476" y="105061"/>
                    <a:pt x="118081" y="101537"/>
                  </a:cubicBezTo>
                  <a:cubicBezTo>
                    <a:pt x="121592" y="98012"/>
                    <a:pt x="123300" y="93155"/>
                    <a:pt x="122825" y="88297"/>
                  </a:cubicBezTo>
                  <a:lnTo>
                    <a:pt x="260400" y="32480"/>
                  </a:lnTo>
                  <a:cubicBezTo>
                    <a:pt x="258882" y="29813"/>
                    <a:pt x="257649" y="26956"/>
                    <a:pt x="256985" y="23908"/>
                  </a:cubicBezTo>
                  <a:lnTo>
                    <a:pt x="119409" y="79724"/>
                  </a:lnTo>
                  <a:cubicBezTo>
                    <a:pt x="116468" y="75914"/>
                    <a:pt x="111914" y="73533"/>
                    <a:pt x="106696" y="73438"/>
                  </a:cubicBezTo>
                  <a:cubicBezTo>
                    <a:pt x="97682" y="73438"/>
                    <a:pt x="90282" y="80677"/>
                    <a:pt x="90187" y="89726"/>
                  </a:cubicBezTo>
                  <a:cubicBezTo>
                    <a:pt x="90187" y="94869"/>
                    <a:pt x="92464" y="99536"/>
                    <a:pt x="96164" y="102584"/>
                  </a:cubicBezTo>
                  <a:lnTo>
                    <a:pt x="37529" y="241173"/>
                  </a:lnTo>
                  <a:cubicBezTo>
                    <a:pt x="29748" y="239173"/>
                    <a:pt x="21399" y="240411"/>
                    <a:pt x="14473" y="244602"/>
                  </a:cubicBezTo>
                  <a:cubicBezTo>
                    <a:pt x="-2605" y="254984"/>
                    <a:pt x="-4977" y="278987"/>
                    <a:pt x="9539" y="292608"/>
                  </a:cubicBezTo>
                  <a:cubicBezTo>
                    <a:pt x="16940" y="299561"/>
                    <a:pt x="27282" y="302228"/>
                    <a:pt x="37054" y="299942"/>
                  </a:cubicBezTo>
                  <a:lnTo>
                    <a:pt x="94266" y="442150"/>
                  </a:lnTo>
                  <a:cubicBezTo>
                    <a:pt x="91420" y="444627"/>
                    <a:pt x="89712" y="448247"/>
                    <a:pt x="89617" y="452342"/>
                  </a:cubicBezTo>
                  <a:cubicBezTo>
                    <a:pt x="89617" y="459962"/>
                    <a:pt x="95595" y="466154"/>
                    <a:pt x="103185" y="466249"/>
                  </a:cubicBezTo>
                  <a:cubicBezTo>
                    <a:pt x="110775" y="466249"/>
                    <a:pt x="116943" y="460248"/>
                    <a:pt x="117037" y="452628"/>
                  </a:cubicBezTo>
                  <a:cubicBezTo>
                    <a:pt x="117037" y="446818"/>
                    <a:pt x="113527" y="441865"/>
                    <a:pt x="108498" y="439769"/>
                  </a:cubicBezTo>
                  <a:lnTo>
                    <a:pt x="112199" y="361855"/>
                  </a:lnTo>
                  <a:cubicBezTo>
                    <a:pt x="109163" y="362141"/>
                    <a:pt x="106031" y="361950"/>
                    <a:pt x="102995" y="361379"/>
                  </a:cubicBezTo>
                  <a:lnTo>
                    <a:pt x="99675" y="431197"/>
                  </a:lnTo>
                  <a:lnTo>
                    <a:pt x="45498" y="296513"/>
                  </a:lnTo>
                  <a:cubicBezTo>
                    <a:pt x="47776" y="295180"/>
                    <a:pt x="49863" y="293465"/>
                    <a:pt x="51760" y="291560"/>
                  </a:cubicBezTo>
                  <a:lnTo>
                    <a:pt x="78422" y="310610"/>
                  </a:lnTo>
                  <a:cubicBezTo>
                    <a:pt x="79845" y="307848"/>
                    <a:pt x="81647" y="305372"/>
                    <a:pt x="83735" y="303086"/>
                  </a:cubicBezTo>
                  <a:lnTo>
                    <a:pt x="57074" y="284036"/>
                  </a:lnTo>
                  <a:cubicBezTo>
                    <a:pt x="61059" y="276035"/>
                    <a:pt x="61343" y="266414"/>
                    <a:pt x="57738" y="258223"/>
                  </a:cubicBezTo>
                  <a:cubicBezTo>
                    <a:pt x="55271" y="252603"/>
                    <a:pt x="51191" y="247936"/>
                    <a:pt x="46068" y="244697"/>
                  </a:cubicBezTo>
                  <a:lnTo>
                    <a:pt x="104703" y="106109"/>
                  </a:lnTo>
                  <a:close/>
                  <a:moveTo>
                    <a:pt x="283076" y="552450"/>
                  </a:moveTo>
                  <a:cubicBezTo>
                    <a:pt x="295885" y="552545"/>
                    <a:pt x="306322" y="542258"/>
                    <a:pt x="306417" y="529400"/>
                  </a:cubicBezTo>
                  <a:cubicBezTo>
                    <a:pt x="306417" y="523018"/>
                    <a:pt x="303950" y="517112"/>
                    <a:pt x="299775" y="512921"/>
                  </a:cubicBezTo>
                  <a:lnTo>
                    <a:pt x="409456" y="350139"/>
                  </a:lnTo>
                  <a:cubicBezTo>
                    <a:pt x="406704" y="348710"/>
                    <a:pt x="404142" y="346996"/>
                    <a:pt x="401865" y="344996"/>
                  </a:cubicBezTo>
                  <a:lnTo>
                    <a:pt x="292185" y="507778"/>
                  </a:lnTo>
                  <a:cubicBezTo>
                    <a:pt x="287536" y="505873"/>
                    <a:pt x="282412" y="505492"/>
                    <a:pt x="277573" y="506730"/>
                  </a:cubicBezTo>
                  <a:lnTo>
                    <a:pt x="242848" y="434245"/>
                  </a:lnTo>
                  <a:cubicBezTo>
                    <a:pt x="240286" y="435864"/>
                    <a:pt x="237439" y="437198"/>
                    <a:pt x="234593" y="438245"/>
                  </a:cubicBezTo>
                  <a:lnTo>
                    <a:pt x="269319" y="510731"/>
                  </a:lnTo>
                  <a:cubicBezTo>
                    <a:pt x="267326" y="512255"/>
                    <a:pt x="265619" y="514064"/>
                    <a:pt x="264195" y="516160"/>
                  </a:cubicBezTo>
                  <a:lnTo>
                    <a:pt x="131649" y="459676"/>
                  </a:lnTo>
                  <a:cubicBezTo>
                    <a:pt x="130890" y="462725"/>
                    <a:pt x="129656" y="465582"/>
                    <a:pt x="128044" y="468154"/>
                  </a:cubicBezTo>
                  <a:lnTo>
                    <a:pt x="260685" y="524732"/>
                  </a:lnTo>
                  <a:cubicBezTo>
                    <a:pt x="257838" y="539020"/>
                    <a:pt x="268465" y="552545"/>
                    <a:pt x="283171" y="552641"/>
                  </a:cubicBezTo>
                  <a:lnTo>
                    <a:pt x="283171" y="552641"/>
                  </a:lnTo>
                  <a:close/>
                  <a:moveTo>
                    <a:pt x="390480" y="203168"/>
                  </a:moveTo>
                  <a:cubicBezTo>
                    <a:pt x="393326" y="204502"/>
                    <a:pt x="395888" y="206216"/>
                    <a:pt x="398165" y="208217"/>
                  </a:cubicBezTo>
                  <a:lnTo>
                    <a:pt x="456231" y="119253"/>
                  </a:lnTo>
                  <a:cubicBezTo>
                    <a:pt x="467237" y="124206"/>
                    <a:pt x="480331" y="121539"/>
                    <a:pt x="488585" y="112586"/>
                  </a:cubicBezTo>
                  <a:cubicBezTo>
                    <a:pt x="505094" y="94774"/>
                    <a:pt x="492950" y="64865"/>
                    <a:pt x="467996" y="64675"/>
                  </a:cubicBezTo>
                  <a:cubicBezTo>
                    <a:pt x="457844" y="64675"/>
                    <a:pt x="448831" y="69914"/>
                    <a:pt x="443707" y="77915"/>
                  </a:cubicBezTo>
                  <a:lnTo>
                    <a:pt x="304045" y="18383"/>
                  </a:lnTo>
                  <a:cubicBezTo>
                    <a:pt x="305183" y="8668"/>
                    <a:pt x="297688" y="95"/>
                    <a:pt x="287915" y="0"/>
                  </a:cubicBezTo>
                  <a:cubicBezTo>
                    <a:pt x="278902" y="0"/>
                    <a:pt x="271501" y="7239"/>
                    <a:pt x="271406" y="16288"/>
                  </a:cubicBezTo>
                  <a:cubicBezTo>
                    <a:pt x="271406" y="21241"/>
                    <a:pt x="273494" y="25717"/>
                    <a:pt x="277004" y="28766"/>
                  </a:cubicBezTo>
                  <a:lnTo>
                    <a:pt x="223682" y="143351"/>
                  </a:lnTo>
                  <a:cubicBezTo>
                    <a:pt x="226623" y="144399"/>
                    <a:pt x="229375" y="145637"/>
                    <a:pt x="232031" y="147256"/>
                  </a:cubicBezTo>
                  <a:lnTo>
                    <a:pt x="285354" y="32671"/>
                  </a:lnTo>
                  <a:cubicBezTo>
                    <a:pt x="291046" y="33528"/>
                    <a:pt x="296834" y="31337"/>
                    <a:pt x="300534" y="26861"/>
                  </a:cubicBezTo>
                  <a:lnTo>
                    <a:pt x="440197" y="86392"/>
                  </a:lnTo>
                  <a:cubicBezTo>
                    <a:pt x="437730" y="96488"/>
                    <a:pt x="440956" y="107156"/>
                    <a:pt x="448641" y="114205"/>
                  </a:cubicBezTo>
                  <a:lnTo>
                    <a:pt x="390575" y="203168"/>
                  </a:lnTo>
                  <a:close/>
                  <a:moveTo>
                    <a:pt x="408886" y="329851"/>
                  </a:moveTo>
                  <a:cubicBezTo>
                    <a:pt x="412777" y="335471"/>
                    <a:pt x="419133" y="338614"/>
                    <a:pt x="425870" y="338423"/>
                  </a:cubicBezTo>
                  <a:lnTo>
                    <a:pt x="451772" y="428339"/>
                  </a:lnTo>
                  <a:cubicBezTo>
                    <a:pt x="438773" y="434435"/>
                    <a:pt x="431847" y="448818"/>
                    <a:pt x="435073" y="462725"/>
                  </a:cubicBezTo>
                  <a:lnTo>
                    <a:pt x="316948" y="510635"/>
                  </a:lnTo>
                  <a:cubicBezTo>
                    <a:pt x="318372" y="513302"/>
                    <a:pt x="319605" y="516160"/>
                    <a:pt x="320364" y="519208"/>
                  </a:cubicBezTo>
                  <a:lnTo>
                    <a:pt x="438489" y="471297"/>
                  </a:lnTo>
                  <a:cubicBezTo>
                    <a:pt x="443707" y="480060"/>
                    <a:pt x="453195" y="485966"/>
                    <a:pt x="464106" y="486061"/>
                  </a:cubicBezTo>
                  <a:cubicBezTo>
                    <a:pt x="480805" y="486251"/>
                    <a:pt x="494373" y="472821"/>
                    <a:pt x="494563" y="456057"/>
                  </a:cubicBezTo>
                  <a:cubicBezTo>
                    <a:pt x="494657" y="445103"/>
                    <a:pt x="488965" y="435388"/>
                    <a:pt x="480236" y="430054"/>
                  </a:cubicBezTo>
                  <a:lnTo>
                    <a:pt x="527296" y="318802"/>
                  </a:lnTo>
                  <a:cubicBezTo>
                    <a:pt x="524355" y="317849"/>
                    <a:pt x="521508" y="316706"/>
                    <a:pt x="518852" y="315182"/>
                  </a:cubicBezTo>
                  <a:lnTo>
                    <a:pt x="471791" y="426434"/>
                  </a:lnTo>
                  <a:cubicBezTo>
                    <a:pt x="468091" y="425482"/>
                    <a:pt x="464296" y="425291"/>
                    <a:pt x="460501" y="425768"/>
                  </a:cubicBezTo>
                  <a:lnTo>
                    <a:pt x="434599" y="335947"/>
                  </a:lnTo>
                  <a:cubicBezTo>
                    <a:pt x="439058" y="333375"/>
                    <a:pt x="442379" y="329089"/>
                    <a:pt x="443802" y="324041"/>
                  </a:cubicBezTo>
                  <a:cubicBezTo>
                    <a:pt x="446269" y="314801"/>
                    <a:pt x="441715" y="305086"/>
                    <a:pt x="433081" y="301085"/>
                  </a:cubicBezTo>
                  <a:cubicBezTo>
                    <a:pt x="428906" y="299180"/>
                    <a:pt x="424162" y="298799"/>
                    <a:pt x="419798" y="300038"/>
                  </a:cubicBezTo>
                  <a:lnTo>
                    <a:pt x="396268" y="257461"/>
                  </a:lnTo>
                  <a:cubicBezTo>
                    <a:pt x="393801" y="259366"/>
                    <a:pt x="391144" y="260794"/>
                    <a:pt x="388203" y="261938"/>
                  </a:cubicBezTo>
                  <a:lnTo>
                    <a:pt x="411733" y="304514"/>
                  </a:lnTo>
                  <a:cubicBezTo>
                    <a:pt x="407084" y="308800"/>
                    <a:pt x="404807" y="315087"/>
                    <a:pt x="405566" y="321374"/>
                  </a:cubicBezTo>
                  <a:lnTo>
                    <a:pt x="258787" y="377190"/>
                  </a:lnTo>
                  <a:cubicBezTo>
                    <a:pt x="260116" y="379952"/>
                    <a:pt x="261254" y="382810"/>
                    <a:pt x="262013" y="385763"/>
                  </a:cubicBezTo>
                  <a:lnTo>
                    <a:pt x="408792" y="329946"/>
                  </a:lnTo>
                  <a:close/>
                  <a:moveTo>
                    <a:pt x="219602" y="425291"/>
                  </a:moveTo>
                  <a:cubicBezTo>
                    <a:pt x="210019" y="425291"/>
                    <a:pt x="201575" y="420338"/>
                    <a:pt x="196546" y="413004"/>
                  </a:cubicBezTo>
                  <a:lnTo>
                    <a:pt x="131269" y="444151"/>
                  </a:lnTo>
                  <a:cubicBezTo>
                    <a:pt x="130415" y="441103"/>
                    <a:pt x="129087" y="438341"/>
                    <a:pt x="127284" y="435864"/>
                  </a:cubicBezTo>
                  <a:lnTo>
                    <a:pt x="192561" y="404717"/>
                  </a:lnTo>
                  <a:cubicBezTo>
                    <a:pt x="190759" y="398526"/>
                    <a:pt x="191138" y="391668"/>
                    <a:pt x="193700" y="385667"/>
                  </a:cubicBezTo>
                  <a:lnTo>
                    <a:pt x="122920" y="340995"/>
                  </a:lnTo>
                  <a:cubicBezTo>
                    <a:pt x="116373" y="347377"/>
                    <a:pt x="106126" y="348329"/>
                    <a:pt x="98536" y="343376"/>
                  </a:cubicBezTo>
                  <a:cubicBezTo>
                    <a:pt x="88099" y="336518"/>
                    <a:pt x="86771" y="321659"/>
                    <a:pt x="95595" y="312992"/>
                  </a:cubicBezTo>
                  <a:cubicBezTo>
                    <a:pt x="101098" y="307562"/>
                    <a:pt x="109352" y="305943"/>
                    <a:pt x="116468" y="308800"/>
                  </a:cubicBezTo>
                  <a:lnTo>
                    <a:pt x="178709" y="220885"/>
                  </a:lnTo>
                  <a:cubicBezTo>
                    <a:pt x="180986" y="222885"/>
                    <a:pt x="183453" y="224695"/>
                    <a:pt x="186205" y="226219"/>
                  </a:cubicBezTo>
                  <a:lnTo>
                    <a:pt x="123964" y="314135"/>
                  </a:lnTo>
                  <a:cubicBezTo>
                    <a:pt x="128518" y="319373"/>
                    <a:pt x="129941" y="326708"/>
                    <a:pt x="127759" y="333280"/>
                  </a:cubicBezTo>
                  <a:lnTo>
                    <a:pt x="198539" y="377952"/>
                  </a:lnTo>
                  <a:cubicBezTo>
                    <a:pt x="202998" y="372904"/>
                    <a:pt x="209165" y="369475"/>
                    <a:pt x="216092" y="368522"/>
                  </a:cubicBezTo>
                  <a:cubicBezTo>
                    <a:pt x="223113" y="367570"/>
                    <a:pt x="230134" y="369284"/>
                    <a:pt x="235921" y="373285"/>
                  </a:cubicBezTo>
                  <a:cubicBezTo>
                    <a:pt x="278238" y="328898"/>
                    <a:pt x="320649" y="284512"/>
                    <a:pt x="362965" y="240125"/>
                  </a:cubicBezTo>
                  <a:cubicBezTo>
                    <a:pt x="361637" y="237839"/>
                    <a:pt x="360878" y="235172"/>
                    <a:pt x="360783" y="232315"/>
                  </a:cubicBezTo>
                  <a:lnTo>
                    <a:pt x="236301" y="198692"/>
                  </a:lnTo>
                  <a:cubicBezTo>
                    <a:pt x="232411" y="207550"/>
                    <a:pt x="224441" y="214122"/>
                    <a:pt x="214858" y="216122"/>
                  </a:cubicBezTo>
                  <a:lnTo>
                    <a:pt x="222069" y="352997"/>
                  </a:lnTo>
                  <a:cubicBezTo>
                    <a:pt x="219033" y="352806"/>
                    <a:pt x="215902" y="352997"/>
                    <a:pt x="212866" y="353473"/>
                  </a:cubicBezTo>
                  <a:lnTo>
                    <a:pt x="205655" y="216599"/>
                  </a:lnTo>
                  <a:cubicBezTo>
                    <a:pt x="196452" y="215646"/>
                    <a:pt x="188482" y="210598"/>
                    <a:pt x="183643" y="203359"/>
                  </a:cubicBezTo>
                  <a:lnTo>
                    <a:pt x="73108" y="255365"/>
                  </a:lnTo>
                  <a:cubicBezTo>
                    <a:pt x="72065" y="252413"/>
                    <a:pt x="70736" y="249650"/>
                    <a:pt x="69218" y="247079"/>
                  </a:cubicBezTo>
                  <a:lnTo>
                    <a:pt x="179753" y="195072"/>
                  </a:lnTo>
                  <a:cubicBezTo>
                    <a:pt x="177191" y="186309"/>
                    <a:pt x="178709" y="176879"/>
                    <a:pt x="183833" y="169355"/>
                  </a:cubicBezTo>
                  <a:lnTo>
                    <a:pt x="126241" y="114872"/>
                  </a:lnTo>
                  <a:cubicBezTo>
                    <a:pt x="128613" y="112967"/>
                    <a:pt x="130795" y="110681"/>
                    <a:pt x="132503" y="108204"/>
                  </a:cubicBezTo>
                  <a:lnTo>
                    <a:pt x="190095" y="162687"/>
                  </a:lnTo>
                  <a:cubicBezTo>
                    <a:pt x="200057" y="154877"/>
                    <a:pt x="214194" y="154115"/>
                    <a:pt x="224820" y="160973"/>
                  </a:cubicBezTo>
                  <a:cubicBezTo>
                    <a:pt x="234593" y="167259"/>
                    <a:pt x="239811" y="178308"/>
                    <a:pt x="238578" y="189833"/>
                  </a:cubicBezTo>
                  <a:lnTo>
                    <a:pt x="363060" y="223456"/>
                  </a:lnTo>
                  <a:cubicBezTo>
                    <a:pt x="364009" y="221837"/>
                    <a:pt x="365337" y="220409"/>
                    <a:pt x="366760" y="219170"/>
                  </a:cubicBezTo>
                  <a:lnTo>
                    <a:pt x="295506" y="47244"/>
                  </a:lnTo>
                  <a:cubicBezTo>
                    <a:pt x="298542" y="46482"/>
                    <a:pt x="301388" y="45244"/>
                    <a:pt x="303950" y="43720"/>
                  </a:cubicBezTo>
                  <a:lnTo>
                    <a:pt x="375204" y="215646"/>
                  </a:lnTo>
                  <a:cubicBezTo>
                    <a:pt x="379379" y="215170"/>
                    <a:pt x="383459" y="216313"/>
                    <a:pt x="386780" y="218885"/>
                  </a:cubicBezTo>
                  <a:cubicBezTo>
                    <a:pt x="390670" y="221837"/>
                    <a:pt x="393136" y="226409"/>
                    <a:pt x="393326" y="231553"/>
                  </a:cubicBezTo>
                  <a:lnTo>
                    <a:pt x="513064" y="263081"/>
                  </a:lnTo>
                  <a:cubicBezTo>
                    <a:pt x="515626" y="257270"/>
                    <a:pt x="519895" y="252317"/>
                    <a:pt x="525303" y="249079"/>
                  </a:cubicBezTo>
                  <a:lnTo>
                    <a:pt x="479572" y="135350"/>
                  </a:lnTo>
                  <a:cubicBezTo>
                    <a:pt x="482513" y="134493"/>
                    <a:pt x="485359" y="133350"/>
                    <a:pt x="488111" y="131921"/>
                  </a:cubicBezTo>
                  <a:lnTo>
                    <a:pt x="533843" y="245650"/>
                  </a:lnTo>
                  <a:cubicBezTo>
                    <a:pt x="544849" y="243078"/>
                    <a:pt x="556424" y="246888"/>
                    <a:pt x="563825" y="255556"/>
                  </a:cubicBezTo>
                  <a:cubicBezTo>
                    <a:pt x="580239" y="274987"/>
                    <a:pt x="566576" y="305657"/>
                    <a:pt x="540484" y="305372"/>
                  </a:cubicBezTo>
                  <a:cubicBezTo>
                    <a:pt x="529288" y="305372"/>
                    <a:pt x="519611" y="299085"/>
                    <a:pt x="514487" y="289941"/>
                  </a:cubicBezTo>
                  <a:lnTo>
                    <a:pt x="458888" y="310896"/>
                  </a:lnTo>
                  <a:cubicBezTo>
                    <a:pt x="458224" y="307848"/>
                    <a:pt x="457085" y="304991"/>
                    <a:pt x="455662" y="302228"/>
                  </a:cubicBezTo>
                  <a:lnTo>
                    <a:pt x="511261" y="281273"/>
                  </a:lnTo>
                  <a:cubicBezTo>
                    <a:pt x="510597" y="278225"/>
                    <a:pt x="510502" y="275082"/>
                    <a:pt x="510787" y="271939"/>
                  </a:cubicBezTo>
                  <a:lnTo>
                    <a:pt x="391049" y="240411"/>
                  </a:lnTo>
                  <a:cubicBezTo>
                    <a:pt x="386590" y="247841"/>
                    <a:pt x="377102" y="250508"/>
                    <a:pt x="369512" y="246507"/>
                  </a:cubicBezTo>
                  <a:lnTo>
                    <a:pt x="242468" y="379667"/>
                  </a:lnTo>
                  <a:cubicBezTo>
                    <a:pt x="246073" y="384524"/>
                    <a:pt x="248256" y="390525"/>
                    <a:pt x="248161" y="397097"/>
                  </a:cubicBezTo>
                  <a:cubicBezTo>
                    <a:pt x="248066" y="412814"/>
                    <a:pt x="235162" y="425482"/>
                    <a:pt x="219507" y="425387"/>
                  </a:cubicBezTo>
                  <a:lnTo>
                    <a:pt x="219507" y="42538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36" name="Google Shape;4336;p100"/>
            <p:cNvSpPr/>
            <p:nvPr/>
          </p:nvSpPr>
          <p:spPr>
            <a:xfrm>
              <a:off x="5579381" y="3247263"/>
              <a:ext cx="131028" cy="170592"/>
            </a:xfrm>
            <a:custGeom>
              <a:avLst/>
              <a:gdLst/>
              <a:ahLst/>
              <a:cxnLst/>
              <a:rect l="l" t="t" r="r" b="b"/>
              <a:pathLst>
                <a:path w="131028" h="170592" extrusionOk="0">
                  <a:moveTo>
                    <a:pt x="0" y="148781"/>
                  </a:moveTo>
                  <a:lnTo>
                    <a:pt x="21443" y="118491"/>
                  </a:lnTo>
                  <a:cubicBezTo>
                    <a:pt x="21443" y="118491"/>
                    <a:pt x="44783" y="134303"/>
                    <a:pt x="66795" y="134303"/>
                  </a:cubicBezTo>
                  <a:cubicBezTo>
                    <a:pt x="79034" y="134303"/>
                    <a:pt x="84727" y="128873"/>
                    <a:pt x="84727" y="120682"/>
                  </a:cubicBezTo>
                  <a:cubicBezTo>
                    <a:pt x="84727" y="112490"/>
                    <a:pt x="79604" y="107918"/>
                    <a:pt x="56738" y="101060"/>
                  </a:cubicBezTo>
                  <a:cubicBezTo>
                    <a:pt x="22581" y="90964"/>
                    <a:pt x="3036" y="77629"/>
                    <a:pt x="3036" y="50673"/>
                  </a:cubicBezTo>
                  <a:cubicBezTo>
                    <a:pt x="3036" y="20955"/>
                    <a:pt x="23151" y="0"/>
                    <a:pt x="66036" y="0"/>
                  </a:cubicBezTo>
                  <a:cubicBezTo>
                    <a:pt x="108921" y="0"/>
                    <a:pt x="127423" y="17431"/>
                    <a:pt x="127423" y="17431"/>
                  </a:cubicBezTo>
                  <a:lnTo>
                    <a:pt x="106265" y="49625"/>
                  </a:lnTo>
                  <a:cubicBezTo>
                    <a:pt x="106265" y="49625"/>
                    <a:pt x="89187" y="36005"/>
                    <a:pt x="66131" y="36005"/>
                  </a:cubicBezTo>
                  <a:cubicBezTo>
                    <a:pt x="52848" y="36005"/>
                    <a:pt x="48483" y="41148"/>
                    <a:pt x="48483" y="48006"/>
                  </a:cubicBezTo>
                  <a:cubicBezTo>
                    <a:pt x="48483" y="56197"/>
                    <a:pt x="55504" y="59436"/>
                    <a:pt x="74291" y="64865"/>
                  </a:cubicBezTo>
                  <a:cubicBezTo>
                    <a:pt x="110440" y="74962"/>
                    <a:pt x="131028" y="89154"/>
                    <a:pt x="131028" y="116395"/>
                  </a:cubicBezTo>
                  <a:cubicBezTo>
                    <a:pt x="131028" y="146114"/>
                    <a:pt x="111199" y="170593"/>
                    <a:pt x="68313" y="170593"/>
                  </a:cubicBezTo>
                  <a:cubicBezTo>
                    <a:pt x="23245" y="170593"/>
                    <a:pt x="190" y="148781"/>
                    <a:pt x="190" y="14878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37" name="Google Shape;4337;p100"/>
            <p:cNvSpPr/>
            <p:nvPr/>
          </p:nvSpPr>
          <p:spPr>
            <a:xfrm>
              <a:off x="5734414" y="3250787"/>
              <a:ext cx="147632" cy="163449"/>
            </a:xfrm>
            <a:custGeom>
              <a:avLst/>
              <a:gdLst/>
              <a:ahLst/>
              <a:cxnLst/>
              <a:rect l="l" t="t" r="r" b="b"/>
              <a:pathLst>
                <a:path w="147632" h="163449" extrusionOk="0">
                  <a:moveTo>
                    <a:pt x="147632" y="0"/>
                  </a:moveTo>
                  <a:lnTo>
                    <a:pt x="147632" y="163449"/>
                  </a:lnTo>
                  <a:lnTo>
                    <a:pt x="117271" y="163449"/>
                  </a:lnTo>
                  <a:lnTo>
                    <a:pt x="39090" y="68104"/>
                  </a:lnTo>
                  <a:lnTo>
                    <a:pt x="39090" y="163449"/>
                  </a:lnTo>
                  <a:lnTo>
                    <a:pt x="0" y="163449"/>
                  </a:lnTo>
                  <a:lnTo>
                    <a:pt x="0" y="0"/>
                  </a:lnTo>
                  <a:lnTo>
                    <a:pt x="30361" y="0"/>
                  </a:lnTo>
                  <a:lnTo>
                    <a:pt x="108542" y="93726"/>
                  </a:lnTo>
                  <a:lnTo>
                    <a:pt x="108542" y="0"/>
                  </a:lnTo>
                  <a:lnTo>
                    <a:pt x="147632"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38" name="Google Shape;4338;p100"/>
            <p:cNvSpPr/>
            <p:nvPr/>
          </p:nvSpPr>
          <p:spPr>
            <a:xfrm>
              <a:off x="5906525" y="3247358"/>
              <a:ext cx="167177" cy="170783"/>
            </a:xfrm>
            <a:custGeom>
              <a:avLst/>
              <a:gdLst/>
              <a:ahLst/>
              <a:cxnLst/>
              <a:rect l="l" t="t" r="r" b="b"/>
              <a:pathLst>
                <a:path w="167177" h="170783" extrusionOk="0">
                  <a:moveTo>
                    <a:pt x="83304" y="170783"/>
                  </a:moveTo>
                  <a:cubicBezTo>
                    <a:pt x="34157" y="170783"/>
                    <a:pt x="0" y="132112"/>
                    <a:pt x="0" y="85249"/>
                  </a:cubicBezTo>
                  <a:cubicBezTo>
                    <a:pt x="0" y="38386"/>
                    <a:pt x="34157" y="0"/>
                    <a:pt x="83304" y="0"/>
                  </a:cubicBezTo>
                  <a:cubicBezTo>
                    <a:pt x="132452" y="0"/>
                    <a:pt x="167177" y="38386"/>
                    <a:pt x="167177" y="85249"/>
                  </a:cubicBezTo>
                  <a:cubicBezTo>
                    <a:pt x="167177" y="132112"/>
                    <a:pt x="133021" y="170783"/>
                    <a:pt x="83304" y="170783"/>
                  </a:cubicBezTo>
                  <a:close/>
                  <a:moveTo>
                    <a:pt x="83304" y="132398"/>
                  </a:moveTo>
                  <a:cubicBezTo>
                    <a:pt x="107498" y="132398"/>
                    <a:pt x="126474" y="113633"/>
                    <a:pt x="126474" y="85249"/>
                  </a:cubicBezTo>
                  <a:cubicBezTo>
                    <a:pt x="126474" y="56864"/>
                    <a:pt x="107498" y="38100"/>
                    <a:pt x="83304" y="38100"/>
                  </a:cubicBezTo>
                  <a:cubicBezTo>
                    <a:pt x="59110" y="38100"/>
                    <a:pt x="40703" y="56864"/>
                    <a:pt x="40703" y="85249"/>
                  </a:cubicBezTo>
                  <a:cubicBezTo>
                    <a:pt x="40703" y="113633"/>
                    <a:pt x="59679" y="132398"/>
                    <a:pt x="83304" y="13239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39" name="Google Shape;4339;p100"/>
            <p:cNvSpPr/>
            <p:nvPr/>
          </p:nvSpPr>
          <p:spPr>
            <a:xfrm>
              <a:off x="6080060" y="3250882"/>
              <a:ext cx="211391" cy="163448"/>
            </a:xfrm>
            <a:custGeom>
              <a:avLst/>
              <a:gdLst/>
              <a:ahLst/>
              <a:cxnLst/>
              <a:rect l="l" t="t" r="r" b="b"/>
              <a:pathLst>
                <a:path w="211391" h="163448" extrusionOk="0">
                  <a:moveTo>
                    <a:pt x="133495" y="163449"/>
                  </a:moveTo>
                  <a:lnTo>
                    <a:pt x="105031" y="71628"/>
                  </a:lnTo>
                  <a:lnTo>
                    <a:pt x="77896" y="163449"/>
                  </a:lnTo>
                  <a:lnTo>
                    <a:pt x="47535" y="163449"/>
                  </a:lnTo>
                  <a:lnTo>
                    <a:pt x="0" y="0"/>
                  </a:lnTo>
                  <a:lnTo>
                    <a:pt x="43170" y="0"/>
                  </a:lnTo>
                  <a:lnTo>
                    <a:pt x="63759" y="86677"/>
                  </a:lnTo>
                  <a:lnTo>
                    <a:pt x="90325" y="0"/>
                  </a:lnTo>
                  <a:lnTo>
                    <a:pt x="119643" y="0"/>
                  </a:lnTo>
                  <a:lnTo>
                    <a:pt x="146778" y="87154"/>
                  </a:lnTo>
                  <a:lnTo>
                    <a:pt x="167937" y="0"/>
                  </a:lnTo>
                  <a:lnTo>
                    <a:pt x="211391" y="0"/>
                  </a:lnTo>
                  <a:lnTo>
                    <a:pt x="163857" y="163449"/>
                  </a:lnTo>
                  <a:lnTo>
                    <a:pt x="133495" y="16344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40" name="Google Shape;4340;p100"/>
            <p:cNvSpPr/>
            <p:nvPr/>
          </p:nvSpPr>
          <p:spPr>
            <a:xfrm>
              <a:off x="6310901" y="3250787"/>
              <a:ext cx="119453" cy="163544"/>
            </a:xfrm>
            <a:custGeom>
              <a:avLst/>
              <a:gdLst/>
              <a:ahLst/>
              <a:cxnLst/>
              <a:rect l="l" t="t" r="r" b="b"/>
              <a:pathLst>
                <a:path w="119453" h="163544" extrusionOk="0">
                  <a:moveTo>
                    <a:pt x="105601" y="65437"/>
                  </a:moveTo>
                  <a:lnTo>
                    <a:pt x="105601" y="96488"/>
                  </a:lnTo>
                  <a:lnTo>
                    <a:pt x="39375" y="96488"/>
                  </a:lnTo>
                  <a:lnTo>
                    <a:pt x="39375" y="163544"/>
                  </a:lnTo>
                  <a:lnTo>
                    <a:pt x="0" y="163544"/>
                  </a:lnTo>
                  <a:lnTo>
                    <a:pt x="0" y="0"/>
                  </a:lnTo>
                  <a:lnTo>
                    <a:pt x="119453" y="0"/>
                  </a:lnTo>
                  <a:lnTo>
                    <a:pt x="119453" y="34100"/>
                  </a:lnTo>
                  <a:lnTo>
                    <a:pt x="39375" y="34100"/>
                  </a:lnTo>
                  <a:lnTo>
                    <a:pt x="39375" y="65437"/>
                  </a:lnTo>
                  <a:lnTo>
                    <a:pt x="105601" y="6543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41" name="Google Shape;4341;p100"/>
            <p:cNvSpPr/>
            <p:nvPr/>
          </p:nvSpPr>
          <p:spPr>
            <a:xfrm>
              <a:off x="6456731" y="3250787"/>
              <a:ext cx="112147" cy="163544"/>
            </a:xfrm>
            <a:custGeom>
              <a:avLst/>
              <a:gdLst/>
              <a:ahLst/>
              <a:cxnLst/>
              <a:rect l="l" t="t" r="r" b="b"/>
              <a:pathLst>
                <a:path w="112147" h="163544" extrusionOk="0">
                  <a:moveTo>
                    <a:pt x="112053" y="163544"/>
                  </a:moveTo>
                  <a:lnTo>
                    <a:pt x="0" y="163544"/>
                  </a:lnTo>
                  <a:lnTo>
                    <a:pt x="0" y="0"/>
                  </a:lnTo>
                  <a:lnTo>
                    <a:pt x="39375" y="0"/>
                  </a:lnTo>
                  <a:lnTo>
                    <a:pt x="39375" y="129445"/>
                  </a:lnTo>
                  <a:lnTo>
                    <a:pt x="112147" y="129445"/>
                  </a:lnTo>
                  <a:lnTo>
                    <a:pt x="112147" y="16354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42" name="Google Shape;4342;p100"/>
            <p:cNvSpPr/>
            <p:nvPr/>
          </p:nvSpPr>
          <p:spPr>
            <a:xfrm>
              <a:off x="6573717" y="3250787"/>
              <a:ext cx="167177" cy="163449"/>
            </a:xfrm>
            <a:custGeom>
              <a:avLst/>
              <a:gdLst/>
              <a:ahLst/>
              <a:cxnLst/>
              <a:rect l="l" t="t" r="r" b="b"/>
              <a:pathLst>
                <a:path w="167177" h="163449" extrusionOk="0">
                  <a:moveTo>
                    <a:pt x="105031" y="0"/>
                  </a:moveTo>
                  <a:lnTo>
                    <a:pt x="167177" y="163449"/>
                  </a:lnTo>
                  <a:lnTo>
                    <a:pt x="124861" y="163449"/>
                  </a:lnTo>
                  <a:lnTo>
                    <a:pt x="114804" y="134017"/>
                  </a:lnTo>
                  <a:lnTo>
                    <a:pt x="52373" y="134017"/>
                  </a:lnTo>
                  <a:lnTo>
                    <a:pt x="42316" y="163449"/>
                  </a:lnTo>
                  <a:lnTo>
                    <a:pt x="0" y="163449"/>
                  </a:lnTo>
                  <a:lnTo>
                    <a:pt x="62146" y="0"/>
                  </a:lnTo>
                  <a:lnTo>
                    <a:pt x="105031" y="0"/>
                  </a:lnTo>
                  <a:close/>
                  <a:moveTo>
                    <a:pt x="83589" y="42577"/>
                  </a:moveTo>
                  <a:lnTo>
                    <a:pt x="63000" y="103061"/>
                  </a:lnTo>
                  <a:lnTo>
                    <a:pt x="104272" y="103061"/>
                  </a:lnTo>
                  <a:lnTo>
                    <a:pt x="83684" y="4257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43" name="Google Shape;4343;p100"/>
            <p:cNvSpPr/>
            <p:nvPr/>
          </p:nvSpPr>
          <p:spPr>
            <a:xfrm>
              <a:off x="6755127" y="3250787"/>
              <a:ext cx="148960" cy="163544"/>
            </a:xfrm>
            <a:custGeom>
              <a:avLst/>
              <a:gdLst/>
              <a:ahLst/>
              <a:cxnLst/>
              <a:rect l="l" t="t" r="r" b="b"/>
              <a:pathLst>
                <a:path w="148960" h="163544" extrusionOk="0">
                  <a:moveTo>
                    <a:pt x="39375" y="0"/>
                  </a:moveTo>
                  <a:lnTo>
                    <a:pt x="39375" y="68389"/>
                  </a:lnTo>
                  <a:lnTo>
                    <a:pt x="100952" y="0"/>
                  </a:lnTo>
                  <a:lnTo>
                    <a:pt x="148961" y="0"/>
                  </a:lnTo>
                  <a:lnTo>
                    <a:pt x="148961" y="3524"/>
                  </a:lnTo>
                  <a:lnTo>
                    <a:pt x="88997" y="70009"/>
                  </a:lnTo>
                  <a:lnTo>
                    <a:pt x="148961" y="159639"/>
                  </a:lnTo>
                  <a:lnTo>
                    <a:pt x="148961" y="163449"/>
                  </a:lnTo>
                  <a:lnTo>
                    <a:pt x="104462" y="163449"/>
                  </a:lnTo>
                  <a:lnTo>
                    <a:pt x="62146" y="99727"/>
                  </a:lnTo>
                  <a:lnTo>
                    <a:pt x="39375" y="125349"/>
                  </a:lnTo>
                  <a:lnTo>
                    <a:pt x="39375" y="163544"/>
                  </a:lnTo>
                  <a:lnTo>
                    <a:pt x="0" y="163544"/>
                  </a:lnTo>
                  <a:lnTo>
                    <a:pt x="0" y="0"/>
                  </a:lnTo>
                  <a:lnTo>
                    <a:pt x="39375" y="0"/>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44" name="Google Shape;4344;p100"/>
            <p:cNvSpPr/>
            <p:nvPr/>
          </p:nvSpPr>
          <p:spPr>
            <a:xfrm>
              <a:off x="6922494" y="3250787"/>
              <a:ext cx="118314" cy="163544"/>
            </a:xfrm>
            <a:custGeom>
              <a:avLst/>
              <a:gdLst/>
              <a:ahLst/>
              <a:cxnLst/>
              <a:rect l="l" t="t" r="r" b="b"/>
              <a:pathLst>
                <a:path w="118314" h="163544" extrusionOk="0">
                  <a:moveTo>
                    <a:pt x="105506" y="65151"/>
                  </a:moveTo>
                  <a:lnTo>
                    <a:pt x="105506" y="96202"/>
                  </a:lnTo>
                  <a:lnTo>
                    <a:pt x="39280" y="96202"/>
                  </a:lnTo>
                  <a:lnTo>
                    <a:pt x="39280" y="129445"/>
                  </a:lnTo>
                  <a:lnTo>
                    <a:pt x="118315" y="129445"/>
                  </a:lnTo>
                  <a:lnTo>
                    <a:pt x="118315" y="163544"/>
                  </a:lnTo>
                  <a:lnTo>
                    <a:pt x="0" y="163544"/>
                  </a:lnTo>
                  <a:lnTo>
                    <a:pt x="0" y="0"/>
                  </a:lnTo>
                  <a:lnTo>
                    <a:pt x="118315" y="0"/>
                  </a:lnTo>
                  <a:lnTo>
                    <a:pt x="118315" y="34100"/>
                  </a:lnTo>
                  <a:lnTo>
                    <a:pt x="39280" y="34100"/>
                  </a:lnTo>
                  <a:lnTo>
                    <a:pt x="39280" y="65151"/>
                  </a:lnTo>
                  <a:lnTo>
                    <a:pt x="105506" y="6515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45" name="Google Shape;4345;p100"/>
            <p:cNvSpPr/>
            <p:nvPr/>
          </p:nvSpPr>
          <p:spPr>
            <a:xfrm>
              <a:off x="5589439" y="3450431"/>
              <a:ext cx="165090" cy="163448"/>
            </a:xfrm>
            <a:custGeom>
              <a:avLst/>
              <a:gdLst/>
              <a:ahLst/>
              <a:cxnLst/>
              <a:rect l="l" t="t" r="r" b="b"/>
              <a:pathLst>
                <a:path w="165090" h="163448" extrusionOk="0">
                  <a:moveTo>
                    <a:pt x="125905" y="163449"/>
                  </a:moveTo>
                  <a:lnTo>
                    <a:pt x="125905" y="73247"/>
                  </a:lnTo>
                  <a:lnTo>
                    <a:pt x="90894" y="120110"/>
                  </a:lnTo>
                  <a:lnTo>
                    <a:pt x="74385" y="120110"/>
                  </a:lnTo>
                  <a:lnTo>
                    <a:pt x="39090" y="72962"/>
                  </a:lnTo>
                  <a:lnTo>
                    <a:pt x="39090" y="163449"/>
                  </a:lnTo>
                  <a:lnTo>
                    <a:pt x="0" y="163449"/>
                  </a:lnTo>
                  <a:lnTo>
                    <a:pt x="285" y="0"/>
                  </a:lnTo>
                  <a:lnTo>
                    <a:pt x="32069" y="0"/>
                  </a:lnTo>
                  <a:lnTo>
                    <a:pt x="82545" y="70009"/>
                  </a:lnTo>
                  <a:lnTo>
                    <a:pt x="133021" y="0"/>
                  </a:lnTo>
                  <a:lnTo>
                    <a:pt x="164806" y="0"/>
                  </a:lnTo>
                  <a:lnTo>
                    <a:pt x="165090" y="163449"/>
                  </a:lnTo>
                  <a:lnTo>
                    <a:pt x="126000" y="16344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46" name="Google Shape;4346;p100"/>
            <p:cNvSpPr/>
            <p:nvPr/>
          </p:nvSpPr>
          <p:spPr>
            <a:xfrm>
              <a:off x="5768666" y="3450336"/>
              <a:ext cx="167177" cy="163448"/>
            </a:xfrm>
            <a:custGeom>
              <a:avLst/>
              <a:gdLst/>
              <a:ahLst/>
              <a:cxnLst/>
              <a:rect l="l" t="t" r="r" b="b"/>
              <a:pathLst>
                <a:path w="167177" h="163448" extrusionOk="0">
                  <a:moveTo>
                    <a:pt x="105031" y="0"/>
                  </a:moveTo>
                  <a:lnTo>
                    <a:pt x="167177" y="163449"/>
                  </a:lnTo>
                  <a:lnTo>
                    <a:pt x="124861" y="163449"/>
                  </a:lnTo>
                  <a:lnTo>
                    <a:pt x="114804" y="134017"/>
                  </a:lnTo>
                  <a:lnTo>
                    <a:pt x="52373" y="134017"/>
                  </a:lnTo>
                  <a:lnTo>
                    <a:pt x="42316" y="163449"/>
                  </a:lnTo>
                  <a:lnTo>
                    <a:pt x="0" y="163449"/>
                  </a:lnTo>
                  <a:lnTo>
                    <a:pt x="62146" y="0"/>
                  </a:lnTo>
                  <a:lnTo>
                    <a:pt x="105031" y="0"/>
                  </a:lnTo>
                  <a:close/>
                  <a:moveTo>
                    <a:pt x="83589" y="42577"/>
                  </a:moveTo>
                  <a:lnTo>
                    <a:pt x="63000" y="103061"/>
                  </a:lnTo>
                  <a:lnTo>
                    <a:pt x="104272" y="103061"/>
                  </a:lnTo>
                  <a:lnTo>
                    <a:pt x="83684" y="4257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47" name="Google Shape;4347;p100"/>
            <p:cNvSpPr/>
            <p:nvPr/>
          </p:nvSpPr>
          <p:spPr>
            <a:xfrm>
              <a:off x="5950170" y="3450336"/>
              <a:ext cx="140895" cy="163448"/>
            </a:xfrm>
            <a:custGeom>
              <a:avLst/>
              <a:gdLst/>
              <a:ahLst/>
              <a:cxnLst/>
              <a:rect l="l" t="t" r="r" b="b"/>
              <a:pathLst>
                <a:path w="140895" h="163448" extrusionOk="0">
                  <a:moveTo>
                    <a:pt x="0" y="0"/>
                  </a:moveTo>
                  <a:lnTo>
                    <a:pt x="71919" y="0"/>
                  </a:lnTo>
                  <a:cubicBezTo>
                    <a:pt x="109111" y="0"/>
                    <a:pt x="134634" y="23146"/>
                    <a:pt x="134634" y="55054"/>
                  </a:cubicBezTo>
                  <a:cubicBezTo>
                    <a:pt x="134634" y="77629"/>
                    <a:pt x="122964" y="94869"/>
                    <a:pt x="104272" y="103537"/>
                  </a:cubicBezTo>
                  <a:lnTo>
                    <a:pt x="104272" y="106489"/>
                  </a:lnTo>
                  <a:lnTo>
                    <a:pt x="140896" y="160687"/>
                  </a:lnTo>
                  <a:lnTo>
                    <a:pt x="140896" y="163449"/>
                  </a:lnTo>
                  <a:lnTo>
                    <a:pt x="96113" y="163449"/>
                  </a:lnTo>
                  <a:lnTo>
                    <a:pt x="62146" y="109728"/>
                  </a:lnTo>
                  <a:lnTo>
                    <a:pt x="39375" y="109728"/>
                  </a:lnTo>
                  <a:lnTo>
                    <a:pt x="39375" y="163449"/>
                  </a:lnTo>
                  <a:lnTo>
                    <a:pt x="0" y="163449"/>
                  </a:lnTo>
                  <a:lnTo>
                    <a:pt x="0" y="0"/>
                  </a:lnTo>
                  <a:close/>
                  <a:moveTo>
                    <a:pt x="93931" y="55054"/>
                  </a:moveTo>
                  <a:cubicBezTo>
                    <a:pt x="93931" y="40862"/>
                    <a:pt x="83589" y="34099"/>
                    <a:pt x="69262" y="34099"/>
                  </a:cubicBezTo>
                  <a:lnTo>
                    <a:pt x="39375" y="34099"/>
                  </a:lnTo>
                  <a:lnTo>
                    <a:pt x="39375" y="76295"/>
                  </a:lnTo>
                  <a:lnTo>
                    <a:pt x="69547" y="76295"/>
                  </a:lnTo>
                  <a:cubicBezTo>
                    <a:pt x="83399" y="76295"/>
                    <a:pt x="93931" y="68961"/>
                    <a:pt x="93931" y="5505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48" name="Google Shape;4348;p100"/>
            <p:cNvSpPr/>
            <p:nvPr/>
          </p:nvSpPr>
          <p:spPr>
            <a:xfrm>
              <a:off x="6112888" y="3450336"/>
              <a:ext cx="148960" cy="163544"/>
            </a:xfrm>
            <a:custGeom>
              <a:avLst/>
              <a:gdLst/>
              <a:ahLst/>
              <a:cxnLst/>
              <a:rect l="l" t="t" r="r" b="b"/>
              <a:pathLst>
                <a:path w="148960" h="163544" extrusionOk="0">
                  <a:moveTo>
                    <a:pt x="39375" y="0"/>
                  </a:moveTo>
                  <a:lnTo>
                    <a:pt x="39375" y="68389"/>
                  </a:lnTo>
                  <a:lnTo>
                    <a:pt x="100952" y="0"/>
                  </a:lnTo>
                  <a:lnTo>
                    <a:pt x="148961" y="0"/>
                  </a:lnTo>
                  <a:lnTo>
                    <a:pt x="148961" y="3524"/>
                  </a:lnTo>
                  <a:lnTo>
                    <a:pt x="88997" y="70009"/>
                  </a:lnTo>
                  <a:lnTo>
                    <a:pt x="148961" y="159639"/>
                  </a:lnTo>
                  <a:lnTo>
                    <a:pt x="148961" y="163449"/>
                  </a:lnTo>
                  <a:lnTo>
                    <a:pt x="104462" y="163449"/>
                  </a:lnTo>
                  <a:lnTo>
                    <a:pt x="62146" y="99727"/>
                  </a:lnTo>
                  <a:lnTo>
                    <a:pt x="39375" y="125349"/>
                  </a:lnTo>
                  <a:lnTo>
                    <a:pt x="39375" y="163544"/>
                  </a:lnTo>
                  <a:lnTo>
                    <a:pt x="0" y="163544"/>
                  </a:lnTo>
                  <a:lnTo>
                    <a:pt x="0" y="95"/>
                  </a:lnTo>
                  <a:lnTo>
                    <a:pt x="39375" y="9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49" name="Google Shape;4349;p100"/>
            <p:cNvSpPr/>
            <p:nvPr/>
          </p:nvSpPr>
          <p:spPr>
            <a:xfrm>
              <a:off x="6280255" y="3450431"/>
              <a:ext cx="118314" cy="163448"/>
            </a:xfrm>
            <a:custGeom>
              <a:avLst/>
              <a:gdLst/>
              <a:ahLst/>
              <a:cxnLst/>
              <a:rect l="l" t="t" r="r" b="b"/>
              <a:pathLst>
                <a:path w="118314" h="163448" extrusionOk="0">
                  <a:moveTo>
                    <a:pt x="105506" y="65056"/>
                  </a:moveTo>
                  <a:lnTo>
                    <a:pt x="105506" y="96107"/>
                  </a:lnTo>
                  <a:lnTo>
                    <a:pt x="39280" y="96107"/>
                  </a:lnTo>
                  <a:lnTo>
                    <a:pt x="39280" y="129350"/>
                  </a:lnTo>
                  <a:lnTo>
                    <a:pt x="118315" y="129350"/>
                  </a:lnTo>
                  <a:lnTo>
                    <a:pt x="118315" y="163449"/>
                  </a:lnTo>
                  <a:lnTo>
                    <a:pt x="0" y="163449"/>
                  </a:lnTo>
                  <a:lnTo>
                    <a:pt x="0" y="0"/>
                  </a:lnTo>
                  <a:lnTo>
                    <a:pt x="118315" y="0"/>
                  </a:lnTo>
                  <a:lnTo>
                    <a:pt x="118315" y="34100"/>
                  </a:lnTo>
                  <a:lnTo>
                    <a:pt x="39280" y="34100"/>
                  </a:lnTo>
                  <a:lnTo>
                    <a:pt x="39280" y="65151"/>
                  </a:lnTo>
                  <a:lnTo>
                    <a:pt x="105506" y="6515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50" name="Google Shape;4350;p100"/>
            <p:cNvSpPr/>
            <p:nvPr/>
          </p:nvSpPr>
          <p:spPr>
            <a:xfrm>
              <a:off x="6414320" y="3450336"/>
              <a:ext cx="131123" cy="163544"/>
            </a:xfrm>
            <a:custGeom>
              <a:avLst/>
              <a:gdLst/>
              <a:ahLst/>
              <a:cxnLst/>
              <a:rect l="l" t="t" r="r" b="b"/>
              <a:pathLst>
                <a:path w="131123" h="163544" extrusionOk="0">
                  <a:moveTo>
                    <a:pt x="0" y="34099"/>
                  </a:moveTo>
                  <a:lnTo>
                    <a:pt x="0" y="0"/>
                  </a:lnTo>
                  <a:lnTo>
                    <a:pt x="131123" y="0"/>
                  </a:lnTo>
                  <a:lnTo>
                    <a:pt x="131123" y="34099"/>
                  </a:lnTo>
                  <a:lnTo>
                    <a:pt x="85296" y="34099"/>
                  </a:lnTo>
                  <a:lnTo>
                    <a:pt x="85296" y="163544"/>
                  </a:lnTo>
                  <a:lnTo>
                    <a:pt x="45922" y="163544"/>
                  </a:lnTo>
                  <a:lnTo>
                    <a:pt x="45922" y="34099"/>
                  </a:lnTo>
                  <a:lnTo>
                    <a:pt x="95" y="3409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51" name="Google Shape;4351;p100"/>
            <p:cNvSpPr/>
            <p:nvPr/>
          </p:nvSpPr>
          <p:spPr>
            <a:xfrm>
              <a:off x="6568594" y="3450336"/>
              <a:ext cx="134633" cy="163544"/>
            </a:xfrm>
            <a:custGeom>
              <a:avLst/>
              <a:gdLst/>
              <a:ahLst/>
              <a:cxnLst/>
              <a:rect l="l" t="t" r="r" b="b"/>
              <a:pathLst>
                <a:path w="134633" h="163544" extrusionOk="0">
                  <a:moveTo>
                    <a:pt x="71919" y="0"/>
                  </a:moveTo>
                  <a:cubicBezTo>
                    <a:pt x="109111" y="0"/>
                    <a:pt x="134634" y="23146"/>
                    <a:pt x="134634" y="55054"/>
                  </a:cubicBezTo>
                  <a:cubicBezTo>
                    <a:pt x="134634" y="88582"/>
                    <a:pt x="109396" y="109823"/>
                    <a:pt x="71919" y="109823"/>
                  </a:cubicBezTo>
                  <a:lnTo>
                    <a:pt x="39375" y="109823"/>
                  </a:lnTo>
                  <a:lnTo>
                    <a:pt x="39375" y="163544"/>
                  </a:lnTo>
                  <a:lnTo>
                    <a:pt x="0" y="163544"/>
                  </a:lnTo>
                  <a:lnTo>
                    <a:pt x="0" y="95"/>
                  </a:lnTo>
                  <a:lnTo>
                    <a:pt x="71919" y="95"/>
                  </a:lnTo>
                  <a:close/>
                  <a:moveTo>
                    <a:pt x="93931" y="55054"/>
                  </a:moveTo>
                  <a:cubicBezTo>
                    <a:pt x="93931" y="40862"/>
                    <a:pt x="83589" y="34099"/>
                    <a:pt x="69262" y="34099"/>
                  </a:cubicBezTo>
                  <a:lnTo>
                    <a:pt x="39375" y="34099"/>
                  </a:lnTo>
                  <a:lnTo>
                    <a:pt x="39375" y="76295"/>
                  </a:lnTo>
                  <a:lnTo>
                    <a:pt x="69547" y="76295"/>
                  </a:lnTo>
                  <a:cubicBezTo>
                    <a:pt x="83399" y="76295"/>
                    <a:pt x="93931" y="68961"/>
                    <a:pt x="93931" y="5505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52" name="Google Shape;4352;p100"/>
            <p:cNvSpPr/>
            <p:nvPr/>
          </p:nvSpPr>
          <p:spPr>
            <a:xfrm>
              <a:off x="6725524" y="3450431"/>
              <a:ext cx="112147" cy="163544"/>
            </a:xfrm>
            <a:custGeom>
              <a:avLst/>
              <a:gdLst/>
              <a:ahLst/>
              <a:cxnLst/>
              <a:rect l="l" t="t" r="r" b="b"/>
              <a:pathLst>
                <a:path w="112147" h="163544" extrusionOk="0">
                  <a:moveTo>
                    <a:pt x="112053" y="163449"/>
                  </a:moveTo>
                  <a:lnTo>
                    <a:pt x="0" y="163449"/>
                  </a:lnTo>
                  <a:lnTo>
                    <a:pt x="0" y="0"/>
                  </a:lnTo>
                  <a:lnTo>
                    <a:pt x="39375" y="0"/>
                  </a:lnTo>
                  <a:lnTo>
                    <a:pt x="39375" y="129445"/>
                  </a:lnTo>
                  <a:lnTo>
                    <a:pt x="112147" y="129445"/>
                  </a:lnTo>
                  <a:lnTo>
                    <a:pt x="112147" y="16354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53" name="Google Shape;4353;p100"/>
            <p:cNvSpPr/>
            <p:nvPr/>
          </p:nvSpPr>
          <p:spPr>
            <a:xfrm>
              <a:off x="6842510" y="3450336"/>
              <a:ext cx="167177" cy="163448"/>
            </a:xfrm>
            <a:custGeom>
              <a:avLst/>
              <a:gdLst/>
              <a:ahLst/>
              <a:cxnLst/>
              <a:rect l="l" t="t" r="r" b="b"/>
              <a:pathLst>
                <a:path w="167177" h="163448" extrusionOk="0">
                  <a:moveTo>
                    <a:pt x="105032" y="0"/>
                  </a:moveTo>
                  <a:lnTo>
                    <a:pt x="167178" y="163449"/>
                  </a:lnTo>
                  <a:lnTo>
                    <a:pt x="124861" y="163449"/>
                  </a:lnTo>
                  <a:lnTo>
                    <a:pt x="114804" y="134017"/>
                  </a:lnTo>
                  <a:lnTo>
                    <a:pt x="52373" y="134017"/>
                  </a:lnTo>
                  <a:lnTo>
                    <a:pt x="42316" y="163449"/>
                  </a:lnTo>
                  <a:lnTo>
                    <a:pt x="0" y="163449"/>
                  </a:lnTo>
                  <a:lnTo>
                    <a:pt x="62146" y="0"/>
                  </a:lnTo>
                  <a:lnTo>
                    <a:pt x="105032" y="0"/>
                  </a:lnTo>
                  <a:close/>
                  <a:moveTo>
                    <a:pt x="83589" y="42577"/>
                  </a:moveTo>
                  <a:lnTo>
                    <a:pt x="63000" y="103061"/>
                  </a:lnTo>
                  <a:lnTo>
                    <a:pt x="104272" y="103061"/>
                  </a:lnTo>
                  <a:lnTo>
                    <a:pt x="83684" y="4257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54" name="Google Shape;4354;p100"/>
            <p:cNvSpPr/>
            <p:nvPr/>
          </p:nvSpPr>
          <p:spPr>
            <a:xfrm>
              <a:off x="7011016" y="3447002"/>
              <a:ext cx="139472" cy="170783"/>
            </a:xfrm>
            <a:custGeom>
              <a:avLst/>
              <a:gdLst/>
              <a:ahLst/>
              <a:cxnLst/>
              <a:rect l="l" t="t" r="r" b="b"/>
              <a:pathLst>
                <a:path w="139472" h="170783" extrusionOk="0">
                  <a:moveTo>
                    <a:pt x="116986" y="120301"/>
                  </a:moveTo>
                  <a:lnTo>
                    <a:pt x="139473" y="150590"/>
                  </a:lnTo>
                  <a:cubicBezTo>
                    <a:pt x="139473" y="150590"/>
                    <a:pt x="122110" y="170783"/>
                    <a:pt x="83873" y="170783"/>
                  </a:cubicBezTo>
                  <a:cubicBezTo>
                    <a:pt x="31215" y="170783"/>
                    <a:pt x="0" y="132112"/>
                    <a:pt x="0" y="85249"/>
                  </a:cubicBezTo>
                  <a:cubicBezTo>
                    <a:pt x="0" y="38386"/>
                    <a:pt x="31215" y="0"/>
                    <a:pt x="83873" y="0"/>
                  </a:cubicBezTo>
                  <a:cubicBezTo>
                    <a:pt x="122110" y="0"/>
                    <a:pt x="139473" y="19907"/>
                    <a:pt x="139473" y="19907"/>
                  </a:cubicBezTo>
                  <a:lnTo>
                    <a:pt x="116986" y="50197"/>
                  </a:lnTo>
                  <a:cubicBezTo>
                    <a:pt x="116986" y="50197"/>
                    <a:pt x="106170" y="37909"/>
                    <a:pt x="84443" y="37909"/>
                  </a:cubicBezTo>
                  <a:cubicBezTo>
                    <a:pt x="58920" y="37909"/>
                    <a:pt x="40703" y="56959"/>
                    <a:pt x="40703" y="85344"/>
                  </a:cubicBezTo>
                  <a:cubicBezTo>
                    <a:pt x="40703" y="113729"/>
                    <a:pt x="58920" y="132779"/>
                    <a:pt x="84443" y="132779"/>
                  </a:cubicBezTo>
                  <a:cubicBezTo>
                    <a:pt x="106170" y="132779"/>
                    <a:pt x="116986" y="120491"/>
                    <a:pt x="116986" y="12049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55" name="Google Shape;4355;p100"/>
            <p:cNvSpPr/>
            <p:nvPr/>
          </p:nvSpPr>
          <p:spPr>
            <a:xfrm>
              <a:off x="7169749" y="3450431"/>
              <a:ext cx="118314" cy="163448"/>
            </a:xfrm>
            <a:custGeom>
              <a:avLst/>
              <a:gdLst/>
              <a:ahLst/>
              <a:cxnLst/>
              <a:rect l="l" t="t" r="r" b="b"/>
              <a:pathLst>
                <a:path w="118314" h="163448" extrusionOk="0">
                  <a:moveTo>
                    <a:pt x="105601" y="65056"/>
                  </a:moveTo>
                  <a:lnTo>
                    <a:pt x="105601" y="96107"/>
                  </a:lnTo>
                  <a:lnTo>
                    <a:pt x="39375" y="96107"/>
                  </a:lnTo>
                  <a:lnTo>
                    <a:pt x="39375" y="129350"/>
                  </a:lnTo>
                  <a:lnTo>
                    <a:pt x="118315" y="129350"/>
                  </a:lnTo>
                  <a:lnTo>
                    <a:pt x="118315" y="163449"/>
                  </a:lnTo>
                  <a:lnTo>
                    <a:pt x="0" y="163449"/>
                  </a:lnTo>
                  <a:lnTo>
                    <a:pt x="0" y="0"/>
                  </a:lnTo>
                  <a:lnTo>
                    <a:pt x="118315" y="0"/>
                  </a:lnTo>
                  <a:lnTo>
                    <a:pt x="118315" y="34100"/>
                  </a:lnTo>
                  <a:lnTo>
                    <a:pt x="39375" y="34100"/>
                  </a:lnTo>
                  <a:lnTo>
                    <a:pt x="39375" y="65151"/>
                  </a:lnTo>
                  <a:lnTo>
                    <a:pt x="105601" y="6515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356" name="Google Shape;4356;p100"/>
          <p:cNvSpPr/>
          <p:nvPr/>
        </p:nvSpPr>
        <p:spPr>
          <a:xfrm>
            <a:off x="1041989" y="4036650"/>
            <a:ext cx="3048000" cy="671700"/>
          </a:xfrm>
          <a:prstGeom prst="rect">
            <a:avLst/>
          </a:prstGeom>
          <a:noFill/>
          <a:ln w="9525" cap="flat" cmpd="sng">
            <a:solidFill>
              <a:srgbClr val="11567F"/>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4357" name="Google Shape;4357;p100"/>
          <p:cNvSpPr txBox="1"/>
          <p:nvPr/>
        </p:nvSpPr>
        <p:spPr>
          <a:xfrm>
            <a:off x="1171078" y="1382115"/>
            <a:ext cx="4431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Webinar</a:t>
            </a:r>
            <a:endParaRPr sz="1800">
              <a:solidFill>
                <a:srgbClr val="252525"/>
              </a:solidFill>
              <a:latin typeface="Arial"/>
              <a:ea typeface="Arial"/>
              <a:cs typeface="Arial"/>
              <a:sym typeface="Arial"/>
            </a:endParaRPr>
          </a:p>
        </p:txBody>
      </p:sp>
      <p:sp>
        <p:nvSpPr>
          <p:cNvPr id="4358" name="Google Shape;4358;p100"/>
          <p:cNvSpPr txBox="1"/>
          <p:nvPr/>
        </p:nvSpPr>
        <p:spPr>
          <a:xfrm>
            <a:off x="1963275"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Video</a:t>
            </a:r>
            <a:endParaRPr sz="1800">
              <a:solidFill>
                <a:srgbClr val="252525"/>
              </a:solidFill>
              <a:latin typeface="Arial"/>
              <a:ea typeface="Arial"/>
              <a:cs typeface="Arial"/>
              <a:sym typeface="Arial"/>
            </a:endParaRPr>
          </a:p>
        </p:txBody>
      </p:sp>
      <p:sp>
        <p:nvSpPr>
          <p:cNvPr id="4359" name="Google Shape;4359;p100"/>
          <p:cNvSpPr txBox="1"/>
          <p:nvPr/>
        </p:nvSpPr>
        <p:spPr>
          <a:xfrm>
            <a:off x="2755472"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Case Study</a:t>
            </a:r>
            <a:endParaRPr sz="1800">
              <a:solidFill>
                <a:srgbClr val="252525"/>
              </a:solidFill>
              <a:latin typeface="Arial"/>
              <a:ea typeface="Arial"/>
              <a:cs typeface="Arial"/>
              <a:sym typeface="Arial"/>
            </a:endParaRPr>
          </a:p>
        </p:txBody>
      </p:sp>
      <p:sp>
        <p:nvSpPr>
          <p:cNvPr id="4360" name="Google Shape;4360;p100"/>
          <p:cNvSpPr txBox="1"/>
          <p:nvPr/>
        </p:nvSpPr>
        <p:spPr>
          <a:xfrm>
            <a:off x="2771356" y="2157573"/>
            <a:ext cx="411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Free Trial</a:t>
            </a:r>
            <a:endParaRPr sz="600">
              <a:solidFill>
                <a:srgbClr val="11567F"/>
              </a:solidFill>
            </a:endParaRPr>
          </a:p>
        </p:txBody>
      </p:sp>
      <p:sp>
        <p:nvSpPr>
          <p:cNvPr id="4361" name="Google Shape;4361;p100"/>
          <p:cNvSpPr txBox="1"/>
          <p:nvPr/>
        </p:nvSpPr>
        <p:spPr>
          <a:xfrm>
            <a:off x="4322047" y="1382115"/>
            <a:ext cx="4788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Eliminate</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Delays</a:t>
            </a:r>
            <a:endParaRPr sz="600">
              <a:solidFill>
                <a:srgbClr val="11567F"/>
              </a:solidFill>
            </a:endParaRPr>
          </a:p>
        </p:txBody>
      </p:sp>
      <p:sp>
        <p:nvSpPr>
          <p:cNvPr id="4362" name="Google Shape;4362;p100"/>
          <p:cNvSpPr txBox="1"/>
          <p:nvPr/>
        </p:nvSpPr>
        <p:spPr>
          <a:xfrm>
            <a:off x="5013413" y="1382115"/>
            <a:ext cx="680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Pay to Play</a:t>
            </a:r>
            <a:endParaRPr sz="1800">
              <a:solidFill>
                <a:srgbClr val="252525"/>
              </a:solidFill>
              <a:latin typeface="Arial"/>
              <a:ea typeface="Arial"/>
              <a:cs typeface="Arial"/>
              <a:sym typeface="Arial"/>
            </a:endParaRPr>
          </a:p>
        </p:txBody>
      </p:sp>
      <p:sp>
        <p:nvSpPr>
          <p:cNvPr id="4363" name="Google Shape;4363;p100"/>
          <p:cNvSpPr txBox="1"/>
          <p:nvPr/>
        </p:nvSpPr>
        <p:spPr>
          <a:xfrm>
            <a:off x="5924260" y="1382115"/>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Economy</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Scale</a:t>
            </a:r>
            <a:endParaRPr sz="600">
              <a:solidFill>
                <a:srgbClr val="11567F"/>
              </a:solidFill>
            </a:endParaRPr>
          </a:p>
        </p:txBody>
      </p:sp>
      <p:sp>
        <p:nvSpPr>
          <p:cNvPr id="4364" name="Google Shape;4364;p100"/>
          <p:cNvSpPr txBox="1"/>
          <p:nvPr/>
        </p:nvSpPr>
        <p:spPr>
          <a:xfrm>
            <a:off x="5857810" y="3708489"/>
            <a:ext cx="576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 Applications</a:t>
            </a:r>
            <a:endParaRPr sz="600">
              <a:solidFill>
                <a:srgbClr val="11567F"/>
              </a:solidFill>
            </a:endParaRPr>
          </a:p>
        </p:txBody>
      </p:sp>
      <p:sp>
        <p:nvSpPr>
          <p:cNvPr id="4365" name="Google Shape;4365;p100"/>
          <p:cNvSpPr txBox="1"/>
          <p:nvPr/>
        </p:nvSpPr>
        <p:spPr>
          <a:xfrm>
            <a:off x="7090003" y="3708489"/>
            <a:ext cx="483000" cy="105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Marketplace</a:t>
            </a:r>
            <a:endParaRPr sz="600">
              <a:solidFill>
                <a:srgbClr val="11567F"/>
              </a:solidFill>
            </a:endParaRPr>
          </a:p>
        </p:txBody>
      </p:sp>
      <p:sp>
        <p:nvSpPr>
          <p:cNvPr id="4366" name="Google Shape;4366;p100"/>
          <p:cNvSpPr txBox="1"/>
          <p:nvPr/>
        </p:nvSpPr>
        <p:spPr>
          <a:xfrm>
            <a:off x="3517969" y="2157573"/>
            <a:ext cx="502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a:t>
            </a:r>
            <a:endParaRPr sz="600">
              <a:solidFill>
                <a:srgbClr val="11567F"/>
              </a:solidFill>
            </a:endParaRPr>
          </a:p>
        </p:txBody>
      </p:sp>
      <p:sp>
        <p:nvSpPr>
          <p:cNvPr id="4367" name="Google Shape;4367;p100"/>
          <p:cNvSpPr txBox="1"/>
          <p:nvPr/>
        </p:nvSpPr>
        <p:spPr>
          <a:xfrm>
            <a:off x="4339866"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Database</a:t>
            </a:r>
            <a:endParaRPr sz="1800">
              <a:solidFill>
                <a:srgbClr val="252525"/>
              </a:solidFill>
              <a:latin typeface="Arial"/>
              <a:ea typeface="Arial"/>
              <a:cs typeface="Arial"/>
              <a:sym typeface="Arial"/>
            </a:endParaRPr>
          </a:p>
        </p:txBody>
      </p:sp>
      <p:sp>
        <p:nvSpPr>
          <p:cNvPr id="4368" name="Google Shape;4368;p100"/>
          <p:cNvSpPr txBox="1"/>
          <p:nvPr/>
        </p:nvSpPr>
        <p:spPr>
          <a:xfrm>
            <a:off x="6705646" y="1382115"/>
            <a:ext cx="464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Storage &amp;</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Compute</a:t>
            </a:r>
            <a:endParaRPr sz="600">
              <a:solidFill>
                <a:srgbClr val="11567F"/>
              </a:solidFill>
            </a:endParaRPr>
          </a:p>
        </p:txBody>
      </p:sp>
      <p:sp>
        <p:nvSpPr>
          <p:cNvPr id="4369" name="Google Shape;4369;p100"/>
          <p:cNvSpPr txBox="1"/>
          <p:nvPr/>
        </p:nvSpPr>
        <p:spPr>
          <a:xfrm>
            <a:off x="7518975" y="1382125"/>
            <a:ext cx="4224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Embedded</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Analytics</a:t>
            </a:r>
            <a:endParaRPr sz="600">
              <a:solidFill>
                <a:srgbClr val="11567F"/>
              </a:solidFill>
            </a:endParaRPr>
          </a:p>
        </p:txBody>
      </p:sp>
      <p:sp>
        <p:nvSpPr>
          <p:cNvPr id="4370" name="Google Shape;4370;p100"/>
          <p:cNvSpPr txBox="1"/>
          <p:nvPr/>
        </p:nvSpPr>
        <p:spPr>
          <a:xfrm>
            <a:off x="1171078"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Secure Data</a:t>
            </a:r>
            <a:endParaRPr sz="600">
              <a:solidFill>
                <a:srgbClr val="11567F"/>
              </a:solidFill>
            </a:endParaRPr>
          </a:p>
        </p:txBody>
      </p:sp>
      <p:sp>
        <p:nvSpPr>
          <p:cNvPr id="4371" name="Google Shape;4371;p100"/>
          <p:cNvSpPr txBox="1"/>
          <p:nvPr/>
        </p:nvSpPr>
        <p:spPr>
          <a:xfrm>
            <a:off x="1906998" y="2157575"/>
            <a:ext cx="555600" cy="1272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Scale</a:t>
            </a:r>
            <a:endParaRPr sz="600">
              <a:solidFill>
                <a:srgbClr val="11567F"/>
              </a:solidFill>
            </a:endParaRPr>
          </a:p>
        </p:txBody>
      </p:sp>
      <p:sp>
        <p:nvSpPr>
          <p:cNvPr id="4372" name="Google Shape;4372;p100"/>
          <p:cNvSpPr txBox="1"/>
          <p:nvPr/>
        </p:nvSpPr>
        <p:spPr>
          <a:xfrm>
            <a:off x="1195250" y="2933025"/>
            <a:ext cx="388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All Your Data</a:t>
            </a:r>
            <a:endParaRPr sz="600">
              <a:solidFill>
                <a:srgbClr val="11567F"/>
              </a:solidFill>
            </a:endParaRPr>
          </a:p>
        </p:txBody>
      </p:sp>
      <p:sp>
        <p:nvSpPr>
          <p:cNvPr id="4373" name="Google Shape;4373;p100"/>
          <p:cNvSpPr txBox="1"/>
          <p:nvPr/>
        </p:nvSpPr>
        <p:spPr>
          <a:xfrm>
            <a:off x="1990100" y="2933025"/>
            <a:ext cx="388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Native App</a:t>
            </a:r>
            <a:endParaRPr sz="600">
              <a:solidFill>
                <a:srgbClr val="11567F"/>
              </a:solidFill>
            </a:endParaRPr>
          </a:p>
        </p:txBody>
      </p:sp>
      <p:sp>
        <p:nvSpPr>
          <p:cNvPr id="4374" name="Google Shape;4374;p100"/>
          <p:cNvSpPr txBox="1"/>
          <p:nvPr/>
        </p:nvSpPr>
        <p:spPr>
          <a:xfrm>
            <a:off x="3593310" y="1382115"/>
            <a:ext cx="3519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Simplify</a:t>
            </a:r>
            <a:endParaRPr sz="600">
              <a:solidFill>
                <a:srgbClr val="105780"/>
              </a:solidFill>
            </a:endParaRPr>
          </a:p>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Pipelines</a:t>
            </a:r>
            <a:endParaRPr sz="600">
              <a:solidFill>
                <a:srgbClr val="105780"/>
              </a:solidFill>
            </a:endParaRPr>
          </a:p>
        </p:txBody>
      </p:sp>
      <p:sp>
        <p:nvSpPr>
          <p:cNvPr id="4375" name="Google Shape;4375;p100"/>
          <p:cNvSpPr txBox="1"/>
          <p:nvPr/>
        </p:nvSpPr>
        <p:spPr>
          <a:xfrm>
            <a:off x="4220775" y="2933025"/>
            <a:ext cx="6978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External Customers and Partners</a:t>
            </a:r>
            <a:endParaRPr sz="600">
              <a:solidFill>
                <a:srgbClr val="11567F"/>
              </a:solidFill>
            </a:endParaRPr>
          </a:p>
        </p:txBody>
      </p:sp>
      <p:sp>
        <p:nvSpPr>
          <p:cNvPr id="4376" name="Google Shape;4376;p100"/>
          <p:cNvSpPr txBox="1"/>
          <p:nvPr/>
        </p:nvSpPr>
        <p:spPr>
          <a:xfrm>
            <a:off x="2760644" y="2933031"/>
            <a:ext cx="4329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Security</a:t>
            </a:r>
            <a:endParaRPr sz="600">
              <a:solidFill>
                <a:srgbClr val="11567F"/>
              </a:solidFill>
            </a:endParaRPr>
          </a:p>
        </p:txBody>
      </p:sp>
      <p:sp>
        <p:nvSpPr>
          <p:cNvPr id="4377" name="Google Shape;4377;p100"/>
          <p:cNvSpPr txBox="1"/>
          <p:nvPr/>
        </p:nvSpPr>
        <p:spPr>
          <a:xfrm>
            <a:off x="3547675" y="2933025"/>
            <a:ext cx="4431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Interactive Analytics</a:t>
            </a:r>
            <a:endParaRPr sz="600">
              <a:solidFill>
                <a:srgbClr val="105780"/>
              </a:solidFill>
            </a:endParaRPr>
          </a:p>
        </p:txBody>
      </p:sp>
      <p:sp>
        <p:nvSpPr>
          <p:cNvPr id="4378" name="Google Shape;4378;p100"/>
          <p:cNvSpPr txBox="1"/>
          <p:nvPr/>
        </p:nvSpPr>
        <p:spPr>
          <a:xfrm>
            <a:off x="5132063" y="215757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Transactions</a:t>
            </a:r>
            <a:endParaRPr sz="1800">
              <a:solidFill>
                <a:srgbClr val="252525"/>
              </a:solidFill>
              <a:latin typeface="Arial"/>
              <a:ea typeface="Arial"/>
              <a:cs typeface="Arial"/>
              <a:sym typeface="Arial"/>
            </a:endParaRPr>
          </a:p>
        </p:txBody>
      </p:sp>
      <p:sp>
        <p:nvSpPr>
          <p:cNvPr id="4379" name="Google Shape;4379;p100"/>
          <p:cNvSpPr txBox="1"/>
          <p:nvPr/>
        </p:nvSpPr>
        <p:spPr>
          <a:xfrm>
            <a:off x="2717950" y="3708500"/>
            <a:ext cx="515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Collaboration</a:t>
            </a:r>
            <a:endParaRPr sz="600">
              <a:solidFill>
                <a:srgbClr val="11567F"/>
              </a:solidFill>
            </a:endParaRPr>
          </a:p>
        </p:txBody>
      </p:sp>
      <p:sp>
        <p:nvSpPr>
          <p:cNvPr id="4380" name="Google Shape;4380;p100"/>
          <p:cNvSpPr txBox="1"/>
          <p:nvPr/>
        </p:nvSpPr>
        <p:spPr>
          <a:xfrm>
            <a:off x="1963275" y="3708489"/>
            <a:ext cx="4431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Unistore</a:t>
            </a:r>
            <a:endParaRPr sz="600">
              <a:solidFill>
                <a:srgbClr val="11567F"/>
              </a:solidFill>
            </a:endParaRPr>
          </a:p>
        </p:txBody>
      </p:sp>
      <p:sp>
        <p:nvSpPr>
          <p:cNvPr id="4381" name="Google Shape;4381;p100"/>
          <p:cNvSpPr txBox="1"/>
          <p:nvPr/>
        </p:nvSpPr>
        <p:spPr>
          <a:xfrm>
            <a:off x="1143772" y="3708489"/>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 Lake</a:t>
            </a:r>
            <a:endParaRPr sz="600">
              <a:solidFill>
                <a:srgbClr val="11567F"/>
              </a:solidFill>
            </a:endParaRPr>
          </a:p>
        </p:txBody>
      </p:sp>
      <p:sp>
        <p:nvSpPr>
          <p:cNvPr id="4382" name="Google Shape;4382;p100"/>
          <p:cNvSpPr txBox="1"/>
          <p:nvPr/>
        </p:nvSpPr>
        <p:spPr>
          <a:xfrm>
            <a:off x="5052625" y="3708500"/>
            <a:ext cx="604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Engineering</a:t>
            </a:r>
            <a:endParaRPr sz="600">
              <a:solidFill>
                <a:srgbClr val="11567F"/>
              </a:solidFill>
            </a:endParaRPr>
          </a:p>
        </p:txBody>
      </p:sp>
      <p:sp>
        <p:nvSpPr>
          <p:cNvPr id="4383" name="Google Shape;4383;p100"/>
          <p:cNvSpPr txBox="1"/>
          <p:nvPr/>
        </p:nvSpPr>
        <p:spPr>
          <a:xfrm>
            <a:off x="4310650" y="3708500"/>
            <a:ext cx="525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Cybersecurity</a:t>
            </a:r>
            <a:endParaRPr sz="600">
              <a:solidFill>
                <a:srgbClr val="11567F"/>
              </a:solidFill>
            </a:endParaRPr>
          </a:p>
        </p:txBody>
      </p:sp>
      <p:sp>
        <p:nvSpPr>
          <p:cNvPr id="4384" name="Google Shape;4384;p100"/>
          <p:cNvSpPr txBox="1"/>
          <p:nvPr/>
        </p:nvSpPr>
        <p:spPr>
          <a:xfrm>
            <a:off x="3547669" y="3708489"/>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Machine Learning</a:t>
            </a:r>
            <a:endParaRPr sz="600">
              <a:solidFill>
                <a:srgbClr val="11567F"/>
              </a:solidFill>
            </a:endParaRPr>
          </a:p>
        </p:txBody>
      </p:sp>
      <p:sp>
        <p:nvSpPr>
          <p:cNvPr id="4385" name="Google Shape;4385;p100"/>
          <p:cNvSpPr txBox="1"/>
          <p:nvPr/>
        </p:nvSpPr>
        <p:spPr>
          <a:xfrm>
            <a:off x="5932960" y="2157573"/>
            <a:ext cx="4257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Structured Data</a:t>
            </a:r>
            <a:endParaRPr sz="600">
              <a:solidFill>
                <a:srgbClr val="105780"/>
              </a:solidFill>
            </a:endParaRPr>
          </a:p>
        </p:txBody>
      </p:sp>
      <p:sp>
        <p:nvSpPr>
          <p:cNvPr id="4386" name="Google Shape;4386;p100"/>
          <p:cNvSpPr txBox="1"/>
          <p:nvPr/>
        </p:nvSpPr>
        <p:spPr>
          <a:xfrm>
            <a:off x="6660250" y="2157575"/>
            <a:ext cx="5556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Semi-Structured Data</a:t>
            </a:r>
            <a:endParaRPr sz="600">
              <a:solidFill>
                <a:srgbClr val="105780"/>
              </a:solidFill>
            </a:endParaRPr>
          </a:p>
        </p:txBody>
      </p:sp>
      <p:sp>
        <p:nvSpPr>
          <p:cNvPr id="4387" name="Google Shape;4387;p100"/>
          <p:cNvSpPr txBox="1"/>
          <p:nvPr/>
        </p:nvSpPr>
        <p:spPr>
          <a:xfrm>
            <a:off x="7498275" y="2157575"/>
            <a:ext cx="464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Unstructured Data</a:t>
            </a:r>
            <a:endParaRPr sz="600">
              <a:solidFill>
                <a:srgbClr val="11567F"/>
              </a:solidFill>
            </a:endParaRPr>
          </a:p>
        </p:txBody>
      </p:sp>
      <p:sp>
        <p:nvSpPr>
          <p:cNvPr id="4388" name="Google Shape;4388;p100"/>
          <p:cNvSpPr txBox="1"/>
          <p:nvPr/>
        </p:nvSpPr>
        <p:spPr>
          <a:xfrm>
            <a:off x="6679150" y="2933025"/>
            <a:ext cx="5253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LLM</a:t>
            </a:r>
            <a:endParaRPr sz="1800">
              <a:solidFill>
                <a:srgbClr val="252525"/>
              </a:solidFill>
              <a:latin typeface="Arial"/>
              <a:ea typeface="Arial"/>
              <a:cs typeface="Arial"/>
              <a:sym typeface="Arial"/>
            </a:endParaRPr>
          </a:p>
        </p:txBody>
      </p:sp>
      <p:sp>
        <p:nvSpPr>
          <p:cNvPr id="4389" name="Google Shape;4389;p100"/>
          <p:cNvSpPr txBox="1"/>
          <p:nvPr/>
        </p:nvSpPr>
        <p:spPr>
          <a:xfrm>
            <a:off x="7481348" y="2933031"/>
            <a:ext cx="4977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Data Warehouse</a:t>
            </a:r>
            <a:endParaRPr sz="1800">
              <a:solidFill>
                <a:srgbClr val="252525"/>
              </a:solidFill>
              <a:latin typeface="Arial"/>
              <a:ea typeface="Arial"/>
              <a:cs typeface="Arial"/>
              <a:sym typeface="Arial"/>
            </a:endParaRPr>
          </a:p>
        </p:txBody>
      </p:sp>
      <p:sp>
        <p:nvSpPr>
          <p:cNvPr id="4390" name="Google Shape;4390;p100"/>
          <p:cNvSpPr txBox="1"/>
          <p:nvPr/>
        </p:nvSpPr>
        <p:spPr>
          <a:xfrm>
            <a:off x="5062275" y="2933025"/>
            <a:ext cx="5760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Generative AI App Developers</a:t>
            </a:r>
            <a:endParaRPr sz="600">
              <a:solidFill>
                <a:srgbClr val="11567F"/>
              </a:solidFill>
            </a:endParaRPr>
          </a:p>
        </p:txBody>
      </p:sp>
      <p:sp>
        <p:nvSpPr>
          <p:cNvPr id="4391" name="Google Shape;4391;p100"/>
          <p:cNvSpPr txBox="1"/>
          <p:nvPr/>
        </p:nvSpPr>
        <p:spPr>
          <a:xfrm>
            <a:off x="5924260" y="2933031"/>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AI</a:t>
            </a:r>
            <a:endParaRPr sz="600">
              <a:solidFill>
                <a:srgbClr val="11567F"/>
              </a:solidFill>
            </a:endParaRPr>
          </a:p>
        </p:txBody>
      </p:sp>
      <p:grpSp>
        <p:nvGrpSpPr>
          <p:cNvPr id="4392" name="Google Shape;4392;p100"/>
          <p:cNvGrpSpPr/>
          <p:nvPr/>
        </p:nvGrpSpPr>
        <p:grpSpPr>
          <a:xfrm>
            <a:off x="1248597" y="1035038"/>
            <a:ext cx="293822" cy="245923"/>
            <a:chOff x="4667396" y="1169201"/>
            <a:chExt cx="522351" cy="437197"/>
          </a:xfrm>
        </p:grpSpPr>
        <p:sp>
          <p:nvSpPr>
            <p:cNvPr id="4393" name="Google Shape;4393;p100"/>
            <p:cNvSpPr/>
            <p:nvPr/>
          </p:nvSpPr>
          <p:spPr>
            <a:xfrm>
              <a:off x="4885709" y="1384095"/>
              <a:ext cx="97824" cy="107908"/>
            </a:xfrm>
            <a:custGeom>
              <a:avLst/>
              <a:gdLst/>
              <a:ahLst/>
              <a:cxnLst/>
              <a:rect l="l" t="t" r="r" b="b"/>
              <a:pathLst>
                <a:path w="97824" h="107908" extrusionOk="0">
                  <a:moveTo>
                    <a:pt x="91726" y="42662"/>
                  </a:moveTo>
                  <a:lnTo>
                    <a:pt x="17717" y="1514"/>
                  </a:lnTo>
                  <a:cubicBezTo>
                    <a:pt x="14002" y="-582"/>
                    <a:pt x="9525" y="-486"/>
                    <a:pt x="5906" y="1704"/>
                  </a:cubicBezTo>
                  <a:cubicBezTo>
                    <a:pt x="2286" y="3800"/>
                    <a:pt x="0" y="7705"/>
                    <a:pt x="0" y="11991"/>
                  </a:cubicBezTo>
                  <a:lnTo>
                    <a:pt x="0" y="96002"/>
                  </a:lnTo>
                  <a:cubicBezTo>
                    <a:pt x="0" y="100288"/>
                    <a:pt x="2286" y="104193"/>
                    <a:pt x="6001" y="106289"/>
                  </a:cubicBezTo>
                  <a:cubicBezTo>
                    <a:pt x="7810" y="107337"/>
                    <a:pt x="9906" y="107908"/>
                    <a:pt x="11906" y="107908"/>
                  </a:cubicBezTo>
                  <a:cubicBezTo>
                    <a:pt x="13907" y="107908"/>
                    <a:pt x="16002" y="107337"/>
                    <a:pt x="17907" y="106289"/>
                  </a:cubicBezTo>
                  <a:lnTo>
                    <a:pt x="91916" y="63331"/>
                  </a:lnTo>
                  <a:cubicBezTo>
                    <a:pt x="95631" y="61140"/>
                    <a:pt x="97917" y="57235"/>
                    <a:pt x="97822" y="52949"/>
                  </a:cubicBezTo>
                  <a:cubicBezTo>
                    <a:pt x="97822" y="48663"/>
                    <a:pt x="95441" y="44757"/>
                    <a:pt x="91726" y="42662"/>
                  </a:cubicBezTo>
                  <a:close/>
                  <a:moveTo>
                    <a:pt x="23908" y="75333"/>
                  </a:moveTo>
                  <a:lnTo>
                    <a:pt x="23908" y="32184"/>
                  </a:lnTo>
                  <a:lnTo>
                    <a:pt x="61913" y="53330"/>
                  </a:lnTo>
                  <a:lnTo>
                    <a:pt x="23908" y="7533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94" name="Google Shape;4394;p100"/>
            <p:cNvSpPr/>
            <p:nvPr/>
          </p:nvSpPr>
          <p:spPr>
            <a:xfrm>
              <a:off x="4741882" y="1320934"/>
              <a:ext cx="372427" cy="218693"/>
            </a:xfrm>
            <a:custGeom>
              <a:avLst/>
              <a:gdLst/>
              <a:ahLst/>
              <a:cxnLst/>
              <a:rect l="l" t="t" r="r" b="b"/>
              <a:pathLst>
                <a:path w="372427" h="218693" extrusionOk="0">
                  <a:moveTo>
                    <a:pt x="360521" y="0"/>
                  </a:moveTo>
                  <a:lnTo>
                    <a:pt x="11906" y="0"/>
                  </a:lnTo>
                  <a:cubicBezTo>
                    <a:pt x="5334" y="0"/>
                    <a:pt x="0" y="5334"/>
                    <a:pt x="0" y="11906"/>
                  </a:cubicBezTo>
                  <a:lnTo>
                    <a:pt x="0" y="206788"/>
                  </a:lnTo>
                  <a:cubicBezTo>
                    <a:pt x="0" y="213360"/>
                    <a:pt x="5334" y="218694"/>
                    <a:pt x="11906" y="218694"/>
                  </a:cubicBezTo>
                  <a:lnTo>
                    <a:pt x="360521" y="218694"/>
                  </a:lnTo>
                  <a:cubicBezTo>
                    <a:pt x="367093" y="218694"/>
                    <a:pt x="372428" y="213360"/>
                    <a:pt x="372428" y="206788"/>
                  </a:cubicBezTo>
                  <a:lnTo>
                    <a:pt x="372428" y="11906"/>
                  </a:lnTo>
                  <a:cubicBezTo>
                    <a:pt x="372428" y="5334"/>
                    <a:pt x="367093" y="0"/>
                    <a:pt x="360521" y="0"/>
                  </a:cubicBezTo>
                  <a:close/>
                  <a:moveTo>
                    <a:pt x="23813" y="194977"/>
                  </a:moveTo>
                  <a:lnTo>
                    <a:pt x="23813" y="46101"/>
                  </a:lnTo>
                  <a:lnTo>
                    <a:pt x="348615" y="46101"/>
                  </a:lnTo>
                  <a:lnTo>
                    <a:pt x="348615" y="194977"/>
                  </a:lnTo>
                  <a:lnTo>
                    <a:pt x="23813" y="19497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95" name="Google Shape;4395;p100"/>
            <p:cNvSpPr/>
            <p:nvPr/>
          </p:nvSpPr>
          <p:spPr>
            <a:xfrm>
              <a:off x="4729595" y="1224160"/>
              <a:ext cx="24002" cy="24003"/>
            </a:xfrm>
            <a:custGeom>
              <a:avLst/>
              <a:gdLst/>
              <a:ahLst/>
              <a:cxnLst/>
              <a:rect l="l" t="t" r="r" b="b"/>
              <a:pathLst>
                <a:path w="24002" h="24003" extrusionOk="0">
                  <a:moveTo>
                    <a:pt x="12002" y="24003"/>
                  </a:moveTo>
                  <a:cubicBezTo>
                    <a:pt x="18669" y="24003"/>
                    <a:pt x="24003" y="18574"/>
                    <a:pt x="24003" y="12002"/>
                  </a:cubicBezTo>
                  <a:cubicBezTo>
                    <a:pt x="24003" y="5429"/>
                    <a:pt x="18669" y="0"/>
                    <a:pt x="12002" y="0"/>
                  </a:cubicBezTo>
                  <a:cubicBezTo>
                    <a:pt x="5334" y="0"/>
                    <a:pt x="0" y="5429"/>
                    <a:pt x="0" y="12002"/>
                  </a:cubicBezTo>
                  <a:cubicBezTo>
                    <a:pt x="0" y="18574"/>
                    <a:pt x="5429" y="24003"/>
                    <a:pt x="12002" y="2400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96" name="Google Shape;4396;p100"/>
            <p:cNvSpPr/>
            <p:nvPr/>
          </p:nvSpPr>
          <p:spPr>
            <a:xfrm>
              <a:off x="4777791" y="1224160"/>
              <a:ext cx="24003" cy="24003"/>
            </a:xfrm>
            <a:custGeom>
              <a:avLst/>
              <a:gdLst/>
              <a:ahLst/>
              <a:cxnLst/>
              <a:rect l="l" t="t" r="r" b="b"/>
              <a:pathLst>
                <a:path w="24003" h="24003" extrusionOk="0">
                  <a:moveTo>
                    <a:pt x="12002" y="24003"/>
                  </a:moveTo>
                  <a:cubicBezTo>
                    <a:pt x="18669" y="24003"/>
                    <a:pt x="24003" y="18574"/>
                    <a:pt x="24003" y="12002"/>
                  </a:cubicBezTo>
                  <a:cubicBezTo>
                    <a:pt x="24003" y="5429"/>
                    <a:pt x="18669" y="0"/>
                    <a:pt x="12002" y="0"/>
                  </a:cubicBezTo>
                  <a:cubicBezTo>
                    <a:pt x="5334" y="0"/>
                    <a:pt x="0" y="5429"/>
                    <a:pt x="0" y="12002"/>
                  </a:cubicBezTo>
                  <a:cubicBezTo>
                    <a:pt x="0" y="18574"/>
                    <a:pt x="5429" y="24003"/>
                    <a:pt x="12002" y="2400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97" name="Google Shape;4397;p100"/>
            <p:cNvSpPr/>
            <p:nvPr/>
          </p:nvSpPr>
          <p:spPr>
            <a:xfrm>
              <a:off x="4825893" y="1224160"/>
              <a:ext cx="24002" cy="24003"/>
            </a:xfrm>
            <a:custGeom>
              <a:avLst/>
              <a:gdLst/>
              <a:ahLst/>
              <a:cxnLst/>
              <a:rect l="l" t="t" r="r" b="b"/>
              <a:pathLst>
                <a:path w="24002" h="24003" extrusionOk="0">
                  <a:moveTo>
                    <a:pt x="12001" y="24003"/>
                  </a:moveTo>
                  <a:cubicBezTo>
                    <a:pt x="18669" y="24003"/>
                    <a:pt x="24003" y="18574"/>
                    <a:pt x="24003" y="12002"/>
                  </a:cubicBezTo>
                  <a:cubicBezTo>
                    <a:pt x="24003" y="5429"/>
                    <a:pt x="18669" y="0"/>
                    <a:pt x="12001" y="0"/>
                  </a:cubicBezTo>
                  <a:cubicBezTo>
                    <a:pt x="5334" y="0"/>
                    <a:pt x="0" y="5429"/>
                    <a:pt x="0" y="12002"/>
                  </a:cubicBezTo>
                  <a:cubicBezTo>
                    <a:pt x="0" y="18574"/>
                    <a:pt x="5429" y="24003"/>
                    <a:pt x="12001" y="2400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398" name="Google Shape;4398;p100"/>
            <p:cNvSpPr/>
            <p:nvPr/>
          </p:nvSpPr>
          <p:spPr>
            <a:xfrm>
              <a:off x="4667396" y="1169201"/>
              <a:ext cx="522351" cy="437197"/>
            </a:xfrm>
            <a:custGeom>
              <a:avLst/>
              <a:gdLst/>
              <a:ahLst/>
              <a:cxnLst/>
              <a:rect l="l" t="t" r="r" b="b"/>
              <a:pathLst>
                <a:path w="522351" h="437197" extrusionOk="0">
                  <a:moveTo>
                    <a:pt x="503301" y="0"/>
                  </a:moveTo>
                  <a:lnTo>
                    <a:pt x="19050" y="0"/>
                  </a:lnTo>
                  <a:cubicBezTo>
                    <a:pt x="8573" y="0"/>
                    <a:pt x="0" y="8572"/>
                    <a:pt x="0" y="19050"/>
                  </a:cubicBezTo>
                  <a:lnTo>
                    <a:pt x="0" y="418148"/>
                  </a:lnTo>
                  <a:cubicBezTo>
                    <a:pt x="0" y="428625"/>
                    <a:pt x="8573" y="437198"/>
                    <a:pt x="19050" y="437198"/>
                  </a:cubicBezTo>
                  <a:lnTo>
                    <a:pt x="503301" y="437198"/>
                  </a:lnTo>
                  <a:cubicBezTo>
                    <a:pt x="513779" y="437198"/>
                    <a:pt x="522351" y="428625"/>
                    <a:pt x="522351" y="418148"/>
                  </a:cubicBezTo>
                  <a:lnTo>
                    <a:pt x="522351" y="19050"/>
                  </a:lnTo>
                  <a:cubicBezTo>
                    <a:pt x="522351" y="8572"/>
                    <a:pt x="513779" y="0"/>
                    <a:pt x="503301" y="0"/>
                  </a:cubicBezTo>
                  <a:close/>
                  <a:moveTo>
                    <a:pt x="484251" y="38100"/>
                  </a:moveTo>
                  <a:lnTo>
                    <a:pt x="484251" y="96584"/>
                  </a:lnTo>
                  <a:lnTo>
                    <a:pt x="38100" y="96584"/>
                  </a:lnTo>
                  <a:lnTo>
                    <a:pt x="38100" y="38100"/>
                  </a:lnTo>
                  <a:lnTo>
                    <a:pt x="484251" y="38100"/>
                  </a:lnTo>
                  <a:close/>
                  <a:moveTo>
                    <a:pt x="38100" y="399098"/>
                  </a:moveTo>
                  <a:lnTo>
                    <a:pt x="38100" y="120396"/>
                  </a:lnTo>
                  <a:lnTo>
                    <a:pt x="484251" y="120396"/>
                  </a:lnTo>
                  <a:lnTo>
                    <a:pt x="484251" y="399098"/>
                  </a:lnTo>
                  <a:lnTo>
                    <a:pt x="38100" y="39909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399" name="Google Shape;4399;p100"/>
          <p:cNvGrpSpPr/>
          <p:nvPr/>
        </p:nvGrpSpPr>
        <p:grpSpPr>
          <a:xfrm>
            <a:off x="2037974" y="1016296"/>
            <a:ext cx="293715" cy="283428"/>
            <a:chOff x="4236682" y="4210195"/>
            <a:chExt cx="522160" cy="503872"/>
          </a:xfrm>
        </p:grpSpPr>
        <p:sp>
          <p:nvSpPr>
            <p:cNvPr id="4400" name="Google Shape;4400;p100"/>
            <p:cNvSpPr/>
            <p:nvPr/>
          </p:nvSpPr>
          <p:spPr>
            <a:xfrm>
              <a:off x="4236682" y="4210195"/>
              <a:ext cx="522160" cy="503872"/>
            </a:xfrm>
            <a:custGeom>
              <a:avLst/>
              <a:gdLst/>
              <a:ahLst/>
              <a:cxnLst/>
              <a:rect l="l" t="t" r="r" b="b"/>
              <a:pathLst>
                <a:path w="522160" h="503872" extrusionOk="0">
                  <a:moveTo>
                    <a:pt x="503111" y="0"/>
                  </a:moveTo>
                  <a:lnTo>
                    <a:pt x="19050" y="0"/>
                  </a:lnTo>
                  <a:cubicBezTo>
                    <a:pt x="8573" y="0"/>
                    <a:pt x="0" y="8572"/>
                    <a:pt x="0" y="19050"/>
                  </a:cubicBezTo>
                  <a:lnTo>
                    <a:pt x="0" y="484823"/>
                  </a:lnTo>
                  <a:cubicBezTo>
                    <a:pt x="0" y="495300"/>
                    <a:pt x="8573" y="503873"/>
                    <a:pt x="19050" y="503873"/>
                  </a:cubicBezTo>
                  <a:lnTo>
                    <a:pt x="503111" y="503873"/>
                  </a:lnTo>
                  <a:cubicBezTo>
                    <a:pt x="513588" y="503873"/>
                    <a:pt x="522161" y="495300"/>
                    <a:pt x="522161" y="484823"/>
                  </a:cubicBezTo>
                  <a:lnTo>
                    <a:pt x="522161" y="19050"/>
                  </a:lnTo>
                  <a:cubicBezTo>
                    <a:pt x="522161" y="8572"/>
                    <a:pt x="513588" y="0"/>
                    <a:pt x="503111" y="0"/>
                  </a:cubicBezTo>
                  <a:close/>
                  <a:moveTo>
                    <a:pt x="484061" y="38100"/>
                  </a:moveTo>
                  <a:lnTo>
                    <a:pt x="484061" y="373380"/>
                  </a:lnTo>
                  <a:lnTo>
                    <a:pt x="38100" y="373380"/>
                  </a:lnTo>
                  <a:lnTo>
                    <a:pt x="38100" y="38100"/>
                  </a:lnTo>
                  <a:lnTo>
                    <a:pt x="484061" y="38100"/>
                  </a:lnTo>
                  <a:close/>
                  <a:moveTo>
                    <a:pt x="38100" y="465773"/>
                  </a:moveTo>
                  <a:lnTo>
                    <a:pt x="38100" y="397193"/>
                  </a:lnTo>
                  <a:lnTo>
                    <a:pt x="484061" y="397193"/>
                  </a:lnTo>
                  <a:lnTo>
                    <a:pt x="484061" y="465773"/>
                  </a:lnTo>
                  <a:lnTo>
                    <a:pt x="38100" y="46577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01" name="Google Shape;4401;p100"/>
            <p:cNvSpPr/>
            <p:nvPr/>
          </p:nvSpPr>
          <p:spPr>
            <a:xfrm>
              <a:off x="4415466" y="4318886"/>
              <a:ext cx="188597" cy="210873"/>
            </a:xfrm>
            <a:custGeom>
              <a:avLst/>
              <a:gdLst/>
              <a:ahLst/>
              <a:cxnLst/>
              <a:rect l="l" t="t" r="r" b="b"/>
              <a:pathLst>
                <a:path w="188597" h="210873" extrusionOk="0">
                  <a:moveTo>
                    <a:pt x="6001" y="209254"/>
                  </a:moveTo>
                  <a:cubicBezTo>
                    <a:pt x="7810" y="210302"/>
                    <a:pt x="9906" y="210873"/>
                    <a:pt x="11906" y="210873"/>
                  </a:cubicBezTo>
                  <a:cubicBezTo>
                    <a:pt x="13906" y="210873"/>
                    <a:pt x="16002" y="210302"/>
                    <a:pt x="17907" y="209254"/>
                  </a:cubicBezTo>
                  <a:lnTo>
                    <a:pt x="182689" y="113718"/>
                  </a:lnTo>
                  <a:cubicBezTo>
                    <a:pt x="186404" y="111528"/>
                    <a:pt x="188690" y="107622"/>
                    <a:pt x="188595" y="103336"/>
                  </a:cubicBezTo>
                  <a:cubicBezTo>
                    <a:pt x="188595" y="99050"/>
                    <a:pt x="186214" y="95145"/>
                    <a:pt x="182499" y="93049"/>
                  </a:cubicBezTo>
                  <a:lnTo>
                    <a:pt x="17716" y="1514"/>
                  </a:lnTo>
                  <a:cubicBezTo>
                    <a:pt x="14002" y="-582"/>
                    <a:pt x="9525" y="-486"/>
                    <a:pt x="5905" y="1704"/>
                  </a:cubicBezTo>
                  <a:cubicBezTo>
                    <a:pt x="2286" y="3800"/>
                    <a:pt x="0" y="7705"/>
                    <a:pt x="0" y="11991"/>
                  </a:cubicBezTo>
                  <a:lnTo>
                    <a:pt x="0" y="199062"/>
                  </a:lnTo>
                  <a:cubicBezTo>
                    <a:pt x="0" y="203349"/>
                    <a:pt x="2286" y="207254"/>
                    <a:pt x="6001" y="209349"/>
                  </a:cubicBezTo>
                  <a:close/>
                  <a:moveTo>
                    <a:pt x="23813" y="32089"/>
                  </a:moveTo>
                  <a:lnTo>
                    <a:pt x="152590" y="103622"/>
                  </a:lnTo>
                  <a:lnTo>
                    <a:pt x="23813" y="178298"/>
                  </a:lnTo>
                  <a:lnTo>
                    <a:pt x="23813" y="3208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402" name="Google Shape;4402;p100"/>
          <p:cNvGrpSpPr/>
          <p:nvPr/>
        </p:nvGrpSpPr>
        <p:grpSpPr>
          <a:xfrm>
            <a:off x="5223353" y="1766518"/>
            <a:ext cx="257604" cy="295054"/>
            <a:chOff x="3052387" y="6034607"/>
            <a:chExt cx="457962" cy="524541"/>
          </a:xfrm>
        </p:grpSpPr>
        <p:sp>
          <p:nvSpPr>
            <p:cNvPr id="4403" name="Google Shape;4403;p100"/>
            <p:cNvSpPr/>
            <p:nvPr/>
          </p:nvSpPr>
          <p:spPr>
            <a:xfrm>
              <a:off x="3314434" y="6404623"/>
              <a:ext cx="195915" cy="154525"/>
            </a:xfrm>
            <a:custGeom>
              <a:avLst/>
              <a:gdLst/>
              <a:ahLst/>
              <a:cxnLst/>
              <a:rect l="l" t="t" r="r" b="b"/>
              <a:pathLst>
                <a:path w="195915" h="154525" extrusionOk="0">
                  <a:moveTo>
                    <a:pt x="192487" y="8888"/>
                  </a:moveTo>
                  <a:cubicBezTo>
                    <a:pt x="190867" y="2506"/>
                    <a:pt x="184295" y="-1304"/>
                    <a:pt x="177913" y="411"/>
                  </a:cubicBezTo>
                  <a:cubicBezTo>
                    <a:pt x="171532" y="2030"/>
                    <a:pt x="167722" y="8602"/>
                    <a:pt x="169436" y="14984"/>
                  </a:cubicBezTo>
                  <a:cubicBezTo>
                    <a:pt x="171341" y="22128"/>
                    <a:pt x="172198" y="29462"/>
                    <a:pt x="172198" y="36892"/>
                  </a:cubicBezTo>
                  <a:cubicBezTo>
                    <a:pt x="172198" y="84517"/>
                    <a:pt x="133527" y="123188"/>
                    <a:pt x="85902" y="123188"/>
                  </a:cubicBezTo>
                  <a:cubicBezTo>
                    <a:pt x="69423" y="123188"/>
                    <a:pt x="53707" y="118521"/>
                    <a:pt x="40087" y="109948"/>
                  </a:cubicBezTo>
                  <a:lnTo>
                    <a:pt x="57803" y="104805"/>
                  </a:lnTo>
                  <a:cubicBezTo>
                    <a:pt x="64090" y="102995"/>
                    <a:pt x="67804" y="96423"/>
                    <a:pt x="65899" y="90041"/>
                  </a:cubicBezTo>
                  <a:cubicBezTo>
                    <a:pt x="64090" y="83755"/>
                    <a:pt x="57517" y="80135"/>
                    <a:pt x="51136" y="81945"/>
                  </a:cubicBezTo>
                  <a:lnTo>
                    <a:pt x="13226" y="92899"/>
                  </a:lnTo>
                  <a:cubicBezTo>
                    <a:pt x="8654" y="94232"/>
                    <a:pt x="5320" y="98137"/>
                    <a:pt x="4749" y="102900"/>
                  </a:cubicBezTo>
                  <a:lnTo>
                    <a:pt x="82" y="141286"/>
                  </a:lnTo>
                  <a:cubicBezTo>
                    <a:pt x="-680" y="147858"/>
                    <a:pt x="3987" y="153763"/>
                    <a:pt x="10464" y="154525"/>
                  </a:cubicBezTo>
                  <a:cubicBezTo>
                    <a:pt x="10940" y="154525"/>
                    <a:pt x="11416" y="154525"/>
                    <a:pt x="11893" y="154525"/>
                  </a:cubicBezTo>
                  <a:cubicBezTo>
                    <a:pt x="17798" y="154525"/>
                    <a:pt x="22942" y="150049"/>
                    <a:pt x="23704" y="144048"/>
                  </a:cubicBezTo>
                  <a:lnTo>
                    <a:pt x="25513" y="128903"/>
                  </a:lnTo>
                  <a:cubicBezTo>
                    <a:pt x="43325" y="140619"/>
                    <a:pt x="64090" y="146905"/>
                    <a:pt x="85807" y="146905"/>
                  </a:cubicBezTo>
                  <a:cubicBezTo>
                    <a:pt x="146481" y="146905"/>
                    <a:pt x="195916" y="97471"/>
                    <a:pt x="195916" y="36796"/>
                  </a:cubicBezTo>
                  <a:cubicBezTo>
                    <a:pt x="195916" y="27367"/>
                    <a:pt x="194677" y="17937"/>
                    <a:pt x="192296" y="88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04" name="Google Shape;4404;p100"/>
            <p:cNvSpPr/>
            <p:nvPr/>
          </p:nvSpPr>
          <p:spPr>
            <a:xfrm>
              <a:off x="3288988" y="6324085"/>
              <a:ext cx="195915" cy="153433"/>
            </a:xfrm>
            <a:custGeom>
              <a:avLst/>
              <a:gdLst/>
              <a:ahLst/>
              <a:cxnLst/>
              <a:rect l="l" t="t" r="r" b="b"/>
              <a:pathLst>
                <a:path w="195915" h="153433" extrusionOk="0">
                  <a:moveTo>
                    <a:pt x="26289" y="138765"/>
                  </a:moveTo>
                  <a:cubicBezTo>
                    <a:pt x="24575" y="131908"/>
                    <a:pt x="23717" y="124859"/>
                    <a:pt x="23717" y="117811"/>
                  </a:cubicBezTo>
                  <a:cubicBezTo>
                    <a:pt x="23717" y="70186"/>
                    <a:pt x="62389" y="31514"/>
                    <a:pt x="110014" y="31514"/>
                  </a:cubicBezTo>
                  <a:cubicBezTo>
                    <a:pt x="126492" y="31514"/>
                    <a:pt x="142208" y="36181"/>
                    <a:pt x="155829" y="44754"/>
                  </a:cubicBezTo>
                  <a:lnTo>
                    <a:pt x="138113" y="49802"/>
                  </a:lnTo>
                  <a:cubicBezTo>
                    <a:pt x="131826" y="51612"/>
                    <a:pt x="128111" y="58184"/>
                    <a:pt x="129921" y="64566"/>
                  </a:cubicBezTo>
                  <a:cubicBezTo>
                    <a:pt x="131445" y="69805"/>
                    <a:pt x="136208" y="73138"/>
                    <a:pt x="141351" y="73138"/>
                  </a:cubicBezTo>
                  <a:cubicBezTo>
                    <a:pt x="142494" y="73138"/>
                    <a:pt x="143542" y="72948"/>
                    <a:pt x="144685" y="72662"/>
                  </a:cubicBezTo>
                  <a:lnTo>
                    <a:pt x="182594" y="61708"/>
                  </a:lnTo>
                  <a:cubicBezTo>
                    <a:pt x="187166" y="60375"/>
                    <a:pt x="190500" y="56469"/>
                    <a:pt x="191167" y="51707"/>
                  </a:cubicBezTo>
                  <a:lnTo>
                    <a:pt x="195834" y="13321"/>
                  </a:lnTo>
                  <a:cubicBezTo>
                    <a:pt x="196596" y="6749"/>
                    <a:pt x="191929" y="843"/>
                    <a:pt x="185452" y="82"/>
                  </a:cubicBezTo>
                  <a:cubicBezTo>
                    <a:pt x="179070" y="-681"/>
                    <a:pt x="172974" y="3987"/>
                    <a:pt x="172212" y="10464"/>
                  </a:cubicBezTo>
                  <a:lnTo>
                    <a:pt x="170402" y="25609"/>
                  </a:lnTo>
                  <a:cubicBezTo>
                    <a:pt x="152591" y="13893"/>
                    <a:pt x="131826" y="7606"/>
                    <a:pt x="110109" y="7606"/>
                  </a:cubicBezTo>
                  <a:cubicBezTo>
                    <a:pt x="49435" y="7606"/>
                    <a:pt x="0" y="57041"/>
                    <a:pt x="0" y="117715"/>
                  </a:cubicBezTo>
                  <a:cubicBezTo>
                    <a:pt x="0" y="126764"/>
                    <a:pt x="1143" y="135717"/>
                    <a:pt x="3239" y="144385"/>
                  </a:cubicBezTo>
                  <a:cubicBezTo>
                    <a:pt x="4572" y="149814"/>
                    <a:pt x="9430" y="153434"/>
                    <a:pt x="14764" y="153434"/>
                  </a:cubicBezTo>
                  <a:cubicBezTo>
                    <a:pt x="15716" y="153434"/>
                    <a:pt x="16669" y="153339"/>
                    <a:pt x="17621" y="153053"/>
                  </a:cubicBezTo>
                  <a:cubicBezTo>
                    <a:pt x="24003" y="151434"/>
                    <a:pt x="27908" y="145052"/>
                    <a:pt x="26289" y="13867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05" name="Google Shape;4405;p100"/>
            <p:cNvSpPr/>
            <p:nvPr/>
          </p:nvSpPr>
          <p:spPr>
            <a:xfrm>
              <a:off x="3052387" y="6034607"/>
              <a:ext cx="414432" cy="476440"/>
            </a:xfrm>
            <a:custGeom>
              <a:avLst/>
              <a:gdLst/>
              <a:ahLst/>
              <a:cxnLst/>
              <a:rect l="l" t="t" r="r" b="b"/>
              <a:pathLst>
                <a:path w="414432" h="476440" extrusionOk="0">
                  <a:moveTo>
                    <a:pt x="190691" y="438341"/>
                  </a:moveTo>
                  <a:cubicBezTo>
                    <a:pt x="89059" y="434912"/>
                    <a:pt x="38100" y="402622"/>
                    <a:pt x="38100" y="385477"/>
                  </a:cubicBezTo>
                  <a:lnTo>
                    <a:pt x="38100" y="341948"/>
                  </a:lnTo>
                  <a:cubicBezTo>
                    <a:pt x="73819" y="363569"/>
                    <a:pt x="129540" y="375571"/>
                    <a:pt x="182785" y="378047"/>
                  </a:cubicBezTo>
                  <a:cubicBezTo>
                    <a:pt x="183071" y="378047"/>
                    <a:pt x="183356" y="378047"/>
                    <a:pt x="183642" y="378047"/>
                  </a:cubicBezTo>
                  <a:cubicBezTo>
                    <a:pt x="193739" y="378047"/>
                    <a:pt x="202216" y="370142"/>
                    <a:pt x="202692" y="359854"/>
                  </a:cubicBezTo>
                  <a:cubicBezTo>
                    <a:pt x="203168" y="349377"/>
                    <a:pt x="195072" y="340424"/>
                    <a:pt x="184499" y="339947"/>
                  </a:cubicBezTo>
                  <a:cubicBezTo>
                    <a:pt x="93726" y="335756"/>
                    <a:pt x="38005" y="306515"/>
                    <a:pt x="38005" y="287369"/>
                  </a:cubicBezTo>
                  <a:lnTo>
                    <a:pt x="38005" y="244507"/>
                  </a:lnTo>
                  <a:cubicBezTo>
                    <a:pt x="77534" y="268510"/>
                    <a:pt x="142589" y="280797"/>
                    <a:pt x="207169" y="280797"/>
                  </a:cubicBezTo>
                  <a:cubicBezTo>
                    <a:pt x="271748" y="280797"/>
                    <a:pt x="336804" y="268510"/>
                    <a:pt x="376333" y="244507"/>
                  </a:cubicBezTo>
                  <a:lnTo>
                    <a:pt x="376333" y="248126"/>
                  </a:lnTo>
                  <a:cubicBezTo>
                    <a:pt x="376333" y="258604"/>
                    <a:pt x="384905" y="267176"/>
                    <a:pt x="395383" y="267176"/>
                  </a:cubicBezTo>
                  <a:cubicBezTo>
                    <a:pt x="405860" y="267176"/>
                    <a:pt x="414433" y="258604"/>
                    <a:pt x="414433" y="248126"/>
                  </a:cubicBezTo>
                  <a:lnTo>
                    <a:pt x="414433" y="189643"/>
                  </a:lnTo>
                  <a:cubicBezTo>
                    <a:pt x="414433" y="189643"/>
                    <a:pt x="414433" y="189547"/>
                    <a:pt x="414433" y="189452"/>
                  </a:cubicBezTo>
                  <a:cubicBezTo>
                    <a:pt x="414433" y="189452"/>
                    <a:pt x="414433" y="189452"/>
                    <a:pt x="414433" y="189452"/>
                  </a:cubicBezTo>
                  <a:lnTo>
                    <a:pt x="414433" y="91535"/>
                  </a:lnTo>
                  <a:cubicBezTo>
                    <a:pt x="414433" y="91535"/>
                    <a:pt x="414433" y="91440"/>
                    <a:pt x="414433" y="91345"/>
                  </a:cubicBezTo>
                  <a:cubicBezTo>
                    <a:pt x="414433" y="31432"/>
                    <a:pt x="310134" y="0"/>
                    <a:pt x="207169" y="0"/>
                  </a:cubicBezTo>
                  <a:cubicBezTo>
                    <a:pt x="104203" y="0"/>
                    <a:pt x="476" y="31242"/>
                    <a:pt x="0" y="90964"/>
                  </a:cubicBezTo>
                  <a:cubicBezTo>
                    <a:pt x="0" y="91059"/>
                    <a:pt x="0" y="91249"/>
                    <a:pt x="0" y="91345"/>
                  </a:cubicBezTo>
                  <a:lnTo>
                    <a:pt x="0" y="385477"/>
                  </a:lnTo>
                  <a:cubicBezTo>
                    <a:pt x="0" y="443579"/>
                    <a:pt x="98203" y="473393"/>
                    <a:pt x="190214" y="476441"/>
                  </a:cubicBezTo>
                  <a:cubicBezTo>
                    <a:pt x="200597" y="476441"/>
                    <a:pt x="208979" y="468059"/>
                    <a:pt x="209169" y="457676"/>
                  </a:cubicBezTo>
                  <a:cubicBezTo>
                    <a:pt x="209360" y="447294"/>
                    <a:pt x="201073" y="438626"/>
                    <a:pt x="190691" y="438341"/>
                  </a:cubicBezTo>
                  <a:close/>
                  <a:moveTo>
                    <a:pt x="207264" y="242697"/>
                  </a:moveTo>
                  <a:cubicBezTo>
                    <a:pt x="105537" y="242697"/>
                    <a:pt x="38100" y="210693"/>
                    <a:pt x="38100" y="189452"/>
                  </a:cubicBezTo>
                  <a:cubicBezTo>
                    <a:pt x="38100" y="189452"/>
                    <a:pt x="38100" y="189357"/>
                    <a:pt x="38100" y="189262"/>
                  </a:cubicBezTo>
                  <a:lnTo>
                    <a:pt x="38100" y="146304"/>
                  </a:lnTo>
                  <a:cubicBezTo>
                    <a:pt x="77629" y="170307"/>
                    <a:pt x="142685" y="182594"/>
                    <a:pt x="207264" y="182594"/>
                  </a:cubicBezTo>
                  <a:cubicBezTo>
                    <a:pt x="271844" y="182594"/>
                    <a:pt x="336899" y="170307"/>
                    <a:pt x="376428" y="146304"/>
                  </a:cubicBezTo>
                  <a:lnTo>
                    <a:pt x="376428" y="189452"/>
                  </a:lnTo>
                  <a:cubicBezTo>
                    <a:pt x="376333" y="210598"/>
                    <a:pt x="308896" y="242602"/>
                    <a:pt x="207264" y="242602"/>
                  </a:cubicBezTo>
                  <a:close/>
                  <a:moveTo>
                    <a:pt x="207264" y="38100"/>
                  </a:moveTo>
                  <a:cubicBezTo>
                    <a:pt x="308896" y="38100"/>
                    <a:pt x="376333" y="70104"/>
                    <a:pt x="376428" y="91249"/>
                  </a:cubicBezTo>
                  <a:cubicBezTo>
                    <a:pt x="376428" y="91249"/>
                    <a:pt x="376428" y="91249"/>
                    <a:pt x="376428" y="91249"/>
                  </a:cubicBezTo>
                  <a:lnTo>
                    <a:pt x="376428" y="91249"/>
                  </a:lnTo>
                  <a:cubicBezTo>
                    <a:pt x="376333" y="112490"/>
                    <a:pt x="308896" y="144494"/>
                    <a:pt x="207264" y="144494"/>
                  </a:cubicBezTo>
                  <a:cubicBezTo>
                    <a:pt x="105632" y="144494"/>
                    <a:pt x="38100" y="112490"/>
                    <a:pt x="38100" y="91249"/>
                  </a:cubicBezTo>
                  <a:cubicBezTo>
                    <a:pt x="38100" y="70009"/>
                    <a:pt x="105537" y="38005"/>
                    <a:pt x="207264" y="3800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406" name="Google Shape;4406;p100"/>
          <p:cNvSpPr/>
          <p:nvPr/>
        </p:nvSpPr>
        <p:spPr>
          <a:xfrm>
            <a:off x="7599866" y="1763993"/>
            <a:ext cx="260603" cy="300038"/>
          </a:xfrm>
          <a:custGeom>
            <a:avLst/>
            <a:gdLst/>
            <a:ahLst/>
            <a:cxnLst/>
            <a:rect l="l" t="t" r="r" b="b"/>
            <a:pathLst>
              <a:path w="463295" h="533400" extrusionOk="0">
                <a:moveTo>
                  <a:pt x="0" y="431864"/>
                </a:moveTo>
                <a:cubicBezTo>
                  <a:pt x="0" y="498539"/>
                  <a:pt x="116681" y="533400"/>
                  <a:pt x="231648" y="533400"/>
                </a:cubicBezTo>
                <a:cubicBezTo>
                  <a:pt x="346615" y="533400"/>
                  <a:pt x="463296" y="498539"/>
                  <a:pt x="463296" y="431864"/>
                </a:cubicBezTo>
                <a:lnTo>
                  <a:pt x="463296" y="101537"/>
                </a:lnTo>
                <a:cubicBezTo>
                  <a:pt x="463296" y="34862"/>
                  <a:pt x="346615" y="0"/>
                  <a:pt x="231648" y="0"/>
                </a:cubicBezTo>
                <a:cubicBezTo>
                  <a:pt x="116681" y="0"/>
                  <a:pt x="0" y="34862"/>
                  <a:pt x="0" y="101537"/>
                </a:cubicBezTo>
                <a:lnTo>
                  <a:pt x="0" y="431864"/>
                </a:lnTo>
                <a:close/>
                <a:moveTo>
                  <a:pt x="231648" y="40672"/>
                </a:moveTo>
                <a:cubicBezTo>
                  <a:pt x="348329" y="40672"/>
                  <a:pt x="423291" y="76676"/>
                  <a:pt x="423291" y="101537"/>
                </a:cubicBezTo>
                <a:cubicBezTo>
                  <a:pt x="423291" y="126397"/>
                  <a:pt x="348329" y="162401"/>
                  <a:pt x="231648" y="162401"/>
                </a:cubicBezTo>
                <a:cubicBezTo>
                  <a:pt x="114967" y="162401"/>
                  <a:pt x="40005" y="126397"/>
                  <a:pt x="40005" y="101537"/>
                </a:cubicBezTo>
                <a:cubicBezTo>
                  <a:pt x="40005" y="76676"/>
                  <a:pt x="115062" y="40672"/>
                  <a:pt x="231648" y="40672"/>
                </a:cubicBezTo>
                <a:close/>
                <a:moveTo>
                  <a:pt x="65056" y="233458"/>
                </a:moveTo>
                <a:cubicBezTo>
                  <a:pt x="73152" y="233458"/>
                  <a:pt x="79629" y="240030"/>
                  <a:pt x="79629" y="248031"/>
                </a:cubicBezTo>
                <a:lnTo>
                  <a:pt x="79629" y="411290"/>
                </a:lnTo>
                <a:cubicBezTo>
                  <a:pt x="79629" y="419386"/>
                  <a:pt x="73057" y="425863"/>
                  <a:pt x="65056" y="425863"/>
                </a:cubicBezTo>
                <a:cubicBezTo>
                  <a:pt x="57055" y="425863"/>
                  <a:pt x="50482" y="419291"/>
                  <a:pt x="50482" y="411290"/>
                </a:cubicBezTo>
                <a:lnTo>
                  <a:pt x="50482" y="248031"/>
                </a:lnTo>
                <a:cubicBezTo>
                  <a:pt x="50482" y="239935"/>
                  <a:pt x="57055" y="233458"/>
                  <a:pt x="65056" y="233458"/>
                </a:cubicBezTo>
                <a:close/>
                <a:moveTo>
                  <a:pt x="126206" y="211169"/>
                </a:moveTo>
                <a:cubicBezTo>
                  <a:pt x="126206" y="203073"/>
                  <a:pt x="119634" y="196596"/>
                  <a:pt x="111633" y="196596"/>
                </a:cubicBezTo>
                <a:cubicBezTo>
                  <a:pt x="103632" y="196596"/>
                  <a:pt x="97060" y="203168"/>
                  <a:pt x="97060" y="211169"/>
                </a:cubicBezTo>
                <a:lnTo>
                  <a:pt x="97060" y="448723"/>
                </a:lnTo>
                <a:cubicBezTo>
                  <a:pt x="97060" y="456819"/>
                  <a:pt x="103632" y="463296"/>
                  <a:pt x="111633" y="463296"/>
                </a:cubicBezTo>
                <a:cubicBezTo>
                  <a:pt x="119634" y="463296"/>
                  <a:pt x="126206" y="456724"/>
                  <a:pt x="126206" y="448723"/>
                </a:cubicBezTo>
                <a:lnTo>
                  <a:pt x="126206" y="211169"/>
                </a:lnTo>
                <a:close/>
                <a:moveTo>
                  <a:pt x="158877" y="234125"/>
                </a:moveTo>
                <a:cubicBezTo>
                  <a:pt x="166973" y="234125"/>
                  <a:pt x="173450" y="240697"/>
                  <a:pt x="173450" y="248698"/>
                </a:cubicBezTo>
                <a:lnTo>
                  <a:pt x="173450" y="412623"/>
                </a:lnTo>
                <a:cubicBezTo>
                  <a:pt x="173450" y="420719"/>
                  <a:pt x="166878" y="427196"/>
                  <a:pt x="158877" y="427196"/>
                </a:cubicBezTo>
                <a:cubicBezTo>
                  <a:pt x="150876" y="427196"/>
                  <a:pt x="144304" y="420624"/>
                  <a:pt x="144304" y="412623"/>
                </a:cubicBezTo>
                <a:lnTo>
                  <a:pt x="144304" y="248698"/>
                </a:lnTo>
                <a:cubicBezTo>
                  <a:pt x="144304" y="240602"/>
                  <a:pt x="150876" y="234125"/>
                  <a:pt x="158877" y="234125"/>
                </a:cubicBezTo>
                <a:close/>
                <a:moveTo>
                  <a:pt x="220694" y="286226"/>
                </a:moveTo>
                <a:cubicBezTo>
                  <a:pt x="220694" y="278130"/>
                  <a:pt x="214122" y="271653"/>
                  <a:pt x="206121" y="271653"/>
                </a:cubicBezTo>
                <a:cubicBezTo>
                  <a:pt x="198120" y="271653"/>
                  <a:pt x="191548" y="278225"/>
                  <a:pt x="191548" y="286226"/>
                </a:cubicBezTo>
                <a:lnTo>
                  <a:pt x="191548" y="375190"/>
                </a:lnTo>
                <a:cubicBezTo>
                  <a:pt x="191548" y="383286"/>
                  <a:pt x="198120" y="389763"/>
                  <a:pt x="206121" y="389763"/>
                </a:cubicBezTo>
                <a:cubicBezTo>
                  <a:pt x="214122" y="389763"/>
                  <a:pt x="220694" y="383191"/>
                  <a:pt x="220694" y="375190"/>
                </a:cubicBezTo>
                <a:lnTo>
                  <a:pt x="220694" y="286226"/>
                </a:lnTo>
                <a:close/>
                <a:moveTo>
                  <a:pt x="253365" y="256318"/>
                </a:moveTo>
                <a:cubicBezTo>
                  <a:pt x="261461" y="256318"/>
                  <a:pt x="267938" y="262890"/>
                  <a:pt x="267938" y="270891"/>
                </a:cubicBezTo>
                <a:lnTo>
                  <a:pt x="267938" y="390335"/>
                </a:lnTo>
                <a:cubicBezTo>
                  <a:pt x="267938" y="398431"/>
                  <a:pt x="261366" y="404908"/>
                  <a:pt x="253365" y="404908"/>
                </a:cubicBezTo>
                <a:cubicBezTo>
                  <a:pt x="245364" y="404908"/>
                  <a:pt x="238792" y="398336"/>
                  <a:pt x="238792" y="390335"/>
                </a:cubicBezTo>
                <a:lnTo>
                  <a:pt x="238792" y="270891"/>
                </a:lnTo>
                <a:cubicBezTo>
                  <a:pt x="238792" y="262795"/>
                  <a:pt x="245364" y="256318"/>
                  <a:pt x="253365" y="256318"/>
                </a:cubicBezTo>
                <a:close/>
                <a:moveTo>
                  <a:pt x="313754" y="248698"/>
                </a:moveTo>
                <a:cubicBezTo>
                  <a:pt x="313754" y="240602"/>
                  <a:pt x="307181" y="234125"/>
                  <a:pt x="299180" y="234125"/>
                </a:cubicBezTo>
                <a:cubicBezTo>
                  <a:pt x="291179" y="234125"/>
                  <a:pt x="284607" y="240697"/>
                  <a:pt x="284607" y="248698"/>
                </a:cubicBezTo>
                <a:lnTo>
                  <a:pt x="284607" y="412623"/>
                </a:lnTo>
                <a:cubicBezTo>
                  <a:pt x="284607" y="420719"/>
                  <a:pt x="291179" y="427196"/>
                  <a:pt x="299180" y="427196"/>
                </a:cubicBezTo>
                <a:cubicBezTo>
                  <a:pt x="307181" y="427196"/>
                  <a:pt x="313754" y="420624"/>
                  <a:pt x="313754" y="412623"/>
                </a:cubicBezTo>
                <a:lnTo>
                  <a:pt x="313754" y="248698"/>
                </a:lnTo>
                <a:close/>
                <a:moveTo>
                  <a:pt x="346424" y="196596"/>
                </a:moveTo>
                <a:cubicBezTo>
                  <a:pt x="354521" y="196596"/>
                  <a:pt x="360998" y="203168"/>
                  <a:pt x="360998" y="211169"/>
                </a:cubicBezTo>
                <a:lnTo>
                  <a:pt x="360998" y="450151"/>
                </a:lnTo>
                <a:cubicBezTo>
                  <a:pt x="360998" y="458248"/>
                  <a:pt x="354425" y="464725"/>
                  <a:pt x="346424" y="464725"/>
                </a:cubicBezTo>
                <a:cubicBezTo>
                  <a:pt x="338423" y="464725"/>
                  <a:pt x="331851" y="458153"/>
                  <a:pt x="331851" y="450151"/>
                </a:cubicBezTo>
                <a:lnTo>
                  <a:pt x="331851" y="211169"/>
                </a:lnTo>
                <a:cubicBezTo>
                  <a:pt x="331851" y="203073"/>
                  <a:pt x="338423" y="196596"/>
                  <a:pt x="346424" y="196596"/>
                </a:cubicBezTo>
                <a:close/>
                <a:moveTo>
                  <a:pt x="408242" y="248698"/>
                </a:moveTo>
                <a:cubicBezTo>
                  <a:pt x="408242" y="240602"/>
                  <a:pt x="401669" y="234125"/>
                  <a:pt x="393668" y="234125"/>
                </a:cubicBezTo>
                <a:cubicBezTo>
                  <a:pt x="385667" y="234125"/>
                  <a:pt x="379095" y="240697"/>
                  <a:pt x="379095" y="248698"/>
                </a:cubicBezTo>
                <a:lnTo>
                  <a:pt x="379095" y="412623"/>
                </a:lnTo>
                <a:cubicBezTo>
                  <a:pt x="379095" y="420719"/>
                  <a:pt x="385667" y="427196"/>
                  <a:pt x="393668" y="427196"/>
                </a:cubicBezTo>
                <a:cubicBezTo>
                  <a:pt x="401669" y="427196"/>
                  <a:pt x="408242" y="420624"/>
                  <a:pt x="408242" y="412623"/>
                </a:cubicBezTo>
                <a:lnTo>
                  <a:pt x="408242" y="24869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07" name="Google Shape;4407;p100"/>
          <p:cNvSpPr/>
          <p:nvPr/>
        </p:nvSpPr>
        <p:spPr>
          <a:xfrm>
            <a:off x="6015450" y="1763992"/>
            <a:ext cx="260711" cy="300038"/>
          </a:xfrm>
          <a:custGeom>
            <a:avLst/>
            <a:gdLst/>
            <a:ahLst/>
            <a:cxnLst/>
            <a:rect l="l" t="t" r="r" b="b"/>
            <a:pathLst>
              <a:path w="463486" h="533400" extrusionOk="0">
                <a:moveTo>
                  <a:pt x="231743" y="0"/>
                </a:moveTo>
                <a:cubicBezTo>
                  <a:pt x="116586" y="0"/>
                  <a:pt x="0" y="34862"/>
                  <a:pt x="0" y="101537"/>
                </a:cubicBezTo>
                <a:lnTo>
                  <a:pt x="0" y="431864"/>
                </a:lnTo>
                <a:cubicBezTo>
                  <a:pt x="0" y="498539"/>
                  <a:pt x="116586" y="533400"/>
                  <a:pt x="231743" y="533400"/>
                </a:cubicBezTo>
                <a:cubicBezTo>
                  <a:pt x="346901" y="533400"/>
                  <a:pt x="463487" y="498539"/>
                  <a:pt x="463487" y="431864"/>
                </a:cubicBezTo>
                <a:lnTo>
                  <a:pt x="463487" y="101537"/>
                </a:lnTo>
                <a:cubicBezTo>
                  <a:pt x="463487" y="34862"/>
                  <a:pt x="346901" y="0"/>
                  <a:pt x="231743" y="0"/>
                </a:cubicBezTo>
                <a:close/>
                <a:moveTo>
                  <a:pt x="75533" y="464439"/>
                </a:moveTo>
                <a:cubicBezTo>
                  <a:pt x="53150" y="453866"/>
                  <a:pt x="40672" y="441960"/>
                  <a:pt x="40672" y="431864"/>
                </a:cubicBezTo>
                <a:lnTo>
                  <a:pt x="40672" y="391763"/>
                </a:lnTo>
                <a:cubicBezTo>
                  <a:pt x="50292" y="398621"/>
                  <a:pt x="61817" y="405003"/>
                  <a:pt x="75533" y="410623"/>
                </a:cubicBezTo>
                <a:lnTo>
                  <a:pt x="75533" y="464439"/>
                </a:lnTo>
                <a:close/>
                <a:moveTo>
                  <a:pt x="75533" y="392811"/>
                </a:moveTo>
                <a:cubicBezTo>
                  <a:pt x="60770" y="386239"/>
                  <a:pt x="49149" y="378905"/>
                  <a:pt x="40672" y="371094"/>
                </a:cubicBezTo>
                <a:lnTo>
                  <a:pt x="40672" y="314801"/>
                </a:lnTo>
                <a:cubicBezTo>
                  <a:pt x="50292" y="321659"/>
                  <a:pt x="61817" y="328041"/>
                  <a:pt x="75533" y="333661"/>
                </a:cubicBezTo>
                <a:lnTo>
                  <a:pt x="75533" y="392811"/>
                </a:lnTo>
                <a:close/>
                <a:moveTo>
                  <a:pt x="75533" y="315849"/>
                </a:moveTo>
                <a:cubicBezTo>
                  <a:pt x="60770" y="309277"/>
                  <a:pt x="49149" y="301943"/>
                  <a:pt x="40672" y="294132"/>
                </a:cubicBezTo>
                <a:lnTo>
                  <a:pt x="40672" y="239363"/>
                </a:lnTo>
                <a:cubicBezTo>
                  <a:pt x="50292" y="246126"/>
                  <a:pt x="61817" y="252413"/>
                  <a:pt x="75533" y="257937"/>
                </a:cubicBezTo>
                <a:lnTo>
                  <a:pt x="75533" y="315849"/>
                </a:lnTo>
                <a:close/>
                <a:moveTo>
                  <a:pt x="75533" y="240316"/>
                </a:moveTo>
                <a:cubicBezTo>
                  <a:pt x="60770" y="233839"/>
                  <a:pt x="49149" y="226505"/>
                  <a:pt x="40672" y="218789"/>
                </a:cubicBezTo>
                <a:lnTo>
                  <a:pt x="40672" y="161354"/>
                </a:lnTo>
                <a:cubicBezTo>
                  <a:pt x="48482" y="166211"/>
                  <a:pt x="57531" y="170593"/>
                  <a:pt x="67056" y="174593"/>
                </a:cubicBezTo>
                <a:cubicBezTo>
                  <a:pt x="69818" y="176022"/>
                  <a:pt x="72485" y="177451"/>
                  <a:pt x="75438" y="178784"/>
                </a:cubicBezTo>
                <a:lnTo>
                  <a:pt x="75438" y="240221"/>
                </a:lnTo>
                <a:close/>
                <a:moveTo>
                  <a:pt x="149638" y="486156"/>
                </a:moveTo>
                <a:cubicBezTo>
                  <a:pt x="127064" y="482346"/>
                  <a:pt x="107537" y="477203"/>
                  <a:pt x="91440" y="471202"/>
                </a:cubicBezTo>
                <a:lnTo>
                  <a:pt x="91440" y="416624"/>
                </a:lnTo>
                <a:cubicBezTo>
                  <a:pt x="110490" y="422910"/>
                  <a:pt x="129921" y="427577"/>
                  <a:pt x="149638" y="430721"/>
                </a:cubicBezTo>
                <a:lnTo>
                  <a:pt x="149638" y="486061"/>
                </a:lnTo>
                <a:close/>
                <a:moveTo>
                  <a:pt x="149638" y="414052"/>
                </a:moveTo>
                <a:cubicBezTo>
                  <a:pt x="129826" y="410909"/>
                  <a:pt x="110395" y="405956"/>
                  <a:pt x="91440" y="399288"/>
                </a:cubicBezTo>
                <a:lnTo>
                  <a:pt x="91440" y="339566"/>
                </a:lnTo>
                <a:cubicBezTo>
                  <a:pt x="110395" y="345853"/>
                  <a:pt x="129921" y="350615"/>
                  <a:pt x="149638" y="353759"/>
                </a:cubicBezTo>
                <a:lnTo>
                  <a:pt x="149638" y="413957"/>
                </a:lnTo>
                <a:close/>
                <a:moveTo>
                  <a:pt x="149638" y="337090"/>
                </a:moveTo>
                <a:cubicBezTo>
                  <a:pt x="129826" y="333851"/>
                  <a:pt x="110395" y="328898"/>
                  <a:pt x="91440" y="322326"/>
                </a:cubicBezTo>
                <a:lnTo>
                  <a:pt x="91440" y="263843"/>
                </a:lnTo>
                <a:cubicBezTo>
                  <a:pt x="110490" y="270034"/>
                  <a:pt x="129921" y="274606"/>
                  <a:pt x="149638" y="277559"/>
                </a:cubicBezTo>
                <a:lnTo>
                  <a:pt x="149638" y="337090"/>
                </a:lnTo>
                <a:close/>
                <a:moveTo>
                  <a:pt x="149638" y="260985"/>
                </a:moveTo>
                <a:cubicBezTo>
                  <a:pt x="129921" y="257842"/>
                  <a:pt x="110395" y="252984"/>
                  <a:pt x="91440" y="246507"/>
                </a:cubicBezTo>
                <a:lnTo>
                  <a:pt x="91440" y="185261"/>
                </a:lnTo>
                <a:cubicBezTo>
                  <a:pt x="110395" y="192024"/>
                  <a:pt x="129826" y="197168"/>
                  <a:pt x="149638" y="200597"/>
                </a:cubicBezTo>
                <a:lnTo>
                  <a:pt x="149638" y="260985"/>
                </a:lnTo>
                <a:close/>
                <a:moveTo>
                  <a:pt x="223742" y="492538"/>
                </a:moveTo>
                <a:cubicBezTo>
                  <a:pt x="202883" y="492252"/>
                  <a:pt x="183356" y="490823"/>
                  <a:pt x="165544" y="488442"/>
                </a:cubicBezTo>
                <a:lnTo>
                  <a:pt x="165544" y="433007"/>
                </a:lnTo>
                <a:cubicBezTo>
                  <a:pt x="184880" y="435483"/>
                  <a:pt x="204311" y="436817"/>
                  <a:pt x="223742" y="437007"/>
                </a:cubicBezTo>
                <a:lnTo>
                  <a:pt x="223742" y="492538"/>
                </a:lnTo>
                <a:close/>
                <a:moveTo>
                  <a:pt x="223742" y="420624"/>
                </a:moveTo>
                <a:cubicBezTo>
                  <a:pt x="204311" y="420434"/>
                  <a:pt x="184880" y="419005"/>
                  <a:pt x="165544" y="416528"/>
                </a:cubicBezTo>
                <a:lnTo>
                  <a:pt x="165544" y="356140"/>
                </a:lnTo>
                <a:cubicBezTo>
                  <a:pt x="184880" y="358521"/>
                  <a:pt x="204311" y="359855"/>
                  <a:pt x="223742" y="360140"/>
                </a:cubicBezTo>
                <a:lnTo>
                  <a:pt x="223742" y="420624"/>
                </a:lnTo>
                <a:close/>
                <a:moveTo>
                  <a:pt x="223742" y="343662"/>
                </a:moveTo>
                <a:cubicBezTo>
                  <a:pt x="204311" y="343472"/>
                  <a:pt x="184880" y="342043"/>
                  <a:pt x="165544" y="339566"/>
                </a:cubicBezTo>
                <a:lnTo>
                  <a:pt x="165544" y="279845"/>
                </a:lnTo>
                <a:cubicBezTo>
                  <a:pt x="184880" y="282226"/>
                  <a:pt x="204311" y="283464"/>
                  <a:pt x="223742" y="283655"/>
                </a:cubicBezTo>
                <a:lnTo>
                  <a:pt x="223742" y="343662"/>
                </a:lnTo>
                <a:close/>
                <a:moveTo>
                  <a:pt x="223742" y="267272"/>
                </a:moveTo>
                <a:cubicBezTo>
                  <a:pt x="204311" y="266986"/>
                  <a:pt x="184880" y="265652"/>
                  <a:pt x="165544" y="263271"/>
                </a:cubicBezTo>
                <a:lnTo>
                  <a:pt x="165544" y="203073"/>
                </a:lnTo>
                <a:cubicBezTo>
                  <a:pt x="184880" y="205740"/>
                  <a:pt x="204311" y="207169"/>
                  <a:pt x="223742" y="207455"/>
                </a:cubicBezTo>
                <a:lnTo>
                  <a:pt x="223742" y="267272"/>
                </a:lnTo>
                <a:close/>
                <a:moveTo>
                  <a:pt x="297942" y="488537"/>
                </a:moveTo>
                <a:cubicBezTo>
                  <a:pt x="280130" y="490919"/>
                  <a:pt x="260604" y="492252"/>
                  <a:pt x="239744" y="492633"/>
                </a:cubicBezTo>
                <a:lnTo>
                  <a:pt x="239744" y="437102"/>
                </a:lnTo>
                <a:cubicBezTo>
                  <a:pt x="259175" y="436912"/>
                  <a:pt x="278606" y="435578"/>
                  <a:pt x="297942" y="433102"/>
                </a:cubicBezTo>
                <a:lnTo>
                  <a:pt x="297942" y="488537"/>
                </a:lnTo>
                <a:close/>
                <a:moveTo>
                  <a:pt x="297942" y="416528"/>
                </a:moveTo>
                <a:cubicBezTo>
                  <a:pt x="278606" y="419005"/>
                  <a:pt x="259175" y="420434"/>
                  <a:pt x="239744" y="420624"/>
                </a:cubicBezTo>
                <a:lnTo>
                  <a:pt x="239744" y="360140"/>
                </a:lnTo>
                <a:cubicBezTo>
                  <a:pt x="259175" y="359855"/>
                  <a:pt x="278606" y="358521"/>
                  <a:pt x="297942" y="356140"/>
                </a:cubicBezTo>
                <a:lnTo>
                  <a:pt x="297942" y="416528"/>
                </a:lnTo>
                <a:close/>
                <a:moveTo>
                  <a:pt x="297942" y="339566"/>
                </a:moveTo>
                <a:cubicBezTo>
                  <a:pt x="278606" y="342043"/>
                  <a:pt x="259175" y="343472"/>
                  <a:pt x="239744" y="343662"/>
                </a:cubicBezTo>
                <a:lnTo>
                  <a:pt x="239744" y="283655"/>
                </a:lnTo>
                <a:cubicBezTo>
                  <a:pt x="259175" y="283464"/>
                  <a:pt x="278606" y="282131"/>
                  <a:pt x="297942" y="279845"/>
                </a:cubicBezTo>
                <a:lnTo>
                  <a:pt x="297942" y="339566"/>
                </a:lnTo>
                <a:close/>
                <a:moveTo>
                  <a:pt x="297942" y="263271"/>
                </a:moveTo>
                <a:cubicBezTo>
                  <a:pt x="278606" y="265652"/>
                  <a:pt x="259175" y="266986"/>
                  <a:pt x="239744" y="267272"/>
                </a:cubicBezTo>
                <a:lnTo>
                  <a:pt x="239744" y="207455"/>
                </a:lnTo>
                <a:cubicBezTo>
                  <a:pt x="259175" y="207169"/>
                  <a:pt x="278606" y="205740"/>
                  <a:pt x="297942" y="203073"/>
                </a:cubicBezTo>
                <a:lnTo>
                  <a:pt x="297942" y="263271"/>
                </a:lnTo>
                <a:close/>
                <a:moveTo>
                  <a:pt x="372047" y="471202"/>
                </a:moveTo>
                <a:cubicBezTo>
                  <a:pt x="355949" y="477107"/>
                  <a:pt x="336423" y="482346"/>
                  <a:pt x="313849" y="486156"/>
                </a:cubicBezTo>
                <a:lnTo>
                  <a:pt x="313849" y="430816"/>
                </a:lnTo>
                <a:cubicBezTo>
                  <a:pt x="333566" y="427673"/>
                  <a:pt x="352997" y="423005"/>
                  <a:pt x="372047" y="416719"/>
                </a:cubicBezTo>
                <a:lnTo>
                  <a:pt x="372047" y="471297"/>
                </a:lnTo>
                <a:close/>
                <a:moveTo>
                  <a:pt x="372047" y="399288"/>
                </a:moveTo>
                <a:cubicBezTo>
                  <a:pt x="353092" y="405956"/>
                  <a:pt x="333661" y="410909"/>
                  <a:pt x="313849" y="414052"/>
                </a:cubicBezTo>
                <a:lnTo>
                  <a:pt x="313849" y="353854"/>
                </a:lnTo>
                <a:cubicBezTo>
                  <a:pt x="333566" y="350711"/>
                  <a:pt x="352997" y="345948"/>
                  <a:pt x="372047" y="339662"/>
                </a:cubicBezTo>
                <a:lnTo>
                  <a:pt x="372047" y="399383"/>
                </a:lnTo>
                <a:close/>
                <a:moveTo>
                  <a:pt x="372047" y="322326"/>
                </a:moveTo>
                <a:cubicBezTo>
                  <a:pt x="353092" y="328994"/>
                  <a:pt x="333661" y="333947"/>
                  <a:pt x="313849" y="337090"/>
                </a:cubicBezTo>
                <a:lnTo>
                  <a:pt x="313849" y="277559"/>
                </a:lnTo>
                <a:cubicBezTo>
                  <a:pt x="333566" y="274606"/>
                  <a:pt x="352997" y="270034"/>
                  <a:pt x="372047" y="263843"/>
                </a:cubicBezTo>
                <a:lnTo>
                  <a:pt x="372047" y="322326"/>
                </a:lnTo>
                <a:close/>
                <a:moveTo>
                  <a:pt x="372047" y="246412"/>
                </a:moveTo>
                <a:cubicBezTo>
                  <a:pt x="353092" y="252984"/>
                  <a:pt x="333661" y="257842"/>
                  <a:pt x="313849" y="260890"/>
                </a:cubicBezTo>
                <a:lnTo>
                  <a:pt x="313849" y="200501"/>
                </a:lnTo>
                <a:cubicBezTo>
                  <a:pt x="333661" y="197072"/>
                  <a:pt x="353092" y="191929"/>
                  <a:pt x="372047" y="185166"/>
                </a:cubicBezTo>
                <a:lnTo>
                  <a:pt x="372047" y="246412"/>
                </a:lnTo>
                <a:close/>
                <a:moveTo>
                  <a:pt x="422815" y="431864"/>
                </a:moveTo>
                <a:cubicBezTo>
                  <a:pt x="422815" y="441960"/>
                  <a:pt x="410337" y="453866"/>
                  <a:pt x="387953" y="464439"/>
                </a:cubicBezTo>
                <a:lnTo>
                  <a:pt x="387953" y="410623"/>
                </a:lnTo>
                <a:cubicBezTo>
                  <a:pt x="401669" y="405003"/>
                  <a:pt x="413195" y="398621"/>
                  <a:pt x="422815" y="391763"/>
                </a:cubicBezTo>
                <a:lnTo>
                  <a:pt x="422815" y="431864"/>
                </a:lnTo>
                <a:close/>
                <a:moveTo>
                  <a:pt x="422815" y="371094"/>
                </a:moveTo>
                <a:cubicBezTo>
                  <a:pt x="414337" y="378905"/>
                  <a:pt x="402717" y="386334"/>
                  <a:pt x="387953" y="392906"/>
                </a:cubicBezTo>
                <a:lnTo>
                  <a:pt x="387953" y="333756"/>
                </a:lnTo>
                <a:cubicBezTo>
                  <a:pt x="401669" y="328136"/>
                  <a:pt x="413195" y="321755"/>
                  <a:pt x="422815" y="314897"/>
                </a:cubicBezTo>
                <a:lnTo>
                  <a:pt x="422815" y="371189"/>
                </a:lnTo>
                <a:close/>
                <a:moveTo>
                  <a:pt x="422815" y="294132"/>
                </a:moveTo>
                <a:cubicBezTo>
                  <a:pt x="414337" y="301943"/>
                  <a:pt x="402717" y="309372"/>
                  <a:pt x="387953" y="315944"/>
                </a:cubicBezTo>
                <a:lnTo>
                  <a:pt x="387953" y="258032"/>
                </a:lnTo>
                <a:cubicBezTo>
                  <a:pt x="401669" y="252508"/>
                  <a:pt x="413195" y="246221"/>
                  <a:pt x="422815" y="239459"/>
                </a:cubicBezTo>
                <a:lnTo>
                  <a:pt x="422815" y="294227"/>
                </a:lnTo>
                <a:close/>
                <a:moveTo>
                  <a:pt x="422815" y="218789"/>
                </a:moveTo>
                <a:cubicBezTo>
                  <a:pt x="414337" y="226505"/>
                  <a:pt x="402717" y="233839"/>
                  <a:pt x="387953" y="240316"/>
                </a:cubicBezTo>
                <a:lnTo>
                  <a:pt x="387953" y="178880"/>
                </a:lnTo>
                <a:cubicBezTo>
                  <a:pt x="390906" y="177546"/>
                  <a:pt x="393573" y="176117"/>
                  <a:pt x="396335" y="174689"/>
                </a:cubicBezTo>
                <a:cubicBezTo>
                  <a:pt x="405860" y="170688"/>
                  <a:pt x="415004" y="166306"/>
                  <a:pt x="422815" y="161449"/>
                </a:cubicBezTo>
                <a:lnTo>
                  <a:pt x="422815" y="218789"/>
                </a:lnTo>
                <a:close/>
                <a:moveTo>
                  <a:pt x="231743" y="162401"/>
                </a:moveTo>
                <a:cubicBezTo>
                  <a:pt x="115157" y="162401"/>
                  <a:pt x="40672" y="126397"/>
                  <a:pt x="40672" y="101537"/>
                </a:cubicBezTo>
                <a:cubicBezTo>
                  <a:pt x="40672" y="76676"/>
                  <a:pt x="115062" y="40672"/>
                  <a:pt x="231743" y="40672"/>
                </a:cubicBezTo>
                <a:cubicBezTo>
                  <a:pt x="348425" y="40672"/>
                  <a:pt x="422815" y="76676"/>
                  <a:pt x="422815" y="101537"/>
                </a:cubicBezTo>
                <a:cubicBezTo>
                  <a:pt x="422815" y="126397"/>
                  <a:pt x="348425" y="162401"/>
                  <a:pt x="231743" y="16240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408" name="Google Shape;4408;p100"/>
          <p:cNvGrpSpPr/>
          <p:nvPr/>
        </p:nvGrpSpPr>
        <p:grpSpPr>
          <a:xfrm>
            <a:off x="6800712" y="1005513"/>
            <a:ext cx="274588" cy="302824"/>
            <a:chOff x="11111399" y="6000318"/>
            <a:chExt cx="488156" cy="538353"/>
          </a:xfrm>
        </p:grpSpPr>
        <p:sp>
          <p:nvSpPr>
            <p:cNvPr id="4409" name="Google Shape;4409;p100"/>
            <p:cNvSpPr/>
            <p:nvPr/>
          </p:nvSpPr>
          <p:spPr>
            <a:xfrm>
              <a:off x="11111399" y="6000318"/>
              <a:ext cx="488156" cy="538353"/>
            </a:xfrm>
            <a:custGeom>
              <a:avLst/>
              <a:gdLst/>
              <a:ahLst/>
              <a:cxnLst/>
              <a:rect l="l" t="t" r="r" b="b"/>
              <a:pathLst>
                <a:path w="488156" h="538353" extrusionOk="0">
                  <a:moveTo>
                    <a:pt x="426053" y="46006"/>
                  </a:moveTo>
                  <a:lnTo>
                    <a:pt x="216027" y="46006"/>
                  </a:lnTo>
                  <a:lnTo>
                    <a:pt x="216027" y="11906"/>
                  </a:lnTo>
                  <a:cubicBezTo>
                    <a:pt x="216027" y="5334"/>
                    <a:pt x="210693" y="0"/>
                    <a:pt x="204121" y="0"/>
                  </a:cubicBezTo>
                  <a:cubicBezTo>
                    <a:pt x="197549" y="0"/>
                    <a:pt x="192215" y="5334"/>
                    <a:pt x="192215" y="11906"/>
                  </a:cubicBezTo>
                  <a:lnTo>
                    <a:pt x="192215" y="39815"/>
                  </a:lnTo>
                  <a:lnTo>
                    <a:pt x="87725" y="39815"/>
                  </a:lnTo>
                  <a:cubicBezTo>
                    <a:pt x="82296" y="39815"/>
                    <a:pt x="77153" y="42291"/>
                    <a:pt x="73819" y="46482"/>
                  </a:cubicBezTo>
                  <a:lnTo>
                    <a:pt x="4001" y="132588"/>
                  </a:lnTo>
                  <a:cubicBezTo>
                    <a:pt x="2953" y="133826"/>
                    <a:pt x="2191" y="135255"/>
                    <a:pt x="1524" y="136779"/>
                  </a:cubicBezTo>
                  <a:cubicBezTo>
                    <a:pt x="1524" y="136779"/>
                    <a:pt x="1524" y="136874"/>
                    <a:pt x="1429" y="136969"/>
                  </a:cubicBezTo>
                  <a:cubicBezTo>
                    <a:pt x="571" y="138970"/>
                    <a:pt x="286" y="141065"/>
                    <a:pt x="190" y="143161"/>
                  </a:cubicBezTo>
                  <a:cubicBezTo>
                    <a:pt x="190" y="143447"/>
                    <a:pt x="0" y="143637"/>
                    <a:pt x="0" y="143923"/>
                  </a:cubicBezTo>
                  <a:lnTo>
                    <a:pt x="0" y="431101"/>
                  </a:lnTo>
                  <a:cubicBezTo>
                    <a:pt x="0" y="452438"/>
                    <a:pt x="0" y="492157"/>
                    <a:pt x="51911" y="492157"/>
                  </a:cubicBezTo>
                  <a:lnTo>
                    <a:pt x="192215" y="492157"/>
                  </a:lnTo>
                  <a:lnTo>
                    <a:pt x="192215" y="526447"/>
                  </a:lnTo>
                  <a:cubicBezTo>
                    <a:pt x="192215" y="533019"/>
                    <a:pt x="197549" y="538353"/>
                    <a:pt x="204121" y="538353"/>
                  </a:cubicBezTo>
                  <a:cubicBezTo>
                    <a:pt x="210693" y="538353"/>
                    <a:pt x="216027" y="533019"/>
                    <a:pt x="216027" y="526447"/>
                  </a:cubicBezTo>
                  <a:lnTo>
                    <a:pt x="216027" y="485966"/>
                  </a:lnTo>
                  <a:lnTo>
                    <a:pt x="362617" y="485966"/>
                  </a:lnTo>
                  <a:cubicBezTo>
                    <a:pt x="369189" y="485966"/>
                    <a:pt x="374523" y="480632"/>
                    <a:pt x="374523" y="474059"/>
                  </a:cubicBezTo>
                  <a:cubicBezTo>
                    <a:pt x="374523" y="467487"/>
                    <a:pt x="369189" y="462153"/>
                    <a:pt x="362617" y="462153"/>
                  </a:cubicBezTo>
                  <a:lnTo>
                    <a:pt x="216027" y="462153"/>
                  </a:lnTo>
                  <a:lnTo>
                    <a:pt x="216027" y="444341"/>
                  </a:lnTo>
                  <a:lnTo>
                    <a:pt x="426053" y="444341"/>
                  </a:lnTo>
                  <a:cubicBezTo>
                    <a:pt x="460343" y="444341"/>
                    <a:pt x="488156" y="416433"/>
                    <a:pt x="488156" y="382238"/>
                  </a:cubicBezTo>
                  <a:lnTo>
                    <a:pt x="488156" y="108109"/>
                  </a:lnTo>
                  <a:cubicBezTo>
                    <a:pt x="488156" y="73819"/>
                    <a:pt x="460248" y="46006"/>
                    <a:pt x="426053" y="46006"/>
                  </a:cubicBezTo>
                  <a:close/>
                  <a:moveTo>
                    <a:pt x="216027" y="125444"/>
                  </a:moveTo>
                  <a:lnTo>
                    <a:pt x="404336" y="125444"/>
                  </a:lnTo>
                  <a:lnTo>
                    <a:pt x="404336" y="365950"/>
                  </a:lnTo>
                  <a:lnTo>
                    <a:pt x="216027" y="365950"/>
                  </a:lnTo>
                  <a:lnTo>
                    <a:pt x="216027" y="125444"/>
                  </a:lnTo>
                  <a:close/>
                  <a:moveTo>
                    <a:pt x="96393" y="75628"/>
                  </a:moveTo>
                  <a:lnTo>
                    <a:pt x="192310" y="75628"/>
                  </a:lnTo>
                  <a:lnTo>
                    <a:pt x="192310" y="125920"/>
                  </a:lnTo>
                  <a:lnTo>
                    <a:pt x="55721" y="125920"/>
                  </a:lnTo>
                  <a:lnTo>
                    <a:pt x="96488" y="75628"/>
                  </a:lnTo>
                  <a:close/>
                  <a:moveTo>
                    <a:pt x="35909" y="161830"/>
                  </a:moveTo>
                  <a:lnTo>
                    <a:pt x="192215" y="161830"/>
                  </a:lnTo>
                  <a:lnTo>
                    <a:pt x="192215" y="242697"/>
                  </a:lnTo>
                  <a:lnTo>
                    <a:pt x="35909" y="242697"/>
                  </a:lnTo>
                  <a:lnTo>
                    <a:pt x="35909" y="161830"/>
                  </a:lnTo>
                  <a:close/>
                  <a:moveTo>
                    <a:pt x="35909" y="265557"/>
                  </a:moveTo>
                  <a:lnTo>
                    <a:pt x="192215" y="265557"/>
                  </a:lnTo>
                  <a:lnTo>
                    <a:pt x="192215" y="352520"/>
                  </a:lnTo>
                  <a:lnTo>
                    <a:pt x="35909" y="352520"/>
                  </a:lnTo>
                  <a:lnTo>
                    <a:pt x="35909" y="265557"/>
                  </a:lnTo>
                  <a:close/>
                  <a:moveTo>
                    <a:pt x="51911" y="456152"/>
                  </a:moveTo>
                  <a:cubicBezTo>
                    <a:pt x="37148" y="456152"/>
                    <a:pt x="35909" y="456152"/>
                    <a:pt x="35909" y="431006"/>
                  </a:cubicBezTo>
                  <a:lnTo>
                    <a:pt x="35909" y="375571"/>
                  </a:lnTo>
                  <a:lnTo>
                    <a:pt x="192215" y="375571"/>
                  </a:lnTo>
                  <a:lnTo>
                    <a:pt x="192215" y="456152"/>
                  </a:lnTo>
                  <a:lnTo>
                    <a:pt x="51911" y="456152"/>
                  </a:lnTo>
                  <a:close/>
                  <a:moveTo>
                    <a:pt x="450152" y="382048"/>
                  </a:moveTo>
                  <a:cubicBezTo>
                    <a:pt x="450152" y="395288"/>
                    <a:pt x="439388" y="406051"/>
                    <a:pt x="426149" y="406051"/>
                  </a:cubicBezTo>
                  <a:lnTo>
                    <a:pt x="216122" y="406051"/>
                  </a:lnTo>
                  <a:lnTo>
                    <a:pt x="216122" y="389668"/>
                  </a:lnTo>
                  <a:lnTo>
                    <a:pt x="428244" y="389668"/>
                  </a:lnTo>
                  <a:lnTo>
                    <a:pt x="428244" y="101632"/>
                  </a:lnTo>
                  <a:lnTo>
                    <a:pt x="216122" y="101632"/>
                  </a:lnTo>
                  <a:lnTo>
                    <a:pt x="216122" y="84106"/>
                  </a:lnTo>
                  <a:lnTo>
                    <a:pt x="426149" y="84106"/>
                  </a:lnTo>
                  <a:cubicBezTo>
                    <a:pt x="439388" y="84106"/>
                    <a:pt x="450152" y="94869"/>
                    <a:pt x="450152" y="108109"/>
                  </a:cubicBezTo>
                  <a:lnTo>
                    <a:pt x="450152" y="38204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10" name="Google Shape;4410;p100"/>
            <p:cNvSpPr/>
            <p:nvPr/>
          </p:nvSpPr>
          <p:spPr>
            <a:xfrm>
              <a:off x="11181312" y="6181865"/>
              <a:ext cx="35813" cy="35814"/>
            </a:xfrm>
            <a:custGeom>
              <a:avLst/>
              <a:gdLst/>
              <a:ahLst/>
              <a:cxnLst/>
              <a:rect l="l" t="t" r="r" b="b"/>
              <a:pathLst>
                <a:path w="35813" h="35814" extrusionOk="0">
                  <a:moveTo>
                    <a:pt x="17907" y="0"/>
                  </a:moveTo>
                  <a:cubicBezTo>
                    <a:pt x="8001" y="0"/>
                    <a:pt x="0" y="8001"/>
                    <a:pt x="0" y="17907"/>
                  </a:cubicBezTo>
                  <a:cubicBezTo>
                    <a:pt x="0" y="27813"/>
                    <a:pt x="8001" y="35814"/>
                    <a:pt x="17907" y="35814"/>
                  </a:cubicBezTo>
                  <a:cubicBezTo>
                    <a:pt x="27813" y="35814"/>
                    <a:pt x="35814" y="27813"/>
                    <a:pt x="35814" y="17907"/>
                  </a:cubicBezTo>
                  <a:cubicBezTo>
                    <a:pt x="35814" y="8001"/>
                    <a:pt x="27813" y="0"/>
                    <a:pt x="1790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11" name="Google Shape;4411;p100"/>
            <p:cNvSpPr/>
            <p:nvPr/>
          </p:nvSpPr>
          <p:spPr>
            <a:xfrm>
              <a:off x="11181312" y="6399035"/>
              <a:ext cx="35813" cy="35813"/>
            </a:xfrm>
            <a:custGeom>
              <a:avLst/>
              <a:gdLst/>
              <a:ahLst/>
              <a:cxnLst/>
              <a:rect l="l" t="t" r="r" b="b"/>
              <a:pathLst>
                <a:path w="35813" h="35813" extrusionOk="0">
                  <a:moveTo>
                    <a:pt x="17907" y="0"/>
                  </a:moveTo>
                  <a:cubicBezTo>
                    <a:pt x="8001" y="0"/>
                    <a:pt x="0" y="8001"/>
                    <a:pt x="0" y="17907"/>
                  </a:cubicBezTo>
                  <a:cubicBezTo>
                    <a:pt x="0" y="27813"/>
                    <a:pt x="8001" y="35814"/>
                    <a:pt x="17907" y="35814"/>
                  </a:cubicBezTo>
                  <a:cubicBezTo>
                    <a:pt x="27813" y="35814"/>
                    <a:pt x="35814" y="27813"/>
                    <a:pt x="35814" y="17907"/>
                  </a:cubicBezTo>
                  <a:cubicBezTo>
                    <a:pt x="35814" y="8001"/>
                    <a:pt x="27813" y="0"/>
                    <a:pt x="1790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12" name="Google Shape;4412;p100"/>
            <p:cNvSpPr/>
            <p:nvPr/>
          </p:nvSpPr>
          <p:spPr>
            <a:xfrm>
              <a:off x="11181312" y="6289497"/>
              <a:ext cx="35813" cy="35813"/>
            </a:xfrm>
            <a:custGeom>
              <a:avLst/>
              <a:gdLst/>
              <a:ahLst/>
              <a:cxnLst/>
              <a:rect l="l" t="t" r="r" b="b"/>
              <a:pathLst>
                <a:path w="35813" h="35813" extrusionOk="0">
                  <a:moveTo>
                    <a:pt x="17907" y="0"/>
                  </a:moveTo>
                  <a:cubicBezTo>
                    <a:pt x="8001" y="0"/>
                    <a:pt x="0" y="8001"/>
                    <a:pt x="0" y="17907"/>
                  </a:cubicBezTo>
                  <a:cubicBezTo>
                    <a:pt x="0" y="27813"/>
                    <a:pt x="8001" y="35814"/>
                    <a:pt x="17907" y="35814"/>
                  </a:cubicBezTo>
                  <a:cubicBezTo>
                    <a:pt x="27813" y="35814"/>
                    <a:pt x="35814" y="27813"/>
                    <a:pt x="35814" y="17907"/>
                  </a:cubicBezTo>
                  <a:cubicBezTo>
                    <a:pt x="35814" y="8001"/>
                    <a:pt x="27813" y="0"/>
                    <a:pt x="1790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413" name="Google Shape;4413;p100"/>
          <p:cNvGrpSpPr/>
          <p:nvPr/>
        </p:nvGrpSpPr>
        <p:grpSpPr>
          <a:xfrm>
            <a:off x="2050052" y="2542200"/>
            <a:ext cx="268587" cy="300091"/>
            <a:chOff x="2860103" y="1130300"/>
            <a:chExt cx="477488" cy="533495"/>
          </a:xfrm>
        </p:grpSpPr>
        <p:sp>
          <p:nvSpPr>
            <p:cNvPr id="4414" name="Google Shape;4414;p100"/>
            <p:cNvSpPr/>
            <p:nvPr/>
          </p:nvSpPr>
          <p:spPr>
            <a:xfrm>
              <a:off x="2860103" y="1130300"/>
              <a:ext cx="477488" cy="533495"/>
            </a:xfrm>
            <a:custGeom>
              <a:avLst/>
              <a:gdLst/>
              <a:ahLst/>
              <a:cxnLst/>
              <a:rect l="l" t="t" r="r" b="b"/>
              <a:pathLst>
                <a:path w="477488" h="533495" extrusionOk="0">
                  <a:moveTo>
                    <a:pt x="477107" y="100679"/>
                  </a:moveTo>
                  <a:cubicBezTo>
                    <a:pt x="473869" y="35243"/>
                    <a:pt x="352711" y="0"/>
                    <a:pt x="238601" y="0"/>
                  </a:cubicBezTo>
                  <a:cubicBezTo>
                    <a:pt x="124492" y="0"/>
                    <a:pt x="0" y="36195"/>
                    <a:pt x="0" y="103442"/>
                  </a:cubicBezTo>
                  <a:lnTo>
                    <a:pt x="0" y="430054"/>
                  </a:lnTo>
                  <a:cubicBezTo>
                    <a:pt x="0" y="497205"/>
                    <a:pt x="122968" y="533495"/>
                    <a:pt x="238697" y="533495"/>
                  </a:cubicBezTo>
                  <a:cubicBezTo>
                    <a:pt x="354425" y="533495"/>
                    <a:pt x="477393" y="497300"/>
                    <a:pt x="477488" y="430054"/>
                  </a:cubicBezTo>
                  <a:lnTo>
                    <a:pt x="477488" y="103442"/>
                  </a:lnTo>
                  <a:cubicBezTo>
                    <a:pt x="477488" y="102489"/>
                    <a:pt x="477298" y="101632"/>
                    <a:pt x="477203" y="100775"/>
                  </a:cubicBezTo>
                  <a:close/>
                  <a:moveTo>
                    <a:pt x="238601" y="38195"/>
                  </a:moveTo>
                  <a:cubicBezTo>
                    <a:pt x="360998" y="38195"/>
                    <a:pt x="439103" y="76772"/>
                    <a:pt x="439103" y="103442"/>
                  </a:cubicBezTo>
                  <a:cubicBezTo>
                    <a:pt x="439103" y="130112"/>
                    <a:pt x="360998" y="168688"/>
                    <a:pt x="238601" y="168688"/>
                  </a:cubicBezTo>
                  <a:cubicBezTo>
                    <a:pt x="116205" y="168688"/>
                    <a:pt x="38767" y="130397"/>
                    <a:pt x="38100" y="103823"/>
                  </a:cubicBezTo>
                  <a:lnTo>
                    <a:pt x="38100" y="103537"/>
                  </a:lnTo>
                  <a:cubicBezTo>
                    <a:pt x="38100" y="103537"/>
                    <a:pt x="38100" y="103442"/>
                    <a:pt x="38100" y="103346"/>
                  </a:cubicBezTo>
                  <a:cubicBezTo>
                    <a:pt x="38481" y="76772"/>
                    <a:pt x="116491" y="38386"/>
                    <a:pt x="238601" y="38386"/>
                  </a:cubicBezTo>
                  <a:close/>
                  <a:moveTo>
                    <a:pt x="238697" y="495300"/>
                  </a:moveTo>
                  <a:cubicBezTo>
                    <a:pt x="116300" y="495300"/>
                    <a:pt x="38195" y="456629"/>
                    <a:pt x="38195" y="430054"/>
                  </a:cubicBezTo>
                  <a:lnTo>
                    <a:pt x="38195" y="161449"/>
                  </a:lnTo>
                  <a:cubicBezTo>
                    <a:pt x="83534" y="191167"/>
                    <a:pt x="162687" y="206883"/>
                    <a:pt x="238697" y="206883"/>
                  </a:cubicBezTo>
                  <a:cubicBezTo>
                    <a:pt x="314706" y="206883"/>
                    <a:pt x="393954" y="191262"/>
                    <a:pt x="439293" y="161449"/>
                  </a:cubicBezTo>
                  <a:lnTo>
                    <a:pt x="439293" y="430149"/>
                  </a:lnTo>
                  <a:cubicBezTo>
                    <a:pt x="439293" y="456724"/>
                    <a:pt x="361188" y="495395"/>
                    <a:pt x="238792" y="49539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15" name="Google Shape;4415;p100"/>
            <p:cNvSpPr/>
            <p:nvPr/>
          </p:nvSpPr>
          <p:spPr>
            <a:xfrm>
              <a:off x="3142601" y="1409212"/>
              <a:ext cx="96226" cy="105992"/>
            </a:xfrm>
            <a:custGeom>
              <a:avLst/>
              <a:gdLst/>
              <a:ahLst/>
              <a:cxnLst/>
              <a:rect l="l" t="t" r="r" b="b"/>
              <a:pathLst>
                <a:path w="96226" h="105992" extrusionOk="0">
                  <a:moveTo>
                    <a:pt x="90120" y="41604"/>
                  </a:moveTo>
                  <a:lnTo>
                    <a:pt x="17921" y="1503"/>
                  </a:lnTo>
                  <a:cubicBezTo>
                    <a:pt x="16492" y="741"/>
                    <a:pt x="15063" y="265"/>
                    <a:pt x="13444" y="75"/>
                  </a:cubicBezTo>
                  <a:cubicBezTo>
                    <a:pt x="11920" y="-116"/>
                    <a:pt x="10301" y="75"/>
                    <a:pt x="8777" y="456"/>
                  </a:cubicBezTo>
                  <a:cubicBezTo>
                    <a:pt x="7253" y="932"/>
                    <a:pt x="5824" y="1599"/>
                    <a:pt x="4586" y="2551"/>
                  </a:cubicBezTo>
                  <a:cubicBezTo>
                    <a:pt x="3347" y="3504"/>
                    <a:pt x="2300" y="4742"/>
                    <a:pt x="1538" y="6171"/>
                  </a:cubicBezTo>
                  <a:cubicBezTo>
                    <a:pt x="776" y="7599"/>
                    <a:pt x="299" y="9028"/>
                    <a:pt x="109" y="10647"/>
                  </a:cubicBezTo>
                  <a:cubicBezTo>
                    <a:pt x="-82" y="12171"/>
                    <a:pt x="109" y="13791"/>
                    <a:pt x="490" y="15315"/>
                  </a:cubicBezTo>
                  <a:cubicBezTo>
                    <a:pt x="966" y="16839"/>
                    <a:pt x="1633" y="18267"/>
                    <a:pt x="2585" y="19506"/>
                  </a:cubicBezTo>
                  <a:cubicBezTo>
                    <a:pt x="3538" y="20744"/>
                    <a:pt x="4776" y="21792"/>
                    <a:pt x="6205" y="22554"/>
                  </a:cubicBezTo>
                  <a:lnTo>
                    <a:pt x="59831" y="52367"/>
                  </a:lnTo>
                  <a:lnTo>
                    <a:pt x="5919" y="83609"/>
                  </a:lnTo>
                  <a:cubicBezTo>
                    <a:pt x="3633" y="84942"/>
                    <a:pt x="1823" y="87038"/>
                    <a:pt x="871" y="89419"/>
                  </a:cubicBezTo>
                  <a:cubicBezTo>
                    <a:pt x="-82" y="91800"/>
                    <a:pt x="-272" y="94563"/>
                    <a:pt x="395" y="97134"/>
                  </a:cubicBezTo>
                  <a:cubicBezTo>
                    <a:pt x="1061" y="99706"/>
                    <a:pt x="2585" y="101897"/>
                    <a:pt x="4681" y="103516"/>
                  </a:cubicBezTo>
                  <a:cubicBezTo>
                    <a:pt x="6776" y="105135"/>
                    <a:pt x="9348" y="105993"/>
                    <a:pt x="12015" y="105993"/>
                  </a:cubicBezTo>
                  <a:cubicBezTo>
                    <a:pt x="14111" y="105993"/>
                    <a:pt x="16206" y="105421"/>
                    <a:pt x="18016" y="104373"/>
                  </a:cubicBezTo>
                  <a:lnTo>
                    <a:pt x="90215" y="62463"/>
                  </a:lnTo>
                  <a:cubicBezTo>
                    <a:pt x="92025" y="61416"/>
                    <a:pt x="93549" y="59892"/>
                    <a:pt x="94692" y="57987"/>
                  </a:cubicBezTo>
                  <a:cubicBezTo>
                    <a:pt x="95740" y="56177"/>
                    <a:pt x="96311" y="54081"/>
                    <a:pt x="96216" y="51891"/>
                  </a:cubicBezTo>
                  <a:cubicBezTo>
                    <a:pt x="96216" y="49795"/>
                    <a:pt x="95645" y="47700"/>
                    <a:pt x="94502" y="45795"/>
                  </a:cubicBezTo>
                  <a:cubicBezTo>
                    <a:pt x="93454" y="43890"/>
                    <a:pt x="91930" y="42366"/>
                    <a:pt x="90025" y="4131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16" name="Google Shape;4416;p100"/>
            <p:cNvSpPr/>
            <p:nvPr/>
          </p:nvSpPr>
          <p:spPr>
            <a:xfrm>
              <a:off x="2958581" y="1409096"/>
              <a:ext cx="96308" cy="106176"/>
            </a:xfrm>
            <a:custGeom>
              <a:avLst/>
              <a:gdLst/>
              <a:ahLst/>
              <a:cxnLst/>
              <a:rect l="l" t="t" r="r" b="b"/>
              <a:pathLst>
                <a:path w="96308" h="106176" extrusionOk="0">
                  <a:moveTo>
                    <a:pt x="90022" y="83534"/>
                  </a:moveTo>
                  <a:lnTo>
                    <a:pt x="36396" y="53721"/>
                  </a:lnTo>
                  <a:lnTo>
                    <a:pt x="90307" y="22479"/>
                  </a:lnTo>
                  <a:cubicBezTo>
                    <a:pt x="91736" y="21717"/>
                    <a:pt x="92879" y="20669"/>
                    <a:pt x="93832" y="19336"/>
                  </a:cubicBezTo>
                  <a:cubicBezTo>
                    <a:pt x="94784" y="18097"/>
                    <a:pt x="95546" y="16669"/>
                    <a:pt x="95927" y="15145"/>
                  </a:cubicBezTo>
                  <a:cubicBezTo>
                    <a:pt x="96308" y="13621"/>
                    <a:pt x="96403" y="12001"/>
                    <a:pt x="96213" y="10477"/>
                  </a:cubicBezTo>
                  <a:cubicBezTo>
                    <a:pt x="96022" y="8954"/>
                    <a:pt x="95451" y="7430"/>
                    <a:pt x="94689" y="6001"/>
                  </a:cubicBezTo>
                  <a:cubicBezTo>
                    <a:pt x="93927" y="4572"/>
                    <a:pt x="92879" y="3429"/>
                    <a:pt x="91546" y="2476"/>
                  </a:cubicBezTo>
                  <a:cubicBezTo>
                    <a:pt x="90307" y="1524"/>
                    <a:pt x="88879" y="762"/>
                    <a:pt x="87355" y="381"/>
                  </a:cubicBezTo>
                  <a:cubicBezTo>
                    <a:pt x="85831" y="0"/>
                    <a:pt x="84211" y="-95"/>
                    <a:pt x="82687" y="95"/>
                  </a:cubicBezTo>
                  <a:cubicBezTo>
                    <a:pt x="81163" y="286"/>
                    <a:pt x="79639" y="857"/>
                    <a:pt x="78211" y="1619"/>
                  </a:cubicBezTo>
                  <a:lnTo>
                    <a:pt x="6011" y="43529"/>
                  </a:lnTo>
                  <a:cubicBezTo>
                    <a:pt x="4201" y="44577"/>
                    <a:pt x="2677" y="46101"/>
                    <a:pt x="1534" y="48006"/>
                  </a:cubicBezTo>
                  <a:cubicBezTo>
                    <a:pt x="487" y="49816"/>
                    <a:pt x="-85" y="51911"/>
                    <a:pt x="10" y="54102"/>
                  </a:cubicBezTo>
                  <a:cubicBezTo>
                    <a:pt x="10" y="56197"/>
                    <a:pt x="582" y="58293"/>
                    <a:pt x="1725" y="60198"/>
                  </a:cubicBezTo>
                  <a:cubicBezTo>
                    <a:pt x="2773" y="62008"/>
                    <a:pt x="4392" y="63532"/>
                    <a:pt x="6202" y="64580"/>
                  </a:cubicBezTo>
                  <a:lnTo>
                    <a:pt x="78401" y="104680"/>
                  </a:lnTo>
                  <a:cubicBezTo>
                    <a:pt x="81163" y="106204"/>
                    <a:pt x="84497" y="106585"/>
                    <a:pt x="87545" y="105728"/>
                  </a:cubicBezTo>
                  <a:cubicBezTo>
                    <a:pt x="90593" y="104870"/>
                    <a:pt x="93165" y="102775"/>
                    <a:pt x="94784" y="100013"/>
                  </a:cubicBezTo>
                  <a:cubicBezTo>
                    <a:pt x="96403" y="97250"/>
                    <a:pt x="96689" y="93917"/>
                    <a:pt x="95832" y="90869"/>
                  </a:cubicBezTo>
                  <a:cubicBezTo>
                    <a:pt x="94879" y="87821"/>
                    <a:pt x="92784" y="85249"/>
                    <a:pt x="90022" y="8372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17" name="Google Shape;4417;p100"/>
            <p:cNvSpPr/>
            <p:nvPr/>
          </p:nvSpPr>
          <p:spPr>
            <a:xfrm>
              <a:off x="3072576" y="1388969"/>
              <a:ext cx="52447" cy="146333"/>
            </a:xfrm>
            <a:custGeom>
              <a:avLst/>
              <a:gdLst/>
              <a:ahLst/>
              <a:cxnLst/>
              <a:rect l="l" t="t" r="r" b="b"/>
              <a:pathLst>
                <a:path w="52447" h="146333" extrusionOk="0">
                  <a:moveTo>
                    <a:pt x="47369" y="2221"/>
                  </a:moveTo>
                  <a:cubicBezTo>
                    <a:pt x="46036" y="1363"/>
                    <a:pt x="44607" y="697"/>
                    <a:pt x="43083" y="316"/>
                  </a:cubicBezTo>
                  <a:cubicBezTo>
                    <a:pt x="41559" y="-65"/>
                    <a:pt x="39940" y="-65"/>
                    <a:pt x="38416" y="125"/>
                  </a:cubicBezTo>
                  <a:cubicBezTo>
                    <a:pt x="36892" y="316"/>
                    <a:pt x="35368" y="887"/>
                    <a:pt x="34034" y="1840"/>
                  </a:cubicBezTo>
                  <a:cubicBezTo>
                    <a:pt x="32701" y="2602"/>
                    <a:pt x="31558" y="3745"/>
                    <a:pt x="30605" y="5078"/>
                  </a:cubicBezTo>
                  <a:cubicBezTo>
                    <a:pt x="29653" y="6316"/>
                    <a:pt x="29081" y="7840"/>
                    <a:pt x="28700" y="9364"/>
                  </a:cubicBezTo>
                  <a:lnTo>
                    <a:pt x="316" y="131570"/>
                  </a:lnTo>
                  <a:cubicBezTo>
                    <a:pt x="-65" y="133094"/>
                    <a:pt x="-65" y="134713"/>
                    <a:pt x="125" y="136333"/>
                  </a:cubicBezTo>
                  <a:cubicBezTo>
                    <a:pt x="411" y="137857"/>
                    <a:pt x="887" y="139381"/>
                    <a:pt x="1840" y="140714"/>
                  </a:cubicBezTo>
                  <a:cubicBezTo>
                    <a:pt x="2697" y="142048"/>
                    <a:pt x="3840" y="143191"/>
                    <a:pt x="5078" y="144143"/>
                  </a:cubicBezTo>
                  <a:cubicBezTo>
                    <a:pt x="6316" y="145096"/>
                    <a:pt x="7840" y="145667"/>
                    <a:pt x="9364" y="146048"/>
                  </a:cubicBezTo>
                  <a:lnTo>
                    <a:pt x="12031" y="146334"/>
                  </a:lnTo>
                  <a:cubicBezTo>
                    <a:pt x="14698" y="146334"/>
                    <a:pt x="17365" y="145381"/>
                    <a:pt x="19556" y="143762"/>
                  </a:cubicBezTo>
                  <a:cubicBezTo>
                    <a:pt x="21652" y="142048"/>
                    <a:pt x="23176" y="139762"/>
                    <a:pt x="23747" y="137095"/>
                  </a:cubicBezTo>
                  <a:lnTo>
                    <a:pt x="52132" y="14889"/>
                  </a:lnTo>
                  <a:cubicBezTo>
                    <a:pt x="52513" y="13365"/>
                    <a:pt x="52513" y="11746"/>
                    <a:pt x="52322" y="10126"/>
                  </a:cubicBezTo>
                  <a:cubicBezTo>
                    <a:pt x="52036" y="8602"/>
                    <a:pt x="51560" y="7078"/>
                    <a:pt x="50608" y="5745"/>
                  </a:cubicBezTo>
                  <a:cubicBezTo>
                    <a:pt x="49750" y="4411"/>
                    <a:pt x="48607" y="3268"/>
                    <a:pt x="47369" y="231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18" name="Google Shape;4418;p100"/>
            <p:cNvSpPr/>
            <p:nvPr/>
          </p:nvSpPr>
          <p:spPr>
            <a:xfrm>
              <a:off x="2957896" y="1213749"/>
              <a:ext cx="94915" cy="32882"/>
            </a:xfrm>
            <a:custGeom>
              <a:avLst/>
              <a:gdLst/>
              <a:ahLst/>
              <a:cxnLst/>
              <a:rect l="l" t="t" r="r" b="b"/>
              <a:pathLst>
                <a:path w="94915" h="32882" extrusionOk="0">
                  <a:moveTo>
                    <a:pt x="2505" y="30088"/>
                  </a:moveTo>
                  <a:cubicBezTo>
                    <a:pt x="7363" y="32755"/>
                    <a:pt x="18126" y="33708"/>
                    <a:pt x="26508" y="32089"/>
                  </a:cubicBezTo>
                  <a:lnTo>
                    <a:pt x="86134" y="21230"/>
                  </a:lnTo>
                  <a:cubicBezTo>
                    <a:pt x="90135" y="20563"/>
                    <a:pt x="92897" y="19420"/>
                    <a:pt x="94135" y="18087"/>
                  </a:cubicBezTo>
                  <a:cubicBezTo>
                    <a:pt x="94707" y="17515"/>
                    <a:pt x="94993" y="16849"/>
                    <a:pt x="94897" y="16277"/>
                  </a:cubicBezTo>
                  <a:cubicBezTo>
                    <a:pt x="94897" y="15801"/>
                    <a:pt x="94707" y="15420"/>
                    <a:pt x="94231" y="14944"/>
                  </a:cubicBezTo>
                  <a:cubicBezTo>
                    <a:pt x="93088" y="13610"/>
                    <a:pt x="90230" y="12372"/>
                    <a:pt x="86039" y="11610"/>
                  </a:cubicBezTo>
                  <a:lnTo>
                    <a:pt x="26413" y="751"/>
                  </a:lnTo>
                  <a:cubicBezTo>
                    <a:pt x="18031" y="-773"/>
                    <a:pt x="7267" y="85"/>
                    <a:pt x="2410" y="2752"/>
                  </a:cubicBezTo>
                  <a:cubicBezTo>
                    <a:pt x="-2448" y="5419"/>
                    <a:pt x="409" y="8752"/>
                    <a:pt x="8791" y="10276"/>
                  </a:cubicBezTo>
                  <a:lnTo>
                    <a:pt x="42129" y="16372"/>
                  </a:lnTo>
                  <a:lnTo>
                    <a:pt x="8791" y="22468"/>
                  </a:lnTo>
                  <a:cubicBezTo>
                    <a:pt x="409" y="23992"/>
                    <a:pt x="-2543" y="27326"/>
                    <a:pt x="2410" y="2999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19" name="Google Shape;4419;p100"/>
            <p:cNvSpPr/>
            <p:nvPr/>
          </p:nvSpPr>
          <p:spPr>
            <a:xfrm>
              <a:off x="2989657" y="1242005"/>
              <a:ext cx="94950" cy="32788"/>
            </a:xfrm>
            <a:custGeom>
              <a:avLst/>
              <a:gdLst/>
              <a:ahLst/>
              <a:cxnLst/>
              <a:rect l="l" t="t" r="r" b="b"/>
              <a:pathLst>
                <a:path w="94950" h="32788" extrusionOk="0">
                  <a:moveTo>
                    <a:pt x="78567" y="23"/>
                  </a:moveTo>
                  <a:cubicBezTo>
                    <a:pt x="75138" y="-72"/>
                    <a:pt x="71614" y="118"/>
                    <a:pt x="68376" y="785"/>
                  </a:cubicBezTo>
                  <a:lnTo>
                    <a:pt x="8749" y="11644"/>
                  </a:lnTo>
                  <a:cubicBezTo>
                    <a:pt x="367" y="13168"/>
                    <a:pt x="-2490" y="16596"/>
                    <a:pt x="2367" y="19168"/>
                  </a:cubicBezTo>
                  <a:cubicBezTo>
                    <a:pt x="7225" y="21740"/>
                    <a:pt x="17988" y="22788"/>
                    <a:pt x="26370" y="21169"/>
                  </a:cubicBezTo>
                  <a:lnTo>
                    <a:pt x="59803" y="15072"/>
                  </a:lnTo>
                  <a:lnTo>
                    <a:pt x="59803" y="27265"/>
                  </a:lnTo>
                  <a:cubicBezTo>
                    <a:pt x="59803" y="30312"/>
                    <a:pt x="67614" y="32789"/>
                    <a:pt x="77424" y="32789"/>
                  </a:cubicBezTo>
                  <a:cubicBezTo>
                    <a:pt x="87235" y="32789"/>
                    <a:pt x="94950" y="30312"/>
                    <a:pt x="94950" y="27265"/>
                  </a:cubicBezTo>
                  <a:lnTo>
                    <a:pt x="94950" y="5547"/>
                  </a:lnTo>
                  <a:cubicBezTo>
                    <a:pt x="94950" y="2690"/>
                    <a:pt x="87711" y="213"/>
                    <a:pt x="78663" y="2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20" name="Google Shape;4420;p100"/>
            <p:cNvSpPr/>
            <p:nvPr/>
          </p:nvSpPr>
          <p:spPr>
            <a:xfrm>
              <a:off x="3112992" y="1185640"/>
              <a:ext cx="94855" cy="32788"/>
            </a:xfrm>
            <a:custGeom>
              <a:avLst/>
              <a:gdLst/>
              <a:ahLst/>
              <a:cxnLst/>
              <a:rect l="l" t="t" r="r" b="b"/>
              <a:pathLst>
                <a:path w="94855" h="32788" extrusionOk="0">
                  <a:moveTo>
                    <a:pt x="16288" y="32766"/>
                  </a:moveTo>
                  <a:cubicBezTo>
                    <a:pt x="19717" y="32861"/>
                    <a:pt x="23241" y="32671"/>
                    <a:pt x="26479" y="32004"/>
                  </a:cubicBezTo>
                  <a:lnTo>
                    <a:pt x="86106" y="21145"/>
                  </a:lnTo>
                  <a:cubicBezTo>
                    <a:pt x="94488" y="19621"/>
                    <a:pt x="97345" y="16288"/>
                    <a:pt x="92488" y="13621"/>
                  </a:cubicBezTo>
                  <a:cubicBezTo>
                    <a:pt x="87630" y="10954"/>
                    <a:pt x="76867" y="10001"/>
                    <a:pt x="68580" y="11620"/>
                  </a:cubicBezTo>
                  <a:lnTo>
                    <a:pt x="35147" y="17716"/>
                  </a:lnTo>
                  <a:lnTo>
                    <a:pt x="35147" y="5524"/>
                  </a:lnTo>
                  <a:cubicBezTo>
                    <a:pt x="35147" y="2476"/>
                    <a:pt x="27337" y="0"/>
                    <a:pt x="17526" y="0"/>
                  </a:cubicBezTo>
                  <a:cubicBezTo>
                    <a:pt x="7715" y="0"/>
                    <a:pt x="0" y="2476"/>
                    <a:pt x="0" y="5524"/>
                  </a:cubicBezTo>
                  <a:lnTo>
                    <a:pt x="0" y="27241"/>
                  </a:lnTo>
                  <a:cubicBezTo>
                    <a:pt x="0" y="30099"/>
                    <a:pt x="7144" y="32480"/>
                    <a:pt x="16288" y="3276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21" name="Google Shape;4421;p100"/>
            <p:cNvSpPr/>
            <p:nvPr/>
          </p:nvSpPr>
          <p:spPr>
            <a:xfrm>
              <a:off x="2989466" y="1185640"/>
              <a:ext cx="94950" cy="32765"/>
            </a:xfrm>
            <a:custGeom>
              <a:avLst/>
              <a:gdLst/>
              <a:ahLst/>
              <a:cxnLst/>
              <a:rect l="l" t="t" r="r" b="b"/>
              <a:pathLst>
                <a:path w="94950" h="32765" extrusionOk="0">
                  <a:moveTo>
                    <a:pt x="8844" y="21145"/>
                  </a:moveTo>
                  <a:lnTo>
                    <a:pt x="68471" y="32004"/>
                  </a:lnTo>
                  <a:cubicBezTo>
                    <a:pt x="71709" y="32575"/>
                    <a:pt x="75234" y="32766"/>
                    <a:pt x="78663" y="32766"/>
                  </a:cubicBezTo>
                  <a:cubicBezTo>
                    <a:pt x="87711" y="32575"/>
                    <a:pt x="94950" y="30194"/>
                    <a:pt x="94950" y="27241"/>
                  </a:cubicBezTo>
                  <a:lnTo>
                    <a:pt x="94950" y="5524"/>
                  </a:lnTo>
                  <a:cubicBezTo>
                    <a:pt x="94950" y="2476"/>
                    <a:pt x="87045" y="0"/>
                    <a:pt x="77424" y="0"/>
                  </a:cubicBezTo>
                  <a:cubicBezTo>
                    <a:pt x="67804" y="0"/>
                    <a:pt x="59803" y="2476"/>
                    <a:pt x="59803" y="5524"/>
                  </a:cubicBezTo>
                  <a:lnTo>
                    <a:pt x="59803" y="17716"/>
                  </a:lnTo>
                  <a:lnTo>
                    <a:pt x="26370" y="11620"/>
                  </a:lnTo>
                  <a:cubicBezTo>
                    <a:pt x="17988" y="10096"/>
                    <a:pt x="7225" y="10954"/>
                    <a:pt x="2367" y="13621"/>
                  </a:cubicBezTo>
                  <a:cubicBezTo>
                    <a:pt x="-2490" y="16288"/>
                    <a:pt x="367" y="19717"/>
                    <a:pt x="8749" y="2124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22" name="Google Shape;4422;p100"/>
            <p:cNvSpPr/>
            <p:nvPr/>
          </p:nvSpPr>
          <p:spPr>
            <a:xfrm>
              <a:off x="3065938" y="1219930"/>
              <a:ext cx="65532" cy="20573"/>
            </a:xfrm>
            <a:custGeom>
              <a:avLst/>
              <a:gdLst/>
              <a:ahLst/>
              <a:cxnLst/>
              <a:rect l="l" t="t" r="r" b="b"/>
              <a:pathLst>
                <a:path w="65532" h="20573" extrusionOk="0">
                  <a:moveTo>
                    <a:pt x="0" y="9144"/>
                  </a:moveTo>
                  <a:lnTo>
                    <a:pt x="0" y="11430"/>
                  </a:lnTo>
                  <a:cubicBezTo>
                    <a:pt x="0" y="11430"/>
                    <a:pt x="572" y="12192"/>
                    <a:pt x="1238" y="12383"/>
                  </a:cubicBezTo>
                  <a:lnTo>
                    <a:pt x="26003" y="20193"/>
                  </a:lnTo>
                  <a:cubicBezTo>
                    <a:pt x="26670" y="20384"/>
                    <a:pt x="28099" y="20574"/>
                    <a:pt x="29147" y="20574"/>
                  </a:cubicBezTo>
                  <a:lnTo>
                    <a:pt x="36385" y="20574"/>
                  </a:lnTo>
                  <a:cubicBezTo>
                    <a:pt x="37433" y="20574"/>
                    <a:pt x="38767" y="20384"/>
                    <a:pt x="39529" y="20193"/>
                  </a:cubicBezTo>
                  <a:lnTo>
                    <a:pt x="64294" y="12383"/>
                  </a:lnTo>
                  <a:cubicBezTo>
                    <a:pt x="64960" y="12192"/>
                    <a:pt x="65532" y="11716"/>
                    <a:pt x="65532" y="11430"/>
                  </a:cubicBezTo>
                  <a:lnTo>
                    <a:pt x="65532" y="9144"/>
                  </a:lnTo>
                  <a:cubicBezTo>
                    <a:pt x="65532" y="9144"/>
                    <a:pt x="64960" y="8382"/>
                    <a:pt x="64294" y="8192"/>
                  </a:cubicBezTo>
                  <a:lnTo>
                    <a:pt x="39529" y="381"/>
                  </a:lnTo>
                  <a:cubicBezTo>
                    <a:pt x="38862" y="191"/>
                    <a:pt x="37433" y="0"/>
                    <a:pt x="36385" y="0"/>
                  </a:cubicBezTo>
                  <a:lnTo>
                    <a:pt x="29147" y="0"/>
                  </a:lnTo>
                  <a:cubicBezTo>
                    <a:pt x="28194" y="0"/>
                    <a:pt x="26765" y="191"/>
                    <a:pt x="26003" y="381"/>
                  </a:cubicBezTo>
                  <a:lnTo>
                    <a:pt x="1238" y="8192"/>
                  </a:lnTo>
                  <a:cubicBezTo>
                    <a:pt x="572" y="8382"/>
                    <a:pt x="0" y="8858"/>
                    <a:pt x="0" y="9144"/>
                  </a:cubicBezTo>
                  <a:close/>
                  <a:moveTo>
                    <a:pt x="21050" y="10287"/>
                  </a:moveTo>
                  <a:cubicBezTo>
                    <a:pt x="21050" y="10287"/>
                    <a:pt x="21622" y="9525"/>
                    <a:pt x="22289" y="9335"/>
                  </a:cubicBezTo>
                  <a:lnTo>
                    <a:pt x="29432" y="7048"/>
                  </a:lnTo>
                  <a:cubicBezTo>
                    <a:pt x="30099" y="6858"/>
                    <a:pt x="31528" y="6667"/>
                    <a:pt x="32576" y="6667"/>
                  </a:cubicBezTo>
                  <a:lnTo>
                    <a:pt x="32861" y="6667"/>
                  </a:lnTo>
                  <a:cubicBezTo>
                    <a:pt x="33814" y="6667"/>
                    <a:pt x="35243" y="6858"/>
                    <a:pt x="36005" y="7048"/>
                  </a:cubicBezTo>
                  <a:lnTo>
                    <a:pt x="43148" y="9335"/>
                  </a:lnTo>
                  <a:cubicBezTo>
                    <a:pt x="43815" y="9525"/>
                    <a:pt x="44482" y="10001"/>
                    <a:pt x="44482" y="10287"/>
                  </a:cubicBezTo>
                  <a:lnTo>
                    <a:pt x="44482" y="10287"/>
                  </a:lnTo>
                  <a:cubicBezTo>
                    <a:pt x="44482" y="10287"/>
                    <a:pt x="43910" y="11144"/>
                    <a:pt x="43148" y="11430"/>
                  </a:cubicBezTo>
                  <a:lnTo>
                    <a:pt x="36005" y="13716"/>
                  </a:lnTo>
                  <a:cubicBezTo>
                    <a:pt x="35338" y="13907"/>
                    <a:pt x="33909" y="14097"/>
                    <a:pt x="32861" y="14097"/>
                  </a:cubicBezTo>
                  <a:lnTo>
                    <a:pt x="32576" y="14097"/>
                  </a:lnTo>
                  <a:cubicBezTo>
                    <a:pt x="31623" y="14097"/>
                    <a:pt x="30194" y="13907"/>
                    <a:pt x="29432" y="13716"/>
                  </a:cubicBezTo>
                  <a:lnTo>
                    <a:pt x="22289" y="11430"/>
                  </a:lnTo>
                  <a:cubicBezTo>
                    <a:pt x="21622" y="11240"/>
                    <a:pt x="21050" y="10763"/>
                    <a:pt x="21050" y="10478"/>
                  </a:cubicBezTo>
                  <a:lnTo>
                    <a:pt x="21050" y="10478"/>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23" name="Google Shape;4423;p100"/>
            <p:cNvSpPr/>
            <p:nvPr/>
          </p:nvSpPr>
          <p:spPr>
            <a:xfrm>
              <a:off x="3112992" y="1242028"/>
              <a:ext cx="94855" cy="32766"/>
            </a:xfrm>
            <a:custGeom>
              <a:avLst/>
              <a:gdLst/>
              <a:ahLst/>
              <a:cxnLst/>
              <a:rect l="l" t="t" r="r" b="b"/>
              <a:pathLst>
                <a:path w="94855" h="32766" extrusionOk="0">
                  <a:moveTo>
                    <a:pt x="86106" y="11621"/>
                  </a:moveTo>
                  <a:lnTo>
                    <a:pt x="26479" y="762"/>
                  </a:lnTo>
                  <a:cubicBezTo>
                    <a:pt x="23241" y="191"/>
                    <a:pt x="19717" y="0"/>
                    <a:pt x="16288" y="0"/>
                  </a:cubicBezTo>
                  <a:cubicBezTo>
                    <a:pt x="7144" y="191"/>
                    <a:pt x="0" y="2572"/>
                    <a:pt x="0" y="5524"/>
                  </a:cubicBezTo>
                  <a:lnTo>
                    <a:pt x="0" y="27242"/>
                  </a:lnTo>
                  <a:cubicBezTo>
                    <a:pt x="0" y="30290"/>
                    <a:pt x="7810" y="32766"/>
                    <a:pt x="17526" y="32766"/>
                  </a:cubicBezTo>
                  <a:cubicBezTo>
                    <a:pt x="27241" y="32766"/>
                    <a:pt x="35147" y="30290"/>
                    <a:pt x="35147" y="27242"/>
                  </a:cubicBezTo>
                  <a:lnTo>
                    <a:pt x="35147" y="15049"/>
                  </a:lnTo>
                  <a:lnTo>
                    <a:pt x="68580" y="21146"/>
                  </a:lnTo>
                  <a:cubicBezTo>
                    <a:pt x="76962" y="22670"/>
                    <a:pt x="87725" y="21812"/>
                    <a:pt x="92488" y="19145"/>
                  </a:cubicBezTo>
                  <a:cubicBezTo>
                    <a:pt x="97345" y="16573"/>
                    <a:pt x="94488" y="13145"/>
                    <a:pt x="86106" y="1162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24" name="Google Shape;4424;p100"/>
            <p:cNvSpPr/>
            <p:nvPr/>
          </p:nvSpPr>
          <p:spPr>
            <a:xfrm>
              <a:off x="3144615" y="1213707"/>
              <a:ext cx="94802" cy="32882"/>
            </a:xfrm>
            <a:custGeom>
              <a:avLst/>
              <a:gdLst/>
              <a:ahLst/>
              <a:cxnLst/>
              <a:rect l="l" t="t" r="r" b="b"/>
              <a:pathLst>
                <a:path w="94802" h="32882" extrusionOk="0">
                  <a:moveTo>
                    <a:pt x="667" y="14986"/>
                  </a:moveTo>
                  <a:cubicBezTo>
                    <a:pt x="667" y="14986"/>
                    <a:pt x="95" y="15843"/>
                    <a:pt x="0" y="16320"/>
                  </a:cubicBezTo>
                  <a:cubicBezTo>
                    <a:pt x="0" y="16891"/>
                    <a:pt x="191" y="17558"/>
                    <a:pt x="762" y="18129"/>
                  </a:cubicBezTo>
                  <a:cubicBezTo>
                    <a:pt x="2000" y="19367"/>
                    <a:pt x="4763" y="20510"/>
                    <a:pt x="8763" y="21272"/>
                  </a:cubicBezTo>
                  <a:lnTo>
                    <a:pt x="68390" y="32131"/>
                  </a:lnTo>
                  <a:cubicBezTo>
                    <a:pt x="76771" y="33655"/>
                    <a:pt x="87535" y="32798"/>
                    <a:pt x="92392" y="30131"/>
                  </a:cubicBezTo>
                  <a:cubicBezTo>
                    <a:pt x="97250" y="27464"/>
                    <a:pt x="94393" y="24130"/>
                    <a:pt x="86011" y="22606"/>
                  </a:cubicBezTo>
                  <a:lnTo>
                    <a:pt x="52673" y="16510"/>
                  </a:lnTo>
                  <a:lnTo>
                    <a:pt x="86011" y="10414"/>
                  </a:lnTo>
                  <a:cubicBezTo>
                    <a:pt x="94393" y="8890"/>
                    <a:pt x="97345" y="5461"/>
                    <a:pt x="92392" y="2794"/>
                  </a:cubicBezTo>
                  <a:cubicBezTo>
                    <a:pt x="87535" y="127"/>
                    <a:pt x="76771" y="-826"/>
                    <a:pt x="68390" y="794"/>
                  </a:cubicBezTo>
                  <a:lnTo>
                    <a:pt x="8763" y="11652"/>
                  </a:lnTo>
                  <a:cubicBezTo>
                    <a:pt x="4572" y="12414"/>
                    <a:pt x="1810" y="13652"/>
                    <a:pt x="667" y="1498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425" name="Google Shape;4425;p100"/>
          <p:cNvGrpSpPr/>
          <p:nvPr/>
        </p:nvGrpSpPr>
        <p:grpSpPr>
          <a:xfrm>
            <a:off x="5205279" y="1014992"/>
            <a:ext cx="296608" cy="286000"/>
            <a:chOff x="6746938" y="2093372"/>
            <a:chExt cx="527304" cy="508444"/>
          </a:xfrm>
        </p:grpSpPr>
        <p:sp>
          <p:nvSpPr>
            <p:cNvPr id="4426" name="Google Shape;4426;p100"/>
            <p:cNvSpPr/>
            <p:nvPr/>
          </p:nvSpPr>
          <p:spPr>
            <a:xfrm>
              <a:off x="6821614" y="2395315"/>
              <a:ext cx="32575" cy="32575"/>
            </a:xfrm>
            <a:custGeom>
              <a:avLst/>
              <a:gdLst/>
              <a:ahLst/>
              <a:cxnLst/>
              <a:rect l="l" t="t" r="r" b="b"/>
              <a:pathLst>
                <a:path w="32575" h="32575" extrusionOk="0">
                  <a:moveTo>
                    <a:pt x="16288" y="0"/>
                  </a:moveTo>
                  <a:cubicBezTo>
                    <a:pt x="7334" y="0"/>
                    <a:pt x="0" y="7334"/>
                    <a:pt x="0" y="16288"/>
                  </a:cubicBezTo>
                  <a:cubicBezTo>
                    <a:pt x="0" y="25241"/>
                    <a:pt x="7334" y="32575"/>
                    <a:pt x="16288" y="32575"/>
                  </a:cubicBezTo>
                  <a:cubicBezTo>
                    <a:pt x="25241" y="32575"/>
                    <a:pt x="32576" y="25241"/>
                    <a:pt x="32576" y="16288"/>
                  </a:cubicBezTo>
                  <a:cubicBezTo>
                    <a:pt x="32576" y="7334"/>
                    <a:pt x="25241" y="0"/>
                    <a:pt x="1628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27" name="Google Shape;4427;p100"/>
            <p:cNvSpPr/>
            <p:nvPr/>
          </p:nvSpPr>
          <p:spPr>
            <a:xfrm>
              <a:off x="6821614" y="2286349"/>
              <a:ext cx="32575" cy="32575"/>
            </a:xfrm>
            <a:custGeom>
              <a:avLst/>
              <a:gdLst/>
              <a:ahLst/>
              <a:cxnLst/>
              <a:rect l="l" t="t" r="r" b="b"/>
              <a:pathLst>
                <a:path w="32575" h="32575" extrusionOk="0">
                  <a:moveTo>
                    <a:pt x="16288" y="32576"/>
                  </a:moveTo>
                  <a:cubicBezTo>
                    <a:pt x="25336" y="32576"/>
                    <a:pt x="32576" y="25241"/>
                    <a:pt x="32576" y="16288"/>
                  </a:cubicBezTo>
                  <a:cubicBezTo>
                    <a:pt x="32576" y="7334"/>
                    <a:pt x="25241" y="0"/>
                    <a:pt x="16288" y="0"/>
                  </a:cubicBezTo>
                  <a:cubicBezTo>
                    <a:pt x="7334" y="0"/>
                    <a:pt x="0" y="7334"/>
                    <a:pt x="0" y="16288"/>
                  </a:cubicBezTo>
                  <a:cubicBezTo>
                    <a:pt x="0" y="25241"/>
                    <a:pt x="7334" y="32576"/>
                    <a:pt x="16288" y="3257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28" name="Google Shape;4428;p100"/>
            <p:cNvSpPr/>
            <p:nvPr/>
          </p:nvSpPr>
          <p:spPr>
            <a:xfrm>
              <a:off x="7039641" y="2143283"/>
              <a:ext cx="118967" cy="245935"/>
            </a:xfrm>
            <a:custGeom>
              <a:avLst/>
              <a:gdLst/>
              <a:ahLst/>
              <a:cxnLst/>
              <a:rect l="l" t="t" r="r" b="b"/>
              <a:pathLst>
                <a:path w="118967" h="245935" extrusionOk="0">
                  <a:moveTo>
                    <a:pt x="59436" y="198311"/>
                  </a:moveTo>
                  <a:cubicBezTo>
                    <a:pt x="51054" y="198311"/>
                    <a:pt x="23813" y="196310"/>
                    <a:pt x="23813" y="170593"/>
                  </a:cubicBezTo>
                  <a:cubicBezTo>
                    <a:pt x="23813" y="164021"/>
                    <a:pt x="18478" y="158687"/>
                    <a:pt x="11906" y="158687"/>
                  </a:cubicBezTo>
                  <a:cubicBezTo>
                    <a:pt x="5334" y="158687"/>
                    <a:pt x="0" y="164021"/>
                    <a:pt x="0" y="170593"/>
                  </a:cubicBezTo>
                  <a:cubicBezTo>
                    <a:pt x="0" y="197834"/>
                    <a:pt x="18669" y="217170"/>
                    <a:pt x="47530" y="221266"/>
                  </a:cubicBezTo>
                  <a:lnTo>
                    <a:pt x="47530" y="234029"/>
                  </a:lnTo>
                  <a:cubicBezTo>
                    <a:pt x="47530" y="240602"/>
                    <a:pt x="52864" y="245935"/>
                    <a:pt x="59436" y="245935"/>
                  </a:cubicBezTo>
                  <a:cubicBezTo>
                    <a:pt x="66008" y="245935"/>
                    <a:pt x="71342" y="240602"/>
                    <a:pt x="71342" y="234029"/>
                  </a:cubicBezTo>
                  <a:lnTo>
                    <a:pt x="71342" y="221266"/>
                  </a:lnTo>
                  <a:cubicBezTo>
                    <a:pt x="100203" y="217170"/>
                    <a:pt x="118967" y="197834"/>
                    <a:pt x="118967" y="170593"/>
                  </a:cubicBezTo>
                  <a:cubicBezTo>
                    <a:pt x="118967" y="139065"/>
                    <a:pt x="99441" y="129445"/>
                    <a:pt x="72390" y="116110"/>
                  </a:cubicBezTo>
                  <a:lnTo>
                    <a:pt x="57150" y="108490"/>
                  </a:lnTo>
                  <a:cubicBezTo>
                    <a:pt x="30194" y="95155"/>
                    <a:pt x="23813" y="91440"/>
                    <a:pt x="23813" y="75438"/>
                  </a:cubicBezTo>
                  <a:cubicBezTo>
                    <a:pt x="23813" y="49435"/>
                    <a:pt x="51149" y="47339"/>
                    <a:pt x="59436" y="47339"/>
                  </a:cubicBezTo>
                  <a:cubicBezTo>
                    <a:pt x="67723" y="47339"/>
                    <a:pt x="94488" y="49339"/>
                    <a:pt x="94488" y="75438"/>
                  </a:cubicBezTo>
                  <a:cubicBezTo>
                    <a:pt x="94488" y="82010"/>
                    <a:pt x="99822" y="87344"/>
                    <a:pt x="106394" y="87344"/>
                  </a:cubicBezTo>
                  <a:cubicBezTo>
                    <a:pt x="112967" y="87344"/>
                    <a:pt x="118301" y="82010"/>
                    <a:pt x="118301" y="75438"/>
                  </a:cubicBezTo>
                  <a:cubicBezTo>
                    <a:pt x="118301" y="48101"/>
                    <a:pt x="99917" y="28670"/>
                    <a:pt x="71342" y="24384"/>
                  </a:cubicBezTo>
                  <a:lnTo>
                    <a:pt x="71342" y="11906"/>
                  </a:lnTo>
                  <a:cubicBezTo>
                    <a:pt x="71342" y="5334"/>
                    <a:pt x="66008" y="0"/>
                    <a:pt x="59436" y="0"/>
                  </a:cubicBezTo>
                  <a:cubicBezTo>
                    <a:pt x="52864" y="0"/>
                    <a:pt x="47530" y="5334"/>
                    <a:pt x="47530" y="11906"/>
                  </a:cubicBezTo>
                  <a:lnTo>
                    <a:pt x="47530" y="24384"/>
                  </a:lnTo>
                  <a:cubicBezTo>
                    <a:pt x="18669" y="28575"/>
                    <a:pt x="0" y="48006"/>
                    <a:pt x="0" y="75438"/>
                  </a:cubicBezTo>
                  <a:cubicBezTo>
                    <a:pt x="0" y="106870"/>
                    <a:pt x="19526" y="116491"/>
                    <a:pt x="46577" y="129921"/>
                  </a:cubicBezTo>
                  <a:lnTo>
                    <a:pt x="61913" y="137541"/>
                  </a:lnTo>
                  <a:cubicBezTo>
                    <a:pt x="88868" y="150781"/>
                    <a:pt x="95155" y="154591"/>
                    <a:pt x="95155" y="170593"/>
                  </a:cubicBezTo>
                  <a:cubicBezTo>
                    <a:pt x="95155" y="196310"/>
                    <a:pt x="67818" y="198311"/>
                    <a:pt x="59436" y="19831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29" name="Google Shape;4429;p100"/>
            <p:cNvSpPr/>
            <p:nvPr/>
          </p:nvSpPr>
          <p:spPr>
            <a:xfrm>
              <a:off x="6746938" y="2093372"/>
              <a:ext cx="527304" cy="508444"/>
            </a:xfrm>
            <a:custGeom>
              <a:avLst/>
              <a:gdLst/>
              <a:ahLst/>
              <a:cxnLst/>
              <a:rect l="l" t="t" r="r" b="b"/>
              <a:pathLst>
                <a:path w="527304" h="508444" extrusionOk="0">
                  <a:moveTo>
                    <a:pt x="515303" y="1333"/>
                  </a:moveTo>
                  <a:lnTo>
                    <a:pt x="189071" y="0"/>
                  </a:lnTo>
                  <a:lnTo>
                    <a:pt x="189071" y="0"/>
                  </a:lnTo>
                  <a:cubicBezTo>
                    <a:pt x="185928" y="0"/>
                    <a:pt x="182880" y="1238"/>
                    <a:pt x="180689" y="3429"/>
                  </a:cubicBezTo>
                  <a:cubicBezTo>
                    <a:pt x="178403" y="5620"/>
                    <a:pt x="177165" y="8668"/>
                    <a:pt x="177165" y="11906"/>
                  </a:cubicBezTo>
                  <a:lnTo>
                    <a:pt x="177165" y="39338"/>
                  </a:lnTo>
                  <a:lnTo>
                    <a:pt x="91345" y="39338"/>
                  </a:lnTo>
                  <a:cubicBezTo>
                    <a:pt x="85630" y="39338"/>
                    <a:pt x="80201" y="41910"/>
                    <a:pt x="76581" y="46387"/>
                  </a:cubicBezTo>
                  <a:lnTo>
                    <a:pt x="4286" y="135541"/>
                  </a:lnTo>
                  <a:cubicBezTo>
                    <a:pt x="4286" y="135541"/>
                    <a:pt x="4096" y="135922"/>
                    <a:pt x="4001" y="136017"/>
                  </a:cubicBezTo>
                  <a:cubicBezTo>
                    <a:pt x="2095" y="138494"/>
                    <a:pt x="857" y="141446"/>
                    <a:pt x="286" y="144685"/>
                  </a:cubicBezTo>
                  <a:cubicBezTo>
                    <a:pt x="286" y="145161"/>
                    <a:pt x="190" y="145542"/>
                    <a:pt x="190" y="146018"/>
                  </a:cubicBezTo>
                  <a:cubicBezTo>
                    <a:pt x="190" y="146495"/>
                    <a:pt x="0" y="146971"/>
                    <a:pt x="0" y="147542"/>
                  </a:cubicBezTo>
                  <a:lnTo>
                    <a:pt x="0" y="444818"/>
                  </a:lnTo>
                  <a:cubicBezTo>
                    <a:pt x="0" y="467106"/>
                    <a:pt x="0" y="508445"/>
                    <a:pt x="54197" y="508445"/>
                  </a:cubicBezTo>
                  <a:lnTo>
                    <a:pt x="407289" y="508445"/>
                  </a:lnTo>
                  <a:cubicBezTo>
                    <a:pt x="435578" y="508445"/>
                    <a:pt x="469297" y="497396"/>
                    <a:pt x="469297" y="444818"/>
                  </a:cubicBezTo>
                  <a:lnTo>
                    <a:pt x="469297" y="352711"/>
                  </a:lnTo>
                  <a:lnTo>
                    <a:pt x="515398" y="352711"/>
                  </a:lnTo>
                  <a:cubicBezTo>
                    <a:pt x="521970" y="352711"/>
                    <a:pt x="527304" y="347377"/>
                    <a:pt x="527304" y="340805"/>
                  </a:cubicBezTo>
                  <a:lnTo>
                    <a:pt x="527304" y="13240"/>
                  </a:lnTo>
                  <a:cubicBezTo>
                    <a:pt x="527304" y="6667"/>
                    <a:pt x="521970" y="1333"/>
                    <a:pt x="515398" y="1333"/>
                  </a:cubicBezTo>
                  <a:close/>
                  <a:moveTo>
                    <a:pt x="107252" y="431387"/>
                  </a:moveTo>
                  <a:cubicBezTo>
                    <a:pt x="107252" y="440436"/>
                    <a:pt x="99917" y="447675"/>
                    <a:pt x="90964" y="447675"/>
                  </a:cubicBezTo>
                  <a:cubicBezTo>
                    <a:pt x="82010" y="447675"/>
                    <a:pt x="74676" y="440341"/>
                    <a:pt x="74676" y="431387"/>
                  </a:cubicBezTo>
                  <a:cubicBezTo>
                    <a:pt x="74676" y="422434"/>
                    <a:pt x="82010" y="415100"/>
                    <a:pt x="90964" y="415100"/>
                  </a:cubicBezTo>
                  <a:cubicBezTo>
                    <a:pt x="99917" y="415100"/>
                    <a:pt x="107252" y="422434"/>
                    <a:pt x="107252" y="431387"/>
                  </a:cubicBezTo>
                  <a:close/>
                  <a:moveTo>
                    <a:pt x="38100" y="273653"/>
                  </a:moveTo>
                  <a:lnTo>
                    <a:pt x="177165" y="273653"/>
                  </a:lnTo>
                  <a:lnTo>
                    <a:pt x="177165" y="362236"/>
                  </a:lnTo>
                  <a:lnTo>
                    <a:pt x="38100" y="362236"/>
                  </a:lnTo>
                  <a:lnTo>
                    <a:pt x="38100" y="273653"/>
                  </a:lnTo>
                  <a:close/>
                  <a:moveTo>
                    <a:pt x="177070" y="249841"/>
                  </a:moveTo>
                  <a:lnTo>
                    <a:pt x="38005" y="249841"/>
                  </a:lnTo>
                  <a:lnTo>
                    <a:pt x="38005" y="166592"/>
                  </a:lnTo>
                  <a:lnTo>
                    <a:pt x="177070" y="166592"/>
                  </a:lnTo>
                  <a:lnTo>
                    <a:pt x="177070" y="249841"/>
                  </a:lnTo>
                  <a:close/>
                  <a:moveTo>
                    <a:pt x="383191" y="441865"/>
                  </a:moveTo>
                  <a:lnTo>
                    <a:pt x="279178" y="441865"/>
                  </a:lnTo>
                  <a:cubicBezTo>
                    <a:pt x="272606" y="441865"/>
                    <a:pt x="267272" y="436531"/>
                    <a:pt x="267272" y="429959"/>
                  </a:cubicBezTo>
                  <a:cubicBezTo>
                    <a:pt x="267272" y="423386"/>
                    <a:pt x="272606" y="418052"/>
                    <a:pt x="279178" y="418052"/>
                  </a:cubicBezTo>
                  <a:lnTo>
                    <a:pt x="383191" y="418052"/>
                  </a:lnTo>
                  <a:cubicBezTo>
                    <a:pt x="389763" y="418052"/>
                    <a:pt x="395097" y="423386"/>
                    <a:pt x="395097" y="429959"/>
                  </a:cubicBezTo>
                  <a:cubicBezTo>
                    <a:pt x="395097" y="436531"/>
                    <a:pt x="389763" y="441865"/>
                    <a:pt x="383191" y="441865"/>
                  </a:cubicBezTo>
                  <a:close/>
                  <a:moveTo>
                    <a:pt x="100394" y="77438"/>
                  </a:moveTo>
                  <a:lnTo>
                    <a:pt x="177070" y="77438"/>
                  </a:lnTo>
                  <a:lnTo>
                    <a:pt x="177070" y="128492"/>
                  </a:lnTo>
                  <a:lnTo>
                    <a:pt x="58960" y="128492"/>
                  </a:lnTo>
                  <a:lnTo>
                    <a:pt x="100394" y="77438"/>
                  </a:lnTo>
                  <a:close/>
                  <a:moveTo>
                    <a:pt x="431101" y="362141"/>
                  </a:moveTo>
                  <a:lnTo>
                    <a:pt x="270034" y="362141"/>
                  </a:lnTo>
                  <a:lnTo>
                    <a:pt x="279845" y="352711"/>
                  </a:lnTo>
                  <a:lnTo>
                    <a:pt x="431101" y="352711"/>
                  </a:lnTo>
                  <a:lnTo>
                    <a:pt x="431101" y="362141"/>
                  </a:lnTo>
                  <a:close/>
                  <a:moveTo>
                    <a:pt x="503301" y="328898"/>
                  </a:moveTo>
                  <a:lnTo>
                    <a:pt x="274987" y="328898"/>
                  </a:lnTo>
                  <a:cubicBezTo>
                    <a:pt x="271939" y="328898"/>
                    <a:pt x="268986" y="330041"/>
                    <a:pt x="266700" y="332232"/>
                  </a:cubicBezTo>
                  <a:lnTo>
                    <a:pt x="200787" y="395478"/>
                  </a:lnTo>
                  <a:lnTo>
                    <a:pt x="200787" y="151257"/>
                  </a:lnTo>
                  <a:cubicBezTo>
                    <a:pt x="200978" y="150019"/>
                    <a:pt x="201168" y="148876"/>
                    <a:pt x="201168" y="147542"/>
                  </a:cubicBezTo>
                  <a:cubicBezTo>
                    <a:pt x="201168" y="146209"/>
                    <a:pt x="201073" y="145066"/>
                    <a:pt x="200787" y="143827"/>
                  </a:cubicBezTo>
                  <a:lnTo>
                    <a:pt x="200787" y="62008"/>
                  </a:lnTo>
                  <a:cubicBezTo>
                    <a:pt x="200978" y="60769"/>
                    <a:pt x="201168" y="59626"/>
                    <a:pt x="201168" y="58293"/>
                  </a:cubicBezTo>
                  <a:cubicBezTo>
                    <a:pt x="201168" y="56960"/>
                    <a:pt x="201073" y="55817"/>
                    <a:pt x="200787" y="54578"/>
                  </a:cubicBezTo>
                  <a:lnTo>
                    <a:pt x="200787" y="23717"/>
                  </a:lnTo>
                  <a:lnTo>
                    <a:pt x="503206" y="24955"/>
                  </a:lnTo>
                  <a:lnTo>
                    <a:pt x="503206" y="32880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430" name="Google Shape;4430;p100"/>
          <p:cNvGrpSpPr/>
          <p:nvPr/>
        </p:nvGrpSpPr>
        <p:grpSpPr>
          <a:xfrm>
            <a:off x="2037516" y="1767349"/>
            <a:ext cx="293662" cy="293340"/>
            <a:chOff x="7521638" y="2087848"/>
            <a:chExt cx="522065" cy="521493"/>
          </a:xfrm>
        </p:grpSpPr>
        <p:sp>
          <p:nvSpPr>
            <p:cNvPr id="4431" name="Google Shape;4431;p100"/>
            <p:cNvSpPr/>
            <p:nvPr/>
          </p:nvSpPr>
          <p:spPr>
            <a:xfrm>
              <a:off x="7863014" y="2089467"/>
              <a:ext cx="28289" cy="23812"/>
            </a:xfrm>
            <a:custGeom>
              <a:avLst/>
              <a:gdLst/>
              <a:ahLst/>
              <a:cxnLst/>
              <a:rect l="l" t="t" r="r" b="b"/>
              <a:pathLst>
                <a:path w="28289" h="23812" extrusionOk="0">
                  <a:moveTo>
                    <a:pt x="11906" y="23813"/>
                  </a:moveTo>
                  <a:lnTo>
                    <a:pt x="16383" y="23813"/>
                  </a:lnTo>
                  <a:cubicBezTo>
                    <a:pt x="22955" y="23813"/>
                    <a:pt x="28289" y="18479"/>
                    <a:pt x="28289" y="11906"/>
                  </a:cubicBezTo>
                  <a:cubicBezTo>
                    <a:pt x="28289" y="5334"/>
                    <a:pt x="22955" y="0"/>
                    <a:pt x="16383"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32" name="Google Shape;4432;p100"/>
            <p:cNvSpPr/>
            <p:nvPr/>
          </p:nvSpPr>
          <p:spPr>
            <a:xfrm>
              <a:off x="7712900" y="2585338"/>
              <a:ext cx="32956" cy="23812"/>
            </a:xfrm>
            <a:custGeom>
              <a:avLst/>
              <a:gdLst/>
              <a:ahLst/>
              <a:cxnLst/>
              <a:rect l="l" t="t" r="r" b="b"/>
              <a:pathLst>
                <a:path w="32956" h="23812" extrusionOk="0">
                  <a:moveTo>
                    <a:pt x="21050" y="0"/>
                  </a:moveTo>
                  <a:lnTo>
                    <a:pt x="11906" y="0"/>
                  </a:lnTo>
                  <a:cubicBezTo>
                    <a:pt x="5334" y="0"/>
                    <a:pt x="0" y="5334"/>
                    <a:pt x="0" y="11906"/>
                  </a:cubicBezTo>
                  <a:cubicBezTo>
                    <a:pt x="0" y="18479"/>
                    <a:pt x="5334" y="23813"/>
                    <a:pt x="11906" y="23813"/>
                  </a:cubicBezTo>
                  <a:lnTo>
                    <a:pt x="21050" y="23813"/>
                  </a:lnTo>
                  <a:cubicBezTo>
                    <a:pt x="27622" y="23813"/>
                    <a:pt x="32956" y="18479"/>
                    <a:pt x="32956" y="11906"/>
                  </a:cubicBezTo>
                  <a:cubicBezTo>
                    <a:pt x="32956" y="5334"/>
                    <a:pt x="27622" y="0"/>
                    <a:pt x="2105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33" name="Google Shape;4433;p100"/>
            <p:cNvSpPr/>
            <p:nvPr/>
          </p:nvSpPr>
          <p:spPr>
            <a:xfrm>
              <a:off x="7777098" y="2585338"/>
              <a:ext cx="32956" cy="23812"/>
            </a:xfrm>
            <a:custGeom>
              <a:avLst/>
              <a:gdLst/>
              <a:ahLst/>
              <a:cxnLst/>
              <a:rect l="l" t="t" r="r" b="b"/>
              <a:pathLst>
                <a:path w="32956" h="23812" extrusionOk="0">
                  <a:moveTo>
                    <a:pt x="21050" y="0"/>
                  </a:moveTo>
                  <a:lnTo>
                    <a:pt x="11906" y="0"/>
                  </a:lnTo>
                  <a:cubicBezTo>
                    <a:pt x="5334" y="0"/>
                    <a:pt x="0" y="5334"/>
                    <a:pt x="0" y="11906"/>
                  </a:cubicBezTo>
                  <a:cubicBezTo>
                    <a:pt x="0" y="18479"/>
                    <a:pt x="5334" y="23813"/>
                    <a:pt x="11906" y="23813"/>
                  </a:cubicBezTo>
                  <a:lnTo>
                    <a:pt x="21050" y="23813"/>
                  </a:lnTo>
                  <a:cubicBezTo>
                    <a:pt x="27623" y="23813"/>
                    <a:pt x="32956" y="18479"/>
                    <a:pt x="32956" y="11906"/>
                  </a:cubicBezTo>
                  <a:cubicBezTo>
                    <a:pt x="32956" y="5334"/>
                    <a:pt x="27623" y="0"/>
                    <a:pt x="2105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34" name="Google Shape;4434;p100"/>
            <p:cNvSpPr/>
            <p:nvPr/>
          </p:nvSpPr>
          <p:spPr>
            <a:xfrm>
              <a:off x="7648606" y="2585338"/>
              <a:ext cx="32956" cy="23812"/>
            </a:xfrm>
            <a:custGeom>
              <a:avLst/>
              <a:gdLst/>
              <a:ahLst/>
              <a:cxnLst/>
              <a:rect l="l" t="t" r="r" b="b"/>
              <a:pathLst>
                <a:path w="32956" h="23812" extrusionOk="0">
                  <a:moveTo>
                    <a:pt x="21050" y="0"/>
                  </a:moveTo>
                  <a:lnTo>
                    <a:pt x="11906" y="0"/>
                  </a:lnTo>
                  <a:cubicBezTo>
                    <a:pt x="5334" y="0"/>
                    <a:pt x="0" y="5334"/>
                    <a:pt x="0" y="11906"/>
                  </a:cubicBezTo>
                  <a:cubicBezTo>
                    <a:pt x="0" y="18479"/>
                    <a:pt x="5334" y="23813"/>
                    <a:pt x="11906" y="23813"/>
                  </a:cubicBezTo>
                  <a:lnTo>
                    <a:pt x="21050" y="23813"/>
                  </a:lnTo>
                  <a:cubicBezTo>
                    <a:pt x="27622" y="23813"/>
                    <a:pt x="32956" y="18479"/>
                    <a:pt x="32956" y="11906"/>
                  </a:cubicBezTo>
                  <a:cubicBezTo>
                    <a:pt x="32956" y="5334"/>
                    <a:pt x="27622" y="0"/>
                    <a:pt x="2105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35" name="Google Shape;4435;p100"/>
            <p:cNvSpPr/>
            <p:nvPr/>
          </p:nvSpPr>
          <p:spPr>
            <a:xfrm>
              <a:off x="7584387" y="2585295"/>
              <a:ext cx="32977" cy="24046"/>
            </a:xfrm>
            <a:custGeom>
              <a:avLst/>
              <a:gdLst/>
              <a:ahLst/>
              <a:cxnLst/>
              <a:rect l="l" t="t" r="r" b="b"/>
              <a:pathLst>
                <a:path w="32977" h="24046" extrusionOk="0">
                  <a:moveTo>
                    <a:pt x="21071" y="43"/>
                  </a:moveTo>
                  <a:lnTo>
                    <a:pt x="15832" y="43"/>
                  </a:lnTo>
                  <a:cubicBezTo>
                    <a:pt x="14784" y="43"/>
                    <a:pt x="13737" y="43"/>
                    <a:pt x="12689" y="43"/>
                  </a:cubicBezTo>
                  <a:cubicBezTo>
                    <a:pt x="6021" y="-528"/>
                    <a:pt x="497" y="4615"/>
                    <a:pt x="21" y="11188"/>
                  </a:cubicBezTo>
                  <a:cubicBezTo>
                    <a:pt x="-360" y="17760"/>
                    <a:pt x="4593" y="23380"/>
                    <a:pt x="11165" y="23856"/>
                  </a:cubicBezTo>
                  <a:cubicBezTo>
                    <a:pt x="12689" y="23951"/>
                    <a:pt x="14308" y="24046"/>
                    <a:pt x="15832" y="24046"/>
                  </a:cubicBezTo>
                  <a:lnTo>
                    <a:pt x="21071" y="24046"/>
                  </a:lnTo>
                  <a:cubicBezTo>
                    <a:pt x="27643" y="24046"/>
                    <a:pt x="32977" y="18712"/>
                    <a:pt x="32977" y="12140"/>
                  </a:cubicBezTo>
                  <a:cubicBezTo>
                    <a:pt x="32977" y="5568"/>
                    <a:pt x="27643" y="234"/>
                    <a:pt x="21071" y="23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36" name="Google Shape;4436;p100"/>
            <p:cNvSpPr/>
            <p:nvPr/>
          </p:nvSpPr>
          <p:spPr>
            <a:xfrm>
              <a:off x="7905495" y="2585338"/>
              <a:ext cx="32956" cy="23812"/>
            </a:xfrm>
            <a:custGeom>
              <a:avLst/>
              <a:gdLst/>
              <a:ahLst/>
              <a:cxnLst/>
              <a:rect l="l" t="t" r="r" b="b"/>
              <a:pathLst>
                <a:path w="32956" h="23812" extrusionOk="0">
                  <a:moveTo>
                    <a:pt x="21050" y="0"/>
                  </a:moveTo>
                  <a:lnTo>
                    <a:pt x="11906" y="0"/>
                  </a:lnTo>
                  <a:cubicBezTo>
                    <a:pt x="5334" y="0"/>
                    <a:pt x="0" y="5334"/>
                    <a:pt x="0" y="11906"/>
                  </a:cubicBezTo>
                  <a:cubicBezTo>
                    <a:pt x="0" y="18479"/>
                    <a:pt x="5334" y="23813"/>
                    <a:pt x="11906" y="23813"/>
                  </a:cubicBezTo>
                  <a:lnTo>
                    <a:pt x="21050" y="23813"/>
                  </a:lnTo>
                  <a:cubicBezTo>
                    <a:pt x="27623" y="23813"/>
                    <a:pt x="32956" y="18479"/>
                    <a:pt x="32956" y="11906"/>
                  </a:cubicBezTo>
                  <a:cubicBezTo>
                    <a:pt x="32956" y="5334"/>
                    <a:pt x="27623" y="0"/>
                    <a:pt x="2105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37" name="Google Shape;4437;p100"/>
            <p:cNvSpPr/>
            <p:nvPr/>
          </p:nvSpPr>
          <p:spPr>
            <a:xfrm>
              <a:off x="7523924" y="2489708"/>
              <a:ext cx="23812" cy="32956"/>
            </a:xfrm>
            <a:custGeom>
              <a:avLst/>
              <a:gdLst/>
              <a:ahLst/>
              <a:cxnLst/>
              <a:rect l="l" t="t" r="r" b="b"/>
              <a:pathLst>
                <a:path w="23812" h="32956" extrusionOk="0">
                  <a:moveTo>
                    <a:pt x="23813" y="21050"/>
                  </a:moveTo>
                  <a:lnTo>
                    <a:pt x="23813" y="11906"/>
                  </a:lnTo>
                  <a:cubicBezTo>
                    <a:pt x="23813" y="5334"/>
                    <a:pt x="18479" y="0"/>
                    <a:pt x="11906" y="0"/>
                  </a:cubicBezTo>
                  <a:cubicBezTo>
                    <a:pt x="5334" y="0"/>
                    <a:pt x="0" y="5334"/>
                    <a:pt x="0" y="11906"/>
                  </a:cubicBezTo>
                  <a:lnTo>
                    <a:pt x="0" y="21050"/>
                  </a:lnTo>
                  <a:cubicBezTo>
                    <a:pt x="0" y="27622"/>
                    <a:pt x="5334" y="32956"/>
                    <a:pt x="11906" y="32956"/>
                  </a:cubicBezTo>
                  <a:cubicBezTo>
                    <a:pt x="18479" y="32956"/>
                    <a:pt x="23813" y="27622"/>
                    <a:pt x="23813" y="2105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38" name="Google Shape;4438;p100"/>
            <p:cNvSpPr/>
            <p:nvPr/>
          </p:nvSpPr>
          <p:spPr>
            <a:xfrm>
              <a:off x="7922545" y="2089467"/>
              <a:ext cx="32956" cy="23812"/>
            </a:xfrm>
            <a:custGeom>
              <a:avLst/>
              <a:gdLst/>
              <a:ahLst/>
              <a:cxnLst/>
              <a:rect l="l" t="t" r="r" b="b"/>
              <a:pathLst>
                <a:path w="32956" h="23812" extrusionOk="0">
                  <a:moveTo>
                    <a:pt x="11906" y="23813"/>
                  </a:moveTo>
                  <a:lnTo>
                    <a:pt x="21050" y="23813"/>
                  </a:lnTo>
                  <a:cubicBezTo>
                    <a:pt x="27623" y="23813"/>
                    <a:pt x="32956" y="18479"/>
                    <a:pt x="32956" y="11906"/>
                  </a:cubicBezTo>
                  <a:cubicBezTo>
                    <a:pt x="32956" y="5334"/>
                    <a:pt x="27623" y="0"/>
                    <a:pt x="21050"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39" name="Google Shape;4439;p100"/>
            <p:cNvSpPr/>
            <p:nvPr/>
          </p:nvSpPr>
          <p:spPr>
            <a:xfrm>
              <a:off x="7532375" y="2552356"/>
              <a:ext cx="28879" cy="31458"/>
            </a:xfrm>
            <a:custGeom>
              <a:avLst/>
              <a:gdLst/>
              <a:ahLst/>
              <a:cxnLst/>
              <a:rect l="l" t="t" r="r" b="b"/>
              <a:pathLst>
                <a:path w="28879" h="31458" extrusionOk="0">
                  <a:moveTo>
                    <a:pt x="22219" y="6027"/>
                  </a:moveTo>
                  <a:cubicBezTo>
                    <a:pt x="18981" y="312"/>
                    <a:pt x="11742" y="-1689"/>
                    <a:pt x="6027" y="1550"/>
                  </a:cubicBezTo>
                  <a:cubicBezTo>
                    <a:pt x="312" y="4788"/>
                    <a:pt x="-1689" y="12027"/>
                    <a:pt x="1550" y="17742"/>
                  </a:cubicBezTo>
                  <a:cubicBezTo>
                    <a:pt x="3360" y="20886"/>
                    <a:pt x="5360" y="23934"/>
                    <a:pt x="7551" y="26791"/>
                  </a:cubicBezTo>
                  <a:cubicBezTo>
                    <a:pt x="9932" y="29839"/>
                    <a:pt x="13456" y="31458"/>
                    <a:pt x="16980" y="31458"/>
                  </a:cubicBezTo>
                  <a:cubicBezTo>
                    <a:pt x="19552" y="31458"/>
                    <a:pt x="22029" y="30696"/>
                    <a:pt x="24219" y="28982"/>
                  </a:cubicBezTo>
                  <a:cubicBezTo>
                    <a:pt x="29458" y="24981"/>
                    <a:pt x="30411" y="17457"/>
                    <a:pt x="26410" y="12313"/>
                  </a:cubicBezTo>
                  <a:cubicBezTo>
                    <a:pt x="24886" y="10313"/>
                    <a:pt x="23457" y="8217"/>
                    <a:pt x="22314" y="602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40" name="Google Shape;4440;p100"/>
            <p:cNvSpPr/>
            <p:nvPr/>
          </p:nvSpPr>
          <p:spPr>
            <a:xfrm>
              <a:off x="7841297" y="2585338"/>
              <a:ext cx="32956" cy="23812"/>
            </a:xfrm>
            <a:custGeom>
              <a:avLst/>
              <a:gdLst/>
              <a:ahLst/>
              <a:cxnLst/>
              <a:rect l="l" t="t" r="r" b="b"/>
              <a:pathLst>
                <a:path w="32956" h="23812" extrusionOk="0">
                  <a:moveTo>
                    <a:pt x="21050" y="0"/>
                  </a:moveTo>
                  <a:lnTo>
                    <a:pt x="11906" y="0"/>
                  </a:lnTo>
                  <a:cubicBezTo>
                    <a:pt x="5334" y="0"/>
                    <a:pt x="0" y="5334"/>
                    <a:pt x="0" y="11906"/>
                  </a:cubicBezTo>
                  <a:cubicBezTo>
                    <a:pt x="0" y="18479"/>
                    <a:pt x="5334" y="23813"/>
                    <a:pt x="11906" y="23813"/>
                  </a:cubicBezTo>
                  <a:lnTo>
                    <a:pt x="21050" y="23813"/>
                  </a:lnTo>
                  <a:cubicBezTo>
                    <a:pt x="27622" y="23813"/>
                    <a:pt x="32956" y="18479"/>
                    <a:pt x="32956" y="11906"/>
                  </a:cubicBezTo>
                  <a:cubicBezTo>
                    <a:pt x="32956" y="5334"/>
                    <a:pt x="27622" y="0"/>
                    <a:pt x="2105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41" name="Google Shape;4441;p100"/>
            <p:cNvSpPr/>
            <p:nvPr/>
          </p:nvSpPr>
          <p:spPr>
            <a:xfrm>
              <a:off x="8019700" y="2276729"/>
              <a:ext cx="23717" cy="32956"/>
            </a:xfrm>
            <a:custGeom>
              <a:avLst/>
              <a:gdLst/>
              <a:ahLst/>
              <a:cxnLst/>
              <a:rect l="l" t="t" r="r" b="b"/>
              <a:pathLst>
                <a:path w="23717" h="32956" extrusionOk="0">
                  <a:moveTo>
                    <a:pt x="11906" y="0"/>
                  </a:moveTo>
                  <a:lnTo>
                    <a:pt x="11906" y="0"/>
                  </a:lnTo>
                  <a:cubicBezTo>
                    <a:pt x="5334" y="0"/>
                    <a:pt x="0" y="5334"/>
                    <a:pt x="0" y="11906"/>
                  </a:cubicBezTo>
                  <a:lnTo>
                    <a:pt x="0" y="21050"/>
                  </a:lnTo>
                  <a:cubicBezTo>
                    <a:pt x="0" y="27622"/>
                    <a:pt x="5239" y="32956"/>
                    <a:pt x="11811" y="32956"/>
                  </a:cubicBezTo>
                  <a:lnTo>
                    <a:pt x="11811" y="32956"/>
                  </a:lnTo>
                  <a:cubicBezTo>
                    <a:pt x="18383" y="32956"/>
                    <a:pt x="23717" y="27622"/>
                    <a:pt x="23717" y="21050"/>
                  </a:cubicBezTo>
                  <a:lnTo>
                    <a:pt x="23717" y="11906"/>
                  </a:lnTo>
                  <a:cubicBezTo>
                    <a:pt x="23717"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42" name="Google Shape;4442;p100"/>
            <p:cNvSpPr/>
            <p:nvPr/>
          </p:nvSpPr>
          <p:spPr>
            <a:xfrm>
              <a:off x="8019654" y="2148298"/>
              <a:ext cx="24049" cy="32894"/>
            </a:xfrm>
            <a:custGeom>
              <a:avLst/>
              <a:gdLst/>
              <a:ahLst/>
              <a:cxnLst/>
              <a:rect l="l" t="t" r="r" b="b"/>
              <a:pathLst>
                <a:path w="24049" h="32894" extrusionOk="0">
                  <a:moveTo>
                    <a:pt x="23764" y="10797"/>
                  </a:moveTo>
                  <a:cubicBezTo>
                    <a:pt x="23192" y="4224"/>
                    <a:pt x="17382" y="-443"/>
                    <a:pt x="10810" y="33"/>
                  </a:cubicBezTo>
                  <a:cubicBezTo>
                    <a:pt x="4237" y="605"/>
                    <a:pt x="-525" y="6415"/>
                    <a:pt x="46" y="12987"/>
                  </a:cubicBezTo>
                  <a:cubicBezTo>
                    <a:pt x="237" y="14607"/>
                    <a:pt x="237" y="16226"/>
                    <a:pt x="237" y="17845"/>
                  </a:cubicBezTo>
                  <a:lnTo>
                    <a:pt x="237" y="20988"/>
                  </a:lnTo>
                  <a:cubicBezTo>
                    <a:pt x="237" y="27561"/>
                    <a:pt x="5571" y="32895"/>
                    <a:pt x="12143" y="32895"/>
                  </a:cubicBezTo>
                  <a:lnTo>
                    <a:pt x="12143" y="32895"/>
                  </a:lnTo>
                  <a:cubicBezTo>
                    <a:pt x="18715" y="32895"/>
                    <a:pt x="24049" y="27561"/>
                    <a:pt x="24049" y="20988"/>
                  </a:cubicBezTo>
                  <a:lnTo>
                    <a:pt x="24049" y="17845"/>
                  </a:lnTo>
                  <a:cubicBezTo>
                    <a:pt x="24049" y="15464"/>
                    <a:pt x="23954" y="13083"/>
                    <a:pt x="23764" y="1070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43" name="Google Shape;4443;p100"/>
            <p:cNvSpPr/>
            <p:nvPr/>
          </p:nvSpPr>
          <p:spPr>
            <a:xfrm>
              <a:off x="8019510" y="2340927"/>
              <a:ext cx="23717" cy="32956"/>
            </a:xfrm>
            <a:custGeom>
              <a:avLst/>
              <a:gdLst/>
              <a:ahLst/>
              <a:cxnLst/>
              <a:rect l="l" t="t" r="r" b="b"/>
              <a:pathLst>
                <a:path w="23717" h="32956" extrusionOk="0">
                  <a:moveTo>
                    <a:pt x="11906" y="0"/>
                  </a:moveTo>
                  <a:lnTo>
                    <a:pt x="11906" y="0"/>
                  </a:lnTo>
                  <a:cubicBezTo>
                    <a:pt x="5334" y="0"/>
                    <a:pt x="0" y="5334"/>
                    <a:pt x="0" y="11906"/>
                  </a:cubicBezTo>
                  <a:lnTo>
                    <a:pt x="0" y="21050"/>
                  </a:lnTo>
                  <a:cubicBezTo>
                    <a:pt x="0" y="27622"/>
                    <a:pt x="5239" y="32957"/>
                    <a:pt x="11811" y="32957"/>
                  </a:cubicBezTo>
                  <a:lnTo>
                    <a:pt x="11811" y="32957"/>
                  </a:lnTo>
                  <a:cubicBezTo>
                    <a:pt x="18383" y="32957"/>
                    <a:pt x="23717" y="27622"/>
                    <a:pt x="23717" y="21050"/>
                  </a:cubicBezTo>
                  <a:lnTo>
                    <a:pt x="23717" y="11906"/>
                  </a:lnTo>
                  <a:cubicBezTo>
                    <a:pt x="23717"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44" name="Google Shape;4444;p100"/>
            <p:cNvSpPr/>
            <p:nvPr/>
          </p:nvSpPr>
          <p:spPr>
            <a:xfrm>
              <a:off x="8019795" y="2212435"/>
              <a:ext cx="23717" cy="32956"/>
            </a:xfrm>
            <a:custGeom>
              <a:avLst/>
              <a:gdLst/>
              <a:ahLst/>
              <a:cxnLst/>
              <a:rect l="l" t="t" r="r" b="b"/>
              <a:pathLst>
                <a:path w="23717" h="32956" extrusionOk="0">
                  <a:moveTo>
                    <a:pt x="11906" y="0"/>
                  </a:moveTo>
                  <a:lnTo>
                    <a:pt x="11906" y="0"/>
                  </a:lnTo>
                  <a:cubicBezTo>
                    <a:pt x="5334" y="0"/>
                    <a:pt x="0" y="5334"/>
                    <a:pt x="0" y="11906"/>
                  </a:cubicBezTo>
                  <a:lnTo>
                    <a:pt x="0" y="21050"/>
                  </a:lnTo>
                  <a:cubicBezTo>
                    <a:pt x="0" y="27622"/>
                    <a:pt x="5239" y="32956"/>
                    <a:pt x="11811" y="32956"/>
                  </a:cubicBezTo>
                  <a:lnTo>
                    <a:pt x="11811" y="32956"/>
                  </a:lnTo>
                  <a:cubicBezTo>
                    <a:pt x="18383" y="32956"/>
                    <a:pt x="23717" y="27622"/>
                    <a:pt x="23717" y="21050"/>
                  </a:cubicBezTo>
                  <a:lnTo>
                    <a:pt x="23717" y="11906"/>
                  </a:lnTo>
                  <a:cubicBezTo>
                    <a:pt x="23717" y="5334"/>
                    <a:pt x="18479"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45" name="Google Shape;4445;p100"/>
            <p:cNvSpPr/>
            <p:nvPr/>
          </p:nvSpPr>
          <p:spPr>
            <a:xfrm>
              <a:off x="8019319" y="2405126"/>
              <a:ext cx="23812" cy="32956"/>
            </a:xfrm>
            <a:custGeom>
              <a:avLst/>
              <a:gdLst/>
              <a:ahLst/>
              <a:cxnLst/>
              <a:rect l="l" t="t" r="r" b="b"/>
              <a:pathLst>
                <a:path w="23812" h="32956" extrusionOk="0">
                  <a:moveTo>
                    <a:pt x="11906" y="0"/>
                  </a:moveTo>
                  <a:lnTo>
                    <a:pt x="11906" y="0"/>
                  </a:lnTo>
                  <a:cubicBezTo>
                    <a:pt x="5334" y="0"/>
                    <a:pt x="0" y="5334"/>
                    <a:pt x="0" y="11906"/>
                  </a:cubicBezTo>
                  <a:lnTo>
                    <a:pt x="0" y="21050"/>
                  </a:lnTo>
                  <a:cubicBezTo>
                    <a:pt x="0" y="27623"/>
                    <a:pt x="5334" y="32956"/>
                    <a:pt x="11906" y="32956"/>
                  </a:cubicBezTo>
                  <a:lnTo>
                    <a:pt x="11906" y="32956"/>
                  </a:lnTo>
                  <a:cubicBezTo>
                    <a:pt x="18478" y="32956"/>
                    <a:pt x="23813" y="27623"/>
                    <a:pt x="23813" y="21050"/>
                  </a:cubicBezTo>
                  <a:lnTo>
                    <a:pt x="23813" y="11906"/>
                  </a:lnTo>
                  <a:cubicBezTo>
                    <a:pt x="23813"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46" name="Google Shape;4446;p100"/>
            <p:cNvSpPr/>
            <p:nvPr/>
          </p:nvSpPr>
          <p:spPr>
            <a:xfrm>
              <a:off x="7969555" y="2580800"/>
              <a:ext cx="32490" cy="26636"/>
            </a:xfrm>
            <a:custGeom>
              <a:avLst/>
              <a:gdLst/>
              <a:ahLst/>
              <a:cxnLst/>
              <a:rect l="l" t="t" r="r" b="b"/>
              <a:pathLst>
                <a:path w="32490" h="26636" extrusionOk="0">
                  <a:moveTo>
                    <a:pt x="16236" y="824"/>
                  </a:moveTo>
                  <a:cubicBezTo>
                    <a:pt x="13950" y="1776"/>
                    <a:pt x="11569" y="2538"/>
                    <a:pt x="9092" y="3110"/>
                  </a:cubicBezTo>
                  <a:cubicBezTo>
                    <a:pt x="2711" y="4634"/>
                    <a:pt x="-1194" y="11111"/>
                    <a:pt x="330" y="17492"/>
                  </a:cubicBezTo>
                  <a:cubicBezTo>
                    <a:pt x="1663" y="22922"/>
                    <a:pt x="6521" y="26636"/>
                    <a:pt x="11855" y="26636"/>
                  </a:cubicBezTo>
                  <a:cubicBezTo>
                    <a:pt x="12807" y="26636"/>
                    <a:pt x="13760" y="26541"/>
                    <a:pt x="14712" y="26255"/>
                  </a:cubicBezTo>
                  <a:cubicBezTo>
                    <a:pt x="18236" y="25398"/>
                    <a:pt x="21665" y="24255"/>
                    <a:pt x="24999" y="22922"/>
                  </a:cubicBezTo>
                  <a:cubicBezTo>
                    <a:pt x="31095" y="20445"/>
                    <a:pt x="34048" y="13587"/>
                    <a:pt x="31667" y="7491"/>
                  </a:cubicBezTo>
                  <a:cubicBezTo>
                    <a:pt x="29190" y="1395"/>
                    <a:pt x="22332" y="-1558"/>
                    <a:pt x="16236" y="82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47" name="Google Shape;4447;p100"/>
            <p:cNvSpPr/>
            <p:nvPr/>
          </p:nvSpPr>
          <p:spPr>
            <a:xfrm>
              <a:off x="7985466" y="2096952"/>
              <a:ext cx="31599" cy="28709"/>
            </a:xfrm>
            <a:custGeom>
              <a:avLst/>
              <a:gdLst/>
              <a:ahLst/>
              <a:cxnLst/>
              <a:rect l="l" t="t" r="r" b="b"/>
              <a:pathLst>
                <a:path w="31599" h="28709" extrusionOk="0">
                  <a:moveTo>
                    <a:pt x="26709" y="7183"/>
                  </a:moveTo>
                  <a:cubicBezTo>
                    <a:pt x="23757" y="5088"/>
                    <a:pt x="20709" y="3087"/>
                    <a:pt x="17470" y="1373"/>
                  </a:cubicBezTo>
                  <a:cubicBezTo>
                    <a:pt x="11660" y="-1675"/>
                    <a:pt x="4421" y="516"/>
                    <a:pt x="1373" y="6326"/>
                  </a:cubicBezTo>
                  <a:cubicBezTo>
                    <a:pt x="-1675" y="12136"/>
                    <a:pt x="516" y="19375"/>
                    <a:pt x="6326" y="22423"/>
                  </a:cubicBezTo>
                  <a:cubicBezTo>
                    <a:pt x="8517" y="23566"/>
                    <a:pt x="10612" y="24900"/>
                    <a:pt x="12612" y="26424"/>
                  </a:cubicBezTo>
                  <a:cubicBezTo>
                    <a:pt x="14708" y="27948"/>
                    <a:pt x="17184" y="28710"/>
                    <a:pt x="19661" y="28710"/>
                  </a:cubicBezTo>
                  <a:cubicBezTo>
                    <a:pt x="23280" y="28710"/>
                    <a:pt x="26900" y="26995"/>
                    <a:pt x="29281" y="23852"/>
                  </a:cubicBezTo>
                  <a:cubicBezTo>
                    <a:pt x="33186" y="18518"/>
                    <a:pt x="32043" y="11088"/>
                    <a:pt x="26709" y="718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48" name="Google Shape;4448;p100"/>
            <p:cNvSpPr/>
            <p:nvPr/>
          </p:nvSpPr>
          <p:spPr>
            <a:xfrm>
              <a:off x="8019224" y="2469324"/>
              <a:ext cx="23717" cy="32956"/>
            </a:xfrm>
            <a:custGeom>
              <a:avLst/>
              <a:gdLst/>
              <a:ahLst/>
              <a:cxnLst/>
              <a:rect l="l" t="t" r="r" b="b"/>
              <a:pathLst>
                <a:path w="23717" h="32956" extrusionOk="0">
                  <a:moveTo>
                    <a:pt x="11906" y="0"/>
                  </a:moveTo>
                  <a:lnTo>
                    <a:pt x="11906" y="0"/>
                  </a:lnTo>
                  <a:cubicBezTo>
                    <a:pt x="5334" y="0"/>
                    <a:pt x="0" y="5334"/>
                    <a:pt x="0" y="11906"/>
                  </a:cubicBezTo>
                  <a:lnTo>
                    <a:pt x="0" y="21050"/>
                  </a:lnTo>
                  <a:cubicBezTo>
                    <a:pt x="0" y="27622"/>
                    <a:pt x="5239" y="32956"/>
                    <a:pt x="11811" y="32956"/>
                  </a:cubicBezTo>
                  <a:lnTo>
                    <a:pt x="11811" y="32956"/>
                  </a:lnTo>
                  <a:cubicBezTo>
                    <a:pt x="18383" y="32956"/>
                    <a:pt x="23717" y="27622"/>
                    <a:pt x="23717" y="21050"/>
                  </a:cubicBezTo>
                  <a:lnTo>
                    <a:pt x="23717" y="11906"/>
                  </a:lnTo>
                  <a:cubicBezTo>
                    <a:pt x="23717" y="5334"/>
                    <a:pt x="18478"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49" name="Google Shape;4449;p100"/>
            <p:cNvSpPr/>
            <p:nvPr/>
          </p:nvSpPr>
          <p:spPr>
            <a:xfrm>
              <a:off x="8015301" y="2533466"/>
              <a:ext cx="26364" cy="32727"/>
            </a:xfrm>
            <a:custGeom>
              <a:avLst/>
              <a:gdLst/>
              <a:ahLst/>
              <a:cxnLst/>
              <a:rect l="l" t="t" r="r" b="b"/>
              <a:pathLst>
                <a:path w="26364" h="32727" extrusionOk="0">
                  <a:moveTo>
                    <a:pt x="16687" y="247"/>
                  </a:moveTo>
                  <a:cubicBezTo>
                    <a:pt x="10305" y="-1086"/>
                    <a:pt x="3923" y="3105"/>
                    <a:pt x="2685" y="9582"/>
                  </a:cubicBezTo>
                  <a:cubicBezTo>
                    <a:pt x="2209" y="11963"/>
                    <a:pt x="1542" y="14440"/>
                    <a:pt x="685" y="16821"/>
                  </a:cubicBezTo>
                  <a:cubicBezTo>
                    <a:pt x="-1506" y="23012"/>
                    <a:pt x="1733" y="29870"/>
                    <a:pt x="7924" y="32061"/>
                  </a:cubicBezTo>
                  <a:cubicBezTo>
                    <a:pt x="9257" y="32537"/>
                    <a:pt x="10591" y="32728"/>
                    <a:pt x="11924" y="32728"/>
                  </a:cubicBezTo>
                  <a:cubicBezTo>
                    <a:pt x="16782" y="32728"/>
                    <a:pt x="21449" y="29680"/>
                    <a:pt x="23164" y="24822"/>
                  </a:cubicBezTo>
                  <a:cubicBezTo>
                    <a:pt x="24402" y="21393"/>
                    <a:pt x="25355" y="17869"/>
                    <a:pt x="26117" y="14344"/>
                  </a:cubicBezTo>
                  <a:cubicBezTo>
                    <a:pt x="27450" y="7867"/>
                    <a:pt x="23259" y="1581"/>
                    <a:pt x="16782" y="34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50" name="Google Shape;4450;p100"/>
            <p:cNvSpPr/>
            <p:nvPr/>
          </p:nvSpPr>
          <p:spPr>
            <a:xfrm>
              <a:off x="7523924" y="2429510"/>
              <a:ext cx="23812" cy="28289"/>
            </a:xfrm>
            <a:custGeom>
              <a:avLst/>
              <a:gdLst/>
              <a:ahLst/>
              <a:cxnLst/>
              <a:rect l="l" t="t" r="r" b="b"/>
              <a:pathLst>
                <a:path w="23812" h="28289" extrusionOk="0">
                  <a:moveTo>
                    <a:pt x="11906" y="0"/>
                  </a:moveTo>
                  <a:cubicBezTo>
                    <a:pt x="5334" y="0"/>
                    <a:pt x="0" y="5334"/>
                    <a:pt x="0" y="11906"/>
                  </a:cubicBezTo>
                  <a:lnTo>
                    <a:pt x="0" y="16383"/>
                  </a:lnTo>
                  <a:cubicBezTo>
                    <a:pt x="0" y="22955"/>
                    <a:pt x="5334" y="28289"/>
                    <a:pt x="11906" y="28289"/>
                  </a:cubicBezTo>
                  <a:cubicBezTo>
                    <a:pt x="18479" y="28289"/>
                    <a:pt x="23813" y="22955"/>
                    <a:pt x="23813" y="16383"/>
                  </a:cubicBezTo>
                  <a:lnTo>
                    <a:pt x="23813" y="11906"/>
                  </a:lnTo>
                  <a:cubicBezTo>
                    <a:pt x="23813" y="5334"/>
                    <a:pt x="18479" y="0"/>
                    <a:pt x="11906"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51" name="Google Shape;4451;p100"/>
            <p:cNvSpPr/>
            <p:nvPr/>
          </p:nvSpPr>
          <p:spPr>
            <a:xfrm>
              <a:off x="7521638" y="2087848"/>
              <a:ext cx="344805" cy="344900"/>
            </a:xfrm>
            <a:custGeom>
              <a:avLst/>
              <a:gdLst/>
              <a:ahLst/>
              <a:cxnLst/>
              <a:rect l="l" t="t" r="r" b="b"/>
              <a:pathLst>
                <a:path w="344805" h="344900" extrusionOk="0">
                  <a:moveTo>
                    <a:pt x="82963" y="344900"/>
                  </a:moveTo>
                  <a:lnTo>
                    <a:pt x="261842" y="344900"/>
                  </a:lnTo>
                  <a:cubicBezTo>
                    <a:pt x="307562" y="344900"/>
                    <a:pt x="344805" y="307658"/>
                    <a:pt x="344805" y="261937"/>
                  </a:cubicBezTo>
                  <a:lnTo>
                    <a:pt x="344805" y="82963"/>
                  </a:lnTo>
                  <a:cubicBezTo>
                    <a:pt x="344805" y="37243"/>
                    <a:pt x="307562" y="0"/>
                    <a:pt x="261842" y="0"/>
                  </a:cubicBezTo>
                  <a:lnTo>
                    <a:pt x="82963" y="0"/>
                  </a:lnTo>
                  <a:cubicBezTo>
                    <a:pt x="37243" y="0"/>
                    <a:pt x="0" y="37243"/>
                    <a:pt x="0" y="82963"/>
                  </a:cubicBezTo>
                  <a:lnTo>
                    <a:pt x="0" y="261937"/>
                  </a:lnTo>
                  <a:cubicBezTo>
                    <a:pt x="0" y="307658"/>
                    <a:pt x="37243" y="344900"/>
                    <a:pt x="82963" y="344900"/>
                  </a:cubicBezTo>
                  <a:close/>
                  <a:moveTo>
                    <a:pt x="38100" y="82963"/>
                  </a:moveTo>
                  <a:cubicBezTo>
                    <a:pt x="38100" y="58198"/>
                    <a:pt x="58198" y="38100"/>
                    <a:pt x="82963" y="38100"/>
                  </a:cubicBezTo>
                  <a:lnTo>
                    <a:pt x="261842" y="38100"/>
                  </a:lnTo>
                  <a:cubicBezTo>
                    <a:pt x="286607" y="38100"/>
                    <a:pt x="306705" y="58198"/>
                    <a:pt x="306705" y="82963"/>
                  </a:cubicBezTo>
                  <a:lnTo>
                    <a:pt x="306705" y="261937"/>
                  </a:lnTo>
                  <a:cubicBezTo>
                    <a:pt x="306705" y="286703"/>
                    <a:pt x="286607" y="306800"/>
                    <a:pt x="261842" y="306800"/>
                  </a:cubicBezTo>
                  <a:lnTo>
                    <a:pt x="82963" y="306800"/>
                  </a:lnTo>
                  <a:cubicBezTo>
                    <a:pt x="58198" y="306800"/>
                    <a:pt x="38100" y="286703"/>
                    <a:pt x="38100" y="261937"/>
                  </a:cubicBezTo>
                  <a:lnTo>
                    <a:pt x="38100" y="8296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52" name="Google Shape;4452;p100"/>
            <p:cNvSpPr/>
            <p:nvPr/>
          </p:nvSpPr>
          <p:spPr>
            <a:xfrm>
              <a:off x="7857799" y="2423116"/>
              <a:ext cx="103322" cy="103644"/>
            </a:xfrm>
            <a:custGeom>
              <a:avLst/>
              <a:gdLst/>
              <a:ahLst/>
              <a:cxnLst/>
              <a:rect l="l" t="t" r="r" b="b"/>
              <a:pathLst>
                <a:path w="103322" h="103644" extrusionOk="0">
                  <a:moveTo>
                    <a:pt x="91321" y="20015"/>
                  </a:moveTo>
                  <a:cubicBezTo>
                    <a:pt x="84749" y="20015"/>
                    <a:pt x="79415" y="25348"/>
                    <a:pt x="79415" y="31921"/>
                  </a:cubicBezTo>
                  <a:lnTo>
                    <a:pt x="79415" y="63258"/>
                  </a:lnTo>
                  <a:lnTo>
                    <a:pt x="20360" y="3536"/>
                  </a:lnTo>
                  <a:cubicBezTo>
                    <a:pt x="15692" y="-1131"/>
                    <a:pt x="8168" y="-1226"/>
                    <a:pt x="3500" y="3536"/>
                  </a:cubicBezTo>
                  <a:cubicBezTo>
                    <a:pt x="-1167" y="8204"/>
                    <a:pt x="-1167" y="15728"/>
                    <a:pt x="3500" y="20395"/>
                  </a:cubicBezTo>
                  <a:lnTo>
                    <a:pt x="62270" y="79832"/>
                  </a:lnTo>
                  <a:lnTo>
                    <a:pt x="31790" y="79832"/>
                  </a:lnTo>
                  <a:cubicBezTo>
                    <a:pt x="25217" y="79832"/>
                    <a:pt x="19883" y="85165"/>
                    <a:pt x="19883" y="91738"/>
                  </a:cubicBezTo>
                  <a:cubicBezTo>
                    <a:pt x="19883" y="98310"/>
                    <a:pt x="25217" y="103644"/>
                    <a:pt x="31790" y="103644"/>
                  </a:cubicBezTo>
                  <a:lnTo>
                    <a:pt x="91416" y="103644"/>
                  </a:lnTo>
                  <a:cubicBezTo>
                    <a:pt x="97988" y="103644"/>
                    <a:pt x="103322" y="98310"/>
                    <a:pt x="103322" y="91738"/>
                  </a:cubicBezTo>
                  <a:lnTo>
                    <a:pt x="103322" y="32111"/>
                  </a:lnTo>
                  <a:cubicBezTo>
                    <a:pt x="103322" y="25539"/>
                    <a:pt x="97988" y="20205"/>
                    <a:pt x="91416" y="2020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453" name="Google Shape;4453;p100"/>
          <p:cNvSpPr/>
          <p:nvPr/>
        </p:nvSpPr>
        <p:spPr>
          <a:xfrm>
            <a:off x="1244758" y="1763976"/>
            <a:ext cx="295751" cy="300091"/>
          </a:xfrm>
          <a:custGeom>
            <a:avLst/>
            <a:gdLst/>
            <a:ahLst/>
            <a:cxnLst/>
            <a:rect l="l" t="t" r="r" b="b"/>
            <a:pathLst>
              <a:path w="525779" h="533495" extrusionOk="0">
                <a:moveTo>
                  <a:pt x="211455" y="0"/>
                </a:moveTo>
                <a:cubicBezTo>
                  <a:pt x="106394" y="0"/>
                  <a:pt x="0" y="31814"/>
                  <a:pt x="0" y="92678"/>
                </a:cubicBezTo>
                <a:lnTo>
                  <a:pt x="0" y="394049"/>
                </a:lnTo>
                <a:cubicBezTo>
                  <a:pt x="0" y="454819"/>
                  <a:pt x="106394" y="486632"/>
                  <a:pt x="211455" y="486632"/>
                </a:cubicBezTo>
                <a:cubicBezTo>
                  <a:pt x="238125" y="486632"/>
                  <a:pt x="264605" y="484346"/>
                  <a:pt x="289751" y="480251"/>
                </a:cubicBezTo>
                <a:cubicBezTo>
                  <a:pt x="289941" y="480251"/>
                  <a:pt x="290132" y="480346"/>
                  <a:pt x="290417" y="480346"/>
                </a:cubicBezTo>
                <a:cubicBezTo>
                  <a:pt x="291465" y="480346"/>
                  <a:pt x="292418" y="479870"/>
                  <a:pt x="293465" y="479774"/>
                </a:cubicBezTo>
                <a:cubicBezTo>
                  <a:pt x="294989" y="479489"/>
                  <a:pt x="296513" y="479393"/>
                  <a:pt x="297847" y="478822"/>
                </a:cubicBezTo>
                <a:cubicBezTo>
                  <a:pt x="304419" y="475964"/>
                  <a:pt x="309086" y="469392"/>
                  <a:pt x="309086" y="461772"/>
                </a:cubicBezTo>
                <a:cubicBezTo>
                  <a:pt x="309086" y="461105"/>
                  <a:pt x="309086" y="460343"/>
                  <a:pt x="309086" y="459677"/>
                </a:cubicBezTo>
                <a:cubicBezTo>
                  <a:pt x="308039" y="450342"/>
                  <a:pt x="300038" y="443103"/>
                  <a:pt x="290417" y="443103"/>
                </a:cubicBezTo>
                <a:cubicBezTo>
                  <a:pt x="290036" y="443103"/>
                  <a:pt x="289560" y="443103"/>
                  <a:pt x="289179" y="443198"/>
                </a:cubicBezTo>
                <a:cubicBezTo>
                  <a:pt x="289179" y="443198"/>
                  <a:pt x="289274" y="443198"/>
                  <a:pt x="289370" y="443198"/>
                </a:cubicBezTo>
                <a:cubicBezTo>
                  <a:pt x="289370" y="443198"/>
                  <a:pt x="289084" y="443198"/>
                  <a:pt x="288608" y="443294"/>
                </a:cubicBezTo>
                <a:cubicBezTo>
                  <a:pt x="288322" y="443294"/>
                  <a:pt x="288036" y="443294"/>
                  <a:pt x="287655" y="443389"/>
                </a:cubicBezTo>
                <a:cubicBezTo>
                  <a:pt x="286798" y="443484"/>
                  <a:pt x="285560" y="443675"/>
                  <a:pt x="284131" y="443865"/>
                </a:cubicBezTo>
                <a:cubicBezTo>
                  <a:pt x="274701" y="445008"/>
                  <a:pt x="254222" y="447294"/>
                  <a:pt x="234601" y="448628"/>
                </a:cubicBezTo>
                <a:cubicBezTo>
                  <a:pt x="230315" y="448818"/>
                  <a:pt x="226219" y="449199"/>
                  <a:pt x="221837" y="449294"/>
                </a:cubicBezTo>
                <a:cubicBezTo>
                  <a:pt x="218313" y="449390"/>
                  <a:pt x="214884" y="449485"/>
                  <a:pt x="211646" y="449485"/>
                </a:cubicBezTo>
                <a:cubicBezTo>
                  <a:pt x="105251" y="449485"/>
                  <a:pt x="37338" y="416624"/>
                  <a:pt x="37338" y="393954"/>
                </a:cubicBezTo>
                <a:lnTo>
                  <a:pt x="37338" y="348044"/>
                </a:lnTo>
                <a:cubicBezTo>
                  <a:pt x="77534" y="373094"/>
                  <a:pt x="144780" y="386048"/>
                  <a:pt x="211646" y="386048"/>
                </a:cubicBezTo>
                <a:cubicBezTo>
                  <a:pt x="250412" y="386048"/>
                  <a:pt x="286322" y="382524"/>
                  <a:pt x="320040" y="373952"/>
                </a:cubicBezTo>
                <a:cubicBezTo>
                  <a:pt x="320040" y="373952"/>
                  <a:pt x="318516" y="374237"/>
                  <a:pt x="317087" y="374428"/>
                </a:cubicBezTo>
                <a:cubicBezTo>
                  <a:pt x="316421" y="374428"/>
                  <a:pt x="315849" y="374618"/>
                  <a:pt x="315468" y="374618"/>
                </a:cubicBezTo>
                <a:cubicBezTo>
                  <a:pt x="320326" y="374618"/>
                  <a:pt x="324707" y="372618"/>
                  <a:pt x="328041" y="369570"/>
                </a:cubicBezTo>
                <a:cubicBezTo>
                  <a:pt x="331089" y="366808"/>
                  <a:pt x="332899" y="362998"/>
                  <a:pt x="333565" y="358712"/>
                </a:cubicBezTo>
                <a:cubicBezTo>
                  <a:pt x="333756" y="357759"/>
                  <a:pt x="333756" y="356902"/>
                  <a:pt x="333756" y="355949"/>
                </a:cubicBezTo>
                <a:cubicBezTo>
                  <a:pt x="333756" y="345662"/>
                  <a:pt x="325755" y="337280"/>
                  <a:pt x="315468" y="337280"/>
                </a:cubicBezTo>
                <a:lnTo>
                  <a:pt x="310039" y="338233"/>
                </a:lnTo>
                <a:lnTo>
                  <a:pt x="309277" y="338233"/>
                </a:lnTo>
                <a:cubicBezTo>
                  <a:pt x="281654" y="345472"/>
                  <a:pt x="252032" y="348901"/>
                  <a:pt x="211741" y="348901"/>
                </a:cubicBezTo>
                <a:cubicBezTo>
                  <a:pt x="105347" y="348901"/>
                  <a:pt x="37433" y="316040"/>
                  <a:pt x="37433" y="293370"/>
                </a:cubicBezTo>
                <a:lnTo>
                  <a:pt x="37433" y="247745"/>
                </a:lnTo>
                <a:cubicBezTo>
                  <a:pt x="77629" y="272796"/>
                  <a:pt x="144875" y="285750"/>
                  <a:pt x="211741" y="285750"/>
                </a:cubicBezTo>
                <a:cubicBezTo>
                  <a:pt x="278606" y="285750"/>
                  <a:pt x="345948" y="272796"/>
                  <a:pt x="386048" y="247745"/>
                </a:cubicBezTo>
                <a:lnTo>
                  <a:pt x="386048" y="255175"/>
                </a:lnTo>
                <a:cubicBezTo>
                  <a:pt x="386048" y="265462"/>
                  <a:pt x="394430" y="273844"/>
                  <a:pt x="404717" y="273844"/>
                </a:cubicBezTo>
                <a:cubicBezTo>
                  <a:pt x="409765" y="273844"/>
                  <a:pt x="414338" y="271748"/>
                  <a:pt x="417766" y="268510"/>
                </a:cubicBezTo>
                <a:cubicBezTo>
                  <a:pt x="419957" y="266319"/>
                  <a:pt x="421386" y="263557"/>
                  <a:pt x="422339" y="260509"/>
                </a:cubicBezTo>
                <a:cubicBezTo>
                  <a:pt x="422815" y="259080"/>
                  <a:pt x="423196" y="257651"/>
                  <a:pt x="423196" y="256032"/>
                </a:cubicBezTo>
                <a:lnTo>
                  <a:pt x="423196" y="92678"/>
                </a:lnTo>
                <a:cubicBezTo>
                  <a:pt x="423196" y="31814"/>
                  <a:pt x="316802" y="0"/>
                  <a:pt x="211741" y="0"/>
                </a:cubicBezTo>
                <a:close/>
                <a:moveTo>
                  <a:pt x="385763" y="193262"/>
                </a:moveTo>
                <a:cubicBezTo>
                  <a:pt x="385763" y="215932"/>
                  <a:pt x="317849" y="248793"/>
                  <a:pt x="211455" y="248793"/>
                </a:cubicBezTo>
                <a:cubicBezTo>
                  <a:pt x="105061" y="248793"/>
                  <a:pt x="37148" y="215932"/>
                  <a:pt x="37148" y="193262"/>
                </a:cubicBezTo>
                <a:lnTo>
                  <a:pt x="37148" y="147352"/>
                </a:lnTo>
                <a:cubicBezTo>
                  <a:pt x="77343" y="172403"/>
                  <a:pt x="144590" y="185357"/>
                  <a:pt x="211455" y="185357"/>
                </a:cubicBezTo>
                <a:cubicBezTo>
                  <a:pt x="278321" y="185357"/>
                  <a:pt x="345662" y="172403"/>
                  <a:pt x="385763" y="147352"/>
                </a:cubicBezTo>
                <a:lnTo>
                  <a:pt x="385763" y="193262"/>
                </a:lnTo>
                <a:close/>
                <a:moveTo>
                  <a:pt x="211455" y="148114"/>
                </a:moveTo>
                <a:cubicBezTo>
                  <a:pt x="105061" y="148114"/>
                  <a:pt x="37148" y="115253"/>
                  <a:pt x="37148" y="92583"/>
                </a:cubicBezTo>
                <a:cubicBezTo>
                  <a:pt x="37148" y="69914"/>
                  <a:pt x="105061" y="37052"/>
                  <a:pt x="211455" y="37052"/>
                </a:cubicBezTo>
                <a:cubicBezTo>
                  <a:pt x="317849" y="37052"/>
                  <a:pt x="385763" y="69914"/>
                  <a:pt x="385763" y="92583"/>
                </a:cubicBezTo>
                <a:cubicBezTo>
                  <a:pt x="385763" y="115253"/>
                  <a:pt x="317849" y="148114"/>
                  <a:pt x="211455" y="148114"/>
                </a:cubicBezTo>
                <a:close/>
                <a:moveTo>
                  <a:pt x="499015" y="384239"/>
                </a:moveTo>
                <a:lnTo>
                  <a:pt x="499015" y="359759"/>
                </a:lnTo>
                <a:cubicBezTo>
                  <a:pt x="499015" y="323374"/>
                  <a:pt x="468535" y="293751"/>
                  <a:pt x="431197" y="293751"/>
                </a:cubicBezTo>
                <a:lnTo>
                  <a:pt x="421100" y="293751"/>
                </a:lnTo>
                <a:cubicBezTo>
                  <a:pt x="383477" y="293751"/>
                  <a:pt x="352901" y="323374"/>
                  <a:pt x="352901" y="359759"/>
                </a:cubicBezTo>
                <a:lnTo>
                  <a:pt x="352901" y="384239"/>
                </a:lnTo>
                <a:cubicBezTo>
                  <a:pt x="337185" y="390906"/>
                  <a:pt x="326136" y="406241"/>
                  <a:pt x="326136" y="423958"/>
                </a:cubicBezTo>
                <a:lnTo>
                  <a:pt x="326136" y="490157"/>
                </a:lnTo>
                <a:cubicBezTo>
                  <a:pt x="326136" y="514064"/>
                  <a:pt x="346043" y="533495"/>
                  <a:pt x="370618" y="533495"/>
                </a:cubicBezTo>
                <a:lnTo>
                  <a:pt x="481298" y="533495"/>
                </a:lnTo>
                <a:cubicBezTo>
                  <a:pt x="505778" y="533495"/>
                  <a:pt x="525780" y="514064"/>
                  <a:pt x="525780" y="490157"/>
                </a:cubicBezTo>
                <a:lnTo>
                  <a:pt x="525780" y="423958"/>
                </a:lnTo>
                <a:cubicBezTo>
                  <a:pt x="525780" y="406241"/>
                  <a:pt x="514731" y="390906"/>
                  <a:pt x="499015" y="384239"/>
                </a:cubicBezTo>
                <a:close/>
                <a:moveTo>
                  <a:pt x="385477" y="359759"/>
                </a:moveTo>
                <a:cubicBezTo>
                  <a:pt x="385477" y="341281"/>
                  <a:pt x="401479" y="326231"/>
                  <a:pt x="421196" y="326231"/>
                </a:cubicBezTo>
                <a:lnTo>
                  <a:pt x="431292" y="326231"/>
                </a:lnTo>
                <a:cubicBezTo>
                  <a:pt x="450818" y="326231"/>
                  <a:pt x="466630" y="341281"/>
                  <a:pt x="466630" y="359759"/>
                </a:cubicBezTo>
                <a:lnTo>
                  <a:pt x="466630" y="380619"/>
                </a:lnTo>
                <a:lnTo>
                  <a:pt x="385477" y="380619"/>
                </a:lnTo>
                <a:lnTo>
                  <a:pt x="385477" y="359759"/>
                </a:lnTo>
                <a:close/>
                <a:moveTo>
                  <a:pt x="493300" y="490157"/>
                </a:moveTo>
                <a:cubicBezTo>
                  <a:pt x="493300" y="496157"/>
                  <a:pt x="487966" y="501015"/>
                  <a:pt x="481298" y="501015"/>
                </a:cubicBezTo>
                <a:lnTo>
                  <a:pt x="370618" y="501015"/>
                </a:lnTo>
                <a:cubicBezTo>
                  <a:pt x="364046" y="501015"/>
                  <a:pt x="358616" y="496157"/>
                  <a:pt x="358616" y="490157"/>
                </a:cubicBezTo>
                <a:lnTo>
                  <a:pt x="358616" y="423958"/>
                </a:lnTo>
                <a:cubicBezTo>
                  <a:pt x="358616" y="417862"/>
                  <a:pt x="363855" y="413099"/>
                  <a:pt x="370618" y="413099"/>
                </a:cubicBezTo>
                <a:lnTo>
                  <a:pt x="481298" y="413099"/>
                </a:lnTo>
                <a:cubicBezTo>
                  <a:pt x="487966" y="413099"/>
                  <a:pt x="493300" y="417862"/>
                  <a:pt x="493300" y="423958"/>
                </a:cubicBezTo>
                <a:lnTo>
                  <a:pt x="493300" y="490157"/>
                </a:lnTo>
                <a:close/>
                <a:moveTo>
                  <a:pt x="426149" y="421005"/>
                </a:moveTo>
                <a:cubicBezTo>
                  <a:pt x="412718" y="421005"/>
                  <a:pt x="399669" y="431197"/>
                  <a:pt x="399669" y="444246"/>
                </a:cubicBezTo>
                <a:lnTo>
                  <a:pt x="399669" y="469773"/>
                </a:lnTo>
                <a:cubicBezTo>
                  <a:pt x="399669" y="482537"/>
                  <a:pt x="412909" y="493014"/>
                  <a:pt x="426149" y="493014"/>
                </a:cubicBezTo>
                <a:cubicBezTo>
                  <a:pt x="439388" y="493014"/>
                  <a:pt x="452628" y="482346"/>
                  <a:pt x="452628" y="469773"/>
                </a:cubicBezTo>
                <a:lnTo>
                  <a:pt x="452628" y="444246"/>
                </a:lnTo>
                <a:cubicBezTo>
                  <a:pt x="452628" y="431483"/>
                  <a:pt x="439388" y="421005"/>
                  <a:pt x="426149" y="421005"/>
                </a:cubicBezTo>
                <a:close/>
                <a:moveTo>
                  <a:pt x="430911" y="464534"/>
                </a:moveTo>
                <a:cubicBezTo>
                  <a:pt x="430911" y="465106"/>
                  <a:pt x="430911" y="468821"/>
                  <a:pt x="426053" y="468821"/>
                </a:cubicBezTo>
                <a:cubicBezTo>
                  <a:pt x="421196" y="468821"/>
                  <a:pt x="421196" y="465296"/>
                  <a:pt x="421196" y="464534"/>
                </a:cubicBezTo>
                <a:lnTo>
                  <a:pt x="421196" y="449485"/>
                </a:lnTo>
                <a:cubicBezTo>
                  <a:pt x="421196" y="448151"/>
                  <a:pt x="421196" y="445199"/>
                  <a:pt x="426053" y="445199"/>
                </a:cubicBezTo>
                <a:cubicBezTo>
                  <a:pt x="430911" y="445199"/>
                  <a:pt x="430911" y="448532"/>
                  <a:pt x="430911" y="449485"/>
                </a:cubicBezTo>
                <a:lnTo>
                  <a:pt x="430911" y="464534"/>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54" name="Google Shape;4454;p100"/>
          <p:cNvSpPr/>
          <p:nvPr/>
        </p:nvSpPr>
        <p:spPr>
          <a:xfrm>
            <a:off x="6808317" y="1763988"/>
            <a:ext cx="260711" cy="300038"/>
          </a:xfrm>
          <a:custGeom>
            <a:avLst/>
            <a:gdLst/>
            <a:ahLst/>
            <a:cxnLst/>
            <a:rect l="l" t="t" r="r" b="b"/>
            <a:pathLst>
              <a:path w="463486" h="533400" extrusionOk="0">
                <a:moveTo>
                  <a:pt x="0" y="431864"/>
                </a:moveTo>
                <a:cubicBezTo>
                  <a:pt x="0" y="498539"/>
                  <a:pt x="116586" y="533400"/>
                  <a:pt x="231743" y="533400"/>
                </a:cubicBezTo>
                <a:cubicBezTo>
                  <a:pt x="346901" y="533400"/>
                  <a:pt x="463487" y="498539"/>
                  <a:pt x="463487" y="431864"/>
                </a:cubicBezTo>
                <a:lnTo>
                  <a:pt x="463487" y="101537"/>
                </a:lnTo>
                <a:cubicBezTo>
                  <a:pt x="463487" y="34862"/>
                  <a:pt x="346901" y="0"/>
                  <a:pt x="231743" y="0"/>
                </a:cubicBezTo>
                <a:cubicBezTo>
                  <a:pt x="116586" y="0"/>
                  <a:pt x="0" y="34862"/>
                  <a:pt x="0" y="101537"/>
                </a:cubicBezTo>
                <a:lnTo>
                  <a:pt x="0" y="431864"/>
                </a:lnTo>
                <a:close/>
                <a:moveTo>
                  <a:pt x="149638" y="414052"/>
                </a:moveTo>
                <a:cubicBezTo>
                  <a:pt x="129826" y="410909"/>
                  <a:pt x="110395" y="405956"/>
                  <a:pt x="91440" y="399288"/>
                </a:cubicBezTo>
                <a:lnTo>
                  <a:pt x="91440" y="339566"/>
                </a:lnTo>
                <a:cubicBezTo>
                  <a:pt x="110395" y="345853"/>
                  <a:pt x="129921" y="350615"/>
                  <a:pt x="149638" y="353759"/>
                </a:cubicBezTo>
                <a:lnTo>
                  <a:pt x="149638" y="413957"/>
                </a:lnTo>
                <a:close/>
                <a:moveTo>
                  <a:pt x="149638" y="337090"/>
                </a:moveTo>
                <a:cubicBezTo>
                  <a:pt x="129826" y="333851"/>
                  <a:pt x="110395" y="328898"/>
                  <a:pt x="91440" y="322326"/>
                </a:cubicBezTo>
                <a:lnTo>
                  <a:pt x="91440" y="263843"/>
                </a:lnTo>
                <a:cubicBezTo>
                  <a:pt x="110490" y="270034"/>
                  <a:pt x="129921" y="274606"/>
                  <a:pt x="149638" y="277559"/>
                </a:cubicBezTo>
                <a:lnTo>
                  <a:pt x="149638" y="337090"/>
                </a:lnTo>
                <a:close/>
                <a:moveTo>
                  <a:pt x="149638" y="260985"/>
                </a:moveTo>
                <a:cubicBezTo>
                  <a:pt x="129921" y="257842"/>
                  <a:pt x="110395" y="252984"/>
                  <a:pt x="91440" y="246507"/>
                </a:cubicBezTo>
                <a:lnTo>
                  <a:pt x="91440" y="185261"/>
                </a:lnTo>
                <a:cubicBezTo>
                  <a:pt x="110395" y="192024"/>
                  <a:pt x="129826" y="197168"/>
                  <a:pt x="149638" y="200597"/>
                </a:cubicBezTo>
                <a:lnTo>
                  <a:pt x="149638" y="260985"/>
                </a:lnTo>
                <a:close/>
                <a:moveTo>
                  <a:pt x="223742" y="343662"/>
                </a:moveTo>
                <a:cubicBezTo>
                  <a:pt x="204311" y="343472"/>
                  <a:pt x="184880" y="342043"/>
                  <a:pt x="165544" y="339566"/>
                </a:cubicBezTo>
                <a:lnTo>
                  <a:pt x="165544" y="279845"/>
                </a:lnTo>
                <a:cubicBezTo>
                  <a:pt x="184880" y="282226"/>
                  <a:pt x="204311" y="283464"/>
                  <a:pt x="223742" y="283655"/>
                </a:cubicBezTo>
                <a:lnTo>
                  <a:pt x="223742" y="343662"/>
                </a:lnTo>
                <a:close/>
                <a:moveTo>
                  <a:pt x="297942" y="416528"/>
                </a:moveTo>
                <a:cubicBezTo>
                  <a:pt x="278606" y="419005"/>
                  <a:pt x="259175" y="420434"/>
                  <a:pt x="239744" y="420624"/>
                </a:cubicBezTo>
                <a:lnTo>
                  <a:pt x="239744" y="360140"/>
                </a:lnTo>
                <a:cubicBezTo>
                  <a:pt x="259175" y="359855"/>
                  <a:pt x="278606" y="358521"/>
                  <a:pt x="297942" y="356140"/>
                </a:cubicBezTo>
                <a:lnTo>
                  <a:pt x="297942" y="416528"/>
                </a:lnTo>
                <a:close/>
                <a:moveTo>
                  <a:pt x="372047" y="471202"/>
                </a:moveTo>
                <a:cubicBezTo>
                  <a:pt x="355949" y="477107"/>
                  <a:pt x="336423" y="482346"/>
                  <a:pt x="313849" y="486156"/>
                </a:cubicBezTo>
                <a:lnTo>
                  <a:pt x="313849" y="430816"/>
                </a:lnTo>
                <a:cubicBezTo>
                  <a:pt x="333566" y="427673"/>
                  <a:pt x="352997" y="423005"/>
                  <a:pt x="372047" y="416719"/>
                </a:cubicBezTo>
                <a:lnTo>
                  <a:pt x="372047" y="471297"/>
                </a:lnTo>
                <a:close/>
                <a:moveTo>
                  <a:pt x="372047" y="322326"/>
                </a:moveTo>
                <a:cubicBezTo>
                  <a:pt x="353092" y="328994"/>
                  <a:pt x="333661" y="333947"/>
                  <a:pt x="313849" y="337090"/>
                </a:cubicBezTo>
                <a:lnTo>
                  <a:pt x="313849" y="277559"/>
                </a:lnTo>
                <a:cubicBezTo>
                  <a:pt x="333566" y="274606"/>
                  <a:pt x="352997" y="270034"/>
                  <a:pt x="372047" y="263843"/>
                </a:cubicBezTo>
                <a:lnTo>
                  <a:pt x="372047" y="322326"/>
                </a:lnTo>
                <a:close/>
                <a:moveTo>
                  <a:pt x="372047" y="246412"/>
                </a:moveTo>
                <a:cubicBezTo>
                  <a:pt x="353092" y="252984"/>
                  <a:pt x="333661" y="257842"/>
                  <a:pt x="313849" y="260890"/>
                </a:cubicBezTo>
                <a:lnTo>
                  <a:pt x="313849" y="200501"/>
                </a:lnTo>
                <a:cubicBezTo>
                  <a:pt x="333661" y="197072"/>
                  <a:pt x="353092" y="191929"/>
                  <a:pt x="372047" y="185166"/>
                </a:cubicBezTo>
                <a:lnTo>
                  <a:pt x="372047" y="246412"/>
                </a:lnTo>
                <a:close/>
                <a:moveTo>
                  <a:pt x="422815" y="431864"/>
                </a:moveTo>
                <a:cubicBezTo>
                  <a:pt x="422815" y="441960"/>
                  <a:pt x="410337" y="453866"/>
                  <a:pt x="387953" y="464439"/>
                </a:cubicBezTo>
                <a:lnTo>
                  <a:pt x="387953" y="410623"/>
                </a:lnTo>
                <a:cubicBezTo>
                  <a:pt x="401669" y="405003"/>
                  <a:pt x="413195" y="398621"/>
                  <a:pt x="422815" y="391763"/>
                </a:cubicBezTo>
                <a:lnTo>
                  <a:pt x="422815" y="431864"/>
                </a:lnTo>
                <a:close/>
                <a:moveTo>
                  <a:pt x="422815" y="218789"/>
                </a:moveTo>
                <a:cubicBezTo>
                  <a:pt x="414337" y="226505"/>
                  <a:pt x="402717" y="233839"/>
                  <a:pt x="387953" y="240316"/>
                </a:cubicBezTo>
                <a:lnTo>
                  <a:pt x="387953" y="178880"/>
                </a:lnTo>
                <a:cubicBezTo>
                  <a:pt x="390906" y="177546"/>
                  <a:pt x="393573" y="176117"/>
                  <a:pt x="396335" y="174689"/>
                </a:cubicBezTo>
                <a:cubicBezTo>
                  <a:pt x="405860" y="170688"/>
                  <a:pt x="415004" y="166306"/>
                  <a:pt x="422815" y="161449"/>
                </a:cubicBezTo>
                <a:lnTo>
                  <a:pt x="422815" y="218789"/>
                </a:lnTo>
                <a:close/>
                <a:moveTo>
                  <a:pt x="231743" y="40672"/>
                </a:moveTo>
                <a:cubicBezTo>
                  <a:pt x="348329" y="40672"/>
                  <a:pt x="422815" y="76676"/>
                  <a:pt x="422815" y="101537"/>
                </a:cubicBezTo>
                <a:cubicBezTo>
                  <a:pt x="422815" y="126397"/>
                  <a:pt x="348425" y="162401"/>
                  <a:pt x="231743" y="162401"/>
                </a:cubicBezTo>
                <a:cubicBezTo>
                  <a:pt x="115062" y="162401"/>
                  <a:pt x="40672" y="126397"/>
                  <a:pt x="40672" y="101537"/>
                </a:cubicBezTo>
                <a:cubicBezTo>
                  <a:pt x="40672" y="76676"/>
                  <a:pt x="115062" y="40672"/>
                  <a:pt x="231743" y="40672"/>
                </a:cubicBezTo>
                <a:close/>
                <a:moveTo>
                  <a:pt x="40672" y="161449"/>
                </a:moveTo>
                <a:cubicBezTo>
                  <a:pt x="48482" y="166306"/>
                  <a:pt x="57531" y="170688"/>
                  <a:pt x="67056" y="174689"/>
                </a:cubicBezTo>
                <a:cubicBezTo>
                  <a:pt x="69818" y="176117"/>
                  <a:pt x="72485" y="177546"/>
                  <a:pt x="75438" y="178880"/>
                </a:cubicBezTo>
                <a:lnTo>
                  <a:pt x="75438" y="240316"/>
                </a:lnTo>
                <a:cubicBezTo>
                  <a:pt x="60674" y="233839"/>
                  <a:pt x="49054" y="226505"/>
                  <a:pt x="40577" y="218789"/>
                </a:cubicBezTo>
                <a:lnTo>
                  <a:pt x="40577" y="161354"/>
                </a:lnTo>
                <a:close/>
                <a:moveTo>
                  <a:pt x="40672" y="314801"/>
                </a:moveTo>
                <a:cubicBezTo>
                  <a:pt x="50292" y="321659"/>
                  <a:pt x="61817" y="328041"/>
                  <a:pt x="75533" y="333661"/>
                </a:cubicBezTo>
                <a:lnTo>
                  <a:pt x="75533" y="392811"/>
                </a:lnTo>
                <a:cubicBezTo>
                  <a:pt x="60770" y="386239"/>
                  <a:pt x="49149" y="378905"/>
                  <a:pt x="40672" y="371094"/>
                </a:cubicBezTo>
                <a:lnTo>
                  <a:pt x="40672" y="314801"/>
                </a:lnTo>
                <a:close/>
                <a:moveTo>
                  <a:pt x="40672" y="391763"/>
                </a:moveTo>
                <a:cubicBezTo>
                  <a:pt x="50292" y="398621"/>
                  <a:pt x="61817" y="405003"/>
                  <a:pt x="75533" y="410623"/>
                </a:cubicBezTo>
                <a:lnTo>
                  <a:pt x="75533" y="464439"/>
                </a:lnTo>
                <a:cubicBezTo>
                  <a:pt x="53150" y="453866"/>
                  <a:pt x="40672" y="441960"/>
                  <a:pt x="40672" y="431864"/>
                </a:cubicBezTo>
                <a:lnTo>
                  <a:pt x="40672" y="39176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455" name="Google Shape;4455;p100"/>
          <p:cNvGrpSpPr/>
          <p:nvPr/>
        </p:nvGrpSpPr>
        <p:grpSpPr>
          <a:xfrm>
            <a:off x="3621784" y="1026085"/>
            <a:ext cx="297251" cy="263872"/>
            <a:chOff x="1455862" y="3500247"/>
            <a:chExt cx="528446" cy="469105"/>
          </a:xfrm>
        </p:grpSpPr>
        <p:sp>
          <p:nvSpPr>
            <p:cNvPr id="4456" name="Google Shape;4456;p100"/>
            <p:cNvSpPr/>
            <p:nvPr/>
          </p:nvSpPr>
          <p:spPr>
            <a:xfrm>
              <a:off x="1733566" y="3500342"/>
              <a:ext cx="179157" cy="396906"/>
            </a:xfrm>
            <a:custGeom>
              <a:avLst/>
              <a:gdLst/>
              <a:ahLst/>
              <a:cxnLst/>
              <a:rect l="l" t="t" r="r" b="b"/>
              <a:pathLst>
                <a:path w="179157" h="396906" extrusionOk="0">
                  <a:moveTo>
                    <a:pt x="147492" y="100013"/>
                  </a:moveTo>
                  <a:cubicBezTo>
                    <a:pt x="151111" y="103251"/>
                    <a:pt x="155683" y="104870"/>
                    <a:pt x="160160" y="104870"/>
                  </a:cubicBezTo>
                  <a:cubicBezTo>
                    <a:pt x="165399" y="104870"/>
                    <a:pt x="170638" y="102680"/>
                    <a:pt x="174352" y="98489"/>
                  </a:cubicBezTo>
                  <a:cubicBezTo>
                    <a:pt x="181306" y="90583"/>
                    <a:pt x="180639" y="78581"/>
                    <a:pt x="172828" y="71628"/>
                  </a:cubicBezTo>
                  <a:lnTo>
                    <a:pt x="97771" y="4763"/>
                  </a:lnTo>
                  <a:cubicBezTo>
                    <a:pt x="97771" y="4763"/>
                    <a:pt x="97390" y="4477"/>
                    <a:pt x="97200" y="4286"/>
                  </a:cubicBezTo>
                  <a:cubicBezTo>
                    <a:pt x="96819" y="4001"/>
                    <a:pt x="96533" y="3715"/>
                    <a:pt x="96152" y="3524"/>
                  </a:cubicBezTo>
                  <a:cubicBezTo>
                    <a:pt x="95866" y="3334"/>
                    <a:pt x="95485" y="3048"/>
                    <a:pt x="95200" y="2858"/>
                  </a:cubicBezTo>
                  <a:cubicBezTo>
                    <a:pt x="94819" y="2667"/>
                    <a:pt x="94438" y="2381"/>
                    <a:pt x="94057" y="2191"/>
                  </a:cubicBezTo>
                  <a:cubicBezTo>
                    <a:pt x="93676" y="2000"/>
                    <a:pt x="93295" y="1810"/>
                    <a:pt x="93009" y="1619"/>
                  </a:cubicBezTo>
                  <a:cubicBezTo>
                    <a:pt x="92628" y="1429"/>
                    <a:pt x="92342" y="1334"/>
                    <a:pt x="91961" y="1143"/>
                  </a:cubicBezTo>
                  <a:cubicBezTo>
                    <a:pt x="91580" y="953"/>
                    <a:pt x="91104" y="857"/>
                    <a:pt x="90723" y="667"/>
                  </a:cubicBezTo>
                  <a:cubicBezTo>
                    <a:pt x="90342" y="572"/>
                    <a:pt x="89961" y="476"/>
                    <a:pt x="89580" y="381"/>
                  </a:cubicBezTo>
                  <a:cubicBezTo>
                    <a:pt x="89199" y="381"/>
                    <a:pt x="88818" y="191"/>
                    <a:pt x="88437" y="191"/>
                  </a:cubicBezTo>
                  <a:cubicBezTo>
                    <a:pt x="87961" y="191"/>
                    <a:pt x="87580" y="95"/>
                    <a:pt x="87103" y="0"/>
                  </a:cubicBezTo>
                  <a:cubicBezTo>
                    <a:pt x="86627" y="0"/>
                    <a:pt x="86246" y="0"/>
                    <a:pt x="85770" y="0"/>
                  </a:cubicBezTo>
                  <a:cubicBezTo>
                    <a:pt x="85579" y="0"/>
                    <a:pt x="85389" y="0"/>
                    <a:pt x="85198" y="0"/>
                  </a:cubicBezTo>
                  <a:cubicBezTo>
                    <a:pt x="85008" y="0"/>
                    <a:pt x="84817" y="0"/>
                    <a:pt x="84627" y="0"/>
                  </a:cubicBezTo>
                  <a:cubicBezTo>
                    <a:pt x="84246" y="0"/>
                    <a:pt x="83865" y="0"/>
                    <a:pt x="83484" y="0"/>
                  </a:cubicBezTo>
                  <a:cubicBezTo>
                    <a:pt x="83008" y="0"/>
                    <a:pt x="82531" y="95"/>
                    <a:pt x="82055" y="191"/>
                  </a:cubicBezTo>
                  <a:cubicBezTo>
                    <a:pt x="81674" y="191"/>
                    <a:pt x="81293" y="286"/>
                    <a:pt x="80912" y="381"/>
                  </a:cubicBezTo>
                  <a:cubicBezTo>
                    <a:pt x="80531" y="381"/>
                    <a:pt x="80245" y="572"/>
                    <a:pt x="79864" y="667"/>
                  </a:cubicBezTo>
                  <a:cubicBezTo>
                    <a:pt x="79388" y="762"/>
                    <a:pt x="78912" y="953"/>
                    <a:pt x="78531" y="1143"/>
                  </a:cubicBezTo>
                  <a:cubicBezTo>
                    <a:pt x="78150" y="1238"/>
                    <a:pt x="77769" y="1429"/>
                    <a:pt x="77483" y="1524"/>
                  </a:cubicBezTo>
                  <a:cubicBezTo>
                    <a:pt x="77102" y="1715"/>
                    <a:pt x="76816" y="1905"/>
                    <a:pt x="76435" y="2000"/>
                  </a:cubicBezTo>
                  <a:cubicBezTo>
                    <a:pt x="76054" y="2191"/>
                    <a:pt x="75673" y="2477"/>
                    <a:pt x="75292" y="2667"/>
                  </a:cubicBezTo>
                  <a:cubicBezTo>
                    <a:pt x="74911" y="2858"/>
                    <a:pt x="74626" y="3048"/>
                    <a:pt x="74340" y="3334"/>
                  </a:cubicBezTo>
                  <a:cubicBezTo>
                    <a:pt x="73959" y="3620"/>
                    <a:pt x="73673" y="3810"/>
                    <a:pt x="73387" y="4096"/>
                  </a:cubicBezTo>
                  <a:cubicBezTo>
                    <a:pt x="73197" y="4286"/>
                    <a:pt x="73006" y="4382"/>
                    <a:pt x="72816" y="4477"/>
                  </a:cubicBezTo>
                  <a:lnTo>
                    <a:pt x="6522" y="62484"/>
                  </a:lnTo>
                  <a:cubicBezTo>
                    <a:pt x="-1384" y="69437"/>
                    <a:pt x="-2241" y="81439"/>
                    <a:pt x="4712" y="89345"/>
                  </a:cubicBezTo>
                  <a:cubicBezTo>
                    <a:pt x="8522" y="93631"/>
                    <a:pt x="13761" y="95821"/>
                    <a:pt x="19095" y="95821"/>
                  </a:cubicBezTo>
                  <a:cubicBezTo>
                    <a:pt x="23572" y="95821"/>
                    <a:pt x="28048" y="94298"/>
                    <a:pt x="31668" y="91059"/>
                  </a:cubicBezTo>
                  <a:lnTo>
                    <a:pt x="66339" y="60674"/>
                  </a:lnTo>
                  <a:lnTo>
                    <a:pt x="66339" y="377857"/>
                  </a:lnTo>
                  <a:cubicBezTo>
                    <a:pt x="66339" y="388334"/>
                    <a:pt x="74911" y="396907"/>
                    <a:pt x="85389" y="396907"/>
                  </a:cubicBezTo>
                  <a:cubicBezTo>
                    <a:pt x="95866" y="396907"/>
                    <a:pt x="104439" y="388334"/>
                    <a:pt x="104439" y="377857"/>
                  </a:cubicBezTo>
                  <a:lnTo>
                    <a:pt x="104439" y="61341"/>
                  </a:lnTo>
                  <a:lnTo>
                    <a:pt x="147778" y="99917"/>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57" name="Google Shape;4457;p100"/>
            <p:cNvSpPr/>
            <p:nvPr/>
          </p:nvSpPr>
          <p:spPr>
            <a:xfrm>
              <a:off x="1875819" y="3706748"/>
              <a:ext cx="108489" cy="262604"/>
            </a:xfrm>
            <a:custGeom>
              <a:avLst/>
              <a:gdLst/>
              <a:ahLst/>
              <a:cxnLst/>
              <a:rect l="l" t="t" r="r" b="b"/>
              <a:pathLst>
                <a:path w="108489" h="262604" extrusionOk="0">
                  <a:moveTo>
                    <a:pt x="89440" y="0"/>
                  </a:moveTo>
                  <a:lnTo>
                    <a:pt x="19050" y="0"/>
                  </a:lnTo>
                  <a:cubicBezTo>
                    <a:pt x="8572" y="0"/>
                    <a:pt x="0" y="8572"/>
                    <a:pt x="0" y="19050"/>
                  </a:cubicBezTo>
                  <a:lnTo>
                    <a:pt x="0" y="243554"/>
                  </a:lnTo>
                  <a:cubicBezTo>
                    <a:pt x="0" y="254032"/>
                    <a:pt x="8572" y="262604"/>
                    <a:pt x="19050" y="262604"/>
                  </a:cubicBezTo>
                  <a:cubicBezTo>
                    <a:pt x="29527" y="262604"/>
                    <a:pt x="38100" y="254032"/>
                    <a:pt x="38100" y="243554"/>
                  </a:cubicBezTo>
                  <a:lnTo>
                    <a:pt x="38100" y="38100"/>
                  </a:lnTo>
                  <a:lnTo>
                    <a:pt x="89440" y="38100"/>
                  </a:lnTo>
                  <a:cubicBezTo>
                    <a:pt x="99917" y="38100"/>
                    <a:pt x="108490" y="29527"/>
                    <a:pt x="108490" y="19050"/>
                  </a:cubicBezTo>
                  <a:cubicBezTo>
                    <a:pt x="108490" y="8572"/>
                    <a:pt x="99917" y="0"/>
                    <a:pt x="8944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58" name="Google Shape;4458;p100"/>
            <p:cNvSpPr/>
            <p:nvPr/>
          </p:nvSpPr>
          <p:spPr>
            <a:xfrm>
              <a:off x="1527790" y="3500247"/>
              <a:ext cx="181522" cy="397192"/>
            </a:xfrm>
            <a:custGeom>
              <a:avLst/>
              <a:gdLst/>
              <a:ahLst/>
              <a:cxnLst/>
              <a:rect l="l" t="t" r="r" b="b"/>
              <a:pathLst>
                <a:path w="181522" h="397192" extrusionOk="0">
                  <a:moveTo>
                    <a:pt x="106475" y="4667"/>
                  </a:moveTo>
                  <a:cubicBezTo>
                    <a:pt x="106475" y="4667"/>
                    <a:pt x="106094" y="4382"/>
                    <a:pt x="105903" y="4191"/>
                  </a:cubicBezTo>
                  <a:cubicBezTo>
                    <a:pt x="105618" y="3905"/>
                    <a:pt x="105237" y="3620"/>
                    <a:pt x="104951" y="3429"/>
                  </a:cubicBezTo>
                  <a:cubicBezTo>
                    <a:pt x="104665" y="3239"/>
                    <a:pt x="104284" y="3048"/>
                    <a:pt x="103998" y="2762"/>
                  </a:cubicBezTo>
                  <a:cubicBezTo>
                    <a:pt x="103617" y="2476"/>
                    <a:pt x="103236" y="2286"/>
                    <a:pt x="102855" y="2095"/>
                  </a:cubicBezTo>
                  <a:cubicBezTo>
                    <a:pt x="102474" y="1905"/>
                    <a:pt x="102189" y="1714"/>
                    <a:pt x="101808" y="1524"/>
                  </a:cubicBezTo>
                  <a:cubicBezTo>
                    <a:pt x="101427" y="1333"/>
                    <a:pt x="101046" y="1238"/>
                    <a:pt x="100760" y="1143"/>
                  </a:cubicBezTo>
                  <a:cubicBezTo>
                    <a:pt x="100284" y="952"/>
                    <a:pt x="99903" y="857"/>
                    <a:pt x="99426" y="667"/>
                  </a:cubicBezTo>
                  <a:cubicBezTo>
                    <a:pt x="99045" y="571"/>
                    <a:pt x="98664" y="476"/>
                    <a:pt x="98283" y="381"/>
                  </a:cubicBezTo>
                  <a:cubicBezTo>
                    <a:pt x="97902" y="381"/>
                    <a:pt x="97521" y="286"/>
                    <a:pt x="97140" y="190"/>
                  </a:cubicBezTo>
                  <a:cubicBezTo>
                    <a:pt x="96664" y="190"/>
                    <a:pt x="96283" y="95"/>
                    <a:pt x="95807" y="0"/>
                  </a:cubicBezTo>
                  <a:cubicBezTo>
                    <a:pt x="95426" y="0"/>
                    <a:pt x="94950" y="0"/>
                    <a:pt x="94569" y="0"/>
                  </a:cubicBezTo>
                  <a:cubicBezTo>
                    <a:pt x="94378" y="0"/>
                    <a:pt x="94188" y="0"/>
                    <a:pt x="93997" y="0"/>
                  </a:cubicBezTo>
                  <a:cubicBezTo>
                    <a:pt x="93807" y="0"/>
                    <a:pt x="93616" y="0"/>
                    <a:pt x="93426" y="0"/>
                  </a:cubicBezTo>
                  <a:cubicBezTo>
                    <a:pt x="93045" y="0"/>
                    <a:pt x="92568" y="0"/>
                    <a:pt x="92187" y="0"/>
                  </a:cubicBezTo>
                  <a:cubicBezTo>
                    <a:pt x="91711" y="0"/>
                    <a:pt x="91235" y="95"/>
                    <a:pt x="90854" y="190"/>
                  </a:cubicBezTo>
                  <a:cubicBezTo>
                    <a:pt x="90473" y="190"/>
                    <a:pt x="90092" y="286"/>
                    <a:pt x="89711" y="381"/>
                  </a:cubicBezTo>
                  <a:cubicBezTo>
                    <a:pt x="89330" y="381"/>
                    <a:pt x="88949" y="571"/>
                    <a:pt x="88663" y="667"/>
                  </a:cubicBezTo>
                  <a:cubicBezTo>
                    <a:pt x="88187" y="762"/>
                    <a:pt x="87806" y="952"/>
                    <a:pt x="87330" y="1143"/>
                  </a:cubicBezTo>
                  <a:cubicBezTo>
                    <a:pt x="86949" y="1238"/>
                    <a:pt x="86568" y="1429"/>
                    <a:pt x="86187" y="1619"/>
                  </a:cubicBezTo>
                  <a:cubicBezTo>
                    <a:pt x="85806" y="1810"/>
                    <a:pt x="85520" y="2000"/>
                    <a:pt x="85139" y="2191"/>
                  </a:cubicBezTo>
                  <a:cubicBezTo>
                    <a:pt x="84758" y="2381"/>
                    <a:pt x="84377" y="2667"/>
                    <a:pt x="83996" y="2858"/>
                  </a:cubicBezTo>
                  <a:cubicBezTo>
                    <a:pt x="83615" y="3048"/>
                    <a:pt x="83329" y="3239"/>
                    <a:pt x="83043" y="3524"/>
                  </a:cubicBezTo>
                  <a:cubicBezTo>
                    <a:pt x="82662" y="3810"/>
                    <a:pt x="82377" y="4001"/>
                    <a:pt x="81996" y="4286"/>
                  </a:cubicBezTo>
                  <a:cubicBezTo>
                    <a:pt x="81805" y="4477"/>
                    <a:pt x="81615" y="4572"/>
                    <a:pt x="81424" y="4763"/>
                  </a:cubicBezTo>
                  <a:lnTo>
                    <a:pt x="6367" y="71628"/>
                  </a:lnTo>
                  <a:cubicBezTo>
                    <a:pt x="-1443" y="78581"/>
                    <a:pt x="-2205" y="90678"/>
                    <a:pt x="4843" y="98489"/>
                  </a:cubicBezTo>
                  <a:cubicBezTo>
                    <a:pt x="8653" y="102680"/>
                    <a:pt x="13797" y="104870"/>
                    <a:pt x="19035" y="104870"/>
                  </a:cubicBezTo>
                  <a:cubicBezTo>
                    <a:pt x="23512" y="104870"/>
                    <a:pt x="28084" y="103251"/>
                    <a:pt x="31704" y="100012"/>
                  </a:cubicBezTo>
                  <a:lnTo>
                    <a:pt x="75042" y="61436"/>
                  </a:lnTo>
                  <a:lnTo>
                    <a:pt x="75042" y="378143"/>
                  </a:lnTo>
                  <a:cubicBezTo>
                    <a:pt x="75042" y="388620"/>
                    <a:pt x="83615" y="397193"/>
                    <a:pt x="94092" y="397193"/>
                  </a:cubicBezTo>
                  <a:cubicBezTo>
                    <a:pt x="104570" y="397193"/>
                    <a:pt x="113142" y="388620"/>
                    <a:pt x="113142" y="378143"/>
                  </a:cubicBezTo>
                  <a:lnTo>
                    <a:pt x="113142" y="61150"/>
                  </a:lnTo>
                  <a:lnTo>
                    <a:pt x="149909" y="93535"/>
                  </a:lnTo>
                  <a:cubicBezTo>
                    <a:pt x="153528" y="96679"/>
                    <a:pt x="158005" y="98298"/>
                    <a:pt x="162482" y="98298"/>
                  </a:cubicBezTo>
                  <a:cubicBezTo>
                    <a:pt x="167816" y="98298"/>
                    <a:pt x="173055" y="96107"/>
                    <a:pt x="176769" y="91821"/>
                  </a:cubicBezTo>
                  <a:cubicBezTo>
                    <a:pt x="183723" y="83915"/>
                    <a:pt x="182961" y="71914"/>
                    <a:pt x="175055" y="64961"/>
                  </a:cubicBezTo>
                  <a:lnTo>
                    <a:pt x="106665" y="476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59" name="Google Shape;4459;p100"/>
            <p:cNvSpPr/>
            <p:nvPr/>
          </p:nvSpPr>
          <p:spPr>
            <a:xfrm>
              <a:off x="1455862" y="3706748"/>
              <a:ext cx="108489" cy="262604"/>
            </a:xfrm>
            <a:custGeom>
              <a:avLst/>
              <a:gdLst/>
              <a:ahLst/>
              <a:cxnLst/>
              <a:rect l="l" t="t" r="r" b="b"/>
              <a:pathLst>
                <a:path w="108489" h="262604" extrusionOk="0">
                  <a:moveTo>
                    <a:pt x="89440" y="0"/>
                  </a:moveTo>
                  <a:lnTo>
                    <a:pt x="19050" y="0"/>
                  </a:lnTo>
                  <a:cubicBezTo>
                    <a:pt x="8573" y="0"/>
                    <a:pt x="0" y="8572"/>
                    <a:pt x="0" y="19050"/>
                  </a:cubicBezTo>
                  <a:cubicBezTo>
                    <a:pt x="0" y="29527"/>
                    <a:pt x="8573" y="38100"/>
                    <a:pt x="19050" y="38100"/>
                  </a:cubicBezTo>
                  <a:lnTo>
                    <a:pt x="70390" y="38100"/>
                  </a:lnTo>
                  <a:lnTo>
                    <a:pt x="70390" y="243554"/>
                  </a:lnTo>
                  <a:cubicBezTo>
                    <a:pt x="70390" y="254032"/>
                    <a:pt x="78962" y="262604"/>
                    <a:pt x="89440" y="262604"/>
                  </a:cubicBezTo>
                  <a:cubicBezTo>
                    <a:pt x="99917" y="262604"/>
                    <a:pt x="108490" y="254032"/>
                    <a:pt x="108490" y="243554"/>
                  </a:cubicBezTo>
                  <a:lnTo>
                    <a:pt x="108490" y="19050"/>
                  </a:lnTo>
                  <a:cubicBezTo>
                    <a:pt x="108490" y="8572"/>
                    <a:pt x="99917" y="0"/>
                    <a:pt x="89440"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460" name="Google Shape;4460;p100"/>
          <p:cNvSpPr/>
          <p:nvPr/>
        </p:nvSpPr>
        <p:spPr>
          <a:xfrm>
            <a:off x="4444094" y="1766706"/>
            <a:ext cx="255782" cy="294626"/>
          </a:xfrm>
          <a:custGeom>
            <a:avLst/>
            <a:gdLst/>
            <a:ahLst/>
            <a:cxnLst/>
            <a:rect l="l" t="t" r="r" b="b"/>
            <a:pathLst>
              <a:path w="454723" h="523779" extrusionOk="0">
                <a:moveTo>
                  <a:pt x="227362" y="95"/>
                </a:moveTo>
                <a:cubicBezTo>
                  <a:pt x="78105" y="95"/>
                  <a:pt x="0" y="49911"/>
                  <a:pt x="0" y="99155"/>
                </a:cubicBezTo>
                <a:lnTo>
                  <a:pt x="0" y="424720"/>
                </a:lnTo>
                <a:cubicBezTo>
                  <a:pt x="0" y="473964"/>
                  <a:pt x="78105" y="523780"/>
                  <a:pt x="227362" y="523780"/>
                </a:cubicBezTo>
                <a:cubicBezTo>
                  <a:pt x="376618" y="523780"/>
                  <a:pt x="454724" y="473964"/>
                  <a:pt x="454724" y="424720"/>
                </a:cubicBezTo>
                <a:lnTo>
                  <a:pt x="454724" y="99060"/>
                </a:lnTo>
                <a:cubicBezTo>
                  <a:pt x="454724" y="49816"/>
                  <a:pt x="376618" y="0"/>
                  <a:pt x="227362" y="0"/>
                </a:cubicBezTo>
                <a:close/>
                <a:moveTo>
                  <a:pt x="416624" y="316040"/>
                </a:moveTo>
                <a:cubicBezTo>
                  <a:pt x="416624" y="340900"/>
                  <a:pt x="342900" y="377000"/>
                  <a:pt x="227362" y="377000"/>
                </a:cubicBezTo>
                <a:cubicBezTo>
                  <a:pt x="111824" y="377000"/>
                  <a:pt x="38100" y="340900"/>
                  <a:pt x="38100" y="316040"/>
                </a:cubicBezTo>
                <a:lnTo>
                  <a:pt x="38100" y="264319"/>
                </a:lnTo>
                <a:cubicBezTo>
                  <a:pt x="75057" y="288989"/>
                  <a:pt x="138494" y="306705"/>
                  <a:pt x="227362" y="306705"/>
                </a:cubicBezTo>
                <a:cubicBezTo>
                  <a:pt x="316230" y="306705"/>
                  <a:pt x="379667" y="288989"/>
                  <a:pt x="416624" y="264319"/>
                </a:cubicBezTo>
                <a:lnTo>
                  <a:pt x="416624" y="316040"/>
                </a:lnTo>
                <a:close/>
                <a:moveTo>
                  <a:pt x="416624" y="207740"/>
                </a:moveTo>
                <a:cubicBezTo>
                  <a:pt x="416624" y="232601"/>
                  <a:pt x="342900" y="268700"/>
                  <a:pt x="227362" y="268700"/>
                </a:cubicBezTo>
                <a:cubicBezTo>
                  <a:pt x="111824" y="268700"/>
                  <a:pt x="38100" y="232601"/>
                  <a:pt x="38100" y="207740"/>
                </a:cubicBezTo>
                <a:lnTo>
                  <a:pt x="38100" y="155734"/>
                </a:lnTo>
                <a:cubicBezTo>
                  <a:pt x="75057" y="180403"/>
                  <a:pt x="138494" y="198120"/>
                  <a:pt x="227362" y="198120"/>
                </a:cubicBezTo>
                <a:cubicBezTo>
                  <a:pt x="316230" y="198120"/>
                  <a:pt x="379667" y="180403"/>
                  <a:pt x="416624" y="155734"/>
                </a:cubicBezTo>
                <a:lnTo>
                  <a:pt x="416624" y="207740"/>
                </a:lnTo>
                <a:close/>
                <a:moveTo>
                  <a:pt x="227362" y="38195"/>
                </a:moveTo>
                <a:cubicBezTo>
                  <a:pt x="342900" y="38195"/>
                  <a:pt x="416624" y="74295"/>
                  <a:pt x="416624" y="99155"/>
                </a:cubicBezTo>
                <a:cubicBezTo>
                  <a:pt x="416624" y="124015"/>
                  <a:pt x="342900" y="160115"/>
                  <a:pt x="227362" y="160115"/>
                </a:cubicBezTo>
                <a:cubicBezTo>
                  <a:pt x="111824" y="160115"/>
                  <a:pt x="38100" y="124015"/>
                  <a:pt x="38100" y="99155"/>
                </a:cubicBezTo>
                <a:cubicBezTo>
                  <a:pt x="38100" y="74295"/>
                  <a:pt x="111824" y="38195"/>
                  <a:pt x="227362" y="38195"/>
                </a:cubicBezTo>
                <a:close/>
                <a:moveTo>
                  <a:pt x="227362" y="485584"/>
                </a:moveTo>
                <a:cubicBezTo>
                  <a:pt x="111824" y="485584"/>
                  <a:pt x="38100" y="449485"/>
                  <a:pt x="38100" y="424625"/>
                </a:cubicBezTo>
                <a:lnTo>
                  <a:pt x="38100" y="372618"/>
                </a:lnTo>
                <a:cubicBezTo>
                  <a:pt x="75057" y="397288"/>
                  <a:pt x="138494" y="415004"/>
                  <a:pt x="227362" y="415004"/>
                </a:cubicBezTo>
                <a:cubicBezTo>
                  <a:pt x="316230" y="415004"/>
                  <a:pt x="379667" y="397288"/>
                  <a:pt x="416624" y="372618"/>
                </a:cubicBezTo>
                <a:lnTo>
                  <a:pt x="416624" y="424625"/>
                </a:lnTo>
                <a:cubicBezTo>
                  <a:pt x="416624" y="449485"/>
                  <a:pt x="342900" y="485584"/>
                  <a:pt x="227362" y="48558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461" name="Google Shape;4461;p100"/>
          <p:cNvGrpSpPr/>
          <p:nvPr/>
        </p:nvGrpSpPr>
        <p:grpSpPr>
          <a:xfrm>
            <a:off x="2865418" y="1010669"/>
            <a:ext cx="222644" cy="294680"/>
            <a:chOff x="1900190" y="1034392"/>
            <a:chExt cx="395812" cy="523875"/>
          </a:xfrm>
        </p:grpSpPr>
        <p:sp>
          <p:nvSpPr>
            <p:cNvPr id="4462" name="Google Shape;4462;p100"/>
            <p:cNvSpPr/>
            <p:nvPr/>
          </p:nvSpPr>
          <p:spPr>
            <a:xfrm>
              <a:off x="2075165" y="1337287"/>
              <a:ext cx="220837" cy="220884"/>
            </a:xfrm>
            <a:custGeom>
              <a:avLst/>
              <a:gdLst/>
              <a:ahLst/>
              <a:cxnLst/>
              <a:rect l="l" t="t" r="r" b="b"/>
              <a:pathLst>
                <a:path w="220837" h="220884" extrusionOk="0">
                  <a:moveTo>
                    <a:pt x="215265" y="188404"/>
                  </a:moveTo>
                  <a:lnTo>
                    <a:pt x="151162" y="124301"/>
                  </a:lnTo>
                  <a:cubicBezTo>
                    <a:pt x="158972" y="111538"/>
                    <a:pt x="163259" y="96965"/>
                    <a:pt x="163259" y="81629"/>
                  </a:cubicBezTo>
                  <a:cubicBezTo>
                    <a:pt x="163259" y="59817"/>
                    <a:pt x="154781" y="39338"/>
                    <a:pt x="139351" y="23908"/>
                  </a:cubicBezTo>
                  <a:cubicBezTo>
                    <a:pt x="123920" y="8477"/>
                    <a:pt x="103441" y="0"/>
                    <a:pt x="81629" y="0"/>
                  </a:cubicBezTo>
                  <a:cubicBezTo>
                    <a:pt x="59817" y="0"/>
                    <a:pt x="39338" y="8477"/>
                    <a:pt x="23908" y="23908"/>
                  </a:cubicBezTo>
                  <a:cubicBezTo>
                    <a:pt x="8477" y="39338"/>
                    <a:pt x="0" y="59817"/>
                    <a:pt x="0" y="81629"/>
                  </a:cubicBezTo>
                  <a:cubicBezTo>
                    <a:pt x="0" y="103442"/>
                    <a:pt x="8477" y="124016"/>
                    <a:pt x="23908" y="139351"/>
                  </a:cubicBezTo>
                  <a:cubicBezTo>
                    <a:pt x="39814" y="155258"/>
                    <a:pt x="60769" y="163259"/>
                    <a:pt x="81629" y="163259"/>
                  </a:cubicBezTo>
                  <a:cubicBezTo>
                    <a:pt x="96488" y="163259"/>
                    <a:pt x="111252" y="159163"/>
                    <a:pt x="124301" y="151162"/>
                  </a:cubicBezTo>
                  <a:lnTo>
                    <a:pt x="188405" y="215265"/>
                  </a:lnTo>
                  <a:cubicBezTo>
                    <a:pt x="192119" y="218980"/>
                    <a:pt x="196977" y="220885"/>
                    <a:pt x="201835" y="220885"/>
                  </a:cubicBezTo>
                  <a:cubicBezTo>
                    <a:pt x="206692" y="220885"/>
                    <a:pt x="211550" y="218980"/>
                    <a:pt x="215265" y="215265"/>
                  </a:cubicBezTo>
                  <a:cubicBezTo>
                    <a:pt x="222694" y="207836"/>
                    <a:pt x="222694" y="195739"/>
                    <a:pt x="215265" y="188309"/>
                  </a:cubicBezTo>
                  <a:close/>
                  <a:moveTo>
                    <a:pt x="50768" y="112490"/>
                  </a:moveTo>
                  <a:cubicBezTo>
                    <a:pt x="42577" y="104299"/>
                    <a:pt x="38005" y="93345"/>
                    <a:pt x="38005" y="81629"/>
                  </a:cubicBezTo>
                  <a:cubicBezTo>
                    <a:pt x="38005" y="69914"/>
                    <a:pt x="42577" y="59055"/>
                    <a:pt x="50768" y="50768"/>
                  </a:cubicBezTo>
                  <a:cubicBezTo>
                    <a:pt x="58960" y="42481"/>
                    <a:pt x="69913" y="38005"/>
                    <a:pt x="81629" y="38005"/>
                  </a:cubicBezTo>
                  <a:cubicBezTo>
                    <a:pt x="93345" y="38005"/>
                    <a:pt x="104204" y="42577"/>
                    <a:pt x="112395" y="50768"/>
                  </a:cubicBezTo>
                  <a:cubicBezTo>
                    <a:pt x="112395" y="50768"/>
                    <a:pt x="112395" y="50768"/>
                    <a:pt x="112395" y="50768"/>
                  </a:cubicBezTo>
                  <a:cubicBezTo>
                    <a:pt x="120586" y="58960"/>
                    <a:pt x="125159" y="69914"/>
                    <a:pt x="125159" y="81629"/>
                  </a:cubicBezTo>
                  <a:cubicBezTo>
                    <a:pt x="125159" y="93345"/>
                    <a:pt x="120586" y="104204"/>
                    <a:pt x="112395" y="112395"/>
                  </a:cubicBezTo>
                  <a:cubicBezTo>
                    <a:pt x="112395" y="112395"/>
                    <a:pt x="112395" y="112395"/>
                    <a:pt x="112395" y="112395"/>
                  </a:cubicBezTo>
                  <a:cubicBezTo>
                    <a:pt x="112395" y="112395"/>
                    <a:pt x="112395" y="112395"/>
                    <a:pt x="112395" y="112395"/>
                  </a:cubicBezTo>
                  <a:cubicBezTo>
                    <a:pt x="95440" y="129350"/>
                    <a:pt x="67723" y="129350"/>
                    <a:pt x="50768" y="11239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63" name="Google Shape;4463;p100"/>
            <p:cNvSpPr/>
            <p:nvPr/>
          </p:nvSpPr>
          <p:spPr>
            <a:xfrm>
              <a:off x="1900190" y="1034392"/>
              <a:ext cx="389858" cy="523875"/>
            </a:xfrm>
            <a:custGeom>
              <a:avLst/>
              <a:gdLst/>
              <a:ahLst/>
              <a:cxnLst/>
              <a:rect l="l" t="t" r="r" b="b"/>
              <a:pathLst>
                <a:path w="389858" h="523875" extrusionOk="0">
                  <a:moveTo>
                    <a:pt x="211646" y="485775"/>
                  </a:moveTo>
                  <a:lnTo>
                    <a:pt x="38100" y="485775"/>
                  </a:lnTo>
                  <a:lnTo>
                    <a:pt x="38100" y="158305"/>
                  </a:lnTo>
                  <a:lnTo>
                    <a:pt x="125444" y="158305"/>
                  </a:lnTo>
                  <a:cubicBezTo>
                    <a:pt x="135922" y="158305"/>
                    <a:pt x="144494" y="149733"/>
                    <a:pt x="144494" y="139255"/>
                  </a:cubicBezTo>
                  <a:lnTo>
                    <a:pt x="144494" y="38100"/>
                  </a:lnTo>
                  <a:lnTo>
                    <a:pt x="351758" y="38100"/>
                  </a:lnTo>
                  <a:lnTo>
                    <a:pt x="351758" y="328898"/>
                  </a:lnTo>
                  <a:cubicBezTo>
                    <a:pt x="351758" y="339376"/>
                    <a:pt x="360331" y="347948"/>
                    <a:pt x="370808" y="347948"/>
                  </a:cubicBezTo>
                  <a:cubicBezTo>
                    <a:pt x="381286" y="347948"/>
                    <a:pt x="389858" y="339376"/>
                    <a:pt x="389858" y="328898"/>
                  </a:cubicBezTo>
                  <a:lnTo>
                    <a:pt x="389858" y="19050"/>
                  </a:lnTo>
                  <a:cubicBezTo>
                    <a:pt x="389858" y="8572"/>
                    <a:pt x="381286" y="0"/>
                    <a:pt x="370808" y="0"/>
                  </a:cubicBezTo>
                  <a:lnTo>
                    <a:pt x="125635" y="0"/>
                  </a:lnTo>
                  <a:cubicBezTo>
                    <a:pt x="120301" y="0"/>
                    <a:pt x="115157" y="2286"/>
                    <a:pt x="111538" y="6191"/>
                  </a:cubicBezTo>
                  <a:lnTo>
                    <a:pt x="4953" y="123063"/>
                  </a:lnTo>
                  <a:cubicBezTo>
                    <a:pt x="1714" y="126587"/>
                    <a:pt x="0" y="131159"/>
                    <a:pt x="0" y="135922"/>
                  </a:cubicBezTo>
                  <a:lnTo>
                    <a:pt x="0" y="504825"/>
                  </a:lnTo>
                  <a:cubicBezTo>
                    <a:pt x="0" y="515303"/>
                    <a:pt x="8572" y="523875"/>
                    <a:pt x="19050" y="523875"/>
                  </a:cubicBezTo>
                  <a:lnTo>
                    <a:pt x="211646" y="523875"/>
                  </a:lnTo>
                  <a:cubicBezTo>
                    <a:pt x="222123" y="523875"/>
                    <a:pt x="230696" y="515303"/>
                    <a:pt x="230696" y="504825"/>
                  </a:cubicBezTo>
                  <a:cubicBezTo>
                    <a:pt x="230696" y="494348"/>
                    <a:pt x="222123" y="485775"/>
                    <a:pt x="211646" y="485775"/>
                  </a:cubicBezTo>
                  <a:close/>
                  <a:moveTo>
                    <a:pt x="59150" y="120205"/>
                  </a:moveTo>
                  <a:lnTo>
                    <a:pt x="106394" y="68390"/>
                  </a:lnTo>
                  <a:lnTo>
                    <a:pt x="106394" y="120205"/>
                  </a:lnTo>
                  <a:lnTo>
                    <a:pt x="59150" y="12020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464" name="Google Shape;4464;p100"/>
          <p:cNvSpPr/>
          <p:nvPr/>
        </p:nvSpPr>
        <p:spPr>
          <a:xfrm>
            <a:off x="3623022" y="1766694"/>
            <a:ext cx="290179" cy="294680"/>
          </a:xfrm>
          <a:custGeom>
            <a:avLst/>
            <a:gdLst/>
            <a:ahLst/>
            <a:cxnLst/>
            <a:rect l="l" t="t" r="r" b="b"/>
            <a:pathLst>
              <a:path w="515874" h="523875" extrusionOk="0">
                <a:moveTo>
                  <a:pt x="257937" y="0"/>
                </a:moveTo>
                <a:cubicBezTo>
                  <a:pt x="132969" y="0"/>
                  <a:pt x="0" y="38862"/>
                  <a:pt x="0" y="110776"/>
                </a:cubicBezTo>
                <a:lnTo>
                  <a:pt x="0" y="413099"/>
                </a:lnTo>
                <a:cubicBezTo>
                  <a:pt x="0" y="485013"/>
                  <a:pt x="132874" y="523875"/>
                  <a:pt x="257937" y="523875"/>
                </a:cubicBezTo>
                <a:cubicBezTo>
                  <a:pt x="383000" y="523875"/>
                  <a:pt x="515874" y="485013"/>
                  <a:pt x="515874" y="413099"/>
                </a:cubicBezTo>
                <a:lnTo>
                  <a:pt x="515874" y="110776"/>
                </a:lnTo>
                <a:cubicBezTo>
                  <a:pt x="515874" y="38862"/>
                  <a:pt x="383000" y="0"/>
                  <a:pt x="257937" y="0"/>
                </a:cubicBezTo>
                <a:close/>
                <a:moveTo>
                  <a:pt x="257937" y="38100"/>
                </a:moveTo>
                <a:cubicBezTo>
                  <a:pt x="394145" y="38100"/>
                  <a:pt x="477774" y="80391"/>
                  <a:pt x="477774" y="110776"/>
                </a:cubicBezTo>
                <a:cubicBezTo>
                  <a:pt x="477774" y="141161"/>
                  <a:pt x="394145" y="183452"/>
                  <a:pt x="257937" y="183452"/>
                </a:cubicBezTo>
                <a:cubicBezTo>
                  <a:pt x="121730" y="183452"/>
                  <a:pt x="38100" y="141161"/>
                  <a:pt x="38100" y="110776"/>
                </a:cubicBezTo>
                <a:cubicBezTo>
                  <a:pt x="38100" y="80391"/>
                  <a:pt x="121730" y="38100"/>
                  <a:pt x="257937" y="38100"/>
                </a:cubicBezTo>
                <a:close/>
                <a:moveTo>
                  <a:pt x="257937" y="485775"/>
                </a:moveTo>
                <a:cubicBezTo>
                  <a:pt x="121730" y="485775"/>
                  <a:pt x="38100" y="443484"/>
                  <a:pt x="38100" y="413099"/>
                </a:cubicBezTo>
                <a:lnTo>
                  <a:pt x="38100" y="170688"/>
                </a:lnTo>
                <a:cubicBezTo>
                  <a:pt x="86487" y="203930"/>
                  <a:pt x="173927" y="221456"/>
                  <a:pt x="257937" y="221456"/>
                </a:cubicBezTo>
                <a:cubicBezTo>
                  <a:pt x="341948" y="221456"/>
                  <a:pt x="429292" y="203930"/>
                  <a:pt x="477774" y="170688"/>
                </a:cubicBezTo>
                <a:lnTo>
                  <a:pt x="477774" y="413099"/>
                </a:lnTo>
                <a:cubicBezTo>
                  <a:pt x="477774" y="443484"/>
                  <a:pt x="394145" y="485775"/>
                  <a:pt x="257937" y="48577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65" name="Google Shape;4465;p100"/>
          <p:cNvSpPr/>
          <p:nvPr/>
        </p:nvSpPr>
        <p:spPr>
          <a:xfrm>
            <a:off x="4522753" y="1009555"/>
            <a:ext cx="98476" cy="296916"/>
          </a:xfrm>
          <a:custGeom>
            <a:avLst/>
            <a:gdLst/>
            <a:ahLst/>
            <a:cxnLst/>
            <a:rect l="l" t="t" r="r" b="b"/>
            <a:pathLst>
              <a:path w="175069" h="527851" extrusionOk="0">
                <a:moveTo>
                  <a:pt x="106680" y="204002"/>
                </a:moveTo>
                <a:lnTo>
                  <a:pt x="106680" y="56936"/>
                </a:lnTo>
                <a:lnTo>
                  <a:pt x="132588" y="76271"/>
                </a:lnTo>
                <a:cubicBezTo>
                  <a:pt x="141065" y="82558"/>
                  <a:pt x="152972" y="80843"/>
                  <a:pt x="159258" y="72366"/>
                </a:cubicBezTo>
                <a:cubicBezTo>
                  <a:pt x="165545" y="63889"/>
                  <a:pt x="163830" y="51983"/>
                  <a:pt x="155353" y="45696"/>
                </a:cubicBezTo>
                <a:lnTo>
                  <a:pt x="98965" y="3786"/>
                </a:lnTo>
                <a:cubicBezTo>
                  <a:pt x="92202" y="-1262"/>
                  <a:pt x="82963" y="-1262"/>
                  <a:pt x="76200" y="3786"/>
                </a:cubicBezTo>
                <a:lnTo>
                  <a:pt x="19812" y="45696"/>
                </a:lnTo>
                <a:cubicBezTo>
                  <a:pt x="11335" y="51983"/>
                  <a:pt x="9620" y="63889"/>
                  <a:pt x="15907" y="72366"/>
                </a:cubicBezTo>
                <a:cubicBezTo>
                  <a:pt x="19622" y="77414"/>
                  <a:pt x="25432" y="80081"/>
                  <a:pt x="31242" y="80081"/>
                </a:cubicBezTo>
                <a:cubicBezTo>
                  <a:pt x="35147" y="80081"/>
                  <a:pt x="39148" y="78843"/>
                  <a:pt x="42577" y="76271"/>
                </a:cubicBezTo>
                <a:lnTo>
                  <a:pt x="68580" y="56936"/>
                </a:lnTo>
                <a:lnTo>
                  <a:pt x="68580" y="204002"/>
                </a:lnTo>
                <a:cubicBezTo>
                  <a:pt x="25813" y="209336"/>
                  <a:pt x="0" y="233910"/>
                  <a:pt x="0" y="270867"/>
                </a:cubicBezTo>
                <a:lnTo>
                  <a:pt x="0" y="508802"/>
                </a:lnTo>
                <a:cubicBezTo>
                  <a:pt x="0" y="519279"/>
                  <a:pt x="8573" y="527852"/>
                  <a:pt x="19050" y="527852"/>
                </a:cubicBezTo>
                <a:cubicBezTo>
                  <a:pt x="29528" y="527852"/>
                  <a:pt x="38100" y="519279"/>
                  <a:pt x="38100" y="508802"/>
                </a:cubicBezTo>
                <a:lnTo>
                  <a:pt x="38100" y="270867"/>
                </a:lnTo>
                <a:cubicBezTo>
                  <a:pt x="38100" y="246197"/>
                  <a:pt x="64580" y="240959"/>
                  <a:pt x="86678" y="240959"/>
                </a:cubicBezTo>
                <a:cubicBezTo>
                  <a:pt x="86963" y="240959"/>
                  <a:pt x="87249" y="240959"/>
                  <a:pt x="87535" y="240959"/>
                </a:cubicBezTo>
                <a:cubicBezTo>
                  <a:pt x="87821" y="240959"/>
                  <a:pt x="88106" y="240959"/>
                  <a:pt x="88392" y="240959"/>
                </a:cubicBezTo>
                <a:cubicBezTo>
                  <a:pt x="128588" y="240959"/>
                  <a:pt x="136970" y="257246"/>
                  <a:pt x="136970" y="270867"/>
                </a:cubicBezTo>
                <a:lnTo>
                  <a:pt x="136970" y="508802"/>
                </a:lnTo>
                <a:cubicBezTo>
                  <a:pt x="136970" y="519279"/>
                  <a:pt x="145542" y="527852"/>
                  <a:pt x="156020" y="527852"/>
                </a:cubicBezTo>
                <a:cubicBezTo>
                  <a:pt x="166497" y="527852"/>
                  <a:pt x="175070" y="519279"/>
                  <a:pt x="175070" y="508802"/>
                </a:cubicBezTo>
                <a:lnTo>
                  <a:pt x="175070" y="270867"/>
                </a:lnTo>
                <a:cubicBezTo>
                  <a:pt x="175070" y="233910"/>
                  <a:pt x="149257" y="209336"/>
                  <a:pt x="106490" y="20400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466" name="Google Shape;4466;p100"/>
          <p:cNvGrpSpPr/>
          <p:nvPr/>
        </p:nvGrpSpPr>
        <p:grpSpPr>
          <a:xfrm>
            <a:off x="7584802" y="1011008"/>
            <a:ext cx="292001" cy="291840"/>
            <a:chOff x="304653" y="2716510"/>
            <a:chExt cx="519112" cy="518826"/>
          </a:xfrm>
        </p:grpSpPr>
        <p:sp>
          <p:nvSpPr>
            <p:cNvPr id="4467" name="Google Shape;4467;p100"/>
            <p:cNvSpPr/>
            <p:nvPr/>
          </p:nvSpPr>
          <p:spPr>
            <a:xfrm>
              <a:off x="304653" y="2716510"/>
              <a:ext cx="519112" cy="518826"/>
            </a:xfrm>
            <a:custGeom>
              <a:avLst/>
              <a:gdLst/>
              <a:ahLst/>
              <a:cxnLst/>
              <a:rect l="l" t="t" r="r" b="b"/>
              <a:pathLst>
                <a:path w="519112" h="518826" extrusionOk="0">
                  <a:moveTo>
                    <a:pt x="499967" y="201740"/>
                  </a:moveTo>
                  <a:lnTo>
                    <a:pt x="460820" y="201740"/>
                  </a:lnTo>
                  <a:cubicBezTo>
                    <a:pt x="456343" y="186023"/>
                    <a:pt x="449961" y="170879"/>
                    <a:pt x="441960" y="156591"/>
                  </a:cubicBezTo>
                  <a:lnTo>
                    <a:pt x="464915" y="133636"/>
                  </a:lnTo>
                  <a:cubicBezTo>
                    <a:pt x="468535" y="130016"/>
                    <a:pt x="470535" y="125254"/>
                    <a:pt x="470535" y="120206"/>
                  </a:cubicBezTo>
                  <a:cubicBezTo>
                    <a:pt x="470535" y="115157"/>
                    <a:pt x="468535" y="110299"/>
                    <a:pt x="464915" y="106775"/>
                  </a:cubicBezTo>
                  <a:lnTo>
                    <a:pt x="411290" y="53150"/>
                  </a:lnTo>
                  <a:cubicBezTo>
                    <a:pt x="403860" y="45720"/>
                    <a:pt x="391763" y="45720"/>
                    <a:pt x="384334" y="53150"/>
                  </a:cubicBezTo>
                  <a:lnTo>
                    <a:pt x="361093" y="76390"/>
                  </a:lnTo>
                  <a:cubicBezTo>
                    <a:pt x="346710" y="68389"/>
                    <a:pt x="331661" y="62198"/>
                    <a:pt x="315849" y="57817"/>
                  </a:cubicBezTo>
                  <a:lnTo>
                    <a:pt x="315849" y="19050"/>
                  </a:lnTo>
                  <a:cubicBezTo>
                    <a:pt x="315849" y="8572"/>
                    <a:pt x="307276" y="0"/>
                    <a:pt x="296799" y="0"/>
                  </a:cubicBezTo>
                  <a:lnTo>
                    <a:pt x="220885" y="0"/>
                  </a:lnTo>
                  <a:cubicBezTo>
                    <a:pt x="210407" y="0"/>
                    <a:pt x="201835" y="8572"/>
                    <a:pt x="201835" y="19050"/>
                  </a:cubicBezTo>
                  <a:lnTo>
                    <a:pt x="201835" y="58198"/>
                  </a:lnTo>
                  <a:cubicBezTo>
                    <a:pt x="186119" y="62675"/>
                    <a:pt x="170974" y="68961"/>
                    <a:pt x="156686" y="77057"/>
                  </a:cubicBezTo>
                  <a:lnTo>
                    <a:pt x="133731" y="54102"/>
                  </a:lnTo>
                  <a:cubicBezTo>
                    <a:pt x="130112" y="50483"/>
                    <a:pt x="125349" y="48482"/>
                    <a:pt x="120301" y="48482"/>
                  </a:cubicBezTo>
                  <a:cubicBezTo>
                    <a:pt x="115253" y="48482"/>
                    <a:pt x="110395" y="50483"/>
                    <a:pt x="106871" y="54102"/>
                  </a:cubicBezTo>
                  <a:lnTo>
                    <a:pt x="53245" y="107728"/>
                  </a:lnTo>
                  <a:cubicBezTo>
                    <a:pt x="49625" y="111347"/>
                    <a:pt x="47625" y="116110"/>
                    <a:pt x="47625" y="121158"/>
                  </a:cubicBezTo>
                  <a:cubicBezTo>
                    <a:pt x="47625" y="126206"/>
                    <a:pt x="49625" y="131064"/>
                    <a:pt x="53245" y="134588"/>
                  </a:cubicBezTo>
                  <a:lnTo>
                    <a:pt x="76391" y="157829"/>
                  </a:lnTo>
                  <a:cubicBezTo>
                    <a:pt x="68390" y="172117"/>
                    <a:pt x="62198" y="187261"/>
                    <a:pt x="57817" y="203073"/>
                  </a:cubicBezTo>
                  <a:lnTo>
                    <a:pt x="19050" y="203073"/>
                  </a:lnTo>
                  <a:cubicBezTo>
                    <a:pt x="8573" y="203073"/>
                    <a:pt x="0" y="211646"/>
                    <a:pt x="0" y="222123"/>
                  </a:cubicBezTo>
                  <a:lnTo>
                    <a:pt x="0" y="298037"/>
                  </a:lnTo>
                  <a:cubicBezTo>
                    <a:pt x="0" y="308515"/>
                    <a:pt x="8573" y="317087"/>
                    <a:pt x="19050" y="317087"/>
                  </a:cubicBezTo>
                  <a:lnTo>
                    <a:pt x="58198" y="317087"/>
                  </a:lnTo>
                  <a:cubicBezTo>
                    <a:pt x="62675" y="332804"/>
                    <a:pt x="69056" y="347948"/>
                    <a:pt x="77057" y="362236"/>
                  </a:cubicBezTo>
                  <a:lnTo>
                    <a:pt x="54102" y="385191"/>
                  </a:lnTo>
                  <a:cubicBezTo>
                    <a:pt x="50483" y="388811"/>
                    <a:pt x="48482" y="393573"/>
                    <a:pt x="48482" y="398621"/>
                  </a:cubicBezTo>
                  <a:cubicBezTo>
                    <a:pt x="48482" y="403670"/>
                    <a:pt x="50483" y="408527"/>
                    <a:pt x="54102" y="412052"/>
                  </a:cubicBezTo>
                  <a:lnTo>
                    <a:pt x="107728" y="465677"/>
                  </a:lnTo>
                  <a:cubicBezTo>
                    <a:pt x="115157" y="473107"/>
                    <a:pt x="127254" y="473107"/>
                    <a:pt x="134684" y="465677"/>
                  </a:cubicBezTo>
                  <a:lnTo>
                    <a:pt x="157925" y="442436"/>
                  </a:lnTo>
                  <a:cubicBezTo>
                    <a:pt x="172212" y="450437"/>
                    <a:pt x="187357" y="456629"/>
                    <a:pt x="203168" y="461010"/>
                  </a:cubicBezTo>
                  <a:lnTo>
                    <a:pt x="203168" y="499777"/>
                  </a:lnTo>
                  <a:cubicBezTo>
                    <a:pt x="203168" y="510254"/>
                    <a:pt x="211741" y="518827"/>
                    <a:pt x="222218" y="518827"/>
                  </a:cubicBezTo>
                  <a:lnTo>
                    <a:pt x="298133" y="518827"/>
                  </a:lnTo>
                  <a:cubicBezTo>
                    <a:pt x="308610" y="518827"/>
                    <a:pt x="317183" y="510254"/>
                    <a:pt x="317183" y="499777"/>
                  </a:cubicBezTo>
                  <a:lnTo>
                    <a:pt x="317183" y="460629"/>
                  </a:lnTo>
                  <a:cubicBezTo>
                    <a:pt x="332899" y="456152"/>
                    <a:pt x="348044" y="449771"/>
                    <a:pt x="362331" y="441770"/>
                  </a:cubicBezTo>
                  <a:lnTo>
                    <a:pt x="385286" y="464725"/>
                  </a:lnTo>
                  <a:cubicBezTo>
                    <a:pt x="392716" y="472154"/>
                    <a:pt x="404813" y="472154"/>
                    <a:pt x="412242" y="464725"/>
                  </a:cubicBezTo>
                  <a:lnTo>
                    <a:pt x="465868" y="411099"/>
                  </a:lnTo>
                  <a:cubicBezTo>
                    <a:pt x="473297" y="403670"/>
                    <a:pt x="473297" y="391573"/>
                    <a:pt x="465868" y="384143"/>
                  </a:cubicBezTo>
                  <a:lnTo>
                    <a:pt x="442722" y="360902"/>
                  </a:lnTo>
                  <a:cubicBezTo>
                    <a:pt x="450723" y="346520"/>
                    <a:pt x="456914" y="331470"/>
                    <a:pt x="461296" y="315659"/>
                  </a:cubicBezTo>
                  <a:lnTo>
                    <a:pt x="500063" y="315659"/>
                  </a:lnTo>
                  <a:cubicBezTo>
                    <a:pt x="510540" y="315659"/>
                    <a:pt x="519113" y="307086"/>
                    <a:pt x="519113" y="296609"/>
                  </a:cubicBezTo>
                  <a:lnTo>
                    <a:pt x="519113" y="220694"/>
                  </a:lnTo>
                  <a:cubicBezTo>
                    <a:pt x="519113" y="210217"/>
                    <a:pt x="510540" y="201644"/>
                    <a:pt x="500063" y="201644"/>
                  </a:cubicBezTo>
                  <a:close/>
                  <a:moveTo>
                    <a:pt x="480917" y="277559"/>
                  </a:moveTo>
                  <a:lnTo>
                    <a:pt x="446151" y="277559"/>
                  </a:lnTo>
                  <a:cubicBezTo>
                    <a:pt x="437102" y="277559"/>
                    <a:pt x="429197" y="283940"/>
                    <a:pt x="427482" y="292894"/>
                  </a:cubicBezTo>
                  <a:cubicBezTo>
                    <a:pt x="423196" y="314516"/>
                    <a:pt x="414814" y="334804"/>
                    <a:pt x="402622" y="353378"/>
                  </a:cubicBezTo>
                  <a:cubicBezTo>
                    <a:pt x="397669" y="360902"/>
                    <a:pt x="398717" y="370904"/>
                    <a:pt x="405098" y="377285"/>
                  </a:cubicBezTo>
                  <a:lnTo>
                    <a:pt x="425387" y="397574"/>
                  </a:lnTo>
                  <a:lnTo>
                    <a:pt x="398717" y="424339"/>
                  </a:lnTo>
                  <a:lnTo>
                    <a:pt x="378619" y="404241"/>
                  </a:lnTo>
                  <a:cubicBezTo>
                    <a:pt x="372237" y="397859"/>
                    <a:pt x="362141" y="396812"/>
                    <a:pt x="354521" y="401860"/>
                  </a:cubicBezTo>
                  <a:cubicBezTo>
                    <a:pt x="336137" y="414147"/>
                    <a:pt x="315849" y="422624"/>
                    <a:pt x="294227" y="427101"/>
                  </a:cubicBezTo>
                  <a:cubicBezTo>
                    <a:pt x="285369" y="428911"/>
                    <a:pt x="278987" y="436721"/>
                    <a:pt x="278987" y="445770"/>
                  </a:cubicBezTo>
                  <a:lnTo>
                    <a:pt x="278987" y="480822"/>
                  </a:lnTo>
                  <a:lnTo>
                    <a:pt x="241173" y="480822"/>
                  </a:lnTo>
                  <a:lnTo>
                    <a:pt x="241173" y="446056"/>
                  </a:lnTo>
                  <a:cubicBezTo>
                    <a:pt x="241173" y="437007"/>
                    <a:pt x="234791" y="429101"/>
                    <a:pt x="225838" y="427387"/>
                  </a:cubicBezTo>
                  <a:cubicBezTo>
                    <a:pt x="204216" y="423101"/>
                    <a:pt x="183928" y="414719"/>
                    <a:pt x="165354" y="402527"/>
                  </a:cubicBezTo>
                  <a:cubicBezTo>
                    <a:pt x="157829" y="397574"/>
                    <a:pt x="147828" y="398621"/>
                    <a:pt x="141446" y="405003"/>
                  </a:cubicBezTo>
                  <a:lnTo>
                    <a:pt x="121158" y="425291"/>
                  </a:lnTo>
                  <a:lnTo>
                    <a:pt x="94393" y="398526"/>
                  </a:lnTo>
                  <a:lnTo>
                    <a:pt x="114491" y="378428"/>
                  </a:lnTo>
                  <a:cubicBezTo>
                    <a:pt x="120872" y="372047"/>
                    <a:pt x="121920" y="361950"/>
                    <a:pt x="116872" y="354330"/>
                  </a:cubicBezTo>
                  <a:cubicBezTo>
                    <a:pt x="104585" y="335947"/>
                    <a:pt x="96107" y="315659"/>
                    <a:pt x="91631" y="294037"/>
                  </a:cubicBezTo>
                  <a:cubicBezTo>
                    <a:pt x="89821" y="285179"/>
                    <a:pt x="82010" y="278797"/>
                    <a:pt x="72962" y="278797"/>
                  </a:cubicBezTo>
                  <a:lnTo>
                    <a:pt x="37910" y="278797"/>
                  </a:lnTo>
                  <a:lnTo>
                    <a:pt x="37910" y="240983"/>
                  </a:lnTo>
                  <a:lnTo>
                    <a:pt x="72676" y="240983"/>
                  </a:lnTo>
                  <a:cubicBezTo>
                    <a:pt x="81725" y="240983"/>
                    <a:pt x="89630" y="234601"/>
                    <a:pt x="91345" y="225647"/>
                  </a:cubicBezTo>
                  <a:cubicBezTo>
                    <a:pt x="95631" y="204025"/>
                    <a:pt x="104013" y="183737"/>
                    <a:pt x="116205" y="165164"/>
                  </a:cubicBezTo>
                  <a:cubicBezTo>
                    <a:pt x="121158" y="157639"/>
                    <a:pt x="120110" y="147637"/>
                    <a:pt x="113729" y="141256"/>
                  </a:cubicBezTo>
                  <a:lnTo>
                    <a:pt x="93440" y="120968"/>
                  </a:lnTo>
                  <a:lnTo>
                    <a:pt x="120206" y="94298"/>
                  </a:lnTo>
                  <a:lnTo>
                    <a:pt x="140303" y="114395"/>
                  </a:lnTo>
                  <a:cubicBezTo>
                    <a:pt x="146685" y="120777"/>
                    <a:pt x="156782" y="121825"/>
                    <a:pt x="164402" y="116776"/>
                  </a:cubicBezTo>
                  <a:cubicBezTo>
                    <a:pt x="182785" y="104489"/>
                    <a:pt x="203073" y="96012"/>
                    <a:pt x="224695" y="91535"/>
                  </a:cubicBezTo>
                  <a:cubicBezTo>
                    <a:pt x="233553" y="89726"/>
                    <a:pt x="239935" y="81915"/>
                    <a:pt x="239935" y="72866"/>
                  </a:cubicBezTo>
                  <a:lnTo>
                    <a:pt x="239935" y="37814"/>
                  </a:lnTo>
                  <a:lnTo>
                    <a:pt x="277749" y="37814"/>
                  </a:lnTo>
                  <a:lnTo>
                    <a:pt x="277749" y="72581"/>
                  </a:lnTo>
                  <a:cubicBezTo>
                    <a:pt x="277749" y="81629"/>
                    <a:pt x="284131" y="89535"/>
                    <a:pt x="293084" y="91250"/>
                  </a:cubicBezTo>
                  <a:cubicBezTo>
                    <a:pt x="314706" y="95536"/>
                    <a:pt x="334994" y="103918"/>
                    <a:pt x="353568" y="116110"/>
                  </a:cubicBezTo>
                  <a:cubicBezTo>
                    <a:pt x="361093" y="121063"/>
                    <a:pt x="371094" y="120110"/>
                    <a:pt x="377476" y="113633"/>
                  </a:cubicBezTo>
                  <a:lnTo>
                    <a:pt x="397764" y="93345"/>
                  </a:lnTo>
                  <a:lnTo>
                    <a:pt x="424529" y="120015"/>
                  </a:lnTo>
                  <a:lnTo>
                    <a:pt x="404432" y="140113"/>
                  </a:lnTo>
                  <a:cubicBezTo>
                    <a:pt x="398050" y="146495"/>
                    <a:pt x="397002" y="156591"/>
                    <a:pt x="402050" y="164211"/>
                  </a:cubicBezTo>
                  <a:cubicBezTo>
                    <a:pt x="414338" y="182594"/>
                    <a:pt x="422815" y="202883"/>
                    <a:pt x="427292" y="224504"/>
                  </a:cubicBezTo>
                  <a:cubicBezTo>
                    <a:pt x="429101" y="233362"/>
                    <a:pt x="436912" y="239744"/>
                    <a:pt x="445961" y="239744"/>
                  </a:cubicBezTo>
                  <a:lnTo>
                    <a:pt x="481013" y="239744"/>
                  </a:lnTo>
                  <a:lnTo>
                    <a:pt x="481013" y="27755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68" name="Google Shape;4468;p100"/>
            <p:cNvSpPr/>
            <p:nvPr/>
          </p:nvSpPr>
          <p:spPr>
            <a:xfrm>
              <a:off x="460292" y="2971875"/>
              <a:ext cx="52200" cy="1215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69" name="Google Shape;4469;p100"/>
            <p:cNvSpPr/>
            <p:nvPr/>
          </p:nvSpPr>
          <p:spPr>
            <a:xfrm>
              <a:off x="538873" y="2921488"/>
              <a:ext cx="52200" cy="1719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70" name="Google Shape;4470;p100"/>
            <p:cNvSpPr/>
            <p:nvPr/>
          </p:nvSpPr>
          <p:spPr>
            <a:xfrm>
              <a:off x="617549" y="2857861"/>
              <a:ext cx="52200" cy="2355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471" name="Google Shape;4471;p100"/>
          <p:cNvSpPr/>
          <p:nvPr/>
        </p:nvSpPr>
        <p:spPr>
          <a:xfrm>
            <a:off x="5998377" y="1008241"/>
            <a:ext cx="297465" cy="297358"/>
          </a:xfrm>
          <a:custGeom>
            <a:avLst/>
            <a:gdLst/>
            <a:ahLst/>
            <a:cxnLst/>
            <a:rect l="l" t="t" r="r" b="b"/>
            <a:pathLst>
              <a:path w="528827" h="528637" extrusionOk="0">
                <a:moveTo>
                  <a:pt x="528542" y="11144"/>
                </a:moveTo>
                <a:cubicBezTo>
                  <a:pt x="528542" y="9906"/>
                  <a:pt x="528257" y="8573"/>
                  <a:pt x="527780" y="7430"/>
                </a:cubicBezTo>
                <a:cubicBezTo>
                  <a:pt x="527304" y="6286"/>
                  <a:pt x="526542" y="5334"/>
                  <a:pt x="525780" y="4382"/>
                </a:cubicBezTo>
                <a:cubicBezTo>
                  <a:pt x="525590" y="4096"/>
                  <a:pt x="525494" y="3810"/>
                  <a:pt x="525209" y="3524"/>
                </a:cubicBezTo>
                <a:cubicBezTo>
                  <a:pt x="525209" y="3524"/>
                  <a:pt x="525209" y="3524"/>
                  <a:pt x="525209" y="3524"/>
                </a:cubicBezTo>
                <a:cubicBezTo>
                  <a:pt x="524161" y="2381"/>
                  <a:pt x="522827" y="1524"/>
                  <a:pt x="521303" y="952"/>
                </a:cubicBezTo>
                <a:cubicBezTo>
                  <a:pt x="519875" y="381"/>
                  <a:pt x="518351" y="0"/>
                  <a:pt x="516731" y="0"/>
                </a:cubicBezTo>
                <a:cubicBezTo>
                  <a:pt x="516731" y="0"/>
                  <a:pt x="516731" y="0"/>
                  <a:pt x="516731" y="0"/>
                </a:cubicBezTo>
                <a:lnTo>
                  <a:pt x="422720" y="0"/>
                </a:lnTo>
                <a:cubicBezTo>
                  <a:pt x="416147" y="0"/>
                  <a:pt x="410813" y="5334"/>
                  <a:pt x="410813" y="11906"/>
                </a:cubicBezTo>
                <a:cubicBezTo>
                  <a:pt x="410813" y="18479"/>
                  <a:pt x="416147" y="23813"/>
                  <a:pt x="422720" y="23813"/>
                </a:cubicBezTo>
                <a:lnTo>
                  <a:pt x="487871" y="23813"/>
                </a:lnTo>
                <a:lnTo>
                  <a:pt x="407575" y="103442"/>
                </a:lnTo>
                <a:cubicBezTo>
                  <a:pt x="376904" y="77819"/>
                  <a:pt x="337471" y="62294"/>
                  <a:pt x="294418" y="62294"/>
                </a:cubicBezTo>
                <a:cubicBezTo>
                  <a:pt x="236982" y="62294"/>
                  <a:pt x="184785" y="90107"/>
                  <a:pt x="152305" y="134398"/>
                </a:cubicBezTo>
                <a:lnTo>
                  <a:pt x="40862" y="23813"/>
                </a:lnTo>
                <a:lnTo>
                  <a:pt x="106013" y="23813"/>
                </a:lnTo>
                <a:cubicBezTo>
                  <a:pt x="112586" y="23813"/>
                  <a:pt x="117920" y="18479"/>
                  <a:pt x="117920" y="11906"/>
                </a:cubicBezTo>
                <a:cubicBezTo>
                  <a:pt x="117920" y="5334"/>
                  <a:pt x="112586" y="0"/>
                  <a:pt x="106013" y="0"/>
                </a:cubicBezTo>
                <a:lnTo>
                  <a:pt x="12002" y="0"/>
                </a:lnTo>
                <a:cubicBezTo>
                  <a:pt x="12002" y="0"/>
                  <a:pt x="12002" y="0"/>
                  <a:pt x="12002" y="0"/>
                </a:cubicBezTo>
                <a:cubicBezTo>
                  <a:pt x="10477" y="0"/>
                  <a:pt x="8954" y="286"/>
                  <a:pt x="7430" y="952"/>
                </a:cubicBezTo>
                <a:cubicBezTo>
                  <a:pt x="6001" y="1524"/>
                  <a:pt x="4667" y="2477"/>
                  <a:pt x="3524" y="3524"/>
                </a:cubicBezTo>
                <a:cubicBezTo>
                  <a:pt x="3524" y="3524"/>
                  <a:pt x="3524" y="3524"/>
                  <a:pt x="3524" y="3524"/>
                </a:cubicBezTo>
                <a:cubicBezTo>
                  <a:pt x="3239" y="3810"/>
                  <a:pt x="3239" y="4096"/>
                  <a:pt x="2953" y="4382"/>
                </a:cubicBezTo>
                <a:cubicBezTo>
                  <a:pt x="2191" y="5334"/>
                  <a:pt x="1429" y="6286"/>
                  <a:pt x="952" y="7430"/>
                </a:cubicBezTo>
                <a:cubicBezTo>
                  <a:pt x="476" y="8668"/>
                  <a:pt x="286" y="9906"/>
                  <a:pt x="190" y="11144"/>
                </a:cubicBezTo>
                <a:cubicBezTo>
                  <a:pt x="190" y="11430"/>
                  <a:pt x="0" y="11620"/>
                  <a:pt x="0" y="11906"/>
                </a:cubicBezTo>
                <a:lnTo>
                  <a:pt x="0" y="105918"/>
                </a:lnTo>
                <a:cubicBezTo>
                  <a:pt x="0" y="112490"/>
                  <a:pt x="5334" y="117824"/>
                  <a:pt x="11906" y="117824"/>
                </a:cubicBezTo>
                <a:cubicBezTo>
                  <a:pt x="18479" y="117824"/>
                  <a:pt x="23813" y="112490"/>
                  <a:pt x="23813" y="105918"/>
                </a:cubicBezTo>
                <a:lnTo>
                  <a:pt x="23813" y="40481"/>
                </a:lnTo>
                <a:lnTo>
                  <a:pt x="139256" y="154972"/>
                </a:lnTo>
                <a:cubicBezTo>
                  <a:pt x="134779" y="163259"/>
                  <a:pt x="130969" y="171926"/>
                  <a:pt x="127826" y="180975"/>
                </a:cubicBezTo>
                <a:cubicBezTo>
                  <a:pt x="66389" y="185356"/>
                  <a:pt x="19431" y="234315"/>
                  <a:pt x="19431" y="296037"/>
                </a:cubicBezTo>
                <a:cubicBezTo>
                  <a:pt x="19431" y="349949"/>
                  <a:pt x="55340" y="394049"/>
                  <a:pt x="105442" y="407289"/>
                </a:cubicBezTo>
                <a:lnTo>
                  <a:pt x="23813" y="488156"/>
                </a:lnTo>
                <a:lnTo>
                  <a:pt x="23813" y="422720"/>
                </a:lnTo>
                <a:cubicBezTo>
                  <a:pt x="23813" y="416147"/>
                  <a:pt x="18479" y="410813"/>
                  <a:pt x="11906" y="410813"/>
                </a:cubicBezTo>
                <a:cubicBezTo>
                  <a:pt x="5334" y="410813"/>
                  <a:pt x="0" y="416147"/>
                  <a:pt x="0" y="422720"/>
                </a:cubicBezTo>
                <a:lnTo>
                  <a:pt x="0" y="516731"/>
                </a:lnTo>
                <a:cubicBezTo>
                  <a:pt x="0" y="516731"/>
                  <a:pt x="95" y="517208"/>
                  <a:pt x="190" y="517493"/>
                </a:cubicBezTo>
                <a:cubicBezTo>
                  <a:pt x="190" y="518732"/>
                  <a:pt x="476" y="520065"/>
                  <a:pt x="952" y="521208"/>
                </a:cubicBezTo>
                <a:cubicBezTo>
                  <a:pt x="1429" y="522351"/>
                  <a:pt x="2191" y="523304"/>
                  <a:pt x="2953" y="524256"/>
                </a:cubicBezTo>
                <a:cubicBezTo>
                  <a:pt x="3143" y="524542"/>
                  <a:pt x="3239" y="524828"/>
                  <a:pt x="3524" y="525113"/>
                </a:cubicBezTo>
                <a:cubicBezTo>
                  <a:pt x="3524" y="525113"/>
                  <a:pt x="3524" y="525113"/>
                  <a:pt x="3524" y="525113"/>
                </a:cubicBezTo>
                <a:cubicBezTo>
                  <a:pt x="4667" y="526256"/>
                  <a:pt x="5906" y="527114"/>
                  <a:pt x="7430" y="527685"/>
                </a:cubicBezTo>
                <a:cubicBezTo>
                  <a:pt x="8858" y="528257"/>
                  <a:pt x="10477" y="528638"/>
                  <a:pt x="12002" y="528638"/>
                </a:cubicBezTo>
                <a:lnTo>
                  <a:pt x="106013" y="528638"/>
                </a:lnTo>
                <a:cubicBezTo>
                  <a:pt x="112586" y="528638"/>
                  <a:pt x="117920" y="523304"/>
                  <a:pt x="117920" y="516731"/>
                </a:cubicBezTo>
                <a:cubicBezTo>
                  <a:pt x="117920" y="510159"/>
                  <a:pt x="112586" y="504825"/>
                  <a:pt x="106013" y="504825"/>
                </a:cubicBezTo>
                <a:lnTo>
                  <a:pt x="40862" y="504825"/>
                </a:lnTo>
                <a:lnTo>
                  <a:pt x="135160" y="411290"/>
                </a:lnTo>
                <a:cubicBezTo>
                  <a:pt x="135731" y="411290"/>
                  <a:pt x="136303" y="411290"/>
                  <a:pt x="136970" y="411290"/>
                </a:cubicBezTo>
                <a:lnTo>
                  <a:pt x="393668" y="411290"/>
                </a:lnTo>
                <a:lnTo>
                  <a:pt x="487871" y="504730"/>
                </a:lnTo>
                <a:lnTo>
                  <a:pt x="422720" y="504730"/>
                </a:lnTo>
                <a:cubicBezTo>
                  <a:pt x="416147" y="504730"/>
                  <a:pt x="410813" y="510064"/>
                  <a:pt x="410813" y="516636"/>
                </a:cubicBezTo>
                <a:cubicBezTo>
                  <a:pt x="410813" y="523208"/>
                  <a:pt x="416147" y="528542"/>
                  <a:pt x="422720" y="528542"/>
                </a:cubicBezTo>
                <a:lnTo>
                  <a:pt x="516731" y="528542"/>
                </a:lnTo>
                <a:cubicBezTo>
                  <a:pt x="518255" y="528542"/>
                  <a:pt x="519875" y="528257"/>
                  <a:pt x="521303" y="527590"/>
                </a:cubicBezTo>
                <a:cubicBezTo>
                  <a:pt x="522732" y="527018"/>
                  <a:pt x="524066" y="526066"/>
                  <a:pt x="525209" y="525018"/>
                </a:cubicBezTo>
                <a:cubicBezTo>
                  <a:pt x="525209" y="525018"/>
                  <a:pt x="525209" y="525018"/>
                  <a:pt x="525209" y="525018"/>
                </a:cubicBezTo>
                <a:cubicBezTo>
                  <a:pt x="525494" y="524732"/>
                  <a:pt x="525494" y="524447"/>
                  <a:pt x="525780" y="524161"/>
                </a:cubicBezTo>
                <a:cubicBezTo>
                  <a:pt x="526542" y="523208"/>
                  <a:pt x="527304" y="522256"/>
                  <a:pt x="527780" y="521113"/>
                </a:cubicBezTo>
                <a:cubicBezTo>
                  <a:pt x="528257" y="519875"/>
                  <a:pt x="528447" y="518636"/>
                  <a:pt x="528542" y="517398"/>
                </a:cubicBezTo>
                <a:cubicBezTo>
                  <a:pt x="528542" y="517112"/>
                  <a:pt x="528733" y="516922"/>
                  <a:pt x="528733" y="516636"/>
                </a:cubicBezTo>
                <a:lnTo>
                  <a:pt x="528733" y="422624"/>
                </a:lnTo>
                <a:cubicBezTo>
                  <a:pt x="528733" y="416052"/>
                  <a:pt x="523399" y="410718"/>
                  <a:pt x="516827" y="410718"/>
                </a:cubicBezTo>
                <a:cubicBezTo>
                  <a:pt x="510254" y="410718"/>
                  <a:pt x="504920" y="416052"/>
                  <a:pt x="504920" y="422624"/>
                </a:cubicBezTo>
                <a:lnTo>
                  <a:pt x="504920" y="488061"/>
                </a:lnTo>
                <a:lnTo>
                  <a:pt x="426529" y="410242"/>
                </a:lnTo>
                <a:cubicBezTo>
                  <a:pt x="474536" y="403765"/>
                  <a:pt x="510350" y="364617"/>
                  <a:pt x="510350" y="315563"/>
                </a:cubicBezTo>
                <a:cubicBezTo>
                  <a:pt x="510350" y="284893"/>
                  <a:pt x="495872" y="256889"/>
                  <a:pt x="471011" y="238601"/>
                </a:cubicBezTo>
                <a:lnTo>
                  <a:pt x="471011" y="238411"/>
                </a:lnTo>
                <a:cubicBezTo>
                  <a:pt x="471011" y="192786"/>
                  <a:pt x="453390" y="151257"/>
                  <a:pt x="424815" y="119920"/>
                </a:cubicBezTo>
                <a:lnTo>
                  <a:pt x="505016" y="40386"/>
                </a:lnTo>
                <a:lnTo>
                  <a:pt x="505016" y="105823"/>
                </a:lnTo>
                <a:cubicBezTo>
                  <a:pt x="505016" y="112395"/>
                  <a:pt x="510350" y="117729"/>
                  <a:pt x="516922" y="117729"/>
                </a:cubicBezTo>
                <a:cubicBezTo>
                  <a:pt x="523494" y="117729"/>
                  <a:pt x="528828" y="112395"/>
                  <a:pt x="528828" y="105823"/>
                </a:cubicBezTo>
                <a:lnTo>
                  <a:pt x="528828" y="11906"/>
                </a:lnTo>
                <a:cubicBezTo>
                  <a:pt x="528828" y="11906"/>
                  <a:pt x="528733" y="11430"/>
                  <a:pt x="528638" y="11144"/>
                </a:cubicBezTo>
                <a:close/>
                <a:moveTo>
                  <a:pt x="432816" y="238601"/>
                </a:moveTo>
                <a:cubicBezTo>
                  <a:pt x="432816" y="240887"/>
                  <a:pt x="432626" y="242888"/>
                  <a:pt x="432530" y="245078"/>
                </a:cubicBezTo>
                <a:lnTo>
                  <a:pt x="432340" y="247460"/>
                </a:lnTo>
                <a:cubicBezTo>
                  <a:pt x="431864" y="254699"/>
                  <a:pt x="435578" y="261652"/>
                  <a:pt x="441865" y="265271"/>
                </a:cubicBezTo>
                <a:cubicBezTo>
                  <a:pt x="461105" y="276320"/>
                  <a:pt x="472154" y="294704"/>
                  <a:pt x="472154" y="315754"/>
                </a:cubicBezTo>
                <a:cubicBezTo>
                  <a:pt x="472154" y="348044"/>
                  <a:pt x="445961" y="373380"/>
                  <a:pt x="412528" y="373380"/>
                </a:cubicBezTo>
                <a:lnTo>
                  <a:pt x="389096" y="373380"/>
                </a:lnTo>
                <a:lnTo>
                  <a:pt x="340519" y="325279"/>
                </a:lnTo>
                <a:cubicBezTo>
                  <a:pt x="335852" y="320612"/>
                  <a:pt x="328327" y="320707"/>
                  <a:pt x="323660" y="325279"/>
                </a:cubicBezTo>
                <a:cubicBezTo>
                  <a:pt x="318992" y="329946"/>
                  <a:pt x="319088" y="337471"/>
                  <a:pt x="323660" y="342138"/>
                </a:cubicBezTo>
                <a:lnTo>
                  <a:pt x="355187" y="373380"/>
                </a:lnTo>
                <a:lnTo>
                  <a:pt x="173355" y="373380"/>
                </a:lnTo>
                <a:lnTo>
                  <a:pt x="204883" y="342138"/>
                </a:lnTo>
                <a:cubicBezTo>
                  <a:pt x="209550" y="337471"/>
                  <a:pt x="209550" y="329946"/>
                  <a:pt x="204883" y="325279"/>
                </a:cubicBezTo>
                <a:cubicBezTo>
                  <a:pt x="200216" y="320612"/>
                  <a:pt x="192691" y="320612"/>
                  <a:pt x="188024" y="325279"/>
                </a:cubicBezTo>
                <a:lnTo>
                  <a:pt x="139446" y="373380"/>
                </a:lnTo>
                <a:lnTo>
                  <a:pt x="136684" y="373380"/>
                </a:lnTo>
                <a:cubicBezTo>
                  <a:pt x="92202" y="373380"/>
                  <a:pt x="57341" y="339376"/>
                  <a:pt x="57341" y="296037"/>
                </a:cubicBezTo>
                <a:cubicBezTo>
                  <a:pt x="57341" y="252698"/>
                  <a:pt x="92107" y="218789"/>
                  <a:pt x="137065" y="218789"/>
                </a:cubicBezTo>
                <a:lnTo>
                  <a:pt x="137255" y="218789"/>
                </a:lnTo>
                <a:cubicBezTo>
                  <a:pt x="138398" y="218885"/>
                  <a:pt x="139637" y="219075"/>
                  <a:pt x="140875" y="219075"/>
                </a:cubicBezTo>
                <a:cubicBezTo>
                  <a:pt x="149733" y="219456"/>
                  <a:pt x="158020" y="213551"/>
                  <a:pt x="160211" y="204692"/>
                </a:cubicBezTo>
                <a:cubicBezTo>
                  <a:pt x="162116" y="197263"/>
                  <a:pt x="164592" y="190119"/>
                  <a:pt x="167640" y="183166"/>
                </a:cubicBezTo>
                <a:lnTo>
                  <a:pt x="188024" y="203359"/>
                </a:lnTo>
                <a:cubicBezTo>
                  <a:pt x="190310" y="205645"/>
                  <a:pt x="193358" y="206788"/>
                  <a:pt x="196406" y="206788"/>
                </a:cubicBezTo>
                <a:cubicBezTo>
                  <a:pt x="199454" y="206788"/>
                  <a:pt x="202502" y="205645"/>
                  <a:pt x="204883" y="203264"/>
                </a:cubicBezTo>
                <a:cubicBezTo>
                  <a:pt x="209550" y="198596"/>
                  <a:pt x="209455" y="191072"/>
                  <a:pt x="204883" y="186404"/>
                </a:cubicBezTo>
                <a:lnTo>
                  <a:pt x="179642" y="161354"/>
                </a:lnTo>
                <a:cubicBezTo>
                  <a:pt x="204788" y="123920"/>
                  <a:pt x="247269" y="100203"/>
                  <a:pt x="294323" y="100203"/>
                </a:cubicBezTo>
                <a:cubicBezTo>
                  <a:pt x="326803" y="100203"/>
                  <a:pt x="356616" y="111538"/>
                  <a:pt x="380238" y="130302"/>
                </a:cubicBezTo>
                <a:lnTo>
                  <a:pt x="323660" y="186404"/>
                </a:lnTo>
                <a:cubicBezTo>
                  <a:pt x="318992" y="191072"/>
                  <a:pt x="318992" y="198596"/>
                  <a:pt x="323660" y="203264"/>
                </a:cubicBezTo>
                <a:cubicBezTo>
                  <a:pt x="325946" y="205645"/>
                  <a:pt x="329089" y="206788"/>
                  <a:pt x="332137" y="206788"/>
                </a:cubicBezTo>
                <a:cubicBezTo>
                  <a:pt x="335185" y="206788"/>
                  <a:pt x="338233" y="205645"/>
                  <a:pt x="340519" y="203359"/>
                </a:cubicBezTo>
                <a:lnTo>
                  <a:pt x="397669" y="146685"/>
                </a:lnTo>
                <a:cubicBezTo>
                  <a:pt x="419481" y="171069"/>
                  <a:pt x="432816" y="203168"/>
                  <a:pt x="432816" y="23841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472" name="Google Shape;4472;p100"/>
          <p:cNvGrpSpPr/>
          <p:nvPr/>
        </p:nvGrpSpPr>
        <p:grpSpPr>
          <a:xfrm>
            <a:off x="2829125" y="1765366"/>
            <a:ext cx="295960" cy="297319"/>
            <a:chOff x="3040516" y="3467455"/>
            <a:chExt cx="526151" cy="528567"/>
          </a:xfrm>
        </p:grpSpPr>
        <p:sp>
          <p:nvSpPr>
            <p:cNvPr id="4473" name="Google Shape;4473;p100"/>
            <p:cNvSpPr/>
            <p:nvPr/>
          </p:nvSpPr>
          <p:spPr>
            <a:xfrm>
              <a:off x="3040516" y="3532727"/>
              <a:ext cx="463380" cy="463295"/>
            </a:xfrm>
            <a:custGeom>
              <a:avLst/>
              <a:gdLst/>
              <a:ahLst/>
              <a:cxnLst/>
              <a:rect l="l" t="t" r="r" b="b"/>
              <a:pathLst>
                <a:path w="463380" h="463295" extrusionOk="0">
                  <a:moveTo>
                    <a:pt x="443270" y="142970"/>
                  </a:moveTo>
                  <a:cubicBezTo>
                    <a:pt x="432792" y="143256"/>
                    <a:pt x="424505" y="152019"/>
                    <a:pt x="424791" y="162592"/>
                  </a:cubicBezTo>
                  <a:lnTo>
                    <a:pt x="425172" y="176974"/>
                  </a:lnTo>
                  <a:cubicBezTo>
                    <a:pt x="425363" y="187833"/>
                    <a:pt x="421076" y="198406"/>
                    <a:pt x="413456" y="206026"/>
                  </a:cubicBezTo>
                  <a:lnTo>
                    <a:pt x="197620" y="421862"/>
                  </a:lnTo>
                  <a:cubicBezTo>
                    <a:pt x="193334" y="426149"/>
                    <a:pt x="186285" y="426149"/>
                    <a:pt x="181999" y="421862"/>
                  </a:cubicBezTo>
                  <a:lnTo>
                    <a:pt x="41219" y="281083"/>
                  </a:lnTo>
                  <a:cubicBezTo>
                    <a:pt x="36933" y="276797"/>
                    <a:pt x="36933" y="269748"/>
                    <a:pt x="41219" y="265462"/>
                  </a:cubicBezTo>
                  <a:lnTo>
                    <a:pt x="257056" y="49625"/>
                  </a:lnTo>
                  <a:cubicBezTo>
                    <a:pt x="264485" y="42196"/>
                    <a:pt x="274868" y="37909"/>
                    <a:pt x="285250" y="37909"/>
                  </a:cubicBezTo>
                  <a:lnTo>
                    <a:pt x="404503" y="40100"/>
                  </a:lnTo>
                  <a:cubicBezTo>
                    <a:pt x="412409" y="40957"/>
                    <a:pt x="422315" y="51054"/>
                    <a:pt x="422981" y="58579"/>
                  </a:cubicBezTo>
                  <a:lnTo>
                    <a:pt x="423458" y="70961"/>
                  </a:lnTo>
                  <a:cubicBezTo>
                    <a:pt x="423839" y="81439"/>
                    <a:pt x="432792" y="89440"/>
                    <a:pt x="443270" y="89249"/>
                  </a:cubicBezTo>
                  <a:cubicBezTo>
                    <a:pt x="453747" y="88868"/>
                    <a:pt x="461939" y="79915"/>
                    <a:pt x="461558" y="69437"/>
                  </a:cubicBezTo>
                  <a:lnTo>
                    <a:pt x="461081" y="57817"/>
                  </a:lnTo>
                  <a:cubicBezTo>
                    <a:pt x="461081" y="57245"/>
                    <a:pt x="461081" y="56102"/>
                    <a:pt x="460986" y="55626"/>
                  </a:cubicBezTo>
                  <a:cubicBezTo>
                    <a:pt x="458700" y="29432"/>
                    <a:pt x="433745" y="4477"/>
                    <a:pt x="406884" y="2191"/>
                  </a:cubicBezTo>
                  <a:cubicBezTo>
                    <a:pt x="406598" y="2191"/>
                    <a:pt x="405932" y="2191"/>
                    <a:pt x="405646" y="2191"/>
                  </a:cubicBezTo>
                  <a:lnTo>
                    <a:pt x="286679" y="0"/>
                  </a:lnTo>
                  <a:lnTo>
                    <a:pt x="285440" y="0"/>
                  </a:lnTo>
                  <a:cubicBezTo>
                    <a:pt x="264866" y="0"/>
                    <a:pt x="244673" y="8382"/>
                    <a:pt x="230100" y="22955"/>
                  </a:cubicBezTo>
                  <a:lnTo>
                    <a:pt x="14359" y="238601"/>
                  </a:lnTo>
                  <a:cubicBezTo>
                    <a:pt x="-4786" y="257747"/>
                    <a:pt x="-4786" y="288893"/>
                    <a:pt x="14359" y="308134"/>
                  </a:cubicBezTo>
                  <a:lnTo>
                    <a:pt x="155138" y="448913"/>
                  </a:lnTo>
                  <a:cubicBezTo>
                    <a:pt x="164378" y="458153"/>
                    <a:pt x="176760" y="463296"/>
                    <a:pt x="189905" y="463296"/>
                  </a:cubicBezTo>
                  <a:cubicBezTo>
                    <a:pt x="203049" y="463296"/>
                    <a:pt x="215336" y="458153"/>
                    <a:pt x="224671" y="448913"/>
                  </a:cubicBezTo>
                  <a:lnTo>
                    <a:pt x="440507" y="233077"/>
                  </a:lnTo>
                  <a:cubicBezTo>
                    <a:pt x="455462" y="218123"/>
                    <a:pt x="463748" y="197453"/>
                    <a:pt x="463367" y="176117"/>
                  </a:cubicBezTo>
                  <a:lnTo>
                    <a:pt x="462986" y="161449"/>
                  </a:lnTo>
                  <a:cubicBezTo>
                    <a:pt x="462701" y="150971"/>
                    <a:pt x="454033" y="142494"/>
                    <a:pt x="443365" y="14297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74" name="Google Shape;4474;p100"/>
            <p:cNvSpPr/>
            <p:nvPr/>
          </p:nvSpPr>
          <p:spPr>
            <a:xfrm>
              <a:off x="3122431" y="3785449"/>
              <a:ext cx="126253" cy="126277"/>
            </a:xfrm>
            <a:custGeom>
              <a:avLst/>
              <a:gdLst/>
              <a:ahLst/>
              <a:cxnLst/>
              <a:rect l="l" t="t" r="r" b="b"/>
              <a:pathLst>
                <a:path w="126253" h="126277" extrusionOk="0">
                  <a:moveTo>
                    <a:pt x="3500" y="3500"/>
                  </a:moveTo>
                  <a:cubicBezTo>
                    <a:pt x="-1167" y="8168"/>
                    <a:pt x="-1167" y="15692"/>
                    <a:pt x="3500" y="20360"/>
                  </a:cubicBezTo>
                  <a:lnTo>
                    <a:pt x="105989" y="122753"/>
                  </a:lnTo>
                  <a:cubicBezTo>
                    <a:pt x="108275" y="125039"/>
                    <a:pt x="111323" y="126278"/>
                    <a:pt x="114371" y="126278"/>
                  </a:cubicBezTo>
                  <a:cubicBezTo>
                    <a:pt x="117419" y="126278"/>
                    <a:pt x="120467" y="125135"/>
                    <a:pt x="122753" y="122753"/>
                  </a:cubicBezTo>
                  <a:cubicBezTo>
                    <a:pt x="127421" y="118086"/>
                    <a:pt x="127421" y="110561"/>
                    <a:pt x="122753" y="105894"/>
                  </a:cubicBezTo>
                  <a:lnTo>
                    <a:pt x="20264" y="3500"/>
                  </a:lnTo>
                  <a:cubicBezTo>
                    <a:pt x="15597" y="-1167"/>
                    <a:pt x="8072" y="-1167"/>
                    <a:pt x="3405" y="350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75" name="Google Shape;4475;p100"/>
            <p:cNvSpPr/>
            <p:nvPr/>
          </p:nvSpPr>
          <p:spPr>
            <a:xfrm>
              <a:off x="3337767" y="3467455"/>
              <a:ext cx="228900" cy="227863"/>
            </a:xfrm>
            <a:custGeom>
              <a:avLst/>
              <a:gdLst/>
              <a:ahLst/>
              <a:cxnLst/>
              <a:rect l="l" t="t" r="r" b="b"/>
              <a:pathLst>
                <a:path w="228900" h="227863" extrusionOk="0">
                  <a:moveTo>
                    <a:pt x="207550" y="16027"/>
                  </a:moveTo>
                  <a:cubicBezTo>
                    <a:pt x="173736" y="-14262"/>
                    <a:pt x="110966" y="-356"/>
                    <a:pt x="67723" y="47079"/>
                  </a:cubicBezTo>
                  <a:cubicBezTo>
                    <a:pt x="65056" y="50032"/>
                    <a:pt x="65246" y="54508"/>
                    <a:pt x="68199" y="57175"/>
                  </a:cubicBezTo>
                  <a:cubicBezTo>
                    <a:pt x="71152" y="59842"/>
                    <a:pt x="75629" y="59652"/>
                    <a:pt x="78296" y="56699"/>
                  </a:cubicBezTo>
                  <a:cubicBezTo>
                    <a:pt x="116300" y="15075"/>
                    <a:pt x="170117" y="1549"/>
                    <a:pt x="198120" y="26695"/>
                  </a:cubicBezTo>
                  <a:cubicBezTo>
                    <a:pt x="208026" y="35649"/>
                    <a:pt x="213741" y="48603"/>
                    <a:pt x="214503" y="64319"/>
                  </a:cubicBezTo>
                  <a:cubicBezTo>
                    <a:pt x="215837" y="91180"/>
                    <a:pt x="202883" y="122231"/>
                    <a:pt x="179832" y="147472"/>
                  </a:cubicBezTo>
                  <a:cubicBezTo>
                    <a:pt x="156210" y="173380"/>
                    <a:pt x="126492" y="188335"/>
                    <a:pt x="100679" y="189954"/>
                  </a:cubicBezTo>
                  <a:cubicBezTo>
                    <a:pt x="101822" y="185668"/>
                    <a:pt x="102680" y="181191"/>
                    <a:pt x="102680" y="176524"/>
                  </a:cubicBezTo>
                  <a:cubicBezTo>
                    <a:pt x="102680" y="148234"/>
                    <a:pt x="79629" y="125184"/>
                    <a:pt x="51340" y="125184"/>
                  </a:cubicBezTo>
                  <a:cubicBezTo>
                    <a:pt x="23051" y="125184"/>
                    <a:pt x="0" y="148234"/>
                    <a:pt x="0" y="176524"/>
                  </a:cubicBezTo>
                  <a:cubicBezTo>
                    <a:pt x="0" y="204813"/>
                    <a:pt x="23051" y="227863"/>
                    <a:pt x="51340" y="227863"/>
                  </a:cubicBezTo>
                  <a:cubicBezTo>
                    <a:pt x="69437" y="227863"/>
                    <a:pt x="85344" y="218338"/>
                    <a:pt x="94488" y="204146"/>
                  </a:cubicBezTo>
                  <a:cubicBezTo>
                    <a:pt x="94869" y="204146"/>
                    <a:pt x="95345" y="204241"/>
                    <a:pt x="95726" y="204241"/>
                  </a:cubicBezTo>
                  <a:cubicBezTo>
                    <a:pt x="126778" y="204241"/>
                    <a:pt x="162592" y="187573"/>
                    <a:pt x="190405" y="157188"/>
                  </a:cubicBezTo>
                  <a:cubicBezTo>
                    <a:pt x="215932" y="129184"/>
                    <a:pt x="230315" y="94228"/>
                    <a:pt x="228791" y="63652"/>
                  </a:cubicBezTo>
                  <a:cubicBezTo>
                    <a:pt x="227838" y="44031"/>
                    <a:pt x="220504" y="27648"/>
                    <a:pt x="207645" y="16123"/>
                  </a:cubicBezTo>
                  <a:close/>
                  <a:moveTo>
                    <a:pt x="51245" y="204051"/>
                  </a:moveTo>
                  <a:cubicBezTo>
                    <a:pt x="36100" y="204051"/>
                    <a:pt x="23717" y="191764"/>
                    <a:pt x="23717" y="176524"/>
                  </a:cubicBezTo>
                  <a:cubicBezTo>
                    <a:pt x="23717" y="161284"/>
                    <a:pt x="36005" y="148996"/>
                    <a:pt x="51245" y="148996"/>
                  </a:cubicBezTo>
                  <a:cubicBezTo>
                    <a:pt x="66484" y="148996"/>
                    <a:pt x="78772" y="161284"/>
                    <a:pt x="78772" y="176524"/>
                  </a:cubicBezTo>
                  <a:cubicBezTo>
                    <a:pt x="78772" y="180238"/>
                    <a:pt x="78010" y="183763"/>
                    <a:pt x="76676" y="187001"/>
                  </a:cubicBezTo>
                  <a:cubicBezTo>
                    <a:pt x="70485" y="184906"/>
                    <a:pt x="64865" y="181762"/>
                    <a:pt x="60007" y="177476"/>
                  </a:cubicBezTo>
                  <a:cubicBezTo>
                    <a:pt x="57055" y="174809"/>
                    <a:pt x="52578" y="175095"/>
                    <a:pt x="49911" y="178048"/>
                  </a:cubicBezTo>
                  <a:cubicBezTo>
                    <a:pt x="47244" y="181000"/>
                    <a:pt x="47530" y="185477"/>
                    <a:pt x="50482" y="188144"/>
                  </a:cubicBezTo>
                  <a:cubicBezTo>
                    <a:pt x="55531" y="192716"/>
                    <a:pt x="61341" y="195955"/>
                    <a:pt x="67532" y="198622"/>
                  </a:cubicBezTo>
                  <a:cubicBezTo>
                    <a:pt x="62960" y="201955"/>
                    <a:pt x="57341" y="204051"/>
                    <a:pt x="51245" y="20405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476" name="Google Shape;4476;p100"/>
          <p:cNvGrpSpPr/>
          <p:nvPr/>
        </p:nvGrpSpPr>
        <p:grpSpPr>
          <a:xfrm>
            <a:off x="1248495" y="2542742"/>
            <a:ext cx="288250" cy="299019"/>
            <a:chOff x="6219544" y="2134156"/>
            <a:chExt cx="512445" cy="531590"/>
          </a:xfrm>
        </p:grpSpPr>
        <p:sp>
          <p:nvSpPr>
            <p:cNvPr id="4477" name="Google Shape;4477;p100"/>
            <p:cNvSpPr/>
            <p:nvPr/>
          </p:nvSpPr>
          <p:spPr>
            <a:xfrm>
              <a:off x="6219544" y="2140633"/>
              <a:ext cx="244411" cy="518922"/>
            </a:xfrm>
            <a:custGeom>
              <a:avLst/>
              <a:gdLst/>
              <a:ahLst/>
              <a:cxnLst/>
              <a:rect l="l" t="t" r="r" b="b"/>
              <a:pathLst>
                <a:path w="244411" h="518922" extrusionOk="0">
                  <a:moveTo>
                    <a:pt x="225266" y="38100"/>
                  </a:moveTo>
                  <a:cubicBezTo>
                    <a:pt x="235744" y="38100"/>
                    <a:pt x="244316" y="29528"/>
                    <a:pt x="244316" y="19050"/>
                  </a:cubicBezTo>
                  <a:cubicBezTo>
                    <a:pt x="244316" y="8573"/>
                    <a:pt x="235744" y="0"/>
                    <a:pt x="225266" y="0"/>
                  </a:cubicBezTo>
                  <a:cubicBezTo>
                    <a:pt x="81248" y="0"/>
                    <a:pt x="4382" y="46863"/>
                    <a:pt x="381" y="94393"/>
                  </a:cubicBezTo>
                  <a:cubicBezTo>
                    <a:pt x="95" y="95631"/>
                    <a:pt x="0" y="96965"/>
                    <a:pt x="0" y="98298"/>
                  </a:cubicBezTo>
                  <a:lnTo>
                    <a:pt x="0" y="420624"/>
                  </a:lnTo>
                  <a:cubicBezTo>
                    <a:pt x="0" y="421481"/>
                    <a:pt x="95" y="422243"/>
                    <a:pt x="286" y="423101"/>
                  </a:cubicBezTo>
                  <a:cubicBezTo>
                    <a:pt x="2762" y="471107"/>
                    <a:pt x="79820" y="518922"/>
                    <a:pt x="225362" y="518922"/>
                  </a:cubicBezTo>
                  <a:cubicBezTo>
                    <a:pt x="235839" y="518922"/>
                    <a:pt x="244412" y="510350"/>
                    <a:pt x="244412" y="499872"/>
                  </a:cubicBezTo>
                  <a:cubicBezTo>
                    <a:pt x="244412" y="489394"/>
                    <a:pt x="235839" y="480822"/>
                    <a:pt x="225362" y="480822"/>
                  </a:cubicBezTo>
                  <a:cubicBezTo>
                    <a:pt x="111061" y="480822"/>
                    <a:pt x="38195" y="445199"/>
                    <a:pt x="38195" y="420624"/>
                  </a:cubicBezTo>
                  <a:cubicBezTo>
                    <a:pt x="38195" y="420624"/>
                    <a:pt x="38195" y="420624"/>
                    <a:pt x="38195" y="420529"/>
                  </a:cubicBezTo>
                  <a:lnTo>
                    <a:pt x="38195" y="369284"/>
                  </a:lnTo>
                  <a:cubicBezTo>
                    <a:pt x="74867" y="393668"/>
                    <a:pt x="137636" y="411099"/>
                    <a:pt x="225362" y="411099"/>
                  </a:cubicBezTo>
                  <a:cubicBezTo>
                    <a:pt x="235839" y="411099"/>
                    <a:pt x="244412" y="402527"/>
                    <a:pt x="244412" y="392049"/>
                  </a:cubicBezTo>
                  <a:cubicBezTo>
                    <a:pt x="244412" y="381572"/>
                    <a:pt x="235839" y="372999"/>
                    <a:pt x="225362" y="372999"/>
                  </a:cubicBezTo>
                  <a:cubicBezTo>
                    <a:pt x="111061" y="372999"/>
                    <a:pt x="38195" y="337376"/>
                    <a:pt x="38195" y="312801"/>
                  </a:cubicBezTo>
                  <a:cubicBezTo>
                    <a:pt x="38195" y="312801"/>
                    <a:pt x="38195" y="312801"/>
                    <a:pt x="38195" y="312706"/>
                  </a:cubicBezTo>
                  <a:lnTo>
                    <a:pt x="38195" y="262128"/>
                  </a:lnTo>
                  <a:cubicBezTo>
                    <a:pt x="74867" y="286512"/>
                    <a:pt x="137636" y="303943"/>
                    <a:pt x="225362" y="303943"/>
                  </a:cubicBezTo>
                  <a:cubicBezTo>
                    <a:pt x="235839" y="303943"/>
                    <a:pt x="244412" y="295370"/>
                    <a:pt x="244412" y="284893"/>
                  </a:cubicBezTo>
                  <a:cubicBezTo>
                    <a:pt x="244412" y="274415"/>
                    <a:pt x="235839" y="265843"/>
                    <a:pt x="225362" y="265843"/>
                  </a:cubicBezTo>
                  <a:cubicBezTo>
                    <a:pt x="111061" y="265843"/>
                    <a:pt x="38195" y="230219"/>
                    <a:pt x="38195" y="205645"/>
                  </a:cubicBezTo>
                  <a:cubicBezTo>
                    <a:pt x="38195" y="205645"/>
                    <a:pt x="38195" y="205645"/>
                    <a:pt x="38195" y="205550"/>
                  </a:cubicBezTo>
                  <a:lnTo>
                    <a:pt x="38195" y="154591"/>
                  </a:lnTo>
                  <a:cubicBezTo>
                    <a:pt x="74867" y="178975"/>
                    <a:pt x="137636" y="196406"/>
                    <a:pt x="225362" y="196406"/>
                  </a:cubicBezTo>
                  <a:cubicBezTo>
                    <a:pt x="235839" y="196406"/>
                    <a:pt x="244412" y="187833"/>
                    <a:pt x="244412" y="177356"/>
                  </a:cubicBezTo>
                  <a:cubicBezTo>
                    <a:pt x="244412" y="166878"/>
                    <a:pt x="235839" y="158306"/>
                    <a:pt x="225362" y="158306"/>
                  </a:cubicBezTo>
                  <a:cubicBezTo>
                    <a:pt x="111061" y="158306"/>
                    <a:pt x="38195" y="122682"/>
                    <a:pt x="38195" y="98203"/>
                  </a:cubicBezTo>
                  <a:cubicBezTo>
                    <a:pt x="38195" y="73724"/>
                    <a:pt x="111157" y="38005"/>
                    <a:pt x="225362" y="3800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78" name="Google Shape;4478;p100"/>
            <p:cNvSpPr/>
            <p:nvPr/>
          </p:nvSpPr>
          <p:spPr>
            <a:xfrm>
              <a:off x="6625119" y="2417335"/>
              <a:ext cx="106870" cy="106870"/>
            </a:xfrm>
            <a:custGeom>
              <a:avLst/>
              <a:gdLst/>
              <a:ahLst/>
              <a:cxnLst/>
              <a:rect l="l" t="t" r="r" b="b"/>
              <a:pathLst>
                <a:path w="106870" h="106870" extrusionOk="0">
                  <a:moveTo>
                    <a:pt x="53435" y="0"/>
                  </a:moveTo>
                  <a:cubicBezTo>
                    <a:pt x="23908" y="0"/>
                    <a:pt x="0" y="23908"/>
                    <a:pt x="0" y="53435"/>
                  </a:cubicBezTo>
                  <a:cubicBezTo>
                    <a:pt x="0" y="82963"/>
                    <a:pt x="23908" y="106871"/>
                    <a:pt x="53435" y="106871"/>
                  </a:cubicBezTo>
                  <a:cubicBezTo>
                    <a:pt x="82963" y="106871"/>
                    <a:pt x="106871" y="82963"/>
                    <a:pt x="106871" y="53435"/>
                  </a:cubicBezTo>
                  <a:cubicBezTo>
                    <a:pt x="106871" y="23908"/>
                    <a:pt x="82963" y="0"/>
                    <a:pt x="5343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79" name="Google Shape;4479;p100"/>
            <p:cNvSpPr/>
            <p:nvPr/>
          </p:nvSpPr>
          <p:spPr>
            <a:xfrm>
              <a:off x="6625119" y="2134156"/>
              <a:ext cx="106870" cy="106870"/>
            </a:xfrm>
            <a:custGeom>
              <a:avLst/>
              <a:gdLst/>
              <a:ahLst/>
              <a:cxnLst/>
              <a:rect l="l" t="t" r="r" b="b"/>
              <a:pathLst>
                <a:path w="106870" h="106870" extrusionOk="0">
                  <a:moveTo>
                    <a:pt x="53435" y="106871"/>
                  </a:moveTo>
                  <a:cubicBezTo>
                    <a:pt x="82963" y="106871"/>
                    <a:pt x="106871" y="82963"/>
                    <a:pt x="106871" y="53435"/>
                  </a:cubicBezTo>
                  <a:cubicBezTo>
                    <a:pt x="106871" y="23908"/>
                    <a:pt x="82963" y="0"/>
                    <a:pt x="53435" y="0"/>
                  </a:cubicBezTo>
                  <a:cubicBezTo>
                    <a:pt x="23908" y="0"/>
                    <a:pt x="0" y="23908"/>
                    <a:pt x="0" y="53435"/>
                  </a:cubicBezTo>
                  <a:cubicBezTo>
                    <a:pt x="0" y="82963"/>
                    <a:pt x="23908" y="106871"/>
                    <a:pt x="53435" y="10687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80" name="Google Shape;4480;p100"/>
            <p:cNvSpPr/>
            <p:nvPr/>
          </p:nvSpPr>
          <p:spPr>
            <a:xfrm>
              <a:off x="6486816" y="2134156"/>
              <a:ext cx="106870" cy="106870"/>
            </a:xfrm>
            <a:custGeom>
              <a:avLst/>
              <a:gdLst/>
              <a:ahLst/>
              <a:cxnLst/>
              <a:rect l="l" t="t" r="r" b="b"/>
              <a:pathLst>
                <a:path w="106870" h="106870" extrusionOk="0">
                  <a:moveTo>
                    <a:pt x="53435" y="0"/>
                  </a:moveTo>
                  <a:cubicBezTo>
                    <a:pt x="23908" y="0"/>
                    <a:pt x="0" y="23908"/>
                    <a:pt x="0" y="53435"/>
                  </a:cubicBezTo>
                  <a:cubicBezTo>
                    <a:pt x="0" y="82963"/>
                    <a:pt x="23908" y="106871"/>
                    <a:pt x="53435" y="106871"/>
                  </a:cubicBezTo>
                  <a:cubicBezTo>
                    <a:pt x="82963" y="106871"/>
                    <a:pt x="106871" y="82963"/>
                    <a:pt x="106871" y="53435"/>
                  </a:cubicBezTo>
                  <a:cubicBezTo>
                    <a:pt x="106871" y="23908"/>
                    <a:pt x="82963" y="0"/>
                    <a:pt x="5343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81" name="Google Shape;4481;p100"/>
            <p:cNvSpPr/>
            <p:nvPr/>
          </p:nvSpPr>
          <p:spPr>
            <a:xfrm>
              <a:off x="6486816" y="2558876"/>
              <a:ext cx="106870" cy="106870"/>
            </a:xfrm>
            <a:custGeom>
              <a:avLst/>
              <a:gdLst/>
              <a:ahLst/>
              <a:cxnLst/>
              <a:rect l="l" t="t" r="r" b="b"/>
              <a:pathLst>
                <a:path w="106870" h="106870" extrusionOk="0">
                  <a:moveTo>
                    <a:pt x="53435" y="0"/>
                  </a:moveTo>
                  <a:cubicBezTo>
                    <a:pt x="23908" y="0"/>
                    <a:pt x="0" y="23908"/>
                    <a:pt x="0" y="53435"/>
                  </a:cubicBezTo>
                  <a:cubicBezTo>
                    <a:pt x="0" y="82963"/>
                    <a:pt x="23908" y="106870"/>
                    <a:pt x="53435" y="106870"/>
                  </a:cubicBezTo>
                  <a:cubicBezTo>
                    <a:pt x="82963" y="106870"/>
                    <a:pt x="106871" y="82963"/>
                    <a:pt x="106871" y="53435"/>
                  </a:cubicBezTo>
                  <a:cubicBezTo>
                    <a:pt x="106871" y="23908"/>
                    <a:pt x="82963" y="0"/>
                    <a:pt x="5343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82" name="Google Shape;4482;p100"/>
            <p:cNvSpPr/>
            <p:nvPr/>
          </p:nvSpPr>
          <p:spPr>
            <a:xfrm>
              <a:off x="6486816" y="2417335"/>
              <a:ext cx="106870" cy="106870"/>
            </a:xfrm>
            <a:custGeom>
              <a:avLst/>
              <a:gdLst/>
              <a:ahLst/>
              <a:cxnLst/>
              <a:rect l="l" t="t" r="r" b="b"/>
              <a:pathLst>
                <a:path w="106870" h="106870" extrusionOk="0">
                  <a:moveTo>
                    <a:pt x="53435" y="0"/>
                  </a:moveTo>
                  <a:cubicBezTo>
                    <a:pt x="23908" y="0"/>
                    <a:pt x="0" y="23908"/>
                    <a:pt x="0" y="53435"/>
                  </a:cubicBezTo>
                  <a:cubicBezTo>
                    <a:pt x="0" y="82963"/>
                    <a:pt x="23908" y="106871"/>
                    <a:pt x="53435" y="106871"/>
                  </a:cubicBezTo>
                  <a:cubicBezTo>
                    <a:pt x="82963" y="106871"/>
                    <a:pt x="106871" y="82963"/>
                    <a:pt x="106871" y="53435"/>
                  </a:cubicBezTo>
                  <a:cubicBezTo>
                    <a:pt x="106871" y="23908"/>
                    <a:pt x="82963" y="0"/>
                    <a:pt x="5343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83" name="Google Shape;4483;p100"/>
            <p:cNvSpPr/>
            <p:nvPr/>
          </p:nvSpPr>
          <p:spPr>
            <a:xfrm>
              <a:off x="6627119" y="2277793"/>
              <a:ext cx="102870" cy="102869"/>
            </a:xfrm>
            <a:custGeom>
              <a:avLst/>
              <a:gdLst/>
              <a:ahLst/>
              <a:cxnLst/>
              <a:rect l="l" t="t" r="r" b="b"/>
              <a:pathLst>
                <a:path w="102870" h="102869" extrusionOk="0">
                  <a:moveTo>
                    <a:pt x="51435" y="0"/>
                  </a:moveTo>
                  <a:cubicBezTo>
                    <a:pt x="23051" y="0"/>
                    <a:pt x="0" y="23051"/>
                    <a:pt x="0" y="51435"/>
                  </a:cubicBezTo>
                  <a:cubicBezTo>
                    <a:pt x="0" y="79819"/>
                    <a:pt x="23051" y="102870"/>
                    <a:pt x="51435" y="102870"/>
                  </a:cubicBezTo>
                  <a:cubicBezTo>
                    <a:pt x="79820" y="102870"/>
                    <a:pt x="102870" y="79819"/>
                    <a:pt x="102870" y="51435"/>
                  </a:cubicBezTo>
                  <a:cubicBezTo>
                    <a:pt x="102870" y="23051"/>
                    <a:pt x="79820" y="0"/>
                    <a:pt x="51435" y="0"/>
                  </a:cubicBezTo>
                  <a:close/>
                  <a:moveTo>
                    <a:pt x="51435" y="78962"/>
                  </a:moveTo>
                  <a:cubicBezTo>
                    <a:pt x="36195" y="78962"/>
                    <a:pt x="23813" y="66580"/>
                    <a:pt x="23813" y="51340"/>
                  </a:cubicBezTo>
                  <a:cubicBezTo>
                    <a:pt x="23813" y="36100"/>
                    <a:pt x="36195" y="23717"/>
                    <a:pt x="51435" y="23717"/>
                  </a:cubicBezTo>
                  <a:cubicBezTo>
                    <a:pt x="66675" y="23717"/>
                    <a:pt x="79058" y="36100"/>
                    <a:pt x="79058" y="51340"/>
                  </a:cubicBezTo>
                  <a:cubicBezTo>
                    <a:pt x="79058" y="66580"/>
                    <a:pt x="66675" y="78962"/>
                    <a:pt x="51435" y="7896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84" name="Google Shape;4484;p100"/>
            <p:cNvSpPr/>
            <p:nvPr/>
          </p:nvSpPr>
          <p:spPr>
            <a:xfrm>
              <a:off x="6488626" y="2277698"/>
              <a:ext cx="102869" cy="102869"/>
            </a:xfrm>
            <a:custGeom>
              <a:avLst/>
              <a:gdLst/>
              <a:ahLst/>
              <a:cxnLst/>
              <a:rect l="l" t="t" r="r" b="b"/>
              <a:pathLst>
                <a:path w="102869" h="102869" extrusionOk="0">
                  <a:moveTo>
                    <a:pt x="51435" y="102870"/>
                  </a:moveTo>
                  <a:cubicBezTo>
                    <a:pt x="79819" y="102870"/>
                    <a:pt x="102870" y="79819"/>
                    <a:pt x="102870" y="51435"/>
                  </a:cubicBezTo>
                  <a:cubicBezTo>
                    <a:pt x="102870" y="23051"/>
                    <a:pt x="79819" y="0"/>
                    <a:pt x="51435" y="0"/>
                  </a:cubicBezTo>
                  <a:cubicBezTo>
                    <a:pt x="23050" y="0"/>
                    <a:pt x="0" y="23051"/>
                    <a:pt x="0" y="51435"/>
                  </a:cubicBezTo>
                  <a:cubicBezTo>
                    <a:pt x="0" y="79819"/>
                    <a:pt x="23050" y="102870"/>
                    <a:pt x="51435" y="102870"/>
                  </a:cubicBezTo>
                  <a:close/>
                  <a:moveTo>
                    <a:pt x="51435" y="23908"/>
                  </a:moveTo>
                  <a:cubicBezTo>
                    <a:pt x="66675" y="23908"/>
                    <a:pt x="79057" y="36290"/>
                    <a:pt x="79057" y="51530"/>
                  </a:cubicBezTo>
                  <a:cubicBezTo>
                    <a:pt x="79057" y="66770"/>
                    <a:pt x="66675" y="79153"/>
                    <a:pt x="51435" y="79153"/>
                  </a:cubicBezTo>
                  <a:cubicBezTo>
                    <a:pt x="36195" y="79153"/>
                    <a:pt x="23813" y="66770"/>
                    <a:pt x="23813" y="51530"/>
                  </a:cubicBezTo>
                  <a:cubicBezTo>
                    <a:pt x="23813" y="36290"/>
                    <a:pt x="36195" y="23908"/>
                    <a:pt x="51435" y="2390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85" name="Google Shape;4485;p100"/>
            <p:cNvSpPr/>
            <p:nvPr/>
          </p:nvSpPr>
          <p:spPr>
            <a:xfrm>
              <a:off x="6627119" y="2560971"/>
              <a:ext cx="102870" cy="102870"/>
            </a:xfrm>
            <a:custGeom>
              <a:avLst/>
              <a:gdLst/>
              <a:ahLst/>
              <a:cxnLst/>
              <a:rect l="l" t="t" r="r" b="b"/>
              <a:pathLst>
                <a:path w="102870" h="102870" extrusionOk="0">
                  <a:moveTo>
                    <a:pt x="51435" y="0"/>
                  </a:moveTo>
                  <a:cubicBezTo>
                    <a:pt x="23051" y="0"/>
                    <a:pt x="0" y="23051"/>
                    <a:pt x="0" y="51435"/>
                  </a:cubicBezTo>
                  <a:cubicBezTo>
                    <a:pt x="0" y="79820"/>
                    <a:pt x="23051" y="102870"/>
                    <a:pt x="51435" y="102870"/>
                  </a:cubicBezTo>
                  <a:cubicBezTo>
                    <a:pt x="79820" y="102870"/>
                    <a:pt x="102870" y="79820"/>
                    <a:pt x="102870" y="51435"/>
                  </a:cubicBezTo>
                  <a:cubicBezTo>
                    <a:pt x="102870" y="23051"/>
                    <a:pt x="79820" y="0"/>
                    <a:pt x="51435" y="0"/>
                  </a:cubicBezTo>
                  <a:close/>
                  <a:moveTo>
                    <a:pt x="51435" y="78962"/>
                  </a:moveTo>
                  <a:cubicBezTo>
                    <a:pt x="36195" y="78962"/>
                    <a:pt x="23813" y="66580"/>
                    <a:pt x="23813" y="51340"/>
                  </a:cubicBezTo>
                  <a:cubicBezTo>
                    <a:pt x="23813" y="36100"/>
                    <a:pt x="36195" y="23717"/>
                    <a:pt x="51435" y="23717"/>
                  </a:cubicBezTo>
                  <a:cubicBezTo>
                    <a:pt x="66675" y="23717"/>
                    <a:pt x="79058" y="36100"/>
                    <a:pt x="79058" y="51340"/>
                  </a:cubicBezTo>
                  <a:cubicBezTo>
                    <a:pt x="79058" y="66580"/>
                    <a:pt x="66675" y="78962"/>
                    <a:pt x="51435" y="7896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486" name="Google Shape;4486;p100"/>
          <p:cNvSpPr/>
          <p:nvPr/>
        </p:nvSpPr>
        <p:spPr>
          <a:xfrm>
            <a:off x="4426451" y="2604857"/>
            <a:ext cx="291100" cy="174779"/>
          </a:xfrm>
          <a:custGeom>
            <a:avLst/>
            <a:gdLst/>
            <a:ahLst/>
            <a:cxnLst/>
            <a:rect l="l" t="t" r="r" b="b"/>
            <a:pathLst>
              <a:path w="517512" h="310719" extrusionOk="0">
                <a:moveTo>
                  <a:pt x="516528" y="174463"/>
                </a:moveTo>
                <a:lnTo>
                  <a:pt x="474427" y="20349"/>
                </a:lnTo>
                <a:cubicBezTo>
                  <a:pt x="472903" y="14634"/>
                  <a:pt x="469189" y="9871"/>
                  <a:pt x="464045" y="6919"/>
                </a:cubicBezTo>
                <a:cubicBezTo>
                  <a:pt x="458902" y="3966"/>
                  <a:pt x="452901" y="3204"/>
                  <a:pt x="447281" y="4823"/>
                </a:cubicBezTo>
                <a:lnTo>
                  <a:pt x="410705" y="14824"/>
                </a:lnTo>
                <a:cubicBezTo>
                  <a:pt x="400990" y="17491"/>
                  <a:pt x="392893" y="23778"/>
                  <a:pt x="387845" y="32541"/>
                </a:cubicBezTo>
                <a:cubicBezTo>
                  <a:pt x="383749" y="39780"/>
                  <a:pt x="382321" y="47876"/>
                  <a:pt x="383368" y="55972"/>
                </a:cubicBezTo>
                <a:lnTo>
                  <a:pt x="356127" y="57020"/>
                </a:lnTo>
                <a:cubicBezTo>
                  <a:pt x="356603" y="57496"/>
                  <a:pt x="316408" y="25111"/>
                  <a:pt x="279451" y="41875"/>
                </a:cubicBezTo>
                <a:cubicBezTo>
                  <a:pt x="276022" y="42923"/>
                  <a:pt x="272783" y="44638"/>
                  <a:pt x="269926" y="47114"/>
                </a:cubicBezTo>
                <a:lnTo>
                  <a:pt x="264592" y="51591"/>
                </a:lnTo>
                <a:cubicBezTo>
                  <a:pt x="228968" y="37399"/>
                  <a:pt x="183248" y="48829"/>
                  <a:pt x="161055" y="56068"/>
                </a:cubicBezTo>
                <a:cubicBezTo>
                  <a:pt x="162007" y="41971"/>
                  <a:pt x="154959" y="27969"/>
                  <a:pt x="141814" y="20730"/>
                </a:cubicBezTo>
                <a:lnTo>
                  <a:pt x="108477" y="2632"/>
                </a:lnTo>
                <a:cubicBezTo>
                  <a:pt x="97999" y="-3083"/>
                  <a:pt x="84760" y="823"/>
                  <a:pt x="79045" y="11300"/>
                </a:cubicBezTo>
                <a:lnTo>
                  <a:pt x="2654" y="151603"/>
                </a:lnTo>
                <a:cubicBezTo>
                  <a:pt x="-108" y="156652"/>
                  <a:pt x="-775" y="162557"/>
                  <a:pt x="940" y="168082"/>
                </a:cubicBezTo>
                <a:cubicBezTo>
                  <a:pt x="2559" y="173606"/>
                  <a:pt x="6274" y="178178"/>
                  <a:pt x="11322" y="180940"/>
                </a:cubicBezTo>
                <a:lnTo>
                  <a:pt x="44659" y="199038"/>
                </a:lnTo>
                <a:lnTo>
                  <a:pt x="44659" y="199038"/>
                </a:lnTo>
                <a:cubicBezTo>
                  <a:pt x="50279" y="202086"/>
                  <a:pt x="56375" y="203610"/>
                  <a:pt x="62376" y="203610"/>
                </a:cubicBezTo>
                <a:cubicBezTo>
                  <a:pt x="74568" y="203610"/>
                  <a:pt x="86379" y="197609"/>
                  <a:pt x="93427" y="186941"/>
                </a:cubicBezTo>
                <a:lnTo>
                  <a:pt x="108572" y="196657"/>
                </a:lnTo>
                <a:lnTo>
                  <a:pt x="96094" y="214468"/>
                </a:lnTo>
                <a:cubicBezTo>
                  <a:pt x="90665" y="222279"/>
                  <a:pt x="92570" y="232947"/>
                  <a:pt x="100285" y="238376"/>
                </a:cubicBezTo>
                <a:lnTo>
                  <a:pt x="105429" y="241996"/>
                </a:lnTo>
                <a:cubicBezTo>
                  <a:pt x="112001" y="246568"/>
                  <a:pt x="120669" y="245901"/>
                  <a:pt x="126479" y="240948"/>
                </a:cubicBezTo>
                <a:lnTo>
                  <a:pt x="123050" y="245901"/>
                </a:lnTo>
                <a:cubicBezTo>
                  <a:pt x="117621" y="253711"/>
                  <a:pt x="119526" y="264379"/>
                  <a:pt x="127241" y="269809"/>
                </a:cubicBezTo>
                <a:lnTo>
                  <a:pt x="132385" y="273428"/>
                </a:lnTo>
                <a:cubicBezTo>
                  <a:pt x="140195" y="278857"/>
                  <a:pt x="150863" y="276952"/>
                  <a:pt x="156292" y="269237"/>
                </a:cubicBezTo>
                <a:lnTo>
                  <a:pt x="158388" y="266284"/>
                </a:lnTo>
                <a:cubicBezTo>
                  <a:pt x="155340" y="273619"/>
                  <a:pt x="157626" y="282286"/>
                  <a:pt x="164389" y="286954"/>
                </a:cubicBezTo>
                <a:lnTo>
                  <a:pt x="169532" y="290573"/>
                </a:lnTo>
                <a:cubicBezTo>
                  <a:pt x="177343" y="296002"/>
                  <a:pt x="188011" y="294097"/>
                  <a:pt x="193440" y="286382"/>
                </a:cubicBezTo>
                <a:lnTo>
                  <a:pt x="196964" y="281429"/>
                </a:lnTo>
                <a:cubicBezTo>
                  <a:pt x="192678" y="289049"/>
                  <a:pt x="194678" y="298860"/>
                  <a:pt x="202012" y="304003"/>
                </a:cubicBezTo>
                <a:lnTo>
                  <a:pt x="207156" y="307623"/>
                </a:lnTo>
                <a:cubicBezTo>
                  <a:pt x="214966" y="313052"/>
                  <a:pt x="225634" y="311147"/>
                  <a:pt x="231064" y="303432"/>
                </a:cubicBezTo>
                <a:lnTo>
                  <a:pt x="244494" y="284287"/>
                </a:lnTo>
                <a:lnTo>
                  <a:pt x="267925" y="299336"/>
                </a:lnTo>
                <a:cubicBezTo>
                  <a:pt x="272497" y="302956"/>
                  <a:pt x="278022" y="304670"/>
                  <a:pt x="283451" y="304670"/>
                </a:cubicBezTo>
                <a:cubicBezTo>
                  <a:pt x="290881" y="304670"/>
                  <a:pt x="298215" y="301432"/>
                  <a:pt x="303168" y="295145"/>
                </a:cubicBezTo>
                <a:lnTo>
                  <a:pt x="306025" y="291430"/>
                </a:lnTo>
                <a:cubicBezTo>
                  <a:pt x="309359" y="287239"/>
                  <a:pt x="311074" y="282191"/>
                  <a:pt x="311359" y="276952"/>
                </a:cubicBezTo>
                <a:cubicBezTo>
                  <a:pt x="312217" y="277048"/>
                  <a:pt x="313169" y="277143"/>
                  <a:pt x="314026" y="277143"/>
                </a:cubicBezTo>
                <a:cubicBezTo>
                  <a:pt x="314979" y="277143"/>
                  <a:pt x="316027" y="277143"/>
                  <a:pt x="317074" y="276952"/>
                </a:cubicBezTo>
                <a:cubicBezTo>
                  <a:pt x="323742" y="276190"/>
                  <a:pt x="329647" y="272857"/>
                  <a:pt x="333838" y="267523"/>
                </a:cubicBezTo>
                <a:lnTo>
                  <a:pt x="336791" y="263808"/>
                </a:lnTo>
                <a:cubicBezTo>
                  <a:pt x="340030" y="259617"/>
                  <a:pt x="341839" y="254664"/>
                  <a:pt x="342125" y="249425"/>
                </a:cubicBezTo>
                <a:cubicBezTo>
                  <a:pt x="343173" y="249520"/>
                  <a:pt x="344221" y="249711"/>
                  <a:pt x="345268" y="249711"/>
                </a:cubicBezTo>
                <a:cubicBezTo>
                  <a:pt x="346221" y="249711"/>
                  <a:pt x="347269" y="249711"/>
                  <a:pt x="348316" y="249520"/>
                </a:cubicBezTo>
                <a:cubicBezTo>
                  <a:pt x="354984" y="248758"/>
                  <a:pt x="360889" y="245425"/>
                  <a:pt x="365080" y="240091"/>
                </a:cubicBezTo>
                <a:lnTo>
                  <a:pt x="368033" y="236376"/>
                </a:lnTo>
                <a:cubicBezTo>
                  <a:pt x="372224" y="231137"/>
                  <a:pt x="374034" y="224565"/>
                  <a:pt x="373272" y="217897"/>
                </a:cubicBezTo>
                <a:cubicBezTo>
                  <a:pt x="372891" y="214754"/>
                  <a:pt x="371938" y="211801"/>
                  <a:pt x="370510" y="209134"/>
                </a:cubicBezTo>
                <a:cubicBezTo>
                  <a:pt x="374701" y="207610"/>
                  <a:pt x="378606" y="205039"/>
                  <a:pt x="381559" y="201229"/>
                </a:cubicBezTo>
                <a:lnTo>
                  <a:pt x="384511" y="197514"/>
                </a:lnTo>
                <a:cubicBezTo>
                  <a:pt x="387750" y="193418"/>
                  <a:pt x="389464" y="188656"/>
                  <a:pt x="389845" y="183607"/>
                </a:cubicBezTo>
                <a:lnTo>
                  <a:pt x="417849" y="183607"/>
                </a:lnTo>
                <a:lnTo>
                  <a:pt x="418325" y="185227"/>
                </a:lnTo>
                <a:cubicBezTo>
                  <a:pt x="422897" y="201991"/>
                  <a:pt x="438137" y="213040"/>
                  <a:pt x="454711" y="213040"/>
                </a:cubicBezTo>
                <a:cubicBezTo>
                  <a:pt x="457949" y="213040"/>
                  <a:pt x="461378" y="212563"/>
                  <a:pt x="464617" y="211706"/>
                </a:cubicBezTo>
                <a:lnTo>
                  <a:pt x="501193" y="201705"/>
                </a:lnTo>
                <a:cubicBezTo>
                  <a:pt x="513004" y="198466"/>
                  <a:pt x="519957" y="186274"/>
                  <a:pt x="516718" y="174559"/>
                </a:cubicBezTo>
                <a:close/>
                <a:moveTo>
                  <a:pt x="55518" y="179131"/>
                </a:moveTo>
                <a:lnTo>
                  <a:pt x="23323" y="161605"/>
                </a:lnTo>
                <a:lnTo>
                  <a:pt x="98571" y="23397"/>
                </a:lnTo>
                <a:lnTo>
                  <a:pt x="130861" y="40923"/>
                </a:lnTo>
                <a:cubicBezTo>
                  <a:pt x="137814" y="44733"/>
                  <a:pt x="140386" y="53496"/>
                  <a:pt x="136671" y="60449"/>
                </a:cubicBezTo>
                <a:lnTo>
                  <a:pt x="75235" y="173320"/>
                </a:lnTo>
                <a:cubicBezTo>
                  <a:pt x="71425" y="180274"/>
                  <a:pt x="62662" y="182941"/>
                  <a:pt x="55708" y="179131"/>
                </a:cubicBezTo>
                <a:close/>
                <a:moveTo>
                  <a:pt x="373177" y="188751"/>
                </a:moveTo>
                <a:lnTo>
                  <a:pt x="370224" y="192466"/>
                </a:lnTo>
                <a:cubicBezTo>
                  <a:pt x="366509" y="197133"/>
                  <a:pt x="359746" y="197990"/>
                  <a:pt x="354984" y="194275"/>
                </a:cubicBezTo>
                <a:lnTo>
                  <a:pt x="317741" y="164938"/>
                </a:lnTo>
                <a:cubicBezTo>
                  <a:pt x="317741" y="164938"/>
                  <a:pt x="317646" y="164938"/>
                  <a:pt x="317551" y="164938"/>
                </a:cubicBezTo>
                <a:lnTo>
                  <a:pt x="308978" y="158176"/>
                </a:lnTo>
                <a:cubicBezTo>
                  <a:pt x="305835" y="155699"/>
                  <a:pt x="301358" y="156271"/>
                  <a:pt x="298977" y="159414"/>
                </a:cubicBezTo>
                <a:cubicBezTo>
                  <a:pt x="296500" y="162557"/>
                  <a:pt x="297072" y="167034"/>
                  <a:pt x="300120" y="169415"/>
                </a:cubicBezTo>
                <a:lnTo>
                  <a:pt x="354793" y="212468"/>
                </a:lnTo>
                <a:cubicBezTo>
                  <a:pt x="357079" y="214278"/>
                  <a:pt x="358508" y="216850"/>
                  <a:pt x="358889" y="219707"/>
                </a:cubicBezTo>
                <a:cubicBezTo>
                  <a:pt x="359270" y="222565"/>
                  <a:pt x="358413" y="225422"/>
                  <a:pt x="356603" y="227708"/>
                </a:cubicBezTo>
                <a:lnTo>
                  <a:pt x="353650" y="231423"/>
                </a:lnTo>
                <a:cubicBezTo>
                  <a:pt x="351841" y="233709"/>
                  <a:pt x="349269" y="235138"/>
                  <a:pt x="346411" y="235423"/>
                </a:cubicBezTo>
                <a:cubicBezTo>
                  <a:pt x="343554" y="235709"/>
                  <a:pt x="340696" y="234947"/>
                  <a:pt x="338410" y="233137"/>
                </a:cubicBezTo>
                <a:lnTo>
                  <a:pt x="283737" y="190084"/>
                </a:lnTo>
                <a:cubicBezTo>
                  <a:pt x="280594" y="187608"/>
                  <a:pt x="276117" y="188179"/>
                  <a:pt x="273736" y="191323"/>
                </a:cubicBezTo>
                <a:cubicBezTo>
                  <a:pt x="271259" y="194466"/>
                  <a:pt x="271831" y="198943"/>
                  <a:pt x="274879" y="201324"/>
                </a:cubicBezTo>
                <a:lnTo>
                  <a:pt x="278117" y="203896"/>
                </a:lnTo>
                <a:cubicBezTo>
                  <a:pt x="278117" y="203896"/>
                  <a:pt x="278403" y="204277"/>
                  <a:pt x="278593" y="204372"/>
                </a:cubicBezTo>
                <a:lnTo>
                  <a:pt x="323551" y="239805"/>
                </a:lnTo>
                <a:cubicBezTo>
                  <a:pt x="325837" y="241615"/>
                  <a:pt x="327266" y="244186"/>
                  <a:pt x="327647" y="247044"/>
                </a:cubicBezTo>
                <a:cubicBezTo>
                  <a:pt x="328028" y="249901"/>
                  <a:pt x="327171" y="252759"/>
                  <a:pt x="325361" y="255045"/>
                </a:cubicBezTo>
                <a:lnTo>
                  <a:pt x="322408" y="258760"/>
                </a:lnTo>
                <a:cubicBezTo>
                  <a:pt x="318694" y="263427"/>
                  <a:pt x="311931" y="264284"/>
                  <a:pt x="307168" y="260569"/>
                </a:cubicBezTo>
                <a:lnTo>
                  <a:pt x="302120" y="256569"/>
                </a:lnTo>
                <a:cubicBezTo>
                  <a:pt x="302120" y="256569"/>
                  <a:pt x="301834" y="256283"/>
                  <a:pt x="301644" y="256093"/>
                </a:cubicBezTo>
                <a:lnTo>
                  <a:pt x="265735" y="227803"/>
                </a:lnTo>
                <a:cubicBezTo>
                  <a:pt x="265735" y="227803"/>
                  <a:pt x="265544" y="227803"/>
                  <a:pt x="265449" y="227613"/>
                </a:cubicBezTo>
                <a:lnTo>
                  <a:pt x="262210" y="225041"/>
                </a:lnTo>
                <a:cubicBezTo>
                  <a:pt x="259067" y="222565"/>
                  <a:pt x="254590" y="223136"/>
                  <a:pt x="252209" y="226279"/>
                </a:cubicBezTo>
                <a:cubicBezTo>
                  <a:pt x="249733" y="229423"/>
                  <a:pt x="250304" y="233899"/>
                  <a:pt x="253352" y="236281"/>
                </a:cubicBezTo>
                <a:lnTo>
                  <a:pt x="292976" y="267523"/>
                </a:lnTo>
                <a:cubicBezTo>
                  <a:pt x="295072" y="269332"/>
                  <a:pt x="296500" y="271714"/>
                  <a:pt x="296786" y="274476"/>
                </a:cubicBezTo>
                <a:cubicBezTo>
                  <a:pt x="297167" y="277333"/>
                  <a:pt x="296310" y="280191"/>
                  <a:pt x="294500" y="282477"/>
                </a:cubicBezTo>
                <a:lnTo>
                  <a:pt x="291643" y="286192"/>
                </a:lnTo>
                <a:cubicBezTo>
                  <a:pt x="287928" y="290859"/>
                  <a:pt x="281165" y="291716"/>
                  <a:pt x="275831" y="287620"/>
                </a:cubicBezTo>
                <a:lnTo>
                  <a:pt x="252304" y="272476"/>
                </a:lnTo>
                <a:lnTo>
                  <a:pt x="257829" y="264665"/>
                </a:lnTo>
                <a:cubicBezTo>
                  <a:pt x="263258" y="256855"/>
                  <a:pt x="261353" y="246187"/>
                  <a:pt x="253638" y="240757"/>
                </a:cubicBezTo>
                <a:lnTo>
                  <a:pt x="248494" y="237138"/>
                </a:lnTo>
                <a:cubicBezTo>
                  <a:pt x="241160" y="231994"/>
                  <a:pt x="231254" y="233423"/>
                  <a:pt x="225634" y="240186"/>
                </a:cubicBezTo>
                <a:lnTo>
                  <a:pt x="226873" y="238376"/>
                </a:lnTo>
                <a:cubicBezTo>
                  <a:pt x="232302" y="230566"/>
                  <a:pt x="230397" y="219898"/>
                  <a:pt x="222682" y="214468"/>
                </a:cubicBezTo>
                <a:lnTo>
                  <a:pt x="217538" y="210849"/>
                </a:lnTo>
                <a:cubicBezTo>
                  <a:pt x="210775" y="206086"/>
                  <a:pt x="201822" y="206944"/>
                  <a:pt x="196012" y="212278"/>
                </a:cubicBezTo>
                <a:lnTo>
                  <a:pt x="196774" y="211135"/>
                </a:lnTo>
                <a:cubicBezTo>
                  <a:pt x="202203" y="203324"/>
                  <a:pt x="200298" y="192656"/>
                  <a:pt x="192583" y="187227"/>
                </a:cubicBezTo>
                <a:lnTo>
                  <a:pt x="187439" y="183607"/>
                </a:lnTo>
                <a:cubicBezTo>
                  <a:pt x="179629" y="178178"/>
                  <a:pt x="168961" y="180083"/>
                  <a:pt x="163531" y="187798"/>
                </a:cubicBezTo>
                <a:lnTo>
                  <a:pt x="159150" y="194085"/>
                </a:lnTo>
                <a:cubicBezTo>
                  <a:pt x="161817" y="186941"/>
                  <a:pt x="159531" y="178559"/>
                  <a:pt x="152959" y="173987"/>
                </a:cubicBezTo>
                <a:lnTo>
                  <a:pt x="147815" y="170368"/>
                </a:lnTo>
                <a:cubicBezTo>
                  <a:pt x="140005" y="164938"/>
                  <a:pt x="129337" y="166843"/>
                  <a:pt x="123907" y="174559"/>
                </a:cubicBezTo>
                <a:lnTo>
                  <a:pt x="116478" y="185131"/>
                </a:lnTo>
                <a:lnTo>
                  <a:pt x="100190" y="174654"/>
                </a:lnTo>
                <a:lnTo>
                  <a:pt x="155435" y="73213"/>
                </a:lnTo>
                <a:cubicBezTo>
                  <a:pt x="166008" y="69212"/>
                  <a:pt x="214395" y="52258"/>
                  <a:pt x="251447" y="62449"/>
                </a:cubicBezTo>
                <a:lnTo>
                  <a:pt x="211061" y="96549"/>
                </a:lnTo>
                <a:cubicBezTo>
                  <a:pt x="199345" y="106455"/>
                  <a:pt x="197917" y="123886"/>
                  <a:pt x="207727" y="135601"/>
                </a:cubicBezTo>
                <a:lnTo>
                  <a:pt x="209347" y="137506"/>
                </a:lnTo>
                <a:cubicBezTo>
                  <a:pt x="219253" y="149222"/>
                  <a:pt x="236683" y="150651"/>
                  <a:pt x="248399" y="140840"/>
                </a:cubicBezTo>
                <a:lnTo>
                  <a:pt x="283356" y="111408"/>
                </a:lnTo>
                <a:lnTo>
                  <a:pt x="371272" y="174082"/>
                </a:lnTo>
                <a:cubicBezTo>
                  <a:pt x="373367" y="175892"/>
                  <a:pt x="374701" y="178273"/>
                  <a:pt x="374986" y="180940"/>
                </a:cubicBezTo>
                <a:cubicBezTo>
                  <a:pt x="375367" y="183798"/>
                  <a:pt x="374510" y="186655"/>
                  <a:pt x="372700" y="188941"/>
                </a:cubicBezTo>
                <a:close/>
                <a:moveTo>
                  <a:pt x="458140" y="188751"/>
                </a:moveTo>
                <a:cubicBezTo>
                  <a:pt x="450805" y="190751"/>
                  <a:pt x="443090" y="186370"/>
                  <a:pt x="440995" y="178940"/>
                </a:cubicBezTo>
                <a:lnTo>
                  <a:pt x="407086" y="54925"/>
                </a:lnTo>
                <a:cubicBezTo>
                  <a:pt x="406133" y="51305"/>
                  <a:pt x="406609" y="47590"/>
                  <a:pt x="408419" y="44352"/>
                </a:cubicBezTo>
                <a:cubicBezTo>
                  <a:pt x="410229" y="41113"/>
                  <a:pt x="413277" y="38827"/>
                  <a:pt x="416801" y="37780"/>
                </a:cubicBezTo>
                <a:lnTo>
                  <a:pt x="451758" y="28255"/>
                </a:lnTo>
                <a:lnTo>
                  <a:pt x="493001" y="179131"/>
                </a:lnTo>
                <a:lnTo>
                  <a:pt x="458044" y="188656"/>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487" name="Google Shape;4487;p100"/>
          <p:cNvGrpSpPr/>
          <p:nvPr/>
        </p:nvGrpSpPr>
        <p:grpSpPr>
          <a:xfrm>
            <a:off x="5205887" y="2544475"/>
            <a:ext cx="295483" cy="295537"/>
            <a:chOff x="1023766" y="3471100"/>
            <a:chExt cx="525303" cy="525399"/>
          </a:xfrm>
        </p:grpSpPr>
        <p:sp>
          <p:nvSpPr>
            <p:cNvPr id="4488" name="Google Shape;4488;p100"/>
            <p:cNvSpPr/>
            <p:nvPr/>
          </p:nvSpPr>
          <p:spPr>
            <a:xfrm>
              <a:off x="1144543" y="3593496"/>
              <a:ext cx="280511" cy="281273"/>
            </a:xfrm>
            <a:custGeom>
              <a:avLst/>
              <a:gdLst/>
              <a:ahLst/>
              <a:cxnLst/>
              <a:rect l="l" t="t" r="r" b="b"/>
              <a:pathLst>
                <a:path w="280511" h="281273" extrusionOk="0">
                  <a:moveTo>
                    <a:pt x="249460" y="0"/>
                  </a:moveTo>
                  <a:lnTo>
                    <a:pt x="31052" y="0"/>
                  </a:lnTo>
                  <a:cubicBezTo>
                    <a:pt x="13907" y="0"/>
                    <a:pt x="0" y="13906"/>
                    <a:pt x="0" y="31052"/>
                  </a:cubicBezTo>
                  <a:lnTo>
                    <a:pt x="0" y="250222"/>
                  </a:lnTo>
                  <a:cubicBezTo>
                    <a:pt x="0" y="267367"/>
                    <a:pt x="13907" y="281273"/>
                    <a:pt x="31052" y="281273"/>
                  </a:cubicBezTo>
                  <a:lnTo>
                    <a:pt x="249460" y="281273"/>
                  </a:lnTo>
                  <a:cubicBezTo>
                    <a:pt x="266605" y="281273"/>
                    <a:pt x="280511" y="267367"/>
                    <a:pt x="280511" y="250222"/>
                  </a:cubicBezTo>
                  <a:lnTo>
                    <a:pt x="280511" y="31052"/>
                  </a:lnTo>
                  <a:cubicBezTo>
                    <a:pt x="280511" y="13906"/>
                    <a:pt x="266605" y="0"/>
                    <a:pt x="249460" y="0"/>
                  </a:cubicBezTo>
                  <a:close/>
                  <a:moveTo>
                    <a:pt x="253079" y="250222"/>
                  </a:moveTo>
                  <a:cubicBezTo>
                    <a:pt x="253079" y="252127"/>
                    <a:pt x="251460" y="253746"/>
                    <a:pt x="249555" y="253746"/>
                  </a:cubicBezTo>
                  <a:lnTo>
                    <a:pt x="31147" y="253746"/>
                  </a:lnTo>
                  <a:cubicBezTo>
                    <a:pt x="29242" y="253746"/>
                    <a:pt x="27623" y="252127"/>
                    <a:pt x="27623" y="250222"/>
                  </a:cubicBezTo>
                  <a:lnTo>
                    <a:pt x="27623" y="31052"/>
                  </a:lnTo>
                  <a:cubicBezTo>
                    <a:pt x="27623" y="29146"/>
                    <a:pt x="29242" y="27527"/>
                    <a:pt x="31147" y="27527"/>
                  </a:cubicBezTo>
                  <a:lnTo>
                    <a:pt x="249555" y="27527"/>
                  </a:lnTo>
                  <a:cubicBezTo>
                    <a:pt x="251460" y="27527"/>
                    <a:pt x="253079" y="29146"/>
                    <a:pt x="253079" y="31052"/>
                  </a:cubicBezTo>
                  <a:lnTo>
                    <a:pt x="253079" y="25022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89" name="Google Shape;4489;p100"/>
            <p:cNvSpPr/>
            <p:nvPr/>
          </p:nvSpPr>
          <p:spPr>
            <a:xfrm>
              <a:off x="1023766" y="3471100"/>
              <a:ext cx="525303" cy="525399"/>
            </a:xfrm>
            <a:custGeom>
              <a:avLst/>
              <a:gdLst/>
              <a:ahLst/>
              <a:cxnLst/>
              <a:rect l="l" t="t" r="r" b="b"/>
              <a:pathLst>
                <a:path w="525303" h="525399" extrusionOk="0">
                  <a:moveTo>
                    <a:pt x="506254" y="244031"/>
                  </a:moveTo>
                  <a:cubicBezTo>
                    <a:pt x="516731" y="244031"/>
                    <a:pt x="525304" y="235458"/>
                    <a:pt x="525304" y="224981"/>
                  </a:cubicBezTo>
                  <a:cubicBezTo>
                    <a:pt x="525304" y="214503"/>
                    <a:pt x="516731" y="205931"/>
                    <a:pt x="506254" y="205931"/>
                  </a:cubicBezTo>
                  <a:lnTo>
                    <a:pt x="461772" y="205931"/>
                  </a:lnTo>
                  <a:lnTo>
                    <a:pt x="461772" y="165926"/>
                  </a:lnTo>
                  <a:lnTo>
                    <a:pt x="506254" y="165926"/>
                  </a:lnTo>
                  <a:cubicBezTo>
                    <a:pt x="516731" y="165926"/>
                    <a:pt x="525304" y="157353"/>
                    <a:pt x="525304" y="146876"/>
                  </a:cubicBezTo>
                  <a:cubicBezTo>
                    <a:pt x="525304" y="136398"/>
                    <a:pt x="516731" y="127826"/>
                    <a:pt x="506254" y="127826"/>
                  </a:cubicBezTo>
                  <a:lnTo>
                    <a:pt x="461677" y="127826"/>
                  </a:lnTo>
                  <a:cubicBezTo>
                    <a:pt x="461010" y="93536"/>
                    <a:pt x="434150" y="65532"/>
                    <a:pt x="400241" y="63151"/>
                  </a:cubicBezTo>
                  <a:lnTo>
                    <a:pt x="400241" y="19050"/>
                  </a:lnTo>
                  <a:cubicBezTo>
                    <a:pt x="400241" y="8573"/>
                    <a:pt x="391668" y="0"/>
                    <a:pt x="381191" y="0"/>
                  </a:cubicBezTo>
                  <a:cubicBezTo>
                    <a:pt x="370713" y="0"/>
                    <a:pt x="362141" y="8573"/>
                    <a:pt x="362141" y="19050"/>
                  </a:cubicBezTo>
                  <a:lnTo>
                    <a:pt x="362141" y="62960"/>
                  </a:lnTo>
                  <a:lnTo>
                    <a:pt x="322136" y="62960"/>
                  </a:lnTo>
                  <a:lnTo>
                    <a:pt x="322136" y="19050"/>
                  </a:lnTo>
                  <a:cubicBezTo>
                    <a:pt x="322136" y="8573"/>
                    <a:pt x="313563" y="0"/>
                    <a:pt x="303086" y="0"/>
                  </a:cubicBezTo>
                  <a:cubicBezTo>
                    <a:pt x="292608" y="0"/>
                    <a:pt x="284036" y="8573"/>
                    <a:pt x="284036" y="19050"/>
                  </a:cubicBezTo>
                  <a:lnTo>
                    <a:pt x="284036" y="62960"/>
                  </a:lnTo>
                  <a:lnTo>
                    <a:pt x="244031" y="62960"/>
                  </a:lnTo>
                  <a:lnTo>
                    <a:pt x="244031" y="19050"/>
                  </a:lnTo>
                  <a:cubicBezTo>
                    <a:pt x="244031" y="8573"/>
                    <a:pt x="235458" y="0"/>
                    <a:pt x="224981" y="0"/>
                  </a:cubicBezTo>
                  <a:cubicBezTo>
                    <a:pt x="214503" y="0"/>
                    <a:pt x="205931" y="8573"/>
                    <a:pt x="205931" y="19050"/>
                  </a:cubicBezTo>
                  <a:lnTo>
                    <a:pt x="205931" y="62960"/>
                  </a:lnTo>
                  <a:lnTo>
                    <a:pt x="165926" y="62960"/>
                  </a:lnTo>
                  <a:lnTo>
                    <a:pt x="165926" y="19050"/>
                  </a:lnTo>
                  <a:cubicBezTo>
                    <a:pt x="165926" y="8573"/>
                    <a:pt x="157353" y="0"/>
                    <a:pt x="146876" y="0"/>
                  </a:cubicBezTo>
                  <a:cubicBezTo>
                    <a:pt x="136398" y="0"/>
                    <a:pt x="127826" y="8573"/>
                    <a:pt x="127826" y="19050"/>
                  </a:cubicBezTo>
                  <a:lnTo>
                    <a:pt x="127826" y="62960"/>
                  </a:lnTo>
                  <a:lnTo>
                    <a:pt x="126683" y="62960"/>
                  </a:lnTo>
                  <a:cubicBezTo>
                    <a:pt x="90583" y="62960"/>
                    <a:pt x="61246" y="92012"/>
                    <a:pt x="60484" y="127921"/>
                  </a:cubicBezTo>
                  <a:lnTo>
                    <a:pt x="19050" y="127921"/>
                  </a:lnTo>
                  <a:cubicBezTo>
                    <a:pt x="8573" y="127921"/>
                    <a:pt x="0" y="136493"/>
                    <a:pt x="0" y="146971"/>
                  </a:cubicBezTo>
                  <a:cubicBezTo>
                    <a:pt x="0" y="157448"/>
                    <a:pt x="8573" y="166021"/>
                    <a:pt x="19050" y="166021"/>
                  </a:cubicBezTo>
                  <a:lnTo>
                    <a:pt x="60389" y="166021"/>
                  </a:lnTo>
                  <a:lnTo>
                    <a:pt x="60389" y="206026"/>
                  </a:lnTo>
                  <a:lnTo>
                    <a:pt x="19050" y="206026"/>
                  </a:lnTo>
                  <a:cubicBezTo>
                    <a:pt x="8573" y="206026"/>
                    <a:pt x="0" y="214598"/>
                    <a:pt x="0" y="225076"/>
                  </a:cubicBezTo>
                  <a:cubicBezTo>
                    <a:pt x="0" y="235553"/>
                    <a:pt x="8573" y="244126"/>
                    <a:pt x="19050" y="244126"/>
                  </a:cubicBezTo>
                  <a:lnTo>
                    <a:pt x="60389" y="244126"/>
                  </a:lnTo>
                  <a:lnTo>
                    <a:pt x="60389" y="284131"/>
                  </a:lnTo>
                  <a:lnTo>
                    <a:pt x="19050" y="284131"/>
                  </a:lnTo>
                  <a:cubicBezTo>
                    <a:pt x="8573" y="284131"/>
                    <a:pt x="0" y="292703"/>
                    <a:pt x="0" y="303181"/>
                  </a:cubicBezTo>
                  <a:cubicBezTo>
                    <a:pt x="0" y="313658"/>
                    <a:pt x="8573" y="322231"/>
                    <a:pt x="19050" y="322231"/>
                  </a:cubicBezTo>
                  <a:lnTo>
                    <a:pt x="60389" y="322231"/>
                  </a:lnTo>
                  <a:lnTo>
                    <a:pt x="60389" y="362236"/>
                  </a:lnTo>
                  <a:lnTo>
                    <a:pt x="19050" y="362236"/>
                  </a:lnTo>
                  <a:cubicBezTo>
                    <a:pt x="8573" y="362236"/>
                    <a:pt x="0" y="370808"/>
                    <a:pt x="0" y="381286"/>
                  </a:cubicBezTo>
                  <a:cubicBezTo>
                    <a:pt x="0" y="391763"/>
                    <a:pt x="8573" y="400336"/>
                    <a:pt x="19050" y="400336"/>
                  </a:cubicBezTo>
                  <a:lnTo>
                    <a:pt x="60579" y="400336"/>
                  </a:lnTo>
                  <a:cubicBezTo>
                    <a:pt x="62294" y="435388"/>
                    <a:pt x="91250" y="463391"/>
                    <a:pt x="126683" y="463391"/>
                  </a:cubicBezTo>
                  <a:lnTo>
                    <a:pt x="127826" y="463391"/>
                  </a:lnTo>
                  <a:lnTo>
                    <a:pt x="127826" y="506349"/>
                  </a:lnTo>
                  <a:cubicBezTo>
                    <a:pt x="127826" y="516827"/>
                    <a:pt x="136398" y="525399"/>
                    <a:pt x="146876" y="525399"/>
                  </a:cubicBezTo>
                  <a:cubicBezTo>
                    <a:pt x="157353" y="525399"/>
                    <a:pt x="165926" y="516827"/>
                    <a:pt x="165926" y="506349"/>
                  </a:cubicBezTo>
                  <a:lnTo>
                    <a:pt x="165926" y="463391"/>
                  </a:lnTo>
                  <a:lnTo>
                    <a:pt x="205931" y="463391"/>
                  </a:lnTo>
                  <a:lnTo>
                    <a:pt x="205931" y="506349"/>
                  </a:lnTo>
                  <a:cubicBezTo>
                    <a:pt x="205931" y="516827"/>
                    <a:pt x="214503" y="525399"/>
                    <a:pt x="224981" y="525399"/>
                  </a:cubicBezTo>
                  <a:cubicBezTo>
                    <a:pt x="235458" y="525399"/>
                    <a:pt x="244031" y="516827"/>
                    <a:pt x="244031" y="506349"/>
                  </a:cubicBezTo>
                  <a:lnTo>
                    <a:pt x="244031" y="463391"/>
                  </a:lnTo>
                  <a:lnTo>
                    <a:pt x="284036" y="463391"/>
                  </a:lnTo>
                  <a:lnTo>
                    <a:pt x="284036" y="506349"/>
                  </a:lnTo>
                  <a:cubicBezTo>
                    <a:pt x="284036" y="516827"/>
                    <a:pt x="292608" y="525399"/>
                    <a:pt x="303086" y="525399"/>
                  </a:cubicBezTo>
                  <a:cubicBezTo>
                    <a:pt x="313563" y="525399"/>
                    <a:pt x="322136" y="516827"/>
                    <a:pt x="322136" y="506349"/>
                  </a:cubicBezTo>
                  <a:lnTo>
                    <a:pt x="322136" y="463391"/>
                  </a:lnTo>
                  <a:lnTo>
                    <a:pt x="362141" y="463391"/>
                  </a:lnTo>
                  <a:lnTo>
                    <a:pt x="362141" y="506349"/>
                  </a:lnTo>
                  <a:cubicBezTo>
                    <a:pt x="362141" y="516827"/>
                    <a:pt x="370713" y="525399"/>
                    <a:pt x="381191" y="525399"/>
                  </a:cubicBezTo>
                  <a:cubicBezTo>
                    <a:pt x="391668" y="525399"/>
                    <a:pt x="400241" y="516827"/>
                    <a:pt x="400241" y="506349"/>
                  </a:cubicBezTo>
                  <a:lnTo>
                    <a:pt x="400241" y="463106"/>
                  </a:lnTo>
                  <a:cubicBezTo>
                    <a:pt x="433483" y="460724"/>
                    <a:pt x="459962" y="433769"/>
                    <a:pt x="461582" y="400336"/>
                  </a:cubicBezTo>
                  <a:lnTo>
                    <a:pt x="506254" y="400336"/>
                  </a:lnTo>
                  <a:cubicBezTo>
                    <a:pt x="516731" y="400336"/>
                    <a:pt x="525304" y="391763"/>
                    <a:pt x="525304" y="381286"/>
                  </a:cubicBezTo>
                  <a:cubicBezTo>
                    <a:pt x="525304" y="370808"/>
                    <a:pt x="516731" y="362236"/>
                    <a:pt x="506254" y="362236"/>
                  </a:cubicBezTo>
                  <a:lnTo>
                    <a:pt x="461772" y="362236"/>
                  </a:lnTo>
                  <a:lnTo>
                    <a:pt x="461772" y="322231"/>
                  </a:lnTo>
                  <a:lnTo>
                    <a:pt x="506254" y="322231"/>
                  </a:lnTo>
                  <a:cubicBezTo>
                    <a:pt x="516731" y="322231"/>
                    <a:pt x="525304" y="313658"/>
                    <a:pt x="525304" y="303181"/>
                  </a:cubicBezTo>
                  <a:cubicBezTo>
                    <a:pt x="525304" y="292703"/>
                    <a:pt x="516731" y="284131"/>
                    <a:pt x="506254" y="284131"/>
                  </a:cubicBezTo>
                  <a:lnTo>
                    <a:pt x="461772" y="284131"/>
                  </a:lnTo>
                  <a:lnTo>
                    <a:pt x="461772" y="244126"/>
                  </a:lnTo>
                  <a:lnTo>
                    <a:pt x="506254" y="244126"/>
                  </a:lnTo>
                  <a:close/>
                  <a:moveTo>
                    <a:pt x="423672" y="397193"/>
                  </a:moveTo>
                  <a:cubicBezTo>
                    <a:pt x="423672" y="412718"/>
                    <a:pt x="411004" y="425291"/>
                    <a:pt x="395573" y="425291"/>
                  </a:cubicBezTo>
                  <a:lnTo>
                    <a:pt x="126587" y="425291"/>
                  </a:lnTo>
                  <a:cubicBezTo>
                    <a:pt x="111062" y="425291"/>
                    <a:pt x="98489" y="412623"/>
                    <a:pt x="98489" y="397193"/>
                  </a:cubicBezTo>
                  <a:lnTo>
                    <a:pt x="98489" y="129159"/>
                  </a:lnTo>
                  <a:cubicBezTo>
                    <a:pt x="98489" y="113633"/>
                    <a:pt x="111157" y="101060"/>
                    <a:pt x="126587" y="101060"/>
                  </a:cubicBezTo>
                  <a:lnTo>
                    <a:pt x="395573" y="101060"/>
                  </a:lnTo>
                  <a:cubicBezTo>
                    <a:pt x="411099" y="101060"/>
                    <a:pt x="423672" y="113729"/>
                    <a:pt x="423672" y="129159"/>
                  </a:cubicBezTo>
                  <a:lnTo>
                    <a:pt x="423672" y="39719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90" name="Google Shape;4490;p100"/>
            <p:cNvSpPr/>
            <p:nvPr/>
          </p:nvSpPr>
          <p:spPr>
            <a:xfrm>
              <a:off x="1323994" y="3693699"/>
              <a:ext cx="17100" cy="80100"/>
            </a:xfrm>
            <a:prstGeom prst="rect">
              <a:avLst/>
            </a:pr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91" name="Google Shape;4491;p100"/>
            <p:cNvSpPr/>
            <p:nvPr/>
          </p:nvSpPr>
          <p:spPr>
            <a:xfrm>
              <a:off x="1227696" y="3693985"/>
              <a:ext cx="76771" cy="79629"/>
            </a:xfrm>
            <a:custGeom>
              <a:avLst/>
              <a:gdLst/>
              <a:ahLst/>
              <a:cxnLst/>
              <a:rect l="l" t="t" r="r" b="b"/>
              <a:pathLst>
                <a:path w="76771" h="79629" extrusionOk="0">
                  <a:moveTo>
                    <a:pt x="27527" y="0"/>
                  </a:moveTo>
                  <a:lnTo>
                    <a:pt x="0" y="79629"/>
                  </a:lnTo>
                  <a:lnTo>
                    <a:pt x="18097" y="79629"/>
                  </a:lnTo>
                  <a:lnTo>
                    <a:pt x="24003" y="61436"/>
                  </a:lnTo>
                  <a:lnTo>
                    <a:pt x="52768" y="61436"/>
                  </a:lnTo>
                  <a:lnTo>
                    <a:pt x="58674" y="79629"/>
                  </a:lnTo>
                  <a:lnTo>
                    <a:pt x="76771" y="79629"/>
                  </a:lnTo>
                  <a:lnTo>
                    <a:pt x="49340" y="0"/>
                  </a:lnTo>
                  <a:lnTo>
                    <a:pt x="27622" y="0"/>
                  </a:lnTo>
                  <a:close/>
                  <a:moveTo>
                    <a:pt x="28289" y="48292"/>
                  </a:moveTo>
                  <a:lnTo>
                    <a:pt x="38100" y="18097"/>
                  </a:lnTo>
                  <a:lnTo>
                    <a:pt x="38767" y="18097"/>
                  </a:lnTo>
                  <a:lnTo>
                    <a:pt x="48577" y="48292"/>
                  </a:lnTo>
                  <a:lnTo>
                    <a:pt x="28384" y="48292"/>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492" name="Google Shape;4492;p100"/>
          <p:cNvSpPr/>
          <p:nvPr/>
        </p:nvSpPr>
        <p:spPr>
          <a:xfrm>
            <a:off x="6786156" y="2569220"/>
            <a:ext cx="303841" cy="246030"/>
          </a:xfrm>
          <a:custGeom>
            <a:avLst/>
            <a:gdLst/>
            <a:ahLst/>
            <a:cxnLst/>
            <a:rect l="l" t="t" r="r" b="b"/>
            <a:pathLst>
              <a:path w="540162" h="437387" extrusionOk="0">
                <a:moveTo>
                  <a:pt x="484823" y="268034"/>
                </a:moveTo>
                <a:cubicBezTo>
                  <a:pt x="476060" y="268034"/>
                  <a:pt x="467773" y="270129"/>
                  <a:pt x="460439" y="273749"/>
                </a:cubicBezTo>
                <a:lnTo>
                  <a:pt x="421291" y="224885"/>
                </a:lnTo>
                <a:lnTo>
                  <a:pt x="458343" y="182404"/>
                </a:lnTo>
                <a:cubicBezTo>
                  <a:pt x="466249" y="186690"/>
                  <a:pt x="475298" y="189167"/>
                  <a:pt x="484823" y="189167"/>
                </a:cubicBezTo>
                <a:cubicBezTo>
                  <a:pt x="515303" y="189167"/>
                  <a:pt x="540163" y="164306"/>
                  <a:pt x="540163" y="133826"/>
                </a:cubicBezTo>
                <a:cubicBezTo>
                  <a:pt x="540163" y="103346"/>
                  <a:pt x="515303" y="78486"/>
                  <a:pt x="484823" y="78486"/>
                </a:cubicBezTo>
                <a:cubicBezTo>
                  <a:pt x="465296" y="78486"/>
                  <a:pt x="448056" y="88678"/>
                  <a:pt x="438245" y="104108"/>
                </a:cubicBezTo>
                <a:lnTo>
                  <a:pt x="324898" y="62675"/>
                </a:lnTo>
                <a:cubicBezTo>
                  <a:pt x="325184" y="60293"/>
                  <a:pt x="325469" y="57817"/>
                  <a:pt x="325469" y="55340"/>
                </a:cubicBezTo>
                <a:cubicBezTo>
                  <a:pt x="325469" y="24860"/>
                  <a:pt x="300609" y="0"/>
                  <a:pt x="270129" y="0"/>
                </a:cubicBezTo>
                <a:cubicBezTo>
                  <a:pt x="239649" y="0"/>
                  <a:pt x="214789" y="24860"/>
                  <a:pt x="214789" y="55340"/>
                </a:cubicBezTo>
                <a:cubicBezTo>
                  <a:pt x="214789" y="58769"/>
                  <a:pt x="215170" y="62103"/>
                  <a:pt x="215741" y="65342"/>
                </a:cubicBezTo>
                <a:lnTo>
                  <a:pt x="102489" y="104870"/>
                </a:lnTo>
                <a:cubicBezTo>
                  <a:pt x="92774" y="89154"/>
                  <a:pt x="75343" y="78581"/>
                  <a:pt x="55436" y="78581"/>
                </a:cubicBezTo>
                <a:cubicBezTo>
                  <a:pt x="24955" y="78581"/>
                  <a:pt x="95" y="103442"/>
                  <a:pt x="95" y="133922"/>
                </a:cubicBezTo>
                <a:cubicBezTo>
                  <a:pt x="95" y="164402"/>
                  <a:pt x="24955" y="189262"/>
                  <a:pt x="55436" y="189262"/>
                </a:cubicBezTo>
                <a:cubicBezTo>
                  <a:pt x="65056" y="189262"/>
                  <a:pt x="74105" y="186785"/>
                  <a:pt x="81915" y="182499"/>
                </a:cubicBezTo>
                <a:lnTo>
                  <a:pt x="118967" y="224981"/>
                </a:lnTo>
                <a:lnTo>
                  <a:pt x="79820" y="273844"/>
                </a:lnTo>
                <a:cubicBezTo>
                  <a:pt x="72485" y="270224"/>
                  <a:pt x="64199" y="268034"/>
                  <a:pt x="55340" y="268034"/>
                </a:cubicBezTo>
                <a:cubicBezTo>
                  <a:pt x="24860" y="268034"/>
                  <a:pt x="0" y="292894"/>
                  <a:pt x="0" y="323374"/>
                </a:cubicBezTo>
                <a:cubicBezTo>
                  <a:pt x="0" y="353854"/>
                  <a:pt x="24860" y="378714"/>
                  <a:pt x="55340" y="378714"/>
                </a:cubicBezTo>
                <a:cubicBezTo>
                  <a:pt x="76676" y="378714"/>
                  <a:pt x="95250" y="366522"/>
                  <a:pt x="104489" y="348710"/>
                </a:cubicBezTo>
                <a:lnTo>
                  <a:pt x="214884" y="377857"/>
                </a:lnTo>
                <a:cubicBezTo>
                  <a:pt x="214789" y="379286"/>
                  <a:pt x="214694" y="380619"/>
                  <a:pt x="214694" y="382048"/>
                </a:cubicBezTo>
                <a:cubicBezTo>
                  <a:pt x="214694" y="412528"/>
                  <a:pt x="239554" y="437388"/>
                  <a:pt x="270034" y="437388"/>
                </a:cubicBezTo>
                <a:cubicBezTo>
                  <a:pt x="300514" y="437388"/>
                  <a:pt x="325374" y="412528"/>
                  <a:pt x="325374" y="382048"/>
                </a:cubicBezTo>
                <a:cubicBezTo>
                  <a:pt x="325374" y="380619"/>
                  <a:pt x="325279" y="379286"/>
                  <a:pt x="325184" y="377857"/>
                </a:cubicBezTo>
                <a:lnTo>
                  <a:pt x="435578" y="348710"/>
                </a:lnTo>
                <a:cubicBezTo>
                  <a:pt x="444818" y="366522"/>
                  <a:pt x="463296" y="378714"/>
                  <a:pt x="484727" y="378714"/>
                </a:cubicBezTo>
                <a:cubicBezTo>
                  <a:pt x="515207" y="378714"/>
                  <a:pt x="540068" y="353854"/>
                  <a:pt x="540068" y="323374"/>
                </a:cubicBezTo>
                <a:cubicBezTo>
                  <a:pt x="540068" y="292894"/>
                  <a:pt x="515207" y="268034"/>
                  <a:pt x="484727" y="268034"/>
                </a:cubicBezTo>
                <a:close/>
                <a:moveTo>
                  <a:pt x="484823" y="102394"/>
                </a:moveTo>
                <a:cubicBezTo>
                  <a:pt x="502158" y="102394"/>
                  <a:pt x="516350" y="116491"/>
                  <a:pt x="516350" y="133922"/>
                </a:cubicBezTo>
                <a:cubicBezTo>
                  <a:pt x="516350" y="151352"/>
                  <a:pt x="502253" y="165449"/>
                  <a:pt x="484823" y="165449"/>
                </a:cubicBezTo>
                <a:cubicBezTo>
                  <a:pt x="467392" y="165449"/>
                  <a:pt x="453295" y="151352"/>
                  <a:pt x="453295" y="133922"/>
                </a:cubicBezTo>
                <a:cubicBezTo>
                  <a:pt x="453295" y="116491"/>
                  <a:pt x="467392" y="102394"/>
                  <a:pt x="484823" y="102394"/>
                </a:cubicBezTo>
                <a:close/>
                <a:moveTo>
                  <a:pt x="440436" y="166688"/>
                </a:moveTo>
                <a:lnTo>
                  <a:pt x="406146" y="206026"/>
                </a:lnTo>
                <a:lnTo>
                  <a:pt x="388906" y="184499"/>
                </a:lnTo>
                <a:cubicBezTo>
                  <a:pt x="409575" y="176498"/>
                  <a:pt x="426053" y="170021"/>
                  <a:pt x="439103" y="164878"/>
                </a:cubicBezTo>
                <a:cubicBezTo>
                  <a:pt x="439484" y="165545"/>
                  <a:pt x="439960" y="166116"/>
                  <a:pt x="440436" y="166688"/>
                </a:cubicBezTo>
                <a:close/>
                <a:moveTo>
                  <a:pt x="270224" y="162401"/>
                </a:moveTo>
                <a:cubicBezTo>
                  <a:pt x="251079" y="162401"/>
                  <a:pt x="234220" y="172212"/>
                  <a:pt x="224314" y="186976"/>
                </a:cubicBezTo>
                <a:lnTo>
                  <a:pt x="190595" y="173831"/>
                </a:lnTo>
                <a:lnTo>
                  <a:pt x="245840" y="104870"/>
                </a:lnTo>
                <a:cubicBezTo>
                  <a:pt x="253175" y="108490"/>
                  <a:pt x="261461" y="110681"/>
                  <a:pt x="270320" y="110681"/>
                </a:cubicBezTo>
                <a:cubicBezTo>
                  <a:pt x="279178" y="110681"/>
                  <a:pt x="287369" y="108585"/>
                  <a:pt x="294799" y="104870"/>
                </a:cubicBezTo>
                <a:lnTo>
                  <a:pt x="350139" y="174022"/>
                </a:lnTo>
                <a:cubicBezTo>
                  <a:pt x="338900" y="178403"/>
                  <a:pt x="327565" y="182785"/>
                  <a:pt x="316421" y="187071"/>
                </a:cubicBezTo>
                <a:cubicBezTo>
                  <a:pt x="306515" y="172212"/>
                  <a:pt x="289560" y="162306"/>
                  <a:pt x="270415" y="162306"/>
                </a:cubicBezTo>
                <a:close/>
                <a:moveTo>
                  <a:pt x="301657" y="217742"/>
                </a:moveTo>
                <a:cubicBezTo>
                  <a:pt x="301657" y="235077"/>
                  <a:pt x="287560" y="249269"/>
                  <a:pt x="270129" y="249269"/>
                </a:cubicBezTo>
                <a:cubicBezTo>
                  <a:pt x="252698" y="249269"/>
                  <a:pt x="238601" y="235172"/>
                  <a:pt x="238601" y="217742"/>
                </a:cubicBezTo>
                <a:cubicBezTo>
                  <a:pt x="238601" y="200311"/>
                  <a:pt x="252698" y="186214"/>
                  <a:pt x="270129" y="186214"/>
                </a:cubicBezTo>
                <a:cubicBezTo>
                  <a:pt x="287560" y="186214"/>
                  <a:pt x="301657" y="200311"/>
                  <a:pt x="301657" y="217742"/>
                </a:cubicBezTo>
                <a:close/>
                <a:moveTo>
                  <a:pt x="215551" y="209169"/>
                </a:moveTo>
                <a:cubicBezTo>
                  <a:pt x="215075" y="211931"/>
                  <a:pt x="214789" y="214789"/>
                  <a:pt x="214789" y="217742"/>
                </a:cubicBezTo>
                <a:cubicBezTo>
                  <a:pt x="214789" y="222314"/>
                  <a:pt x="215360" y="226695"/>
                  <a:pt x="216408" y="230886"/>
                </a:cubicBezTo>
                <a:lnTo>
                  <a:pt x="174022" y="251746"/>
                </a:lnTo>
                <a:lnTo>
                  <a:pt x="150114" y="224314"/>
                </a:lnTo>
                <a:lnTo>
                  <a:pt x="174974" y="193358"/>
                </a:lnTo>
                <a:lnTo>
                  <a:pt x="215646" y="209264"/>
                </a:lnTo>
                <a:close/>
                <a:moveTo>
                  <a:pt x="226981" y="252222"/>
                </a:moveTo>
                <a:cubicBezTo>
                  <a:pt x="237172" y="264890"/>
                  <a:pt x="252698" y="273082"/>
                  <a:pt x="270129" y="273082"/>
                </a:cubicBezTo>
                <a:cubicBezTo>
                  <a:pt x="287560" y="273082"/>
                  <a:pt x="303181" y="264890"/>
                  <a:pt x="313277" y="252222"/>
                </a:cubicBezTo>
                <a:lnTo>
                  <a:pt x="350044" y="270320"/>
                </a:lnTo>
                <a:lnTo>
                  <a:pt x="295466" y="332899"/>
                </a:lnTo>
                <a:cubicBezTo>
                  <a:pt x="287846" y="328994"/>
                  <a:pt x="279273" y="326708"/>
                  <a:pt x="270129" y="326708"/>
                </a:cubicBezTo>
                <a:cubicBezTo>
                  <a:pt x="260985" y="326708"/>
                  <a:pt x="252413" y="328994"/>
                  <a:pt x="244793" y="332899"/>
                </a:cubicBezTo>
                <a:lnTo>
                  <a:pt x="190214" y="270320"/>
                </a:lnTo>
                <a:lnTo>
                  <a:pt x="226981" y="252222"/>
                </a:lnTo>
                <a:close/>
                <a:moveTo>
                  <a:pt x="323850" y="230886"/>
                </a:moveTo>
                <a:cubicBezTo>
                  <a:pt x="324898" y="226695"/>
                  <a:pt x="325469" y="222314"/>
                  <a:pt x="325469" y="217742"/>
                </a:cubicBezTo>
                <a:cubicBezTo>
                  <a:pt x="325469" y="214884"/>
                  <a:pt x="325184" y="212122"/>
                  <a:pt x="324803" y="209360"/>
                </a:cubicBezTo>
                <a:cubicBezTo>
                  <a:pt x="339757" y="203549"/>
                  <a:pt x="353282" y="198311"/>
                  <a:pt x="365570" y="193548"/>
                </a:cubicBezTo>
                <a:lnTo>
                  <a:pt x="390239" y="224314"/>
                </a:lnTo>
                <a:lnTo>
                  <a:pt x="366332" y="251746"/>
                </a:lnTo>
                <a:lnTo>
                  <a:pt x="323945" y="230886"/>
                </a:lnTo>
                <a:close/>
                <a:moveTo>
                  <a:pt x="316802" y="85058"/>
                </a:moveTo>
                <a:lnTo>
                  <a:pt x="430149" y="126492"/>
                </a:lnTo>
                <a:cubicBezTo>
                  <a:pt x="429863" y="128873"/>
                  <a:pt x="429578" y="131350"/>
                  <a:pt x="429578" y="133826"/>
                </a:cubicBezTo>
                <a:cubicBezTo>
                  <a:pt x="429578" y="136874"/>
                  <a:pt x="429863" y="139827"/>
                  <a:pt x="430340" y="142685"/>
                </a:cubicBezTo>
                <a:cubicBezTo>
                  <a:pt x="413671" y="149162"/>
                  <a:pt x="394049" y="156877"/>
                  <a:pt x="373285" y="164878"/>
                </a:cubicBezTo>
                <a:lnTo>
                  <a:pt x="313277" y="89916"/>
                </a:lnTo>
                <a:cubicBezTo>
                  <a:pt x="314516" y="88297"/>
                  <a:pt x="315754" y="86677"/>
                  <a:pt x="316802" y="84963"/>
                </a:cubicBezTo>
                <a:close/>
                <a:moveTo>
                  <a:pt x="270224" y="23813"/>
                </a:moveTo>
                <a:cubicBezTo>
                  <a:pt x="287560" y="23813"/>
                  <a:pt x="301752" y="37910"/>
                  <a:pt x="301752" y="55340"/>
                </a:cubicBezTo>
                <a:cubicBezTo>
                  <a:pt x="301752" y="72771"/>
                  <a:pt x="287655" y="86868"/>
                  <a:pt x="270224" y="86868"/>
                </a:cubicBezTo>
                <a:cubicBezTo>
                  <a:pt x="252794" y="86868"/>
                  <a:pt x="238697" y="72771"/>
                  <a:pt x="238697" y="55340"/>
                </a:cubicBezTo>
                <a:cubicBezTo>
                  <a:pt x="238697" y="37910"/>
                  <a:pt x="252794" y="23813"/>
                  <a:pt x="270224" y="23813"/>
                </a:cubicBezTo>
                <a:close/>
                <a:moveTo>
                  <a:pt x="225171" y="87344"/>
                </a:moveTo>
                <a:cubicBezTo>
                  <a:pt x="225838" y="88297"/>
                  <a:pt x="226505" y="89154"/>
                  <a:pt x="227171" y="90011"/>
                </a:cubicBezTo>
                <a:lnTo>
                  <a:pt x="167354" y="164783"/>
                </a:lnTo>
                <a:lnTo>
                  <a:pt x="110204" y="142494"/>
                </a:lnTo>
                <a:cubicBezTo>
                  <a:pt x="110681" y="139732"/>
                  <a:pt x="110966" y="136874"/>
                  <a:pt x="110966" y="133922"/>
                </a:cubicBezTo>
                <a:cubicBezTo>
                  <a:pt x="110966" y="131731"/>
                  <a:pt x="110776" y="129540"/>
                  <a:pt x="110585" y="127349"/>
                </a:cubicBezTo>
                <a:lnTo>
                  <a:pt x="225362" y="87344"/>
                </a:lnTo>
                <a:close/>
                <a:moveTo>
                  <a:pt x="55531" y="165354"/>
                </a:moveTo>
                <a:cubicBezTo>
                  <a:pt x="38195" y="165354"/>
                  <a:pt x="24003" y="151257"/>
                  <a:pt x="24003" y="133826"/>
                </a:cubicBezTo>
                <a:cubicBezTo>
                  <a:pt x="24003" y="116396"/>
                  <a:pt x="38100" y="102299"/>
                  <a:pt x="55531" y="102299"/>
                </a:cubicBezTo>
                <a:cubicBezTo>
                  <a:pt x="72962" y="102299"/>
                  <a:pt x="87059" y="116396"/>
                  <a:pt x="87059" y="133826"/>
                </a:cubicBezTo>
                <a:cubicBezTo>
                  <a:pt x="87059" y="151257"/>
                  <a:pt x="72962" y="165354"/>
                  <a:pt x="55531" y="165354"/>
                </a:cubicBezTo>
                <a:close/>
                <a:moveTo>
                  <a:pt x="99917" y="166688"/>
                </a:moveTo>
                <a:cubicBezTo>
                  <a:pt x="100394" y="166021"/>
                  <a:pt x="100965" y="165354"/>
                  <a:pt x="101441" y="164592"/>
                </a:cubicBezTo>
                <a:lnTo>
                  <a:pt x="151638" y="184214"/>
                </a:lnTo>
                <a:lnTo>
                  <a:pt x="134112" y="206026"/>
                </a:lnTo>
                <a:lnTo>
                  <a:pt x="99822" y="166688"/>
                </a:lnTo>
                <a:close/>
                <a:moveTo>
                  <a:pt x="55531" y="354902"/>
                </a:moveTo>
                <a:cubicBezTo>
                  <a:pt x="38195" y="354902"/>
                  <a:pt x="24003" y="340805"/>
                  <a:pt x="24003" y="323374"/>
                </a:cubicBezTo>
                <a:cubicBezTo>
                  <a:pt x="24003" y="305943"/>
                  <a:pt x="38100" y="291846"/>
                  <a:pt x="55531" y="291846"/>
                </a:cubicBezTo>
                <a:cubicBezTo>
                  <a:pt x="72962" y="291846"/>
                  <a:pt x="87059" y="305943"/>
                  <a:pt x="87059" y="323374"/>
                </a:cubicBezTo>
                <a:cubicBezTo>
                  <a:pt x="87059" y="340805"/>
                  <a:pt x="72962" y="354902"/>
                  <a:pt x="55531" y="354902"/>
                </a:cubicBezTo>
                <a:close/>
                <a:moveTo>
                  <a:pt x="98584" y="288703"/>
                </a:moveTo>
                <a:lnTo>
                  <a:pt x="135065" y="243173"/>
                </a:lnTo>
                <a:lnTo>
                  <a:pt x="152019" y="262604"/>
                </a:lnTo>
                <a:lnTo>
                  <a:pt x="98774" y="288798"/>
                </a:lnTo>
                <a:cubicBezTo>
                  <a:pt x="98774" y="288798"/>
                  <a:pt x="98774" y="288703"/>
                  <a:pt x="98679" y="288608"/>
                </a:cubicBezTo>
                <a:close/>
                <a:moveTo>
                  <a:pt x="221933" y="355092"/>
                </a:moveTo>
                <a:lnTo>
                  <a:pt x="110681" y="325660"/>
                </a:lnTo>
                <a:cubicBezTo>
                  <a:pt x="110681" y="324898"/>
                  <a:pt x="110776" y="324136"/>
                  <a:pt x="110776" y="323374"/>
                </a:cubicBezTo>
                <a:cubicBezTo>
                  <a:pt x="110776" y="318802"/>
                  <a:pt x="110204" y="314420"/>
                  <a:pt x="109156" y="310229"/>
                </a:cubicBezTo>
                <a:lnTo>
                  <a:pt x="168116" y="281178"/>
                </a:lnTo>
                <a:lnTo>
                  <a:pt x="226505" y="348139"/>
                </a:lnTo>
                <a:cubicBezTo>
                  <a:pt x="224790" y="350330"/>
                  <a:pt x="223266" y="352616"/>
                  <a:pt x="221933" y="354997"/>
                </a:cubicBezTo>
                <a:close/>
                <a:moveTo>
                  <a:pt x="270224" y="413576"/>
                </a:moveTo>
                <a:cubicBezTo>
                  <a:pt x="252889" y="413576"/>
                  <a:pt x="238697" y="399479"/>
                  <a:pt x="238697" y="382048"/>
                </a:cubicBezTo>
                <a:cubicBezTo>
                  <a:pt x="238697" y="364617"/>
                  <a:pt x="252794" y="350520"/>
                  <a:pt x="270224" y="350520"/>
                </a:cubicBezTo>
                <a:cubicBezTo>
                  <a:pt x="287655" y="350520"/>
                  <a:pt x="301752" y="364617"/>
                  <a:pt x="301752" y="382048"/>
                </a:cubicBezTo>
                <a:cubicBezTo>
                  <a:pt x="301752" y="399479"/>
                  <a:pt x="287655" y="413576"/>
                  <a:pt x="270224" y="413576"/>
                </a:cubicBezTo>
                <a:close/>
                <a:moveTo>
                  <a:pt x="318421" y="355092"/>
                </a:moveTo>
                <a:cubicBezTo>
                  <a:pt x="317087" y="352711"/>
                  <a:pt x="315468" y="350425"/>
                  <a:pt x="313849" y="348234"/>
                </a:cubicBezTo>
                <a:lnTo>
                  <a:pt x="372237" y="281273"/>
                </a:lnTo>
                <a:lnTo>
                  <a:pt x="431197" y="310325"/>
                </a:lnTo>
                <a:cubicBezTo>
                  <a:pt x="430149" y="314516"/>
                  <a:pt x="429578" y="318897"/>
                  <a:pt x="429578" y="323469"/>
                </a:cubicBezTo>
                <a:cubicBezTo>
                  <a:pt x="429578" y="324231"/>
                  <a:pt x="429578" y="324993"/>
                  <a:pt x="429673" y="325755"/>
                </a:cubicBezTo>
                <a:lnTo>
                  <a:pt x="318421" y="355187"/>
                </a:lnTo>
                <a:close/>
                <a:moveTo>
                  <a:pt x="441674" y="288893"/>
                </a:moveTo>
                <a:lnTo>
                  <a:pt x="388429" y="262700"/>
                </a:lnTo>
                <a:lnTo>
                  <a:pt x="405384" y="243269"/>
                </a:lnTo>
                <a:lnTo>
                  <a:pt x="441865" y="288798"/>
                </a:lnTo>
                <a:cubicBezTo>
                  <a:pt x="441865" y="288798"/>
                  <a:pt x="441865" y="288893"/>
                  <a:pt x="441770" y="288989"/>
                </a:cubicBezTo>
                <a:close/>
                <a:moveTo>
                  <a:pt x="484823" y="354902"/>
                </a:moveTo>
                <a:cubicBezTo>
                  <a:pt x="467487" y="354902"/>
                  <a:pt x="453295" y="340805"/>
                  <a:pt x="453295" y="323374"/>
                </a:cubicBezTo>
                <a:cubicBezTo>
                  <a:pt x="453295" y="305943"/>
                  <a:pt x="467392" y="291846"/>
                  <a:pt x="484823" y="291846"/>
                </a:cubicBezTo>
                <a:cubicBezTo>
                  <a:pt x="502253" y="291846"/>
                  <a:pt x="516350" y="305943"/>
                  <a:pt x="516350" y="323374"/>
                </a:cubicBezTo>
                <a:cubicBezTo>
                  <a:pt x="516350" y="340805"/>
                  <a:pt x="502253" y="354902"/>
                  <a:pt x="484823" y="354902"/>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493" name="Google Shape;4493;p100"/>
          <p:cNvGrpSpPr/>
          <p:nvPr/>
        </p:nvGrpSpPr>
        <p:grpSpPr>
          <a:xfrm>
            <a:off x="6026925" y="2573369"/>
            <a:ext cx="237751" cy="237751"/>
            <a:chOff x="5879782" y="3208686"/>
            <a:chExt cx="428458" cy="428458"/>
          </a:xfrm>
        </p:grpSpPr>
        <p:sp>
          <p:nvSpPr>
            <p:cNvPr id="4494" name="Google Shape;4494;p100"/>
            <p:cNvSpPr/>
            <p:nvPr/>
          </p:nvSpPr>
          <p:spPr>
            <a:xfrm>
              <a:off x="6128313" y="3212425"/>
              <a:ext cx="81105" cy="81105"/>
            </a:xfrm>
            <a:custGeom>
              <a:avLst/>
              <a:gdLst/>
              <a:ahLst/>
              <a:cxnLst/>
              <a:rect l="l" t="t" r="r" b="b"/>
              <a:pathLst>
                <a:path w="81105" h="81105" extrusionOk="0">
                  <a:moveTo>
                    <a:pt x="39410" y="929"/>
                  </a:moveTo>
                  <a:cubicBezTo>
                    <a:pt x="35219" y="20169"/>
                    <a:pt x="20169" y="35219"/>
                    <a:pt x="929" y="39410"/>
                  </a:cubicBezTo>
                  <a:cubicBezTo>
                    <a:pt x="-310" y="39695"/>
                    <a:pt x="-310" y="41410"/>
                    <a:pt x="929" y="41696"/>
                  </a:cubicBezTo>
                  <a:cubicBezTo>
                    <a:pt x="20074" y="45887"/>
                    <a:pt x="35219" y="60936"/>
                    <a:pt x="39410" y="80177"/>
                  </a:cubicBezTo>
                  <a:cubicBezTo>
                    <a:pt x="39695" y="81415"/>
                    <a:pt x="41410" y="81415"/>
                    <a:pt x="41696" y="80177"/>
                  </a:cubicBezTo>
                  <a:cubicBezTo>
                    <a:pt x="45887" y="60936"/>
                    <a:pt x="60936" y="45887"/>
                    <a:pt x="80177" y="41696"/>
                  </a:cubicBezTo>
                  <a:cubicBezTo>
                    <a:pt x="81415" y="41410"/>
                    <a:pt x="81415" y="39695"/>
                    <a:pt x="80177" y="39410"/>
                  </a:cubicBezTo>
                  <a:cubicBezTo>
                    <a:pt x="61031" y="35219"/>
                    <a:pt x="45887" y="20169"/>
                    <a:pt x="41696" y="929"/>
                  </a:cubicBezTo>
                  <a:cubicBezTo>
                    <a:pt x="41410" y="-310"/>
                    <a:pt x="39695" y="-310"/>
                    <a:pt x="39410" y="92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495" name="Google Shape;4495;p100"/>
            <p:cNvGrpSpPr/>
            <p:nvPr/>
          </p:nvGrpSpPr>
          <p:grpSpPr>
            <a:xfrm>
              <a:off x="5879782" y="3208686"/>
              <a:ext cx="428458" cy="428458"/>
              <a:chOff x="5879782" y="3208686"/>
              <a:chExt cx="428458" cy="428458"/>
            </a:xfrm>
          </p:grpSpPr>
          <p:sp>
            <p:nvSpPr>
              <p:cNvPr id="4496" name="Google Shape;4496;p100"/>
              <p:cNvSpPr/>
              <p:nvPr/>
            </p:nvSpPr>
            <p:spPr>
              <a:xfrm>
                <a:off x="5879782" y="3208686"/>
                <a:ext cx="348234" cy="348329"/>
              </a:xfrm>
              <a:custGeom>
                <a:avLst/>
                <a:gdLst/>
                <a:ahLst/>
                <a:cxnLst/>
                <a:rect l="l" t="t" r="r" b="b"/>
                <a:pathLst>
                  <a:path w="348234" h="348329" extrusionOk="0">
                    <a:moveTo>
                      <a:pt x="174117" y="348329"/>
                    </a:moveTo>
                    <a:cubicBezTo>
                      <a:pt x="166211" y="348329"/>
                      <a:pt x="159544" y="342900"/>
                      <a:pt x="157924" y="335185"/>
                    </a:cubicBezTo>
                    <a:cubicBezTo>
                      <a:pt x="142208" y="262890"/>
                      <a:pt x="85439" y="206121"/>
                      <a:pt x="13145" y="190405"/>
                    </a:cubicBezTo>
                    <a:cubicBezTo>
                      <a:pt x="5429" y="188690"/>
                      <a:pt x="0" y="182023"/>
                      <a:pt x="0" y="174117"/>
                    </a:cubicBezTo>
                    <a:cubicBezTo>
                      <a:pt x="0" y="166211"/>
                      <a:pt x="5429" y="159544"/>
                      <a:pt x="13145" y="157925"/>
                    </a:cubicBezTo>
                    <a:cubicBezTo>
                      <a:pt x="85344" y="142208"/>
                      <a:pt x="142208" y="85344"/>
                      <a:pt x="157924" y="13145"/>
                    </a:cubicBezTo>
                    <a:lnTo>
                      <a:pt x="157924" y="13145"/>
                    </a:lnTo>
                    <a:cubicBezTo>
                      <a:pt x="159639" y="5429"/>
                      <a:pt x="166307" y="0"/>
                      <a:pt x="174117" y="0"/>
                    </a:cubicBezTo>
                    <a:cubicBezTo>
                      <a:pt x="181928" y="0"/>
                      <a:pt x="188690" y="5429"/>
                      <a:pt x="190310" y="13145"/>
                    </a:cubicBezTo>
                    <a:cubicBezTo>
                      <a:pt x="206026" y="85439"/>
                      <a:pt x="262795" y="142208"/>
                      <a:pt x="335090" y="157925"/>
                    </a:cubicBezTo>
                    <a:cubicBezTo>
                      <a:pt x="342805" y="159639"/>
                      <a:pt x="348234" y="166307"/>
                      <a:pt x="348234" y="174117"/>
                    </a:cubicBezTo>
                    <a:cubicBezTo>
                      <a:pt x="348234" y="182023"/>
                      <a:pt x="342805" y="188690"/>
                      <a:pt x="335090" y="190405"/>
                    </a:cubicBezTo>
                    <a:cubicBezTo>
                      <a:pt x="262890" y="206121"/>
                      <a:pt x="206026" y="262985"/>
                      <a:pt x="190310" y="335185"/>
                    </a:cubicBezTo>
                    <a:cubicBezTo>
                      <a:pt x="188595" y="342900"/>
                      <a:pt x="181928" y="348329"/>
                      <a:pt x="174117" y="348329"/>
                    </a:cubicBezTo>
                    <a:close/>
                    <a:moveTo>
                      <a:pt x="43053" y="174117"/>
                    </a:moveTo>
                    <a:cubicBezTo>
                      <a:pt x="104203" y="195548"/>
                      <a:pt x="152686" y="243935"/>
                      <a:pt x="174117" y="305181"/>
                    </a:cubicBezTo>
                    <a:cubicBezTo>
                      <a:pt x="195548" y="243935"/>
                      <a:pt x="243935" y="195548"/>
                      <a:pt x="305181" y="174117"/>
                    </a:cubicBezTo>
                    <a:cubicBezTo>
                      <a:pt x="244030" y="152686"/>
                      <a:pt x="195548" y="104299"/>
                      <a:pt x="174117" y="43053"/>
                    </a:cubicBezTo>
                    <a:cubicBezTo>
                      <a:pt x="152686" y="104299"/>
                      <a:pt x="104299" y="152686"/>
                      <a:pt x="43053" y="17411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497" name="Google Shape;4497;p100"/>
              <p:cNvSpPr/>
              <p:nvPr/>
            </p:nvSpPr>
            <p:spPr>
              <a:xfrm>
                <a:off x="6145887" y="3474791"/>
                <a:ext cx="162353" cy="162353"/>
              </a:xfrm>
              <a:custGeom>
                <a:avLst/>
                <a:gdLst/>
                <a:ahLst/>
                <a:cxnLst/>
                <a:rect l="l" t="t" r="r" b="b"/>
                <a:pathLst>
                  <a:path w="162353" h="162353" extrusionOk="0">
                    <a:moveTo>
                      <a:pt x="78891" y="1929"/>
                    </a:moveTo>
                    <a:cubicBezTo>
                      <a:pt x="70509" y="40315"/>
                      <a:pt x="40315" y="70509"/>
                      <a:pt x="1929" y="78891"/>
                    </a:cubicBezTo>
                    <a:cubicBezTo>
                      <a:pt x="-643" y="79462"/>
                      <a:pt x="-643" y="82987"/>
                      <a:pt x="1929" y="83463"/>
                    </a:cubicBezTo>
                    <a:cubicBezTo>
                      <a:pt x="40315" y="91845"/>
                      <a:pt x="70509" y="122039"/>
                      <a:pt x="78891" y="160425"/>
                    </a:cubicBezTo>
                    <a:cubicBezTo>
                      <a:pt x="79462" y="162997"/>
                      <a:pt x="82891" y="162997"/>
                      <a:pt x="83463" y="160425"/>
                    </a:cubicBezTo>
                    <a:cubicBezTo>
                      <a:pt x="91845" y="122039"/>
                      <a:pt x="122039" y="91845"/>
                      <a:pt x="160425" y="83463"/>
                    </a:cubicBezTo>
                    <a:cubicBezTo>
                      <a:pt x="162997" y="82891"/>
                      <a:pt x="162997" y="79367"/>
                      <a:pt x="160425" y="78891"/>
                    </a:cubicBezTo>
                    <a:cubicBezTo>
                      <a:pt x="122039" y="70509"/>
                      <a:pt x="91845" y="40315"/>
                      <a:pt x="83463" y="1929"/>
                    </a:cubicBezTo>
                    <a:cubicBezTo>
                      <a:pt x="82891" y="-643"/>
                      <a:pt x="79462" y="-643"/>
                      <a:pt x="78891" y="192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sp>
        <p:nvSpPr>
          <p:cNvPr id="4498" name="Google Shape;4498;p100"/>
          <p:cNvSpPr/>
          <p:nvPr/>
        </p:nvSpPr>
        <p:spPr>
          <a:xfrm>
            <a:off x="7607256" y="2550260"/>
            <a:ext cx="245602" cy="283964"/>
          </a:xfrm>
          <a:custGeom>
            <a:avLst/>
            <a:gdLst/>
            <a:ahLst/>
            <a:cxnLst/>
            <a:rect l="l" t="t" r="r" b="b"/>
            <a:pathLst>
              <a:path w="436625" h="504825" extrusionOk="0">
                <a:moveTo>
                  <a:pt x="218313" y="0"/>
                </a:moveTo>
                <a:cubicBezTo>
                  <a:pt x="76486" y="0"/>
                  <a:pt x="0" y="46958"/>
                  <a:pt x="0" y="91154"/>
                </a:cubicBezTo>
                <a:lnTo>
                  <a:pt x="0" y="413671"/>
                </a:lnTo>
                <a:cubicBezTo>
                  <a:pt x="0" y="457867"/>
                  <a:pt x="76486" y="504825"/>
                  <a:pt x="218313" y="504825"/>
                </a:cubicBezTo>
                <a:cubicBezTo>
                  <a:pt x="360140" y="504825"/>
                  <a:pt x="436626" y="457867"/>
                  <a:pt x="436626" y="413671"/>
                </a:cubicBezTo>
                <a:lnTo>
                  <a:pt x="436626" y="91154"/>
                </a:lnTo>
                <a:cubicBezTo>
                  <a:pt x="436626" y="46958"/>
                  <a:pt x="360140" y="0"/>
                  <a:pt x="218313" y="0"/>
                </a:cubicBezTo>
                <a:close/>
                <a:moveTo>
                  <a:pt x="412813" y="306134"/>
                </a:moveTo>
                <a:cubicBezTo>
                  <a:pt x="412813" y="337947"/>
                  <a:pt x="332899" y="373475"/>
                  <a:pt x="218313" y="373475"/>
                </a:cubicBezTo>
                <a:cubicBezTo>
                  <a:pt x="103727" y="373475"/>
                  <a:pt x="23813" y="337947"/>
                  <a:pt x="23813" y="306134"/>
                </a:cubicBezTo>
                <a:lnTo>
                  <a:pt x="23813" y="240887"/>
                </a:lnTo>
                <a:cubicBezTo>
                  <a:pt x="56483" y="268415"/>
                  <a:pt x="122396" y="289941"/>
                  <a:pt x="218313" y="289941"/>
                </a:cubicBezTo>
                <a:cubicBezTo>
                  <a:pt x="314230" y="289941"/>
                  <a:pt x="380048" y="268415"/>
                  <a:pt x="412813" y="240887"/>
                </a:cubicBezTo>
                <a:lnTo>
                  <a:pt x="412813" y="306134"/>
                </a:lnTo>
                <a:close/>
                <a:moveTo>
                  <a:pt x="412813" y="198787"/>
                </a:moveTo>
                <a:cubicBezTo>
                  <a:pt x="412813" y="230600"/>
                  <a:pt x="332899" y="266129"/>
                  <a:pt x="218313" y="266129"/>
                </a:cubicBezTo>
                <a:cubicBezTo>
                  <a:pt x="103727" y="266129"/>
                  <a:pt x="23813" y="230600"/>
                  <a:pt x="23813" y="198787"/>
                </a:cubicBezTo>
                <a:lnTo>
                  <a:pt x="23813" y="133255"/>
                </a:lnTo>
                <a:cubicBezTo>
                  <a:pt x="56483" y="160782"/>
                  <a:pt x="122396" y="182309"/>
                  <a:pt x="218313" y="182309"/>
                </a:cubicBezTo>
                <a:cubicBezTo>
                  <a:pt x="314230" y="182309"/>
                  <a:pt x="380048" y="160782"/>
                  <a:pt x="412813" y="133255"/>
                </a:cubicBezTo>
                <a:lnTo>
                  <a:pt x="412813" y="198787"/>
                </a:lnTo>
                <a:close/>
                <a:moveTo>
                  <a:pt x="218313" y="23813"/>
                </a:moveTo>
                <a:cubicBezTo>
                  <a:pt x="332899" y="23813"/>
                  <a:pt x="412813" y="59341"/>
                  <a:pt x="412813" y="91154"/>
                </a:cubicBezTo>
                <a:cubicBezTo>
                  <a:pt x="412813" y="122968"/>
                  <a:pt x="332899" y="158496"/>
                  <a:pt x="218313" y="158496"/>
                </a:cubicBezTo>
                <a:cubicBezTo>
                  <a:pt x="103727" y="158496"/>
                  <a:pt x="23813" y="122968"/>
                  <a:pt x="23813" y="91154"/>
                </a:cubicBezTo>
                <a:cubicBezTo>
                  <a:pt x="23813" y="59341"/>
                  <a:pt x="103727" y="23813"/>
                  <a:pt x="218313" y="23813"/>
                </a:cubicBezTo>
                <a:close/>
                <a:moveTo>
                  <a:pt x="218313" y="481013"/>
                </a:moveTo>
                <a:cubicBezTo>
                  <a:pt x="103727" y="481013"/>
                  <a:pt x="23813" y="445484"/>
                  <a:pt x="23813" y="413671"/>
                </a:cubicBezTo>
                <a:lnTo>
                  <a:pt x="23813" y="348139"/>
                </a:lnTo>
                <a:cubicBezTo>
                  <a:pt x="56483" y="375666"/>
                  <a:pt x="122396" y="397193"/>
                  <a:pt x="218313" y="397193"/>
                </a:cubicBezTo>
                <a:cubicBezTo>
                  <a:pt x="314230" y="397193"/>
                  <a:pt x="380048" y="375666"/>
                  <a:pt x="412813" y="348139"/>
                </a:cubicBezTo>
                <a:lnTo>
                  <a:pt x="412813" y="413671"/>
                </a:lnTo>
                <a:cubicBezTo>
                  <a:pt x="412813" y="445484"/>
                  <a:pt x="332899" y="481013"/>
                  <a:pt x="218313" y="4810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499" name="Google Shape;4499;p100"/>
          <p:cNvGrpSpPr/>
          <p:nvPr/>
        </p:nvGrpSpPr>
        <p:grpSpPr>
          <a:xfrm>
            <a:off x="2861625" y="2544825"/>
            <a:ext cx="229368" cy="294840"/>
            <a:chOff x="3046317" y="3522567"/>
            <a:chExt cx="407765" cy="524160"/>
          </a:xfrm>
        </p:grpSpPr>
        <p:sp>
          <p:nvSpPr>
            <p:cNvPr id="4500" name="Google Shape;4500;p100"/>
            <p:cNvSpPr/>
            <p:nvPr/>
          </p:nvSpPr>
          <p:spPr>
            <a:xfrm>
              <a:off x="3210814" y="3835552"/>
              <a:ext cx="79914" cy="115925"/>
            </a:xfrm>
            <a:custGeom>
              <a:avLst/>
              <a:gdLst/>
              <a:ahLst/>
              <a:cxnLst/>
              <a:rect l="l" t="t" r="r" b="b"/>
              <a:pathLst>
                <a:path w="79914" h="115925" extrusionOk="0">
                  <a:moveTo>
                    <a:pt x="40100" y="115926"/>
                  </a:moveTo>
                  <a:cubicBezTo>
                    <a:pt x="61817" y="115640"/>
                    <a:pt x="79629" y="97828"/>
                    <a:pt x="79915" y="75921"/>
                  </a:cubicBezTo>
                  <a:lnTo>
                    <a:pt x="79915" y="39916"/>
                  </a:lnTo>
                  <a:cubicBezTo>
                    <a:pt x="79915" y="18009"/>
                    <a:pt x="61912" y="102"/>
                    <a:pt x="40100" y="6"/>
                  </a:cubicBezTo>
                  <a:cubicBezTo>
                    <a:pt x="29718" y="-184"/>
                    <a:pt x="19526" y="3912"/>
                    <a:pt x="11906" y="11246"/>
                  </a:cubicBezTo>
                  <a:cubicBezTo>
                    <a:pt x="4381" y="18675"/>
                    <a:pt x="95" y="28581"/>
                    <a:pt x="0" y="38773"/>
                  </a:cubicBezTo>
                  <a:cubicBezTo>
                    <a:pt x="0" y="38964"/>
                    <a:pt x="0" y="39535"/>
                    <a:pt x="0" y="39916"/>
                  </a:cubicBezTo>
                  <a:lnTo>
                    <a:pt x="0" y="75921"/>
                  </a:lnTo>
                  <a:cubicBezTo>
                    <a:pt x="0" y="97923"/>
                    <a:pt x="17907" y="115926"/>
                    <a:pt x="40100" y="115926"/>
                  </a:cubicBezTo>
                  <a:close/>
                  <a:moveTo>
                    <a:pt x="23813" y="39916"/>
                  </a:moveTo>
                  <a:lnTo>
                    <a:pt x="23813" y="39345"/>
                  </a:lnTo>
                  <a:cubicBezTo>
                    <a:pt x="23813" y="35154"/>
                    <a:pt x="25527" y="31153"/>
                    <a:pt x="28575" y="28200"/>
                  </a:cubicBezTo>
                  <a:cubicBezTo>
                    <a:pt x="31528" y="25343"/>
                    <a:pt x="35433" y="23724"/>
                    <a:pt x="39719" y="23724"/>
                  </a:cubicBezTo>
                  <a:lnTo>
                    <a:pt x="39910" y="23724"/>
                  </a:lnTo>
                  <a:cubicBezTo>
                    <a:pt x="48768" y="23724"/>
                    <a:pt x="56102" y="31058"/>
                    <a:pt x="56102" y="39916"/>
                  </a:cubicBezTo>
                  <a:lnTo>
                    <a:pt x="56102" y="75730"/>
                  </a:lnTo>
                  <a:cubicBezTo>
                    <a:pt x="56007" y="84779"/>
                    <a:pt x="48863" y="91923"/>
                    <a:pt x="39910" y="92018"/>
                  </a:cubicBezTo>
                  <a:cubicBezTo>
                    <a:pt x="31052" y="92018"/>
                    <a:pt x="23813" y="84779"/>
                    <a:pt x="23813" y="75825"/>
                  </a:cubicBezTo>
                  <a:lnTo>
                    <a:pt x="23813" y="39821"/>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01" name="Google Shape;4501;p100"/>
            <p:cNvSpPr/>
            <p:nvPr/>
          </p:nvSpPr>
          <p:spPr>
            <a:xfrm>
              <a:off x="3046317" y="3522567"/>
              <a:ext cx="407765" cy="524160"/>
            </a:xfrm>
            <a:custGeom>
              <a:avLst/>
              <a:gdLst/>
              <a:ahLst/>
              <a:cxnLst/>
              <a:rect l="l" t="t" r="r" b="b"/>
              <a:pathLst>
                <a:path w="407765" h="524160" extrusionOk="0">
                  <a:moveTo>
                    <a:pt x="388715" y="222028"/>
                  </a:moveTo>
                  <a:lnTo>
                    <a:pt x="373475" y="222028"/>
                  </a:lnTo>
                  <a:lnTo>
                    <a:pt x="373475" y="147733"/>
                  </a:lnTo>
                  <a:cubicBezTo>
                    <a:pt x="373475" y="63532"/>
                    <a:pt x="306419" y="0"/>
                    <a:pt x="217551" y="0"/>
                  </a:cubicBezTo>
                  <a:lnTo>
                    <a:pt x="197739" y="0"/>
                  </a:lnTo>
                  <a:cubicBezTo>
                    <a:pt x="106108" y="0"/>
                    <a:pt x="34290" y="64865"/>
                    <a:pt x="34290" y="147733"/>
                  </a:cubicBezTo>
                  <a:lnTo>
                    <a:pt x="34290" y="222028"/>
                  </a:lnTo>
                  <a:lnTo>
                    <a:pt x="19050" y="222028"/>
                  </a:lnTo>
                  <a:cubicBezTo>
                    <a:pt x="8573" y="222028"/>
                    <a:pt x="0" y="230600"/>
                    <a:pt x="0" y="241078"/>
                  </a:cubicBezTo>
                  <a:lnTo>
                    <a:pt x="0" y="401669"/>
                  </a:lnTo>
                  <a:cubicBezTo>
                    <a:pt x="0" y="468059"/>
                    <a:pt x="54959" y="524161"/>
                    <a:pt x="120110" y="524161"/>
                  </a:cubicBezTo>
                  <a:lnTo>
                    <a:pt x="296132" y="524161"/>
                  </a:lnTo>
                  <a:cubicBezTo>
                    <a:pt x="358712" y="524161"/>
                    <a:pt x="407765" y="470345"/>
                    <a:pt x="407765" y="401669"/>
                  </a:cubicBezTo>
                  <a:lnTo>
                    <a:pt x="407765" y="241078"/>
                  </a:lnTo>
                  <a:cubicBezTo>
                    <a:pt x="407765" y="230600"/>
                    <a:pt x="399193" y="222028"/>
                    <a:pt x="388715" y="222028"/>
                  </a:cubicBezTo>
                  <a:close/>
                  <a:moveTo>
                    <a:pt x="72485" y="147638"/>
                  </a:moveTo>
                  <a:cubicBezTo>
                    <a:pt x="72485" y="78962"/>
                    <a:pt x="136208" y="38005"/>
                    <a:pt x="197834" y="38005"/>
                  </a:cubicBezTo>
                  <a:lnTo>
                    <a:pt x="217646" y="38005"/>
                  </a:lnTo>
                  <a:cubicBezTo>
                    <a:pt x="285941" y="38005"/>
                    <a:pt x="335471" y="84106"/>
                    <a:pt x="335471" y="147638"/>
                  </a:cubicBezTo>
                  <a:lnTo>
                    <a:pt x="335471" y="221933"/>
                  </a:lnTo>
                  <a:lnTo>
                    <a:pt x="72581" y="221933"/>
                  </a:lnTo>
                  <a:lnTo>
                    <a:pt x="72581" y="147638"/>
                  </a:lnTo>
                  <a:close/>
                  <a:moveTo>
                    <a:pt x="369665" y="401669"/>
                  </a:moveTo>
                  <a:cubicBezTo>
                    <a:pt x="369665" y="443103"/>
                    <a:pt x="342138" y="486061"/>
                    <a:pt x="296132" y="486061"/>
                  </a:cubicBezTo>
                  <a:lnTo>
                    <a:pt x="120110" y="486061"/>
                  </a:lnTo>
                  <a:cubicBezTo>
                    <a:pt x="76486" y="486061"/>
                    <a:pt x="38100" y="446627"/>
                    <a:pt x="38100" y="401669"/>
                  </a:cubicBezTo>
                  <a:lnTo>
                    <a:pt x="38100" y="260128"/>
                  </a:lnTo>
                  <a:lnTo>
                    <a:pt x="369665" y="260128"/>
                  </a:lnTo>
                  <a:lnTo>
                    <a:pt x="369665" y="401669"/>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502" name="Google Shape;4502;p100"/>
          <p:cNvGrpSpPr/>
          <p:nvPr/>
        </p:nvGrpSpPr>
        <p:grpSpPr>
          <a:xfrm>
            <a:off x="3573591" y="2544912"/>
            <a:ext cx="391105" cy="294680"/>
            <a:chOff x="5835205" y="3232499"/>
            <a:chExt cx="521473" cy="392906"/>
          </a:xfrm>
        </p:grpSpPr>
        <p:sp>
          <p:nvSpPr>
            <p:cNvPr id="4503" name="Google Shape;4503;p100"/>
            <p:cNvSpPr/>
            <p:nvPr/>
          </p:nvSpPr>
          <p:spPr>
            <a:xfrm>
              <a:off x="6128070" y="3311129"/>
              <a:ext cx="114358" cy="171446"/>
            </a:xfrm>
            <a:custGeom>
              <a:avLst/>
              <a:gdLst/>
              <a:ahLst/>
              <a:cxnLst/>
              <a:rect l="l" t="t" r="r" b="b"/>
              <a:pathLst>
                <a:path w="114358" h="171446" extrusionOk="0">
                  <a:moveTo>
                    <a:pt x="100613" y="73484"/>
                  </a:moveTo>
                  <a:lnTo>
                    <a:pt x="68609" y="73484"/>
                  </a:lnTo>
                  <a:lnTo>
                    <a:pt x="68609" y="14715"/>
                  </a:lnTo>
                  <a:cubicBezTo>
                    <a:pt x="68609" y="46"/>
                    <a:pt x="50797" y="-5574"/>
                    <a:pt x="43368" y="6809"/>
                  </a:cubicBezTo>
                  <a:lnTo>
                    <a:pt x="2220" y="75389"/>
                  </a:lnTo>
                  <a:cubicBezTo>
                    <a:pt x="-3686" y="85200"/>
                    <a:pt x="2887" y="97963"/>
                    <a:pt x="13745" y="97963"/>
                  </a:cubicBezTo>
                  <a:lnTo>
                    <a:pt x="45749" y="97963"/>
                  </a:lnTo>
                  <a:lnTo>
                    <a:pt x="45749" y="156732"/>
                  </a:lnTo>
                  <a:cubicBezTo>
                    <a:pt x="45749" y="171401"/>
                    <a:pt x="63561" y="177021"/>
                    <a:pt x="70990" y="164638"/>
                  </a:cubicBezTo>
                  <a:lnTo>
                    <a:pt x="112138" y="96058"/>
                  </a:lnTo>
                  <a:cubicBezTo>
                    <a:pt x="118044" y="86247"/>
                    <a:pt x="111472" y="73484"/>
                    <a:pt x="100613" y="7348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04" name="Google Shape;4504;p100"/>
            <p:cNvSpPr/>
            <p:nvPr/>
          </p:nvSpPr>
          <p:spPr>
            <a:xfrm>
              <a:off x="5930455" y="3399186"/>
              <a:ext cx="71437" cy="14287"/>
            </a:xfrm>
            <a:custGeom>
              <a:avLst/>
              <a:gdLst/>
              <a:ahLst/>
              <a:cxnLst/>
              <a:rect l="l" t="t" r="r" b="b"/>
              <a:pathLst>
                <a:path w="71437" h="14287" extrusionOk="0">
                  <a:moveTo>
                    <a:pt x="7144" y="14288"/>
                  </a:moveTo>
                  <a:lnTo>
                    <a:pt x="64294" y="14288"/>
                  </a:lnTo>
                  <a:cubicBezTo>
                    <a:pt x="68199" y="14288"/>
                    <a:pt x="71438" y="11049"/>
                    <a:pt x="71438" y="7144"/>
                  </a:cubicBezTo>
                  <a:cubicBezTo>
                    <a:pt x="71438" y="3238"/>
                    <a:pt x="68199" y="0"/>
                    <a:pt x="64294" y="0"/>
                  </a:cubicBezTo>
                  <a:lnTo>
                    <a:pt x="7144" y="0"/>
                  </a:lnTo>
                  <a:cubicBezTo>
                    <a:pt x="3239" y="0"/>
                    <a:pt x="0" y="3238"/>
                    <a:pt x="0" y="7144"/>
                  </a:cubicBezTo>
                  <a:cubicBezTo>
                    <a:pt x="0" y="11049"/>
                    <a:pt x="3239" y="14288"/>
                    <a:pt x="7144" y="142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05" name="Google Shape;4505;p100"/>
            <p:cNvSpPr/>
            <p:nvPr/>
          </p:nvSpPr>
          <p:spPr>
            <a:xfrm>
              <a:off x="5854255" y="3399186"/>
              <a:ext cx="52387" cy="14287"/>
            </a:xfrm>
            <a:custGeom>
              <a:avLst/>
              <a:gdLst/>
              <a:ahLst/>
              <a:cxnLst/>
              <a:rect l="l" t="t" r="r" b="b"/>
              <a:pathLst>
                <a:path w="52387" h="14287" extrusionOk="0">
                  <a:moveTo>
                    <a:pt x="7144" y="14288"/>
                  </a:moveTo>
                  <a:lnTo>
                    <a:pt x="45244" y="14288"/>
                  </a:lnTo>
                  <a:cubicBezTo>
                    <a:pt x="49149" y="14288"/>
                    <a:pt x="52388" y="11049"/>
                    <a:pt x="52388" y="7144"/>
                  </a:cubicBezTo>
                  <a:cubicBezTo>
                    <a:pt x="52388" y="3238"/>
                    <a:pt x="49149" y="0"/>
                    <a:pt x="45244" y="0"/>
                  </a:cubicBezTo>
                  <a:lnTo>
                    <a:pt x="7144" y="0"/>
                  </a:lnTo>
                  <a:cubicBezTo>
                    <a:pt x="3239" y="0"/>
                    <a:pt x="0" y="3238"/>
                    <a:pt x="0" y="7144"/>
                  </a:cubicBezTo>
                  <a:cubicBezTo>
                    <a:pt x="0" y="11049"/>
                    <a:pt x="3239" y="14288"/>
                    <a:pt x="7144" y="142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06" name="Google Shape;4506;p100"/>
            <p:cNvSpPr/>
            <p:nvPr/>
          </p:nvSpPr>
          <p:spPr>
            <a:xfrm>
              <a:off x="5978175" y="3437300"/>
              <a:ext cx="14287" cy="14273"/>
            </a:xfrm>
            <a:custGeom>
              <a:avLst/>
              <a:gdLst/>
              <a:ahLst/>
              <a:cxnLst/>
              <a:rect l="l" t="t" r="r" b="b"/>
              <a:pathLst>
                <a:path w="14287" h="14273" extrusionOk="0">
                  <a:moveTo>
                    <a:pt x="4382" y="557"/>
                  </a:moveTo>
                  <a:cubicBezTo>
                    <a:pt x="3524" y="938"/>
                    <a:pt x="2667" y="1415"/>
                    <a:pt x="2096" y="2081"/>
                  </a:cubicBezTo>
                  <a:cubicBezTo>
                    <a:pt x="1429" y="2748"/>
                    <a:pt x="857" y="3510"/>
                    <a:pt x="476" y="4367"/>
                  </a:cubicBezTo>
                  <a:cubicBezTo>
                    <a:pt x="191" y="5320"/>
                    <a:pt x="0" y="6177"/>
                    <a:pt x="0" y="7130"/>
                  </a:cubicBezTo>
                  <a:cubicBezTo>
                    <a:pt x="0" y="8082"/>
                    <a:pt x="191" y="8939"/>
                    <a:pt x="476" y="9892"/>
                  </a:cubicBezTo>
                  <a:cubicBezTo>
                    <a:pt x="857" y="10749"/>
                    <a:pt x="1429" y="11511"/>
                    <a:pt x="2096" y="12178"/>
                  </a:cubicBezTo>
                  <a:cubicBezTo>
                    <a:pt x="2667" y="12845"/>
                    <a:pt x="3524" y="13416"/>
                    <a:pt x="4382" y="13702"/>
                  </a:cubicBezTo>
                  <a:cubicBezTo>
                    <a:pt x="5239" y="14083"/>
                    <a:pt x="6191" y="14273"/>
                    <a:pt x="7144" y="14273"/>
                  </a:cubicBezTo>
                  <a:cubicBezTo>
                    <a:pt x="8954" y="14273"/>
                    <a:pt x="10859" y="13511"/>
                    <a:pt x="12192" y="12178"/>
                  </a:cubicBezTo>
                  <a:cubicBezTo>
                    <a:pt x="12859" y="11511"/>
                    <a:pt x="13335" y="10749"/>
                    <a:pt x="13716" y="9892"/>
                  </a:cubicBezTo>
                  <a:cubicBezTo>
                    <a:pt x="14097" y="8939"/>
                    <a:pt x="14288" y="8082"/>
                    <a:pt x="14288" y="7130"/>
                  </a:cubicBezTo>
                  <a:cubicBezTo>
                    <a:pt x="14288" y="6177"/>
                    <a:pt x="14097" y="5320"/>
                    <a:pt x="13716" y="4367"/>
                  </a:cubicBezTo>
                  <a:cubicBezTo>
                    <a:pt x="13335" y="3510"/>
                    <a:pt x="12859" y="2748"/>
                    <a:pt x="12192" y="2081"/>
                  </a:cubicBezTo>
                  <a:cubicBezTo>
                    <a:pt x="10097" y="81"/>
                    <a:pt x="6953" y="-586"/>
                    <a:pt x="4382" y="557"/>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07" name="Google Shape;4507;p100"/>
            <p:cNvSpPr/>
            <p:nvPr/>
          </p:nvSpPr>
          <p:spPr>
            <a:xfrm>
              <a:off x="5882830" y="3437286"/>
              <a:ext cx="71437" cy="14287"/>
            </a:xfrm>
            <a:custGeom>
              <a:avLst/>
              <a:gdLst/>
              <a:ahLst/>
              <a:cxnLst/>
              <a:rect l="l" t="t" r="r" b="b"/>
              <a:pathLst>
                <a:path w="71437" h="14287" extrusionOk="0">
                  <a:moveTo>
                    <a:pt x="71438" y="7144"/>
                  </a:moveTo>
                  <a:cubicBezTo>
                    <a:pt x="71438" y="3239"/>
                    <a:pt x="68199" y="0"/>
                    <a:pt x="64294" y="0"/>
                  </a:cubicBezTo>
                  <a:lnTo>
                    <a:pt x="7144" y="0"/>
                  </a:lnTo>
                  <a:cubicBezTo>
                    <a:pt x="3239" y="0"/>
                    <a:pt x="0" y="3239"/>
                    <a:pt x="0" y="7144"/>
                  </a:cubicBezTo>
                  <a:cubicBezTo>
                    <a:pt x="0" y="11049"/>
                    <a:pt x="3239" y="14288"/>
                    <a:pt x="7144" y="14288"/>
                  </a:cubicBezTo>
                  <a:lnTo>
                    <a:pt x="64294" y="14288"/>
                  </a:lnTo>
                  <a:cubicBezTo>
                    <a:pt x="68199" y="14288"/>
                    <a:pt x="71438" y="11049"/>
                    <a:pt x="71438" y="714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08" name="Google Shape;4508;p100"/>
            <p:cNvSpPr/>
            <p:nvPr/>
          </p:nvSpPr>
          <p:spPr>
            <a:xfrm>
              <a:off x="5835205" y="3475482"/>
              <a:ext cx="90487" cy="14287"/>
            </a:xfrm>
            <a:custGeom>
              <a:avLst/>
              <a:gdLst/>
              <a:ahLst/>
              <a:cxnLst/>
              <a:rect l="l" t="t" r="r" b="b"/>
              <a:pathLst>
                <a:path w="90487" h="14287" extrusionOk="0">
                  <a:moveTo>
                    <a:pt x="83344" y="0"/>
                  </a:moveTo>
                  <a:lnTo>
                    <a:pt x="7144" y="0"/>
                  </a:lnTo>
                  <a:cubicBezTo>
                    <a:pt x="3239" y="0"/>
                    <a:pt x="0" y="3239"/>
                    <a:pt x="0" y="7144"/>
                  </a:cubicBezTo>
                  <a:cubicBezTo>
                    <a:pt x="0" y="11049"/>
                    <a:pt x="3239" y="14288"/>
                    <a:pt x="7144" y="14288"/>
                  </a:cubicBezTo>
                  <a:lnTo>
                    <a:pt x="83344" y="14288"/>
                  </a:lnTo>
                  <a:cubicBezTo>
                    <a:pt x="87249" y="14288"/>
                    <a:pt x="90488" y="11049"/>
                    <a:pt x="90488" y="7144"/>
                  </a:cubicBezTo>
                  <a:cubicBezTo>
                    <a:pt x="90488" y="3239"/>
                    <a:pt x="87249" y="0"/>
                    <a:pt x="8334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09" name="Google Shape;4509;p100"/>
            <p:cNvSpPr/>
            <p:nvPr/>
          </p:nvSpPr>
          <p:spPr>
            <a:xfrm>
              <a:off x="5949505" y="3475482"/>
              <a:ext cx="71437" cy="14287"/>
            </a:xfrm>
            <a:custGeom>
              <a:avLst/>
              <a:gdLst/>
              <a:ahLst/>
              <a:cxnLst/>
              <a:rect l="l" t="t" r="r" b="b"/>
              <a:pathLst>
                <a:path w="71437" h="14287" extrusionOk="0">
                  <a:moveTo>
                    <a:pt x="64294" y="0"/>
                  </a:moveTo>
                  <a:lnTo>
                    <a:pt x="7144" y="0"/>
                  </a:lnTo>
                  <a:cubicBezTo>
                    <a:pt x="3238" y="0"/>
                    <a:pt x="0" y="3239"/>
                    <a:pt x="0" y="7144"/>
                  </a:cubicBezTo>
                  <a:cubicBezTo>
                    <a:pt x="0" y="11049"/>
                    <a:pt x="3238" y="14288"/>
                    <a:pt x="7144" y="14288"/>
                  </a:cubicBezTo>
                  <a:lnTo>
                    <a:pt x="64294" y="14288"/>
                  </a:lnTo>
                  <a:cubicBezTo>
                    <a:pt x="68199" y="14288"/>
                    <a:pt x="71438" y="11049"/>
                    <a:pt x="71438" y="7144"/>
                  </a:cubicBezTo>
                  <a:cubicBezTo>
                    <a:pt x="71438" y="3239"/>
                    <a:pt x="68199" y="0"/>
                    <a:pt x="6429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10" name="Google Shape;4510;p100"/>
            <p:cNvSpPr/>
            <p:nvPr/>
          </p:nvSpPr>
          <p:spPr>
            <a:xfrm>
              <a:off x="6020943" y="3232499"/>
              <a:ext cx="335735" cy="392906"/>
            </a:xfrm>
            <a:custGeom>
              <a:avLst/>
              <a:gdLst/>
              <a:ahLst/>
              <a:cxnLst/>
              <a:rect l="l" t="t" r="r" b="b"/>
              <a:pathLst>
                <a:path w="335735" h="392906" extrusionOk="0">
                  <a:moveTo>
                    <a:pt x="332042" y="362426"/>
                  </a:moveTo>
                  <a:lnTo>
                    <a:pt x="274892" y="286226"/>
                  </a:lnTo>
                  <a:cubicBezTo>
                    <a:pt x="274892" y="286226"/>
                    <a:pt x="274701" y="286036"/>
                    <a:pt x="274510" y="285845"/>
                  </a:cubicBezTo>
                  <a:cubicBezTo>
                    <a:pt x="307657" y="255746"/>
                    <a:pt x="328612" y="212503"/>
                    <a:pt x="328612" y="164306"/>
                  </a:cubicBezTo>
                  <a:cubicBezTo>
                    <a:pt x="328612" y="73724"/>
                    <a:pt x="254889" y="0"/>
                    <a:pt x="164306" y="0"/>
                  </a:cubicBezTo>
                  <a:cubicBezTo>
                    <a:pt x="73724" y="0"/>
                    <a:pt x="0" y="73724"/>
                    <a:pt x="0" y="164306"/>
                  </a:cubicBezTo>
                  <a:cubicBezTo>
                    <a:pt x="0" y="254889"/>
                    <a:pt x="73724" y="328613"/>
                    <a:pt x="164306" y="328613"/>
                  </a:cubicBezTo>
                  <a:cubicBezTo>
                    <a:pt x="193072" y="328613"/>
                    <a:pt x="220123" y="321088"/>
                    <a:pt x="243650" y="308039"/>
                  </a:cubicBezTo>
                  <a:cubicBezTo>
                    <a:pt x="243840" y="308420"/>
                    <a:pt x="244031" y="308705"/>
                    <a:pt x="244316" y="309086"/>
                  </a:cubicBezTo>
                  <a:lnTo>
                    <a:pt x="301466" y="385286"/>
                  </a:lnTo>
                  <a:cubicBezTo>
                    <a:pt x="305181" y="390239"/>
                    <a:pt x="310896" y="392906"/>
                    <a:pt x="316706" y="392906"/>
                  </a:cubicBezTo>
                  <a:cubicBezTo>
                    <a:pt x="320707" y="392906"/>
                    <a:pt x="324707" y="391668"/>
                    <a:pt x="328136" y="389096"/>
                  </a:cubicBezTo>
                  <a:cubicBezTo>
                    <a:pt x="336518" y="382810"/>
                    <a:pt x="338233" y="370808"/>
                    <a:pt x="331946" y="362426"/>
                  </a:cubicBezTo>
                  <a:close/>
                  <a:moveTo>
                    <a:pt x="23813" y="164306"/>
                  </a:moveTo>
                  <a:cubicBezTo>
                    <a:pt x="23813" y="86868"/>
                    <a:pt x="86868" y="23813"/>
                    <a:pt x="164306" y="23813"/>
                  </a:cubicBezTo>
                  <a:cubicBezTo>
                    <a:pt x="241744" y="23813"/>
                    <a:pt x="304800" y="86868"/>
                    <a:pt x="304800" y="164306"/>
                  </a:cubicBezTo>
                  <a:cubicBezTo>
                    <a:pt x="304800" y="241745"/>
                    <a:pt x="241744" y="304800"/>
                    <a:pt x="164306" y="304800"/>
                  </a:cubicBezTo>
                  <a:cubicBezTo>
                    <a:pt x="86868" y="304800"/>
                    <a:pt x="23813" y="241745"/>
                    <a:pt x="23813" y="1643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511" name="Google Shape;4511;p100"/>
          <p:cNvGrpSpPr/>
          <p:nvPr/>
        </p:nvGrpSpPr>
        <p:grpSpPr>
          <a:xfrm>
            <a:off x="5204888" y="3404027"/>
            <a:ext cx="297465" cy="138660"/>
            <a:chOff x="7217750" y="413269"/>
            <a:chExt cx="528827" cy="246506"/>
          </a:xfrm>
        </p:grpSpPr>
        <p:sp>
          <p:nvSpPr>
            <p:cNvPr id="4512" name="Google Shape;4512;p100"/>
            <p:cNvSpPr/>
            <p:nvPr/>
          </p:nvSpPr>
          <p:spPr>
            <a:xfrm>
              <a:off x="7254912" y="413269"/>
              <a:ext cx="491665" cy="246506"/>
            </a:xfrm>
            <a:custGeom>
              <a:avLst/>
              <a:gdLst/>
              <a:ahLst/>
              <a:cxnLst/>
              <a:rect l="l" t="t" r="r" b="b"/>
              <a:pathLst>
                <a:path w="491665" h="246506" extrusionOk="0">
                  <a:moveTo>
                    <a:pt x="432611" y="0"/>
                  </a:moveTo>
                  <a:lnTo>
                    <a:pt x="365936" y="0"/>
                  </a:lnTo>
                  <a:cubicBezTo>
                    <a:pt x="352029" y="0"/>
                    <a:pt x="340409" y="8477"/>
                    <a:pt x="331360" y="22003"/>
                  </a:cubicBezTo>
                  <a:lnTo>
                    <a:pt x="156767" y="22003"/>
                  </a:lnTo>
                  <a:cubicBezTo>
                    <a:pt x="144575" y="4096"/>
                    <a:pt x="131430" y="0"/>
                    <a:pt x="122096" y="0"/>
                  </a:cubicBezTo>
                  <a:lnTo>
                    <a:pt x="52277" y="0"/>
                  </a:lnTo>
                  <a:cubicBezTo>
                    <a:pt x="29417" y="0"/>
                    <a:pt x="10463" y="23050"/>
                    <a:pt x="366" y="63341"/>
                  </a:cubicBezTo>
                  <a:cubicBezTo>
                    <a:pt x="-1253" y="69723"/>
                    <a:pt x="2652" y="76200"/>
                    <a:pt x="9034" y="77819"/>
                  </a:cubicBezTo>
                  <a:cubicBezTo>
                    <a:pt x="9986" y="78105"/>
                    <a:pt x="11034" y="78200"/>
                    <a:pt x="11987" y="78200"/>
                  </a:cubicBezTo>
                  <a:cubicBezTo>
                    <a:pt x="17321" y="78200"/>
                    <a:pt x="22178" y="74581"/>
                    <a:pt x="23512" y="69247"/>
                  </a:cubicBezTo>
                  <a:cubicBezTo>
                    <a:pt x="31418" y="38100"/>
                    <a:pt x="43991" y="23908"/>
                    <a:pt x="52373" y="23908"/>
                  </a:cubicBezTo>
                  <a:lnTo>
                    <a:pt x="86282" y="23908"/>
                  </a:lnTo>
                  <a:cubicBezTo>
                    <a:pt x="79709" y="34100"/>
                    <a:pt x="74280" y="47339"/>
                    <a:pt x="70184" y="63437"/>
                  </a:cubicBezTo>
                  <a:cubicBezTo>
                    <a:pt x="68565" y="69818"/>
                    <a:pt x="72470" y="76295"/>
                    <a:pt x="78852" y="77914"/>
                  </a:cubicBezTo>
                  <a:cubicBezTo>
                    <a:pt x="79805" y="78200"/>
                    <a:pt x="80852" y="78295"/>
                    <a:pt x="81805" y="78295"/>
                  </a:cubicBezTo>
                  <a:cubicBezTo>
                    <a:pt x="87139" y="78295"/>
                    <a:pt x="91997" y="74676"/>
                    <a:pt x="93330" y="69342"/>
                  </a:cubicBezTo>
                  <a:cubicBezTo>
                    <a:pt x="101236" y="38195"/>
                    <a:pt x="113809" y="24003"/>
                    <a:pt x="122191" y="24003"/>
                  </a:cubicBezTo>
                  <a:cubicBezTo>
                    <a:pt x="125048" y="24003"/>
                    <a:pt x="128096" y="25527"/>
                    <a:pt x="131240" y="28480"/>
                  </a:cubicBezTo>
                  <a:cubicBezTo>
                    <a:pt x="122286" y="34957"/>
                    <a:pt x="114761" y="46482"/>
                    <a:pt x="109142" y="62484"/>
                  </a:cubicBezTo>
                  <a:cubicBezTo>
                    <a:pt x="106951" y="68675"/>
                    <a:pt x="110189" y="75438"/>
                    <a:pt x="116476" y="77629"/>
                  </a:cubicBezTo>
                  <a:cubicBezTo>
                    <a:pt x="117809" y="78105"/>
                    <a:pt x="119143" y="78295"/>
                    <a:pt x="120381" y="78295"/>
                  </a:cubicBezTo>
                  <a:cubicBezTo>
                    <a:pt x="125334" y="78295"/>
                    <a:pt x="129906" y="75248"/>
                    <a:pt x="131621" y="70294"/>
                  </a:cubicBezTo>
                  <a:cubicBezTo>
                    <a:pt x="137526" y="53626"/>
                    <a:pt x="144956" y="46006"/>
                    <a:pt x="149337" y="46006"/>
                  </a:cubicBezTo>
                  <a:lnTo>
                    <a:pt x="151718" y="46006"/>
                  </a:lnTo>
                  <a:cubicBezTo>
                    <a:pt x="151718" y="46006"/>
                    <a:pt x="151718" y="46006"/>
                    <a:pt x="151718" y="46006"/>
                  </a:cubicBezTo>
                  <a:lnTo>
                    <a:pt x="319644" y="46006"/>
                  </a:lnTo>
                  <a:cubicBezTo>
                    <a:pt x="311357" y="68389"/>
                    <a:pt x="307071" y="96202"/>
                    <a:pt x="307071" y="123349"/>
                  </a:cubicBezTo>
                  <a:cubicBezTo>
                    <a:pt x="307071" y="150495"/>
                    <a:pt x="311357" y="178308"/>
                    <a:pt x="319644" y="200692"/>
                  </a:cubicBezTo>
                  <a:lnTo>
                    <a:pt x="192009" y="200692"/>
                  </a:lnTo>
                  <a:cubicBezTo>
                    <a:pt x="185437" y="200692"/>
                    <a:pt x="180103" y="206026"/>
                    <a:pt x="180103" y="212598"/>
                  </a:cubicBezTo>
                  <a:cubicBezTo>
                    <a:pt x="180103" y="219170"/>
                    <a:pt x="185437" y="224504"/>
                    <a:pt x="192009" y="224504"/>
                  </a:cubicBezTo>
                  <a:lnTo>
                    <a:pt x="331455" y="224504"/>
                  </a:lnTo>
                  <a:cubicBezTo>
                    <a:pt x="340599" y="238030"/>
                    <a:pt x="352124" y="246507"/>
                    <a:pt x="366031" y="246507"/>
                  </a:cubicBezTo>
                  <a:lnTo>
                    <a:pt x="432706" y="246507"/>
                  </a:lnTo>
                  <a:cubicBezTo>
                    <a:pt x="470996" y="246507"/>
                    <a:pt x="491666" y="182975"/>
                    <a:pt x="491666" y="123253"/>
                  </a:cubicBezTo>
                  <a:cubicBezTo>
                    <a:pt x="491666" y="63532"/>
                    <a:pt x="470996" y="0"/>
                    <a:pt x="432706" y="0"/>
                  </a:cubicBezTo>
                  <a:close/>
                  <a:moveTo>
                    <a:pt x="330693" y="123253"/>
                  </a:moveTo>
                  <a:cubicBezTo>
                    <a:pt x="330693" y="62579"/>
                    <a:pt x="351553" y="23813"/>
                    <a:pt x="365840" y="23813"/>
                  </a:cubicBezTo>
                  <a:lnTo>
                    <a:pt x="396701" y="23813"/>
                  </a:lnTo>
                  <a:cubicBezTo>
                    <a:pt x="381557" y="47720"/>
                    <a:pt x="373556" y="86201"/>
                    <a:pt x="373556" y="123253"/>
                  </a:cubicBezTo>
                  <a:cubicBezTo>
                    <a:pt x="373556" y="160306"/>
                    <a:pt x="381557" y="198787"/>
                    <a:pt x="396701" y="222694"/>
                  </a:cubicBezTo>
                  <a:lnTo>
                    <a:pt x="365840" y="222694"/>
                  </a:lnTo>
                  <a:cubicBezTo>
                    <a:pt x="351553" y="222694"/>
                    <a:pt x="330693" y="183928"/>
                    <a:pt x="330693" y="123253"/>
                  </a:cubicBezTo>
                  <a:close/>
                  <a:moveTo>
                    <a:pt x="432611" y="222694"/>
                  </a:moveTo>
                  <a:cubicBezTo>
                    <a:pt x="418323" y="222694"/>
                    <a:pt x="397463" y="183928"/>
                    <a:pt x="397463" y="123253"/>
                  </a:cubicBezTo>
                  <a:cubicBezTo>
                    <a:pt x="397463" y="62579"/>
                    <a:pt x="418323" y="23813"/>
                    <a:pt x="432611" y="23813"/>
                  </a:cubicBezTo>
                  <a:cubicBezTo>
                    <a:pt x="446898" y="23813"/>
                    <a:pt x="467758" y="62579"/>
                    <a:pt x="467758" y="123253"/>
                  </a:cubicBezTo>
                  <a:cubicBezTo>
                    <a:pt x="467758" y="183928"/>
                    <a:pt x="446898" y="222694"/>
                    <a:pt x="432611" y="22269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13" name="Google Shape;4513;p100"/>
            <p:cNvSpPr/>
            <p:nvPr/>
          </p:nvSpPr>
          <p:spPr>
            <a:xfrm>
              <a:off x="7238229" y="469367"/>
              <a:ext cx="262890" cy="84109"/>
            </a:xfrm>
            <a:custGeom>
              <a:avLst/>
              <a:gdLst/>
              <a:ahLst/>
              <a:cxnLst/>
              <a:rect l="l" t="t" r="r" b="b"/>
              <a:pathLst>
                <a:path w="262890" h="84109" extrusionOk="0">
                  <a:moveTo>
                    <a:pt x="11906" y="53915"/>
                  </a:moveTo>
                  <a:lnTo>
                    <a:pt x="224314" y="53915"/>
                  </a:lnTo>
                  <a:lnTo>
                    <a:pt x="215075" y="64202"/>
                  </a:lnTo>
                  <a:cubicBezTo>
                    <a:pt x="210693" y="69060"/>
                    <a:pt x="211074" y="76585"/>
                    <a:pt x="215932" y="81061"/>
                  </a:cubicBezTo>
                  <a:cubicBezTo>
                    <a:pt x="218218" y="83157"/>
                    <a:pt x="221075" y="84109"/>
                    <a:pt x="223933" y="84109"/>
                  </a:cubicBezTo>
                  <a:cubicBezTo>
                    <a:pt x="227171" y="84109"/>
                    <a:pt x="230410" y="82776"/>
                    <a:pt x="232791" y="80204"/>
                  </a:cubicBezTo>
                  <a:lnTo>
                    <a:pt x="259937" y="50010"/>
                  </a:lnTo>
                  <a:cubicBezTo>
                    <a:pt x="260509" y="49438"/>
                    <a:pt x="260699" y="48676"/>
                    <a:pt x="261080" y="48105"/>
                  </a:cubicBezTo>
                  <a:cubicBezTo>
                    <a:pt x="261366" y="47533"/>
                    <a:pt x="261842" y="47057"/>
                    <a:pt x="262033" y="46486"/>
                  </a:cubicBezTo>
                  <a:cubicBezTo>
                    <a:pt x="263176" y="43628"/>
                    <a:pt x="263176" y="40485"/>
                    <a:pt x="262033" y="37627"/>
                  </a:cubicBezTo>
                  <a:cubicBezTo>
                    <a:pt x="261747" y="37056"/>
                    <a:pt x="261366" y="36580"/>
                    <a:pt x="261080" y="36008"/>
                  </a:cubicBezTo>
                  <a:cubicBezTo>
                    <a:pt x="260699" y="35341"/>
                    <a:pt x="260414" y="34675"/>
                    <a:pt x="259937" y="34103"/>
                  </a:cubicBezTo>
                  <a:lnTo>
                    <a:pt x="232791" y="3909"/>
                  </a:lnTo>
                  <a:cubicBezTo>
                    <a:pt x="228410" y="-949"/>
                    <a:pt x="220885" y="-1330"/>
                    <a:pt x="215932" y="3052"/>
                  </a:cubicBezTo>
                  <a:cubicBezTo>
                    <a:pt x="211074" y="7433"/>
                    <a:pt x="210693" y="14958"/>
                    <a:pt x="215075" y="19911"/>
                  </a:cubicBezTo>
                  <a:lnTo>
                    <a:pt x="224314" y="30198"/>
                  </a:lnTo>
                  <a:lnTo>
                    <a:pt x="11906" y="30198"/>
                  </a:lnTo>
                  <a:cubicBezTo>
                    <a:pt x="5334" y="30198"/>
                    <a:pt x="0" y="35532"/>
                    <a:pt x="0" y="42104"/>
                  </a:cubicBezTo>
                  <a:cubicBezTo>
                    <a:pt x="0" y="48676"/>
                    <a:pt x="5334" y="54010"/>
                    <a:pt x="11906" y="540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14" name="Google Shape;4514;p100"/>
            <p:cNvSpPr/>
            <p:nvPr/>
          </p:nvSpPr>
          <p:spPr>
            <a:xfrm>
              <a:off x="7223275" y="541284"/>
              <a:ext cx="115728" cy="23812"/>
            </a:xfrm>
            <a:custGeom>
              <a:avLst/>
              <a:gdLst/>
              <a:ahLst/>
              <a:cxnLst/>
              <a:rect l="l" t="t" r="r" b="b"/>
              <a:pathLst>
                <a:path w="115728" h="23812" extrusionOk="0">
                  <a:moveTo>
                    <a:pt x="11906" y="23813"/>
                  </a:moveTo>
                  <a:lnTo>
                    <a:pt x="103823" y="23813"/>
                  </a:lnTo>
                  <a:cubicBezTo>
                    <a:pt x="110395" y="23813"/>
                    <a:pt x="115729" y="18478"/>
                    <a:pt x="115729" y="11906"/>
                  </a:cubicBezTo>
                  <a:cubicBezTo>
                    <a:pt x="115729" y="5334"/>
                    <a:pt x="110395" y="0"/>
                    <a:pt x="103823" y="0"/>
                  </a:cubicBezTo>
                  <a:lnTo>
                    <a:pt x="11906" y="0"/>
                  </a:lnTo>
                  <a:cubicBezTo>
                    <a:pt x="5334" y="0"/>
                    <a:pt x="0" y="5334"/>
                    <a:pt x="0" y="11906"/>
                  </a:cubicBezTo>
                  <a:cubicBezTo>
                    <a:pt x="0" y="18478"/>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15" name="Google Shape;4515;p100"/>
            <p:cNvSpPr/>
            <p:nvPr/>
          </p:nvSpPr>
          <p:spPr>
            <a:xfrm>
              <a:off x="7217750" y="625390"/>
              <a:ext cx="171068" cy="23812"/>
            </a:xfrm>
            <a:custGeom>
              <a:avLst/>
              <a:gdLst/>
              <a:ahLst/>
              <a:cxnLst/>
              <a:rect l="l" t="t" r="r" b="b"/>
              <a:pathLst>
                <a:path w="171068" h="23812" extrusionOk="0">
                  <a:moveTo>
                    <a:pt x="159163" y="0"/>
                  </a:moveTo>
                  <a:lnTo>
                    <a:pt x="11906" y="0"/>
                  </a:lnTo>
                  <a:cubicBezTo>
                    <a:pt x="5334" y="0"/>
                    <a:pt x="0" y="5334"/>
                    <a:pt x="0" y="11906"/>
                  </a:cubicBezTo>
                  <a:cubicBezTo>
                    <a:pt x="0" y="18478"/>
                    <a:pt x="5334" y="23813"/>
                    <a:pt x="11906" y="23813"/>
                  </a:cubicBezTo>
                  <a:lnTo>
                    <a:pt x="159163" y="23813"/>
                  </a:lnTo>
                  <a:cubicBezTo>
                    <a:pt x="165735" y="23813"/>
                    <a:pt x="171069" y="18478"/>
                    <a:pt x="171069" y="11906"/>
                  </a:cubicBezTo>
                  <a:cubicBezTo>
                    <a:pt x="171069" y="5334"/>
                    <a:pt x="165735" y="0"/>
                    <a:pt x="159163"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16" name="Google Shape;4516;p100"/>
            <p:cNvSpPr/>
            <p:nvPr/>
          </p:nvSpPr>
          <p:spPr>
            <a:xfrm>
              <a:off x="7247278" y="551663"/>
              <a:ext cx="200024" cy="84204"/>
            </a:xfrm>
            <a:custGeom>
              <a:avLst/>
              <a:gdLst/>
              <a:ahLst/>
              <a:cxnLst/>
              <a:rect l="l" t="t" r="r" b="b"/>
              <a:pathLst>
                <a:path w="200024" h="84204" extrusionOk="0">
                  <a:moveTo>
                    <a:pt x="198215" y="48105"/>
                  </a:moveTo>
                  <a:cubicBezTo>
                    <a:pt x="198501" y="47533"/>
                    <a:pt x="198977" y="47057"/>
                    <a:pt x="199168" y="46486"/>
                  </a:cubicBezTo>
                  <a:cubicBezTo>
                    <a:pt x="200311" y="43628"/>
                    <a:pt x="200311" y="40485"/>
                    <a:pt x="199168" y="37627"/>
                  </a:cubicBezTo>
                  <a:cubicBezTo>
                    <a:pt x="198882" y="37056"/>
                    <a:pt x="198501" y="36580"/>
                    <a:pt x="198215" y="36008"/>
                  </a:cubicBezTo>
                  <a:cubicBezTo>
                    <a:pt x="197834" y="35341"/>
                    <a:pt x="197549" y="34675"/>
                    <a:pt x="197072" y="34103"/>
                  </a:cubicBezTo>
                  <a:lnTo>
                    <a:pt x="169926" y="3909"/>
                  </a:lnTo>
                  <a:cubicBezTo>
                    <a:pt x="165545" y="-949"/>
                    <a:pt x="158020" y="-1330"/>
                    <a:pt x="153067" y="3052"/>
                  </a:cubicBezTo>
                  <a:cubicBezTo>
                    <a:pt x="148209" y="7433"/>
                    <a:pt x="147828" y="14958"/>
                    <a:pt x="152210" y="19911"/>
                  </a:cubicBezTo>
                  <a:lnTo>
                    <a:pt x="161449" y="30198"/>
                  </a:lnTo>
                  <a:lnTo>
                    <a:pt x="11906" y="30198"/>
                  </a:lnTo>
                  <a:cubicBezTo>
                    <a:pt x="5334" y="30198"/>
                    <a:pt x="0" y="35532"/>
                    <a:pt x="0" y="42104"/>
                  </a:cubicBezTo>
                  <a:cubicBezTo>
                    <a:pt x="0" y="48676"/>
                    <a:pt x="5334" y="54010"/>
                    <a:pt x="11906" y="54010"/>
                  </a:cubicBezTo>
                  <a:lnTo>
                    <a:pt x="161449" y="54010"/>
                  </a:lnTo>
                  <a:lnTo>
                    <a:pt x="152210" y="64297"/>
                  </a:lnTo>
                  <a:cubicBezTo>
                    <a:pt x="147828" y="69155"/>
                    <a:pt x="148209" y="76680"/>
                    <a:pt x="153067" y="81157"/>
                  </a:cubicBezTo>
                  <a:cubicBezTo>
                    <a:pt x="155353" y="83252"/>
                    <a:pt x="158210" y="84205"/>
                    <a:pt x="161068" y="84205"/>
                  </a:cubicBezTo>
                  <a:cubicBezTo>
                    <a:pt x="164306" y="84205"/>
                    <a:pt x="167545" y="82871"/>
                    <a:pt x="169926" y="80299"/>
                  </a:cubicBezTo>
                  <a:lnTo>
                    <a:pt x="197072" y="50105"/>
                  </a:lnTo>
                  <a:cubicBezTo>
                    <a:pt x="197644" y="49534"/>
                    <a:pt x="197834" y="48772"/>
                    <a:pt x="198215" y="4820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17" name="Google Shape;4517;p100"/>
            <p:cNvSpPr/>
            <p:nvPr/>
          </p:nvSpPr>
          <p:spPr>
            <a:xfrm>
              <a:off x="7354432" y="529653"/>
              <a:ext cx="25629" cy="44587"/>
            </a:xfrm>
            <a:custGeom>
              <a:avLst/>
              <a:gdLst/>
              <a:ahLst/>
              <a:cxnLst/>
              <a:rect l="l" t="t" r="r" b="b"/>
              <a:pathLst>
                <a:path w="25629" h="44587" extrusionOk="0">
                  <a:moveTo>
                    <a:pt x="11622" y="11"/>
                  </a:moveTo>
                  <a:cubicBezTo>
                    <a:pt x="5050" y="201"/>
                    <a:pt x="-94" y="5631"/>
                    <a:pt x="1" y="12203"/>
                  </a:cubicBezTo>
                  <a:cubicBezTo>
                    <a:pt x="192" y="19442"/>
                    <a:pt x="763" y="26681"/>
                    <a:pt x="1811" y="34206"/>
                  </a:cubicBezTo>
                  <a:cubicBezTo>
                    <a:pt x="2573" y="40206"/>
                    <a:pt x="7717" y="44588"/>
                    <a:pt x="13622" y="44588"/>
                  </a:cubicBezTo>
                  <a:cubicBezTo>
                    <a:pt x="14098" y="44588"/>
                    <a:pt x="14670" y="44588"/>
                    <a:pt x="15241" y="44493"/>
                  </a:cubicBezTo>
                  <a:cubicBezTo>
                    <a:pt x="21718" y="43635"/>
                    <a:pt x="26386" y="37635"/>
                    <a:pt x="25528" y="31158"/>
                  </a:cubicBezTo>
                  <a:cubicBezTo>
                    <a:pt x="24671" y="24395"/>
                    <a:pt x="24100" y="18013"/>
                    <a:pt x="23909" y="11631"/>
                  </a:cubicBezTo>
                  <a:cubicBezTo>
                    <a:pt x="23719" y="5059"/>
                    <a:pt x="18385" y="-275"/>
                    <a:pt x="11717" y="1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518" name="Google Shape;4518;p100"/>
          <p:cNvGrpSpPr/>
          <p:nvPr/>
        </p:nvGrpSpPr>
        <p:grpSpPr>
          <a:xfrm>
            <a:off x="6005102" y="3364059"/>
            <a:ext cx="284017" cy="218599"/>
            <a:chOff x="2053803" y="1135812"/>
            <a:chExt cx="504920" cy="388620"/>
          </a:xfrm>
        </p:grpSpPr>
        <p:sp>
          <p:nvSpPr>
            <p:cNvPr id="4519" name="Google Shape;4519;p100"/>
            <p:cNvSpPr/>
            <p:nvPr/>
          </p:nvSpPr>
          <p:spPr>
            <a:xfrm>
              <a:off x="2382337" y="1266416"/>
              <a:ext cx="102281" cy="124855"/>
            </a:xfrm>
            <a:custGeom>
              <a:avLst/>
              <a:gdLst/>
              <a:ahLst/>
              <a:cxnLst/>
              <a:rect l="l" t="t" r="r" b="b"/>
              <a:pathLst>
                <a:path w="102281" h="124855" extrusionOk="0">
                  <a:moveTo>
                    <a:pt x="96947" y="52370"/>
                  </a:moveTo>
                  <a:lnTo>
                    <a:pt x="18366" y="1888"/>
                  </a:lnTo>
                  <a:cubicBezTo>
                    <a:pt x="12842" y="-1636"/>
                    <a:pt x="5507" y="-112"/>
                    <a:pt x="1888" y="5507"/>
                  </a:cubicBezTo>
                  <a:cubicBezTo>
                    <a:pt x="-1636" y="11032"/>
                    <a:pt x="-112" y="18366"/>
                    <a:pt x="5507" y="21986"/>
                  </a:cubicBezTo>
                  <a:lnTo>
                    <a:pt x="68468" y="62467"/>
                  </a:lnTo>
                  <a:lnTo>
                    <a:pt x="5507" y="102948"/>
                  </a:lnTo>
                  <a:cubicBezTo>
                    <a:pt x="-17" y="106472"/>
                    <a:pt x="-1636" y="113902"/>
                    <a:pt x="1888" y="119426"/>
                  </a:cubicBezTo>
                  <a:cubicBezTo>
                    <a:pt x="4174" y="122951"/>
                    <a:pt x="7984" y="124856"/>
                    <a:pt x="11889" y="124856"/>
                  </a:cubicBezTo>
                  <a:cubicBezTo>
                    <a:pt x="14080" y="124856"/>
                    <a:pt x="16366" y="124284"/>
                    <a:pt x="18271" y="122951"/>
                  </a:cubicBezTo>
                  <a:lnTo>
                    <a:pt x="96852" y="72468"/>
                  </a:lnTo>
                  <a:cubicBezTo>
                    <a:pt x="100281" y="70277"/>
                    <a:pt x="102281" y="66467"/>
                    <a:pt x="102281" y="62467"/>
                  </a:cubicBezTo>
                  <a:cubicBezTo>
                    <a:pt x="102281" y="58466"/>
                    <a:pt x="100186" y="54656"/>
                    <a:pt x="96852" y="5246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20" name="Google Shape;4520;p100"/>
            <p:cNvSpPr/>
            <p:nvPr/>
          </p:nvSpPr>
          <p:spPr>
            <a:xfrm>
              <a:off x="2127622" y="1266440"/>
              <a:ext cx="102281" cy="124736"/>
            </a:xfrm>
            <a:custGeom>
              <a:avLst/>
              <a:gdLst/>
              <a:ahLst/>
              <a:cxnLst/>
              <a:rect l="l" t="t" r="r" b="b"/>
              <a:pathLst>
                <a:path w="102281" h="124736" extrusionOk="0">
                  <a:moveTo>
                    <a:pt x="100489" y="5484"/>
                  </a:moveTo>
                  <a:cubicBezTo>
                    <a:pt x="96965" y="-41"/>
                    <a:pt x="89535" y="-1660"/>
                    <a:pt x="84011" y="1864"/>
                  </a:cubicBezTo>
                  <a:lnTo>
                    <a:pt x="5429" y="52347"/>
                  </a:lnTo>
                  <a:cubicBezTo>
                    <a:pt x="2000" y="54537"/>
                    <a:pt x="0" y="58347"/>
                    <a:pt x="0" y="62348"/>
                  </a:cubicBezTo>
                  <a:cubicBezTo>
                    <a:pt x="0" y="66348"/>
                    <a:pt x="2096" y="70158"/>
                    <a:pt x="5429" y="72349"/>
                  </a:cubicBezTo>
                  <a:lnTo>
                    <a:pt x="84011" y="122832"/>
                  </a:lnTo>
                  <a:cubicBezTo>
                    <a:pt x="86011" y="124070"/>
                    <a:pt x="88202" y="124737"/>
                    <a:pt x="90392" y="124737"/>
                  </a:cubicBezTo>
                  <a:cubicBezTo>
                    <a:pt x="94298" y="124737"/>
                    <a:pt x="98107" y="122832"/>
                    <a:pt x="100394" y="119307"/>
                  </a:cubicBezTo>
                  <a:cubicBezTo>
                    <a:pt x="103918" y="113783"/>
                    <a:pt x="102394" y="106449"/>
                    <a:pt x="96774" y="102829"/>
                  </a:cubicBezTo>
                  <a:lnTo>
                    <a:pt x="33814" y="62348"/>
                  </a:lnTo>
                  <a:lnTo>
                    <a:pt x="96774" y="21867"/>
                  </a:lnTo>
                  <a:cubicBezTo>
                    <a:pt x="102299" y="18342"/>
                    <a:pt x="103918" y="10913"/>
                    <a:pt x="100394" y="53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21" name="Google Shape;4521;p100"/>
            <p:cNvSpPr/>
            <p:nvPr/>
          </p:nvSpPr>
          <p:spPr>
            <a:xfrm>
              <a:off x="2271827" y="1233600"/>
              <a:ext cx="62014" cy="192914"/>
            </a:xfrm>
            <a:custGeom>
              <a:avLst/>
              <a:gdLst/>
              <a:ahLst/>
              <a:cxnLst/>
              <a:rect l="l" t="t" r="r" b="b"/>
              <a:pathLst>
                <a:path w="62014" h="192914" extrusionOk="0">
                  <a:moveTo>
                    <a:pt x="52581" y="319"/>
                  </a:moveTo>
                  <a:cubicBezTo>
                    <a:pt x="46200" y="-1205"/>
                    <a:pt x="39818" y="2891"/>
                    <a:pt x="38389" y="9272"/>
                  </a:cubicBezTo>
                  <a:lnTo>
                    <a:pt x="289" y="178436"/>
                  </a:lnTo>
                  <a:cubicBezTo>
                    <a:pt x="-1140" y="184818"/>
                    <a:pt x="2861" y="191200"/>
                    <a:pt x="9338" y="192629"/>
                  </a:cubicBezTo>
                  <a:cubicBezTo>
                    <a:pt x="10195" y="192819"/>
                    <a:pt x="11052" y="192914"/>
                    <a:pt x="12005" y="192914"/>
                  </a:cubicBezTo>
                  <a:cubicBezTo>
                    <a:pt x="17434" y="192914"/>
                    <a:pt x="22387" y="189104"/>
                    <a:pt x="23625" y="183580"/>
                  </a:cubicBezTo>
                  <a:lnTo>
                    <a:pt x="61725" y="14416"/>
                  </a:lnTo>
                  <a:cubicBezTo>
                    <a:pt x="63154" y="8034"/>
                    <a:pt x="59154" y="1652"/>
                    <a:pt x="52677" y="22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22" name="Google Shape;4522;p100"/>
            <p:cNvSpPr/>
            <p:nvPr/>
          </p:nvSpPr>
          <p:spPr>
            <a:xfrm>
              <a:off x="2053803" y="1135812"/>
              <a:ext cx="504920" cy="388620"/>
            </a:xfrm>
            <a:custGeom>
              <a:avLst/>
              <a:gdLst/>
              <a:ahLst/>
              <a:cxnLst/>
              <a:rect l="l" t="t" r="r" b="b"/>
              <a:pathLst>
                <a:path w="504920" h="388620" extrusionOk="0">
                  <a:moveTo>
                    <a:pt x="449580" y="0"/>
                  </a:moveTo>
                  <a:lnTo>
                    <a:pt x="55245" y="0"/>
                  </a:lnTo>
                  <a:cubicBezTo>
                    <a:pt x="24765" y="0"/>
                    <a:pt x="0" y="24765"/>
                    <a:pt x="0" y="55245"/>
                  </a:cubicBezTo>
                  <a:lnTo>
                    <a:pt x="0" y="333375"/>
                  </a:lnTo>
                  <a:cubicBezTo>
                    <a:pt x="0" y="363855"/>
                    <a:pt x="24765" y="388620"/>
                    <a:pt x="55245" y="388620"/>
                  </a:cubicBezTo>
                  <a:lnTo>
                    <a:pt x="449675" y="388620"/>
                  </a:lnTo>
                  <a:cubicBezTo>
                    <a:pt x="480155" y="388620"/>
                    <a:pt x="504920" y="363855"/>
                    <a:pt x="504920" y="333375"/>
                  </a:cubicBezTo>
                  <a:lnTo>
                    <a:pt x="504920" y="55245"/>
                  </a:lnTo>
                  <a:cubicBezTo>
                    <a:pt x="504920" y="24765"/>
                    <a:pt x="480155" y="0"/>
                    <a:pt x="449675" y="0"/>
                  </a:cubicBezTo>
                  <a:close/>
                  <a:moveTo>
                    <a:pt x="481013" y="333375"/>
                  </a:moveTo>
                  <a:cubicBezTo>
                    <a:pt x="481013" y="350710"/>
                    <a:pt x="466916" y="364808"/>
                    <a:pt x="449580" y="364808"/>
                  </a:cubicBezTo>
                  <a:lnTo>
                    <a:pt x="55245" y="364808"/>
                  </a:lnTo>
                  <a:cubicBezTo>
                    <a:pt x="37909" y="364808"/>
                    <a:pt x="23813" y="350710"/>
                    <a:pt x="23813" y="333375"/>
                  </a:cubicBezTo>
                  <a:lnTo>
                    <a:pt x="23813" y="55245"/>
                  </a:lnTo>
                  <a:cubicBezTo>
                    <a:pt x="23813" y="37909"/>
                    <a:pt x="37909" y="23813"/>
                    <a:pt x="55245" y="23813"/>
                  </a:cubicBezTo>
                  <a:lnTo>
                    <a:pt x="449675" y="23813"/>
                  </a:lnTo>
                  <a:cubicBezTo>
                    <a:pt x="467011" y="23813"/>
                    <a:pt x="481108" y="37909"/>
                    <a:pt x="481108" y="55245"/>
                  </a:cubicBezTo>
                  <a:lnTo>
                    <a:pt x="481108" y="333375"/>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523" name="Google Shape;4523;p100"/>
          <p:cNvGrpSpPr/>
          <p:nvPr/>
        </p:nvGrpSpPr>
        <p:grpSpPr>
          <a:xfrm>
            <a:off x="4453654" y="3329912"/>
            <a:ext cx="239280" cy="286884"/>
            <a:chOff x="2962222" y="1074899"/>
            <a:chExt cx="425386" cy="510016"/>
          </a:xfrm>
        </p:grpSpPr>
        <p:sp>
          <p:nvSpPr>
            <p:cNvPr id="4524" name="Google Shape;4524;p100"/>
            <p:cNvSpPr/>
            <p:nvPr/>
          </p:nvSpPr>
          <p:spPr>
            <a:xfrm>
              <a:off x="2962222" y="1074899"/>
              <a:ext cx="425386" cy="510016"/>
            </a:xfrm>
            <a:custGeom>
              <a:avLst/>
              <a:gdLst/>
              <a:ahLst/>
              <a:cxnLst/>
              <a:rect l="l" t="t" r="r" b="b"/>
              <a:pathLst>
                <a:path w="425386" h="510016" extrusionOk="0">
                  <a:moveTo>
                    <a:pt x="421672" y="66723"/>
                  </a:moveTo>
                  <a:cubicBezTo>
                    <a:pt x="419291" y="64437"/>
                    <a:pt x="416052" y="63294"/>
                    <a:pt x="412814" y="63484"/>
                  </a:cubicBezTo>
                  <a:cubicBezTo>
                    <a:pt x="310896" y="69390"/>
                    <a:pt x="266700" y="46911"/>
                    <a:pt x="220885" y="3286"/>
                  </a:cubicBezTo>
                  <a:cubicBezTo>
                    <a:pt x="216313" y="-1095"/>
                    <a:pt x="209074" y="-1095"/>
                    <a:pt x="204502" y="3286"/>
                  </a:cubicBezTo>
                  <a:cubicBezTo>
                    <a:pt x="158686" y="46911"/>
                    <a:pt x="114490" y="69390"/>
                    <a:pt x="12573" y="63484"/>
                  </a:cubicBezTo>
                  <a:cubicBezTo>
                    <a:pt x="9334" y="63294"/>
                    <a:pt x="6096" y="64437"/>
                    <a:pt x="3715" y="66723"/>
                  </a:cubicBezTo>
                  <a:cubicBezTo>
                    <a:pt x="1333" y="69009"/>
                    <a:pt x="0" y="72057"/>
                    <a:pt x="0" y="75390"/>
                  </a:cubicBezTo>
                  <a:lnTo>
                    <a:pt x="0" y="297323"/>
                  </a:lnTo>
                  <a:cubicBezTo>
                    <a:pt x="0" y="413052"/>
                    <a:pt x="125539" y="492585"/>
                    <a:pt x="210312" y="509826"/>
                  </a:cubicBezTo>
                  <a:cubicBezTo>
                    <a:pt x="211074" y="510016"/>
                    <a:pt x="211931" y="510016"/>
                    <a:pt x="212693" y="510016"/>
                  </a:cubicBezTo>
                  <a:cubicBezTo>
                    <a:pt x="213455" y="510016"/>
                    <a:pt x="214312" y="510016"/>
                    <a:pt x="215075" y="509730"/>
                  </a:cubicBezTo>
                  <a:cubicBezTo>
                    <a:pt x="299942" y="492490"/>
                    <a:pt x="425387" y="412956"/>
                    <a:pt x="425387" y="297228"/>
                  </a:cubicBezTo>
                  <a:lnTo>
                    <a:pt x="425387" y="75390"/>
                  </a:lnTo>
                  <a:cubicBezTo>
                    <a:pt x="425387" y="72152"/>
                    <a:pt x="424053" y="69009"/>
                    <a:pt x="421672" y="66723"/>
                  </a:cubicBezTo>
                  <a:close/>
                  <a:moveTo>
                    <a:pt x="401669" y="297323"/>
                  </a:moveTo>
                  <a:cubicBezTo>
                    <a:pt x="401669" y="398764"/>
                    <a:pt x="289846" y="469344"/>
                    <a:pt x="212789" y="486013"/>
                  </a:cubicBezTo>
                  <a:cubicBezTo>
                    <a:pt x="135731" y="469344"/>
                    <a:pt x="23908" y="398764"/>
                    <a:pt x="23908" y="297323"/>
                  </a:cubicBezTo>
                  <a:lnTo>
                    <a:pt x="23908" y="87868"/>
                  </a:lnTo>
                  <a:cubicBezTo>
                    <a:pt x="119444" y="91392"/>
                    <a:pt x="167735" y="68628"/>
                    <a:pt x="212789" y="28146"/>
                  </a:cubicBezTo>
                  <a:cubicBezTo>
                    <a:pt x="257842" y="68628"/>
                    <a:pt x="306134" y="91392"/>
                    <a:pt x="401669" y="87868"/>
                  </a:cubicBezTo>
                  <a:lnTo>
                    <a:pt x="401669" y="297323"/>
                  </a:ln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25" name="Google Shape;4525;p100"/>
            <p:cNvSpPr/>
            <p:nvPr/>
          </p:nvSpPr>
          <p:spPr>
            <a:xfrm>
              <a:off x="3026040" y="1169143"/>
              <a:ext cx="148494" cy="175646"/>
            </a:xfrm>
            <a:custGeom>
              <a:avLst/>
              <a:gdLst/>
              <a:ahLst/>
              <a:cxnLst/>
              <a:rect l="l" t="t" r="r" b="b"/>
              <a:pathLst>
                <a:path w="148494" h="175646" extrusionOk="0">
                  <a:moveTo>
                    <a:pt x="144590" y="768"/>
                  </a:moveTo>
                  <a:cubicBezTo>
                    <a:pt x="142113" y="-470"/>
                    <a:pt x="139160" y="-185"/>
                    <a:pt x="136969" y="1435"/>
                  </a:cubicBezTo>
                  <a:cubicBezTo>
                    <a:pt x="108109" y="23056"/>
                    <a:pt x="68008" y="33343"/>
                    <a:pt x="7048" y="34867"/>
                  </a:cubicBezTo>
                  <a:cubicBezTo>
                    <a:pt x="3143" y="34963"/>
                    <a:pt x="0" y="38201"/>
                    <a:pt x="0" y="42106"/>
                  </a:cubicBezTo>
                  <a:lnTo>
                    <a:pt x="0" y="168408"/>
                  </a:lnTo>
                  <a:cubicBezTo>
                    <a:pt x="0" y="172408"/>
                    <a:pt x="3239" y="175647"/>
                    <a:pt x="7239" y="175647"/>
                  </a:cubicBezTo>
                  <a:lnTo>
                    <a:pt x="141256" y="175647"/>
                  </a:lnTo>
                  <a:cubicBezTo>
                    <a:pt x="145256" y="175647"/>
                    <a:pt x="148495" y="172408"/>
                    <a:pt x="148495" y="168408"/>
                  </a:cubicBezTo>
                  <a:lnTo>
                    <a:pt x="148495" y="7245"/>
                  </a:lnTo>
                  <a:cubicBezTo>
                    <a:pt x="148495" y="4483"/>
                    <a:pt x="146971" y="2006"/>
                    <a:pt x="144494" y="76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26" name="Google Shape;4526;p100"/>
            <p:cNvSpPr/>
            <p:nvPr/>
          </p:nvSpPr>
          <p:spPr>
            <a:xfrm>
              <a:off x="3176440" y="1345742"/>
              <a:ext cx="147923" cy="166973"/>
            </a:xfrm>
            <a:custGeom>
              <a:avLst/>
              <a:gdLst/>
              <a:ahLst/>
              <a:cxnLst/>
              <a:rect l="l" t="t" r="r" b="b"/>
              <a:pathLst>
                <a:path w="147923" h="166973" extrusionOk="0">
                  <a:moveTo>
                    <a:pt x="140589" y="0"/>
                  </a:moveTo>
                  <a:lnTo>
                    <a:pt x="7239" y="0"/>
                  </a:lnTo>
                  <a:cubicBezTo>
                    <a:pt x="3239" y="0"/>
                    <a:pt x="0" y="3239"/>
                    <a:pt x="0" y="7239"/>
                  </a:cubicBezTo>
                  <a:lnTo>
                    <a:pt x="0" y="159734"/>
                  </a:lnTo>
                  <a:cubicBezTo>
                    <a:pt x="0" y="162020"/>
                    <a:pt x="1048" y="164116"/>
                    <a:pt x="2857" y="165449"/>
                  </a:cubicBezTo>
                  <a:cubicBezTo>
                    <a:pt x="4096" y="166402"/>
                    <a:pt x="5715" y="166973"/>
                    <a:pt x="7334" y="166973"/>
                  </a:cubicBezTo>
                  <a:cubicBezTo>
                    <a:pt x="7906" y="166973"/>
                    <a:pt x="8572" y="166973"/>
                    <a:pt x="9144" y="166783"/>
                  </a:cubicBezTo>
                  <a:cubicBezTo>
                    <a:pt x="86487" y="146780"/>
                    <a:pt x="139637" y="91630"/>
                    <a:pt x="147923" y="22003"/>
                  </a:cubicBezTo>
                  <a:lnTo>
                    <a:pt x="147923" y="7239"/>
                  </a:lnTo>
                  <a:cubicBezTo>
                    <a:pt x="147923" y="3239"/>
                    <a:pt x="144685" y="0"/>
                    <a:pt x="14068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527" name="Google Shape;4527;p100"/>
          <p:cNvSpPr/>
          <p:nvPr/>
        </p:nvSpPr>
        <p:spPr>
          <a:xfrm>
            <a:off x="3660155" y="3325202"/>
            <a:ext cx="216509" cy="296287"/>
          </a:xfrm>
          <a:custGeom>
            <a:avLst/>
            <a:gdLst/>
            <a:ahLst/>
            <a:cxnLst/>
            <a:rect l="l" t="t" r="r" b="b"/>
            <a:pathLst>
              <a:path w="384905" h="526732" extrusionOk="0">
                <a:moveTo>
                  <a:pt x="219266" y="143637"/>
                </a:moveTo>
                <a:lnTo>
                  <a:pt x="219266" y="136493"/>
                </a:lnTo>
                <a:lnTo>
                  <a:pt x="308039" y="136493"/>
                </a:lnTo>
                <a:cubicBezTo>
                  <a:pt x="312134" y="153638"/>
                  <a:pt x="327470" y="166497"/>
                  <a:pt x="345853" y="166497"/>
                </a:cubicBezTo>
                <a:cubicBezTo>
                  <a:pt x="367379" y="166497"/>
                  <a:pt x="384905" y="148971"/>
                  <a:pt x="384905" y="127445"/>
                </a:cubicBezTo>
                <a:cubicBezTo>
                  <a:pt x="384905" y="105918"/>
                  <a:pt x="367379" y="88392"/>
                  <a:pt x="345853" y="88392"/>
                </a:cubicBezTo>
                <a:cubicBezTo>
                  <a:pt x="326136" y="88392"/>
                  <a:pt x="309944" y="103156"/>
                  <a:pt x="307372" y="122206"/>
                </a:cubicBezTo>
                <a:lnTo>
                  <a:pt x="212026" y="122206"/>
                </a:lnTo>
                <a:cubicBezTo>
                  <a:pt x="208121" y="122206"/>
                  <a:pt x="204883" y="125444"/>
                  <a:pt x="204883" y="129350"/>
                </a:cubicBezTo>
                <a:lnTo>
                  <a:pt x="204883" y="141732"/>
                </a:lnTo>
                <a:cubicBezTo>
                  <a:pt x="200311" y="141351"/>
                  <a:pt x="195834" y="141065"/>
                  <a:pt x="191452" y="141065"/>
                </a:cubicBezTo>
                <a:lnTo>
                  <a:pt x="191452" y="110966"/>
                </a:lnTo>
                <a:lnTo>
                  <a:pt x="285464" y="110966"/>
                </a:lnTo>
                <a:cubicBezTo>
                  <a:pt x="289370" y="110966"/>
                  <a:pt x="292608" y="107728"/>
                  <a:pt x="292608" y="103823"/>
                </a:cubicBezTo>
                <a:lnTo>
                  <a:pt x="292608" y="78581"/>
                </a:lnTo>
                <a:cubicBezTo>
                  <a:pt x="310706" y="75248"/>
                  <a:pt x="324517" y="59341"/>
                  <a:pt x="324517" y="40291"/>
                </a:cubicBezTo>
                <a:cubicBezTo>
                  <a:pt x="324517" y="18764"/>
                  <a:pt x="306991" y="1238"/>
                  <a:pt x="285464" y="1238"/>
                </a:cubicBezTo>
                <a:cubicBezTo>
                  <a:pt x="263938" y="1238"/>
                  <a:pt x="246412" y="18764"/>
                  <a:pt x="246412" y="40291"/>
                </a:cubicBezTo>
                <a:cubicBezTo>
                  <a:pt x="246412" y="59341"/>
                  <a:pt x="260223" y="75248"/>
                  <a:pt x="278321" y="78581"/>
                </a:cubicBezTo>
                <a:lnTo>
                  <a:pt x="278321" y="96679"/>
                </a:lnTo>
                <a:lnTo>
                  <a:pt x="184309" y="96679"/>
                </a:lnTo>
                <a:cubicBezTo>
                  <a:pt x="180404" y="96679"/>
                  <a:pt x="177165" y="99917"/>
                  <a:pt x="177165" y="103823"/>
                </a:cubicBezTo>
                <a:lnTo>
                  <a:pt x="177165" y="141446"/>
                </a:lnTo>
                <a:cubicBezTo>
                  <a:pt x="172212" y="141732"/>
                  <a:pt x="167354" y="142113"/>
                  <a:pt x="162497" y="142685"/>
                </a:cubicBezTo>
                <a:lnTo>
                  <a:pt x="162497" y="103918"/>
                </a:lnTo>
                <a:cubicBezTo>
                  <a:pt x="162497" y="100013"/>
                  <a:pt x="159258" y="96774"/>
                  <a:pt x="155353" y="96774"/>
                </a:cubicBezTo>
                <a:lnTo>
                  <a:pt x="133064" y="96774"/>
                </a:lnTo>
                <a:lnTo>
                  <a:pt x="133064" y="77343"/>
                </a:lnTo>
                <a:cubicBezTo>
                  <a:pt x="151162" y="74009"/>
                  <a:pt x="164973" y="58103"/>
                  <a:pt x="164973" y="39053"/>
                </a:cubicBezTo>
                <a:cubicBezTo>
                  <a:pt x="164973" y="17526"/>
                  <a:pt x="147447" y="0"/>
                  <a:pt x="125920" y="0"/>
                </a:cubicBezTo>
                <a:cubicBezTo>
                  <a:pt x="104394" y="0"/>
                  <a:pt x="86868" y="17526"/>
                  <a:pt x="86868" y="39053"/>
                </a:cubicBezTo>
                <a:cubicBezTo>
                  <a:pt x="86868" y="58103"/>
                  <a:pt x="100679" y="74009"/>
                  <a:pt x="118777" y="77343"/>
                </a:cubicBezTo>
                <a:lnTo>
                  <a:pt x="118777" y="103918"/>
                </a:lnTo>
                <a:cubicBezTo>
                  <a:pt x="118777" y="107823"/>
                  <a:pt x="122015" y="111062"/>
                  <a:pt x="125920" y="111062"/>
                </a:cubicBezTo>
                <a:lnTo>
                  <a:pt x="148209" y="111062"/>
                </a:lnTo>
                <a:lnTo>
                  <a:pt x="148209" y="144685"/>
                </a:lnTo>
                <a:cubicBezTo>
                  <a:pt x="143066" y="145542"/>
                  <a:pt x="137922" y="146590"/>
                  <a:pt x="132874" y="147733"/>
                </a:cubicBezTo>
                <a:lnTo>
                  <a:pt x="133160" y="128397"/>
                </a:lnTo>
                <a:cubicBezTo>
                  <a:pt x="133160" y="126492"/>
                  <a:pt x="132398" y="124682"/>
                  <a:pt x="131064" y="123253"/>
                </a:cubicBezTo>
                <a:cubicBezTo>
                  <a:pt x="129730" y="121920"/>
                  <a:pt x="127921" y="121158"/>
                  <a:pt x="126016" y="121158"/>
                </a:cubicBezTo>
                <a:lnTo>
                  <a:pt x="46196" y="121158"/>
                </a:lnTo>
                <a:lnTo>
                  <a:pt x="46196" y="104299"/>
                </a:lnTo>
                <a:cubicBezTo>
                  <a:pt x="64294" y="100965"/>
                  <a:pt x="78105" y="85058"/>
                  <a:pt x="78105" y="66008"/>
                </a:cubicBezTo>
                <a:cubicBezTo>
                  <a:pt x="78105" y="44482"/>
                  <a:pt x="60579" y="26956"/>
                  <a:pt x="39053" y="26956"/>
                </a:cubicBezTo>
                <a:cubicBezTo>
                  <a:pt x="17526" y="26956"/>
                  <a:pt x="0" y="44482"/>
                  <a:pt x="0" y="66008"/>
                </a:cubicBezTo>
                <a:cubicBezTo>
                  <a:pt x="0" y="85058"/>
                  <a:pt x="13811" y="100965"/>
                  <a:pt x="31909" y="104299"/>
                </a:cubicBezTo>
                <a:lnTo>
                  <a:pt x="31909" y="128302"/>
                </a:lnTo>
                <a:cubicBezTo>
                  <a:pt x="31909" y="132207"/>
                  <a:pt x="35147" y="135446"/>
                  <a:pt x="39053" y="135446"/>
                </a:cubicBezTo>
                <a:lnTo>
                  <a:pt x="118777" y="135446"/>
                </a:lnTo>
                <a:lnTo>
                  <a:pt x="118586" y="151448"/>
                </a:lnTo>
                <a:cubicBezTo>
                  <a:pt x="79629" y="162782"/>
                  <a:pt x="46006" y="183071"/>
                  <a:pt x="25146" y="209169"/>
                </a:cubicBezTo>
                <a:cubicBezTo>
                  <a:pt x="6763" y="232124"/>
                  <a:pt x="95" y="257270"/>
                  <a:pt x="5620" y="281940"/>
                </a:cubicBezTo>
                <a:cubicBezTo>
                  <a:pt x="16954" y="331946"/>
                  <a:pt x="52483" y="354235"/>
                  <a:pt x="117062" y="351758"/>
                </a:cubicBezTo>
                <a:cubicBezTo>
                  <a:pt x="117634" y="351758"/>
                  <a:pt x="118301" y="351758"/>
                  <a:pt x="118967" y="351758"/>
                </a:cubicBezTo>
                <a:lnTo>
                  <a:pt x="118967" y="368713"/>
                </a:lnTo>
                <a:lnTo>
                  <a:pt x="69247" y="368713"/>
                </a:lnTo>
                <a:cubicBezTo>
                  <a:pt x="65342" y="368713"/>
                  <a:pt x="62103" y="371951"/>
                  <a:pt x="62103" y="375857"/>
                </a:cubicBezTo>
                <a:lnTo>
                  <a:pt x="62103" y="395288"/>
                </a:lnTo>
                <a:cubicBezTo>
                  <a:pt x="44005" y="398621"/>
                  <a:pt x="30194" y="414528"/>
                  <a:pt x="30194" y="433578"/>
                </a:cubicBezTo>
                <a:cubicBezTo>
                  <a:pt x="30194" y="455105"/>
                  <a:pt x="47720" y="472631"/>
                  <a:pt x="69247" y="472631"/>
                </a:cubicBezTo>
                <a:cubicBezTo>
                  <a:pt x="90773" y="472631"/>
                  <a:pt x="108299" y="455105"/>
                  <a:pt x="108299" y="433578"/>
                </a:cubicBezTo>
                <a:cubicBezTo>
                  <a:pt x="108299" y="414528"/>
                  <a:pt x="94488" y="398621"/>
                  <a:pt x="76391" y="395288"/>
                </a:cubicBezTo>
                <a:lnTo>
                  <a:pt x="76391" y="383000"/>
                </a:lnTo>
                <a:lnTo>
                  <a:pt x="126111" y="383000"/>
                </a:lnTo>
                <a:cubicBezTo>
                  <a:pt x="130016" y="383000"/>
                  <a:pt x="133255" y="379762"/>
                  <a:pt x="133255" y="375857"/>
                </a:cubicBezTo>
                <a:lnTo>
                  <a:pt x="133255" y="351472"/>
                </a:lnTo>
                <a:cubicBezTo>
                  <a:pt x="138113" y="351472"/>
                  <a:pt x="143256" y="351472"/>
                  <a:pt x="148400" y="351663"/>
                </a:cubicBezTo>
                <a:lnTo>
                  <a:pt x="148400" y="448913"/>
                </a:lnTo>
                <a:cubicBezTo>
                  <a:pt x="129826" y="451866"/>
                  <a:pt x="115538" y="467868"/>
                  <a:pt x="115538" y="487299"/>
                </a:cubicBezTo>
                <a:cubicBezTo>
                  <a:pt x="115538" y="508826"/>
                  <a:pt x="133064" y="526352"/>
                  <a:pt x="154591" y="526352"/>
                </a:cubicBezTo>
                <a:cubicBezTo>
                  <a:pt x="176117" y="526352"/>
                  <a:pt x="193643" y="508826"/>
                  <a:pt x="193643" y="487299"/>
                </a:cubicBezTo>
                <a:cubicBezTo>
                  <a:pt x="193643" y="468535"/>
                  <a:pt x="180404" y="452914"/>
                  <a:pt x="162687" y="449199"/>
                </a:cubicBezTo>
                <a:lnTo>
                  <a:pt x="162687" y="352235"/>
                </a:lnTo>
                <a:cubicBezTo>
                  <a:pt x="167640" y="352520"/>
                  <a:pt x="172593" y="352806"/>
                  <a:pt x="177260" y="353282"/>
                </a:cubicBezTo>
                <a:lnTo>
                  <a:pt x="177260" y="428911"/>
                </a:lnTo>
                <a:cubicBezTo>
                  <a:pt x="177260" y="432816"/>
                  <a:pt x="180499" y="436055"/>
                  <a:pt x="184404" y="436055"/>
                </a:cubicBezTo>
                <a:lnTo>
                  <a:pt x="253365" y="436055"/>
                </a:lnTo>
                <a:lnTo>
                  <a:pt x="253365" y="449390"/>
                </a:lnTo>
                <a:cubicBezTo>
                  <a:pt x="235268" y="452723"/>
                  <a:pt x="221456" y="468630"/>
                  <a:pt x="221456" y="487680"/>
                </a:cubicBezTo>
                <a:cubicBezTo>
                  <a:pt x="221456" y="509207"/>
                  <a:pt x="238982" y="526733"/>
                  <a:pt x="260509" y="526733"/>
                </a:cubicBezTo>
                <a:cubicBezTo>
                  <a:pt x="282035" y="526733"/>
                  <a:pt x="299561" y="509207"/>
                  <a:pt x="299561" y="487680"/>
                </a:cubicBezTo>
                <a:cubicBezTo>
                  <a:pt x="299561" y="468630"/>
                  <a:pt x="285750" y="452723"/>
                  <a:pt x="267653" y="449390"/>
                </a:cubicBezTo>
                <a:lnTo>
                  <a:pt x="267653" y="428911"/>
                </a:lnTo>
                <a:cubicBezTo>
                  <a:pt x="267653" y="425006"/>
                  <a:pt x="264414" y="421767"/>
                  <a:pt x="260509" y="421767"/>
                </a:cubicBezTo>
                <a:lnTo>
                  <a:pt x="191548" y="421767"/>
                </a:lnTo>
                <a:lnTo>
                  <a:pt x="191548" y="355092"/>
                </a:lnTo>
                <a:cubicBezTo>
                  <a:pt x="214884" y="358997"/>
                  <a:pt x="226028" y="367189"/>
                  <a:pt x="226028" y="396240"/>
                </a:cubicBezTo>
                <a:cubicBezTo>
                  <a:pt x="226028" y="402812"/>
                  <a:pt x="231362" y="408146"/>
                  <a:pt x="237935" y="408146"/>
                </a:cubicBezTo>
                <a:lnTo>
                  <a:pt x="280797" y="408146"/>
                </a:lnTo>
                <a:cubicBezTo>
                  <a:pt x="287274" y="408146"/>
                  <a:pt x="292608" y="403003"/>
                  <a:pt x="292703" y="396431"/>
                </a:cubicBezTo>
                <a:cubicBezTo>
                  <a:pt x="292703" y="396431"/>
                  <a:pt x="293084" y="375857"/>
                  <a:pt x="293084" y="369094"/>
                </a:cubicBezTo>
                <a:cubicBezTo>
                  <a:pt x="293084" y="357092"/>
                  <a:pt x="300609" y="347377"/>
                  <a:pt x="309753" y="347377"/>
                </a:cubicBezTo>
                <a:cubicBezTo>
                  <a:pt x="350330" y="347377"/>
                  <a:pt x="375475" y="323469"/>
                  <a:pt x="375475" y="284893"/>
                </a:cubicBezTo>
                <a:cubicBezTo>
                  <a:pt x="375475" y="219361"/>
                  <a:pt x="293846" y="157353"/>
                  <a:pt x="219170" y="143923"/>
                </a:cubicBezTo>
                <a:close/>
                <a:moveTo>
                  <a:pt x="345853" y="112204"/>
                </a:moveTo>
                <a:cubicBezTo>
                  <a:pt x="354235" y="112204"/>
                  <a:pt x="361093" y="119063"/>
                  <a:pt x="361093" y="127445"/>
                </a:cubicBezTo>
                <a:cubicBezTo>
                  <a:pt x="361093" y="135827"/>
                  <a:pt x="354235" y="142685"/>
                  <a:pt x="345853" y="142685"/>
                </a:cubicBezTo>
                <a:cubicBezTo>
                  <a:pt x="337471" y="142685"/>
                  <a:pt x="330613" y="135827"/>
                  <a:pt x="330613" y="127445"/>
                </a:cubicBezTo>
                <a:cubicBezTo>
                  <a:pt x="330613" y="119063"/>
                  <a:pt x="337471" y="112204"/>
                  <a:pt x="345853" y="112204"/>
                </a:cubicBezTo>
                <a:close/>
                <a:moveTo>
                  <a:pt x="270320" y="40195"/>
                </a:moveTo>
                <a:cubicBezTo>
                  <a:pt x="270320" y="31814"/>
                  <a:pt x="277178" y="24955"/>
                  <a:pt x="285560" y="24955"/>
                </a:cubicBezTo>
                <a:cubicBezTo>
                  <a:pt x="293942" y="24955"/>
                  <a:pt x="300799" y="31814"/>
                  <a:pt x="300799" y="40195"/>
                </a:cubicBezTo>
                <a:cubicBezTo>
                  <a:pt x="300799" y="48578"/>
                  <a:pt x="293942" y="55436"/>
                  <a:pt x="285560" y="55436"/>
                </a:cubicBezTo>
                <a:cubicBezTo>
                  <a:pt x="277178" y="55436"/>
                  <a:pt x="270320" y="48578"/>
                  <a:pt x="270320" y="40195"/>
                </a:cubicBezTo>
                <a:close/>
                <a:moveTo>
                  <a:pt x="110871" y="38862"/>
                </a:moveTo>
                <a:cubicBezTo>
                  <a:pt x="110871" y="30480"/>
                  <a:pt x="117729" y="23622"/>
                  <a:pt x="126111" y="23622"/>
                </a:cubicBezTo>
                <a:cubicBezTo>
                  <a:pt x="134493" y="23622"/>
                  <a:pt x="141351" y="30480"/>
                  <a:pt x="141351" y="38862"/>
                </a:cubicBezTo>
                <a:cubicBezTo>
                  <a:pt x="141351" y="47244"/>
                  <a:pt x="134493" y="54102"/>
                  <a:pt x="126111" y="54102"/>
                </a:cubicBezTo>
                <a:cubicBezTo>
                  <a:pt x="117729" y="54102"/>
                  <a:pt x="110871" y="47244"/>
                  <a:pt x="110871" y="38862"/>
                </a:cubicBezTo>
                <a:close/>
                <a:moveTo>
                  <a:pt x="23908" y="65818"/>
                </a:moveTo>
                <a:cubicBezTo>
                  <a:pt x="23908" y="57436"/>
                  <a:pt x="30766" y="50578"/>
                  <a:pt x="39148" y="50578"/>
                </a:cubicBezTo>
                <a:cubicBezTo>
                  <a:pt x="47530" y="50578"/>
                  <a:pt x="54388" y="57436"/>
                  <a:pt x="54388" y="65818"/>
                </a:cubicBezTo>
                <a:cubicBezTo>
                  <a:pt x="54388" y="74200"/>
                  <a:pt x="47530" y="81058"/>
                  <a:pt x="39148" y="81058"/>
                </a:cubicBezTo>
                <a:cubicBezTo>
                  <a:pt x="30766" y="81058"/>
                  <a:pt x="23908" y="74200"/>
                  <a:pt x="23908" y="65818"/>
                </a:cubicBezTo>
                <a:close/>
                <a:moveTo>
                  <a:pt x="84487" y="433292"/>
                </a:moveTo>
                <a:cubicBezTo>
                  <a:pt x="84487" y="441674"/>
                  <a:pt x="77629" y="448532"/>
                  <a:pt x="69247" y="448532"/>
                </a:cubicBezTo>
                <a:cubicBezTo>
                  <a:pt x="60865" y="448532"/>
                  <a:pt x="54007" y="441674"/>
                  <a:pt x="54007" y="433292"/>
                </a:cubicBezTo>
                <a:cubicBezTo>
                  <a:pt x="54007" y="424910"/>
                  <a:pt x="60865" y="418052"/>
                  <a:pt x="69247" y="418052"/>
                </a:cubicBezTo>
                <a:cubicBezTo>
                  <a:pt x="77629" y="418052"/>
                  <a:pt x="84487" y="424910"/>
                  <a:pt x="84487" y="433292"/>
                </a:cubicBezTo>
                <a:close/>
                <a:moveTo>
                  <a:pt x="169831" y="486918"/>
                </a:moveTo>
                <a:cubicBezTo>
                  <a:pt x="169831" y="495300"/>
                  <a:pt x="162973" y="502158"/>
                  <a:pt x="154591" y="502158"/>
                </a:cubicBezTo>
                <a:cubicBezTo>
                  <a:pt x="146209" y="502158"/>
                  <a:pt x="139351" y="495300"/>
                  <a:pt x="139351" y="486918"/>
                </a:cubicBezTo>
                <a:cubicBezTo>
                  <a:pt x="139351" y="478536"/>
                  <a:pt x="146209" y="471678"/>
                  <a:pt x="154591" y="471678"/>
                </a:cubicBezTo>
                <a:cubicBezTo>
                  <a:pt x="162973" y="471678"/>
                  <a:pt x="169831" y="478536"/>
                  <a:pt x="169831" y="486918"/>
                </a:cubicBezTo>
                <a:close/>
                <a:moveTo>
                  <a:pt x="275749" y="487299"/>
                </a:moveTo>
                <a:cubicBezTo>
                  <a:pt x="275749" y="495681"/>
                  <a:pt x="268891" y="502539"/>
                  <a:pt x="260509" y="502539"/>
                </a:cubicBezTo>
                <a:cubicBezTo>
                  <a:pt x="252127" y="502539"/>
                  <a:pt x="245269" y="495681"/>
                  <a:pt x="245269" y="487299"/>
                </a:cubicBezTo>
                <a:cubicBezTo>
                  <a:pt x="245269" y="478917"/>
                  <a:pt x="252127" y="472059"/>
                  <a:pt x="260509" y="472059"/>
                </a:cubicBezTo>
                <a:cubicBezTo>
                  <a:pt x="268891" y="472059"/>
                  <a:pt x="275749" y="478917"/>
                  <a:pt x="275749" y="487299"/>
                </a:cubicBezTo>
                <a:close/>
                <a:moveTo>
                  <a:pt x="116205" y="327660"/>
                </a:moveTo>
                <a:cubicBezTo>
                  <a:pt x="84773" y="328803"/>
                  <a:pt x="65056" y="323564"/>
                  <a:pt x="52102" y="314801"/>
                </a:cubicBezTo>
                <a:cubicBezTo>
                  <a:pt x="60960" y="305753"/>
                  <a:pt x="70294" y="297371"/>
                  <a:pt x="82391" y="297371"/>
                </a:cubicBezTo>
                <a:cubicBezTo>
                  <a:pt x="86296" y="297371"/>
                  <a:pt x="89535" y="294132"/>
                  <a:pt x="89535" y="290227"/>
                </a:cubicBezTo>
                <a:cubicBezTo>
                  <a:pt x="89535" y="286322"/>
                  <a:pt x="86296" y="283083"/>
                  <a:pt x="82391" y="283083"/>
                </a:cubicBezTo>
                <a:cubicBezTo>
                  <a:pt x="64484" y="283083"/>
                  <a:pt x="51816" y="294704"/>
                  <a:pt x="41529" y="305181"/>
                </a:cubicBezTo>
                <a:cubicBezTo>
                  <a:pt x="34671" y="296799"/>
                  <a:pt x="31147" y="286703"/>
                  <a:pt x="28765" y="276320"/>
                </a:cubicBezTo>
                <a:cubicBezTo>
                  <a:pt x="23813" y="254508"/>
                  <a:pt x="34100" y="235649"/>
                  <a:pt x="43625" y="223742"/>
                </a:cubicBezTo>
                <a:cubicBezTo>
                  <a:pt x="47244" y="219266"/>
                  <a:pt x="51244" y="214979"/>
                  <a:pt x="55626" y="210884"/>
                </a:cubicBezTo>
                <a:cubicBezTo>
                  <a:pt x="61341" y="217361"/>
                  <a:pt x="67246" y="222695"/>
                  <a:pt x="72580" y="227552"/>
                </a:cubicBezTo>
                <a:cubicBezTo>
                  <a:pt x="83915" y="237839"/>
                  <a:pt x="92107" y="245269"/>
                  <a:pt x="93821" y="257747"/>
                </a:cubicBezTo>
                <a:cubicBezTo>
                  <a:pt x="94298" y="261366"/>
                  <a:pt x="97345" y="263938"/>
                  <a:pt x="100870" y="263938"/>
                </a:cubicBezTo>
                <a:cubicBezTo>
                  <a:pt x="101155" y="263938"/>
                  <a:pt x="101537" y="263938"/>
                  <a:pt x="101822" y="263938"/>
                </a:cubicBezTo>
                <a:cubicBezTo>
                  <a:pt x="105728" y="263366"/>
                  <a:pt x="108490" y="259842"/>
                  <a:pt x="107918" y="255937"/>
                </a:cubicBezTo>
                <a:cubicBezTo>
                  <a:pt x="105537" y="238316"/>
                  <a:pt x="94202" y="228028"/>
                  <a:pt x="82105" y="217075"/>
                </a:cubicBezTo>
                <a:cubicBezTo>
                  <a:pt x="76962" y="212408"/>
                  <a:pt x="71723" y="207550"/>
                  <a:pt x="66675" y="201930"/>
                </a:cubicBezTo>
                <a:cubicBezTo>
                  <a:pt x="81153" y="191262"/>
                  <a:pt x="98679" y="182499"/>
                  <a:pt x="117919" y="176213"/>
                </a:cubicBezTo>
                <a:cubicBezTo>
                  <a:pt x="118301" y="206026"/>
                  <a:pt x="120968" y="225266"/>
                  <a:pt x="126397" y="240411"/>
                </a:cubicBezTo>
                <a:cubicBezTo>
                  <a:pt x="131064" y="253270"/>
                  <a:pt x="145352" y="271367"/>
                  <a:pt x="160020" y="286322"/>
                </a:cubicBezTo>
                <a:cubicBezTo>
                  <a:pt x="153734" y="294989"/>
                  <a:pt x="148114" y="306800"/>
                  <a:pt x="145066" y="327470"/>
                </a:cubicBezTo>
                <a:cubicBezTo>
                  <a:pt x="134493" y="327279"/>
                  <a:pt x="124492" y="327470"/>
                  <a:pt x="116015" y="327755"/>
                </a:cubicBezTo>
                <a:close/>
                <a:moveTo>
                  <a:pt x="309848" y="323183"/>
                </a:moveTo>
                <a:cubicBezTo>
                  <a:pt x="297942" y="323183"/>
                  <a:pt x="287465" y="328803"/>
                  <a:pt x="280035" y="337757"/>
                </a:cubicBezTo>
                <a:cubicBezTo>
                  <a:pt x="260033" y="322707"/>
                  <a:pt x="248793" y="310325"/>
                  <a:pt x="246507" y="300990"/>
                </a:cubicBezTo>
                <a:cubicBezTo>
                  <a:pt x="245554" y="297180"/>
                  <a:pt x="241745" y="294799"/>
                  <a:pt x="237935" y="295751"/>
                </a:cubicBezTo>
                <a:cubicBezTo>
                  <a:pt x="234124" y="296704"/>
                  <a:pt x="231743" y="300514"/>
                  <a:pt x="232696" y="304324"/>
                </a:cubicBezTo>
                <a:cubicBezTo>
                  <a:pt x="236601" y="320707"/>
                  <a:pt x="255651" y="337376"/>
                  <a:pt x="272796" y="350139"/>
                </a:cubicBezTo>
                <a:cubicBezTo>
                  <a:pt x="270605" y="355759"/>
                  <a:pt x="269367" y="362045"/>
                  <a:pt x="269367" y="368713"/>
                </a:cubicBezTo>
                <a:cubicBezTo>
                  <a:pt x="269367" y="371951"/>
                  <a:pt x="269367" y="378238"/>
                  <a:pt x="269176" y="383858"/>
                </a:cubicBezTo>
                <a:lnTo>
                  <a:pt x="249269" y="383858"/>
                </a:lnTo>
                <a:cubicBezTo>
                  <a:pt x="244602" y="342995"/>
                  <a:pt x="215360" y="333661"/>
                  <a:pt x="189548" y="330232"/>
                </a:cubicBezTo>
                <a:cubicBezTo>
                  <a:pt x="180404" y="328994"/>
                  <a:pt x="170021" y="328232"/>
                  <a:pt x="159734" y="327755"/>
                </a:cubicBezTo>
                <a:cubicBezTo>
                  <a:pt x="162401" y="311182"/>
                  <a:pt x="166878" y="301943"/>
                  <a:pt x="170688" y="296132"/>
                </a:cubicBezTo>
                <a:cubicBezTo>
                  <a:pt x="181070" y="305372"/>
                  <a:pt x="190500" y="311848"/>
                  <a:pt x="195739" y="312420"/>
                </a:cubicBezTo>
                <a:cubicBezTo>
                  <a:pt x="196024" y="312420"/>
                  <a:pt x="196215" y="312420"/>
                  <a:pt x="196501" y="312420"/>
                </a:cubicBezTo>
                <a:cubicBezTo>
                  <a:pt x="200120" y="312420"/>
                  <a:pt x="203359" y="309753"/>
                  <a:pt x="203740" y="306038"/>
                </a:cubicBezTo>
                <a:cubicBezTo>
                  <a:pt x="204121" y="302133"/>
                  <a:pt x="201454" y="298609"/>
                  <a:pt x="197549" y="298228"/>
                </a:cubicBezTo>
                <a:cubicBezTo>
                  <a:pt x="189548" y="296037"/>
                  <a:pt x="148209" y="257747"/>
                  <a:pt x="140113" y="235363"/>
                </a:cubicBezTo>
                <a:cubicBezTo>
                  <a:pt x="134969" y="221171"/>
                  <a:pt x="132683" y="202311"/>
                  <a:pt x="132398" y="171926"/>
                </a:cubicBezTo>
                <a:cubicBezTo>
                  <a:pt x="146304" y="168402"/>
                  <a:pt x="160782" y="166116"/>
                  <a:pt x="175736" y="165164"/>
                </a:cubicBezTo>
                <a:cubicBezTo>
                  <a:pt x="175165" y="177356"/>
                  <a:pt x="175165" y="194215"/>
                  <a:pt x="179832" y="199930"/>
                </a:cubicBezTo>
                <a:cubicBezTo>
                  <a:pt x="181261" y="201740"/>
                  <a:pt x="183547" y="202787"/>
                  <a:pt x="185738" y="202787"/>
                </a:cubicBezTo>
                <a:cubicBezTo>
                  <a:pt x="187262" y="202787"/>
                  <a:pt x="188786" y="202311"/>
                  <a:pt x="190024" y="201359"/>
                </a:cubicBezTo>
                <a:cubicBezTo>
                  <a:pt x="193072" y="198882"/>
                  <a:pt x="193739" y="194691"/>
                  <a:pt x="191262" y="191548"/>
                </a:cubicBezTo>
                <a:cubicBezTo>
                  <a:pt x="190310" y="189452"/>
                  <a:pt x="189167" y="179546"/>
                  <a:pt x="190024" y="164687"/>
                </a:cubicBezTo>
                <a:cubicBezTo>
                  <a:pt x="190214" y="164687"/>
                  <a:pt x="190500" y="164687"/>
                  <a:pt x="190691" y="164687"/>
                </a:cubicBezTo>
                <a:cubicBezTo>
                  <a:pt x="208883" y="164687"/>
                  <a:pt x="228028" y="168688"/>
                  <a:pt x="246317" y="175451"/>
                </a:cubicBezTo>
                <a:cubicBezTo>
                  <a:pt x="246126" y="185642"/>
                  <a:pt x="247269" y="194215"/>
                  <a:pt x="248222" y="201549"/>
                </a:cubicBezTo>
                <a:lnTo>
                  <a:pt x="248888" y="206788"/>
                </a:lnTo>
                <a:cubicBezTo>
                  <a:pt x="249269" y="210217"/>
                  <a:pt x="248698" y="210979"/>
                  <a:pt x="248698" y="210979"/>
                </a:cubicBezTo>
                <a:cubicBezTo>
                  <a:pt x="248507" y="211169"/>
                  <a:pt x="247269" y="211836"/>
                  <a:pt x="244221" y="211741"/>
                </a:cubicBezTo>
                <a:cubicBezTo>
                  <a:pt x="238792" y="211741"/>
                  <a:pt x="230791" y="211360"/>
                  <a:pt x="223647" y="211074"/>
                </a:cubicBezTo>
                <a:cubicBezTo>
                  <a:pt x="216979" y="210788"/>
                  <a:pt x="211169" y="210598"/>
                  <a:pt x="208883" y="210598"/>
                </a:cubicBezTo>
                <a:cubicBezTo>
                  <a:pt x="194786" y="210598"/>
                  <a:pt x="189833" y="215075"/>
                  <a:pt x="188405" y="228981"/>
                </a:cubicBezTo>
                <a:cubicBezTo>
                  <a:pt x="186976" y="242888"/>
                  <a:pt x="190024" y="259271"/>
                  <a:pt x="190976" y="264033"/>
                </a:cubicBezTo>
                <a:cubicBezTo>
                  <a:pt x="191643" y="267367"/>
                  <a:pt x="194691" y="269748"/>
                  <a:pt x="197929" y="269748"/>
                </a:cubicBezTo>
                <a:cubicBezTo>
                  <a:pt x="198406" y="269748"/>
                  <a:pt x="198882" y="269748"/>
                  <a:pt x="199358" y="269558"/>
                </a:cubicBezTo>
                <a:cubicBezTo>
                  <a:pt x="203264" y="268796"/>
                  <a:pt x="205740" y="264986"/>
                  <a:pt x="204883" y="261080"/>
                </a:cubicBezTo>
                <a:cubicBezTo>
                  <a:pt x="203073" y="252413"/>
                  <a:pt x="201549" y="239840"/>
                  <a:pt x="202501" y="230315"/>
                </a:cubicBezTo>
                <a:cubicBezTo>
                  <a:pt x="202883" y="226314"/>
                  <a:pt x="203454" y="225076"/>
                  <a:pt x="203073" y="225266"/>
                </a:cubicBezTo>
                <a:cubicBezTo>
                  <a:pt x="203454" y="225171"/>
                  <a:pt x="204597" y="224790"/>
                  <a:pt x="208788" y="224790"/>
                </a:cubicBezTo>
                <a:cubicBezTo>
                  <a:pt x="210979" y="224790"/>
                  <a:pt x="216599" y="224981"/>
                  <a:pt x="222980" y="225266"/>
                </a:cubicBezTo>
                <a:cubicBezTo>
                  <a:pt x="230219" y="225552"/>
                  <a:pt x="238316" y="225838"/>
                  <a:pt x="243840" y="225933"/>
                </a:cubicBezTo>
                <a:cubicBezTo>
                  <a:pt x="250603" y="226124"/>
                  <a:pt x="255842" y="224219"/>
                  <a:pt x="259175" y="220504"/>
                </a:cubicBezTo>
                <a:cubicBezTo>
                  <a:pt x="263557" y="215646"/>
                  <a:pt x="263462" y="209360"/>
                  <a:pt x="262890" y="205073"/>
                </a:cubicBezTo>
                <a:lnTo>
                  <a:pt x="262223" y="199644"/>
                </a:lnTo>
                <a:cubicBezTo>
                  <a:pt x="261461" y="194120"/>
                  <a:pt x="260795" y="188119"/>
                  <a:pt x="260509" y="181451"/>
                </a:cubicBezTo>
                <a:cubicBezTo>
                  <a:pt x="283940" y="192215"/>
                  <a:pt x="305467" y="207455"/>
                  <a:pt x="321659" y="224409"/>
                </a:cubicBezTo>
                <a:cubicBezTo>
                  <a:pt x="314420" y="237363"/>
                  <a:pt x="296609" y="256508"/>
                  <a:pt x="254032" y="255365"/>
                </a:cubicBezTo>
                <a:cubicBezTo>
                  <a:pt x="250508" y="255556"/>
                  <a:pt x="246793" y="258413"/>
                  <a:pt x="246698" y="262319"/>
                </a:cubicBezTo>
                <a:cubicBezTo>
                  <a:pt x="246698" y="266224"/>
                  <a:pt x="249746" y="269558"/>
                  <a:pt x="253651" y="269653"/>
                </a:cubicBezTo>
                <a:cubicBezTo>
                  <a:pt x="254889" y="269653"/>
                  <a:pt x="256032" y="269653"/>
                  <a:pt x="257270" y="269653"/>
                </a:cubicBezTo>
                <a:cubicBezTo>
                  <a:pt x="262795" y="269653"/>
                  <a:pt x="267748" y="269272"/>
                  <a:pt x="272606" y="268700"/>
                </a:cubicBezTo>
                <a:cubicBezTo>
                  <a:pt x="272891" y="275558"/>
                  <a:pt x="273558" y="285369"/>
                  <a:pt x="274796" y="291465"/>
                </a:cubicBezTo>
                <a:cubicBezTo>
                  <a:pt x="275463" y="294894"/>
                  <a:pt x="278511" y="297180"/>
                  <a:pt x="281749" y="297180"/>
                </a:cubicBezTo>
                <a:cubicBezTo>
                  <a:pt x="282226" y="297180"/>
                  <a:pt x="282702" y="297180"/>
                  <a:pt x="283178" y="296990"/>
                </a:cubicBezTo>
                <a:cubicBezTo>
                  <a:pt x="287084" y="296228"/>
                  <a:pt x="289560" y="292418"/>
                  <a:pt x="288703" y="288608"/>
                </a:cubicBezTo>
                <a:cubicBezTo>
                  <a:pt x="287560" y="282797"/>
                  <a:pt x="286988" y="272606"/>
                  <a:pt x="286703" y="266129"/>
                </a:cubicBezTo>
                <a:cubicBezTo>
                  <a:pt x="310610" y="260033"/>
                  <a:pt x="323945" y="246888"/>
                  <a:pt x="331375" y="235649"/>
                </a:cubicBezTo>
                <a:cubicBezTo>
                  <a:pt x="343757" y="251555"/>
                  <a:pt x="351377" y="268415"/>
                  <a:pt x="351377" y="284417"/>
                </a:cubicBezTo>
                <a:cubicBezTo>
                  <a:pt x="351377" y="310039"/>
                  <a:pt x="337280" y="323088"/>
                  <a:pt x="309467" y="32308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nvGrpSpPr>
          <p:cNvPr id="4528" name="Google Shape;4528;p100"/>
          <p:cNvGrpSpPr/>
          <p:nvPr/>
        </p:nvGrpSpPr>
        <p:grpSpPr>
          <a:xfrm>
            <a:off x="2845032" y="3324425"/>
            <a:ext cx="263941" cy="297840"/>
            <a:chOff x="3279059" y="3164300"/>
            <a:chExt cx="469228" cy="529494"/>
          </a:xfrm>
        </p:grpSpPr>
        <p:sp>
          <p:nvSpPr>
            <p:cNvPr id="4529" name="Google Shape;4529;p100"/>
            <p:cNvSpPr/>
            <p:nvPr/>
          </p:nvSpPr>
          <p:spPr>
            <a:xfrm>
              <a:off x="3279059" y="3164300"/>
              <a:ext cx="469228" cy="529494"/>
            </a:xfrm>
            <a:custGeom>
              <a:avLst/>
              <a:gdLst/>
              <a:ahLst/>
              <a:cxnLst/>
              <a:rect l="l" t="t" r="r" b="b"/>
              <a:pathLst>
                <a:path w="469228" h="529494" extrusionOk="0">
                  <a:moveTo>
                    <a:pt x="449260" y="342424"/>
                  </a:moveTo>
                  <a:cubicBezTo>
                    <a:pt x="434020" y="333661"/>
                    <a:pt x="415351" y="336232"/>
                    <a:pt x="402874" y="347281"/>
                  </a:cubicBezTo>
                  <a:lnTo>
                    <a:pt x="380776" y="333566"/>
                  </a:lnTo>
                  <a:cubicBezTo>
                    <a:pt x="390682" y="312611"/>
                    <a:pt x="396397" y="289370"/>
                    <a:pt x="396397" y="264700"/>
                  </a:cubicBezTo>
                  <a:cubicBezTo>
                    <a:pt x="396397" y="240030"/>
                    <a:pt x="390301" y="215170"/>
                    <a:pt x="379728" y="193643"/>
                  </a:cubicBezTo>
                  <a:lnTo>
                    <a:pt x="400873" y="180499"/>
                  </a:lnTo>
                  <a:cubicBezTo>
                    <a:pt x="408493" y="188119"/>
                    <a:pt x="418780" y="192310"/>
                    <a:pt x="429353" y="192310"/>
                  </a:cubicBezTo>
                  <a:cubicBezTo>
                    <a:pt x="436116" y="192310"/>
                    <a:pt x="442974" y="190595"/>
                    <a:pt x="449260" y="186976"/>
                  </a:cubicBezTo>
                  <a:cubicBezTo>
                    <a:pt x="468310" y="175927"/>
                    <a:pt x="474883" y="151448"/>
                    <a:pt x="463929" y="132398"/>
                  </a:cubicBezTo>
                  <a:cubicBezTo>
                    <a:pt x="458595" y="123158"/>
                    <a:pt x="449927" y="116491"/>
                    <a:pt x="439640" y="113728"/>
                  </a:cubicBezTo>
                  <a:cubicBezTo>
                    <a:pt x="429353" y="110966"/>
                    <a:pt x="418590" y="112395"/>
                    <a:pt x="409255" y="117729"/>
                  </a:cubicBezTo>
                  <a:cubicBezTo>
                    <a:pt x="394301" y="126301"/>
                    <a:pt x="387253" y="143161"/>
                    <a:pt x="390015" y="159258"/>
                  </a:cubicBezTo>
                  <a:lnTo>
                    <a:pt x="367726" y="173069"/>
                  </a:lnTo>
                  <a:cubicBezTo>
                    <a:pt x="340675" y="134017"/>
                    <a:pt x="296956" y="107442"/>
                    <a:pt x="246854" y="103632"/>
                  </a:cubicBezTo>
                  <a:lnTo>
                    <a:pt x="246854" y="77915"/>
                  </a:lnTo>
                  <a:cubicBezTo>
                    <a:pt x="262951" y="72771"/>
                    <a:pt x="274667" y="57817"/>
                    <a:pt x="274667" y="40005"/>
                  </a:cubicBezTo>
                  <a:cubicBezTo>
                    <a:pt x="274667" y="18002"/>
                    <a:pt x="256760" y="0"/>
                    <a:pt x="234662" y="0"/>
                  </a:cubicBezTo>
                  <a:cubicBezTo>
                    <a:pt x="212564" y="0"/>
                    <a:pt x="194657" y="17907"/>
                    <a:pt x="194657" y="40005"/>
                  </a:cubicBezTo>
                  <a:cubicBezTo>
                    <a:pt x="194657" y="58007"/>
                    <a:pt x="206659" y="73057"/>
                    <a:pt x="223042" y="78105"/>
                  </a:cubicBezTo>
                  <a:lnTo>
                    <a:pt x="223042" y="103632"/>
                  </a:lnTo>
                  <a:cubicBezTo>
                    <a:pt x="172083" y="107252"/>
                    <a:pt x="127601" y="134493"/>
                    <a:pt x="100550" y="174593"/>
                  </a:cubicBezTo>
                  <a:lnTo>
                    <a:pt x="78928" y="161163"/>
                  </a:lnTo>
                  <a:cubicBezTo>
                    <a:pt x="82643" y="144590"/>
                    <a:pt x="75595" y="126778"/>
                    <a:pt x="60069" y="117824"/>
                  </a:cubicBezTo>
                  <a:cubicBezTo>
                    <a:pt x="50830" y="112490"/>
                    <a:pt x="40066" y="111062"/>
                    <a:pt x="29684" y="113824"/>
                  </a:cubicBezTo>
                  <a:cubicBezTo>
                    <a:pt x="19397" y="116586"/>
                    <a:pt x="10729" y="123158"/>
                    <a:pt x="5395" y="132493"/>
                  </a:cubicBezTo>
                  <a:cubicBezTo>
                    <a:pt x="-5654" y="151543"/>
                    <a:pt x="919" y="176117"/>
                    <a:pt x="20064" y="187071"/>
                  </a:cubicBezTo>
                  <a:cubicBezTo>
                    <a:pt x="26350" y="190691"/>
                    <a:pt x="33208" y="192405"/>
                    <a:pt x="39971" y="192405"/>
                  </a:cubicBezTo>
                  <a:cubicBezTo>
                    <a:pt x="49877" y="192405"/>
                    <a:pt x="59593" y="188690"/>
                    <a:pt x="67022" y="181832"/>
                  </a:cubicBezTo>
                  <a:lnTo>
                    <a:pt x="88739" y="195358"/>
                  </a:lnTo>
                  <a:cubicBezTo>
                    <a:pt x="78643" y="216408"/>
                    <a:pt x="72832" y="239840"/>
                    <a:pt x="72832" y="264700"/>
                  </a:cubicBezTo>
                  <a:cubicBezTo>
                    <a:pt x="72832" y="289560"/>
                    <a:pt x="78262" y="311372"/>
                    <a:pt x="87596" y="331851"/>
                  </a:cubicBezTo>
                  <a:lnTo>
                    <a:pt x="64927" y="345948"/>
                  </a:lnTo>
                  <a:cubicBezTo>
                    <a:pt x="52449" y="335947"/>
                    <a:pt x="34637" y="333947"/>
                    <a:pt x="19969" y="342424"/>
                  </a:cubicBezTo>
                  <a:cubicBezTo>
                    <a:pt x="919" y="353473"/>
                    <a:pt x="-5654" y="377952"/>
                    <a:pt x="5300" y="397002"/>
                  </a:cubicBezTo>
                  <a:cubicBezTo>
                    <a:pt x="10634" y="406241"/>
                    <a:pt x="19302" y="412909"/>
                    <a:pt x="29589" y="415671"/>
                  </a:cubicBezTo>
                  <a:cubicBezTo>
                    <a:pt x="33018" y="416624"/>
                    <a:pt x="36542" y="417100"/>
                    <a:pt x="39971" y="417100"/>
                  </a:cubicBezTo>
                  <a:cubicBezTo>
                    <a:pt x="46924" y="417100"/>
                    <a:pt x="53782" y="415290"/>
                    <a:pt x="59878" y="411766"/>
                  </a:cubicBezTo>
                  <a:cubicBezTo>
                    <a:pt x="76166" y="402336"/>
                    <a:pt x="83215" y="383191"/>
                    <a:pt x="78166" y="365855"/>
                  </a:cubicBezTo>
                  <a:lnTo>
                    <a:pt x="99026" y="352901"/>
                  </a:lnTo>
                  <a:cubicBezTo>
                    <a:pt x="125887" y="394049"/>
                    <a:pt x="170940" y="422148"/>
                    <a:pt x="222756" y="425863"/>
                  </a:cubicBezTo>
                  <a:lnTo>
                    <a:pt x="222756" y="451390"/>
                  </a:lnTo>
                  <a:cubicBezTo>
                    <a:pt x="206373" y="456438"/>
                    <a:pt x="194371" y="471488"/>
                    <a:pt x="194371" y="489490"/>
                  </a:cubicBezTo>
                  <a:cubicBezTo>
                    <a:pt x="194371" y="511493"/>
                    <a:pt x="212278" y="529495"/>
                    <a:pt x="234376" y="529495"/>
                  </a:cubicBezTo>
                  <a:cubicBezTo>
                    <a:pt x="256474" y="529495"/>
                    <a:pt x="274381" y="511588"/>
                    <a:pt x="274381" y="489490"/>
                  </a:cubicBezTo>
                  <a:cubicBezTo>
                    <a:pt x="274381" y="471678"/>
                    <a:pt x="262666" y="456819"/>
                    <a:pt x="246568" y="451580"/>
                  </a:cubicBezTo>
                  <a:lnTo>
                    <a:pt x="246568" y="425863"/>
                  </a:lnTo>
                  <a:cubicBezTo>
                    <a:pt x="297527" y="422053"/>
                    <a:pt x="341914" y="394621"/>
                    <a:pt x="368774" y="354425"/>
                  </a:cubicBezTo>
                  <a:lnTo>
                    <a:pt x="390205" y="367760"/>
                  </a:lnTo>
                  <a:cubicBezTo>
                    <a:pt x="386205" y="384524"/>
                    <a:pt x="393158" y="402717"/>
                    <a:pt x="408874" y="411766"/>
                  </a:cubicBezTo>
                  <a:cubicBezTo>
                    <a:pt x="415066" y="415290"/>
                    <a:pt x="421828" y="417100"/>
                    <a:pt x="428782" y="417100"/>
                  </a:cubicBezTo>
                  <a:cubicBezTo>
                    <a:pt x="432211" y="417100"/>
                    <a:pt x="435735" y="416624"/>
                    <a:pt x="439164" y="415671"/>
                  </a:cubicBezTo>
                  <a:cubicBezTo>
                    <a:pt x="449451" y="412909"/>
                    <a:pt x="458119" y="406337"/>
                    <a:pt x="463453" y="397002"/>
                  </a:cubicBezTo>
                  <a:cubicBezTo>
                    <a:pt x="474502" y="377952"/>
                    <a:pt x="467929" y="353378"/>
                    <a:pt x="448784" y="342424"/>
                  </a:cubicBezTo>
                  <a:close/>
                  <a:moveTo>
                    <a:pt x="421162" y="138398"/>
                  </a:moveTo>
                  <a:cubicBezTo>
                    <a:pt x="424876" y="136208"/>
                    <a:pt x="429258" y="135636"/>
                    <a:pt x="433449" y="136779"/>
                  </a:cubicBezTo>
                  <a:cubicBezTo>
                    <a:pt x="437640" y="137922"/>
                    <a:pt x="441069" y="140589"/>
                    <a:pt x="443260" y="144304"/>
                  </a:cubicBezTo>
                  <a:cubicBezTo>
                    <a:pt x="447736" y="152019"/>
                    <a:pt x="445069" y="161925"/>
                    <a:pt x="437354" y="166402"/>
                  </a:cubicBezTo>
                  <a:cubicBezTo>
                    <a:pt x="429639" y="170879"/>
                    <a:pt x="419733" y="168212"/>
                    <a:pt x="415256" y="160496"/>
                  </a:cubicBezTo>
                  <a:cubicBezTo>
                    <a:pt x="410779" y="152781"/>
                    <a:pt x="413446" y="142875"/>
                    <a:pt x="421162" y="138398"/>
                  </a:cubicBezTo>
                  <a:close/>
                  <a:moveTo>
                    <a:pt x="32161" y="166402"/>
                  </a:moveTo>
                  <a:cubicBezTo>
                    <a:pt x="24445" y="161925"/>
                    <a:pt x="21778" y="152019"/>
                    <a:pt x="26255" y="144304"/>
                  </a:cubicBezTo>
                  <a:cubicBezTo>
                    <a:pt x="28446" y="140589"/>
                    <a:pt x="31875" y="137922"/>
                    <a:pt x="36066" y="136779"/>
                  </a:cubicBezTo>
                  <a:cubicBezTo>
                    <a:pt x="37495" y="136398"/>
                    <a:pt x="38828" y="136208"/>
                    <a:pt x="40257" y="136208"/>
                  </a:cubicBezTo>
                  <a:cubicBezTo>
                    <a:pt x="43019" y="136208"/>
                    <a:pt x="45781" y="136970"/>
                    <a:pt x="48353" y="138398"/>
                  </a:cubicBezTo>
                  <a:cubicBezTo>
                    <a:pt x="56068" y="142875"/>
                    <a:pt x="58735" y="152781"/>
                    <a:pt x="54259" y="160496"/>
                  </a:cubicBezTo>
                  <a:cubicBezTo>
                    <a:pt x="49782" y="168212"/>
                    <a:pt x="39876" y="170879"/>
                    <a:pt x="32161" y="166402"/>
                  </a:cubicBezTo>
                  <a:close/>
                  <a:moveTo>
                    <a:pt x="48353" y="391001"/>
                  </a:moveTo>
                  <a:cubicBezTo>
                    <a:pt x="44638" y="393192"/>
                    <a:pt x="40257" y="393764"/>
                    <a:pt x="36066" y="392621"/>
                  </a:cubicBezTo>
                  <a:cubicBezTo>
                    <a:pt x="31875" y="391478"/>
                    <a:pt x="28446" y="388811"/>
                    <a:pt x="26255" y="385096"/>
                  </a:cubicBezTo>
                  <a:cubicBezTo>
                    <a:pt x="21778" y="377381"/>
                    <a:pt x="24445" y="367475"/>
                    <a:pt x="32161" y="362998"/>
                  </a:cubicBezTo>
                  <a:cubicBezTo>
                    <a:pt x="39876" y="358521"/>
                    <a:pt x="49782" y="361188"/>
                    <a:pt x="54259" y="368903"/>
                  </a:cubicBezTo>
                  <a:cubicBezTo>
                    <a:pt x="58735" y="376619"/>
                    <a:pt x="56068" y="386525"/>
                    <a:pt x="48353" y="391001"/>
                  </a:cubicBezTo>
                  <a:close/>
                  <a:moveTo>
                    <a:pt x="234757" y="23908"/>
                  </a:moveTo>
                  <a:cubicBezTo>
                    <a:pt x="243711" y="23908"/>
                    <a:pt x="250950" y="31147"/>
                    <a:pt x="250950" y="40100"/>
                  </a:cubicBezTo>
                  <a:cubicBezTo>
                    <a:pt x="250950" y="49054"/>
                    <a:pt x="243711" y="56293"/>
                    <a:pt x="234757" y="56293"/>
                  </a:cubicBezTo>
                  <a:cubicBezTo>
                    <a:pt x="225804" y="56293"/>
                    <a:pt x="218565" y="49054"/>
                    <a:pt x="218565" y="40100"/>
                  </a:cubicBezTo>
                  <a:cubicBezTo>
                    <a:pt x="218565" y="31147"/>
                    <a:pt x="225804" y="23908"/>
                    <a:pt x="234757" y="23908"/>
                  </a:cubicBezTo>
                  <a:close/>
                  <a:moveTo>
                    <a:pt x="234757" y="505492"/>
                  </a:moveTo>
                  <a:cubicBezTo>
                    <a:pt x="225804" y="505492"/>
                    <a:pt x="218565" y="498253"/>
                    <a:pt x="218565" y="489299"/>
                  </a:cubicBezTo>
                  <a:cubicBezTo>
                    <a:pt x="218565" y="480346"/>
                    <a:pt x="225804" y="473107"/>
                    <a:pt x="234757" y="473107"/>
                  </a:cubicBezTo>
                  <a:cubicBezTo>
                    <a:pt x="243711" y="473107"/>
                    <a:pt x="250950" y="480346"/>
                    <a:pt x="250950" y="489299"/>
                  </a:cubicBezTo>
                  <a:cubicBezTo>
                    <a:pt x="250950" y="498253"/>
                    <a:pt x="243711" y="505492"/>
                    <a:pt x="234757" y="505492"/>
                  </a:cubicBezTo>
                  <a:close/>
                  <a:moveTo>
                    <a:pt x="234757" y="402527"/>
                  </a:moveTo>
                  <a:cubicBezTo>
                    <a:pt x="158748" y="402527"/>
                    <a:pt x="96931" y="340709"/>
                    <a:pt x="96931" y="264700"/>
                  </a:cubicBezTo>
                  <a:cubicBezTo>
                    <a:pt x="96931" y="188690"/>
                    <a:pt x="158748" y="126873"/>
                    <a:pt x="234757" y="126873"/>
                  </a:cubicBezTo>
                  <a:cubicBezTo>
                    <a:pt x="310767" y="126873"/>
                    <a:pt x="372584" y="188690"/>
                    <a:pt x="372584" y="264700"/>
                  </a:cubicBezTo>
                  <a:cubicBezTo>
                    <a:pt x="372584" y="340709"/>
                    <a:pt x="310767" y="402527"/>
                    <a:pt x="234757" y="402527"/>
                  </a:cubicBezTo>
                  <a:close/>
                  <a:moveTo>
                    <a:pt x="443260" y="385096"/>
                  </a:moveTo>
                  <a:cubicBezTo>
                    <a:pt x="441069" y="388811"/>
                    <a:pt x="437640" y="391478"/>
                    <a:pt x="433449" y="392621"/>
                  </a:cubicBezTo>
                  <a:cubicBezTo>
                    <a:pt x="429258" y="393764"/>
                    <a:pt x="424876" y="393192"/>
                    <a:pt x="421162" y="391001"/>
                  </a:cubicBezTo>
                  <a:cubicBezTo>
                    <a:pt x="413446" y="386525"/>
                    <a:pt x="410779" y="376619"/>
                    <a:pt x="415256" y="368903"/>
                  </a:cubicBezTo>
                  <a:cubicBezTo>
                    <a:pt x="418209" y="363760"/>
                    <a:pt x="423733" y="360807"/>
                    <a:pt x="429258" y="360807"/>
                  </a:cubicBezTo>
                  <a:cubicBezTo>
                    <a:pt x="432020" y="360807"/>
                    <a:pt x="434782" y="361474"/>
                    <a:pt x="437354" y="362998"/>
                  </a:cubicBezTo>
                  <a:cubicBezTo>
                    <a:pt x="445069" y="367475"/>
                    <a:pt x="447736" y="377381"/>
                    <a:pt x="443260" y="38509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30" name="Google Shape;4530;p100"/>
            <p:cNvSpPr/>
            <p:nvPr/>
          </p:nvSpPr>
          <p:spPr>
            <a:xfrm>
              <a:off x="3307410" y="3370326"/>
              <a:ext cx="23812" cy="117157"/>
            </a:xfrm>
            <a:custGeom>
              <a:avLst/>
              <a:gdLst/>
              <a:ahLst/>
              <a:cxnLst/>
              <a:rect l="l" t="t" r="r" b="b"/>
              <a:pathLst>
                <a:path w="23812" h="117157" extrusionOk="0">
                  <a:moveTo>
                    <a:pt x="23813" y="105251"/>
                  </a:moveTo>
                  <a:lnTo>
                    <a:pt x="23813" y="11906"/>
                  </a:lnTo>
                  <a:cubicBezTo>
                    <a:pt x="23813" y="5334"/>
                    <a:pt x="18479" y="0"/>
                    <a:pt x="11906" y="0"/>
                  </a:cubicBezTo>
                  <a:cubicBezTo>
                    <a:pt x="5334" y="0"/>
                    <a:pt x="0" y="5334"/>
                    <a:pt x="0" y="11906"/>
                  </a:cubicBezTo>
                  <a:lnTo>
                    <a:pt x="0" y="105251"/>
                  </a:lnTo>
                  <a:cubicBezTo>
                    <a:pt x="0" y="111824"/>
                    <a:pt x="5334" y="117157"/>
                    <a:pt x="11906" y="117157"/>
                  </a:cubicBezTo>
                  <a:cubicBezTo>
                    <a:pt x="18479" y="117157"/>
                    <a:pt x="23813" y="111824"/>
                    <a:pt x="23813" y="10525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31" name="Google Shape;4531;p100"/>
            <p:cNvSpPr/>
            <p:nvPr/>
          </p:nvSpPr>
          <p:spPr>
            <a:xfrm>
              <a:off x="3696411" y="3371183"/>
              <a:ext cx="23812" cy="116205"/>
            </a:xfrm>
            <a:custGeom>
              <a:avLst/>
              <a:gdLst/>
              <a:ahLst/>
              <a:cxnLst/>
              <a:rect l="l" t="t" r="r" b="b"/>
              <a:pathLst>
                <a:path w="23812" h="116205" extrusionOk="0">
                  <a:moveTo>
                    <a:pt x="0" y="11906"/>
                  </a:moveTo>
                  <a:lnTo>
                    <a:pt x="0" y="104299"/>
                  </a:lnTo>
                  <a:cubicBezTo>
                    <a:pt x="0" y="110871"/>
                    <a:pt x="5334" y="116205"/>
                    <a:pt x="11906" y="116205"/>
                  </a:cubicBezTo>
                  <a:cubicBezTo>
                    <a:pt x="18479" y="116205"/>
                    <a:pt x="23813" y="110871"/>
                    <a:pt x="23813" y="104299"/>
                  </a:cubicBezTo>
                  <a:lnTo>
                    <a:pt x="23813" y="11906"/>
                  </a:lnTo>
                  <a:cubicBezTo>
                    <a:pt x="23813" y="5334"/>
                    <a:pt x="18479" y="0"/>
                    <a:pt x="11906" y="0"/>
                  </a:cubicBezTo>
                  <a:cubicBezTo>
                    <a:pt x="5334" y="0"/>
                    <a:pt x="0" y="5334"/>
                    <a:pt x="0"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32" name="Google Shape;4532;p100"/>
            <p:cNvSpPr/>
            <p:nvPr/>
          </p:nvSpPr>
          <p:spPr>
            <a:xfrm>
              <a:off x="3364277" y="3562300"/>
              <a:ext cx="104006" cy="70153"/>
            </a:xfrm>
            <a:custGeom>
              <a:avLst/>
              <a:gdLst/>
              <a:ahLst/>
              <a:cxnLst/>
              <a:rect l="l" t="t" r="r" b="b"/>
              <a:pathLst>
                <a:path w="104006" h="70153" extrusionOk="0">
                  <a:moveTo>
                    <a:pt x="98104" y="47865"/>
                  </a:moveTo>
                  <a:lnTo>
                    <a:pt x="17904" y="1574"/>
                  </a:lnTo>
                  <a:cubicBezTo>
                    <a:pt x="12189" y="-1665"/>
                    <a:pt x="4950" y="240"/>
                    <a:pt x="1616" y="5955"/>
                  </a:cubicBezTo>
                  <a:cubicBezTo>
                    <a:pt x="-1718" y="11670"/>
                    <a:pt x="283" y="18909"/>
                    <a:pt x="5998" y="22243"/>
                  </a:cubicBezTo>
                  <a:lnTo>
                    <a:pt x="86198" y="68534"/>
                  </a:lnTo>
                  <a:cubicBezTo>
                    <a:pt x="88103" y="69582"/>
                    <a:pt x="90103" y="70154"/>
                    <a:pt x="92103" y="70154"/>
                  </a:cubicBezTo>
                  <a:cubicBezTo>
                    <a:pt x="96199" y="70154"/>
                    <a:pt x="100200" y="68058"/>
                    <a:pt x="102390" y="64248"/>
                  </a:cubicBezTo>
                  <a:cubicBezTo>
                    <a:pt x="105724" y="58533"/>
                    <a:pt x="103724" y="51294"/>
                    <a:pt x="98009" y="4796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33" name="Google Shape;4533;p100"/>
            <p:cNvSpPr/>
            <p:nvPr/>
          </p:nvSpPr>
          <p:spPr>
            <a:xfrm>
              <a:off x="3559540" y="3225834"/>
              <a:ext cx="103911" cy="70005"/>
            </a:xfrm>
            <a:custGeom>
              <a:avLst/>
              <a:gdLst/>
              <a:ahLst/>
              <a:cxnLst/>
              <a:rect l="l" t="t" r="r" b="b"/>
              <a:pathLst>
                <a:path w="103911" h="70005" extrusionOk="0">
                  <a:moveTo>
                    <a:pt x="6093" y="22190"/>
                  </a:moveTo>
                  <a:lnTo>
                    <a:pt x="86103" y="68386"/>
                  </a:lnTo>
                  <a:cubicBezTo>
                    <a:pt x="88008" y="69434"/>
                    <a:pt x="90008" y="70006"/>
                    <a:pt x="92008" y="70006"/>
                  </a:cubicBezTo>
                  <a:cubicBezTo>
                    <a:pt x="96104" y="70006"/>
                    <a:pt x="100105" y="67910"/>
                    <a:pt x="102295" y="64100"/>
                  </a:cubicBezTo>
                  <a:cubicBezTo>
                    <a:pt x="105629" y="58385"/>
                    <a:pt x="103629" y="51146"/>
                    <a:pt x="97914" y="47812"/>
                  </a:cubicBezTo>
                  <a:lnTo>
                    <a:pt x="17904" y="1616"/>
                  </a:lnTo>
                  <a:cubicBezTo>
                    <a:pt x="12189" y="-1718"/>
                    <a:pt x="4950" y="283"/>
                    <a:pt x="1616" y="5998"/>
                  </a:cubicBezTo>
                  <a:cubicBezTo>
                    <a:pt x="-1718" y="11713"/>
                    <a:pt x="283" y="18952"/>
                    <a:pt x="5998" y="2228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34" name="Google Shape;4534;p100"/>
            <p:cNvSpPr/>
            <p:nvPr/>
          </p:nvSpPr>
          <p:spPr>
            <a:xfrm>
              <a:off x="3559201" y="3562395"/>
              <a:ext cx="103636" cy="69963"/>
            </a:xfrm>
            <a:custGeom>
              <a:avLst/>
              <a:gdLst/>
              <a:ahLst/>
              <a:cxnLst/>
              <a:rect l="l" t="t" r="r" b="b"/>
              <a:pathLst>
                <a:path w="103636" h="69963" extrusionOk="0">
                  <a:moveTo>
                    <a:pt x="85870" y="1669"/>
                  </a:moveTo>
                  <a:lnTo>
                    <a:pt x="5955" y="47770"/>
                  </a:lnTo>
                  <a:cubicBezTo>
                    <a:pt x="240" y="51104"/>
                    <a:pt x="-1665" y="58343"/>
                    <a:pt x="1574" y="64058"/>
                  </a:cubicBezTo>
                  <a:cubicBezTo>
                    <a:pt x="3764" y="67868"/>
                    <a:pt x="7765" y="69963"/>
                    <a:pt x="11861" y="69963"/>
                  </a:cubicBezTo>
                  <a:cubicBezTo>
                    <a:pt x="13861" y="69963"/>
                    <a:pt x="15956" y="69487"/>
                    <a:pt x="17766" y="68344"/>
                  </a:cubicBezTo>
                  <a:lnTo>
                    <a:pt x="97681" y="22243"/>
                  </a:lnTo>
                  <a:cubicBezTo>
                    <a:pt x="103396" y="18909"/>
                    <a:pt x="105301" y="11670"/>
                    <a:pt x="102062" y="5955"/>
                  </a:cubicBezTo>
                  <a:cubicBezTo>
                    <a:pt x="98729" y="240"/>
                    <a:pt x="91490" y="-1665"/>
                    <a:pt x="85775" y="1574"/>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35" name="Google Shape;4535;p100"/>
            <p:cNvSpPr/>
            <p:nvPr/>
          </p:nvSpPr>
          <p:spPr>
            <a:xfrm>
              <a:off x="3364320" y="3225782"/>
              <a:ext cx="103636" cy="69963"/>
            </a:xfrm>
            <a:custGeom>
              <a:avLst/>
              <a:gdLst/>
              <a:ahLst/>
              <a:cxnLst/>
              <a:rect l="l" t="t" r="r" b="b"/>
              <a:pathLst>
                <a:path w="103636" h="69963" extrusionOk="0">
                  <a:moveTo>
                    <a:pt x="11956" y="69963"/>
                  </a:moveTo>
                  <a:cubicBezTo>
                    <a:pt x="13956" y="69963"/>
                    <a:pt x="16052" y="69487"/>
                    <a:pt x="17861" y="68344"/>
                  </a:cubicBezTo>
                  <a:lnTo>
                    <a:pt x="97681" y="22243"/>
                  </a:lnTo>
                  <a:cubicBezTo>
                    <a:pt x="103396" y="18909"/>
                    <a:pt x="105301" y="11670"/>
                    <a:pt x="102062" y="5955"/>
                  </a:cubicBezTo>
                  <a:cubicBezTo>
                    <a:pt x="98824" y="240"/>
                    <a:pt x="91490" y="-1665"/>
                    <a:pt x="85775" y="1574"/>
                  </a:cubicBezTo>
                  <a:lnTo>
                    <a:pt x="5955" y="47675"/>
                  </a:lnTo>
                  <a:cubicBezTo>
                    <a:pt x="240" y="51008"/>
                    <a:pt x="-1665" y="58247"/>
                    <a:pt x="1574" y="63962"/>
                  </a:cubicBezTo>
                  <a:cubicBezTo>
                    <a:pt x="3764" y="67772"/>
                    <a:pt x="7765" y="69868"/>
                    <a:pt x="11861" y="69868"/>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536" name="Google Shape;4536;p100"/>
          <p:cNvGrpSpPr/>
          <p:nvPr/>
        </p:nvGrpSpPr>
        <p:grpSpPr>
          <a:xfrm>
            <a:off x="2035908" y="3377457"/>
            <a:ext cx="296019" cy="190524"/>
            <a:chOff x="4077345" y="3024007"/>
            <a:chExt cx="394692" cy="254032"/>
          </a:xfrm>
        </p:grpSpPr>
        <p:grpSp>
          <p:nvGrpSpPr>
            <p:cNvPr id="4537" name="Google Shape;4537;p100"/>
            <p:cNvGrpSpPr/>
            <p:nvPr/>
          </p:nvGrpSpPr>
          <p:grpSpPr>
            <a:xfrm>
              <a:off x="4077345" y="3024007"/>
              <a:ext cx="394692" cy="254032"/>
              <a:chOff x="5886727" y="2006743"/>
              <a:chExt cx="526256" cy="338709"/>
            </a:xfrm>
          </p:grpSpPr>
          <p:sp>
            <p:nvSpPr>
              <p:cNvPr id="4538" name="Google Shape;4538;p100"/>
              <p:cNvSpPr/>
              <p:nvPr/>
            </p:nvSpPr>
            <p:spPr>
              <a:xfrm>
                <a:off x="6338689" y="2006743"/>
                <a:ext cx="74294" cy="74294"/>
              </a:xfrm>
              <a:custGeom>
                <a:avLst/>
                <a:gdLst/>
                <a:ahLst/>
                <a:cxnLst/>
                <a:rect l="l" t="t" r="r" b="b"/>
                <a:pathLst>
                  <a:path w="74294" h="74294" extrusionOk="0">
                    <a:moveTo>
                      <a:pt x="37147" y="74295"/>
                    </a:moveTo>
                    <a:cubicBezTo>
                      <a:pt x="57626" y="74295"/>
                      <a:pt x="74295" y="57626"/>
                      <a:pt x="74295" y="37147"/>
                    </a:cubicBezTo>
                    <a:cubicBezTo>
                      <a:pt x="74295" y="16669"/>
                      <a:pt x="57626" y="0"/>
                      <a:pt x="37147" y="0"/>
                    </a:cubicBezTo>
                    <a:cubicBezTo>
                      <a:pt x="16669" y="0"/>
                      <a:pt x="0" y="16669"/>
                      <a:pt x="0" y="37147"/>
                    </a:cubicBezTo>
                    <a:cubicBezTo>
                      <a:pt x="0" y="57626"/>
                      <a:pt x="16669" y="74295"/>
                      <a:pt x="37147" y="74295"/>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39" name="Google Shape;4539;p100"/>
              <p:cNvSpPr/>
              <p:nvPr/>
            </p:nvSpPr>
            <p:spPr>
              <a:xfrm>
                <a:off x="5957593" y="2124853"/>
                <a:ext cx="48958" cy="23812"/>
              </a:xfrm>
              <a:custGeom>
                <a:avLst/>
                <a:gdLst/>
                <a:ahLst/>
                <a:cxnLst/>
                <a:rect l="l" t="t" r="r" b="b"/>
                <a:pathLst>
                  <a:path w="48958" h="23812" extrusionOk="0">
                    <a:moveTo>
                      <a:pt x="11906" y="23813"/>
                    </a:moveTo>
                    <a:lnTo>
                      <a:pt x="37052" y="23813"/>
                    </a:lnTo>
                    <a:cubicBezTo>
                      <a:pt x="43625" y="23813"/>
                      <a:pt x="48959" y="18479"/>
                      <a:pt x="48959" y="11906"/>
                    </a:cubicBezTo>
                    <a:cubicBezTo>
                      <a:pt x="48959" y="5334"/>
                      <a:pt x="43625" y="0"/>
                      <a:pt x="37052"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40" name="Google Shape;4540;p100"/>
              <p:cNvSpPr/>
              <p:nvPr/>
            </p:nvSpPr>
            <p:spPr>
              <a:xfrm>
                <a:off x="6032460" y="2124853"/>
                <a:ext cx="79057" cy="23812"/>
              </a:xfrm>
              <a:custGeom>
                <a:avLst/>
                <a:gdLst/>
                <a:ahLst/>
                <a:cxnLst/>
                <a:rect l="l" t="t" r="r" b="b"/>
                <a:pathLst>
                  <a:path w="79057" h="23812" extrusionOk="0">
                    <a:moveTo>
                      <a:pt x="11906" y="23813"/>
                    </a:moveTo>
                    <a:lnTo>
                      <a:pt x="67151" y="23813"/>
                    </a:lnTo>
                    <a:cubicBezTo>
                      <a:pt x="73724" y="23813"/>
                      <a:pt x="79058" y="18479"/>
                      <a:pt x="79058" y="11906"/>
                    </a:cubicBezTo>
                    <a:cubicBezTo>
                      <a:pt x="79058" y="5334"/>
                      <a:pt x="73724" y="0"/>
                      <a:pt x="67151"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41" name="Google Shape;4541;p100"/>
              <p:cNvSpPr/>
              <p:nvPr/>
            </p:nvSpPr>
            <p:spPr>
              <a:xfrm>
                <a:off x="6137044" y="2124853"/>
                <a:ext cx="69246" cy="23812"/>
              </a:xfrm>
              <a:custGeom>
                <a:avLst/>
                <a:gdLst/>
                <a:ahLst/>
                <a:cxnLst/>
                <a:rect l="l" t="t" r="r" b="b"/>
                <a:pathLst>
                  <a:path w="69246" h="23812" extrusionOk="0">
                    <a:moveTo>
                      <a:pt x="11906" y="23813"/>
                    </a:moveTo>
                    <a:lnTo>
                      <a:pt x="57340" y="23813"/>
                    </a:lnTo>
                    <a:cubicBezTo>
                      <a:pt x="63913" y="23813"/>
                      <a:pt x="69247" y="18479"/>
                      <a:pt x="69247" y="11906"/>
                    </a:cubicBezTo>
                    <a:cubicBezTo>
                      <a:pt x="69247" y="5334"/>
                      <a:pt x="63913" y="0"/>
                      <a:pt x="57340"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42" name="Google Shape;4542;p100"/>
              <p:cNvSpPr/>
              <p:nvPr/>
            </p:nvSpPr>
            <p:spPr>
              <a:xfrm>
                <a:off x="5886727" y="2168192"/>
                <a:ext cx="44767" cy="23812"/>
              </a:xfrm>
              <a:custGeom>
                <a:avLst/>
                <a:gdLst/>
                <a:ahLst/>
                <a:cxnLst/>
                <a:rect l="l" t="t" r="r" b="b"/>
                <a:pathLst>
                  <a:path w="44767" h="23812" extrusionOk="0">
                    <a:moveTo>
                      <a:pt x="32861" y="0"/>
                    </a:moveTo>
                    <a:lnTo>
                      <a:pt x="11906" y="0"/>
                    </a:lnTo>
                    <a:cubicBezTo>
                      <a:pt x="5334" y="0"/>
                      <a:pt x="0" y="5334"/>
                      <a:pt x="0" y="11906"/>
                    </a:cubicBezTo>
                    <a:cubicBezTo>
                      <a:pt x="0" y="18479"/>
                      <a:pt x="5334" y="23813"/>
                      <a:pt x="11906" y="23813"/>
                    </a:cubicBezTo>
                    <a:lnTo>
                      <a:pt x="32861" y="23813"/>
                    </a:lnTo>
                    <a:cubicBezTo>
                      <a:pt x="39434" y="23813"/>
                      <a:pt x="44768" y="18479"/>
                      <a:pt x="44768" y="11906"/>
                    </a:cubicBezTo>
                    <a:cubicBezTo>
                      <a:pt x="44768" y="5334"/>
                      <a:pt x="39434" y="0"/>
                      <a:pt x="32861"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43" name="Google Shape;4543;p100"/>
              <p:cNvSpPr/>
              <p:nvPr/>
            </p:nvSpPr>
            <p:spPr>
              <a:xfrm>
                <a:off x="5957593" y="2168192"/>
                <a:ext cx="165449" cy="23812"/>
              </a:xfrm>
              <a:custGeom>
                <a:avLst/>
                <a:gdLst/>
                <a:ahLst/>
                <a:cxnLst/>
                <a:rect l="l" t="t" r="r" b="b"/>
                <a:pathLst>
                  <a:path w="165449" h="23812" extrusionOk="0">
                    <a:moveTo>
                      <a:pt x="11906" y="23813"/>
                    </a:moveTo>
                    <a:lnTo>
                      <a:pt x="153543" y="23813"/>
                    </a:lnTo>
                    <a:cubicBezTo>
                      <a:pt x="160115" y="23813"/>
                      <a:pt x="165449" y="18479"/>
                      <a:pt x="165449" y="11906"/>
                    </a:cubicBezTo>
                    <a:cubicBezTo>
                      <a:pt x="165449" y="5334"/>
                      <a:pt x="160115" y="0"/>
                      <a:pt x="153543" y="0"/>
                    </a:cubicBezTo>
                    <a:lnTo>
                      <a:pt x="11906" y="0"/>
                    </a:lnTo>
                    <a:cubicBezTo>
                      <a:pt x="5334" y="0"/>
                      <a:pt x="0" y="5334"/>
                      <a:pt x="0" y="11906"/>
                    </a:cubicBezTo>
                    <a:cubicBezTo>
                      <a:pt x="0" y="18479"/>
                      <a:pt x="5334" y="23813"/>
                      <a:pt x="11906" y="23813"/>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44" name="Google Shape;4544;p100"/>
              <p:cNvSpPr/>
              <p:nvPr/>
            </p:nvSpPr>
            <p:spPr>
              <a:xfrm>
                <a:off x="6148665" y="2168220"/>
                <a:ext cx="23812" cy="23784"/>
              </a:xfrm>
              <a:custGeom>
                <a:avLst/>
                <a:gdLst/>
                <a:ahLst/>
                <a:cxnLst/>
                <a:rect l="l" t="t" r="r" b="b"/>
                <a:pathLst>
                  <a:path w="23812" h="23784" extrusionOk="0">
                    <a:moveTo>
                      <a:pt x="21812" y="5306"/>
                    </a:moveTo>
                    <a:cubicBezTo>
                      <a:pt x="21336" y="4639"/>
                      <a:pt x="20860" y="3972"/>
                      <a:pt x="20288" y="3496"/>
                    </a:cubicBezTo>
                    <a:cubicBezTo>
                      <a:pt x="17526" y="734"/>
                      <a:pt x="13430" y="-600"/>
                      <a:pt x="9620" y="258"/>
                    </a:cubicBezTo>
                    <a:cubicBezTo>
                      <a:pt x="8858" y="258"/>
                      <a:pt x="8096" y="639"/>
                      <a:pt x="7334" y="924"/>
                    </a:cubicBezTo>
                    <a:cubicBezTo>
                      <a:pt x="6668" y="1210"/>
                      <a:pt x="6001" y="1591"/>
                      <a:pt x="5334" y="1972"/>
                    </a:cubicBezTo>
                    <a:cubicBezTo>
                      <a:pt x="4667" y="2448"/>
                      <a:pt x="4096" y="2925"/>
                      <a:pt x="3524" y="3496"/>
                    </a:cubicBezTo>
                    <a:cubicBezTo>
                      <a:pt x="2953" y="3972"/>
                      <a:pt x="2476" y="4639"/>
                      <a:pt x="2000" y="5306"/>
                    </a:cubicBezTo>
                    <a:cubicBezTo>
                      <a:pt x="1619" y="5877"/>
                      <a:pt x="1238" y="6639"/>
                      <a:pt x="952" y="7306"/>
                    </a:cubicBezTo>
                    <a:cubicBezTo>
                      <a:pt x="572" y="8068"/>
                      <a:pt x="381" y="8830"/>
                      <a:pt x="191" y="9592"/>
                    </a:cubicBezTo>
                    <a:cubicBezTo>
                      <a:pt x="95" y="10354"/>
                      <a:pt x="0" y="11116"/>
                      <a:pt x="0" y="11878"/>
                    </a:cubicBezTo>
                    <a:cubicBezTo>
                      <a:pt x="0" y="15021"/>
                      <a:pt x="1238" y="18069"/>
                      <a:pt x="3524" y="20260"/>
                    </a:cubicBezTo>
                    <a:cubicBezTo>
                      <a:pt x="4096" y="20832"/>
                      <a:pt x="4667" y="21308"/>
                      <a:pt x="5334" y="21784"/>
                    </a:cubicBezTo>
                    <a:cubicBezTo>
                      <a:pt x="6001" y="22165"/>
                      <a:pt x="6668" y="22546"/>
                      <a:pt x="7334" y="22832"/>
                    </a:cubicBezTo>
                    <a:cubicBezTo>
                      <a:pt x="8096" y="23118"/>
                      <a:pt x="8858" y="23403"/>
                      <a:pt x="9620" y="23499"/>
                    </a:cubicBezTo>
                    <a:cubicBezTo>
                      <a:pt x="10382" y="23689"/>
                      <a:pt x="11144" y="23784"/>
                      <a:pt x="11906" y="23784"/>
                    </a:cubicBezTo>
                    <a:cubicBezTo>
                      <a:pt x="15050" y="23784"/>
                      <a:pt x="18098" y="22546"/>
                      <a:pt x="20288" y="20260"/>
                    </a:cubicBezTo>
                    <a:cubicBezTo>
                      <a:pt x="22574" y="18069"/>
                      <a:pt x="23813" y="15021"/>
                      <a:pt x="23813" y="11878"/>
                    </a:cubicBezTo>
                    <a:cubicBezTo>
                      <a:pt x="23813" y="11116"/>
                      <a:pt x="23717" y="10354"/>
                      <a:pt x="23622" y="9592"/>
                    </a:cubicBezTo>
                    <a:cubicBezTo>
                      <a:pt x="23431" y="8830"/>
                      <a:pt x="23241" y="8068"/>
                      <a:pt x="22955" y="7306"/>
                    </a:cubicBezTo>
                    <a:cubicBezTo>
                      <a:pt x="22574" y="6639"/>
                      <a:pt x="22193" y="5877"/>
                      <a:pt x="21812" y="53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45" name="Google Shape;4545;p100"/>
              <p:cNvSpPr/>
              <p:nvPr/>
            </p:nvSpPr>
            <p:spPr>
              <a:xfrm>
                <a:off x="5949878" y="2213245"/>
                <a:ext cx="112871" cy="23812"/>
              </a:xfrm>
              <a:custGeom>
                <a:avLst/>
                <a:gdLst/>
                <a:ahLst/>
                <a:cxnLst/>
                <a:rect l="l" t="t" r="r" b="b"/>
                <a:pathLst>
                  <a:path w="112871" h="23812" extrusionOk="0">
                    <a:moveTo>
                      <a:pt x="100965" y="0"/>
                    </a:moveTo>
                    <a:lnTo>
                      <a:pt x="11906" y="0"/>
                    </a:lnTo>
                    <a:cubicBezTo>
                      <a:pt x="5334" y="0"/>
                      <a:pt x="0" y="5334"/>
                      <a:pt x="0" y="11906"/>
                    </a:cubicBezTo>
                    <a:cubicBezTo>
                      <a:pt x="0" y="18478"/>
                      <a:pt x="5334" y="23813"/>
                      <a:pt x="11906" y="23813"/>
                    </a:cubicBezTo>
                    <a:lnTo>
                      <a:pt x="100965" y="23813"/>
                    </a:lnTo>
                    <a:cubicBezTo>
                      <a:pt x="107537" y="23813"/>
                      <a:pt x="112871" y="18478"/>
                      <a:pt x="112871" y="11906"/>
                    </a:cubicBezTo>
                    <a:cubicBezTo>
                      <a:pt x="112871" y="5334"/>
                      <a:pt x="107537" y="0"/>
                      <a:pt x="100965"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46" name="Google Shape;4546;p100"/>
              <p:cNvSpPr/>
              <p:nvPr/>
            </p:nvSpPr>
            <p:spPr>
              <a:xfrm>
                <a:off x="6080942" y="2213245"/>
                <a:ext cx="143351" cy="23812"/>
              </a:xfrm>
              <a:custGeom>
                <a:avLst/>
                <a:gdLst/>
                <a:ahLst/>
                <a:cxnLst/>
                <a:rect l="l" t="t" r="r" b="b"/>
                <a:pathLst>
                  <a:path w="143351" h="23812" extrusionOk="0">
                    <a:moveTo>
                      <a:pt x="143351" y="11906"/>
                    </a:moveTo>
                    <a:cubicBezTo>
                      <a:pt x="143351" y="5334"/>
                      <a:pt x="138017" y="0"/>
                      <a:pt x="131445" y="0"/>
                    </a:cubicBezTo>
                    <a:lnTo>
                      <a:pt x="11906" y="0"/>
                    </a:lnTo>
                    <a:cubicBezTo>
                      <a:pt x="5334" y="0"/>
                      <a:pt x="0" y="5334"/>
                      <a:pt x="0" y="11906"/>
                    </a:cubicBezTo>
                    <a:cubicBezTo>
                      <a:pt x="0" y="18478"/>
                      <a:pt x="5334" y="23813"/>
                      <a:pt x="11906" y="23813"/>
                    </a:cubicBezTo>
                    <a:lnTo>
                      <a:pt x="131445" y="23813"/>
                    </a:lnTo>
                    <a:cubicBezTo>
                      <a:pt x="138017" y="23813"/>
                      <a:pt x="143351" y="18478"/>
                      <a:pt x="143351" y="119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47" name="Google Shape;4547;p100"/>
              <p:cNvSpPr/>
              <p:nvPr/>
            </p:nvSpPr>
            <p:spPr>
              <a:xfrm>
                <a:off x="6249820" y="2006838"/>
                <a:ext cx="74294" cy="74295"/>
              </a:xfrm>
              <a:custGeom>
                <a:avLst/>
                <a:gdLst/>
                <a:ahLst/>
                <a:cxnLst/>
                <a:rect l="l" t="t" r="r" b="b"/>
                <a:pathLst>
                  <a:path w="74294" h="74295" extrusionOk="0">
                    <a:moveTo>
                      <a:pt x="37148" y="0"/>
                    </a:moveTo>
                    <a:cubicBezTo>
                      <a:pt x="16669" y="0"/>
                      <a:pt x="0" y="16669"/>
                      <a:pt x="0" y="37148"/>
                    </a:cubicBezTo>
                    <a:cubicBezTo>
                      <a:pt x="0" y="57626"/>
                      <a:pt x="16669" y="74295"/>
                      <a:pt x="37148" y="74295"/>
                    </a:cubicBezTo>
                    <a:cubicBezTo>
                      <a:pt x="57626" y="74295"/>
                      <a:pt x="74295" y="57626"/>
                      <a:pt x="74295" y="37148"/>
                    </a:cubicBezTo>
                    <a:cubicBezTo>
                      <a:pt x="74295" y="16669"/>
                      <a:pt x="57626" y="0"/>
                      <a:pt x="3714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48" name="Google Shape;4548;p100"/>
              <p:cNvSpPr/>
              <p:nvPr/>
            </p:nvSpPr>
            <p:spPr>
              <a:xfrm>
                <a:off x="6160762" y="2006838"/>
                <a:ext cx="74294" cy="74295"/>
              </a:xfrm>
              <a:custGeom>
                <a:avLst/>
                <a:gdLst/>
                <a:ahLst/>
                <a:cxnLst/>
                <a:rect l="l" t="t" r="r" b="b"/>
                <a:pathLst>
                  <a:path w="74294" h="74295" extrusionOk="0">
                    <a:moveTo>
                      <a:pt x="37147" y="0"/>
                    </a:moveTo>
                    <a:cubicBezTo>
                      <a:pt x="16669" y="0"/>
                      <a:pt x="0" y="16669"/>
                      <a:pt x="0" y="37148"/>
                    </a:cubicBezTo>
                    <a:cubicBezTo>
                      <a:pt x="0" y="57626"/>
                      <a:pt x="16669" y="74295"/>
                      <a:pt x="37147" y="74295"/>
                    </a:cubicBezTo>
                    <a:cubicBezTo>
                      <a:pt x="57626" y="74295"/>
                      <a:pt x="74295" y="57626"/>
                      <a:pt x="74295" y="37148"/>
                    </a:cubicBezTo>
                    <a:cubicBezTo>
                      <a:pt x="74295" y="16669"/>
                      <a:pt x="57626" y="0"/>
                      <a:pt x="3714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49" name="Google Shape;4549;p100"/>
              <p:cNvSpPr/>
              <p:nvPr/>
            </p:nvSpPr>
            <p:spPr>
              <a:xfrm>
                <a:off x="6338689" y="2271157"/>
                <a:ext cx="74294" cy="74295"/>
              </a:xfrm>
              <a:custGeom>
                <a:avLst/>
                <a:gdLst/>
                <a:ahLst/>
                <a:cxnLst/>
                <a:rect l="l" t="t" r="r" b="b"/>
                <a:pathLst>
                  <a:path w="74294" h="74295" extrusionOk="0">
                    <a:moveTo>
                      <a:pt x="37147" y="0"/>
                    </a:moveTo>
                    <a:cubicBezTo>
                      <a:pt x="16669" y="0"/>
                      <a:pt x="0" y="16669"/>
                      <a:pt x="0" y="37148"/>
                    </a:cubicBezTo>
                    <a:cubicBezTo>
                      <a:pt x="0" y="57626"/>
                      <a:pt x="16669" y="74295"/>
                      <a:pt x="37147" y="74295"/>
                    </a:cubicBezTo>
                    <a:cubicBezTo>
                      <a:pt x="57626" y="74295"/>
                      <a:pt x="74295" y="57626"/>
                      <a:pt x="74295" y="37148"/>
                    </a:cubicBezTo>
                    <a:cubicBezTo>
                      <a:pt x="74295" y="16669"/>
                      <a:pt x="57626" y="0"/>
                      <a:pt x="3714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50" name="Google Shape;4550;p100"/>
              <p:cNvSpPr/>
              <p:nvPr/>
            </p:nvSpPr>
            <p:spPr>
              <a:xfrm>
                <a:off x="6160762" y="2271157"/>
                <a:ext cx="74294" cy="74295"/>
              </a:xfrm>
              <a:custGeom>
                <a:avLst/>
                <a:gdLst/>
                <a:ahLst/>
                <a:cxnLst/>
                <a:rect l="l" t="t" r="r" b="b"/>
                <a:pathLst>
                  <a:path w="74294" h="74295" extrusionOk="0">
                    <a:moveTo>
                      <a:pt x="37147" y="0"/>
                    </a:moveTo>
                    <a:cubicBezTo>
                      <a:pt x="16669" y="0"/>
                      <a:pt x="0" y="16669"/>
                      <a:pt x="0" y="37148"/>
                    </a:cubicBezTo>
                    <a:cubicBezTo>
                      <a:pt x="0" y="57626"/>
                      <a:pt x="16669" y="74295"/>
                      <a:pt x="37147" y="74295"/>
                    </a:cubicBezTo>
                    <a:cubicBezTo>
                      <a:pt x="57626" y="74295"/>
                      <a:pt x="74295" y="57626"/>
                      <a:pt x="74295" y="37148"/>
                    </a:cubicBezTo>
                    <a:cubicBezTo>
                      <a:pt x="74295" y="16669"/>
                      <a:pt x="57626" y="0"/>
                      <a:pt x="3714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51" name="Google Shape;4551;p100"/>
              <p:cNvSpPr/>
              <p:nvPr/>
            </p:nvSpPr>
            <p:spPr>
              <a:xfrm>
                <a:off x="6338689" y="2183051"/>
                <a:ext cx="74294" cy="74295"/>
              </a:xfrm>
              <a:custGeom>
                <a:avLst/>
                <a:gdLst/>
                <a:ahLst/>
                <a:cxnLst/>
                <a:rect l="l" t="t" r="r" b="b"/>
                <a:pathLst>
                  <a:path w="74294" h="74295" extrusionOk="0">
                    <a:moveTo>
                      <a:pt x="37147" y="0"/>
                    </a:moveTo>
                    <a:cubicBezTo>
                      <a:pt x="16669" y="0"/>
                      <a:pt x="0" y="16669"/>
                      <a:pt x="0" y="37148"/>
                    </a:cubicBezTo>
                    <a:cubicBezTo>
                      <a:pt x="0" y="57626"/>
                      <a:pt x="16669" y="74295"/>
                      <a:pt x="37147" y="74295"/>
                    </a:cubicBezTo>
                    <a:cubicBezTo>
                      <a:pt x="57626" y="74295"/>
                      <a:pt x="74295" y="57626"/>
                      <a:pt x="74295" y="37148"/>
                    </a:cubicBezTo>
                    <a:cubicBezTo>
                      <a:pt x="74295" y="16669"/>
                      <a:pt x="57626" y="0"/>
                      <a:pt x="3714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52" name="Google Shape;4552;p100"/>
              <p:cNvSpPr/>
              <p:nvPr/>
            </p:nvSpPr>
            <p:spPr>
              <a:xfrm>
                <a:off x="6340403" y="2097612"/>
                <a:ext cx="69722" cy="69722"/>
              </a:xfrm>
              <a:custGeom>
                <a:avLst/>
                <a:gdLst/>
                <a:ahLst/>
                <a:cxnLst/>
                <a:rect l="l" t="t" r="r" b="b"/>
                <a:pathLst>
                  <a:path w="69722" h="69722" extrusionOk="0">
                    <a:moveTo>
                      <a:pt x="34862" y="0"/>
                    </a:moveTo>
                    <a:cubicBezTo>
                      <a:pt x="15621" y="0"/>
                      <a:pt x="0" y="15621"/>
                      <a:pt x="0" y="34862"/>
                    </a:cubicBezTo>
                    <a:cubicBezTo>
                      <a:pt x="0" y="54102"/>
                      <a:pt x="15621" y="69723"/>
                      <a:pt x="34862" y="69723"/>
                    </a:cubicBezTo>
                    <a:cubicBezTo>
                      <a:pt x="54102" y="69723"/>
                      <a:pt x="69723" y="54102"/>
                      <a:pt x="69723" y="34862"/>
                    </a:cubicBezTo>
                    <a:cubicBezTo>
                      <a:pt x="69723" y="15621"/>
                      <a:pt x="54102" y="0"/>
                      <a:pt x="34862" y="0"/>
                    </a:cubicBezTo>
                    <a:close/>
                    <a:moveTo>
                      <a:pt x="34862" y="45910"/>
                    </a:moveTo>
                    <a:cubicBezTo>
                      <a:pt x="28766" y="45910"/>
                      <a:pt x="23813" y="40958"/>
                      <a:pt x="23813" y="34862"/>
                    </a:cubicBezTo>
                    <a:cubicBezTo>
                      <a:pt x="23813" y="28766"/>
                      <a:pt x="28766" y="23813"/>
                      <a:pt x="34862" y="23813"/>
                    </a:cubicBezTo>
                    <a:cubicBezTo>
                      <a:pt x="40957" y="23813"/>
                      <a:pt x="45910" y="28766"/>
                      <a:pt x="45910" y="34862"/>
                    </a:cubicBezTo>
                    <a:cubicBezTo>
                      <a:pt x="45910" y="40958"/>
                      <a:pt x="40957" y="45910"/>
                      <a:pt x="34862" y="459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53" name="Google Shape;4553;p100"/>
              <p:cNvSpPr/>
              <p:nvPr/>
            </p:nvSpPr>
            <p:spPr>
              <a:xfrm>
                <a:off x="6249344" y="2095230"/>
                <a:ext cx="74294" cy="74295"/>
              </a:xfrm>
              <a:custGeom>
                <a:avLst/>
                <a:gdLst/>
                <a:ahLst/>
                <a:cxnLst/>
                <a:rect l="l" t="t" r="r" b="b"/>
                <a:pathLst>
                  <a:path w="74294" h="74295" extrusionOk="0">
                    <a:moveTo>
                      <a:pt x="37624" y="0"/>
                    </a:moveTo>
                    <a:cubicBezTo>
                      <a:pt x="17145" y="0"/>
                      <a:pt x="0" y="16669"/>
                      <a:pt x="0" y="37147"/>
                    </a:cubicBezTo>
                    <a:cubicBezTo>
                      <a:pt x="0" y="57626"/>
                      <a:pt x="16669" y="74295"/>
                      <a:pt x="37148" y="74295"/>
                    </a:cubicBezTo>
                    <a:cubicBezTo>
                      <a:pt x="57626" y="74295"/>
                      <a:pt x="74295" y="57626"/>
                      <a:pt x="74295" y="37147"/>
                    </a:cubicBezTo>
                    <a:cubicBezTo>
                      <a:pt x="74295" y="16669"/>
                      <a:pt x="58102" y="0"/>
                      <a:pt x="37624"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54" name="Google Shape;4554;p100"/>
              <p:cNvSpPr/>
              <p:nvPr/>
            </p:nvSpPr>
            <p:spPr>
              <a:xfrm>
                <a:off x="6252106" y="2185147"/>
                <a:ext cx="69722" cy="69722"/>
              </a:xfrm>
              <a:custGeom>
                <a:avLst/>
                <a:gdLst/>
                <a:ahLst/>
                <a:cxnLst/>
                <a:rect l="l" t="t" r="r" b="b"/>
                <a:pathLst>
                  <a:path w="69722" h="69722" extrusionOk="0">
                    <a:moveTo>
                      <a:pt x="34862" y="0"/>
                    </a:moveTo>
                    <a:cubicBezTo>
                      <a:pt x="15621" y="0"/>
                      <a:pt x="0" y="15621"/>
                      <a:pt x="0" y="34862"/>
                    </a:cubicBezTo>
                    <a:cubicBezTo>
                      <a:pt x="0" y="54102"/>
                      <a:pt x="15621" y="69723"/>
                      <a:pt x="34862" y="69723"/>
                    </a:cubicBezTo>
                    <a:cubicBezTo>
                      <a:pt x="54102" y="69723"/>
                      <a:pt x="69723" y="54102"/>
                      <a:pt x="69723" y="34862"/>
                    </a:cubicBezTo>
                    <a:cubicBezTo>
                      <a:pt x="69723" y="15621"/>
                      <a:pt x="54102" y="0"/>
                      <a:pt x="34862" y="0"/>
                    </a:cubicBezTo>
                    <a:close/>
                    <a:moveTo>
                      <a:pt x="34862" y="46006"/>
                    </a:moveTo>
                    <a:cubicBezTo>
                      <a:pt x="28766" y="46006"/>
                      <a:pt x="23813" y="41053"/>
                      <a:pt x="23813" y="34957"/>
                    </a:cubicBezTo>
                    <a:cubicBezTo>
                      <a:pt x="23813" y="28861"/>
                      <a:pt x="28766" y="23908"/>
                      <a:pt x="34862" y="23908"/>
                    </a:cubicBezTo>
                    <a:cubicBezTo>
                      <a:pt x="40957" y="23908"/>
                      <a:pt x="45910" y="28861"/>
                      <a:pt x="45910" y="34957"/>
                    </a:cubicBezTo>
                    <a:cubicBezTo>
                      <a:pt x="45910" y="41053"/>
                      <a:pt x="40957" y="46006"/>
                      <a:pt x="34862" y="46006"/>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55" name="Google Shape;4555;p100"/>
              <p:cNvSpPr/>
              <p:nvPr/>
            </p:nvSpPr>
            <p:spPr>
              <a:xfrm>
                <a:off x="6252106" y="2275443"/>
                <a:ext cx="69722" cy="69722"/>
              </a:xfrm>
              <a:custGeom>
                <a:avLst/>
                <a:gdLst/>
                <a:ahLst/>
                <a:cxnLst/>
                <a:rect l="l" t="t" r="r" b="b"/>
                <a:pathLst>
                  <a:path w="69722" h="69722" extrusionOk="0">
                    <a:moveTo>
                      <a:pt x="34862" y="0"/>
                    </a:moveTo>
                    <a:cubicBezTo>
                      <a:pt x="15621" y="0"/>
                      <a:pt x="0" y="15621"/>
                      <a:pt x="0" y="34862"/>
                    </a:cubicBezTo>
                    <a:cubicBezTo>
                      <a:pt x="0" y="54102"/>
                      <a:pt x="15621" y="69723"/>
                      <a:pt x="34862" y="69723"/>
                    </a:cubicBezTo>
                    <a:cubicBezTo>
                      <a:pt x="54102" y="69723"/>
                      <a:pt x="69723" y="54102"/>
                      <a:pt x="69723" y="34862"/>
                    </a:cubicBezTo>
                    <a:cubicBezTo>
                      <a:pt x="69723" y="15621"/>
                      <a:pt x="54102" y="0"/>
                      <a:pt x="34862" y="0"/>
                    </a:cubicBezTo>
                    <a:close/>
                    <a:moveTo>
                      <a:pt x="34862" y="45910"/>
                    </a:moveTo>
                    <a:cubicBezTo>
                      <a:pt x="28766" y="45910"/>
                      <a:pt x="23813" y="40957"/>
                      <a:pt x="23813" y="34862"/>
                    </a:cubicBezTo>
                    <a:cubicBezTo>
                      <a:pt x="23813" y="28766"/>
                      <a:pt x="28766" y="23813"/>
                      <a:pt x="34862" y="23813"/>
                    </a:cubicBezTo>
                    <a:cubicBezTo>
                      <a:pt x="40957" y="23813"/>
                      <a:pt x="45910" y="28766"/>
                      <a:pt x="45910" y="34862"/>
                    </a:cubicBezTo>
                    <a:cubicBezTo>
                      <a:pt x="45910" y="40957"/>
                      <a:pt x="40957" y="45910"/>
                      <a:pt x="34862" y="4591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556" name="Google Shape;4556;p100"/>
            <p:cNvGrpSpPr/>
            <p:nvPr/>
          </p:nvGrpSpPr>
          <p:grpSpPr>
            <a:xfrm>
              <a:off x="4282872" y="3024079"/>
              <a:ext cx="189166" cy="253960"/>
              <a:chOff x="6160762" y="2006838"/>
              <a:chExt cx="252221" cy="338614"/>
            </a:xfrm>
          </p:grpSpPr>
          <p:sp>
            <p:nvSpPr>
              <p:cNvPr id="4557" name="Google Shape;4557;p100"/>
              <p:cNvSpPr/>
              <p:nvPr/>
            </p:nvSpPr>
            <p:spPr>
              <a:xfrm>
                <a:off x="6338689" y="2006838"/>
                <a:ext cx="74294" cy="74295"/>
              </a:xfrm>
              <a:custGeom>
                <a:avLst/>
                <a:gdLst/>
                <a:ahLst/>
                <a:cxnLst/>
                <a:rect l="l" t="t" r="r" b="b"/>
                <a:pathLst>
                  <a:path w="74294" h="74295" extrusionOk="0">
                    <a:moveTo>
                      <a:pt x="37147" y="0"/>
                    </a:moveTo>
                    <a:cubicBezTo>
                      <a:pt x="16669" y="0"/>
                      <a:pt x="0" y="16669"/>
                      <a:pt x="0" y="37148"/>
                    </a:cubicBezTo>
                    <a:cubicBezTo>
                      <a:pt x="0" y="57626"/>
                      <a:pt x="16669" y="74295"/>
                      <a:pt x="37147" y="74295"/>
                    </a:cubicBezTo>
                    <a:cubicBezTo>
                      <a:pt x="57626" y="74295"/>
                      <a:pt x="74295" y="57626"/>
                      <a:pt x="74295" y="37148"/>
                    </a:cubicBezTo>
                    <a:cubicBezTo>
                      <a:pt x="74295" y="16669"/>
                      <a:pt x="57626" y="0"/>
                      <a:pt x="3714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58" name="Google Shape;4558;p100"/>
              <p:cNvSpPr/>
              <p:nvPr/>
            </p:nvSpPr>
            <p:spPr>
              <a:xfrm>
                <a:off x="6249820" y="2006838"/>
                <a:ext cx="74294" cy="74295"/>
              </a:xfrm>
              <a:custGeom>
                <a:avLst/>
                <a:gdLst/>
                <a:ahLst/>
                <a:cxnLst/>
                <a:rect l="l" t="t" r="r" b="b"/>
                <a:pathLst>
                  <a:path w="74294" h="74295" extrusionOk="0">
                    <a:moveTo>
                      <a:pt x="37148" y="0"/>
                    </a:moveTo>
                    <a:cubicBezTo>
                      <a:pt x="16669" y="0"/>
                      <a:pt x="0" y="16669"/>
                      <a:pt x="0" y="37148"/>
                    </a:cubicBezTo>
                    <a:cubicBezTo>
                      <a:pt x="0" y="57626"/>
                      <a:pt x="16669" y="74295"/>
                      <a:pt x="37148" y="74295"/>
                    </a:cubicBezTo>
                    <a:cubicBezTo>
                      <a:pt x="57626" y="74295"/>
                      <a:pt x="74295" y="57626"/>
                      <a:pt x="74295" y="37148"/>
                    </a:cubicBezTo>
                    <a:cubicBezTo>
                      <a:pt x="74295" y="16669"/>
                      <a:pt x="57626" y="0"/>
                      <a:pt x="37148"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59" name="Google Shape;4559;p100"/>
              <p:cNvSpPr/>
              <p:nvPr/>
            </p:nvSpPr>
            <p:spPr>
              <a:xfrm>
                <a:off x="6160762" y="2006838"/>
                <a:ext cx="74294" cy="74295"/>
              </a:xfrm>
              <a:custGeom>
                <a:avLst/>
                <a:gdLst/>
                <a:ahLst/>
                <a:cxnLst/>
                <a:rect l="l" t="t" r="r" b="b"/>
                <a:pathLst>
                  <a:path w="74294" h="74295" extrusionOk="0">
                    <a:moveTo>
                      <a:pt x="37147" y="0"/>
                    </a:moveTo>
                    <a:cubicBezTo>
                      <a:pt x="16669" y="0"/>
                      <a:pt x="0" y="16669"/>
                      <a:pt x="0" y="37148"/>
                    </a:cubicBezTo>
                    <a:cubicBezTo>
                      <a:pt x="0" y="57626"/>
                      <a:pt x="16669" y="74295"/>
                      <a:pt x="37147" y="74295"/>
                    </a:cubicBezTo>
                    <a:cubicBezTo>
                      <a:pt x="57626" y="74295"/>
                      <a:pt x="74295" y="57626"/>
                      <a:pt x="74295" y="37148"/>
                    </a:cubicBezTo>
                    <a:cubicBezTo>
                      <a:pt x="74295" y="16669"/>
                      <a:pt x="57626" y="0"/>
                      <a:pt x="3714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60" name="Google Shape;4560;p100"/>
              <p:cNvSpPr/>
              <p:nvPr/>
            </p:nvSpPr>
            <p:spPr>
              <a:xfrm>
                <a:off x="6338689" y="2271157"/>
                <a:ext cx="74294" cy="74295"/>
              </a:xfrm>
              <a:custGeom>
                <a:avLst/>
                <a:gdLst/>
                <a:ahLst/>
                <a:cxnLst/>
                <a:rect l="l" t="t" r="r" b="b"/>
                <a:pathLst>
                  <a:path w="74294" h="74295" extrusionOk="0">
                    <a:moveTo>
                      <a:pt x="37147" y="0"/>
                    </a:moveTo>
                    <a:cubicBezTo>
                      <a:pt x="16669" y="0"/>
                      <a:pt x="0" y="16669"/>
                      <a:pt x="0" y="37148"/>
                    </a:cubicBezTo>
                    <a:cubicBezTo>
                      <a:pt x="0" y="57626"/>
                      <a:pt x="16669" y="74295"/>
                      <a:pt x="37147" y="74295"/>
                    </a:cubicBezTo>
                    <a:cubicBezTo>
                      <a:pt x="57626" y="74295"/>
                      <a:pt x="74295" y="57626"/>
                      <a:pt x="74295" y="37148"/>
                    </a:cubicBezTo>
                    <a:cubicBezTo>
                      <a:pt x="74295" y="16669"/>
                      <a:pt x="57626" y="0"/>
                      <a:pt x="3714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61" name="Google Shape;4561;p100"/>
              <p:cNvSpPr/>
              <p:nvPr/>
            </p:nvSpPr>
            <p:spPr>
              <a:xfrm>
                <a:off x="6160762" y="2271157"/>
                <a:ext cx="74294" cy="74295"/>
              </a:xfrm>
              <a:custGeom>
                <a:avLst/>
                <a:gdLst/>
                <a:ahLst/>
                <a:cxnLst/>
                <a:rect l="l" t="t" r="r" b="b"/>
                <a:pathLst>
                  <a:path w="74294" h="74295" extrusionOk="0">
                    <a:moveTo>
                      <a:pt x="37147" y="0"/>
                    </a:moveTo>
                    <a:cubicBezTo>
                      <a:pt x="16669" y="0"/>
                      <a:pt x="0" y="16669"/>
                      <a:pt x="0" y="37148"/>
                    </a:cubicBezTo>
                    <a:cubicBezTo>
                      <a:pt x="0" y="57626"/>
                      <a:pt x="16669" y="74295"/>
                      <a:pt x="37147" y="74295"/>
                    </a:cubicBezTo>
                    <a:cubicBezTo>
                      <a:pt x="57626" y="74295"/>
                      <a:pt x="74295" y="57626"/>
                      <a:pt x="74295" y="37148"/>
                    </a:cubicBezTo>
                    <a:cubicBezTo>
                      <a:pt x="74295" y="16669"/>
                      <a:pt x="57626" y="0"/>
                      <a:pt x="3714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62" name="Google Shape;4562;p100"/>
              <p:cNvSpPr/>
              <p:nvPr/>
            </p:nvSpPr>
            <p:spPr>
              <a:xfrm>
                <a:off x="6338689" y="2183051"/>
                <a:ext cx="74294" cy="74295"/>
              </a:xfrm>
              <a:custGeom>
                <a:avLst/>
                <a:gdLst/>
                <a:ahLst/>
                <a:cxnLst/>
                <a:rect l="l" t="t" r="r" b="b"/>
                <a:pathLst>
                  <a:path w="74294" h="74295" extrusionOk="0">
                    <a:moveTo>
                      <a:pt x="37147" y="0"/>
                    </a:moveTo>
                    <a:cubicBezTo>
                      <a:pt x="16669" y="0"/>
                      <a:pt x="0" y="16669"/>
                      <a:pt x="0" y="37148"/>
                    </a:cubicBezTo>
                    <a:cubicBezTo>
                      <a:pt x="0" y="57626"/>
                      <a:pt x="16669" y="74295"/>
                      <a:pt x="37147" y="74295"/>
                    </a:cubicBezTo>
                    <a:cubicBezTo>
                      <a:pt x="57626" y="74295"/>
                      <a:pt x="74295" y="57626"/>
                      <a:pt x="74295" y="37148"/>
                    </a:cubicBezTo>
                    <a:cubicBezTo>
                      <a:pt x="74295" y="16669"/>
                      <a:pt x="57626" y="0"/>
                      <a:pt x="37147" y="0"/>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63" name="Google Shape;4563;p100"/>
              <p:cNvSpPr/>
              <p:nvPr/>
            </p:nvSpPr>
            <p:spPr>
              <a:xfrm>
                <a:off x="6249344" y="2095230"/>
                <a:ext cx="74294" cy="74295"/>
              </a:xfrm>
              <a:custGeom>
                <a:avLst/>
                <a:gdLst/>
                <a:ahLst/>
                <a:cxnLst/>
                <a:rect l="l" t="t" r="r" b="b"/>
                <a:pathLst>
                  <a:path w="74294" h="74295" extrusionOk="0">
                    <a:moveTo>
                      <a:pt x="37624" y="0"/>
                    </a:moveTo>
                    <a:cubicBezTo>
                      <a:pt x="17145" y="0"/>
                      <a:pt x="0" y="16669"/>
                      <a:pt x="0" y="37147"/>
                    </a:cubicBezTo>
                    <a:cubicBezTo>
                      <a:pt x="0" y="57626"/>
                      <a:pt x="16669" y="74295"/>
                      <a:pt x="37148" y="74295"/>
                    </a:cubicBezTo>
                    <a:cubicBezTo>
                      <a:pt x="57626" y="74295"/>
                      <a:pt x="74295" y="57626"/>
                      <a:pt x="74295" y="37147"/>
                    </a:cubicBezTo>
                    <a:cubicBezTo>
                      <a:pt x="74295" y="16669"/>
                      <a:pt x="58102" y="0"/>
                      <a:pt x="37624" y="0"/>
                    </a:cubicBezTo>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grpSp>
        <p:nvGrpSpPr>
          <p:cNvPr id="4564" name="Google Shape;4564;p100"/>
          <p:cNvGrpSpPr/>
          <p:nvPr/>
        </p:nvGrpSpPr>
        <p:grpSpPr>
          <a:xfrm>
            <a:off x="1243949" y="3414522"/>
            <a:ext cx="297358" cy="117658"/>
            <a:chOff x="4298549" y="2228880"/>
            <a:chExt cx="528637" cy="209169"/>
          </a:xfrm>
        </p:grpSpPr>
        <p:sp>
          <p:nvSpPr>
            <p:cNvPr id="4565" name="Google Shape;4565;p100"/>
            <p:cNvSpPr/>
            <p:nvPr/>
          </p:nvSpPr>
          <p:spPr>
            <a:xfrm>
              <a:off x="4298645" y="2389948"/>
              <a:ext cx="528256" cy="48101"/>
            </a:xfrm>
            <a:custGeom>
              <a:avLst/>
              <a:gdLst/>
              <a:ahLst/>
              <a:cxnLst/>
              <a:rect l="l" t="t" r="r" b="b"/>
              <a:pathLst>
                <a:path w="528256" h="48101" extrusionOk="0">
                  <a:moveTo>
                    <a:pt x="516731" y="24289"/>
                  </a:moveTo>
                  <a:cubicBezTo>
                    <a:pt x="481108" y="24289"/>
                    <a:pt x="463296" y="4858"/>
                    <a:pt x="462629" y="4096"/>
                  </a:cubicBezTo>
                  <a:cubicBezTo>
                    <a:pt x="460343" y="1524"/>
                    <a:pt x="457105" y="0"/>
                    <a:pt x="453676" y="0"/>
                  </a:cubicBezTo>
                  <a:cubicBezTo>
                    <a:pt x="450247" y="191"/>
                    <a:pt x="446913" y="1429"/>
                    <a:pt x="444627" y="4000"/>
                  </a:cubicBezTo>
                  <a:cubicBezTo>
                    <a:pt x="443865" y="4858"/>
                    <a:pt x="426149" y="24289"/>
                    <a:pt x="390525" y="24289"/>
                  </a:cubicBezTo>
                  <a:cubicBezTo>
                    <a:pt x="354901" y="24289"/>
                    <a:pt x="337090" y="4858"/>
                    <a:pt x="336423" y="4096"/>
                  </a:cubicBezTo>
                  <a:cubicBezTo>
                    <a:pt x="334232" y="1524"/>
                    <a:pt x="330899" y="95"/>
                    <a:pt x="327470" y="0"/>
                  </a:cubicBezTo>
                  <a:cubicBezTo>
                    <a:pt x="324231" y="191"/>
                    <a:pt x="320707" y="1429"/>
                    <a:pt x="318421" y="4000"/>
                  </a:cubicBezTo>
                  <a:cubicBezTo>
                    <a:pt x="317659" y="4858"/>
                    <a:pt x="299942" y="24289"/>
                    <a:pt x="264319" y="24289"/>
                  </a:cubicBezTo>
                  <a:cubicBezTo>
                    <a:pt x="228695" y="24289"/>
                    <a:pt x="210884" y="4858"/>
                    <a:pt x="210217" y="4096"/>
                  </a:cubicBezTo>
                  <a:cubicBezTo>
                    <a:pt x="207931" y="1524"/>
                    <a:pt x="204692" y="0"/>
                    <a:pt x="201263" y="0"/>
                  </a:cubicBezTo>
                  <a:cubicBezTo>
                    <a:pt x="197644" y="191"/>
                    <a:pt x="194501" y="1429"/>
                    <a:pt x="192215" y="4000"/>
                  </a:cubicBezTo>
                  <a:cubicBezTo>
                    <a:pt x="191453" y="4858"/>
                    <a:pt x="173736" y="24289"/>
                    <a:pt x="138113" y="24289"/>
                  </a:cubicBezTo>
                  <a:cubicBezTo>
                    <a:pt x="102489" y="24289"/>
                    <a:pt x="84677" y="4858"/>
                    <a:pt x="84011" y="4096"/>
                  </a:cubicBezTo>
                  <a:cubicBezTo>
                    <a:pt x="81725" y="1524"/>
                    <a:pt x="78486" y="0"/>
                    <a:pt x="75057" y="0"/>
                  </a:cubicBezTo>
                  <a:cubicBezTo>
                    <a:pt x="71628" y="191"/>
                    <a:pt x="68294" y="1429"/>
                    <a:pt x="66008" y="4000"/>
                  </a:cubicBezTo>
                  <a:cubicBezTo>
                    <a:pt x="65246" y="4858"/>
                    <a:pt x="47530" y="24289"/>
                    <a:pt x="11906" y="24289"/>
                  </a:cubicBezTo>
                  <a:cubicBezTo>
                    <a:pt x="5334" y="24289"/>
                    <a:pt x="0" y="29623"/>
                    <a:pt x="0" y="36195"/>
                  </a:cubicBezTo>
                  <a:cubicBezTo>
                    <a:pt x="0" y="42767"/>
                    <a:pt x="5334" y="48101"/>
                    <a:pt x="11906" y="48101"/>
                  </a:cubicBezTo>
                  <a:cubicBezTo>
                    <a:pt x="42958" y="48101"/>
                    <a:pt x="64008" y="36195"/>
                    <a:pt x="74962" y="27813"/>
                  </a:cubicBezTo>
                  <a:cubicBezTo>
                    <a:pt x="86011" y="36195"/>
                    <a:pt x="107061" y="48101"/>
                    <a:pt x="138017" y="48101"/>
                  </a:cubicBezTo>
                  <a:cubicBezTo>
                    <a:pt x="168974" y="48101"/>
                    <a:pt x="190119" y="36195"/>
                    <a:pt x="201073" y="27813"/>
                  </a:cubicBezTo>
                  <a:cubicBezTo>
                    <a:pt x="212122" y="36195"/>
                    <a:pt x="233172" y="48101"/>
                    <a:pt x="264128" y="48101"/>
                  </a:cubicBezTo>
                  <a:cubicBezTo>
                    <a:pt x="295085" y="48101"/>
                    <a:pt x="316230" y="36195"/>
                    <a:pt x="327184" y="27813"/>
                  </a:cubicBezTo>
                  <a:cubicBezTo>
                    <a:pt x="338233" y="36195"/>
                    <a:pt x="359283" y="48101"/>
                    <a:pt x="390239" y="48101"/>
                  </a:cubicBezTo>
                  <a:cubicBezTo>
                    <a:pt x="421196" y="48101"/>
                    <a:pt x="442341" y="36195"/>
                    <a:pt x="453295" y="27813"/>
                  </a:cubicBezTo>
                  <a:cubicBezTo>
                    <a:pt x="464344" y="36195"/>
                    <a:pt x="485394" y="48101"/>
                    <a:pt x="516350" y="48101"/>
                  </a:cubicBezTo>
                  <a:cubicBezTo>
                    <a:pt x="522923" y="48101"/>
                    <a:pt x="528257" y="42767"/>
                    <a:pt x="528257" y="36195"/>
                  </a:cubicBezTo>
                  <a:cubicBezTo>
                    <a:pt x="528257" y="29623"/>
                    <a:pt x="522923" y="24289"/>
                    <a:pt x="516350" y="2428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66" name="Google Shape;4566;p100"/>
            <p:cNvSpPr/>
            <p:nvPr/>
          </p:nvSpPr>
          <p:spPr>
            <a:xfrm>
              <a:off x="4298645" y="2309366"/>
              <a:ext cx="528256" cy="48101"/>
            </a:xfrm>
            <a:custGeom>
              <a:avLst/>
              <a:gdLst/>
              <a:ahLst/>
              <a:cxnLst/>
              <a:rect l="l" t="t" r="r" b="b"/>
              <a:pathLst>
                <a:path w="528256" h="48101" extrusionOk="0">
                  <a:moveTo>
                    <a:pt x="516731" y="24289"/>
                  </a:moveTo>
                  <a:cubicBezTo>
                    <a:pt x="481108" y="24289"/>
                    <a:pt x="463296" y="4858"/>
                    <a:pt x="462629" y="4096"/>
                  </a:cubicBezTo>
                  <a:cubicBezTo>
                    <a:pt x="460343" y="1524"/>
                    <a:pt x="457105" y="0"/>
                    <a:pt x="453676" y="0"/>
                  </a:cubicBezTo>
                  <a:cubicBezTo>
                    <a:pt x="450247" y="0"/>
                    <a:pt x="446913" y="1429"/>
                    <a:pt x="444627" y="4001"/>
                  </a:cubicBezTo>
                  <a:cubicBezTo>
                    <a:pt x="443865" y="4858"/>
                    <a:pt x="426149" y="24289"/>
                    <a:pt x="390525" y="24289"/>
                  </a:cubicBezTo>
                  <a:cubicBezTo>
                    <a:pt x="354901" y="24289"/>
                    <a:pt x="337090" y="4858"/>
                    <a:pt x="336423" y="4096"/>
                  </a:cubicBezTo>
                  <a:cubicBezTo>
                    <a:pt x="334232" y="1524"/>
                    <a:pt x="330899" y="95"/>
                    <a:pt x="327470" y="0"/>
                  </a:cubicBezTo>
                  <a:cubicBezTo>
                    <a:pt x="324231" y="0"/>
                    <a:pt x="320707" y="1429"/>
                    <a:pt x="318421" y="4001"/>
                  </a:cubicBezTo>
                  <a:cubicBezTo>
                    <a:pt x="317659" y="4858"/>
                    <a:pt x="299942" y="24289"/>
                    <a:pt x="264319" y="24289"/>
                  </a:cubicBezTo>
                  <a:cubicBezTo>
                    <a:pt x="228695" y="24289"/>
                    <a:pt x="210884" y="4858"/>
                    <a:pt x="210217" y="4096"/>
                  </a:cubicBezTo>
                  <a:cubicBezTo>
                    <a:pt x="207931" y="1524"/>
                    <a:pt x="204692" y="0"/>
                    <a:pt x="201263" y="0"/>
                  </a:cubicBezTo>
                  <a:cubicBezTo>
                    <a:pt x="197644" y="0"/>
                    <a:pt x="194501" y="1429"/>
                    <a:pt x="192215" y="4001"/>
                  </a:cubicBezTo>
                  <a:cubicBezTo>
                    <a:pt x="191453" y="4858"/>
                    <a:pt x="173736" y="24289"/>
                    <a:pt x="138113" y="24289"/>
                  </a:cubicBezTo>
                  <a:cubicBezTo>
                    <a:pt x="102489" y="24289"/>
                    <a:pt x="84677" y="4858"/>
                    <a:pt x="84011" y="4096"/>
                  </a:cubicBezTo>
                  <a:cubicBezTo>
                    <a:pt x="81725" y="1524"/>
                    <a:pt x="78486" y="0"/>
                    <a:pt x="75057" y="0"/>
                  </a:cubicBezTo>
                  <a:cubicBezTo>
                    <a:pt x="71628" y="0"/>
                    <a:pt x="68294" y="1429"/>
                    <a:pt x="66008" y="4001"/>
                  </a:cubicBezTo>
                  <a:cubicBezTo>
                    <a:pt x="65246" y="4858"/>
                    <a:pt x="47530" y="24289"/>
                    <a:pt x="11906" y="24289"/>
                  </a:cubicBezTo>
                  <a:cubicBezTo>
                    <a:pt x="5334" y="24289"/>
                    <a:pt x="0" y="29623"/>
                    <a:pt x="0" y="36195"/>
                  </a:cubicBezTo>
                  <a:cubicBezTo>
                    <a:pt x="0" y="42767"/>
                    <a:pt x="5334" y="48101"/>
                    <a:pt x="11906" y="48101"/>
                  </a:cubicBezTo>
                  <a:cubicBezTo>
                    <a:pt x="42958" y="48101"/>
                    <a:pt x="64008" y="36195"/>
                    <a:pt x="74962" y="27813"/>
                  </a:cubicBezTo>
                  <a:cubicBezTo>
                    <a:pt x="86011" y="36195"/>
                    <a:pt x="107061" y="48101"/>
                    <a:pt x="138017" y="48101"/>
                  </a:cubicBezTo>
                  <a:cubicBezTo>
                    <a:pt x="168974" y="48101"/>
                    <a:pt x="190119" y="36195"/>
                    <a:pt x="201073" y="27813"/>
                  </a:cubicBezTo>
                  <a:cubicBezTo>
                    <a:pt x="212122" y="36195"/>
                    <a:pt x="233172" y="48101"/>
                    <a:pt x="264128" y="48101"/>
                  </a:cubicBezTo>
                  <a:cubicBezTo>
                    <a:pt x="295085" y="48101"/>
                    <a:pt x="316230" y="36195"/>
                    <a:pt x="327184" y="27813"/>
                  </a:cubicBezTo>
                  <a:cubicBezTo>
                    <a:pt x="338233" y="36195"/>
                    <a:pt x="359283" y="48101"/>
                    <a:pt x="390239" y="48101"/>
                  </a:cubicBezTo>
                  <a:cubicBezTo>
                    <a:pt x="421196" y="48101"/>
                    <a:pt x="442341" y="36195"/>
                    <a:pt x="453295" y="27813"/>
                  </a:cubicBezTo>
                  <a:cubicBezTo>
                    <a:pt x="464344" y="36195"/>
                    <a:pt x="485394" y="48101"/>
                    <a:pt x="516350" y="48101"/>
                  </a:cubicBezTo>
                  <a:cubicBezTo>
                    <a:pt x="522923" y="48101"/>
                    <a:pt x="528257" y="42767"/>
                    <a:pt x="528257" y="36195"/>
                  </a:cubicBezTo>
                  <a:cubicBezTo>
                    <a:pt x="528257" y="29623"/>
                    <a:pt x="522923" y="24289"/>
                    <a:pt x="516350" y="24289"/>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67" name="Google Shape;4567;p100"/>
            <p:cNvSpPr/>
            <p:nvPr/>
          </p:nvSpPr>
          <p:spPr>
            <a:xfrm>
              <a:off x="4298549" y="2228880"/>
              <a:ext cx="528637" cy="48101"/>
            </a:xfrm>
            <a:custGeom>
              <a:avLst/>
              <a:gdLst/>
              <a:ahLst/>
              <a:cxnLst/>
              <a:rect l="l" t="t" r="r" b="b"/>
              <a:pathLst>
                <a:path w="528637" h="48101" extrusionOk="0">
                  <a:moveTo>
                    <a:pt x="12287" y="48101"/>
                  </a:moveTo>
                  <a:cubicBezTo>
                    <a:pt x="43339" y="48101"/>
                    <a:pt x="64389" y="36195"/>
                    <a:pt x="75343" y="27813"/>
                  </a:cubicBezTo>
                  <a:cubicBezTo>
                    <a:pt x="86392" y="36195"/>
                    <a:pt x="107442" y="48101"/>
                    <a:pt x="138398" y="48101"/>
                  </a:cubicBezTo>
                  <a:cubicBezTo>
                    <a:pt x="169355" y="48101"/>
                    <a:pt x="190500" y="36195"/>
                    <a:pt x="201454" y="27813"/>
                  </a:cubicBezTo>
                  <a:cubicBezTo>
                    <a:pt x="212503" y="36195"/>
                    <a:pt x="233553" y="48101"/>
                    <a:pt x="264509" y="48101"/>
                  </a:cubicBezTo>
                  <a:cubicBezTo>
                    <a:pt x="295466" y="48101"/>
                    <a:pt x="316611" y="36195"/>
                    <a:pt x="327565" y="27813"/>
                  </a:cubicBezTo>
                  <a:cubicBezTo>
                    <a:pt x="338614" y="36195"/>
                    <a:pt x="359664" y="48101"/>
                    <a:pt x="390620" y="48101"/>
                  </a:cubicBezTo>
                  <a:cubicBezTo>
                    <a:pt x="421577" y="48101"/>
                    <a:pt x="442722" y="36195"/>
                    <a:pt x="453676" y="27813"/>
                  </a:cubicBezTo>
                  <a:cubicBezTo>
                    <a:pt x="464725" y="36195"/>
                    <a:pt x="485775" y="48101"/>
                    <a:pt x="516731" y="48101"/>
                  </a:cubicBezTo>
                  <a:cubicBezTo>
                    <a:pt x="523304" y="48101"/>
                    <a:pt x="528638" y="42767"/>
                    <a:pt x="528638" y="36195"/>
                  </a:cubicBezTo>
                  <a:cubicBezTo>
                    <a:pt x="528638" y="29623"/>
                    <a:pt x="523304" y="24289"/>
                    <a:pt x="516731" y="24289"/>
                  </a:cubicBezTo>
                  <a:cubicBezTo>
                    <a:pt x="481108" y="24289"/>
                    <a:pt x="463296" y="4858"/>
                    <a:pt x="462629" y="4096"/>
                  </a:cubicBezTo>
                  <a:cubicBezTo>
                    <a:pt x="460343" y="1524"/>
                    <a:pt x="457105" y="0"/>
                    <a:pt x="453676" y="0"/>
                  </a:cubicBezTo>
                  <a:cubicBezTo>
                    <a:pt x="450247" y="0"/>
                    <a:pt x="446913" y="1429"/>
                    <a:pt x="444627" y="4001"/>
                  </a:cubicBezTo>
                  <a:cubicBezTo>
                    <a:pt x="443865" y="4858"/>
                    <a:pt x="426149" y="24289"/>
                    <a:pt x="390525" y="24289"/>
                  </a:cubicBezTo>
                  <a:cubicBezTo>
                    <a:pt x="354902" y="24289"/>
                    <a:pt x="337090" y="4858"/>
                    <a:pt x="336423" y="4096"/>
                  </a:cubicBezTo>
                  <a:cubicBezTo>
                    <a:pt x="334232" y="1524"/>
                    <a:pt x="330899" y="95"/>
                    <a:pt x="327470" y="0"/>
                  </a:cubicBezTo>
                  <a:cubicBezTo>
                    <a:pt x="324231" y="0"/>
                    <a:pt x="320707" y="1429"/>
                    <a:pt x="318421" y="4001"/>
                  </a:cubicBezTo>
                  <a:cubicBezTo>
                    <a:pt x="317659" y="4858"/>
                    <a:pt x="299942" y="24289"/>
                    <a:pt x="264319" y="24289"/>
                  </a:cubicBezTo>
                  <a:cubicBezTo>
                    <a:pt x="228695" y="24289"/>
                    <a:pt x="210884" y="4858"/>
                    <a:pt x="210217" y="4096"/>
                  </a:cubicBezTo>
                  <a:cubicBezTo>
                    <a:pt x="207931" y="1524"/>
                    <a:pt x="204692" y="0"/>
                    <a:pt x="201263" y="0"/>
                  </a:cubicBezTo>
                  <a:cubicBezTo>
                    <a:pt x="197644" y="0"/>
                    <a:pt x="194501" y="1429"/>
                    <a:pt x="192215" y="4001"/>
                  </a:cubicBezTo>
                  <a:cubicBezTo>
                    <a:pt x="191453" y="4858"/>
                    <a:pt x="173736" y="24289"/>
                    <a:pt x="138113" y="24289"/>
                  </a:cubicBezTo>
                  <a:cubicBezTo>
                    <a:pt x="102489" y="24289"/>
                    <a:pt x="84677" y="4858"/>
                    <a:pt x="84011" y="4096"/>
                  </a:cubicBezTo>
                  <a:cubicBezTo>
                    <a:pt x="81725" y="1524"/>
                    <a:pt x="78486" y="0"/>
                    <a:pt x="75057" y="0"/>
                  </a:cubicBezTo>
                  <a:cubicBezTo>
                    <a:pt x="71628" y="0"/>
                    <a:pt x="68294" y="1429"/>
                    <a:pt x="66008" y="4001"/>
                  </a:cubicBezTo>
                  <a:cubicBezTo>
                    <a:pt x="65246" y="4858"/>
                    <a:pt x="47530" y="24289"/>
                    <a:pt x="11906" y="24289"/>
                  </a:cubicBezTo>
                  <a:cubicBezTo>
                    <a:pt x="5334" y="24289"/>
                    <a:pt x="0" y="29623"/>
                    <a:pt x="0" y="36195"/>
                  </a:cubicBezTo>
                  <a:cubicBezTo>
                    <a:pt x="0" y="42767"/>
                    <a:pt x="5334" y="48101"/>
                    <a:pt x="11906" y="48101"/>
                  </a:cubicBezTo>
                  <a:close/>
                </a:path>
              </a:pathLst>
            </a:custGeom>
            <a:solidFill>
              <a:srgbClr val="29B5E8"/>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grpSp>
        <p:nvGrpSpPr>
          <p:cNvPr id="4568" name="Google Shape;4568;p100"/>
          <p:cNvGrpSpPr/>
          <p:nvPr/>
        </p:nvGrpSpPr>
        <p:grpSpPr>
          <a:xfrm>
            <a:off x="3644981" y="4102388"/>
            <a:ext cx="247531" cy="300037"/>
            <a:chOff x="5875972" y="3162300"/>
            <a:chExt cx="440055" cy="533399"/>
          </a:xfrm>
        </p:grpSpPr>
        <p:sp>
          <p:nvSpPr>
            <p:cNvPr id="4569" name="Google Shape;4569;p100"/>
            <p:cNvSpPr/>
            <p:nvPr/>
          </p:nvSpPr>
          <p:spPr>
            <a:xfrm>
              <a:off x="6186011" y="3254502"/>
              <a:ext cx="130016" cy="351091"/>
            </a:xfrm>
            <a:custGeom>
              <a:avLst/>
              <a:gdLst/>
              <a:ahLst/>
              <a:cxnLst/>
              <a:rect l="l" t="t" r="r" b="b"/>
              <a:pathLst>
                <a:path w="130016" h="351091" extrusionOk="0">
                  <a:moveTo>
                    <a:pt x="92202" y="0"/>
                  </a:moveTo>
                  <a:lnTo>
                    <a:pt x="0" y="175546"/>
                  </a:lnTo>
                  <a:lnTo>
                    <a:pt x="92202" y="351092"/>
                  </a:lnTo>
                  <a:lnTo>
                    <a:pt x="130016" y="329946"/>
                  </a:lnTo>
                  <a:lnTo>
                    <a:pt x="130016" y="21145"/>
                  </a:lnTo>
                  <a:lnTo>
                    <a:pt x="92202" y="0"/>
                  </a:lnTo>
                  <a:close/>
                </a:path>
              </a:pathLst>
            </a:custGeom>
            <a:solidFill>
              <a:srgbClr val="E2544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70" name="Google Shape;4570;p100"/>
            <p:cNvSpPr/>
            <p:nvPr/>
          </p:nvSpPr>
          <p:spPr>
            <a:xfrm>
              <a:off x="5999797" y="3254502"/>
              <a:ext cx="278415" cy="351282"/>
            </a:xfrm>
            <a:custGeom>
              <a:avLst/>
              <a:gdLst/>
              <a:ahLst/>
              <a:cxnLst/>
              <a:rect l="l" t="t" r="r" b="b"/>
              <a:pathLst>
                <a:path w="278415" h="351282" extrusionOk="0">
                  <a:moveTo>
                    <a:pt x="278416" y="0"/>
                  </a:moveTo>
                  <a:lnTo>
                    <a:pt x="93917" y="21145"/>
                  </a:lnTo>
                  <a:lnTo>
                    <a:pt x="0" y="175641"/>
                  </a:lnTo>
                  <a:lnTo>
                    <a:pt x="93917" y="330137"/>
                  </a:lnTo>
                  <a:lnTo>
                    <a:pt x="278416" y="351282"/>
                  </a:lnTo>
                  <a:lnTo>
                    <a:pt x="278416" y="0"/>
                  </a:lnTo>
                  <a:close/>
                </a:path>
              </a:pathLst>
            </a:custGeom>
            <a:solidFill>
              <a:srgbClr val="7B1D13"/>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71" name="Google Shape;4571;p100"/>
            <p:cNvSpPr/>
            <p:nvPr/>
          </p:nvSpPr>
          <p:spPr>
            <a:xfrm>
              <a:off x="5875972" y="3254502"/>
              <a:ext cx="217836" cy="351186"/>
            </a:xfrm>
            <a:custGeom>
              <a:avLst/>
              <a:gdLst/>
              <a:ahLst/>
              <a:cxnLst/>
              <a:rect l="l" t="t" r="r" b="b"/>
              <a:pathLst>
                <a:path w="217836" h="351186" extrusionOk="0">
                  <a:moveTo>
                    <a:pt x="30004" y="0"/>
                  </a:moveTo>
                  <a:lnTo>
                    <a:pt x="0" y="13335"/>
                  </a:lnTo>
                  <a:lnTo>
                    <a:pt x="0" y="337852"/>
                  </a:lnTo>
                  <a:lnTo>
                    <a:pt x="30004" y="351187"/>
                  </a:lnTo>
                  <a:lnTo>
                    <a:pt x="217837" y="175641"/>
                  </a:lnTo>
                  <a:lnTo>
                    <a:pt x="30004" y="0"/>
                  </a:lnTo>
                  <a:close/>
                </a:path>
              </a:pathLst>
            </a:custGeom>
            <a:solidFill>
              <a:srgbClr val="58150D"/>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72" name="Google Shape;4572;p100"/>
            <p:cNvSpPr/>
            <p:nvPr/>
          </p:nvSpPr>
          <p:spPr>
            <a:xfrm>
              <a:off x="5905595" y="3254121"/>
              <a:ext cx="188499" cy="351663"/>
            </a:xfrm>
            <a:custGeom>
              <a:avLst/>
              <a:gdLst/>
              <a:ahLst/>
              <a:cxnLst/>
              <a:rect l="l" t="t" r="r" b="b"/>
              <a:pathLst>
                <a:path w="188499" h="351663" extrusionOk="0">
                  <a:moveTo>
                    <a:pt x="0" y="0"/>
                  </a:moveTo>
                  <a:lnTo>
                    <a:pt x="188500" y="52387"/>
                  </a:lnTo>
                  <a:lnTo>
                    <a:pt x="188500" y="304229"/>
                  </a:lnTo>
                  <a:lnTo>
                    <a:pt x="0" y="351663"/>
                  </a:lnTo>
                  <a:lnTo>
                    <a:pt x="0" y="0"/>
                  </a:lnTo>
                  <a:close/>
                </a:path>
              </a:pathLst>
            </a:custGeom>
            <a:solidFill>
              <a:srgbClr val="E2544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73" name="Google Shape;4573;p100"/>
            <p:cNvSpPr/>
            <p:nvPr/>
          </p:nvSpPr>
          <p:spPr>
            <a:xfrm>
              <a:off x="6014084" y="3230403"/>
              <a:ext cx="159829" cy="103727"/>
            </a:xfrm>
            <a:custGeom>
              <a:avLst/>
              <a:gdLst/>
              <a:ahLst/>
              <a:cxnLst/>
              <a:rect l="l" t="t" r="r" b="b"/>
              <a:pathLst>
                <a:path w="159829" h="103727" extrusionOk="0">
                  <a:moveTo>
                    <a:pt x="80010" y="103727"/>
                  </a:moveTo>
                  <a:lnTo>
                    <a:pt x="0" y="90869"/>
                  </a:lnTo>
                  <a:lnTo>
                    <a:pt x="80010" y="0"/>
                  </a:lnTo>
                  <a:lnTo>
                    <a:pt x="159830" y="90869"/>
                  </a:lnTo>
                  <a:lnTo>
                    <a:pt x="80010" y="103727"/>
                  </a:lnTo>
                  <a:close/>
                </a:path>
              </a:pathLst>
            </a:custGeom>
            <a:solidFill>
              <a:srgbClr val="58150D"/>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74" name="Google Shape;4574;p100"/>
            <p:cNvSpPr/>
            <p:nvPr/>
          </p:nvSpPr>
          <p:spPr>
            <a:xfrm>
              <a:off x="6014084" y="3230498"/>
              <a:ext cx="159829" cy="103917"/>
            </a:xfrm>
            <a:custGeom>
              <a:avLst/>
              <a:gdLst/>
              <a:ahLst/>
              <a:cxnLst/>
              <a:rect l="l" t="t" r="r" b="b"/>
              <a:pathLst>
                <a:path w="159829" h="103917" extrusionOk="0">
                  <a:moveTo>
                    <a:pt x="159830" y="90869"/>
                  </a:moveTo>
                  <a:lnTo>
                    <a:pt x="79915" y="103918"/>
                  </a:lnTo>
                  <a:lnTo>
                    <a:pt x="0" y="90869"/>
                  </a:lnTo>
                  <a:lnTo>
                    <a:pt x="0" y="0"/>
                  </a:lnTo>
                </a:path>
              </a:pathLst>
            </a:custGeom>
            <a:solidFill>
              <a:srgbClr val="58150D"/>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75" name="Google Shape;4575;p100"/>
            <p:cNvSpPr/>
            <p:nvPr/>
          </p:nvSpPr>
          <p:spPr>
            <a:xfrm>
              <a:off x="6014084" y="3524821"/>
              <a:ext cx="159829" cy="92868"/>
            </a:xfrm>
            <a:custGeom>
              <a:avLst/>
              <a:gdLst/>
              <a:ahLst/>
              <a:cxnLst/>
              <a:rect l="l" t="t" r="r" b="b"/>
              <a:pathLst>
                <a:path w="159829" h="92868" extrusionOk="0">
                  <a:moveTo>
                    <a:pt x="80010" y="0"/>
                  </a:moveTo>
                  <a:lnTo>
                    <a:pt x="0" y="14859"/>
                  </a:lnTo>
                  <a:lnTo>
                    <a:pt x="80010" y="92869"/>
                  </a:lnTo>
                  <a:lnTo>
                    <a:pt x="159830" y="14859"/>
                  </a:lnTo>
                  <a:lnTo>
                    <a:pt x="80010" y="0"/>
                  </a:lnTo>
                  <a:close/>
                </a:path>
              </a:pathLst>
            </a:custGeom>
            <a:solidFill>
              <a:srgbClr val="58150D"/>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76" name="Google Shape;4576;p100"/>
            <p:cNvSpPr/>
            <p:nvPr/>
          </p:nvSpPr>
          <p:spPr>
            <a:xfrm>
              <a:off x="6013799" y="3162300"/>
              <a:ext cx="80295" cy="158877"/>
            </a:xfrm>
            <a:custGeom>
              <a:avLst/>
              <a:gdLst/>
              <a:ahLst/>
              <a:cxnLst/>
              <a:rect l="l" t="t" r="r" b="b"/>
              <a:pathLst>
                <a:path w="80295" h="158877" extrusionOk="0">
                  <a:moveTo>
                    <a:pt x="80010" y="0"/>
                  </a:moveTo>
                  <a:lnTo>
                    <a:pt x="0" y="42196"/>
                  </a:lnTo>
                  <a:lnTo>
                    <a:pt x="0" y="158877"/>
                  </a:lnTo>
                  <a:lnTo>
                    <a:pt x="80296" y="136303"/>
                  </a:lnTo>
                  <a:lnTo>
                    <a:pt x="80010" y="0"/>
                  </a:lnTo>
                  <a:close/>
                </a:path>
              </a:pathLst>
            </a:custGeom>
            <a:solidFill>
              <a:srgbClr val="7B1D13"/>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77" name="Google Shape;4577;p100"/>
            <p:cNvSpPr/>
            <p:nvPr/>
          </p:nvSpPr>
          <p:spPr>
            <a:xfrm>
              <a:off x="6014084" y="3362801"/>
              <a:ext cx="79914" cy="134302"/>
            </a:xfrm>
            <a:custGeom>
              <a:avLst/>
              <a:gdLst/>
              <a:ahLst/>
              <a:cxnLst/>
              <a:rect l="l" t="t" r="r" b="b"/>
              <a:pathLst>
                <a:path w="79914" h="134302" extrusionOk="0">
                  <a:moveTo>
                    <a:pt x="79915" y="0"/>
                  </a:moveTo>
                  <a:lnTo>
                    <a:pt x="0" y="8668"/>
                  </a:lnTo>
                  <a:lnTo>
                    <a:pt x="0" y="125158"/>
                  </a:lnTo>
                  <a:lnTo>
                    <a:pt x="79915" y="134303"/>
                  </a:lnTo>
                  <a:lnTo>
                    <a:pt x="79915" y="0"/>
                  </a:lnTo>
                  <a:close/>
                </a:path>
              </a:pathLst>
            </a:custGeom>
            <a:solidFill>
              <a:srgbClr val="7B1D13"/>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78" name="Google Shape;4578;p100"/>
            <p:cNvSpPr/>
            <p:nvPr/>
          </p:nvSpPr>
          <p:spPr>
            <a:xfrm>
              <a:off x="6014084" y="3539394"/>
              <a:ext cx="79914" cy="156305"/>
            </a:xfrm>
            <a:custGeom>
              <a:avLst/>
              <a:gdLst/>
              <a:ahLst/>
              <a:cxnLst/>
              <a:rect l="l" t="t" r="r" b="b"/>
              <a:pathLst>
                <a:path w="79914" h="156305" extrusionOk="0">
                  <a:moveTo>
                    <a:pt x="79915" y="20002"/>
                  </a:moveTo>
                  <a:lnTo>
                    <a:pt x="0" y="0"/>
                  </a:lnTo>
                  <a:lnTo>
                    <a:pt x="0" y="114491"/>
                  </a:lnTo>
                  <a:lnTo>
                    <a:pt x="79915" y="156305"/>
                  </a:lnTo>
                  <a:lnTo>
                    <a:pt x="79915" y="20002"/>
                  </a:lnTo>
                  <a:close/>
                </a:path>
              </a:pathLst>
            </a:custGeom>
            <a:solidFill>
              <a:srgbClr val="7B1D13"/>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79" name="Google Shape;4579;p100"/>
            <p:cNvSpPr/>
            <p:nvPr/>
          </p:nvSpPr>
          <p:spPr>
            <a:xfrm>
              <a:off x="6093999" y="3539299"/>
              <a:ext cx="79914" cy="156305"/>
            </a:xfrm>
            <a:custGeom>
              <a:avLst/>
              <a:gdLst/>
              <a:ahLst/>
              <a:cxnLst/>
              <a:rect l="l" t="t" r="r" b="b"/>
              <a:pathLst>
                <a:path w="79914" h="156305" extrusionOk="0">
                  <a:moveTo>
                    <a:pt x="79915" y="0"/>
                  </a:moveTo>
                  <a:lnTo>
                    <a:pt x="0" y="20002"/>
                  </a:lnTo>
                  <a:lnTo>
                    <a:pt x="0" y="156305"/>
                  </a:lnTo>
                  <a:lnTo>
                    <a:pt x="79915" y="114490"/>
                  </a:lnTo>
                  <a:lnTo>
                    <a:pt x="79915" y="0"/>
                  </a:lnTo>
                  <a:close/>
                </a:path>
              </a:pathLst>
            </a:custGeom>
            <a:solidFill>
              <a:srgbClr val="E2544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80" name="Google Shape;4580;p100"/>
            <p:cNvSpPr/>
            <p:nvPr/>
          </p:nvSpPr>
          <p:spPr>
            <a:xfrm>
              <a:off x="6093999" y="3362801"/>
              <a:ext cx="79914" cy="134302"/>
            </a:xfrm>
            <a:custGeom>
              <a:avLst/>
              <a:gdLst/>
              <a:ahLst/>
              <a:cxnLst/>
              <a:rect l="l" t="t" r="r" b="b"/>
              <a:pathLst>
                <a:path w="79914" h="134302" extrusionOk="0">
                  <a:moveTo>
                    <a:pt x="0" y="0"/>
                  </a:moveTo>
                  <a:lnTo>
                    <a:pt x="79915" y="8668"/>
                  </a:lnTo>
                  <a:lnTo>
                    <a:pt x="79915" y="125158"/>
                  </a:lnTo>
                  <a:lnTo>
                    <a:pt x="0" y="134303"/>
                  </a:lnTo>
                  <a:lnTo>
                    <a:pt x="0" y="0"/>
                  </a:lnTo>
                  <a:close/>
                </a:path>
              </a:pathLst>
            </a:custGeom>
            <a:solidFill>
              <a:srgbClr val="E2544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81" name="Google Shape;4581;p100"/>
            <p:cNvSpPr/>
            <p:nvPr/>
          </p:nvSpPr>
          <p:spPr>
            <a:xfrm>
              <a:off x="6093809" y="3162300"/>
              <a:ext cx="80009" cy="158877"/>
            </a:xfrm>
            <a:custGeom>
              <a:avLst/>
              <a:gdLst/>
              <a:ahLst/>
              <a:cxnLst/>
              <a:rect l="l" t="t" r="r" b="b"/>
              <a:pathLst>
                <a:path w="80009" h="158877" extrusionOk="0">
                  <a:moveTo>
                    <a:pt x="0" y="0"/>
                  </a:moveTo>
                  <a:lnTo>
                    <a:pt x="80010" y="42196"/>
                  </a:lnTo>
                  <a:lnTo>
                    <a:pt x="80010" y="158877"/>
                  </a:lnTo>
                  <a:lnTo>
                    <a:pt x="0" y="136684"/>
                  </a:lnTo>
                  <a:lnTo>
                    <a:pt x="0" y="0"/>
                  </a:lnTo>
                  <a:close/>
                </a:path>
              </a:pathLst>
            </a:custGeom>
            <a:solidFill>
              <a:srgbClr val="E2544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grpSp>
      <p:sp>
        <p:nvSpPr>
          <p:cNvPr id="4582" name="Google Shape;4582;p100"/>
          <p:cNvSpPr/>
          <p:nvPr/>
        </p:nvSpPr>
        <p:spPr>
          <a:xfrm>
            <a:off x="2831429" y="4102375"/>
            <a:ext cx="289428" cy="300038"/>
          </a:xfrm>
          <a:custGeom>
            <a:avLst/>
            <a:gdLst/>
            <a:ahLst/>
            <a:cxnLst/>
            <a:rect l="l" t="t" r="r" b="b"/>
            <a:pathLst>
              <a:path w="514538" h="533400" extrusionOk="0">
                <a:moveTo>
                  <a:pt x="514445" y="291751"/>
                </a:moveTo>
                <a:cubicBezTo>
                  <a:pt x="511397" y="276511"/>
                  <a:pt x="496348" y="261842"/>
                  <a:pt x="464725" y="243459"/>
                </a:cubicBezTo>
                <a:lnTo>
                  <a:pt x="484251" y="98679"/>
                </a:lnTo>
                <a:cubicBezTo>
                  <a:pt x="484442" y="98012"/>
                  <a:pt x="484537" y="97441"/>
                  <a:pt x="484632" y="96869"/>
                </a:cubicBezTo>
                <a:lnTo>
                  <a:pt x="485204" y="92297"/>
                </a:lnTo>
                <a:lnTo>
                  <a:pt x="485204" y="91821"/>
                </a:lnTo>
                <a:cubicBezTo>
                  <a:pt x="485299" y="91154"/>
                  <a:pt x="485299" y="90392"/>
                  <a:pt x="485204" y="89726"/>
                </a:cubicBezTo>
                <a:cubicBezTo>
                  <a:pt x="485013" y="63532"/>
                  <a:pt x="457105" y="40577"/>
                  <a:pt x="404336" y="23432"/>
                </a:cubicBezTo>
                <a:cubicBezTo>
                  <a:pt x="358426" y="8573"/>
                  <a:pt x="299561" y="0"/>
                  <a:pt x="242602" y="0"/>
                </a:cubicBezTo>
                <a:cubicBezTo>
                  <a:pt x="185642" y="0"/>
                  <a:pt x="126778" y="8573"/>
                  <a:pt x="80867" y="23432"/>
                </a:cubicBezTo>
                <a:cubicBezTo>
                  <a:pt x="28004" y="40577"/>
                  <a:pt x="0" y="63627"/>
                  <a:pt x="0" y="89916"/>
                </a:cubicBezTo>
                <a:lnTo>
                  <a:pt x="0" y="91916"/>
                </a:lnTo>
                <a:lnTo>
                  <a:pt x="667" y="96203"/>
                </a:lnTo>
                <a:cubicBezTo>
                  <a:pt x="667" y="96203"/>
                  <a:pt x="667" y="96679"/>
                  <a:pt x="667" y="96965"/>
                </a:cubicBezTo>
                <a:lnTo>
                  <a:pt x="50864" y="468059"/>
                </a:lnTo>
                <a:cubicBezTo>
                  <a:pt x="53245" y="519684"/>
                  <a:pt x="177070" y="533400"/>
                  <a:pt x="242411" y="533400"/>
                </a:cubicBezTo>
                <a:cubicBezTo>
                  <a:pt x="243173" y="533400"/>
                  <a:pt x="243935" y="533400"/>
                  <a:pt x="244602" y="533400"/>
                </a:cubicBezTo>
                <a:cubicBezTo>
                  <a:pt x="281654" y="533400"/>
                  <a:pt x="318706" y="529400"/>
                  <a:pt x="354806" y="521589"/>
                </a:cubicBezTo>
                <a:cubicBezTo>
                  <a:pt x="366903" y="519017"/>
                  <a:pt x="378809" y="515493"/>
                  <a:pt x="390525" y="511112"/>
                </a:cubicBezTo>
                <a:cubicBezTo>
                  <a:pt x="418624" y="500063"/>
                  <a:pt x="433292" y="485585"/>
                  <a:pt x="434054" y="468059"/>
                </a:cubicBezTo>
                <a:lnTo>
                  <a:pt x="453771" y="322231"/>
                </a:lnTo>
                <a:cubicBezTo>
                  <a:pt x="464058" y="324136"/>
                  <a:pt x="472059" y="324803"/>
                  <a:pt x="478346" y="324803"/>
                </a:cubicBezTo>
                <a:cubicBezTo>
                  <a:pt x="492538" y="324803"/>
                  <a:pt x="502253" y="321469"/>
                  <a:pt x="508064" y="314516"/>
                </a:cubicBezTo>
                <a:cubicBezTo>
                  <a:pt x="513398" y="308229"/>
                  <a:pt x="515588" y="299942"/>
                  <a:pt x="514064" y="291751"/>
                </a:cubicBezTo>
                <a:close/>
                <a:moveTo>
                  <a:pt x="448723" y="90488"/>
                </a:moveTo>
                <a:cubicBezTo>
                  <a:pt x="448723" y="90488"/>
                  <a:pt x="448437" y="91059"/>
                  <a:pt x="448247" y="91345"/>
                </a:cubicBezTo>
                <a:cubicBezTo>
                  <a:pt x="444913" y="96869"/>
                  <a:pt x="429768" y="108109"/>
                  <a:pt x="390716" y="118586"/>
                </a:cubicBezTo>
                <a:cubicBezTo>
                  <a:pt x="352425" y="128969"/>
                  <a:pt x="303848" y="134874"/>
                  <a:pt x="252984" y="135636"/>
                </a:cubicBezTo>
                <a:cubicBezTo>
                  <a:pt x="249555" y="135636"/>
                  <a:pt x="246221" y="135636"/>
                  <a:pt x="242792" y="135636"/>
                </a:cubicBezTo>
                <a:cubicBezTo>
                  <a:pt x="242030" y="135636"/>
                  <a:pt x="241173" y="135636"/>
                  <a:pt x="240411" y="135636"/>
                </a:cubicBezTo>
                <a:cubicBezTo>
                  <a:pt x="237744" y="135636"/>
                  <a:pt x="235172" y="135636"/>
                  <a:pt x="232505" y="135636"/>
                </a:cubicBezTo>
                <a:cubicBezTo>
                  <a:pt x="229838" y="135636"/>
                  <a:pt x="227171" y="135541"/>
                  <a:pt x="224600" y="135446"/>
                </a:cubicBezTo>
                <a:cubicBezTo>
                  <a:pt x="223837" y="135446"/>
                  <a:pt x="223171" y="135446"/>
                  <a:pt x="222409" y="135446"/>
                </a:cubicBezTo>
                <a:cubicBezTo>
                  <a:pt x="219075" y="135446"/>
                  <a:pt x="215741" y="135255"/>
                  <a:pt x="212408" y="135065"/>
                </a:cubicBezTo>
                <a:cubicBezTo>
                  <a:pt x="212408" y="135065"/>
                  <a:pt x="212408" y="135065"/>
                  <a:pt x="212408" y="135065"/>
                </a:cubicBezTo>
                <a:cubicBezTo>
                  <a:pt x="168974" y="133255"/>
                  <a:pt x="128016" y="127540"/>
                  <a:pt x="94869" y="118681"/>
                </a:cubicBezTo>
                <a:cubicBezTo>
                  <a:pt x="86297" y="116395"/>
                  <a:pt x="78867" y="114014"/>
                  <a:pt x="72485" y="111728"/>
                </a:cubicBezTo>
                <a:cubicBezTo>
                  <a:pt x="72104" y="111633"/>
                  <a:pt x="71723" y="111443"/>
                  <a:pt x="71342" y="111347"/>
                </a:cubicBezTo>
                <a:cubicBezTo>
                  <a:pt x="71152" y="111347"/>
                  <a:pt x="70961" y="111157"/>
                  <a:pt x="70771" y="111157"/>
                </a:cubicBezTo>
                <a:cubicBezTo>
                  <a:pt x="66294" y="109538"/>
                  <a:pt x="62294" y="107823"/>
                  <a:pt x="58769" y="106204"/>
                </a:cubicBezTo>
                <a:cubicBezTo>
                  <a:pt x="44387" y="99632"/>
                  <a:pt x="38290" y="93726"/>
                  <a:pt x="36862" y="90583"/>
                </a:cubicBezTo>
                <a:lnTo>
                  <a:pt x="36671" y="89440"/>
                </a:lnTo>
                <a:cubicBezTo>
                  <a:pt x="38005" y="84582"/>
                  <a:pt x="52959" y="71057"/>
                  <a:pt x="92393" y="58103"/>
                </a:cubicBezTo>
                <a:cubicBezTo>
                  <a:pt x="134969" y="44101"/>
                  <a:pt x="188309" y="36386"/>
                  <a:pt x="242792" y="36386"/>
                </a:cubicBezTo>
                <a:cubicBezTo>
                  <a:pt x="297275" y="36386"/>
                  <a:pt x="350615" y="44101"/>
                  <a:pt x="393192" y="58103"/>
                </a:cubicBezTo>
                <a:cubicBezTo>
                  <a:pt x="433197" y="71247"/>
                  <a:pt x="447675" y="84582"/>
                  <a:pt x="448913" y="89535"/>
                </a:cubicBezTo>
                <a:lnTo>
                  <a:pt x="448913" y="90583"/>
                </a:lnTo>
                <a:close/>
                <a:moveTo>
                  <a:pt x="88678" y="154496"/>
                </a:moveTo>
                <a:cubicBezTo>
                  <a:pt x="100394" y="157544"/>
                  <a:pt x="113062" y="160211"/>
                  <a:pt x="126397" y="162497"/>
                </a:cubicBezTo>
                <a:cubicBezTo>
                  <a:pt x="127921" y="162782"/>
                  <a:pt x="129445" y="163068"/>
                  <a:pt x="131064" y="163259"/>
                </a:cubicBezTo>
                <a:cubicBezTo>
                  <a:pt x="132017" y="163449"/>
                  <a:pt x="132969" y="163544"/>
                  <a:pt x="133922" y="163735"/>
                </a:cubicBezTo>
                <a:cubicBezTo>
                  <a:pt x="139637" y="164687"/>
                  <a:pt x="145542" y="165449"/>
                  <a:pt x="151543" y="166306"/>
                </a:cubicBezTo>
                <a:cubicBezTo>
                  <a:pt x="151638" y="166306"/>
                  <a:pt x="151733" y="166306"/>
                  <a:pt x="151924" y="166306"/>
                </a:cubicBezTo>
                <a:cubicBezTo>
                  <a:pt x="155067" y="166688"/>
                  <a:pt x="158210" y="167069"/>
                  <a:pt x="161354" y="167450"/>
                </a:cubicBezTo>
                <a:cubicBezTo>
                  <a:pt x="161354" y="167450"/>
                  <a:pt x="161544" y="167450"/>
                  <a:pt x="161544" y="167450"/>
                </a:cubicBezTo>
                <a:cubicBezTo>
                  <a:pt x="164687" y="167831"/>
                  <a:pt x="167735" y="168116"/>
                  <a:pt x="170879" y="168402"/>
                </a:cubicBezTo>
                <a:cubicBezTo>
                  <a:pt x="171545" y="168402"/>
                  <a:pt x="172212" y="168497"/>
                  <a:pt x="172879" y="168593"/>
                </a:cubicBezTo>
                <a:cubicBezTo>
                  <a:pt x="174879" y="168783"/>
                  <a:pt x="176879" y="168974"/>
                  <a:pt x="178975" y="169164"/>
                </a:cubicBezTo>
                <a:cubicBezTo>
                  <a:pt x="180594" y="169259"/>
                  <a:pt x="182118" y="169450"/>
                  <a:pt x="183737" y="169545"/>
                </a:cubicBezTo>
                <a:cubicBezTo>
                  <a:pt x="184214" y="169545"/>
                  <a:pt x="184595" y="169545"/>
                  <a:pt x="185071" y="169640"/>
                </a:cubicBezTo>
                <a:cubicBezTo>
                  <a:pt x="204121" y="171164"/>
                  <a:pt x="223552" y="171926"/>
                  <a:pt x="242887" y="171926"/>
                </a:cubicBezTo>
                <a:cubicBezTo>
                  <a:pt x="297752" y="171926"/>
                  <a:pt x="353949" y="165544"/>
                  <a:pt x="397002" y="154400"/>
                </a:cubicBezTo>
                <a:cubicBezTo>
                  <a:pt x="414623" y="149828"/>
                  <a:pt x="429673" y="144685"/>
                  <a:pt x="442055" y="138875"/>
                </a:cubicBezTo>
                <a:lnTo>
                  <a:pt x="423386" y="276701"/>
                </a:lnTo>
                <a:cubicBezTo>
                  <a:pt x="416147" y="274320"/>
                  <a:pt x="407956" y="271463"/>
                  <a:pt x="398812" y="268034"/>
                </a:cubicBezTo>
                <a:cubicBezTo>
                  <a:pt x="361379" y="254222"/>
                  <a:pt x="316802" y="235363"/>
                  <a:pt x="273558" y="214979"/>
                </a:cubicBezTo>
                <a:cubicBezTo>
                  <a:pt x="272510" y="208693"/>
                  <a:pt x="269557" y="202883"/>
                  <a:pt x="264890" y="198215"/>
                </a:cubicBezTo>
                <a:cubicBezTo>
                  <a:pt x="258985" y="192310"/>
                  <a:pt x="251174" y="189071"/>
                  <a:pt x="242792" y="189071"/>
                </a:cubicBezTo>
                <a:cubicBezTo>
                  <a:pt x="242792" y="189071"/>
                  <a:pt x="242792" y="189071"/>
                  <a:pt x="242792" y="189071"/>
                </a:cubicBezTo>
                <a:cubicBezTo>
                  <a:pt x="234506" y="189071"/>
                  <a:pt x="226600" y="192310"/>
                  <a:pt x="220694" y="198215"/>
                </a:cubicBezTo>
                <a:cubicBezTo>
                  <a:pt x="214789" y="204121"/>
                  <a:pt x="211550" y="211931"/>
                  <a:pt x="211550" y="220218"/>
                </a:cubicBezTo>
                <a:cubicBezTo>
                  <a:pt x="211550" y="237363"/>
                  <a:pt x="225647" y="251269"/>
                  <a:pt x="242792" y="251269"/>
                </a:cubicBezTo>
                <a:lnTo>
                  <a:pt x="242792" y="251269"/>
                </a:lnTo>
                <a:cubicBezTo>
                  <a:pt x="248126" y="251269"/>
                  <a:pt x="253175" y="249936"/>
                  <a:pt x="257556" y="247460"/>
                </a:cubicBezTo>
                <a:cubicBezTo>
                  <a:pt x="330994" y="282416"/>
                  <a:pt x="382429" y="302324"/>
                  <a:pt x="418338" y="313087"/>
                </a:cubicBezTo>
                <a:lnTo>
                  <a:pt x="397955" y="463677"/>
                </a:lnTo>
                <a:lnTo>
                  <a:pt x="397955" y="464915"/>
                </a:lnTo>
                <a:cubicBezTo>
                  <a:pt x="396431" y="466820"/>
                  <a:pt x="390906" y="471583"/>
                  <a:pt x="377476" y="476917"/>
                </a:cubicBezTo>
                <a:cubicBezTo>
                  <a:pt x="367570" y="480632"/>
                  <a:pt x="357378" y="483680"/>
                  <a:pt x="347091" y="485966"/>
                </a:cubicBezTo>
                <a:cubicBezTo>
                  <a:pt x="312896" y="493395"/>
                  <a:pt x="277844" y="497015"/>
                  <a:pt x="242697" y="496824"/>
                </a:cubicBezTo>
                <a:cubicBezTo>
                  <a:pt x="145828" y="496824"/>
                  <a:pt x="92393" y="473583"/>
                  <a:pt x="87535" y="465677"/>
                </a:cubicBezTo>
                <a:cubicBezTo>
                  <a:pt x="87535" y="465201"/>
                  <a:pt x="87535" y="464725"/>
                  <a:pt x="87535" y="464249"/>
                </a:cubicBezTo>
                <a:lnTo>
                  <a:pt x="87535" y="463963"/>
                </a:lnTo>
                <a:cubicBezTo>
                  <a:pt x="87535" y="463963"/>
                  <a:pt x="43529" y="138589"/>
                  <a:pt x="43529" y="138589"/>
                </a:cubicBezTo>
                <a:cubicBezTo>
                  <a:pt x="56007" y="144399"/>
                  <a:pt x="71057" y="149638"/>
                  <a:pt x="88868" y="154210"/>
                </a:cubicBezTo>
                <a:close/>
                <a:moveTo>
                  <a:pt x="468059" y="288989"/>
                </a:moveTo>
                <a:cubicBezTo>
                  <a:pt x="465487" y="288512"/>
                  <a:pt x="462439" y="287941"/>
                  <a:pt x="458915" y="287179"/>
                </a:cubicBezTo>
                <a:lnTo>
                  <a:pt x="459486" y="282988"/>
                </a:lnTo>
                <a:cubicBezTo>
                  <a:pt x="462915" y="285274"/>
                  <a:pt x="465773" y="287274"/>
                  <a:pt x="468059" y="289084"/>
                </a:cubicBezTo>
                <a:close/>
              </a:path>
            </a:pathLst>
          </a:custGeom>
          <a:solidFill>
            <a:srgbClr val="3E8624"/>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83" name="Google Shape;4583;p100"/>
          <p:cNvSpPr/>
          <p:nvPr/>
        </p:nvSpPr>
        <p:spPr>
          <a:xfrm>
            <a:off x="1241620" y="4117333"/>
            <a:ext cx="299983" cy="270141"/>
          </a:xfrm>
          <a:custGeom>
            <a:avLst/>
            <a:gdLst/>
            <a:ahLst/>
            <a:cxnLst/>
            <a:rect l="l" t="t" r="r" b="b"/>
            <a:pathLst>
              <a:path w="533304" h="480250" extrusionOk="0">
                <a:moveTo>
                  <a:pt x="524828" y="207455"/>
                </a:moveTo>
                <a:lnTo>
                  <a:pt x="423577" y="32671"/>
                </a:lnTo>
                <a:cubicBezTo>
                  <a:pt x="412147" y="13049"/>
                  <a:pt x="390906" y="0"/>
                  <a:pt x="368046" y="0"/>
                </a:cubicBezTo>
                <a:lnTo>
                  <a:pt x="165449" y="0"/>
                </a:lnTo>
                <a:cubicBezTo>
                  <a:pt x="142589" y="0"/>
                  <a:pt x="121349" y="13049"/>
                  <a:pt x="109919" y="32671"/>
                </a:cubicBezTo>
                <a:lnTo>
                  <a:pt x="8573" y="207455"/>
                </a:lnTo>
                <a:cubicBezTo>
                  <a:pt x="-2858" y="227076"/>
                  <a:pt x="-2858" y="253174"/>
                  <a:pt x="8573" y="272796"/>
                </a:cubicBezTo>
                <a:lnTo>
                  <a:pt x="109823" y="447580"/>
                </a:lnTo>
                <a:cubicBezTo>
                  <a:pt x="121253" y="467201"/>
                  <a:pt x="142494" y="480251"/>
                  <a:pt x="165354" y="480251"/>
                </a:cubicBezTo>
                <a:lnTo>
                  <a:pt x="367951" y="480251"/>
                </a:lnTo>
                <a:cubicBezTo>
                  <a:pt x="390811" y="480251"/>
                  <a:pt x="412051" y="467201"/>
                  <a:pt x="423482" y="447580"/>
                </a:cubicBezTo>
                <a:lnTo>
                  <a:pt x="524732" y="272796"/>
                </a:lnTo>
                <a:cubicBezTo>
                  <a:pt x="536162" y="253174"/>
                  <a:pt x="536162" y="227076"/>
                  <a:pt x="524732" y="207455"/>
                </a:cubicBezTo>
                <a:close/>
                <a:moveTo>
                  <a:pt x="389192" y="427958"/>
                </a:moveTo>
                <a:cubicBezTo>
                  <a:pt x="384334" y="436150"/>
                  <a:pt x="376142" y="441008"/>
                  <a:pt x="366332" y="441008"/>
                </a:cubicBezTo>
                <a:lnTo>
                  <a:pt x="165354" y="441008"/>
                </a:lnTo>
                <a:cubicBezTo>
                  <a:pt x="157163" y="441008"/>
                  <a:pt x="148971" y="436150"/>
                  <a:pt x="144113" y="427958"/>
                </a:cubicBezTo>
                <a:lnTo>
                  <a:pt x="42863" y="253174"/>
                </a:lnTo>
                <a:cubicBezTo>
                  <a:pt x="38005" y="244983"/>
                  <a:pt x="38005" y="235172"/>
                  <a:pt x="42863" y="227076"/>
                </a:cubicBezTo>
                <a:lnTo>
                  <a:pt x="144113" y="52292"/>
                </a:lnTo>
                <a:cubicBezTo>
                  <a:pt x="148971" y="44101"/>
                  <a:pt x="157163" y="39243"/>
                  <a:pt x="166973" y="39243"/>
                </a:cubicBezTo>
                <a:lnTo>
                  <a:pt x="367951" y="39243"/>
                </a:lnTo>
                <a:cubicBezTo>
                  <a:pt x="377762" y="39243"/>
                  <a:pt x="385953" y="44101"/>
                  <a:pt x="390811" y="52292"/>
                </a:cubicBezTo>
                <a:lnTo>
                  <a:pt x="492062" y="227076"/>
                </a:lnTo>
                <a:cubicBezTo>
                  <a:pt x="496919" y="235268"/>
                  <a:pt x="496919" y="245078"/>
                  <a:pt x="492062" y="253174"/>
                </a:cubicBezTo>
                <a:lnTo>
                  <a:pt x="389096" y="427958"/>
                </a:lnTo>
                <a:close/>
                <a:moveTo>
                  <a:pt x="328803" y="88201"/>
                </a:moveTo>
                <a:cubicBezTo>
                  <a:pt x="327184" y="86582"/>
                  <a:pt x="322231" y="84963"/>
                  <a:pt x="318992" y="84963"/>
                </a:cubicBezTo>
                <a:lnTo>
                  <a:pt x="165449" y="84963"/>
                </a:lnTo>
                <a:cubicBezTo>
                  <a:pt x="158877" y="84963"/>
                  <a:pt x="154019" y="89821"/>
                  <a:pt x="154019" y="98012"/>
                </a:cubicBezTo>
                <a:lnTo>
                  <a:pt x="154019" y="383953"/>
                </a:lnTo>
                <a:cubicBezTo>
                  <a:pt x="154019" y="390525"/>
                  <a:pt x="158877" y="397002"/>
                  <a:pt x="167069" y="397002"/>
                </a:cubicBezTo>
                <a:lnTo>
                  <a:pt x="379476" y="397002"/>
                </a:lnTo>
                <a:cubicBezTo>
                  <a:pt x="386048" y="397002"/>
                  <a:pt x="390906" y="392144"/>
                  <a:pt x="392525" y="383953"/>
                </a:cubicBezTo>
                <a:lnTo>
                  <a:pt x="392525" y="166688"/>
                </a:lnTo>
                <a:cubicBezTo>
                  <a:pt x="392525" y="163449"/>
                  <a:pt x="390906" y="160115"/>
                  <a:pt x="389287" y="158496"/>
                </a:cubicBezTo>
                <a:lnTo>
                  <a:pt x="328803" y="88201"/>
                </a:lnTo>
                <a:close/>
                <a:moveTo>
                  <a:pt x="328803" y="125730"/>
                </a:moveTo>
                <a:lnTo>
                  <a:pt x="356616" y="158401"/>
                </a:lnTo>
                <a:lnTo>
                  <a:pt x="327184" y="158401"/>
                </a:lnTo>
                <a:lnTo>
                  <a:pt x="328803" y="125730"/>
                </a:lnTo>
                <a:close/>
                <a:moveTo>
                  <a:pt x="366332" y="370808"/>
                </a:moveTo>
                <a:lnTo>
                  <a:pt x="178499" y="370808"/>
                </a:lnTo>
                <a:lnTo>
                  <a:pt x="178499" y="109442"/>
                </a:lnTo>
                <a:lnTo>
                  <a:pt x="304324" y="109442"/>
                </a:lnTo>
                <a:lnTo>
                  <a:pt x="304324" y="171545"/>
                </a:lnTo>
                <a:cubicBezTo>
                  <a:pt x="304324" y="178118"/>
                  <a:pt x="309182" y="184595"/>
                  <a:pt x="317373" y="184595"/>
                </a:cubicBezTo>
                <a:lnTo>
                  <a:pt x="368046" y="184595"/>
                </a:lnTo>
                <a:lnTo>
                  <a:pt x="366427" y="370808"/>
                </a:lnTo>
                <a:close/>
                <a:moveTo>
                  <a:pt x="232410" y="267938"/>
                </a:moveTo>
                <a:lnTo>
                  <a:pt x="248793" y="267938"/>
                </a:lnTo>
                <a:lnTo>
                  <a:pt x="248793" y="186214"/>
                </a:lnTo>
                <a:lnTo>
                  <a:pt x="238982" y="186214"/>
                </a:lnTo>
                <a:lnTo>
                  <a:pt x="237363" y="187833"/>
                </a:lnTo>
                <a:cubicBezTo>
                  <a:pt x="234125" y="192691"/>
                  <a:pt x="227552" y="196025"/>
                  <a:pt x="220980" y="197644"/>
                </a:cubicBezTo>
                <a:lnTo>
                  <a:pt x="219361" y="197644"/>
                </a:lnTo>
                <a:lnTo>
                  <a:pt x="219361" y="209074"/>
                </a:lnTo>
                <a:lnTo>
                  <a:pt x="230791" y="209074"/>
                </a:lnTo>
                <a:lnTo>
                  <a:pt x="232410" y="267843"/>
                </a:lnTo>
                <a:close/>
                <a:moveTo>
                  <a:pt x="292799" y="186214"/>
                </a:moveTo>
                <a:cubicBezTo>
                  <a:pt x="278130" y="184595"/>
                  <a:pt x="266700" y="196025"/>
                  <a:pt x="264986" y="210693"/>
                </a:cubicBezTo>
                <a:lnTo>
                  <a:pt x="264986" y="241744"/>
                </a:lnTo>
                <a:cubicBezTo>
                  <a:pt x="263366" y="256413"/>
                  <a:pt x="273177" y="267843"/>
                  <a:pt x="287846" y="269558"/>
                </a:cubicBezTo>
                <a:lnTo>
                  <a:pt x="292703" y="269558"/>
                </a:lnTo>
                <a:cubicBezTo>
                  <a:pt x="307372" y="271177"/>
                  <a:pt x="318802" y="259747"/>
                  <a:pt x="320516" y="245078"/>
                </a:cubicBezTo>
                <a:lnTo>
                  <a:pt x="320516" y="214027"/>
                </a:lnTo>
                <a:cubicBezTo>
                  <a:pt x="322136" y="199358"/>
                  <a:pt x="312325" y="187928"/>
                  <a:pt x="297656" y="186214"/>
                </a:cubicBezTo>
                <a:cubicBezTo>
                  <a:pt x="296037" y="186214"/>
                  <a:pt x="294418" y="186214"/>
                  <a:pt x="292799" y="186214"/>
                </a:cubicBezTo>
                <a:close/>
                <a:moveTo>
                  <a:pt x="283083" y="215646"/>
                </a:moveTo>
                <a:cubicBezTo>
                  <a:pt x="283083" y="202597"/>
                  <a:pt x="286322" y="200978"/>
                  <a:pt x="294513" y="200978"/>
                </a:cubicBezTo>
                <a:cubicBezTo>
                  <a:pt x="302705" y="200978"/>
                  <a:pt x="305943" y="202597"/>
                  <a:pt x="305943" y="215646"/>
                </a:cubicBezTo>
                <a:lnTo>
                  <a:pt x="305943" y="238506"/>
                </a:lnTo>
                <a:cubicBezTo>
                  <a:pt x="305943" y="251555"/>
                  <a:pt x="302705" y="253174"/>
                  <a:pt x="294513" y="253174"/>
                </a:cubicBezTo>
                <a:cubicBezTo>
                  <a:pt x="286322" y="253174"/>
                  <a:pt x="283083" y="251555"/>
                  <a:pt x="283083" y="238506"/>
                </a:cubicBezTo>
                <a:lnTo>
                  <a:pt x="283083" y="215646"/>
                </a:lnTo>
                <a:close/>
                <a:moveTo>
                  <a:pt x="247079" y="277654"/>
                </a:moveTo>
                <a:cubicBezTo>
                  <a:pt x="232410" y="276035"/>
                  <a:pt x="220980" y="287465"/>
                  <a:pt x="219266" y="302133"/>
                </a:cubicBezTo>
                <a:lnTo>
                  <a:pt x="219266" y="333185"/>
                </a:lnTo>
                <a:cubicBezTo>
                  <a:pt x="217646" y="347853"/>
                  <a:pt x="227457" y="359283"/>
                  <a:pt x="242126" y="360998"/>
                </a:cubicBezTo>
                <a:lnTo>
                  <a:pt x="246983" y="360998"/>
                </a:lnTo>
                <a:cubicBezTo>
                  <a:pt x="261652" y="360998"/>
                  <a:pt x="273082" y="351187"/>
                  <a:pt x="274796" y="336518"/>
                </a:cubicBezTo>
                <a:lnTo>
                  <a:pt x="274796" y="305467"/>
                </a:lnTo>
                <a:cubicBezTo>
                  <a:pt x="276416" y="290798"/>
                  <a:pt x="266605" y="279368"/>
                  <a:pt x="251936" y="277654"/>
                </a:cubicBezTo>
                <a:lnTo>
                  <a:pt x="247079" y="277654"/>
                </a:lnTo>
                <a:close/>
                <a:moveTo>
                  <a:pt x="237268" y="308705"/>
                </a:moveTo>
                <a:cubicBezTo>
                  <a:pt x="237268" y="295656"/>
                  <a:pt x="240506" y="294037"/>
                  <a:pt x="248698" y="294037"/>
                </a:cubicBezTo>
                <a:cubicBezTo>
                  <a:pt x="256889" y="294037"/>
                  <a:pt x="260128" y="295656"/>
                  <a:pt x="260128" y="308705"/>
                </a:cubicBezTo>
                <a:lnTo>
                  <a:pt x="260128" y="331565"/>
                </a:lnTo>
                <a:cubicBezTo>
                  <a:pt x="260128" y="344615"/>
                  <a:pt x="256889" y="346234"/>
                  <a:pt x="248698" y="346234"/>
                </a:cubicBezTo>
                <a:cubicBezTo>
                  <a:pt x="240506" y="346234"/>
                  <a:pt x="237268" y="344615"/>
                  <a:pt x="237268" y="331565"/>
                </a:cubicBezTo>
                <a:lnTo>
                  <a:pt x="237268" y="308705"/>
                </a:lnTo>
                <a:close/>
                <a:moveTo>
                  <a:pt x="300990" y="279368"/>
                </a:moveTo>
                <a:cubicBezTo>
                  <a:pt x="297751" y="284226"/>
                  <a:pt x="291179" y="287560"/>
                  <a:pt x="284607" y="289179"/>
                </a:cubicBezTo>
                <a:lnTo>
                  <a:pt x="282988" y="289179"/>
                </a:lnTo>
                <a:lnTo>
                  <a:pt x="282988" y="300609"/>
                </a:lnTo>
                <a:lnTo>
                  <a:pt x="294418" y="300609"/>
                </a:lnTo>
                <a:lnTo>
                  <a:pt x="294418" y="361093"/>
                </a:lnTo>
                <a:lnTo>
                  <a:pt x="310801" y="361093"/>
                </a:lnTo>
                <a:lnTo>
                  <a:pt x="310801" y="279368"/>
                </a:lnTo>
                <a:lnTo>
                  <a:pt x="300990" y="279368"/>
                </a:lnTo>
                <a:close/>
              </a:path>
            </a:pathLst>
          </a:custGeom>
          <a:solidFill>
            <a:srgbClr val="027FD9"/>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400">
              <a:solidFill>
                <a:srgbClr val="262626"/>
              </a:solidFill>
              <a:latin typeface="Arial"/>
              <a:ea typeface="Arial"/>
              <a:cs typeface="Arial"/>
              <a:sym typeface="Arial"/>
            </a:endParaRPr>
          </a:p>
        </p:txBody>
      </p:sp>
      <p:sp>
        <p:nvSpPr>
          <p:cNvPr id="4584" name="Google Shape;4584;p100"/>
          <p:cNvSpPr/>
          <p:nvPr/>
        </p:nvSpPr>
        <p:spPr>
          <a:xfrm>
            <a:off x="2035614" y="4117331"/>
            <a:ext cx="299983" cy="270141"/>
          </a:xfrm>
          <a:custGeom>
            <a:avLst/>
            <a:gdLst/>
            <a:ahLst/>
            <a:cxnLst/>
            <a:rect l="l" t="t" r="r" b="b"/>
            <a:pathLst>
              <a:path w="533304" h="480250" extrusionOk="0">
                <a:moveTo>
                  <a:pt x="524828" y="207455"/>
                </a:moveTo>
                <a:lnTo>
                  <a:pt x="423577" y="32671"/>
                </a:lnTo>
                <a:cubicBezTo>
                  <a:pt x="412147" y="13049"/>
                  <a:pt x="390906" y="0"/>
                  <a:pt x="368046" y="0"/>
                </a:cubicBezTo>
                <a:lnTo>
                  <a:pt x="165449" y="0"/>
                </a:lnTo>
                <a:cubicBezTo>
                  <a:pt x="142589" y="0"/>
                  <a:pt x="121349" y="13049"/>
                  <a:pt x="109919" y="32671"/>
                </a:cubicBezTo>
                <a:lnTo>
                  <a:pt x="8573" y="207455"/>
                </a:lnTo>
                <a:cubicBezTo>
                  <a:pt x="-2858" y="227076"/>
                  <a:pt x="-2858" y="253174"/>
                  <a:pt x="8573" y="272796"/>
                </a:cubicBezTo>
                <a:lnTo>
                  <a:pt x="109823" y="447580"/>
                </a:lnTo>
                <a:cubicBezTo>
                  <a:pt x="121253" y="467201"/>
                  <a:pt x="142494" y="480251"/>
                  <a:pt x="165354" y="480251"/>
                </a:cubicBezTo>
                <a:lnTo>
                  <a:pt x="367951" y="480251"/>
                </a:lnTo>
                <a:cubicBezTo>
                  <a:pt x="390811" y="480251"/>
                  <a:pt x="412051" y="467201"/>
                  <a:pt x="423482" y="447580"/>
                </a:cubicBezTo>
                <a:lnTo>
                  <a:pt x="524732" y="272796"/>
                </a:lnTo>
                <a:cubicBezTo>
                  <a:pt x="536162" y="253174"/>
                  <a:pt x="536162" y="227076"/>
                  <a:pt x="524732" y="207455"/>
                </a:cubicBezTo>
                <a:close/>
                <a:moveTo>
                  <a:pt x="389192" y="427958"/>
                </a:moveTo>
                <a:cubicBezTo>
                  <a:pt x="384334" y="436150"/>
                  <a:pt x="376142" y="441008"/>
                  <a:pt x="366332" y="441008"/>
                </a:cubicBezTo>
                <a:lnTo>
                  <a:pt x="165354" y="441008"/>
                </a:lnTo>
                <a:cubicBezTo>
                  <a:pt x="157163" y="441008"/>
                  <a:pt x="148971" y="436150"/>
                  <a:pt x="144113" y="427958"/>
                </a:cubicBezTo>
                <a:lnTo>
                  <a:pt x="42863" y="253174"/>
                </a:lnTo>
                <a:cubicBezTo>
                  <a:pt x="38005" y="244983"/>
                  <a:pt x="38005" y="235172"/>
                  <a:pt x="42863" y="227076"/>
                </a:cubicBezTo>
                <a:lnTo>
                  <a:pt x="144113" y="52292"/>
                </a:lnTo>
                <a:cubicBezTo>
                  <a:pt x="148971" y="44101"/>
                  <a:pt x="157163" y="39243"/>
                  <a:pt x="166973" y="39243"/>
                </a:cubicBezTo>
                <a:lnTo>
                  <a:pt x="367951" y="39243"/>
                </a:lnTo>
                <a:cubicBezTo>
                  <a:pt x="377762" y="39243"/>
                  <a:pt x="385953" y="44101"/>
                  <a:pt x="390811" y="52292"/>
                </a:cubicBezTo>
                <a:lnTo>
                  <a:pt x="492062" y="227076"/>
                </a:lnTo>
                <a:cubicBezTo>
                  <a:pt x="496919" y="235268"/>
                  <a:pt x="496919" y="245078"/>
                  <a:pt x="492062" y="253174"/>
                </a:cubicBezTo>
                <a:lnTo>
                  <a:pt x="389096" y="427958"/>
                </a:lnTo>
                <a:close/>
                <a:moveTo>
                  <a:pt x="219361" y="197644"/>
                </a:moveTo>
                <a:lnTo>
                  <a:pt x="170307" y="197644"/>
                </a:lnTo>
                <a:cubicBezTo>
                  <a:pt x="165449" y="197644"/>
                  <a:pt x="162116" y="194405"/>
                  <a:pt x="162116" y="189452"/>
                </a:cubicBezTo>
                <a:cubicBezTo>
                  <a:pt x="162116" y="184499"/>
                  <a:pt x="165354" y="181261"/>
                  <a:pt x="170307" y="181261"/>
                </a:cubicBezTo>
                <a:lnTo>
                  <a:pt x="219361" y="181261"/>
                </a:lnTo>
                <a:cubicBezTo>
                  <a:pt x="224219" y="181261"/>
                  <a:pt x="227552" y="184499"/>
                  <a:pt x="227552" y="189452"/>
                </a:cubicBezTo>
                <a:lnTo>
                  <a:pt x="227552" y="189452"/>
                </a:lnTo>
                <a:cubicBezTo>
                  <a:pt x="227552" y="192691"/>
                  <a:pt x="224314" y="197644"/>
                  <a:pt x="219361" y="197644"/>
                </a:cubicBezTo>
                <a:close/>
                <a:moveTo>
                  <a:pt x="219361" y="316897"/>
                </a:moveTo>
                <a:lnTo>
                  <a:pt x="170307" y="316897"/>
                </a:lnTo>
                <a:cubicBezTo>
                  <a:pt x="165449" y="316897"/>
                  <a:pt x="162116" y="313658"/>
                  <a:pt x="162116" y="308705"/>
                </a:cubicBezTo>
                <a:lnTo>
                  <a:pt x="162116" y="308705"/>
                </a:lnTo>
                <a:cubicBezTo>
                  <a:pt x="162116" y="303848"/>
                  <a:pt x="165354" y="300514"/>
                  <a:pt x="170307" y="300514"/>
                </a:cubicBezTo>
                <a:lnTo>
                  <a:pt x="219361" y="300514"/>
                </a:lnTo>
                <a:cubicBezTo>
                  <a:pt x="224219" y="300514"/>
                  <a:pt x="227552" y="303752"/>
                  <a:pt x="227552" y="308705"/>
                </a:cubicBezTo>
                <a:cubicBezTo>
                  <a:pt x="227552" y="311944"/>
                  <a:pt x="224314" y="316897"/>
                  <a:pt x="219361" y="316897"/>
                </a:cubicBezTo>
                <a:cubicBezTo>
                  <a:pt x="220440" y="316897"/>
                  <a:pt x="220440" y="316897"/>
                  <a:pt x="219361" y="316897"/>
                </a:cubicBezTo>
                <a:close/>
                <a:moveTo>
                  <a:pt x="374523" y="240125"/>
                </a:moveTo>
                <a:lnTo>
                  <a:pt x="158877" y="240125"/>
                </a:lnTo>
                <a:cubicBezTo>
                  <a:pt x="134398" y="240125"/>
                  <a:pt x="116395" y="220504"/>
                  <a:pt x="116395" y="197644"/>
                </a:cubicBezTo>
                <a:lnTo>
                  <a:pt x="116395" y="182975"/>
                </a:lnTo>
                <a:cubicBezTo>
                  <a:pt x="116395" y="158496"/>
                  <a:pt x="136017" y="140494"/>
                  <a:pt x="158877" y="140494"/>
                </a:cubicBezTo>
                <a:lnTo>
                  <a:pt x="376142" y="140494"/>
                </a:lnTo>
                <a:cubicBezTo>
                  <a:pt x="400622" y="140494"/>
                  <a:pt x="418624" y="160115"/>
                  <a:pt x="418624" y="182975"/>
                </a:cubicBezTo>
                <a:lnTo>
                  <a:pt x="418624" y="197644"/>
                </a:lnTo>
                <a:cubicBezTo>
                  <a:pt x="418624" y="220504"/>
                  <a:pt x="399002" y="240125"/>
                  <a:pt x="374523" y="240125"/>
                </a:cubicBezTo>
                <a:lnTo>
                  <a:pt x="374523" y="240125"/>
                </a:lnTo>
                <a:close/>
                <a:moveTo>
                  <a:pt x="158877" y="163354"/>
                </a:moveTo>
                <a:cubicBezTo>
                  <a:pt x="149066" y="163354"/>
                  <a:pt x="140875" y="171545"/>
                  <a:pt x="140875" y="181356"/>
                </a:cubicBezTo>
                <a:lnTo>
                  <a:pt x="140875" y="181356"/>
                </a:lnTo>
                <a:lnTo>
                  <a:pt x="140875" y="196025"/>
                </a:lnTo>
                <a:cubicBezTo>
                  <a:pt x="140875" y="205835"/>
                  <a:pt x="149066" y="214027"/>
                  <a:pt x="158877" y="215646"/>
                </a:cubicBezTo>
                <a:lnTo>
                  <a:pt x="376142" y="215646"/>
                </a:lnTo>
                <a:cubicBezTo>
                  <a:pt x="385953" y="215646"/>
                  <a:pt x="394145" y="207455"/>
                  <a:pt x="394145" y="197644"/>
                </a:cubicBezTo>
                <a:lnTo>
                  <a:pt x="394145" y="182975"/>
                </a:lnTo>
                <a:cubicBezTo>
                  <a:pt x="394145" y="173165"/>
                  <a:pt x="385953" y="164973"/>
                  <a:pt x="376142" y="164973"/>
                </a:cubicBezTo>
                <a:lnTo>
                  <a:pt x="158877" y="163354"/>
                </a:lnTo>
                <a:close/>
                <a:moveTo>
                  <a:pt x="374523" y="359378"/>
                </a:moveTo>
                <a:lnTo>
                  <a:pt x="158877" y="359378"/>
                </a:lnTo>
                <a:cubicBezTo>
                  <a:pt x="134398" y="359378"/>
                  <a:pt x="116395" y="339757"/>
                  <a:pt x="116395" y="316897"/>
                </a:cubicBezTo>
                <a:lnTo>
                  <a:pt x="116395" y="302228"/>
                </a:lnTo>
                <a:cubicBezTo>
                  <a:pt x="116395" y="277749"/>
                  <a:pt x="136017" y="259747"/>
                  <a:pt x="158877" y="259747"/>
                </a:cubicBezTo>
                <a:lnTo>
                  <a:pt x="376142" y="259747"/>
                </a:lnTo>
                <a:cubicBezTo>
                  <a:pt x="400622" y="259747"/>
                  <a:pt x="418624" y="279368"/>
                  <a:pt x="418624" y="302228"/>
                </a:cubicBezTo>
                <a:lnTo>
                  <a:pt x="418624" y="302228"/>
                </a:lnTo>
                <a:lnTo>
                  <a:pt x="418624" y="316897"/>
                </a:lnTo>
                <a:cubicBezTo>
                  <a:pt x="418624" y="339757"/>
                  <a:pt x="399002" y="359378"/>
                  <a:pt x="374523" y="359378"/>
                </a:cubicBezTo>
                <a:close/>
                <a:moveTo>
                  <a:pt x="158877" y="282607"/>
                </a:moveTo>
                <a:cubicBezTo>
                  <a:pt x="149066" y="282607"/>
                  <a:pt x="140875" y="290798"/>
                  <a:pt x="140875" y="300609"/>
                </a:cubicBezTo>
                <a:lnTo>
                  <a:pt x="140875" y="315278"/>
                </a:lnTo>
                <a:cubicBezTo>
                  <a:pt x="140875" y="325088"/>
                  <a:pt x="149066" y="333280"/>
                  <a:pt x="158877" y="333280"/>
                </a:cubicBezTo>
                <a:lnTo>
                  <a:pt x="376142" y="333280"/>
                </a:lnTo>
                <a:cubicBezTo>
                  <a:pt x="385953" y="333280"/>
                  <a:pt x="394145" y="325088"/>
                  <a:pt x="394145" y="315278"/>
                </a:cubicBezTo>
                <a:lnTo>
                  <a:pt x="394145" y="300609"/>
                </a:lnTo>
                <a:cubicBezTo>
                  <a:pt x="394145" y="290798"/>
                  <a:pt x="385953" y="282607"/>
                  <a:pt x="376142" y="282607"/>
                </a:cubicBezTo>
                <a:lnTo>
                  <a:pt x="158877" y="282607"/>
                </a:lnTo>
                <a:close/>
              </a:path>
            </a:pathLst>
          </a:custGeom>
          <a:solidFill>
            <a:srgbClr val="027FD9"/>
          </a:solidFill>
          <a:ln>
            <a:noFill/>
          </a:ln>
        </p:spPr>
        <p:txBody>
          <a:bodyPr spcFirstLastPara="1" wrap="square" lIns="68575" tIns="68575" rIns="68575" bIns="68575" anchor="ctr" anchorCtr="0">
            <a:noAutofit/>
          </a:bodyPr>
          <a:lstStyle/>
          <a:p>
            <a:pPr marL="0" lvl="0" indent="0" algn="l" rtl="0">
              <a:spcBef>
                <a:spcPts val="0"/>
              </a:spcBef>
              <a:spcAft>
                <a:spcPts val="0"/>
              </a:spcAft>
              <a:buNone/>
            </a:pPr>
            <a:endParaRPr/>
          </a:p>
        </p:txBody>
      </p:sp>
      <p:sp>
        <p:nvSpPr>
          <p:cNvPr id="4585" name="Google Shape;4585;p100"/>
          <p:cNvSpPr txBox="1"/>
          <p:nvPr/>
        </p:nvSpPr>
        <p:spPr>
          <a:xfrm>
            <a:off x="1194239" y="4493175"/>
            <a:ext cx="388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Microsoft</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Azure Blob</a:t>
            </a:r>
            <a:endParaRPr sz="600">
              <a:solidFill>
                <a:srgbClr val="11567F"/>
              </a:solidFill>
            </a:endParaRPr>
          </a:p>
        </p:txBody>
      </p:sp>
      <p:sp>
        <p:nvSpPr>
          <p:cNvPr id="4586" name="Google Shape;4586;p100"/>
          <p:cNvSpPr txBox="1"/>
          <p:nvPr/>
        </p:nvSpPr>
        <p:spPr>
          <a:xfrm>
            <a:off x="1989089" y="4493175"/>
            <a:ext cx="3885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GCS</a:t>
            </a:r>
            <a:endParaRPr sz="600">
              <a:solidFill>
                <a:srgbClr val="11567F"/>
              </a:solidFill>
            </a:endParaRPr>
          </a:p>
        </p:txBody>
      </p:sp>
      <p:sp>
        <p:nvSpPr>
          <p:cNvPr id="4587" name="Google Shape;4587;p100"/>
          <p:cNvSpPr txBox="1"/>
          <p:nvPr/>
        </p:nvSpPr>
        <p:spPr>
          <a:xfrm>
            <a:off x="2759633" y="4493181"/>
            <a:ext cx="432900" cy="1686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AWS S3</a:t>
            </a:r>
            <a:endParaRPr sz="600">
              <a:solidFill>
                <a:srgbClr val="11567F"/>
              </a:solidFil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rPr>
              <a:t>Bucket</a:t>
            </a:r>
            <a:endParaRPr sz="600">
              <a:solidFill>
                <a:srgbClr val="11567F"/>
              </a:solidFill>
            </a:endParaRPr>
          </a:p>
        </p:txBody>
      </p:sp>
      <p:sp>
        <p:nvSpPr>
          <p:cNvPr id="4588" name="Google Shape;4588;p100"/>
          <p:cNvSpPr txBox="1"/>
          <p:nvPr/>
        </p:nvSpPr>
        <p:spPr>
          <a:xfrm>
            <a:off x="3546664" y="4493175"/>
            <a:ext cx="443100" cy="166200"/>
          </a:xfrm>
          <a:prstGeom prst="rect">
            <a:avLst/>
          </a:prstGeom>
          <a:noFill/>
          <a:ln>
            <a:noFill/>
          </a:ln>
        </p:spPr>
        <p:txBody>
          <a:bodyPr spcFirstLastPara="1" wrap="square" lIns="0" tIns="0" rIns="0" bIns="0" anchor="t" anchorCtr="0">
            <a:spAutoFit/>
          </a:bodyPr>
          <a:lstStyle/>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S3 Data</a:t>
            </a:r>
            <a:endParaRPr sz="600">
              <a:solidFill>
                <a:srgbClr val="105780"/>
              </a:solidFill>
            </a:endParaRPr>
          </a:p>
          <a:p>
            <a:pPr marL="0" marR="0" lvl="0" indent="0" algn="ctr" rtl="0">
              <a:lnSpc>
                <a:spcPct val="90000"/>
              </a:lnSpc>
              <a:spcBef>
                <a:spcPts val="0"/>
              </a:spcBef>
              <a:spcAft>
                <a:spcPts val="0"/>
              </a:spcAft>
              <a:buClr>
                <a:srgbClr val="105780"/>
              </a:buClr>
              <a:buSzPts val="600"/>
              <a:buFont typeface="Arial"/>
              <a:buNone/>
            </a:pPr>
            <a:r>
              <a:rPr lang="en" sz="600">
                <a:solidFill>
                  <a:srgbClr val="105780"/>
                </a:solidFill>
              </a:rPr>
              <a:t>Protection</a:t>
            </a:r>
            <a:endParaRPr sz="600">
              <a:solidFill>
                <a:srgbClr val="105780"/>
              </a:solidFill>
            </a:endParaRPr>
          </a:p>
        </p:txBody>
      </p:sp>
      <p:sp>
        <p:nvSpPr>
          <p:cNvPr id="4589" name="Google Shape;4589;p100"/>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3.5.26</a:t>
            </a:r>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4593"/>
        <p:cNvGrpSpPr/>
        <p:nvPr/>
      </p:nvGrpSpPr>
      <p:grpSpPr>
        <a:xfrm>
          <a:off x="0" y="0"/>
          <a:ext cx="0" cy="0"/>
          <a:chOff x="0" y="0"/>
          <a:chExt cx="0" cy="0"/>
        </a:xfrm>
      </p:grpSpPr>
      <p:sp>
        <p:nvSpPr>
          <p:cNvPr id="4594" name="Google Shape;4594;p101"/>
          <p:cNvSpPr txBox="1">
            <a:spLocks noGrp="1"/>
          </p:cNvSpPr>
          <p:nvPr>
            <p:ph type="title"/>
          </p:nvPr>
        </p:nvSpPr>
        <p:spPr>
          <a:xfrm>
            <a:off x="365750" y="274323"/>
            <a:ext cx="8344800" cy="365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a:t>Icons:  Reference Architecture</a:t>
            </a:r>
            <a:endParaRPr/>
          </a:p>
        </p:txBody>
      </p:sp>
      <p:sp>
        <p:nvSpPr>
          <p:cNvPr id="4595" name="Google Shape;4595;p101"/>
          <p:cNvSpPr txBox="1">
            <a:spLocks noGrp="1"/>
          </p:cNvSpPr>
          <p:nvPr>
            <p:ph type="sldNum" idx="12"/>
          </p:nvPr>
        </p:nvSpPr>
        <p:spPr>
          <a:xfrm>
            <a:off x="8229600" y="4866905"/>
            <a:ext cx="473700" cy="92400"/>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80</a:t>
            </a:fld>
            <a:endParaRPr/>
          </a:p>
        </p:txBody>
      </p:sp>
      <p:sp>
        <p:nvSpPr>
          <p:cNvPr id="4596" name="Google Shape;4596;p101"/>
          <p:cNvSpPr/>
          <p:nvPr/>
        </p:nvSpPr>
        <p:spPr>
          <a:xfrm>
            <a:off x="484937" y="999406"/>
            <a:ext cx="231068" cy="278925"/>
          </a:xfrm>
          <a:custGeom>
            <a:avLst/>
            <a:gdLst/>
            <a:ahLst/>
            <a:cxnLst/>
            <a:rect l="l" t="t" r="r" b="b"/>
            <a:pathLst>
              <a:path w="132039" h="159386" extrusionOk="0">
                <a:moveTo>
                  <a:pt x="24160" y="6208"/>
                </a:moveTo>
                <a:lnTo>
                  <a:pt x="19630" y="7886"/>
                </a:lnTo>
                <a:lnTo>
                  <a:pt x="11073" y="12751"/>
                </a:lnTo>
                <a:lnTo>
                  <a:pt x="5872" y="17616"/>
                </a:lnTo>
                <a:lnTo>
                  <a:pt x="3020" y="21307"/>
                </a:lnTo>
                <a:lnTo>
                  <a:pt x="1007" y="25670"/>
                </a:lnTo>
                <a:lnTo>
                  <a:pt x="0" y="30535"/>
                </a:lnTo>
                <a:lnTo>
                  <a:pt x="0" y="33219"/>
                </a:lnTo>
                <a:lnTo>
                  <a:pt x="0" y="119623"/>
                </a:lnTo>
                <a:lnTo>
                  <a:pt x="0" y="122643"/>
                </a:lnTo>
                <a:lnTo>
                  <a:pt x="1007" y="128347"/>
                </a:lnTo>
                <a:lnTo>
                  <a:pt x="2852" y="133548"/>
                </a:lnTo>
                <a:lnTo>
                  <a:pt x="5369" y="138078"/>
                </a:lnTo>
                <a:lnTo>
                  <a:pt x="10402" y="143950"/>
                </a:lnTo>
                <a:lnTo>
                  <a:pt x="18959" y="149990"/>
                </a:lnTo>
                <a:lnTo>
                  <a:pt x="23656" y="152171"/>
                </a:lnTo>
                <a:lnTo>
                  <a:pt x="28690" y="154185"/>
                </a:lnTo>
                <a:lnTo>
                  <a:pt x="39092" y="156869"/>
                </a:lnTo>
                <a:lnTo>
                  <a:pt x="49997" y="158547"/>
                </a:lnTo>
                <a:lnTo>
                  <a:pt x="60735" y="159386"/>
                </a:lnTo>
                <a:lnTo>
                  <a:pt x="65936" y="159386"/>
                </a:lnTo>
                <a:lnTo>
                  <a:pt x="71137" y="159386"/>
                </a:lnTo>
                <a:lnTo>
                  <a:pt x="81874" y="158547"/>
                </a:lnTo>
                <a:lnTo>
                  <a:pt x="92779" y="156869"/>
                </a:lnTo>
                <a:lnTo>
                  <a:pt x="103349" y="154185"/>
                </a:lnTo>
                <a:lnTo>
                  <a:pt x="108215" y="152171"/>
                </a:lnTo>
                <a:lnTo>
                  <a:pt x="113080" y="149990"/>
                </a:lnTo>
                <a:lnTo>
                  <a:pt x="121469" y="143950"/>
                </a:lnTo>
                <a:lnTo>
                  <a:pt x="126502" y="138078"/>
                </a:lnTo>
                <a:lnTo>
                  <a:pt x="129186" y="133548"/>
                </a:lnTo>
                <a:lnTo>
                  <a:pt x="131032" y="128347"/>
                </a:lnTo>
                <a:lnTo>
                  <a:pt x="131871" y="122643"/>
                </a:lnTo>
                <a:lnTo>
                  <a:pt x="132039" y="119623"/>
                </a:lnTo>
                <a:lnTo>
                  <a:pt x="132039" y="33219"/>
                </a:lnTo>
                <a:lnTo>
                  <a:pt x="131871" y="30535"/>
                </a:lnTo>
                <a:lnTo>
                  <a:pt x="130864" y="25502"/>
                </a:lnTo>
                <a:lnTo>
                  <a:pt x="128851" y="21140"/>
                </a:lnTo>
                <a:lnTo>
                  <a:pt x="126166" y="17281"/>
                </a:lnTo>
                <a:lnTo>
                  <a:pt x="120965" y="12415"/>
                </a:lnTo>
                <a:lnTo>
                  <a:pt x="112409" y="7718"/>
                </a:lnTo>
                <a:lnTo>
                  <a:pt x="107711" y="5872"/>
                </a:lnTo>
                <a:lnTo>
                  <a:pt x="103014" y="4362"/>
                </a:lnTo>
                <a:lnTo>
                  <a:pt x="92612" y="2013"/>
                </a:lnTo>
                <a:lnTo>
                  <a:pt x="76338" y="168"/>
                </a:lnTo>
                <a:lnTo>
                  <a:pt x="65936" y="0"/>
                </a:lnTo>
                <a:lnTo>
                  <a:pt x="55534" y="168"/>
                </a:lnTo>
                <a:lnTo>
                  <a:pt x="39259" y="2181"/>
                </a:lnTo>
                <a:lnTo>
                  <a:pt x="28857" y="4530"/>
                </a:lnTo>
                <a:close/>
                <a:moveTo>
                  <a:pt x="28522" y="18623"/>
                </a:moveTo>
                <a:lnTo>
                  <a:pt x="24663" y="20301"/>
                </a:lnTo>
                <a:lnTo>
                  <a:pt x="18791" y="23656"/>
                </a:lnTo>
                <a:lnTo>
                  <a:pt x="14932" y="27347"/>
                </a:lnTo>
                <a:lnTo>
                  <a:pt x="13254" y="31206"/>
                </a:lnTo>
                <a:lnTo>
                  <a:pt x="13087" y="33219"/>
                </a:lnTo>
                <a:lnTo>
                  <a:pt x="13254" y="35400"/>
                </a:lnTo>
                <a:lnTo>
                  <a:pt x="15100" y="39427"/>
                </a:lnTo>
                <a:lnTo>
                  <a:pt x="18791" y="43118"/>
                </a:lnTo>
                <a:lnTo>
                  <a:pt x="24663" y="46474"/>
                </a:lnTo>
                <a:lnTo>
                  <a:pt x="28522" y="47984"/>
                </a:lnTo>
                <a:lnTo>
                  <a:pt x="32548" y="49326"/>
                </a:lnTo>
                <a:lnTo>
                  <a:pt x="41608" y="51171"/>
                </a:lnTo>
                <a:lnTo>
                  <a:pt x="56205" y="53017"/>
                </a:lnTo>
                <a:lnTo>
                  <a:pt x="65936" y="53185"/>
                </a:lnTo>
                <a:lnTo>
                  <a:pt x="75834" y="53017"/>
                </a:lnTo>
                <a:lnTo>
                  <a:pt x="90431" y="51171"/>
                </a:lnTo>
                <a:lnTo>
                  <a:pt x="99323" y="49326"/>
                </a:lnTo>
                <a:lnTo>
                  <a:pt x="103517" y="47984"/>
                </a:lnTo>
                <a:lnTo>
                  <a:pt x="107376" y="46474"/>
                </a:lnTo>
                <a:lnTo>
                  <a:pt x="113248" y="43118"/>
                </a:lnTo>
                <a:lnTo>
                  <a:pt x="116939" y="39427"/>
                </a:lnTo>
                <a:lnTo>
                  <a:pt x="118617" y="35400"/>
                </a:lnTo>
                <a:lnTo>
                  <a:pt x="118784" y="33219"/>
                </a:lnTo>
                <a:lnTo>
                  <a:pt x="118617" y="31038"/>
                </a:lnTo>
                <a:lnTo>
                  <a:pt x="116939" y="27012"/>
                </a:lnTo>
                <a:lnTo>
                  <a:pt x="113248" y="23321"/>
                </a:lnTo>
                <a:lnTo>
                  <a:pt x="107376" y="19965"/>
                </a:lnTo>
                <a:lnTo>
                  <a:pt x="103517" y="18455"/>
                </a:lnTo>
                <a:lnTo>
                  <a:pt x="99323" y="17113"/>
                </a:lnTo>
                <a:lnTo>
                  <a:pt x="90431" y="15100"/>
                </a:lnTo>
                <a:lnTo>
                  <a:pt x="75834" y="13422"/>
                </a:lnTo>
                <a:lnTo>
                  <a:pt x="65936" y="13254"/>
                </a:lnTo>
                <a:lnTo>
                  <a:pt x="56205" y="13422"/>
                </a:lnTo>
                <a:lnTo>
                  <a:pt x="41608" y="15268"/>
                </a:lnTo>
                <a:lnTo>
                  <a:pt x="32716" y="17281"/>
                </a:lnTo>
                <a:close/>
                <a:moveTo>
                  <a:pt x="13087" y="119623"/>
                </a:moveTo>
                <a:lnTo>
                  <a:pt x="13254" y="123146"/>
                </a:lnTo>
                <a:lnTo>
                  <a:pt x="15435" y="129186"/>
                </a:lnTo>
                <a:lnTo>
                  <a:pt x="19462" y="134220"/>
                </a:lnTo>
                <a:lnTo>
                  <a:pt x="25334" y="138246"/>
                </a:lnTo>
                <a:lnTo>
                  <a:pt x="29025" y="139924"/>
                </a:lnTo>
                <a:lnTo>
                  <a:pt x="32884" y="141602"/>
                </a:lnTo>
                <a:lnTo>
                  <a:pt x="41776" y="143950"/>
                </a:lnTo>
                <a:lnTo>
                  <a:pt x="56205" y="145964"/>
                </a:lnTo>
                <a:lnTo>
                  <a:pt x="65936" y="146131"/>
                </a:lnTo>
                <a:lnTo>
                  <a:pt x="75666" y="145964"/>
                </a:lnTo>
                <a:lnTo>
                  <a:pt x="90095" y="143950"/>
                </a:lnTo>
                <a:lnTo>
                  <a:pt x="98987" y="141602"/>
                </a:lnTo>
                <a:lnTo>
                  <a:pt x="103014" y="139924"/>
                </a:lnTo>
                <a:lnTo>
                  <a:pt x="106705" y="138246"/>
                </a:lnTo>
                <a:lnTo>
                  <a:pt x="112577" y="134220"/>
                </a:lnTo>
                <a:lnTo>
                  <a:pt x="116603" y="129186"/>
                </a:lnTo>
                <a:lnTo>
                  <a:pt x="118617" y="123146"/>
                </a:lnTo>
                <a:lnTo>
                  <a:pt x="118784" y="119623"/>
                </a:lnTo>
                <a:lnTo>
                  <a:pt x="118784" y="55198"/>
                </a:lnTo>
                <a:lnTo>
                  <a:pt x="113583" y="58218"/>
                </a:lnTo>
                <a:lnTo>
                  <a:pt x="107711" y="60567"/>
                </a:lnTo>
                <a:lnTo>
                  <a:pt x="103014" y="62077"/>
                </a:lnTo>
                <a:lnTo>
                  <a:pt x="92612" y="64425"/>
                </a:lnTo>
                <a:lnTo>
                  <a:pt x="76338" y="66271"/>
                </a:lnTo>
                <a:lnTo>
                  <a:pt x="65936" y="66439"/>
                </a:lnTo>
                <a:lnTo>
                  <a:pt x="55534" y="66271"/>
                </a:lnTo>
                <a:lnTo>
                  <a:pt x="39259" y="64425"/>
                </a:lnTo>
                <a:lnTo>
                  <a:pt x="29025" y="62077"/>
                </a:lnTo>
                <a:lnTo>
                  <a:pt x="24160" y="60567"/>
                </a:lnTo>
                <a:lnTo>
                  <a:pt x="18455" y="58218"/>
                </a:lnTo>
                <a:lnTo>
                  <a:pt x="13087" y="55198"/>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597" name="Google Shape;4597;p101"/>
          <p:cNvSpPr/>
          <p:nvPr/>
        </p:nvSpPr>
        <p:spPr>
          <a:xfrm>
            <a:off x="2022517" y="1007624"/>
            <a:ext cx="324728" cy="262484"/>
          </a:xfrm>
          <a:custGeom>
            <a:avLst/>
            <a:gdLst/>
            <a:ahLst/>
            <a:cxnLst/>
            <a:rect l="l" t="t" r="r" b="b"/>
            <a:pathLst>
              <a:path w="185559" h="149991" extrusionOk="0">
                <a:moveTo>
                  <a:pt x="0" y="29864"/>
                </a:moveTo>
                <a:lnTo>
                  <a:pt x="168" y="26844"/>
                </a:lnTo>
                <a:lnTo>
                  <a:pt x="1342" y="20972"/>
                </a:lnTo>
                <a:lnTo>
                  <a:pt x="3523" y="15603"/>
                </a:lnTo>
                <a:lnTo>
                  <a:pt x="6711" y="10906"/>
                </a:lnTo>
                <a:lnTo>
                  <a:pt x="10905" y="6711"/>
                </a:lnTo>
                <a:lnTo>
                  <a:pt x="15603" y="3524"/>
                </a:lnTo>
                <a:lnTo>
                  <a:pt x="20972" y="1343"/>
                </a:lnTo>
                <a:lnTo>
                  <a:pt x="26844" y="168"/>
                </a:lnTo>
                <a:lnTo>
                  <a:pt x="29864" y="0"/>
                </a:lnTo>
                <a:lnTo>
                  <a:pt x="155695" y="0"/>
                </a:lnTo>
                <a:lnTo>
                  <a:pt x="158714" y="168"/>
                </a:lnTo>
                <a:lnTo>
                  <a:pt x="164587" y="1343"/>
                </a:lnTo>
                <a:lnTo>
                  <a:pt x="169955" y="3524"/>
                </a:lnTo>
                <a:lnTo>
                  <a:pt x="174821" y="6711"/>
                </a:lnTo>
                <a:lnTo>
                  <a:pt x="178847" y="10906"/>
                </a:lnTo>
                <a:lnTo>
                  <a:pt x="182035" y="15603"/>
                </a:lnTo>
                <a:lnTo>
                  <a:pt x="184384" y="20972"/>
                </a:lnTo>
                <a:lnTo>
                  <a:pt x="185558" y="26844"/>
                </a:lnTo>
                <a:lnTo>
                  <a:pt x="185558" y="29864"/>
                </a:lnTo>
                <a:lnTo>
                  <a:pt x="185558" y="32884"/>
                </a:lnTo>
                <a:lnTo>
                  <a:pt x="184384" y="38756"/>
                </a:lnTo>
                <a:lnTo>
                  <a:pt x="182035" y="44125"/>
                </a:lnTo>
                <a:lnTo>
                  <a:pt x="178847" y="48991"/>
                </a:lnTo>
                <a:lnTo>
                  <a:pt x="174821" y="53017"/>
                </a:lnTo>
                <a:lnTo>
                  <a:pt x="169955" y="56205"/>
                </a:lnTo>
                <a:lnTo>
                  <a:pt x="164587" y="58554"/>
                </a:lnTo>
                <a:lnTo>
                  <a:pt x="158714" y="59728"/>
                </a:lnTo>
                <a:lnTo>
                  <a:pt x="155695" y="59728"/>
                </a:lnTo>
                <a:lnTo>
                  <a:pt x="45131" y="59728"/>
                </a:lnTo>
                <a:lnTo>
                  <a:pt x="45131" y="95464"/>
                </a:lnTo>
                <a:lnTo>
                  <a:pt x="45299" y="99323"/>
                </a:lnTo>
                <a:lnTo>
                  <a:pt x="48151" y="106034"/>
                </a:lnTo>
                <a:lnTo>
                  <a:pt x="53352" y="111235"/>
                </a:lnTo>
                <a:lnTo>
                  <a:pt x="60063" y="114087"/>
                </a:lnTo>
                <a:lnTo>
                  <a:pt x="63922" y="114255"/>
                </a:lnTo>
                <a:lnTo>
                  <a:pt x="79190" y="114255"/>
                </a:lnTo>
                <a:lnTo>
                  <a:pt x="79861" y="111738"/>
                </a:lnTo>
                <a:lnTo>
                  <a:pt x="81706" y="106873"/>
                </a:lnTo>
                <a:lnTo>
                  <a:pt x="84223" y="102511"/>
                </a:lnTo>
                <a:lnTo>
                  <a:pt x="87578" y="98820"/>
                </a:lnTo>
                <a:lnTo>
                  <a:pt x="91437" y="95464"/>
                </a:lnTo>
                <a:lnTo>
                  <a:pt x="95799" y="92947"/>
                </a:lnTo>
                <a:lnTo>
                  <a:pt x="100665" y="91270"/>
                </a:lnTo>
                <a:lnTo>
                  <a:pt x="105866" y="90263"/>
                </a:lnTo>
                <a:lnTo>
                  <a:pt x="108550" y="90263"/>
                </a:lnTo>
                <a:lnTo>
                  <a:pt x="155695" y="90263"/>
                </a:lnTo>
                <a:lnTo>
                  <a:pt x="158714" y="90263"/>
                </a:lnTo>
                <a:lnTo>
                  <a:pt x="164587" y="91437"/>
                </a:lnTo>
                <a:lnTo>
                  <a:pt x="169955" y="93786"/>
                </a:lnTo>
                <a:lnTo>
                  <a:pt x="174821" y="96974"/>
                </a:lnTo>
                <a:lnTo>
                  <a:pt x="178847" y="101001"/>
                </a:lnTo>
                <a:lnTo>
                  <a:pt x="182035" y="105866"/>
                </a:lnTo>
                <a:lnTo>
                  <a:pt x="184384" y="111235"/>
                </a:lnTo>
                <a:lnTo>
                  <a:pt x="185558" y="116939"/>
                </a:lnTo>
                <a:lnTo>
                  <a:pt x="185558" y="120127"/>
                </a:lnTo>
                <a:lnTo>
                  <a:pt x="185558" y="123147"/>
                </a:lnTo>
                <a:lnTo>
                  <a:pt x="184384" y="129019"/>
                </a:lnTo>
                <a:lnTo>
                  <a:pt x="182035" y="134388"/>
                </a:lnTo>
                <a:lnTo>
                  <a:pt x="178847" y="139085"/>
                </a:lnTo>
                <a:lnTo>
                  <a:pt x="174821" y="143112"/>
                </a:lnTo>
                <a:lnTo>
                  <a:pt x="169955" y="146300"/>
                </a:lnTo>
                <a:lnTo>
                  <a:pt x="164587" y="148648"/>
                </a:lnTo>
                <a:lnTo>
                  <a:pt x="158714" y="149823"/>
                </a:lnTo>
                <a:lnTo>
                  <a:pt x="155695" y="149991"/>
                </a:lnTo>
                <a:lnTo>
                  <a:pt x="108550" y="149991"/>
                </a:lnTo>
                <a:lnTo>
                  <a:pt x="105866" y="149823"/>
                </a:lnTo>
                <a:lnTo>
                  <a:pt x="100832" y="148984"/>
                </a:lnTo>
                <a:lnTo>
                  <a:pt x="96135" y="147306"/>
                </a:lnTo>
                <a:lnTo>
                  <a:pt x="91773" y="144790"/>
                </a:lnTo>
                <a:lnTo>
                  <a:pt x="87914" y="141770"/>
                </a:lnTo>
                <a:lnTo>
                  <a:pt x="84726" y="138079"/>
                </a:lnTo>
                <a:lnTo>
                  <a:pt x="82042" y="133884"/>
                </a:lnTo>
                <a:lnTo>
                  <a:pt x="80028" y="129354"/>
                </a:lnTo>
                <a:lnTo>
                  <a:pt x="79357" y="126838"/>
                </a:lnTo>
                <a:lnTo>
                  <a:pt x="63922" y="126838"/>
                </a:lnTo>
                <a:lnTo>
                  <a:pt x="60734" y="126838"/>
                </a:lnTo>
                <a:lnTo>
                  <a:pt x="54527" y="125496"/>
                </a:lnTo>
                <a:lnTo>
                  <a:pt x="48990" y="123147"/>
                </a:lnTo>
                <a:lnTo>
                  <a:pt x="43957" y="119791"/>
                </a:lnTo>
                <a:lnTo>
                  <a:pt x="39595" y="115429"/>
                </a:lnTo>
                <a:lnTo>
                  <a:pt x="36239" y="110396"/>
                </a:lnTo>
                <a:lnTo>
                  <a:pt x="33890" y="104859"/>
                </a:lnTo>
                <a:lnTo>
                  <a:pt x="32548" y="98652"/>
                </a:lnTo>
                <a:lnTo>
                  <a:pt x="32548" y="95464"/>
                </a:lnTo>
                <a:lnTo>
                  <a:pt x="32548" y="59728"/>
                </a:lnTo>
                <a:lnTo>
                  <a:pt x="29864" y="59728"/>
                </a:lnTo>
                <a:lnTo>
                  <a:pt x="26844" y="59728"/>
                </a:lnTo>
                <a:lnTo>
                  <a:pt x="20972" y="58554"/>
                </a:lnTo>
                <a:lnTo>
                  <a:pt x="15603" y="56205"/>
                </a:lnTo>
                <a:lnTo>
                  <a:pt x="10905" y="53017"/>
                </a:lnTo>
                <a:lnTo>
                  <a:pt x="6711" y="48991"/>
                </a:lnTo>
                <a:lnTo>
                  <a:pt x="3523" y="44125"/>
                </a:lnTo>
                <a:lnTo>
                  <a:pt x="1342" y="38756"/>
                </a:lnTo>
                <a:lnTo>
                  <a:pt x="168" y="32884"/>
                </a:lnTo>
                <a:close/>
                <a:moveTo>
                  <a:pt x="29864" y="12584"/>
                </a:moveTo>
                <a:lnTo>
                  <a:pt x="26341" y="12751"/>
                </a:lnTo>
                <a:lnTo>
                  <a:pt x="20133" y="15436"/>
                </a:lnTo>
                <a:lnTo>
                  <a:pt x="15435" y="20133"/>
                </a:lnTo>
                <a:lnTo>
                  <a:pt x="12751" y="26341"/>
                </a:lnTo>
                <a:lnTo>
                  <a:pt x="12583" y="29864"/>
                </a:lnTo>
                <a:lnTo>
                  <a:pt x="12751" y="33388"/>
                </a:lnTo>
                <a:lnTo>
                  <a:pt x="15435" y="39595"/>
                </a:lnTo>
                <a:lnTo>
                  <a:pt x="20133" y="44293"/>
                </a:lnTo>
                <a:lnTo>
                  <a:pt x="26341" y="46977"/>
                </a:lnTo>
                <a:lnTo>
                  <a:pt x="29864" y="47145"/>
                </a:lnTo>
                <a:lnTo>
                  <a:pt x="155695" y="47145"/>
                </a:lnTo>
                <a:lnTo>
                  <a:pt x="159218" y="46977"/>
                </a:lnTo>
                <a:lnTo>
                  <a:pt x="165425" y="44293"/>
                </a:lnTo>
                <a:lnTo>
                  <a:pt x="170123" y="39595"/>
                </a:lnTo>
                <a:lnTo>
                  <a:pt x="172808" y="33388"/>
                </a:lnTo>
                <a:lnTo>
                  <a:pt x="172975" y="29864"/>
                </a:lnTo>
                <a:lnTo>
                  <a:pt x="172808" y="26341"/>
                </a:lnTo>
                <a:lnTo>
                  <a:pt x="170123" y="20133"/>
                </a:lnTo>
                <a:lnTo>
                  <a:pt x="165425" y="15436"/>
                </a:lnTo>
                <a:lnTo>
                  <a:pt x="159218" y="12751"/>
                </a:lnTo>
                <a:lnTo>
                  <a:pt x="155695" y="12584"/>
                </a:lnTo>
                <a:close/>
                <a:moveTo>
                  <a:pt x="108550" y="102846"/>
                </a:moveTo>
                <a:lnTo>
                  <a:pt x="105027" y="103014"/>
                </a:lnTo>
                <a:lnTo>
                  <a:pt x="98819" y="105698"/>
                </a:lnTo>
                <a:lnTo>
                  <a:pt x="94121" y="110396"/>
                </a:lnTo>
                <a:lnTo>
                  <a:pt x="91437" y="116604"/>
                </a:lnTo>
                <a:lnTo>
                  <a:pt x="91269" y="120127"/>
                </a:lnTo>
                <a:lnTo>
                  <a:pt x="91437" y="123650"/>
                </a:lnTo>
                <a:lnTo>
                  <a:pt x="94121" y="129858"/>
                </a:lnTo>
                <a:lnTo>
                  <a:pt x="98819" y="134555"/>
                </a:lnTo>
                <a:lnTo>
                  <a:pt x="105027" y="137072"/>
                </a:lnTo>
                <a:lnTo>
                  <a:pt x="108550" y="137408"/>
                </a:lnTo>
                <a:lnTo>
                  <a:pt x="155695" y="137408"/>
                </a:lnTo>
                <a:lnTo>
                  <a:pt x="159218" y="137072"/>
                </a:lnTo>
                <a:lnTo>
                  <a:pt x="165425" y="134555"/>
                </a:lnTo>
                <a:lnTo>
                  <a:pt x="170123" y="129858"/>
                </a:lnTo>
                <a:lnTo>
                  <a:pt x="172808" y="123650"/>
                </a:lnTo>
                <a:lnTo>
                  <a:pt x="172975" y="120127"/>
                </a:lnTo>
                <a:lnTo>
                  <a:pt x="172808" y="116604"/>
                </a:lnTo>
                <a:lnTo>
                  <a:pt x="170123" y="110396"/>
                </a:lnTo>
                <a:lnTo>
                  <a:pt x="165425" y="105698"/>
                </a:lnTo>
                <a:lnTo>
                  <a:pt x="159218" y="103014"/>
                </a:lnTo>
                <a:lnTo>
                  <a:pt x="155695" y="102846"/>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grpSp>
        <p:nvGrpSpPr>
          <p:cNvPr id="4598" name="Google Shape;4598;p101"/>
          <p:cNvGrpSpPr/>
          <p:nvPr/>
        </p:nvGrpSpPr>
        <p:grpSpPr>
          <a:xfrm>
            <a:off x="1273888" y="999346"/>
            <a:ext cx="237180" cy="278728"/>
            <a:chOff x="2188875" y="867275"/>
            <a:chExt cx="3615550" cy="4248900"/>
          </a:xfrm>
        </p:grpSpPr>
        <p:sp>
          <p:nvSpPr>
            <p:cNvPr id="4599" name="Google Shape;4599;p101"/>
            <p:cNvSpPr/>
            <p:nvPr/>
          </p:nvSpPr>
          <p:spPr>
            <a:xfrm>
              <a:off x="3761750" y="3123825"/>
              <a:ext cx="2042675" cy="1992350"/>
            </a:xfrm>
            <a:custGeom>
              <a:avLst/>
              <a:gdLst/>
              <a:ahLst/>
              <a:cxnLst/>
              <a:rect l="l" t="t" r="r" b="b"/>
              <a:pathLst>
                <a:path w="81707" h="79694" extrusionOk="0">
                  <a:moveTo>
                    <a:pt x="14597" y="1"/>
                  </a:moveTo>
                  <a:lnTo>
                    <a:pt x="11577" y="168"/>
                  </a:lnTo>
                  <a:lnTo>
                    <a:pt x="6376" y="2350"/>
                  </a:lnTo>
                  <a:lnTo>
                    <a:pt x="2349" y="6376"/>
                  </a:lnTo>
                  <a:lnTo>
                    <a:pt x="168" y="11577"/>
                  </a:lnTo>
                  <a:lnTo>
                    <a:pt x="1" y="14597"/>
                  </a:lnTo>
                  <a:lnTo>
                    <a:pt x="1" y="64929"/>
                  </a:lnTo>
                  <a:lnTo>
                    <a:pt x="168" y="67949"/>
                  </a:lnTo>
                  <a:lnTo>
                    <a:pt x="2349" y="73150"/>
                  </a:lnTo>
                  <a:lnTo>
                    <a:pt x="6376" y="77177"/>
                  </a:lnTo>
                  <a:lnTo>
                    <a:pt x="11577" y="79358"/>
                  </a:lnTo>
                  <a:lnTo>
                    <a:pt x="14597" y="79693"/>
                  </a:lnTo>
                  <a:lnTo>
                    <a:pt x="67110" y="79693"/>
                  </a:lnTo>
                  <a:lnTo>
                    <a:pt x="69962" y="79358"/>
                  </a:lnTo>
                  <a:lnTo>
                    <a:pt x="75331" y="77177"/>
                  </a:lnTo>
                  <a:lnTo>
                    <a:pt x="79358" y="73150"/>
                  </a:lnTo>
                  <a:lnTo>
                    <a:pt x="81539" y="67949"/>
                  </a:lnTo>
                  <a:lnTo>
                    <a:pt x="81707" y="64929"/>
                  </a:lnTo>
                  <a:lnTo>
                    <a:pt x="81707" y="14597"/>
                  </a:lnTo>
                  <a:lnTo>
                    <a:pt x="81539" y="11577"/>
                  </a:lnTo>
                  <a:lnTo>
                    <a:pt x="79358" y="6376"/>
                  </a:lnTo>
                  <a:lnTo>
                    <a:pt x="75331" y="2350"/>
                  </a:lnTo>
                  <a:lnTo>
                    <a:pt x="69962" y="168"/>
                  </a:lnTo>
                  <a:lnTo>
                    <a:pt x="67110"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00" name="Google Shape;4600;p101"/>
            <p:cNvSpPr/>
            <p:nvPr/>
          </p:nvSpPr>
          <p:spPr>
            <a:xfrm>
              <a:off x="2188875" y="867275"/>
              <a:ext cx="3300975" cy="3984650"/>
            </a:xfrm>
            <a:custGeom>
              <a:avLst/>
              <a:gdLst/>
              <a:ahLst/>
              <a:cxnLst/>
              <a:rect l="l" t="t" r="r" b="b"/>
              <a:pathLst>
                <a:path w="132039" h="159386" extrusionOk="0">
                  <a:moveTo>
                    <a:pt x="0" y="33219"/>
                  </a:moveTo>
                  <a:lnTo>
                    <a:pt x="0" y="30535"/>
                  </a:lnTo>
                  <a:lnTo>
                    <a:pt x="1007" y="25670"/>
                  </a:lnTo>
                  <a:lnTo>
                    <a:pt x="3020" y="21307"/>
                  </a:lnTo>
                  <a:lnTo>
                    <a:pt x="5872" y="17616"/>
                  </a:lnTo>
                  <a:lnTo>
                    <a:pt x="11073" y="12751"/>
                  </a:lnTo>
                  <a:lnTo>
                    <a:pt x="19630" y="7886"/>
                  </a:lnTo>
                  <a:lnTo>
                    <a:pt x="24160" y="6208"/>
                  </a:lnTo>
                  <a:lnTo>
                    <a:pt x="28857" y="4530"/>
                  </a:lnTo>
                  <a:lnTo>
                    <a:pt x="39259" y="2181"/>
                  </a:lnTo>
                  <a:lnTo>
                    <a:pt x="55534" y="168"/>
                  </a:lnTo>
                  <a:lnTo>
                    <a:pt x="65936" y="0"/>
                  </a:lnTo>
                  <a:lnTo>
                    <a:pt x="76338" y="168"/>
                  </a:lnTo>
                  <a:lnTo>
                    <a:pt x="92612" y="2013"/>
                  </a:lnTo>
                  <a:lnTo>
                    <a:pt x="103014" y="4362"/>
                  </a:lnTo>
                  <a:lnTo>
                    <a:pt x="107711" y="5872"/>
                  </a:lnTo>
                  <a:lnTo>
                    <a:pt x="112409" y="7718"/>
                  </a:lnTo>
                  <a:lnTo>
                    <a:pt x="120965" y="12415"/>
                  </a:lnTo>
                  <a:lnTo>
                    <a:pt x="126166" y="17281"/>
                  </a:lnTo>
                  <a:lnTo>
                    <a:pt x="128851" y="21140"/>
                  </a:lnTo>
                  <a:lnTo>
                    <a:pt x="130864" y="25502"/>
                  </a:lnTo>
                  <a:lnTo>
                    <a:pt x="131871" y="30535"/>
                  </a:lnTo>
                  <a:lnTo>
                    <a:pt x="132039" y="33219"/>
                  </a:lnTo>
                  <a:lnTo>
                    <a:pt x="132039" y="79693"/>
                  </a:lnTo>
                  <a:lnTo>
                    <a:pt x="118784" y="79693"/>
                  </a:lnTo>
                  <a:lnTo>
                    <a:pt x="118784" y="55198"/>
                  </a:lnTo>
                  <a:lnTo>
                    <a:pt x="113583" y="58218"/>
                  </a:lnTo>
                  <a:lnTo>
                    <a:pt x="107711" y="60567"/>
                  </a:lnTo>
                  <a:lnTo>
                    <a:pt x="103014" y="62077"/>
                  </a:lnTo>
                  <a:lnTo>
                    <a:pt x="92612" y="64425"/>
                  </a:lnTo>
                  <a:lnTo>
                    <a:pt x="76338" y="66271"/>
                  </a:lnTo>
                  <a:lnTo>
                    <a:pt x="65936" y="66439"/>
                  </a:lnTo>
                  <a:lnTo>
                    <a:pt x="55534" y="66271"/>
                  </a:lnTo>
                  <a:lnTo>
                    <a:pt x="39259" y="64425"/>
                  </a:lnTo>
                  <a:lnTo>
                    <a:pt x="29025" y="62077"/>
                  </a:lnTo>
                  <a:lnTo>
                    <a:pt x="24160" y="60567"/>
                  </a:lnTo>
                  <a:lnTo>
                    <a:pt x="18455" y="58218"/>
                  </a:lnTo>
                  <a:lnTo>
                    <a:pt x="13087" y="55198"/>
                  </a:lnTo>
                  <a:lnTo>
                    <a:pt x="13087" y="119623"/>
                  </a:lnTo>
                  <a:lnTo>
                    <a:pt x="13254" y="123146"/>
                  </a:lnTo>
                  <a:lnTo>
                    <a:pt x="15435" y="129186"/>
                  </a:lnTo>
                  <a:lnTo>
                    <a:pt x="19462" y="134220"/>
                  </a:lnTo>
                  <a:lnTo>
                    <a:pt x="25334" y="138246"/>
                  </a:lnTo>
                  <a:lnTo>
                    <a:pt x="29025" y="139924"/>
                  </a:lnTo>
                  <a:lnTo>
                    <a:pt x="34226" y="142105"/>
                  </a:lnTo>
                  <a:lnTo>
                    <a:pt x="45970" y="144789"/>
                  </a:lnTo>
                  <a:lnTo>
                    <a:pt x="52346" y="145460"/>
                  </a:lnTo>
                  <a:lnTo>
                    <a:pt x="52346" y="158715"/>
                  </a:lnTo>
                  <a:lnTo>
                    <a:pt x="44964" y="158043"/>
                  </a:lnTo>
                  <a:lnTo>
                    <a:pt x="30367" y="154856"/>
                  </a:lnTo>
                  <a:lnTo>
                    <a:pt x="23656" y="152171"/>
                  </a:lnTo>
                  <a:lnTo>
                    <a:pt x="18959" y="149990"/>
                  </a:lnTo>
                  <a:lnTo>
                    <a:pt x="10402" y="143950"/>
                  </a:lnTo>
                  <a:lnTo>
                    <a:pt x="5369" y="138078"/>
                  </a:lnTo>
                  <a:lnTo>
                    <a:pt x="2852" y="133548"/>
                  </a:lnTo>
                  <a:lnTo>
                    <a:pt x="1007" y="128347"/>
                  </a:lnTo>
                  <a:lnTo>
                    <a:pt x="0" y="122643"/>
                  </a:lnTo>
                  <a:lnTo>
                    <a:pt x="0" y="119623"/>
                  </a:lnTo>
                  <a:close/>
                  <a:moveTo>
                    <a:pt x="132039" y="90263"/>
                  </a:moveTo>
                  <a:lnTo>
                    <a:pt x="118784" y="90263"/>
                  </a:lnTo>
                  <a:lnTo>
                    <a:pt x="118784" y="119623"/>
                  </a:lnTo>
                  <a:lnTo>
                    <a:pt x="118617" y="123146"/>
                  </a:lnTo>
                  <a:lnTo>
                    <a:pt x="116603" y="129186"/>
                  </a:lnTo>
                  <a:lnTo>
                    <a:pt x="112577" y="134220"/>
                  </a:lnTo>
                  <a:lnTo>
                    <a:pt x="106705" y="138246"/>
                  </a:lnTo>
                  <a:lnTo>
                    <a:pt x="103014" y="139924"/>
                  </a:lnTo>
                  <a:lnTo>
                    <a:pt x="98987" y="141602"/>
                  </a:lnTo>
                  <a:lnTo>
                    <a:pt x="90095" y="143950"/>
                  </a:lnTo>
                  <a:lnTo>
                    <a:pt x="75666" y="145964"/>
                  </a:lnTo>
                  <a:lnTo>
                    <a:pt x="65936" y="146131"/>
                  </a:lnTo>
                  <a:lnTo>
                    <a:pt x="64426" y="146131"/>
                  </a:lnTo>
                  <a:lnTo>
                    <a:pt x="62916" y="146131"/>
                  </a:lnTo>
                  <a:lnTo>
                    <a:pt x="62916" y="159386"/>
                  </a:lnTo>
                  <a:lnTo>
                    <a:pt x="64426" y="159386"/>
                  </a:lnTo>
                  <a:lnTo>
                    <a:pt x="65936" y="159386"/>
                  </a:lnTo>
                  <a:lnTo>
                    <a:pt x="71137" y="159386"/>
                  </a:lnTo>
                  <a:lnTo>
                    <a:pt x="81874" y="158547"/>
                  </a:lnTo>
                  <a:lnTo>
                    <a:pt x="92779" y="156869"/>
                  </a:lnTo>
                  <a:lnTo>
                    <a:pt x="103349" y="154185"/>
                  </a:lnTo>
                  <a:lnTo>
                    <a:pt x="108215" y="152171"/>
                  </a:lnTo>
                  <a:lnTo>
                    <a:pt x="113080" y="149990"/>
                  </a:lnTo>
                  <a:lnTo>
                    <a:pt x="121469" y="143950"/>
                  </a:lnTo>
                  <a:lnTo>
                    <a:pt x="126502" y="138078"/>
                  </a:lnTo>
                  <a:lnTo>
                    <a:pt x="129186" y="133548"/>
                  </a:lnTo>
                  <a:lnTo>
                    <a:pt x="131032" y="128347"/>
                  </a:lnTo>
                  <a:lnTo>
                    <a:pt x="131871" y="122643"/>
                  </a:lnTo>
                  <a:lnTo>
                    <a:pt x="132039" y="119623"/>
                  </a:lnTo>
                  <a:close/>
                  <a:moveTo>
                    <a:pt x="13087" y="33219"/>
                  </a:moveTo>
                  <a:lnTo>
                    <a:pt x="13254" y="31206"/>
                  </a:lnTo>
                  <a:lnTo>
                    <a:pt x="14932" y="27347"/>
                  </a:lnTo>
                  <a:lnTo>
                    <a:pt x="18791" y="23656"/>
                  </a:lnTo>
                  <a:lnTo>
                    <a:pt x="24663" y="20301"/>
                  </a:lnTo>
                  <a:lnTo>
                    <a:pt x="28522" y="18623"/>
                  </a:lnTo>
                  <a:lnTo>
                    <a:pt x="32716" y="17281"/>
                  </a:lnTo>
                  <a:lnTo>
                    <a:pt x="41608" y="15268"/>
                  </a:lnTo>
                  <a:lnTo>
                    <a:pt x="56205" y="13422"/>
                  </a:lnTo>
                  <a:lnTo>
                    <a:pt x="65936" y="13254"/>
                  </a:lnTo>
                  <a:lnTo>
                    <a:pt x="75834" y="13422"/>
                  </a:lnTo>
                  <a:lnTo>
                    <a:pt x="90431" y="15100"/>
                  </a:lnTo>
                  <a:lnTo>
                    <a:pt x="99323" y="17113"/>
                  </a:lnTo>
                  <a:lnTo>
                    <a:pt x="103517" y="18455"/>
                  </a:lnTo>
                  <a:lnTo>
                    <a:pt x="107376" y="19965"/>
                  </a:lnTo>
                  <a:lnTo>
                    <a:pt x="113248" y="23321"/>
                  </a:lnTo>
                  <a:lnTo>
                    <a:pt x="116939" y="27012"/>
                  </a:lnTo>
                  <a:lnTo>
                    <a:pt x="118617" y="31038"/>
                  </a:lnTo>
                  <a:lnTo>
                    <a:pt x="118784" y="33219"/>
                  </a:lnTo>
                  <a:lnTo>
                    <a:pt x="118617" y="35400"/>
                  </a:lnTo>
                  <a:lnTo>
                    <a:pt x="116939" y="39427"/>
                  </a:lnTo>
                  <a:lnTo>
                    <a:pt x="113248" y="43118"/>
                  </a:lnTo>
                  <a:lnTo>
                    <a:pt x="107376" y="46474"/>
                  </a:lnTo>
                  <a:lnTo>
                    <a:pt x="103517" y="47984"/>
                  </a:lnTo>
                  <a:lnTo>
                    <a:pt x="99323" y="49326"/>
                  </a:lnTo>
                  <a:lnTo>
                    <a:pt x="90431" y="51171"/>
                  </a:lnTo>
                  <a:lnTo>
                    <a:pt x="75834" y="53017"/>
                  </a:lnTo>
                  <a:lnTo>
                    <a:pt x="65936" y="53185"/>
                  </a:lnTo>
                  <a:lnTo>
                    <a:pt x="56205" y="53017"/>
                  </a:lnTo>
                  <a:lnTo>
                    <a:pt x="41608" y="51171"/>
                  </a:lnTo>
                  <a:lnTo>
                    <a:pt x="32548" y="49326"/>
                  </a:lnTo>
                  <a:lnTo>
                    <a:pt x="28522" y="47984"/>
                  </a:lnTo>
                  <a:lnTo>
                    <a:pt x="24663" y="46474"/>
                  </a:lnTo>
                  <a:lnTo>
                    <a:pt x="18791" y="43118"/>
                  </a:lnTo>
                  <a:lnTo>
                    <a:pt x="15100" y="39427"/>
                  </a:lnTo>
                  <a:lnTo>
                    <a:pt x="13254" y="3540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01" name="Google Shape;4601;p101"/>
            <p:cNvSpPr/>
            <p:nvPr/>
          </p:nvSpPr>
          <p:spPr>
            <a:xfrm>
              <a:off x="4650950" y="3962700"/>
              <a:ext cx="310425" cy="310400"/>
            </a:xfrm>
            <a:custGeom>
              <a:avLst/>
              <a:gdLst/>
              <a:ahLst/>
              <a:cxnLst/>
              <a:rect l="l" t="t" r="r" b="b"/>
              <a:pathLst>
                <a:path w="12417" h="12416" extrusionOk="0">
                  <a:moveTo>
                    <a:pt x="8222" y="6544"/>
                  </a:moveTo>
                  <a:lnTo>
                    <a:pt x="6544" y="8221"/>
                  </a:lnTo>
                  <a:lnTo>
                    <a:pt x="6208" y="8557"/>
                  </a:lnTo>
                  <a:lnTo>
                    <a:pt x="5873" y="8221"/>
                  </a:lnTo>
                  <a:lnTo>
                    <a:pt x="4195" y="6544"/>
                  </a:lnTo>
                  <a:lnTo>
                    <a:pt x="3860" y="6208"/>
                  </a:lnTo>
                  <a:lnTo>
                    <a:pt x="4195" y="5873"/>
                  </a:lnTo>
                  <a:lnTo>
                    <a:pt x="5873" y="4195"/>
                  </a:lnTo>
                  <a:lnTo>
                    <a:pt x="6208" y="3859"/>
                  </a:lnTo>
                  <a:lnTo>
                    <a:pt x="6544" y="4195"/>
                  </a:lnTo>
                  <a:lnTo>
                    <a:pt x="8222" y="5873"/>
                  </a:lnTo>
                  <a:lnTo>
                    <a:pt x="8557" y="6208"/>
                  </a:lnTo>
                  <a:close/>
                  <a:moveTo>
                    <a:pt x="11745" y="4530"/>
                  </a:moveTo>
                  <a:lnTo>
                    <a:pt x="7886" y="672"/>
                  </a:lnTo>
                  <a:lnTo>
                    <a:pt x="7047" y="1"/>
                  </a:lnTo>
                  <a:lnTo>
                    <a:pt x="5202" y="1"/>
                  </a:lnTo>
                  <a:lnTo>
                    <a:pt x="4531" y="672"/>
                  </a:lnTo>
                  <a:lnTo>
                    <a:pt x="672" y="4530"/>
                  </a:lnTo>
                  <a:lnTo>
                    <a:pt x="1" y="5369"/>
                  </a:lnTo>
                  <a:lnTo>
                    <a:pt x="1" y="7047"/>
                  </a:lnTo>
                  <a:lnTo>
                    <a:pt x="672" y="7886"/>
                  </a:lnTo>
                  <a:lnTo>
                    <a:pt x="4531" y="11745"/>
                  </a:lnTo>
                  <a:lnTo>
                    <a:pt x="5202" y="12416"/>
                  </a:lnTo>
                  <a:lnTo>
                    <a:pt x="7047" y="12416"/>
                  </a:lnTo>
                  <a:lnTo>
                    <a:pt x="7886" y="11745"/>
                  </a:lnTo>
                  <a:lnTo>
                    <a:pt x="11745" y="7886"/>
                  </a:lnTo>
                  <a:lnTo>
                    <a:pt x="12416" y="7047"/>
                  </a:lnTo>
                  <a:lnTo>
                    <a:pt x="12416" y="5369"/>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02" name="Google Shape;4602;p101"/>
            <p:cNvSpPr/>
            <p:nvPr/>
          </p:nvSpPr>
          <p:spPr>
            <a:xfrm>
              <a:off x="4273475" y="3438400"/>
              <a:ext cx="457200" cy="499150"/>
            </a:xfrm>
            <a:custGeom>
              <a:avLst/>
              <a:gdLst/>
              <a:ahLst/>
              <a:cxnLst/>
              <a:rect l="l" t="t" r="r" b="b"/>
              <a:pathLst>
                <a:path w="18288" h="19966" extrusionOk="0">
                  <a:moveTo>
                    <a:pt x="14932" y="1"/>
                  </a:moveTo>
                  <a:lnTo>
                    <a:pt x="13422" y="169"/>
                  </a:lnTo>
                  <a:lnTo>
                    <a:pt x="11576" y="2014"/>
                  </a:lnTo>
                  <a:lnTo>
                    <a:pt x="11409" y="3356"/>
                  </a:lnTo>
                  <a:lnTo>
                    <a:pt x="11409" y="10571"/>
                  </a:lnTo>
                  <a:lnTo>
                    <a:pt x="5201" y="6879"/>
                  </a:lnTo>
                  <a:lnTo>
                    <a:pt x="3859" y="6376"/>
                  </a:lnTo>
                  <a:lnTo>
                    <a:pt x="1342" y="7047"/>
                  </a:lnTo>
                  <a:lnTo>
                    <a:pt x="503" y="8222"/>
                  </a:lnTo>
                  <a:lnTo>
                    <a:pt x="0" y="9396"/>
                  </a:lnTo>
                  <a:lnTo>
                    <a:pt x="671" y="12080"/>
                  </a:lnTo>
                  <a:lnTo>
                    <a:pt x="1678" y="12919"/>
                  </a:lnTo>
                  <a:lnTo>
                    <a:pt x="12751" y="19127"/>
                  </a:lnTo>
                  <a:lnTo>
                    <a:pt x="13590" y="19798"/>
                  </a:lnTo>
                  <a:lnTo>
                    <a:pt x="14932" y="19966"/>
                  </a:lnTo>
                  <a:lnTo>
                    <a:pt x="16274" y="19798"/>
                  </a:lnTo>
                  <a:lnTo>
                    <a:pt x="18120" y="17953"/>
                  </a:lnTo>
                  <a:lnTo>
                    <a:pt x="18287" y="16443"/>
                  </a:lnTo>
                  <a:lnTo>
                    <a:pt x="18287" y="3356"/>
                  </a:lnTo>
                  <a:lnTo>
                    <a:pt x="18120" y="2014"/>
                  </a:lnTo>
                  <a:lnTo>
                    <a:pt x="16274" y="169"/>
                  </a:lnTo>
                  <a:lnTo>
                    <a:pt x="14932" y="1"/>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03" name="Google Shape;4603;p101"/>
            <p:cNvSpPr/>
            <p:nvPr/>
          </p:nvSpPr>
          <p:spPr>
            <a:xfrm>
              <a:off x="4126650" y="3866225"/>
              <a:ext cx="457225" cy="503350"/>
            </a:xfrm>
            <a:custGeom>
              <a:avLst/>
              <a:gdLst/>
              <a:ahLst/>
              <a:cxnLst/>
              <a:rect l="l" t="t" r="r" b="b"/>
              <a:pathLst>
                <a:path w="18289" h="20134" extrusionOk="0">
                  <a:moveTo>
                    <a:pt x="17953" y="11409"/>
                  </a:moveTo>
                  <a:lnTo>
                    <a:pt x="18121" y="11242"/>
                  </a:lnTo>
                  <a:lnTo>
                    <a:pt x="18121" y="11242"/>
                  </a:lnTo>
                  <a:lnTo>
                    <a:pt x="18121" y="11074"/>
                  </a:lnTo>
                  <a:lnTo>
                    <a:pt x="18121" y="11074"/>
                  </a:lnTo>
                  <a:lnTo>
                    <a:pt x="18121" y="10906"/>
                  </a:lnTo>
                  <a:lnTo>
                    <a:pt x="18121" y="10906"/>
                  </a:lnTo>
                  <a:lnTo>
                    <a:pt x="18288" y="10738"/>
                  </a:lnTo>
                  <a:lnTo>
                    <a:pt x="18288" y="10738"/>
                  </a:lnTo>
                  <a:lnTo>
                    <a:pt x="18288" y="10570"/>
                  </a:lnTo>
                  <a:lnTo>
                    <a:pt x="18288" y="10570"/>
                  </a:lnTo>
                  <a:lnTo>
                    <a:pt x="18288" y="10403"/>
                  </a:lnTo>
                  <a:lnTo>
                    <a:pt x="18288" y="10403"/>
                  </a:lnTo>
                  <a:lnTo>
                    <a:pt x="18288" y="10235"/>
                  </a:lnTo>
                  <a:lnTo>
                    <a:pt x="18288" y="10235"/>
                  </a:lnTo>
                  <a:lnTo>
                    <a:pt x="18288" y="10235"/>
                  </a:lnTo>
                  <a:lnTo>
                    <a:pt x="18288" y="10067"/>
                  </a:lnTo>
                  <a:lnTo>
                    <a:pt x="18288" y="9899"/>
                  </a:lnTo>
                  <a:lnTo>
                    <a:pt x="18288" y="9899"/>
                  </a:lnTo>
                  <a:lnTo>
                    <a:pt x="18288" y="9899"/>
                  </a:lnTo>
                  <a:lnTo>
                    <a:pt x="18288" y="9732"/>
                  </a:lnTo>
                  <a:lnTo>
                    <a:pt x="18288" y="9732"/>
                  </a:lnTo>
                  <a:lnTo>
                    <a:pt x="18288" y="9564"/>
                  </a:lnTo>
                  <a:lnTo>
                    <a:pt x="18288" y="9564"/>
                  </a:lnTo>
                  <a:lnTo>
                    <a:pt x="18288" y="9396"/>
                  </a:lnTo>
                  <a:lnTo>
                    <a:pt x="18288" y="9396"/>
                  </a:lnTo>
                  <a:lnTo>
                    <a:pt x="18121" y="9228"/>
                  </a:lnTo>
                  <a:lnTo>
                    <a:pt x="18121" y="9228"/>
                  </a:lnTo>
                  <a:lnTo>
                    <a:pt x="18121" y="9061"/>
                  </a:lnTo>
                  <a:lnTo>
                    <a:pt x="18121" y="9061"/>
                  </a:lnTo>
                  <a:lnTo>
                    <a:pt x="18121" y="8893"/>
                  </a:lnTo>
                  <a:lnTo>
                    <a:pt x="18121" y="8893"/>
                  </a:lnTo>
                  <a:lnTo>
                    <a:pt x="17953" y="8725"/>
                  </a:lnTo>
                  <a:lnTo>
                    <a:pt x="17953" y="8725"/>
                  </a:lnTo>
                  <a:lnTo>
                    <a:pt x="17953" y="8557"/>
                  </a:lnTo>
                  <a:lnTo>
                    <a:pt x="17953" y="8557"/>
                  </a:lnTo>
                  <a:lnTo>
                    <a:pt x="17953" y="8389"/>
                  </a:lnTo>
                  <a:lnTo>
                    <a:pt x="17785" y="8389"/>
                  </a:lnTo>
                  <a:lnTo>
                    <a:pt x="17785" y="8389"/>
                  </a:lnTo>
                  <a:lnTo>
                    <a:pt x="17785" y="8389"/>
                  </a:lnTo>
                  <a:lnTo>
                    <a:pt x="17785" y="8389"/>
                  </a:lnTo>
                  <a:lnTo>
                    <a:pt x="17785" y="8222"/>
                  </a:lnTo>
                  <a:lnTo>
                    <a:pt x="17617" y="8054"/>
                  </a:lnTo>
                  <a:lnTo>
                    <a:pt x="17617" y="8054"/>
                  </a:lnTo>
                  <a:lnTo>
                    <a:pt x="17617" y="8054"/>
                  </a:lnTo>
                  <a:lnTo>
                    <a:pt x="17617" y="7886"/>
                  </a:lnTo>
                  <a:lnTo>
                    <a:pt x="17449" y="7886"/>
                  </a:lnTo>
                  <a:lnTo>
                    <a:pt x="17449" y="7886"/>
                  </a:lnTo>
                  <a:lnTo>
                    <a:pt x="17449" y="7718"/>
                  </a:lnTo>
                  <a:lnTo>
                    <a:pt x="17282" y="7718"/>
                  </a:lnTo>
                  <a:lnTo>
                    <a:pt x="17282" y="7551"/>
                  </a:lnTo>
                  <a:lnTo>
                    <a:pt x="17282" y="7551"/>
                  </a:lnTo>
                  <a:lnTo>
                    <a:pt x="17114" y="7551"/>
                  </a:lnTo>
                  <a:lnTo>
                    <a:pt x="17114" y="7383"/>
                  </a:lnTo>
                  <a:lnTo>
                    <a:pt x="17114" y="7383"/>
                  </a:lnTo>
                  <a:lnTo>
                    <a:pt x="16946" y="7383"/>
                  </a:lnTo>
                  <a:lnTo>
                    <a:pt x="16946" y="7215"/>
                  </a:lnTo>
                  <a:lnTo>
                    <a:pt x="16778" y="7215"/>
                  </a:lnTo>
                  <a:lnTo>
                    <a:pt x="16778" y="7215"/>
                  </a:lnTo>
                  <a:lnTo>
                    <a:pt x="16778" y="7215"/>
                  </a:lnTo>
                  <a:lnTo>
                    <a:pt x="16611" y="7047"/>
                  </a:lnTo>
                  <a:lnTo>
                    <a:pt x="16611" y="7047"/>
                  </a:lnTo>
                  <a:lnTo>
                    <a:pt x="16611" y="7047"/>
                  </a:lnTo>
                  <a:lnTo>
                    <a:pt x="5202" y="504"/>
                  </a:lnTo>
                  <a:lnTo>
                    <a:pt x="3860" y="1"/>
                  </a:lnTo>
                  <a:lnTo>
                    <a:pt x="1343" y="672"/>
                  </a:lnTo>
                  <a:lnTo>
                    <a:pt x="504" y="1678"/>
                  </a:lnTo>
                  <a:lnTo>
                    <a:pt x="1" y="3021"/>
                  </a:lnTo>
                  <a:lnTo>
                    <a:pt x="672" y="5537"/>
                  </a:lnTo>
                  <a:lnTo>
                    <a:pt x="1679" y="6544"/>
                  </a:lnTo>
                  <a:lnTo>
                    <a:pt x="7886" y="10067"/>
                  </a:lnTo>
                  <a:lnTo>
                    <a:pt x="1679" y="13590"/>
                  </a:lnTo>
                  <a:lnTo>
                    <a:pt x="672" y="14597"/>
                  </a:lnTo>
                  <a:lnTo>
                    <a:pt x="1" y="17114"/>
                  </a:lnTo>
                  <a:lnTo>
                    <a:pt x="504" y="18288"/>
                  </a:lnTo>
                  <a:lnTo>
                    <a:pt x="1343" y="19463"/>
                  </a:lnTo>
                  <a:lnTo>
                    <a:pt x="3860" y="20134"/>
                  </a:lnTo>
                  <a:lnTo>
                    <a:pt x="5202" y="19630"/>
                  </a:lnTo>
                  <a:lnTo>
                    <a:pt x="16611" y="13087"/>
                  </a:lnTo>
                  <a:lnTo>
                    <a:pt x="16611" y="13087"/>
                  </a:lnTo>
                  <a:lnTo>
                    <a:pt x="16611" y="13087"/>
                  </a:lnTo>
                  <a:lnTo>
                    <a:pt x="16778" y="12919"/>
                  </a:lnTo>
                  <a:lnTo>
                    <a:pt x="16778" y="12919"/>
                  </a:lnTo>
                  <a:lnTo>
                    <a:pt x="16778" y="12919"/>
                  </a:lnTo>
                  <a:lnTo>
                    <a:pt x="16946" y="12919"/>
                  </a:lnTo>
                  <a:lnTo>
                    <a:pt x="16946" y="12752"/>
                  </a:lnTo>
                  <a:lnTo>
                    <a:pt x="17114" y="12752"/>
                  </a:lnTo>
                  <a:lnTo>
                    <a:pt x="17114" y="12752"/>
                  </a:lnTo>
                  <a:lnTo>
                    <a:pt x="17114" y="12584"/>
                  </a:lnTo>
                  <a:lnTo>
                    <a:pt x="17282" y="12584"/>
                  </a:lnTo>
                  <a:lnTo>
                    <a:pt x="17282" y="12584"/>
                  </a:lnTo>
                  <a:lnTo>
                    <a:pt x="17282" y="12416"/>
                  </a:lnTo>
                  <a:lnTo>
                    <a:pt x="17449" y="12416"/>
                  </a:lnTo>
                  <a:lnTo>
                    <a:pt x="17449" y="12248"/>
                  </a:lnTo>
                  <a:lnTo>
                    <a:pt x="17449" y="12248"/>
                  </a:lnTo>
                  <a:lnTo>
                    <a:pt x="17617" y="12248"/>
                  </a:lnTo>
                  <a:lnTo>
                    <a:pt x="17617" y="12080"/>
                  </a:lnTo>
                  <a:lnTo>
                    <a:pt x="17617" y="12080"/>
                  </a:lnTo>
                  <a:lnTo>
                    <a:pt x="17617" y="12080"/>
                  </a:lnTo>
                  <a:lnTo>
                    <a:pt x="17785" y="11913"/>
                  </a:lnTo>
                  <a:lnTo>
                    <a:pt x="17785" y="11745"/>
                  </a:lnTo>
                  <a:lnTo>
                    <a:pt x="17785" y="11745"/>
                  </a:lnTo>
                  <a:lnTo>
                    <a:pt x="17785" y="11745"/>
                  </a:lnTo>
                  <a:lnTo>
                    <a:pt x="17785" y="11745"/>
                  </a:lnTo>
                  <a:lnTo>
                    <a:pt x="17953" y="11745"/>
                  </a:lnTo>
                  <a:lnTo>
                    <a:pt x="17953" y="11577"/>
                  </a:lnTo>
                  <a:lnTo>
                    <a:pt x="17953" y="11577"/>
                  </a:lnTo>
                  <a:lnTo>
                    <a:pt x="17953" y="11409"/>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04" name="Google Shape;4604;p101"/>
            <p:cNvSpPr/>
            <p:nvPr/>
          </p:nvSpPr>
          <p:spPr>
            <a:xfrm>
              <a:off x="4273475" y="4298250"/>
              <a:ext cx="457200" cy="499150"/>
            </a:xfrm>
            <a:custGeom>
              <a:avLst/>
              <a:gdLst/>
              <a:ahLst/>
              <a:cxnLst/>
              <a:rect l="l" t="t" r="r" b="b"/>
              <a:pathLst>
                <a:path w="18288" h="19966" extrusionOk="0">
                  <a:moveTo>
                    <a:pt x="14932" y="0"/>
                  </a:moveTo>
                  <a:lnTo>
                    <a:pt x="13590" y="168"/>
                  </a:lnTo>
                  <a:lnTo>
                    <a:pt x="12751" y="839"/>
                  </a:lnTo>
                  <a:lnTo>
                    <a:pt x="1678" y="7047"/>
                  </a:lnTo>
                  <a:lnTo>
                    <a:pt x="671" y="7886"/>
                  </a:lnTo>
                  <a:lnTo>
                    <a:pt x="0" y="10570"/>
                  </a:lnTo>
                  <a:lnTo>
                    <a:pt x="503" y="11745"/>
                  </a:lnTo>
                  <a:lnTo>
                    <a:pt x="1342" y="12919"/>
                  </a:lnTo>
                  <a:lnTo>
                    <a:pt x="3859" y="13590"/>
                  </a:lnTo>
                  <a:lnTo>
                    <a:pt x="5201" y="13087"/>
                  </a:lnTo>
                  <a:lnTo>
                    <a:pt x="11409" y="9396"/>
                  </a:lnTo>
                  <a:lnTo>
                    <a:pt x="11409" y="16610"/>
                  </a:lnTo>
                  <a:lnTo>
                    <a:pt x="11576" y="17952"/>
                  </a:lnTo>
                  <a:lnTo>
                    <a:pt x="13422" y="19798"/>
                  </a:lnTo>
                  <a:lnTo>
                    <a:pt x="14932" y="19966"/>
                  </a:lnTo>
                  <a:lnTo>
                    <a:pt x="16274" y="19798"/>
                  </a:lnTo>
                  <a:lnTo>
                    <a:pt x="18120" y="17952"/>
                  </a:lnTo>
                  <a:lnTo>
                    <a:pt x="18287" y="16610"/>
                  </a:lnTo>
                  <a:lnTo>
                    <a:pt x="18287" y="3524"/>
                  </a:lnTo>
                  <a:lnTo>
                    <a:pt x="18120" y="2014"/>
                  </a:lnTo>
                  <a:lnTo>
                    <a:pt x="16274" y="168"/>
                  </a:lnTo>
                  <a:lnTo>
                    <a:pt x="14932" y="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05" name="Google Shape;4605;p101"/>
            <p:cNvSpPr/>
            <p:nvPr/>
          </p:nvSpPr>
          <p:spPr>
            <a:xfrm>
              <a:off x="4881650" y="4298250"/>
              <a:ext cx="457200" cy="499150"/>
            </a:xfrm>
            <a:custGeom>
              <a:avLst/>
              <a:gdLst/>
              <a:ahLst/>
              <a:cxnLst/>
              <a:rect l="l" t="t" r="r" b="b"/>
              <a:pathLst>
                <a:path w="18288" h="19966" extrusionOk="0">
                  <a:moveTo>
                    <a:pt x="16442" y="7047"/>
                  </a:moveTo>
                  <a:lnTo>
                    <a:pt x="5537" y="839"/>
                  </a:lnTo>
                  <a:lnTo>
                    <a:pt x="4530" y="168"/>
                  </a:lnTo>
                  <a:lnTo>
                    <a:pt x="3356" y="0"/>
                  </a:lnTo>
                  <a:lnTo>
                    <a:pt x="2014" y="168"/>
                  </a:lnTo>
                  <a:lnTo>
                    <a:pt x="168" y="2014"/>
                  </a:lnTo>
                  <a:lnTo>
                    <a:pt x="0" y="3524"/>
                  </a:lnTo>
                  <a:lnTo>
                    <a:pt x="0" y="16610"/>
                  </a:lnTo>
                  <a:lnTo>
                    <a:pt x="168" y="17952"/>
                  </a:lnTo>
                  <a:lnTo>
                    <a:pt x="2014" y="19798"/>
                  </a:lnTo>
                  <a:lnTo>
                    <a:pt x="3356" y="19966"/>
                  </a:lnTo>
                  <a:lnTo>
                    <a:pt x="4698" y="19798"/>
                  </a:lnTo>
                  <a:lnTo>
                    <a:pt x="6711" y="17952"/>
                  </a:lnTo>
                  <a:lnTo>
                    <a:pt x="6879" y="16610"/>
                  </a:lnTo>
                  <a:lnTo>
                    <a:pt x="6879" y="9396"/>
                  </a:lnTo>
                  <a:lnTo>
                    <a:pt x="13087" y="13087"/>
                  </a:lnTo>
                  <a:lnTo>
                    <a:pt x="14429" y="13590"/>
                  </a:lnTo>
                  <a:lnTo>
                    <a:pt x="16946" y="12919"/>
                  </a:lnTo>
                  <a:lnTo>
                    <a:pt x="17784" y="11745"/>
                  </a:lnTo>
                  <a:lnTo>
                    <a:pt x="18288" y="10570"/>
                  </a:lnTo>
                  <a:lnTo>
                    <a:pt x="17617" y="7886"/>
                  </a:lnTo>
                  <a:lnTo>
                    <a:pt x="16442" y="7047"/>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06" name="Google Shape;4606;p101"/>
            <p:cNvSpPr/>
            <p:nvPr/>
          </p:nvSpPr>
          <p:spPr>
            <a:xfrm>
              <a:off x="5028450" y="3866225"/>
              <a:ext cx="457200" cy="503350"/>
            </a:xfrm>
            <a:custGeom>
              <a:avLst/>
              <a:gdLst/>
              <a:ahLst/>
              <a:cxnLst/>
              <a:rect l="l" t="t" r="r" b="b"/>
              <a:pathLst>
                <a:path w="18288" h="20134" extrusionOk="0">
                  <a:moveTo>
                    <a:pt x="16610" y="13590"/>
                  </a:moveTo>
                  <a:lnTo>
                    <a:pt x="10235" y="10067"/>
                  </a:lnTo>
                  <a:lnTo>
                    <a:pt x="16610" y="6544"/>
                  </a:lnTo>
                  <a:lnTo>
                    <a:pt x="17617" y="5537"/>
                  </a:lnTo>
                  <a:lnTo>
                    <a:pt x="18288" y="3021"/>
                  </a:lnTo>
                  <a:lnTo>
                    <a:pt x="17784" y="1678"/>
                  </a:lnTo>
                  <a:lnTo>
                    <a:pt x="16946" y="672"/>
                  </a:lnTo>
                  <a:lnTo>
                    <a:pt x="14429" y="1"/>
                  </a:lnTo>
                  <a:lnTo>
                    <a:pt x="13087" y="504"/>
                  </a:lnTo>
                  <a:lnTo>
                    <a:pt x="1678" y="7047"/>
                  </a:lnTo>
                  <a:lnTo>
                    <a:pt x="1678" y="7047"/>
                  </a:lnTo>
                  <a:lnTo>
                    <a:pt x="1678" y="7047"/>
                  </a:lnTo>
                  <a:lnTo>
                    <a:pt x="1510" y="7215"/>
                  </a:lnTo>
                  <a:lnTo>
                    <a:pt x="1510" y="7215"/>
                  </a:lnTo>
                  <a:lnTo>
                    <a:pt x="1343" y="7215"/>
                  </a:lnTo>
                  <a:lnTo>
                    <a:pt x="1343" y="7215"/>
                  </a:lnTo>
                  <a:lnTo>
                    <a:pt x="1343" y="7383"/>
                  </a:lnTo>
                  <a:lnTo>
                    <a:pt x="1175" y="7383"/>
                  </a:lnTo>
                  <a:lnTo>
                    <a:pt x="1175" y="7383"/>
                  </a:lnTo>
                  <a:lnTo>
                    <a:pt x="1175" y="7551"/>
                  </a:lnTo>
                  <a:lnTo>
                    <a:pt x="1007" y="7551"/>
                  </a:lnTo>
                  <a:lnTo>
                    <a:pt x="1007" y="7551"/>
                  </a:lnTo>
                  <a:lnTo>
                    <a:pt x="839" y="7718"/>
                  </a:lnTo>
                  <a:lnTo>
                    <a:pt x="839" y="7718"/>
                  </a:lnTo>
                  <a:lnTo>
                    <a:pt x="839" y="7886"/>
                  </a:lnTo>
                  <a:lnTo>
                    <a:pt x="839" y="7886"/>
                  </a:lnTo>
                  <a:lnTo>
                    <a:pt x="672" y="7886"/>
                  </a:lnTo>
                  <a:lnTo>
                    <a:pt x="672" y="8054"/>
                  </a:lnTo>
                  <a:lnTo>
                    <a:pt x="672" y="8054"/>
                  </a:lnTo>
                  <a:lnTo>
                    <a:pt x="504" y="8054"/>
                  </a:lnTo>
                  <a:lnTo>
                    <a:pt x="504" y="8222"/>
                  </a:lnTo>
                  <a:lnTo>
                    <a:pt x="504" y="8389"/>
                  </a:lnTo>
                  <a:lnTo>
                    <a:pt x="504" y="8389"/>
                  </a:lnTo>
                  <a:lnTo>
                    <a:pt x="504" y="8389"/>
                  </a:lnTo>
                  <a:lnTo>
                    <a:pt x="336" y="8389"/>
                  </a:lnTo>
                  <a:lnTo>
                    <a:pt x="336" y="8389"/>
                  </a:lnTo>
                  <a:lnTo>
                    <a:pt x="336" y="8557"/>
                  </a:lnTo>
                  <a:lnTo>
                    <a:pt x="336" y="8557"/>
                  </a:lnTo>
                  <a:lnTo>
                    <a:pt x="336" y="8725"/>
                  </a:lnTo>
                  <a:lnTo>
                    <a:pt x="168" y="8725"/>
                  </a:lnTo>
                  <a:lnTo>
                    <a:pt x="168" y="8893"/>
                  </a:lnTo>
                  <a:lnTo>
                    <a:pt x="168" y="8893"/>
                  </a:lnTo>
                  <a:lnTo>
                    <a:pt x="168" y="9061"/>
                  </a:lnTo>
                  <a:lnTo>
                    <a:pt x="168" y="9061"/>
                  </a:lnTo>
                  <a:lnTo>
                    <a:pt x="168" y="9228"/>
                  </a:lnTo>
                  <a:lnTo>
                    <a:pt x="0" y="9228"/>
                  </a:lnTo>
                  <a:lnTo>
                    <a:pt x="0" y="9396"/>
                  </a:lnTo>
                  <a:lnTo>
                    <a:pt x="0" y="9396"/>
                  </a:lnTo>
                  <a:lnTo>
                    <a:pt x="0" y="9564"/>
                  </a:lnTo>
                  <a:lnTo>
                    <a:pt x="0" y="9564"/>
                  </a:lnTo>
                  <a:lnTo>
                    <a:pt x="0" y="9732"/>
                  </a:lnTo>
                  <a:lnTo>
                    <a:pt x="0" y="9732"/>
                  </a:lnTo>
                  <a:lnTo>
                    <a:pt x="0" y="9899"/>
                  </a:lnTo>
                  <a:lnTo>
                    <a:pt x="0" y="9899"/>
                  </a:lnTo>
                  <a:lnTo>
                    <a:pt x="0" y="9899"/>
                  </a:lnTo>
                  <a:lnTo>
                    <a:pt x="0" y="10067"/>
                  </a:lnTo>
                  <a:lnTo>
                    <a:pt x="0" y="10235"/>
                  </a:lnTo>
                  <a:lnTo>
                    <a:pt x="0" y="10235"/>
                  </a:lnTo>
                  <a:lnTo>
                    <a:pt x="0" y="10235"/>
                  </a:lnTo>
                  <a:lnTo>
                    <a:pt x="0" y="10403"/>
                  </a:lnTo>
                  <a:lnTo>
                    <a:pt x="0" y="10403"/>
                  </a:lnTo>
                  <a:lnTo>
                    <a:pt x="0" y="10570"/>
                  </a:lnTo>
                  <a:lnTo>
                    <a:pt x="0" y="10570"/>
                  </a:lnTo>
                  <a:lnTo>
                    <a:pt x="0" y="10738"/>
                  </a:lnTo>
                  <a:lnTo>
                    <a:pt x="0" y="10738"/>
                  </a:lnTo>
                  <a:lnTo>
                    <a:pt x="0" y="10906"/>
                  </a:lnTo>
                  <a:lnTo>
                    <a:pt x="168" y="10906"/>
                  </a:lnTo>
                  <a:lnTo>
                    <a:pt x="168" y="11074"/>
                  </a:lnTo>
                  <a:lnTo>
                    <a:pt x="168" y="11074"/>
                  </a:lnTo>
                  <a:lnTo>
                    <a:pt x="168" y="11242"/>
                  </a:lnTo>
                  <a:lnTo>
                    <a:pt x="168" y="11242"/>
                  </a:lnTo>
                  <a:lnTo>
                    <a:pt x="168" y="11409"/>
                  </a:lnTo>
                  <a:lnTo>
                    <a:pt x="336" y="11409"/>
                  </a:lnTo>
                  <a:lnTo>
                    <a:pt x="336" y="11577"/>
                  </a:lnTo>
                  <a:lnTo>
                    <a:pt x="336" y="11577"/>
                  </a:lnTo>
                  <a:lnTo>
                    <a:pt x="336" y="11745"/>
                  </a:lnTo>
                  <a:lnTo>
                    <a:pt x="336" y="11745"/>
                  </a:lnTo>
                  <a:lnTo>
                    <a:pt x="504" y="11745"/>
                  </a:lnTo>
                  <a:lnTo>
                    <a:pt x="504" y="11745"/>
                  </a:lnTo>
                  <a:lnTo>
                    <a:pt x="504" y="11745"/>
                  </a:lnTo>
                  <a:lnTo>
                    <a:pt x="504" y="11913"/>
                  </a:lnTo>
                  <a:lnTo>
                    <a:pt x="504" y="12080"/>
                  </a:lnTo>
                  <a:lnTo>
                    <a:pt x="672" y="12080"/>
                  </a:lnTo>
                  <a:lnTo>
                    <a:pt x="672" y="12080"/>
                  </a:lnTo>
                  <a:lnTo>
                    <a:pt x="672" y="12248"/>
                  </a:lnTo>
                  <a:lnTo>
                    <a:pt x="839" y="12248"/>
                  </a:lnTo>
                  <a:lnTo>
                    <a:pt x="839" y="12248"/>
                  </a:lnTo>
                  <a:lnTo>
                    <a:pt x="839" y="12416"/>
                  </a:lnTo>
                  <a:lnTo>
                    <a:pt x="839" y="12416"/>
                  </a:lnTo>
                  <a:lnTo>
                    <a:pt x="1007" y="12584"/>
                  </a:lnTo>
                  <a:lnTo>
                    <a:pt x="1007" y="12584"/>
                  </a:lnTo>
                  <a:lnTo>
                    <a:pt x="1175" y="12584"/>
                  </a:lnTo>
                  <a:lnTo>
                    <a:pt x="1175" y="12752"/>
                  </a:lnTo>
                  <a:lnTo>
                    <a:pt x="1175" y="12752"/>
                  </a:lnTo>
                  <a:lnTo>
                    <a:pt x="1343" y="12752"/>
                  </a:lnTo>
                  <a:lnTo>
                    <a:pt x="1343" y="12919"/>
                  </a:lnTo>
                  <a:lnTo>
                    <a:pt x="1343" y="12919"/>
                  </a:lnTo>
                  <a:lnTo>
                    <a:pt x="1510" y="12919"/>
                  </a:lnTo>
                  <a:lnTo>
                    <a:pt x="1510" y="12919"/>
                  </a:lnTo>
                  <a:lnTo>
                    <a:pt x="1678" y="13087"/>
                  </a:lnTo>
                  <a:lnTo>
                    <a:pt x="1678" y="13087"/>
                  </a:lnTo>
                  <a:lnTo>
                    <a:pt x="1678" y="13087"/>
                  </a:lnTo>
                  <a:lnTo>
                    <a:pt x="13087" y="19630"/>
                  </a:lnTo>
                  <a:lnTo>
                    <a:pt x="14429" y="20134"/>
                  </a:lnTo>
                  <a:lnTo>
                    <a:pt x="16946" y="19463"/>
                  </a:lnTo>
                  <a:lnTo>
                    <a:pt x="17784" y="18288"/>
                  </a:lnTo>
                  <a:lnTo>
                    <a:pt x="18288" y="17114"/>
                  </a:lnTo>
                  <a:lnTo>
                    <a:pt x="17617" y="14597"/>
                  </a:lnTo>
                  <a:lnTo>
                    <a:pt x="16610" y="13590"/>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07" name="Google Shape;4607;p101"/>
            <p:cNvSpPr/>
            <p:nvPr/>
          </p:nvSpPr>
          <p:spPr>
            <a:xfrm>
              <a:off x="4881650" y="3438400"/>
              <a:ext cx="457200" cy="499150"/>
            </a:xfrm>
            <a:custGeom>
              <a:avLst/>
              <a:gdLst/>
              <a:ahLst/>
              <a:cxnLst/>
              <a:rect l="l" t="t" r="r" b="b"/>
              <a:pathLst>
                <a:path w="18288" h="19966" extrusionOk="0">
                  <a:moveTo>
                    <a:pt x="17784" y="8222"/>
                  </a:moveTo>
                  <a:lnTo>
                    <a:pt x="16946" y="7047"/>
                  </a:lnTo>
                  <a:lnTo>
                    <a:pt x="14429" y="6376"/>
                  </a:lnTo>
                  <a:lnTo>
                    <a:pt x="13087" y="6879"/>
                  </a:lnTo>
                  <a:lnTo>
                    <a:pt x="6879" y="10571"/>
                  </a:lnTo>
                  <a:lnTo>
                    <a:pt x="6879" y="3356"/>
                  </a:lnTo>
                  <a:lnTo>
                    <a:pt x="6711" y="2014"/>
                  </a:lnTo>
                  <a:lnTo>
                    <a:pt x="4698" y="169"/>
                  </a:lnTo>
                  <a:lnTo>
                    <a:pt x="3356" y="1"/>
                  </a:lnTo>
                  <a:lnTo>
                    <a:pt x="2014" y="169"/>
                  </a:lnTo>
                  <a:lnTo>
                    <a:pt x="168" y="2014"/>
                  </a:lnTo>
                  <a:lnTo>
                    <a:pt x="0" y="3356"/>
                  </a:lnTo>
                  <a:lnTo>
                    <a:pt x="0" y="16443"/>
                  </a:lnTo>
                  <a:lnTo>
                    <a:pt x="168" y="17953"/>
                  </a:lnTo>
                  <a:lnTo>
                    <a:pt x="2014" y="19798"/>
                  </a:lnTo>
                  <a:lnTo>
                    <a:pt x="3356" y="19966"/>
                  </a:lnTo>
                  <a:lnTo>
                    <a:pt x="4530" y="19798"/>
                  </a:lnTo>
                  <a:lnTo>
                    <a:pt x="5537" y="19127"/>
                  </a:lnTo>
                  <a:lnTo>
                    <a:pt x="16442" y="12919"/>
                  </a:lnTo>
                  <a:lnTo>
                    <a:pt x="17617" y="12080"/>
                  </a:lnTo>
                  <a:lnTo>
                    <a:pt x="18288" y="9396"/>
                  </a:lnTo>
                  <a:lnTo>
                    <a:pt x="17784" y="8222"/>
                  </a:lnTo>
                  <a:close/>
                </a:path>
              </a:pathLst>
            </a:custGeom>
            <a:solidFill>
              <a:srgbClr val="FFFFFF"/>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grpSp>
      <p:sp>
        <p:nvSpPr>
          <p:cNvPr id="4608" name="Google Shape;4608;p101"/>
          <p:cNvSpPr/>
          <p:nvPr/>
        </p:nvSpPr>
        <p:spPr>
          <a:xfrm>
            <a:off x="2885492" y="993829"/>
            <a:ext cx="202001" cy="290084"/>
          </a:xfrm>
          <a:custGeom>
            <a:avLst/>
            <a:gdLst/>
            <a:ahLst/>
            <a:cxnLst/>
            <a:rect l="l" t="t" r="r" b="b"/>
            <a:pathLst>
              <a:path w="115429" h="165762" extrusionOk="0">
                <a:moveTo>
                  <a:pt x="32045" y="50165"/>
                </a:moveTo>
                <a:lnTo>
                  <a:pt x="36072" y="48823"/>
                </a:lnTo>
                <a:lnTo>
                  <a:pt x="43118" y="44293"/>
                </a:lnTo>
                <a:lnTo>
                  <a:pt x="48151" y="37918"/>
                </a:lnTo>
                <a:lnTo>
                  <a:pt x="51004" y="29865"/>
                </a:lnTo>
                <a:lnTo>
                  <a:pt x="51339" y="25502"/>
                </a:lnTo>
                <a:lnTo>
                  <a:pt x="51171" y="22818"/>
                </a:lnTo>
                <a:lnTo>
                  <a:pt x="50165" y="17953"/>
                </a:lnTo>
                <a:lnTo>
                  <a:pt x="48151" y="13255"/>
                </a:lnTo>
                <a:lnTo>
                  <a:pt x="45467" y="9228"/>
                </a:lnTo>
                <a:lnTo>
                  <a:pt x="41944" y="5873"/>
                </a:lnTo>
                <a:lnTo>
                  <a:pt x="37917" y="3021"/>
                </a:lnTo>
                <a:lnTo>
                  <a:pt x="33220" y="1175"/>
                </a:lnTo>
                <a:lnTo>
                  <a:pt x="28186" y="169"/>
                </a:lnTo>
                <a:lnTo>
                  <a:pt x="25670" y="1"/>
                </a:lnTo>
                <a:lnTo>
                  <a:pt x="22985" y="169"/>
                </a:lnTo>
                <a:lnTo>
                  <a:pt x="17952" y="1175"/>
                </a:lnTo>
                <a:lnTo>
                  <a:pt x="13422" y="3021"/>
                </a:lnTo>
                <a:lnTo>
                  <a:pt x="9228" y="5873"/>
                </a:lnTo>
                <a:lnTo>
                  <a:pt x="5872" y="9228"/>
                </a:lnTo>
                <a:lnTo>
                  <a:pt x="3020" y="13255"/>
                </a:lnTo>
                <a:lnTo>
                  <a:pt x="1175" y="17953"/>
                </a:lnTo>
                <a:lnTo>
                  <a:pt x="168" y="22818"/>
                </a:lnTo>
                <a:lnTo>
                  <a:pt x="0" y="25502"/>
                </a:lnTo>
                <a:lnTo>
                  <a:pt x="336" y="29865"/>
                </a:lnTo>
                <a:lnTo>
                  <a:pt x="3020" y="37750"/>
                </a:lnTo>
                <a:lnTo>
                  <a:pt x="8221" y="44293"/>
                </a:lnTo>
                <a:lnTo>
                  <a:pt x="15100" y="48823"/>
                </a:lnTo>
                <a:lnTo>
                  <a:pt x="19294" y="50165"/>
                </a:lnTo>
                <a:lnTo>
                  <a:pt x="19294" y="115429"/>
                </a:lnTo>
                <a:lnTo>
                  <a:pt x="15100" y="116772"/>
                </a:lnTo>
                <a:lnTo>
                  <a:pt x="8221" y="121302"/>
                </a:lnTo>
                <a:lnTo>
                  <a:pt x="3020" y="127845"/>
                </a:lnTo>
                <a:lnTo>
                  <a:pt x="336" y="135730"/>
                </a:lnTo>
                <a:lnTo>
                  <a:pt x="0" y="140260"/>
                </a:lnTo>
                <a:lnTo>
                  <a:pt x="168" y="142777"/>
                </a:lnTo>
                <a:lnTo>
                  <a:pt x="1175" y="147810"/>
                </a:lnTo>
                <a:lnTo>
                  <a:pt x="3020" y="152340"/>
                </a:lnTo>
                <a:lnTo>
                  <a:pt x="5872" y="156366"/>
                </a:lnTo>
                <a:lnTo>
                  <a:pt x="9228" y="159890"/>
                </a:lnTo>
                <a:lnTo>
                  <a:pt x="13422" y="162574"/>
                </a:lnTo>
                <a:lnTo>
                  <a:pt x="17952" y="164587"/>
                </a:lnTo>
                <a:lnTo>
                  <a:pt x="22985" y="165594"/>
                </a:lnTo>
                <a:lnTo>
                  <a:pt x="25670" y="165762"/>
                </a:lnTo>
                <a:lnTo>
                  <a:pt x="28186" y="165594"/>
                </a:lnTo>
                <a:lnTo>
                  <a:pt x="33220" y="164587"/>
                </a:lnTo>
                <a:lnTo>
                  <a:pt x="37917" y="162574"/>
                </a:lnTo>
                <a:lnTo>
                  <a:pt x="41944" y="159890"/>
                </a:lnTo>
                <a:lnTo>
                  <a:pt x="45467" y="156366"/>
                </a:lnTo>
                <a:lnTo>
                  <a:pt x="48151" y="152340"/>
                </a:lnTo>
                <a:lnTo>
                  <a:pt x="50165" y="147810"/>
                </a:lnTo>
                <a:lnTo>
                  <a:pt x="51171" y="142777"/>
                </a:lnTo>
                <a:lnTo>
                  <a:pt x="51339" y="140260"/>
                </a:lnTo>
                <a:lnTo>
                  <a:pt x="51004" y="135898"/>
                </a:lnTo>
                <a:lnTo>
                  <a:pt x="48319" y="127845"/>
                </a:lnTo>
                <a:lnTo>
                  <a:pt x="43118" y="121469"/>
                </a:lnTo>
                <a:lnTo>
                  <a:pt x="36240" y="116939"/>
                </a:lnTo>
                <a:lnTo>
                  <a:pt x="32213" y="115597"/>
                </a:lnTo>
                <a:lnTo>
                  <a:pt x="32716" y="112242"/>
                </a:lnTo>
                <a:lnTo>
                  <a:pt x="34058" y="107209"/>
                </a:lnTo>
                <a:lnTo>
                  <a:pt x="35904" y="103517"/>
                </a:lnTo>
                <a:lnTo>
                  <a:pt x="38085" y="101001"/>
                </a:lnTo>
                <a:lnTo>
                  <a:pt x="39259" y="100162"/>
                </a:lnTo>
                <a:lnTo>
                  <a:pt x="40937" y="99155"/>
                </a:lnTo>
                <a:lnTo>
                  <a:pt x="44964" y="97645"/>
                </a:lnTo>
                <a:lnTo>
                  <a:pt x="52178" y="96135"/>
                </a:lnTo>
                <a:lnTo>
                  <a:pt x="58386" y="95632"/>
                </a:lnTo>
                <a:lnTo>
                  <a:pt x="59057" y="95464"/>
                </a:lnTo>
                <a:lnTo>
                  <a:pt x="64929" y="94961"/>
                </a:lnTo>
                <a:lnTo>
                  <a:pt x="74324" y="92948"/>
                </a:lnTo>
                <a:lnTo>
                  <a:pt x="80532" y="90431"/>
                </a:lnTo>
                <a:lnTo>
                  <a:pt x="83384" y="88586"/>
                </a:lnTo>
                <a:lnTo>
                  <a:pt x="86068" y="86572"/>
                </a:lnTo>
                <a:lnTo>
                  <a:pt x="90263" y="81539"/>
                </a:lnTo>
                <a:lnTo>
                  <a:pt x="93451" y="75164"/>
                </a:lnTo>
                <a:lnTo>
                  <a:pt x="95464" y="67446"/>
                </a:lnTo>
                <a:lnTo>
                  <a:pt x="95967" y="62916"/>
                </a:lnTo>
                <a:lnTo>
                  <a:pt x="99994" y="61742"/>
                </a:lnTo>
                <a:lnTo>
                  <a:pt x="107040" y="57212"/>
                </a:lnTo>
                <a:lnTo>
                  <a:pt x="112241" y="50669"/>
                </a:lnTo>
                <a:lnTo>
                  <a:pt x="115093" y="42615"/>
                </a:lnTo>
                <a:lnTo>
                  <a:pt x="115429" y="38253"/>
                </a:lnTo>
                <a:lnTo>
                  <a:pt x="115261" y="35569"/>
                </a:lnTo>
                <a:lnTo>
                  <a:pt x="114255" y="30703"/>
                </a:lnTo>
                <a:lnTo>
                  <a:pt x="112241" y="26006"/>
                </a:lnTo>
                <a:lnTo>
                  <a:pt x="109557" y="21979"/>
                </a:lnTo>
                <a:lnTo>
                  <a:pt x="106034" y="18456"/>
                </a:lnTo>
                <a:lnTo>
                  <a:pt x="102007" y="15772"/>
                </a:lnTo>
                <a:lnTo>
                  <a:pt x="97309" y="13926"/>
                </a:lnTo>
                <a:lnTo>
                  <a:pt x="92276" y="12752"/>
                </a:lnTo>
                <a:lnTo>
                  <a:pt x="89759" y="12752"/>
                </a:lnTo>
                <a:lnTo>
                  <a:pt x="87075" y="12752"/>
                </a:lnTo>
                <a:lnTo>
                  <a:pt x="82042" y="13926"/>
                </a:lnTo>
                <a:lnTo>
                  <a:pt x="77512" y="15772"/>
                </a:lnTo>
                <a:lnTo>
                  <a:pt x="73318" y="18456"/>
                </a:lnTo>
                <a:lnTo>
                  <a:pt x="69962" y="21979"/>
                </a:lnTo>
                <a:lnTo>
                  <a:pt x="67110" y="26006"/>
                </a:lnTo>
                <a:lnTo>
                  <a:pt x="65264" y="30703"/>
                </a:lnTo>
                <a:lnTo>
                  <a:pt x="64090" y="35569"/>
                </a:lnTo>
                <a:lnTo>
                  <a:pt x="64090" y="38253"/>
                </a:lnTo>
                <a:lnTo>
                  <a:pt x="64258" y="42615"/>
                </a:lnTo>
                <a:lnTo>
                  <a:pt x="67110" y="50501"/>
                </a:lnTo>
                <a:lnTo>
                  <a:pt x="72143" y="57044"/>
                </a:lnTo>
                <a:lnTo>
                  <a:pt x="79022" y="61574"/>
                </a:lnTo>
                <a:lnTo>
                  <a:pt x="83049" y="62916"/>
                </a:lnTo>
                <a:lnTo>
                  <a:pt x="82713" y="66104"/>
                </a:lnTo>
                <a:lnTo>
                  <a:pt x="81371" y="71305"/>
                </a:lnTo>
                <a:lnTo>
                  <a:pt x="79357" y="74828"/>
                </a:lnTo>
                <a:lnTo>
                  <a:pt x="77176" y="77345"/>
                </a:lnTo>
                <a:lnTo>
                  <a:pt x="76002" y="78184"/>
                </a:lnTo>
                <a:lnTo>
                  <a:pt x="74324" y="79358"/>
                </a:lnTo>
                <a:lnTo>
                  <a:pt x="70298" y="80868"/>
                </a:lnTo>
                <a:lnTo>
                  <a:pt x="63083" y="82210"/>
                </a:lnTo>
                <a:lnTo>
                  <a:pt x="57044" y="82881"/>
                </a:lnTo>
                <a:lnTo>
                  <a:pt x="56372" y="82881"/>
                </a:lnTo>
                <a:lnTo>
                  <a:pt x="50500" y="83552"/>
                </a:lnTo>
                <a:lnTo>
                  <a:pt x="40937" y="85398"/>
                </a:lnTo>
                <a:lnTo>
                  <a:pt x="34897" y="87914"/>
                </a:lnTo>
                <a:lnTo>
                  <a:pt x="32045" y="89760"/>
                </a:lnTo>
                <a:close/>
                <a:moveTo>
                  <a:pt x="25670" y="12752"/>
                </a:moveTo>
                <a:lnTo>
                  <a:pt x="22985" y="12919"/>
                </a:lnTo>
                <a:lnTo>
                  <a:pt x="18455" y="14933"/>
                </a:lnTo>
                <a:lnTo>
                  <a:pt x="14932" y="18288"/>
                </a:lnTo>
                <a:lnTo>
                  <a:pt x="12919" y="22818"/>
                </a:lnTo>
                <a:lnTo>
                  <a:pt x="12751" y="25502"/>
                </a:lnTo>
                <a:lnTo>
                  <a:pt x="12919" y="28019"/>
                </a:lnTo>
                <a:lnTo>
                  <a:pt x="14932" y="32717"/>
                </a:lnTo>
                <a:lnTo>
                  <a:pt x="18455" y="36072"/>
                </a:lnTo>
                <a:lnTo>
                  <a:pt x="22985" y="38086"/>
                </a:lnTo>
                <a:lnTo>
                  <a:pt x="25670" y="38253"/>
                </a:lnTo>
                <a:lnTo>
                  <a:pt x="28186" y="38086"/>
                </a:lnTo>
                <a:lnTo>
                  <a:pt x="32884" y="36072"/>
                </a:lnTo>
                <a:lnTo>
                  <a:pt x="36407" y="32717"/>
                </a:lnTo>
                <a:lnTo>
                  <a:pt x="38253" y="28019"/>
                </a:lnTo>
                <a:lnTo>
                  <a:pt x="38421" y="25502"/>
                </a:lnTo>
                <a:lnTo>
                  <a:pt x="38253" y="22818"/>
                </a:lnTo>
                <a:lnTo>
                  <a:pt x="36407" y="18288"/>
                </a:lnTo>
                <a:lnTo>
                  <a:pt x="32884" y="14933"/>
                </a:lnTo>
                <a:lnTo>
                  <a:pt x="28186" y="12919"/>
                </a:lnTo>
                <a:close/>
                <a:moveTo>
                  <a:pt x="89759" y="25502"/>
                </a:moveTo>
                <a:lnTo>
                  <a:pt x="87075" y="25670"/>
                </a:lnTo>
                <a:lnTo>
                  <a:pt x="82545" y="27684"/>
                </a:lnTo>
                <a:lnTo>
                  <a:pt x="79022" y="31039"/>
                </a:lnTo>
                <a:lnTo>
                  <a:pt x="77009" y="35569"/>
                </a:lnTo>
                <a:lnTo>
                  <a:pt x="76841" y="38253"/>
                </a:lnTo>
                <a:lnTo>
                  <a:pt x="77009" y="40770"/>
                </a:lnTo>
                <a:lnTo>
                  <a:pt x="79022" y="45468"/>
                </a:lnTo>
                <a:lnTo>
                  <a:pt x="82545" y="48823"/>
                </a:lnTo>
                <a:lnTo>
                  <a:pt x="87075" y="50836"/>
                </a:lnTo>
                <a:lnTo>
                  <a:pt x="89759" y="51004"/>
                </a:lnTo>
                <a:lnTo>
                  <a:pt x="92276" y="50836"/>
                </a:lnTo>
                <a:lnTo>
                  <a:pt x="96974" y="48823"/>
                </a:lnTo>
                <a:lnTo>
                  <a:pt x="100329" y="45468"/>
                </a:lnTo>
                <a:lnTo>
                  <a:pt x="102343" y="40770"/>
                </a:lnTo>
                <a:lnTo>
                  <a:pt x="102510" y="38253"/>
                </a:lnTo>
                <a:lnTo>
                  <a:pt x="102343" y="35569"/>
                </a:lnTo>
                <a:lnTo>
                  <a:pt x="100329" y="31039"/>
                </a:lnTo>
                <a:lnTo>
                  <a:pt x="96974" y="27684"/>
                </a:lnTo>
                <a:lnTo>
                  <a:pt x="92276" y="25670"/>
                </a:lnTo>
                <a:close/>
                <a:moveTo>
                  <a:pt x="12751" y="140260"/>
                </a:moveTo>
                <a:lnTo>
                  <a:pt x="12919" y="137576"/>
                </a:lnTo>
                <a:lnTo>
                  <a:pt x="14932" y="133046"/>
                </a:lnTo>
                <a:lnTo>
                  <a:pt x="18455" y="129522"/>
                </a:lnTo>
                <a:lnTo>
                  <a:pt x="22985" y="127677"/>
                </a:lnTo>
                <a:lnTo>
                  <a:pt x="25670" y="127509"/>
                </a:lnTo>
                <a:lnTo>
                  <a:pt x="28186" y="127677"/>
                </a:lnTo>
                <a:lnTo>
                  <a:pt x="32884" y="129522"/>
                </a:lnTo>
                <a:lnTo>
                  <a:pt x="36407" y="133046"/>
                </a:lnTo>
                <a:lnTo>
                  <a:pt x="38253" y="137576"/>
                </a:lnTo>
                <a:lnTo>
                  <a:pt x="38421" y="140260"/>
                </a:lnTo>
                <a:lnTo>
                  <a:pt x="38253" y="142777"/>
                </a:lnTo>
                <a:lnTo>
                  <a:pt x="36407" y="147307"/>
                </a:lnTo>
                <a:lnTo>
                  <a:pt x="32884" y="150830"/>
                </a:lnTo>
                <a:lnTo>
                  <a:pt x="28186" y="152675"/>
                </a:lnTo>
                <a:lnTo>
                  <a:pt x="25670" y="153011"/>
                </a:lnTo>
                <a:lnTo>
                  <a:pt x="22985" y="152675"/>
                </a:lnTo>
                <a:lnTo>
                  <a:pt x="18455" y="150830"/>
                </a:lnTo>
                <a:lnTo>
                  <a:pt x="14932" y="147307"/>
                </a:lnTo>
                <a:lnTo>
                  <a:pt x="12919" y="142777"/>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09" name="Google Shape;4609;p101"/>
          <p:cNvSpPr txBox="1"/>
          <p:nvPr/>
        </p:nvSpPr>
        <p:spPr>
          <a:xfrm>
            <a:off x="2822274" y="1377937"/>
            <a:ext cx="328500" cy="1089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Stream</a:t>
            </a:r>
            <a:endParaRPr sz="600">
              <a:solidFill>
                <a:srgbClr val="11567F"/>
              </a:solidFill>
              <a:latin typeface="Arial"/>
              <a:ea typeface="Arial"/>
              <a:cs typeface="Arial"/>
              <a:sym typeface="Arial"/>
            </a:endParaRPr>
          </a:p>
        </p:txBody>
      </p:sp>
      <p:grpSp>
        <p:nvGrpSpPr>
          <p:cNvPr id="4610" name="Google Shape;4610;p101"/>
          <p:cNvGrpSpPr/>
          <p:nvPr/>
        </p:nvGrpSpPr>
        <p:grpSpPr>
          <a:xfrm>
            <a:off x="3621981" y="994192"/>
            <a:ext cx="289170" cy="289172"/>
            <a:chOff x="1513575" y="649150"/>
            <a:chExt cx="4546700" cy="4546725"/>
          </a:xfrm>
        </p:grpSpPr>
        <p:sp>
          <p:nvSpPr>
            <p:cNvPr id="4611" name="Google Shape;4611;p101"/>
            <p:cNvSpPr/>
            <p:nvPr/>
          </p:nvSpPr>
          <p:spPr>
            <a:xfrm>
              <a:off x="4743225" y="1316050"/>
              <a:ext cx="629175" cy="629200"/>
            </a:xfrm>
            <a:custGeom>
              <a:avLst/>
              <a:gdLst/>
              <a:ahLst/>
              <a:cxnLst/>
              <a:rect l="l" t="t" r="r" b="b"/>
              <a:pathLst>
                <a:path w="25167" h="25168" extrusionOk="0">
                  <a:moveTo>
                    <a:pt x="12584" y="1"/>
                  </a:moveTo>
                  <a:lnTo>
                    <a:pt x="9899" y="169"/>
                  </a:lnTo>
                  <a:lnTo>
                    <a:pt x="5370" y="2182"/>
                  </a:lnTo>
                  <a:lnTo>
                    <a:pt x="2014" y="5538"/>
                  </a:lnTo>
                  <a:lnTo>
                    <a:pt x="169" y="10067"/>
                  </a:lnTo>
                  <a:lnTo>
                    <a:pt x="1" y="12584"/>
                  </a:lnTo>
                  <a:lnTo>
                    <a:pt x="169" y="15101"/>
                  </a:lnTo>
                  <a:lnTo>
                    <a:pt x="2014" y="19631"/>
                  </a:lnTo>
                  <a:lnTo>
                    <a:pt x="5370" y="23154"/>
                  </a:lnTo>
                  <a:lnTo>
                    <a:pt x="9899" y="24999"/>
                  </a:lnTo>
                  <a:lnTo>
                    <a:pt x="12584" y="25167"/>
                  </a:lnTo>
                  <a:lnTo>
                    <a:pt x="15100" y="24999"/>
                  </a:lnTo>
                  <a:lnTo>
                    <a:pt x="19630" y="23154"/>
                  </a:lnTo>
                  <a:lnTo>
                    <a:pt x="22986" y="19631"/>
                  </a:lnTo>
                  <a:lnTo>
                    <a:pt x="24999" y="15101"/>
                  </a:lnTo>
                  <a:lnTo>
                    <a:pt x="25167" y="12584"/>
                  </a:lnTo>
                  <a:lnTo>
                    <a:pt x="24999" y="10067"/>
                  </a:lnTo>
                  <a:lnTo>
                    <a:pt x="22986" y="5538"/>
                  </a:lnTo>
                  <a:lnTo>
                    <a:pt x="19630" y="2182"/>
                  </a:lnTo>
                  <a:lnTo>
                    <a:pt x="15100" y="169"/>
                  </a:lnTo>
                  <a:lnTo>
                    <a:pt x="12584"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12" name="Google Shape;4612;p101"/>
            <p:cNvSpPr/>
            <p:nvPr/>
          </p:nvSpPr>
          <p:spPr>
            <a:xfrm>
              <a:off x="1513575" y="649150"/>
              <a:ext cx="4546700" cy="4546725"/>
            </a:xfrm>
            <a:custGeom>
              <a:avLst/>
              <a:gdLst/>
              <a:ahLst/>
              <a:cxnLst/>
              <a:rect l="l" t="t" r="r" b="b"/>
              <a:pathLst>
                <a:path w="181868" h="181869" extrusionOk="0">
                  <a:moveTo>
                    <a:pt x="181868" y="27348"/>
                  </a:moveTo>
                  <a:lnTo>
                    <a:pt x="181700" y="24496"/>
                  </a:lnTo>
                  <a:lnTo>
                    <a:pt x="180693" y="19127"/>
                  </a:lnTo>
                  <a:lnTo>
                    <a:pt x="178512" y="14262"/>
                  </a:lnTo>
                  <a:lnTo>
                    <a:pt x="175660" y="9900"/>
                  </a:lnTo>
                  <a:lnTo>
                    <a:pt x="171969" y="6209"/>
                  </a:lnTo>
                  <a:lnTo>
                    <a:pt x="167607" y="3189"/>
                  </a:lnTo>
                  <a:lnTo>
                    <a:pt x="162742" y="1175"/>
                  </a:lnTo>
                  <a:lnTo>
                    <a:pt x="157373" y="169"/>
                  </a:lnTo>
                  <a:lnTo>
                    <a:pt x="154521" y="1"/>
                  </a:lnTo>
                  <a:lnTo>
                    <a:pt x="106705" y="1"/>
                  </a:lnTo>
                  <a:lnTo>
                    <a:pt x="104692" y="169"/>
                  </a:lnTo>
                  <a:lnTo>
                    <a:pt x="100665" y="840"/>
                  </a:lnTo>
                  <a:lnTo>
                    <a:pt x="96806" y="2517"/>
                  </a:lnTo>
                  <a:lnTo>
                    <a:pt x="93451" y="4699"/>
                  </a:lnTo>
                  <a:lnTo>
                    <a:pt x="91941" y="6209"/>
                  </a:lnTo>
                  <a:lnTo>
                    <a:pt x="9060" y="89089"/>
                  </a:lnTo>
                  <a:lnTo>
                    <a:pt x="6879" y="91438"/>
                  </a:lnTo>
                  <a:lnTo>
                    <a:pt x="3356" y="96639"/>
                  </a:lnTo>
                  <a:lnTo>
                    <a:pt x="1007" y="102343"/>
                  </a:lnTo>
                  <a:lnTo>
                    <a:pt x="1" y="108215"/>
                  </a:lnTo>
                  <a:lnTo>
                    <a:pt x="1" y="114255"/>
                  </a:lnTo>
                  <a:lnTo>
                    <a:pt x="1007" y="120295"/>
                  </a:lnTo>
                  <a:lnTo>
                    <a:pt x="3356" y="125832"/>
                  </a:lnTo>
                  <a:lnTo>
                    <a:pt x="6879" y="131200"/>
                  </a:lnTo>
                  <a:lnTo>
                    <a:pt x="9060" y="133549"/>
                  </a:lnTo>
                  <a:lnTo>
                    <a:pt x="48320" y="172808"/>
                  </a:lnTo>
                  <a:lnTo>
                    <a:pt x="50668" y="174989"/>
                  </a:lnTo>
                  <a:lnTo>
                    <a:pt x="55869" y="178345"/>
                  </a:lnTo>
                  <a:lnTo>
                    <a:pt x="61574" y="180694"/>
                  </a:lnTo>
                  <a:lnTo>
                    <a:pt x="67614" y="181868"/>
                  </a:lnTo>
                  <a:lnTo>
                    <a:pt x="73654" y="181868"/>
                  </a:lnTo>
                  <a:lnTo>
                    <a:pt x="79526" y="180694"/>
                  </a:lnTo>
                  <a:lnTo>
                    <a:pt x="85230" y="178345"/>
                  </a:lnTo>
                  <a:lnTo>
                    <a:pt x="90431" y="174989"/>
                  </a:lnTo>
                  <a:lnTo>
                    <a:pt x="92780" y="172808"/>
                  </a:lnTo>
                  <a:lnTo>
                    <a:pt x="175660" y="89928"/>
                  </a:lnTo>
                  <a:lnTo>
                    <a:pt x="177002" y="88418"/>
                  </a:lnTo>
                  <a:lnTo>
                    <a:pt x="179351" y="84895"/>
                  </a:lnTo>
                  <a:lnTo>
                    <a:pt x="180861" y="81204"/>
                  </a:lnTo>
                  <a:lnTo>
                    <a:pt x="181700" y="77177"/>
                  </a:lnTo>
                  <a:lnTo>
                    <a:pt x="181868" y="75164"/>
                  </a:lnTo>
                  <a:close/>
                  <a:moveTo>
                    <a:pt x="154521" y="12584"/>
                  </a:moveTo>
                  <a:lnTo>
                    <a:pt x="157541" y="12752"/>
                  </a:lnTo>
                  <a:lnTo>
                    <a:pt x="162742" y="15101"/>
                  </a:lnTo>
                  <a:lnTo>
                    <a:pt x="166768" y="18959"/>
                  </a:lnTo>
                  <a:lnTo>
                    <a:pt x="168949" y="24328"/>
                  </a:lnTo>
                  <a:lnTo>
                    <a:pt x="169285" y="27348"/>
                  </a:lnTo>
                  <a:lnTo>
                    <a:pt x="169285" y="75164"/>
                  </a:lnTo>
                  <a:lnTo>
                    <a:pt x="169117" y="76674"/>
                  </a:lnTo>
                  <a:lnTo>
                    <a:pt x="167775" y="79694"/>
                  </a:lnTo>
                  <a:lnTo>
                    <a:pt x="166768" y="81036"/>
                  </a:lnTo>
                  <a:lnTo>
                    <a:pt x="83888" y="163916"/>
                  </a:lnTo>
                  <a:lnTo>
                    <a:pt x="81036" y="166433"/>
                  </a:lnTo>
                  <a:lnTo>
                    <a:pt x="74157" y="169117"/>
                  </a:lnTo>
                  <a:lnTo>
                    <a:pt x="66943" y="169117"/>
                  </a:lnTo>
                  <a:lnTo>
                    <a:pt x="60064" y="166433"/>
                  </a:lnTo>
                  <a:lnTo>
                    <a:pt x="57212" y="163916"/>
                  </a:lnTo>
                  <a:lnTo>
                    <a:pt x="17952" y="124657"/>
                  </a:lnTo>
                  <a:lnTo>
                    <a:pt x="15436" y="121637"/>
                  </a:lnTo>
                  <a:lnTo>
                    <a:pt x="12584" y="114926"/>
                  </a:lnTo>
                  <a:lnTo>
                    <a:pt x="12584" y="107544"/>
                  </a:lnTo>
                  <a:lnTo>
                    <a:pt x="15436" y="100833"/>
                  </a:lnTo>
                  <a:lnTo>
                    <a:pt x="17952" y="97981"/>
                  </a:lnTo>
                  <a:lnTo>
                    <a:pt x="100833" y="15101"/>
                  </a:lnTo>
                  <a:lnTo>
                    <a:pt x="102007" y="13926"/>
                  </a:lnTo>
                  <a:lnTo>
                    <a:pt x="105027" y="12752"/>
                  </a:lnTo>
                  <a:lnTo>
                    <a:pt x="106705" y="12584"/>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grpSp>
      <p:grpSp>
        <p:nvGrpSpPr>
          <p:cNvPr id="4613" name="Google Shape;4613;p101"/>
          <p:cNvGrpSpPr/>
          <p:nvPr/>
        </p:nvGrpSpPr>
        <p:grpSpPr>
          <a:xfrm>
            <a:off x="4417308" y="1036210"/>
            <a:ext cx="288103" cy="205142"/>
            <a:chOff x="1643600" y="1152475"/>
            <a:chExt cx="4529925" cy="3225500"/>
          </a:xfrm>
        </p:grpSpPr>
        <p:sp>
          <p:nvSpPr>
            <p:cNvPr id="4614" name="Google Shape;4614;p101"/>
            <p:cNvSpPr/>
            <p:nvPr/>
          </p:nvSpPr>
          <p:spPr>
            <a:xfrm>
              <a:off x="3954700" y="1706125"/>
              <a:ext cx="2218825" cy="314625"/>
            </a:xfrm>
            <a:custGeom>
              <a:avLst/>
              <a:gdLst/>
              <a:ahLst/>
              <a:cxnLst/>
              <a:rect l="l" t="t" r="r" b="b"/>
              <a:pathLst>
                <a:path w="88753" h="12585" extrusionOk="0">
                  <a:moveTo>
                    <a:pt x="2181" y="1"/>
                  </a:moveTo>
                  <a:lnTo>
                    <a:pt x="1342" y="169"/>
                  </a:lnTo>
                  <a:lnTo>
                    <a:pt x="168" y="1175"/>
                  </a:lnTo>
                  <a:lnTo>
                    <a:pt x="0" y="2182"/>
                  </a:lnTo>
                  <a:lnTo>
                    <a:pt x="0" y="10571"/>
                  </a:lnTo>
                  <a:lnTo>
                    <a:pt x="168" y="11410"/>
                  </a:lnTo>
                  <a:lnTo>
                    <a:pt x="1342" y="12416"/>
                  </a:lnTo>
                  <a:lnTo>
                    <a:pt x="2181" y="12584"/>
                  </a:lnTo>
                  <a:lnTo>
                    <a:pt x="86572" y="12584"/>
                  </a:lnTo>
                  <a:lnTo>
                    <a:pt x="87411" y="12416"/>
                  </a:lnTo>
                  <a:lnTo>
                    <a:pt x="88585" y="11410"/>
                  </a:lnTo>
                  <a:lnTo>
                    <a:pt x="88753" y="10571"/>
                  </a:lnTo>
                  <a:lnTo>
                    <a:pt x="88753" y="2182"/>
                  </a:lnTo>
                  <a:lnTo>
                    <a:pt x="88585" y="1175"/>
                  </a:lnTo>
                  <a:lnTo>
                    <a:pt x="87411" y="169"/>
                  </a:lnTo>
                  <a:lnTo>
                    <a:pt x="8657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15" name="Google Shape;4615;p101"/>
            <p:cNvSpPr/>
            <p:nvPr/>
          </p:nvSpPr>
          <p:spPr>
            <a:xfrm>
              <a:off x="3954700" y="3539075"/>
              <a:ext cx="2218825" cy="318800"/>
            </a:xfrm>
            <a:custGeom>
              <a:avLst/>
              <a:gdLst/>
              <a:ahLst/>
              <a:cxnLst/>
              <a:rect l="l" t="t" r="r" b="b"/>
              <a:pathLst>
                <a:path w="88753" h="12752" extrusionOk="0">
                  <a:moveTo>
                    <a:pt x="1342" y="0"/>
                  </a:moveTo>
                  <a:lnTo>
                    <a:pt x="168" y="1175"/>
                  </a:lnTo>
                  <a:lnTo>
                    <a:pt x="0" y="2014"/>
                  </a:lnTo>
                  <a:lnTo>
                    <a:pt x="0" y="10570"/>
                  </a:lnTo>
                  <a:lnTo>
                    <a:pt x="168" y="11409"/>
                  </a:lnTo>
                  <a:lnTo>
                    <a:pt x="1342" y="12583"/>
                  </a:lnTo>
                  <a:lnTo>
                    <a:pt x="2181" y="12751"/>
                  </a:lnTo>
                  <a:lnTo>
                    <a:pt x="86572" y="12751"/>
                  </a:lnTo>
                  <a:lnTo>
                    <a:pt x="87411" y="12583"/>
                  </a:lnTo>
                  <a:lnTo>
                    <a:pt x="88585" y="11409"/>
                  </a:lnTo>
                  <a:lnTo>
                    <a:pt x="88753" y="10570"/>
                  </a:lnTo>
                  <a:lnTo>
                    <a:pt x="88753" y="2014"/>
                  </a:lnTo>
                  <a:lnTo>
                    <a:pt x="88585" y="1175"/>
                  </a:lnTo>
                  <a:lnTo>
                    <a:pt x="87411"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16" name="Google Shape;4616;p101"/>
            <p:cNvSpPr/>
            <p:nvPr/>
          </p:nvSpPr>
          <p:spPr>
            <a:xfrm>
              <a:off x="1643600" y="3144800"/>
              <a:ext cx="1807800" cy="1233175"/>
            </a:xfrm>
            <a:custGeom>
              <a:avLst/>
              <a:gdLst/>
              <a:ahLst/>
              <a:cxnLst/>
              <a:rect l="l" t="t" r="r" b="b"/>
              <a:pathLst>
                <a:path w="72312" h="49327" extrusionOk="0">
                  <a:moveTo>
                    <a:pt x="62916" y="1"/>
                  </a:moveTo>
                  <a:lnTo>
                    <a:pt x="62245" y="504"/>
                  </a:lnTo>
                  <a:lnTo>
                    <a:pt x="27180" y="32549"/>
                  </a:lnTo>
                  <a:lnTo>
                    <a:pt x="26677" y="32884"/>
                  </a:lnTo>
                  <a:lnTo>
                    <a:pt x="25167" y="33052"/>
                  </a:lnTo>
                  <a:lnTo>
                    <a:pt x="24496" y="32549"/>
                  </a:lnTo>
                  <a:lnTo>
                    <a:pt x="8725" y="20301"/>
                  </a:lnTo>
                  <a:lnTo>
                    <a:pt x="7886" y="19798"/>
                  </a:lnTo>
                  <a:lnTo>
                    <a:pt x="6376" y="19966"/>
                  </a:lnTo>
                  <a:lnTo>
                    <a:pt x="5705" y="20637"/>
                  </a:lnTo>
                  <a:lnTo>
                    <a:pt x="336" y="27348"/>
                  </a:lnTo>
                  <a:lnTo>
                    <a:pt x="1" y="28019"/>
                  </a:lnTo>
                  <a:lnTo>
                    <a:pt x="168" y="29529"/>
                  </a:lnTo>
                  <a:lnTo>
                    <a:pt x="672" y="30200"/>
                  </a:lnTo>
                  <a:lnTo>
                    <a:pt x="21643" y="47648"/>
                  </a:lnTo>
                  <a:lnTo>
                    <a:pt x="22818" y="48487"/>
                  </a:lnTo>
                  <a:lnTo>
                    <a:pt x="25335" y="49326"/>
                  </a:lnTo>
                  <a:lnTo>
                    <a:pt x="27851" y="49326"/>
                  </a:lnTo>
                  <a:lnTo>
                    <a:pt x="30368" y="48320"/>
                  </a:lnTo>
                  <a:lnTo>
                    <a:pt x="31374" y="47481"/>
                  </a:lnTo>
                  <a:lnTo>
                    <a:pt x="71808" y="10235"/>
                  </a:lnTo>
                  <a:lnTo>
                    <a:pt x="72311" y="9564"/>
                  </a:lnTo>
                  <a:lnTo>
                    <a:pt x="72311" y="7886"/>
                  </a:lnTo>
                  <a:lnTo>
                    <a:pt x="71808" y="7215"/>
                  </a:lnTo>
                  <a:lnTo>
                    <a:pt x="65097" y="504"/>
                  </a:lnTo>
                  <a:lnTo>
                    <a:pt x="64426"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17" name="Google Shape;4617;p101"/>
            <p:cNvSpPr/>
            <p:nvPr/>
          </p:nvSpPr>
          <p:spPr>
            <a:xfrm>
              <a:off x="1643600" y="1152475"/>
              <a:ext cx="1807800" cy="1233175"/>
            </a:xfrm>
            <a:custGeom>
              <a:avLst/>
              <a:gdLst/>
              <a:ahLst/>
              <a:cxnLst/>
              <a:rect l="l" t="t" r="r" b="b"/>
              <a:pathLst>
                <a:path w="72312" h="49327" extrusionOk="0">
                  <a:moveTo>
                    <a:pt x="62916" y="1"/>
                  </a:moveTo>
                  <a:lnTo>
                    <a:pt x="62245" y="504"/>
                  </a:lnTo>
                  <a:lnTo>
                    <a:pt x="27180" y="32549"/>
                  </a:lnTo>
                  <a:lnTo>
                    <a:pt x="26677" y="32885"/>
                  </a:lnTo>
                  <a:lnTo>
                    <a:pt x="25167" y="33052"/>
                  </a:lnTo>
                  <a:lnTo>
                    <a:pt x="24496" y="32549"/>
                  </a:lnTo>
                  <a:lnTo>
                    <a:pt x="8725" y="20301"/>
                  </a:lnTo>
                  <a:lnTo>
                    <a:pt x="7886" y="19798"/>
                  </a:lnTo>
                  <a:lnTo>
                    <a:pt x="6376" y="19966"/>
                  </a:lnTo>
                  <a:lnTo>
                    <a:pt x="5705" y="20637"/>
                  </a:lnTo>
                  <a:lnTo>
                    <a:pt x="336" y="27348"/>
                  </a:lnTo>
                  <a:lnTo>
                    <a:pt x="1" y="28019"/>
                  </a:lnTo>
                  <a:lnTo>
                    <a:pt x="168" y="29529"/>
                  </a:lnTo>
                  <a:lnTo>
                    <a:pt x="672" y="30200"/>
                  </a:lnTo>
                  <a:lnTo>
                    <a:pt x="21643" y="47649"/>
                  </a:lnTo>
                  <a:lnTo>
                    <a:pt x="22818" y="48488"/>
                  </a:lnTo>
                  <a:lnTo>
                    <a:pt x="25335" y="49326"/>
                  </a:lnTo>
                  <a:lnTo>
                    <a:pt x="27851" y="49326"/>
                  </a:lnTo>
                  <a:lnTo>
                    <a:pt x="30368" y="48320"/>
                  </a:lnTo>
                  <a:lnTo>
                    <a:pt x="31374" y="47481"/>
                  </a:lnTo>
                  <a:lnTo>
                    <a:pt x="71808" y="10235"/>
                  </a:lnTo>
                  <a:lnTo>
                    <a:pt x="72311" y="9564"/>
                  </a:lnTo>
                  <a:lnTo>
                    <a:pt x="72311" y="7886"/>
                  </a:lnTo>
                  <a:lnTo>
                    <a:pt x="71808" y="7215"/>
                  </a:lnTo>
                  <a:lnTo>
                    <a:pt x="65097" y="504"/>
                  </a:lnTo>
                  <a:lnTo>
                    <a:pt x="64426"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grpSp>
      <p:grpSp>
        <p:nvGrpSpPr>
          <p:cNvPr id="4618" name="Google Shape;4618;p101"/>
          <p:cNvGrpSpPr/>
          <p:nvPr/>
        </p:nvGrpSpPr>
        <p:grpSpPr>
          <a:xfrm>
            <a:off x="6031312" y="1014068"/>
            <a:ext cx="228884" cy="249423"/>
            <a:chOff x="2012700" y="875650"/>
            <a:chExt cx="3598800" cy="3921750"/>
          </a:xfrm>
        </p:grpSpPr>
        <p:sp>
          <p:nvSpPr>
            <p:cNvPr id="4619" name="Google Shape;4619;p101"/>
            <p:cNvSpPr/>
            <p:nvPr/>
          </p:nvSpPr>
          <p:spPr>
            <a:xfrm>
              <a:off x="2994175" y="1836150"/>
              <a:ext cx="1635825" cy="2327900"/>
            </a:xfrm>
            <a:custGeom>
              <a:avLst/>
              <a:gdLst/>
              <a:ahLst/>
              <a:cxnLst/>
              <a:rect l="l" t="t" r="r" b="b"/>
              <a:pathLst>
                <a:path w="65433" h="93116" extrusionOk="0">
                  <a:moveTo>
                    <a:pt x="31207" y="1"/>
                  </a:moveTo>
                  <a:lnTo>
                    <a:pt x="27684" y="1008"/>
                  </a:lnTo>
                  <a:lnTo>
                    <a:pt x="25670" y="2685"/>
                  </a:lnTo>
                  <a:lnTo>
                    <a:pt x="24832" y="3860"/>
                  </a:lnTo>
                  <a:lnTo>
                    <a:pt x="1175" y="40938"/>
                  </a:lnTo>
                  <a:lnTo>
                    <a:pt x="169" y="42951"/>
                  </a:lnTo>
                  <a:lnTo>
                    <a:pt x="1" y="47146"/>
                  </a:lnTo>
                  <a:lnTo>
                    <a:pt x="2014" y="50837"/>
                  </a:lnTo>
                  <a:lnTo>
                    <a:pt x="5537" y="53018"/>
                  </a:lnTo>
                  <a:lnTo>
                    <a:pt x="7719" y="53185"/>
                  </a:lnTo>
                  <a:lnTo>
                    <a:pt x="26174" y="53185"/>
                  </a:lnTo>
                  <a:lnTo>
                    <a:pt x="26174" y="84895"/>
                  </a:lnTo>
                  <a:lnTo>
                    <a:pt x="26174" y="86405"/>
                  </a:lnTo>
                  <a:lnTo>
                    <a:pt x="27013" y="88921"/>
                  </a:lnTo>
                  <a:lnTo>
                    <a:pt x="29529" y="91606"/>
                  </a:lnTo>
                  <a:lnTo>
                    <a:pt x="34227" y="93116"/>
                  </a:lnTo>
                  <a:lnTo>
                    <a:pt x="37750" y="92109"/>
                  </a:lnTo>
                  <a:lnTo>
                    <a:pt x="39763" y="90431"/>
                  </a:lnTo>
                  <a:lnTo>
                    <a:pt x="40602" y="89257"/>
                  </a:lnTo>
                  <a:lnTo>
                    <a:pt x="64258" y="52179"/>
                  </a:lnTo>
                  <a:lnTo>
                    <a:pt x="65265" y="50165"/>
                  </a:lnTo>
                  <a:lnTo>
                    <a:pt x="65433" y="45971"/>
                  </a:lnTo>
                  <a:lnTo>
                    <a:pt x="63420" y="42448"/>
                  </a:lnTo>
                  <a:lnTo>
                    <a:pt x="59896" y="40099"/>
                  </a:lnTo>
                  <a:lnTo>
                    <a:pt x="57715" y="39931"/>
                  </a:lnTo>
                  <a:lnTo>
                    <a:pt x="39260" y="39931"/>
                  </a:lnTo>
                  <a:lnTo>
                    <a:pt x="39260" y="8222"/>
                  </a:lnTo>
                  <a:lnTo>
                    <a:pt x="39260" y="6712"/>
                  </a:lnTo>
                  <a:lnTo>
                    <a:pt x="38421" y="4195"/>
                  </a:lnTo>
                  <a:lnTo>
                    <a:pt x="35905" y="1511"/>
                  </a:lnTo>
                  <a:lnTo>
                    <a:pt x="31207"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20" name="Google Shape;4620;p101"/>
            <p:cNvSpPr/>
            <p:nvPr/>
          </p:nvSpPr>
          <p:spPr>
            <a:xfrm>
              <a:off x="2012700" y="875650"/>
              <a:ext cx="3598800" cy="3921750"/>
            </a:xfrm>
            <a:custGeom>
              <a:avLst/>
              <a:gdLst/>
              <a:ahLst/>
              <a:cxnLst/>
              <a:rect l="l" t="t" r="r" b="b"/>
              <a:pathLst>
                <a:path w="143952" h="156870" extrusionOk="0">
                  <a:moveTo>
                    <a:pt x="82546" y="2853"/>
                  </a:moveTo>
                  <a:lnTo>
                    <a:pt x="80029" y="1511"/>
                  </a:lnTo>
                  <a:lnTo>
                    <a:pt x="74660" y="1"/>
                  </a:lnTo>
                  <a:lnTo>
                    <a:pt x="69292" y="1"/>
                  </a:lnTo>
                  <a:lnTo>
                    <a:pt x="63923" y="1511"/>
                  </a:lnTo>
                  <a:lnTo>
                    <a:pt x="61406" y="2853"/>
                  </a:lnTo>
                  <a:lnTo>
                    <a:pt x="10403" y="32717"/>
                  </a:lnTo>
                  <a:lnTo>
                    <a:pt x="8054" y="34227"/>
                  </a:lnTo>
                  <a:lnTo>
                    <a:pt x="4195" y="38253"/>
                  </a:lnTo>
                  <a:lnTo>
                    <a:pt x="1511" y="42783"/>
                  </a:lnTo>
                  <a:lnTo>
                    <a:pt x="169" y="48152"/>
                  </a:lnTo>
                  <a:lnTo>
                    <a:pt x="1" y="50836"/>
                  </a:lnTo>
                  <a:lnTo>
                    <a:pt x="1" y="135898"/>
                  </a:lnTo>
                  <a:lnTo>
                    <a:pt x="1" y="138079"/>
                  </a:lnTo>
                  <a:lnTo>
                    <a:pt x="840" y="142273"/>
                  </a:lnTo>
                  <a:lnTo>
                    <a:pt x="3524" y="147810"/>
                  </a:lnTo>
                  <a:lnTo>
                    <a:pt x="9228" y="153514"/>
                  </a:lnTo>
                  <a:lnTo>
                    <a:pt x="14765" y="156031"/>
                  </a:lnTo>
                  <a:lnTo>
                    <a:pt x="18791" y="156870"/>
                  </a:lnTo>
                  <a:lnTo>
                    <a:pt x="20973" y="156870"/>
                  </a:lnTo>
                  <a:lnTo>
                    <a:pt x="122979" y="156870"/>
                  </a:lnTo>
                  <a:lnTo>
                    <a:pt x="125160" y="156870"/>
                  </a:lnTo>
                  <a:lnTo>
                    <a:pt x="129187" y="156031"/>
                  </a:lnTo>
                  <a:lnTo>
                    <a:pt x="134723" y="153514"/>
                  </a:lnTo>
                  <a:lnTo>
                    <a:pt x="140428" y="147810"/>
                  </a:lnTo>
                  <a:lnTo>
                    <a:pt x="143112" y="142273"/>
                  </a:lnTo>
                  <a:lnTo>
                    <a:pt x="143951" y="138079"/>
                  </a:lnTo>
                  <a:lnTo>
                    <a:pt x="143951" y="135898"/>
                  </a:lnTo>
                  <a:lnTo>
                    <a:pt x="143951" y="50836"/>
                  </a:lnTo>
                  <a:lnTo>
                    <a:pt x="143783" y="48152"/>
                  </a:lnTo>
                  <a:lnTo>
                    <a:pt x="142441" y="42783"/>
                  </a:lnTo>
                  <a:lnTo>
                    <a:pt x="139757" y="38253"/>
                  </a:lnTo>
                  <a:lnTo>
                    <a:pt x="135898" y="34227"/>
                  </a:lnTo>
                  <a:lnTo>
                    <a:pt x="133549" y="32717"/>
                  </a:lnTo>
                  <a:close/>
                  <a:moveTo>
                    <a:pt x="67782" y="13590"/>
                  </a:moveTo>
                  <a:lnTo>
                    <a:pt x="69795" y="12752"/>
                  </a:lnTo>
                  <a:lnTo>
                    <a:pt x="74157" y="12752"/>
                  </a:lnTo>
                  <a:lnTo>
                    <a:pt x="76170" y="13590"/>
                  </a:lnTo>
                  <a:lnTo>
                    <a:pt x="127174" y="43622"/>
                  </a:lnTo>
                  <a:lnTo>
                    <a:pt x="129019" y="44964"/>
                  </a:lnTo>
                  <a:lnTo>
                    <a:pt x="131200" y="48655"/>
                  </a:lnTo>
                  <a:lnTo>
                    <a:pt x="131368" y="50836"/>
                  </a:lnTo>
                  <a:lnTo>
                    <a:pt x="131368" y="135898"/>
                  </a:lnTo>
                  <a:lnTo>
                    <a:pt x="131200" y="137743"/>
                  </a:lnTo>
                  <a:lnTo>
                    <a:pt x="130026" y="140763"/>
                  </a:lnTo>
                  <a:lnTo>
                    <a:pt x="127677" y="142944"/>
                  </a:lnTo>
                  <a:lnTo>
                    <a:pt x="124657" y="144287"/>
                  </a:lnTo>
                  <a:lnTo>
                    <a:pt x="122979" y="144287"/>
                  </a:lnTo>
                  <a:lnTo>
                    <a:pt x="20973" y="144287"/>
                  </a:lnTo>
                  <a:lnTo>
                    <a:pt x="19295" y="144287"/>
                  </a:lnTo>
                  <a:lnTo>
                    <a:pt x="16275" y="142944"/>
                  </a:lnTo>
                  <a:lnTo>
                    <a:pt x="13926" y="140763"/>
                  </a:lnTo>
                  <a:lnTo>
                    <a:pt x="12752" y="137743"/>
                  </a:lnTo>
                  <a:lnTo>
                    <a:pt x="12584" y="135898"/>
                  </a:lnTo>
                  <a:lnTo>
                    <a:pt x="12584" y="50836"/>
                  </a:lnTo>
                  <a:lnTo>
                    <a:pt x="12752" y="48655"/>
                  </a:lnTo>
                  <a:lnTo>
                    <a:pt x="14933" y="44964"/>
                  </a:lnTo>
                  <a:lnTo>
                    <a:pt x="16778" y="43622"/>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grpSp>
      <p:grpSp>
        <p:nvGrpSpPr>
          <p:cNvPr id="4621" name="Google Shape;4621;p101"/>
          <p:cNvGrpSpPr/>
          <p:nvPr/>
        </p:nvGrpSpPr>
        <p:grpSpPr>
          <a:xfrm>
            <a:off x="5216842" y="1005398"/>
            <a:ext cx="273432" cy="266762"/>
            <a:chOff x="1664575" y="762400"/>
            <a:chExt cx="4299250" cy="4194375"/>
          </a:xfrm>
        </p:grpSpPr>
        <p:sp>
          <p:nvSpPr>
            <p:cNvPr id="4622" name="Google Shape;4622;p101"/>
            <p:cNvSpPr/>
            <p:nvPr/>
          </p:nvSpPr>
          <p:spPr>
            <a:xfrm>
              <a:off x="2973225" y="2704400"/>
              <a:ext cx="1732275" cy="1203800"/>
            </a:xfrm>
            <a:custGeom>
              <a:avLst/>
              <a:gdLst/>
              <a:ahLst/>
              <a:cxnLst/>
              <a:rect l="l" t="t" r="r" b="b"/>
              <a:pathLst>
                <a:path w="69291" h="48152" extrusionOk="0">
                  <a:moveTo>
                    <a:pt x="1174" y="0"/>
                  </a:moveTo>
                  <a:lnTo>
                    <a:pt x="168" y="1175"/>
                  </a:lnTo>
                  <a:lnTo>
                    <a:pt x="0" y="2014"/>
                  </a:lnTo>
                  <a:lnTo>
                    <a:pt x="0" y="25166"/>
                  </a:lnTo>
                  <a:lnTo>
                    <a:pt x="0" y="27515"/>
                  </a:lnTo>
                  <a:lnTo>
                    <a:pt x="1007" y="31877"/>
                  </a:lnTo>
                  <a:lnTo>
                    <a:pt x="2684" y="36072"/>
                  </a:lnTo>
                  <a:lnTo>
                    <a:pt x="5201" y="39763"/>
                  </a:lnTo>
                  <a:lnTo>
                    <a:pt x="8389" y="42950"/>
                  </a:lnTo>
                  <a:lnTo>
                    <a:pt x="12080" y="45467"/>
                  </a:lnTo>
                  <a:lnTo>
                    <a:pt x="16274" y="47145"/>
                  </a:lnTo>
                  <a:lnTo>
                    <a:pt x="20636" y="48151"/>
                  </a:lnTo>
                  <a:lnTo>
                    <a:pt x="48487" y="48151"/>
                  </a:lnTo>
                  <a:lnTo>
                    <a:pt x="53017" y="47145"/>
                  </a:lnTo>
                  <a:lnTo>
                    <a:pt x="57211" y="45467"/>
                  </a:lnTo>
                  <a:lnTo>
                    <a:pt x="60902" y="42950"/>
                  </a:lnTo>
                  <a:lnTo>
                    <a:pt x="63922" y="39763"/>
                  </a:lnTo>
                  <a:lnTo>
                    <a:pt x="66439" y="36072"/>
                  </a:lnTo>
                  <a:lnTo>
                    <a:pt x="68284" y="31877"/>
                  </a:lnTo>
                  <a:lnTo>
                    <a:pt x="69123" y="27515"/>
                  </a:lnTo>
                  <a:lnTo>
                    <a:pt x="69291" y="25166"/>
                  </a:lnTo>
                  <a:lnTo>
                    <a:pt x="69291" y="2014"/>
                  </a:lnTo>
                  <a:lnTo>
                    <a:pt x="69123" y="1175"/>
                  </a:lnTo>
                  <a:lnTo>
                    <a:pt x="67949" y="0"/>
                  </a:lnTo>
                  <a:lnTo>
                    <a:pt x="57882" y="0"/>
                  </a:lnTo>
                  <a:lnTo>
                    <a:pt x="56708" y="1175"/>
                  </a:lnTo>
                  <a:lnTo>
                    <a:pt x="56708" y="2014"/>
                  </a:lnTo>
                  <a:lnTo>
                    <a:pt x="56708" y="25166"/>
                  </a:lnTo>
                  <a:lnTo>
                    <a:pt x="56540" y="27180"/>
                  </a:lnTo>
                  <a:lnTo>
                    <a:pt x="54862" y="31038"/>
                  </a:lnTo>
                  <a:lnTo>
                    <a:pt x="52010" y="33891"/>
                  </a:lnTo>
                  <a:lnTo>
                    <a:pt x="48319" y="35401"/>
                  </a:lnTo>
                  <a:lnTo>
                    <a:pt x="46138" y="35568"/>
                  </a:lnTo>
                  <a:lnTo>
                    <a:pt x="23153" y="35568"/>
                  </a:lnTo>
                  <a:lnTo>
                    <a:pt x="20972" y="35401"/>
                  </a:lnTo>
                  <a:lnTo>
                    <a:pt x="17113" y="33891"/>
                  </a:lnTo>
                  <a:lnTo>
                    <a:pt x="14261" y="31038"/>
                  </a:lnTo>
                  <a:lnTo>
                    <a:pt x="12751" y="27180"/>
                  </a:lnTo>
                  <a:lnTo>
                    <a:pt x="12583" y="25166"/>
                  </a:lnTo>
                  <a:lnTo>
                    <a:pt x="12583" y="2014"/>
                  </a:lnTo>
                  <a:lnTo>
                    <a:pt x="12415" y="1175"/>
                  </a:lnTo>
                  <a:lnTo>
                    <a:pt x="11409"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23" name="Google Shape;4623;p101"/>
            <p:cNvSpPr/>
            <p:nvPr/>
          </p:nvSpPr>
          <p:spPr>
            <a:xfrm>
              <a:off x="1664575" y="762400"/>
              <a:ext cx="4299250" cy="4194375"/>
            </a:xfrm>
            <a:custGeom>
              <a:avLst/>
              <a:gdLst/>
              <a:ahLst/>
              <a:cxnLst/>
              <a:rect l="l" t="t" r="r" b="b"/>
              <a:pathLst>
                <a:path w="171970" h="167775" extrusionOk="0">
                  <a:moveTo>
                    <a:pt x="27515" y="8054"/>
                  </a:moveTo>
                  <a:lnTo>
                    <a:pt x="33388" y="6208"/>
                  </a:lnTo>
                  <a:lnTo>
                    <a:pt x="46809" y="3188"/>
                  </a:lnTo>
                  <a:lnTo>
                    <a:pt x="61574" y="1175"/>
                  </a:lnTo>
                  <a:lnTo>
                    <a:pt x="77512" y="169"/>
                  </a:lnTo>
                  <a:lnTo>
                    <a:pt x="85901" y="1"/>
                  </a:lnTo>
                  <a:lnTo>
                    <a:pt x="94290" y="169"/>
                  </a:lnTo>
                  <a:lnTo>
                    <a:pt x="110228" y="1175"/>
                  </a:lnTo>
                  <a:lnTo>
                    <a:pt x="124992" y="3188"/>
                  </a:lnTo>
                  <a:lnTo>
                    <a:pt x="138414" y="6208"/>
                  </a:lnTo>
                  <a:lnTo>
                    <a:pt x="144286" y="8054"/>
                  </a:lnTo>
                  <a:lnTo>
                    <a:pt x="149823" y="9899"/>
                  </a:lnTo>
                  <a:lnTo>
                    <a:pt x="159386" y="14597"/>
                  </a:lnTo>
                  <a:lnTo>
                    <a:pt x="163245" y="17282"/>
                  </a:lnTo>
                  <a:lnTo>
                    <a:pt x="166600" y="20301"/>
                  </a:lnTo>
                  <a:lnTo>
                    <a:pt x="170459" y="25838"/>
                  </a:lnTo>
                  <a:lnTo>
                    <a:pt x="171801" y="30200"/>
                  </a:lnTo>
                  <a:lnTo>
                    <a:pt x="171969" y="32549"/>
                  </a:lnTo>
                  <a:lnTo>
                    <a:pt x="171634" y="35904"/>
                  </a:lnTo>
                  <a:lnTo>
                    <a:pt x="170459" y="38924"/>
                  </a:lnTo>
                  <a:lnTo>
                    <a:pt x="148816" y="137072"/>
                  </a:lnTo>
                  <a:lnTo>
                    <a:pt x="148145" y="139924"/>
                  </a:lnTo>
                  <a:lnTo>
                    <a:pt x="146132" y="145629"/>
                  </a:lnTo>
                  <a:lnTo>
                    <a:pt x="142776" y="151165"/>
                  </a:lnTo>
                  <a:lnTo>
                    <a:pt x="138246" y="155863"/>
                  </a:lnTo>
                  <a:lnTo>
                    <a:pt x="135227" y="157876"/>
                  </a:lnTo>
                  <a:lnTo>
                    <a:pt x="130864" y="159890"/>
                  </a:lnTo>
                  <a:lnTo>
                    <a:pt x="120295" y="163581"/>
                  </a:lnTo>
                  <a:lnTo>
                    <a:pt x="107879" y="166265"/>
                  </a:lnTo>
                  <a:lnTo>
                    <a:pt x="93619" y="167607"/>
                  </a:lnTo>
                  <a:lnTo>
                    <a:pt x="85901" y="167775"/>
                  </a:lnTo>
                  <a:lnTo>
                    <a:pt x="77680" y="167607"/>
                  </a:lnTo>
                  <a:lnTo>
                    <a:pt x="62413" y="165594"/>
                  </a:lnTo>
                  <a:lnTo>
                    <a:pt x="49326" y="162071"/>
                  </a:lnTo>
                  <a:lnTo>
                    <a:pt x="38589" y="157205"/>
                  </a:lnTo>
                  <a:lnTo>
                    <a:pt x="34394" y="154353"/>
                  </a:lnTo>
                  <a:lnTo>
                    <a:pt x="31878" y="152508"/>
                  </a:lnTo>
                  <a:lnTo>
                    <a:pt x="28187" y="148145"/>
                  </a:lnTo>
                  <a:lnTo>
                    <a:pt x="24496" y="140596"/>
                  </a:lnTo>
                  <a:lnTo>
                    <a:pt x="23153" y="135730"/>
                  </a:lnTo>
                  <a:lnTo>
                    <a:pt x="0" y="34898"/>
                  </a:lnTo>
                  <a:lnTo>
                    <a:pt x="168" y="34898"/>
                  </a:lnTo>
                  <a:lnTo>
                    <a:pt x="0" y="33723"/>
                  </a:lnTo>
                  <a:lnTo>
                    <a:pt x="0" y="32549"/>
                  </a:lnTo>
                  <a:lnTo>
                    <a:pt x="0" y="30200"/>
                  </a:lnTo>
                  <a:lnTo>
                    <a:pt x="1343" y="25838"/>
                  </a:lnTo>
                  <a:lnTo>
                    <a:pt x="5201" y="20301"/>
                  </a:lnTo>
                  <a:lnTo>
                    <a:pt x="8557" y="17282"/>
                  </a:lnTo>
                  <a:lnTo>
                    <a:pt x="12416" y="14597"/>
                  </a:lnTo>
                  <a:lnTo>
                    <a:pt x="21979" y="9899"/>
                  </a:lnTo>
                  <a:close/>
                  <a:moveTo>
                    <a:pt x="16275" y="27348"/>
                  </a:moveTo>
                  <a:lnTo>
                    <a:pt x="14261" y="29193"/>
                  </a:lnTo>
                  <a:lnTo>
                    <a:pt x="12584" y="31710"/>
                  </a:lnTo>
                  <a:lnTo>
                    <a:pt x="12584" y="32549"/>
                  </a:lnTo>
                  <a:lnTo>
                    <a:pt x="12584" y="33220"/>
                  </a:lnTo>
                  <a:lnTo>
                    <a:pt x="14261" y="35904"/>
                  </a:lnTo>
                  <a:lnTo>
                    <a:pt x="16275" y="37750"/>
                  </a:lnTo>
                  <a:lnTo>
                    <a:pt x="18959" y="39595"/>
                  </a:lnTo>
                  <a:lnTo>
                    <a:pt x="26677" y="43287"/>
                  </a:lnTo>
                  <a:lnTo>
                    <a:pt x="31542" y="45132"/>
                  </a:lnTo>
                  <a:lnTo>
                    <a:pt x="36743" y="46642"/>
                  </a:lnTo>
                  <a:lnTo>
                    <a:pt x="48991" y="49326"/>
                  </a:lnTo>
                  <a:lnTo>
                    <a:pt x="62748" y="51340"/>
                  </a:lnTo>
                  <a:lnTo>
                    <a:pt x="77848" y="52346"/>
                  </a:lnTo>
                  <a:lnTo>
                    <a:pt x="85901" y="52514"/>
                  </a:lnTo>
                  <a:lnTo>
                    <a:pt x="93954" y="52346"/>
                  </a:lnTo>
                  <a:lnTo>
                    <a:pt x="109054" y="51340"/>
                  </a:lnTo>
                  <a:lnTo>
                    <a:pt x="122811" y="49326"/>
                  </a:lnTo>
                  <a:lnTo>
                    <a:pt x="135059" y="46642"/>
                  </a:lnTo>
                  <a:lnTo>
                    <a:pt x="140260" y="45132"/>
                  </a:lnTo>
                  <a:lnTo>
                    <a:pt x="145125" y="43287"/>
                  </a:lnTo>
                  <a:lnTo>
                    <a:pt x="152843" y="39595"/>
                  </a:lnTo>
                  <a:lnTo>
                    <a:pt x="155527" y="37750"/>
                  </a:lnTo>
                  <a:lnTo>
                    <a:pt x="157540" y="35904"/>
                  </a:lnTo>
                  <a:lnTo>
                    <a:pt x="159218" y="33220"/>
                  </a:lnTo>
                  <a:lnTo>
                    <a:pt x="159386" y="32549"/>
                  </a:lnTo>
                  <a:lnTo>
                    <a:pt x="159218" y="31710"/>
                  </a:lnTo>
                  <a:lnTo>
                    <a:pt x="157540" y="29193"/>
                  </a:lnTo>
                  <a:lnTo>
                    <a:pt x="155527" y="27348"/>
                  </a:lnTo>
                  <a:lnTo>
                    <a:pt x="152843" y="25335"/>
                  </a:lnTo>
                  <a:lnTo>
                    <a:pt x="145125" y="21644"/>
                  </a:lnTo>
                  <a:lnTo>
                    <a:pt x="140260" y="19966"/>
                  </a:lnTo>
                  <a:lnTo>
                    <a:pt x="135059" y="18288"/>
                  </a:lnTo>
                  <a:lnTo>
                    <a:pt x="122811" y="15604"/>
                  </a:lnTo>
                  <a:lnTo>
                    <a:pt x="109054" y="13758"/>
                  </a:lnTo>
                  <a:lnTo>
                    <a:pt x="93954" y="12752"/>
                  </a:lnTo>
                  <a:lnTo>
                    <a:pt x="85901" y="12584"/>
                  </a:lnTo>
                  <a:lnTo>
                    <a:pt x="77848" y="12752"/>
                  </a:lnTo>
                  <a:lnTo>
                    <a:pt x="62748" y="13758"/>
                  </a:lnTo>
                  <a:lnTo>
                    <a:pt x="48991" y="15604"/>
                  </a:lnTo>
                  <a:lnTo>
                    <a:pt x="36743" y="18288"/>
                  </a:lnTo>
                  <a:lnTo>
                    <a:pt x="31542" y="19966"/>
                  </a:lnTo>
                  <a:lnTo>
                    <a:pt x="26677" y="21644"/>
                  </a:lnTo>
                  <a:lnTo>
                    <a:pt x="18959" y="25335"/>
                  </a:lnTo>
                  <a:close/>
                  <a:moveTo>
                    <a:pt x="17113" y="52850"/>
                  </a:moveTo>
                  <a:lnTo>
                    <a:pt x="35569" y="132878"/>
                  </a:lnTo>
                  <a:lnTo>
                    <a:pt x="36407" y="136737"/>
                  </a:lnTo>
                  <a:lnTo>
                    <a:pt x="39427" y="142273"/>
                  </a:lnTo>
                  <a:lnTo>
                    <a:pt x="41608" y="144119"/>
                  </a:lnTo>
                  <a:lnTo>
                    <a:pt x="44796" y="146132"/>
                  </a:lnTo>
                  <a:lnTo>
                    <a:pt x="53688" y="150159"/>
                  </a:lnTo>
                  <a:lnTo>
                    <a:pt x="64929" y="153179"/>
                  </a:lnTo>
                  <a:lnTo>
                    <a:pt x="78351" y="155024"/>
                  </a:lnTo>
                  <a:lnTo>
                    <a:pt x="85901" y="155192"/>
                  </a:lnTo>
                  <a:lnTo>
                    <a:pt x="93115" y="155024"/>
                  </a:lnTo>
                  <a:lnTo>
                    <a:pt x="106034" y="153850"/>
                  </a:lnTo>
                  <a:lnTo>
                    <a:pt x="116939" y="151501"/>
                  </a:lnTo>
                  <a:lnTo>
                    <a:pt x="125831" y="148481"/>
                  </a:lnTo>
                  <a:lnTo>
                    <a:pt x="129187" y="146635"/>
                  </a:lnTo>
                  <a:lnTo>
                    <a:pt x="130529" y="145964"/>
                  </a:lnTo>
                  <a:lnTo>
                    <a:pt x="132710" y="143616"/>
                  </a:lnTo>
                  <a:lnTo>
                    <a:pt x="135394" y="138750"/>
                  </a:lnTo>
                  <a:lnTo>
                    <a:pt x="136569" y="134388"/>
                  </a:lnTo>
                  <a:lnTo>
                    <a:pt x="154521" y="52850"/>
                  </a:lnTo>
                  <a:lnTo>
                    <a:pt x="149655" y="55198"/>
                  </a:lnTo>
                  <a:lnTo>
                    <a:pt x="144286" y="57044"/>
                  </a:lnTo>
                  <a:lnTo>
                    <a:pt x="138414" y="58890"/>
                  </a:lnTo>
                  <a:lnTo>
                    <a:pt x="124992" y="61742"/>
                  </a:lnTo>
                  <a:lnTo>
                    <a:pt x="110228" y="63923"/>
                  </a:lnTo>
                  <a:lnTo>
                    <a:pt x="94290" y="64929"/>
                  </a:lnTo>
                  <a:lnTo>
                    <a:pt x="85901" y="65097"/>
                  </a:lnTo>
                  <a:lnTo>
                    <a:pt x="77512" y="64929"/>
                  </a:lnTo>
                  <a:lnTo>
                    <a:pt x="61574" y="63923"/>
                  </a:lnTo>
                  <a:lnTo>
                    <a:pt x="46809" y="61742"/>
                  </a:lnTo>
                  <a:lnTo>
                    <a:pt x="33388" y="58890"/>
                  </a:lnTo>
                  <a:lnTo>
                    <a:pt x="27515" y="57044"/>
                  </a:lnTo>
                  <a:lnTo>
                    <a:pt x="21979" y="5503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grpSp>
      <p:sp>
        <p:nvSpPr>
          <p:cNvPr id="4624" name="Google Shape;4624;p101"/>
          <p:cNvSpPr txBox="1"/>
          <p:nvPr/>
        </p:nvSpPr>
        <p:spPr>
          <a:xfrm>
            <a:off x="3548091" y="1377937"/>
            <a:ext cx="437100" cy="17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Tag</a:t>
            </a:r>
            <a:endParaRPr sz="600">
              <a:solidFill>
                <a:srgbClr val="11567F"/>
              </a:solidFill>
              <a:latin typeface="Arial"/>
              <a:ea typeface="Arial"/>
              <a:cs typeface="Arial"/>
              <a:sym typeface="Arial"/>
            </a:endParaRPr>
          </a:p>
        </p:txBody>
      </p:sp>
      <p:sp>
        <p:nvSpPr>
          <p:cNvPr id="4625" name="Google Shape;4625;p101"/>
          <p:cNvSpPr txBox="1"/>
          <p:nvPr/>
        </p:nvSpPr>
        <p:spPr>
          <a:xfrm>
            <a:off x="5135083" y="1377937"/>
            <a:ext cx="437100" cy="17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Volume</a:t>
            </a:r>
            <a:endParaRPr sz="600">
              <a:solidFill>
                <a:srgbClr val="11567F"/>
              </a:solidFill>
              <a:latin typeface="Arial"/>
              <a:ea typeface="Arial"/>
              <a:cs typeface="Arial"/>
              <a:sym typeface="Arial"/>
            </a:endParaRPr>
          </a:p>
        </p:txBody>
      </p:sp>
      <p:sp>
        <p:nvSpPr>
          <p:cNvPr id="4626" name="Google Shape;4626;p101"/>
          <p:cNvSpPr txBox="1"/>
          <p:nvPr/>
        </p:nvSpPr>
        <p:spPr>
          <a:xfrm>
            <a:off x="5898696" y="1377937"/>
            <a:ext cx="494100" cy="17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Virtual</a:t>
            </a:r>
            <a:endParaRPr sz="600">
              <a:solidFill>
                <a:srgbClr val="11567F"/>
              </a:solidFill>
              <a:latin typeface="Arial"/>
              <a:ea typeface="Arial"/>
              <a:cs typeface="Arial"/>
              <a:sym typeface="Arial"/>
            </a:endParaRPr>
          </a:p>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Warehouse</a:t>
            </a:r>
            <a:endParaRPr sz="600">
              <a:solidFill>
                <a:srgbClr val="11567F"/>
              </a:solidFill>
              <a:latin typeface="Arial"/>
              <a:ea typeface="Arial"/>
              <a:cs typeface="Arial"/>
              <a:sym typeface="Arial"/>
            </a:endParaRPr>
          </a:p>
        </p:txBody>
      </p:sp>
      <p:sp>
        <p:nvSpPr>
          <p:cNvPr id="4627" name="Google Shape;4627;p101"/>
          <p:cNvSpPr txBox="1"/>
          <p:nvPr/>
        </p:nvSpPr>
        <p:spPr>
          <a:xfrm>
            <a:off x="4406023" y="1377937"/>
            <a:ext cx="310800" cy="921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Task</a:t>
            </a:r>
            <a:endParaRPr sz="600">
              <a:solidFill>
                <a:srgbClr val="11567F"/>
              </a:solidFill>
              <a:latin typeface="Arial"/>
              <a:ea typeface="Arial"/>
              <a:cs typeface="Arial"/>
              <a:sym typeface="Arial"/>
            </a:endParaRPr>
          </a:p>
        </p:txBody>
      </p:sp>
      <p:sp>
        <p:nvSpPr>
          <p:cNvPr id="4628" name="Google Shape;4628;p101"/>
          <p:cNvSpPr txBox="1"/>
          <p:nvPr/>
        </p:nvSpPr>
        <p:spPr>
          <a:xfrm>
            <a:off x="6719477" y="1377937"/>
            <a:ext cx="437100" cy="17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Pipe</a:t>
            </a:r>
            <a:endParaRPr sz="600">
              <a:solidFill>
                <a:srgbClr val="11567F"/>
              </a:solidFill>
              <a:latin typeface="Arial"/>
              <a:ea typeface="Arial"/>
              <a:cs typeface="Arial"/>
              <a:sym typeface="Arial"/>
            </a:endParaRPr>
          </a:p>
        </p:txBody>
      </p:sp>
      <p:sp>
        <p:nvSpPr>
          <p:cNvPr id="4629" name="Google Shape;4629;p101"/>
          <p:cNvSpPr/>
          <p:nvPr/>
        </p:nvSpPr>
        <p:spPr>
          <a:xfrm>
            <a:off x="6781248" y="1035427"/>
            <a:ext cx="313446" cy="206741"/>
          </a:xfrm>
          <a:custGeom>
            <a:avLst/>
            <a:gdLst/>
            <a:ahLst/>
            <a:cxnLst/>
            <a:rect l="l" t="t" r="r" b="b"/>
            <a:pathLst>
              <a:path w="197136" h="130026" extrusionOk="0">
                <a:moveTo>
                  <a:pt x="197135" y="64930"/>
                </a:moveTo>
                <a:lnTo>
                  <a:pt x="197135" y="64426"/>
                </a:lnTo>
                <a:lnTo>
                  <a:pt x="197135" y="63923"/>
                </a:lnTo>
                <a:lnTo>
                  <a:pt x="197135" y="58386"/>
                </a:lnTo>
                <a:lnTo>
                  <a:pt x="196296" y="47313"/>
                </a:lnTo>
                <a:lnTo>
                  <a:pt x="194619" y="36743"/>
                </a:lnTo>
                <a:lnTo>
                  <a:pt x="192102" y="26845"/>
                </a:lnTo>
                <a:lnTo>
                  <a:pt x="190592" y="22483"/>
                </a:lnTo>
                <a:lnTo>
                  <a:pt x="188747" y="18121"/>
                </a:lnTo>
                <a:lnTo>
                  <a:pt x="184217" y="10235"/>
                </a:lnTo>
                <a:lnTo>
                  <a:pt x="178009" y="4027"/>
                </a:lnTo>
                <a:lnTo>
                  <a:pt x="172473" y="1008"/>
                </a:lnTo>
                <a:lnTo>
                  <a:pt x="168110" y="169"/>
                </a:lnTo>
                <a:lnTo>
                  <a:pt x="165762" y="1"/>
                </a:lnTo>
                <a:lnTo>
                  <a:pt x="31542" y="1"/>
                </a:lnTo>
                <a:lnTo>
                  <a:pt x="29193" y="169"/>
                </a:lnTo>
                <a:lnTo>
                  <a:pt x="24831" y="1008"/>
                </a:lnTo>
                <a:lnTo>
                  <a:pt x="19295" y="4027"/>
                </a:lnTo>
                <a:lnTo>
                  <a:pt x="13087" y="10235"/>
                </a:lnTo>
                <a:lnTo>
                  <a:pt x="8557" y="18121"/>
                </a:lnTo>
                <a:lnTo>
                  <a:pt x="6712" y="22483"/>
                </a:lnTo>
                <a:lnTo>
                  <a:pt x="5202" y="27013"/>
                </a:lnTo>
                <a:lnTo>
                  <a:pt x="2685" y="37079"/>
                </a:lnTo>
                <a:lnTo>
                  <a:pt x="1007" y="47984"/>
                </a:lnTo>
                <a:lnTo>
                  <a:pt x="168" y="59393"/>
                </a:lnTo>
                <a:lnTo>
                  <a:pt x="1" y="64930"/>
                </a:lnTo>
                <a:lnTo>
                  <a:pt x="168" y="70634"/>
                </a:lnTo>
                <a:lnTo>
                  <a:pt x="1007" y="82043"/>
                </a:lnTo>
                <a:lnTo>
                  <a:pt x="2685" y="92948"/>
                </a:lnTo>
                <a:lnTo>
                  <a:pt x="5202" y="103014"/>
                </a:lnTo>
                <a:lnTo>
                  <a:pt x="6712" y="107544"/>
                </a:lnTo>
                <a:lnTo>
                  <a:pt x="8557" y="111906"/>
                </a:lnTo>
                <a:lnTo>
                  <a:pt x="13087" y="119792"/>
                </a:lnTo>
                <a:lnTo>
                  <a:pt x="19295" y="125999"/>
                </a:lnTo>
                <a:lnTo>
                  <a:pt x="24831" y="129019"/>
                </a:lnTo>
                <a:lnTo>
                  <a:pt x="29193" y="129858"/>
                </a:lnTo>
                <a:lnTo>
                  <a:pt x="31542" y="130026"/>
                </a:lnTo>
                <a:lnTo>
                  <a:pt x="165594" y="130026"/>
                </a:lnTo>
                <a:lnTo>
                  <a:pt x="165762" y="130026"/>
                </a:lnTo>
                <a:lnTo>
                  <a:pt x="165762" y="130026"/>
                </a:lnTo>
                <a:lnTo>
                  <a:pt x="165929" y="130026"/>
                </a:lnTo>
                <a:lnTo>
                  <a:pt x="165929" y="130026"/>
                </a:lnTo>
                <a:lnTo>
                  <a:pt x="168278" y="129858"/>
                </a:lnTo>
                <a:lnTo>
                  <a:pt x="172473" y="128852"/>
                </a:lnTo>
                <a:lnTo>
                  <a:pt x="178177" y="125999"/>
                </a:lnTo>
                <a:lnTo>
                  <a:pt x="184217" y="119792"/>
                </a:lnTo>
                <a:lnTo>
                  <a:pt x="188747" y="111906"/>
                </a:lnTo>
                <a:lnTo>
                  <a:pt x="190592" y="107544"/>
                </a:lnTo>
                <a:lnTo>
                  <a:pt x="192102" y="103182"/>
                </a:lnTo>
                <a:lnTo>
                  <a:pt x="194619" y="93283"/>
                </a:lnTo>
                <a:lnTo>
                  <a:pt x="196296" y="82714"/>
                </a:lnTo>
                <a:lnTo>
                  <a:pt x="197135" y="71641"/>
                </a:lnTo>
                <a:lnTo>
                  <a:pt x="197135" y="66104"/>
                </a:lnTo>
                <a:lnTo>
                  <a:pt x="197135" y="65601"/>
                </a:lnTo>
                <a:close/>
                <a:moveTo>
                  <a:pt x="165762" y="117443"/>
                </a:moveTo>
                <a:lnTo>
                  <a:pt x="164587" y="117275"/>
                </a:lnTo>
                <a:lnTo>
                  <a:pt x="161903" y="116101"/>
                </a:lnTo>
                <a:lnTo>
                  <a:pt x="160393" y="114591"/>
                </a:lnTo>
                <a:lnTo>
                  <a:pt x="158715" y="112745"/>
                </a:lnTo>
                <a:lnTo>
                  <a:pt x="155360" y="107544"/>
                </a:lnTo>
                <a:lnTo>
                  <a:pt x="153682" y="104021"/>
                </a:lnTo>
                <a:lnTo>
                  <a:pt x="152172" y="100330"/>
                </a:lnTo>
                <a:lnTo>
                  <a:pt x="149655" y="91606"/>
                </a:lnTo>
                <a:lnTo>
                  <a:pt x="147978" y="81707"/>
                </a:lnTo>
                <a:lnTo>
                  <a:pt x="146971" y="70802"/>
                </a:lnTo>
                <a:lnTo>
                  <a:pt x="146803" y="64930"/>
                </a:lnTo>
                <a:lnTo>
                  <a:pt x="146971" y="59225"/>
                </a:lnTo>
                <a:lnTo>
                  <a:pt x="147978" y="48320"/>
                </a:lnTo>
                <a:lnTo>
                  <a:pt x="149655" y="38421"/>
                </a:lnTo>
                <a:lnTo>
                  <a:pt x="152172" y="29697"/>
                </a:lnTo>
                <a:lnTo>
                  <a:pt x="153682" y="26006"/>
                </a:lnTo>
                <a:lnTo>
                  <a:pt x="155360" y="22483"/>
                </a:lnTo>
                <a:lnTo>
                  <a:pt x="158715" y="17282"/>
                </a:lnTo>
                <a:lnTo>
                  <a:pt x="160393" y="15436"/>
                </a:lnTo>
                <a:lnTo>
                  <a:pt x="162071" y="13926"/>
                </a:lnTo>
                <a:lnTo>
                  <a:pt x="164755" y="12584"/>
                </a:lnTo>
                <a:lnTo>
                  <a:pt x="165762" y="12584"/>
                </a:lnTo>
                <a:lnTo>
                  <a:pt x="166768" y="12584"/>
                </a:lnTo>
                <a:lnTo>
                  <a:pt x="169453" y="13926"/>
                </a:lnTo>
                <a:lnTo>
                  <a:pt x="171130" y="15436"/>
                </a:lnTo>
                <a:lnTo>
                  <a:pt x="172808" y="17282"/>
                </a:lnTo>
                <a:lnTo>
                  <a:pt x="176164" y="22483"/>
                </a:lnTo>
                <a:lnTo>
                  <a:pt x="177841" y="26006"/>
                </a:lnTo>
                <a:lnTo>
                  <a:pt x="179184" y="29697"/>
                </a:lnTo>
                <a:lnTo>
                  <a:pt x="181700" y="38086"/>
                </a:lnTo>
                <a:lnTo>
                  <a:pt x="183546" y="47817"/>
                </a:lnTo>
                <a:lnTo>
                  <a:pt x="184552" y="58386"/>
                </a:lnTo>
                <a:lnTo>
                  <a:pt x="184552" y="64091"/>
                </a:lnTo>
                <a:lnTo>
                  <a:pt x="184552" y="64594"/>
                </a:lnTo>
                <a:lnTo>
                  <a:pt x="184552" y="64930"/>
                </a:lnTo>
                <a:lnTo>
                  <a:pt x="184552" y="65433"/>
                </a:lnTo>
                <a:lnTo>
                  <a:pt x="184552" y="65936"/>
                </a:lnTo>
                <a:lnTo>
                  <a:pt x="184552" y="71641"/>
                </a:lnTo>
                <a:lnTo>
                  <a:pt x="183546" y="82210"/>
                </a:lnTo>
                <a:lnTo>
                  <a:pt x="181700" y="91941"/>
                </a:lnTo>
                <a:lnTo>
                  <a:pt x="179184" y="100330"/>
                </a:lnTo>
                <a:lnTo>
                  <a:pt x="177841" y="104021"/>
                </a:lnTo>
                <a:lnTo>
                  <a:pt x="176164" y="107544"/>
                </a:lnTo>
                <a:lnTo>
                  <a:pt x="172808" y="112745"/>
                </a:lnTo>
                <a:lnTo>
                  <a:pt x="171130" y="114591"/>
                </a:lnTo>
                <a:lnTo>
                  <a:pt x="169620" y="116101"/>
                </a:lnTo>
                <a:lnTo>
                  <a:pt x="166936" y="117275"/>
                </a:lnTo>
                <a:lnTo>
                  <a:pt x="165762" y="117443"/>
                </a:lnTo>
                <a:lnTo>
                  <a:pt x="165762" y="117443"/>
                </a:lnTo>
                <a:lnTo>
                  <a:pt x="165762" y="117443"/>
                </a:lnTo>
                <a:close/>
                <a:moveTo>
                  <a:pt x="146635" y="12584"/>
                </a:moveTo>
                <a:lnTo>
                  <a:pt x="144286" y="16611"/>
                </a:lnTo>
                <a:lnTo>
                  <a:pt x="142105" y="20973"/>
                </a:lnTo>
                <a:lnTo>
                  <a:pt x="140428" y="25503"/>
                </a:lnTo>
                <a:lnTo>
                  <a:pt x="137408" y="35569"/>
                </a:lnTo>
                <a:lnTo>
                  <a:pt x="135394" y="46642"/>
                </a:lnTo>
                <a:lnTo>
                  <a:pt x="134388" y="58722"/>
                </a:lnTo>
                <a:lnTo>
                  <a:pt x="134220" y="64930"/>
                </a:lnTo>
                <a:lnTo>
                  <a:pt x="134388" y="71305"/>
                </a:lnTo>
                <a:lnTo>
                  <a:pt x="135394" y="83385"/>
                </a:lnTo>
                <a:lnTo>
                  <a:pt x="137408" y="94458"/>
                </a:lnTo>
                <a:lnTo>
                  <a:pt x="140428" y="104524"/>
                </a:lnTo>
                <a:lnTo>
                  <a:pt x="142105" y="109054"/>
                </a:lnTo>
                <a:lnTo>
                  <a:pt x="144286" y="113416"/>
                </a:lnTo>
                <a:lnTo>
                  <a:pt x="146635" y="117443"/>
                </a:lnTo>
                <a:lnTo>
                  <a:pt x="31542" y="117443"/>
                </a:lnTo>
                <a:lnTo>
                  <a:pt x="30032" y="117275"/>
                </a:lnTo>
                <a:lnTo>
                  <a:pt x="26677" y="115765"/>
                </a:lnTo>
                <a:lnTo>
                  <a:pt x="23321" y="112410"/>
                </a:lnTo>
                <a:lnTo>
                  <a:pt x="20134" y="106873"/>
                </a:lnTo>
                <a:lnTo>
                  <a:pt x="18624" y="103182"/>
                </a:lnTo>
                <a:lnTo>
                  <a:pt x="17114" y="99323"/>
                </a:lnTo>
                <a:lnTo>
                  <a:pt x="14933" y="90431"/>
                </a:lnTo>
                <a:lnTo>
                  <a:pt x="12919" y="75667"/>
                </a:lnTo>
                <a:lnTo>
                  <a:pt x="12584" y="64930"/>
                </a:lnTo>
                <a:lnTo>
                  <a:pt x="12919" y="54360"/>
                </a:lnTo>
                <a:lnTo>
                  <a:pt x="14933" y="39596"/>
                </a:lnTo>
                <a:lnTo>
                  <a:pt x="17114" y="30704"/>
                </a:lnTo>
                <a:lnTo>
                  <a:pt x="18624" y="26845"/>
                </a:lnTo>
                <a:lnTo>
                  <a:pt x="20134" y="23154"/>
                </a:lnTo>
                <a:lnTo>
                  <a:pt x="23321" y="17617"/>
                </a:lnTo>
                <a:lnTo>
                  <a:pt x="26677" y="14262"/>
                </a:lnTo>
                <a:lnTo>
                  <a:pt x="30032" y="12752"/>
                </a:lnTo>
                <a:lnTo>
                  <a:pt x="31542" y="12584"/>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630" name="Google Shape;4630;p101"/>
          <p:cNvSpPr txBox="1"/>
          <p:nvPr/>
        </p:nvSpPr>
        <p:spPr>
          <a:xfrm>
            <a:off x="378881" y="1377937"/>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Database</a:t>
            </a:r>
            <a:endParaRPr sz="1800">
              <a:solidFill>
                <a:srgbClr val="252525"/>
              </a:solidFill>
              <a:latin typeface="Arial"/>
              <a:ea typeface="Arial"/>
              <a:cs typeface="Arial"/>
              <a:sym typeface="Arial"/>
            </a:endParaRPr>
          </a:p>
        </p:txBody>
      </p:sp>
      <p:sp>
        <p:nvSpPr>
          <p:cNvPr id="4631" name="Google Shape;4631;p101"/>
          <p:cNvSpPr txBox="1"/>
          <p:nvPr/>
        </p:nvSpPr>
        <p:spPr>
          <a:xfrm>
            <a:off x="1171078" y="1377937"/>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Snowflake Database</a:t>
            </a:r>
            <a:endParaRPr sz="1800">
              <a:solidFill>
                <a:srgbClr val="252525"/>
              </a:solidFill>
              <a:latin typeface="Arial"/>
              <a:ea typeface="Arial"/>
              <a:cs typeface="Arial"/>
              <a:sym typeface="Arial"/>
            </a:endParaRPr>
          </a:p>
        </p:txBody>
      </p:sp>
      <p:sp>
        <p:nvSpPr>
          <p:cNvPr id="4632" name="Google Shape;4632;p101"/>
          <p:cNvSpPr txBox="1"/>
          <p:nvPr/>
        </p:nvSpPr>
        <p:spPr>
          <a:xfrm>
            <a:off x="1963275" y="1377937"/>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Schema</a:t>
            </a:r>
            <a:endParaRPr sz="600">
              <a:solidFill>
                <a:srgbClr val="11567F"/>
              </a:solidFill>
              <a:latin typeface="Arial"/>
              <a:ea typeface="Arial"/>
              <a:cs typeface="Arial"/>
              <a:sym typeface="Arial"/>
            </a:endParaRPr>
          </a:p>
        </p:txBody>
      </p:sp>
      <p:grpSp>
        <p:nvGrpSpPr>
          <p:cNvPr id="4633" name="Google Shape;4633;p101"/>
          <p:cNvGrpSpPr/>
          <p:nvPr/>
        </p:nvGrpSpPr>
        <p:grpSpPr>
          <a:xfrm>
            <a:off x="2797924" y="1724116"/>
            <a:ext cx="377290" cy="424186"/>
            <a:chOff x="1584875" y="263275"/>
            <a:chExt cx="4454425" cy="5008099"/>
          </a:xfrm>
        </p:grpSpPr>
        <p:sp>
          <p:nvSpPr>
            <p:cNvPr id="4634" name="Google Shape;4634;p101"/>
            <p:cNvSpPr/>
            <p:nvPr/>
          </p:nvSpPr>
          <p:spPr>
            <a:xfrm>
              <a:off x="2067225" y="263275"/>
              <a:ext cx="520125" cy="285250"/>
            </a:xfrm>
            <a:custGeom>
              <a:avLst/>
              <a:gdLst/>
              <a:ahLst/>
              <a:cxnLst/>
              <a:rect l="l" t="t" r="r" b="b"/>
              <a:pathLst>
                <a:path w="20805" h="11410" extrusionOk="0">
                  <a:moveTo>
                    <a:pt x="11074" y="1"/>
                  </a:moveTo>
                  <a:lnTo>
                    <a:pt x="8557" y="168"/>
                  </a:lnTo>
                  <a:lnTo>
                    <a:pt x="3692" y="840"/>
                  </a:lnTo>
                  <a:lnTo>
                    <a:pt x="1343" y="1678"/>
                  </a:lnTo>
                  <a:lnTo>
                    <a:pt x="672" y="2014"/>
                  </a:lnTo>
                  <a:lnTo>
                    <a:pt x="1" y="3524"/>
                  </a:lnTo>
                  <a:lnTo>
                    <a:pt x="169" y="4363"/>
                  </a:lnTo>
                  <a:lnTo>
                    <a:pt x="2685" y="10067"/>
                  </a:lnTo>
                  <a:lnTo>
                    <a:pt x="3021" y="10906"/>
                  </a:lnTo>
                  <a:lnTo>
                    <a:pt x="4531" y="11409"/>
                  </a:lnTo>
                  <a:lnTo>
                    <a:pt x="5370" y="11409"/>
                  </a:lnTo>
                  <a:lnTo>
                    <a:pt x="8222" y="10738"/>
                  </a:lnTo>
                  <a:lnTo>
                    <a:pt x="11074" y="10570"/>
                  </a:lnTo>
                  <a:lnTo>
                    <a:pt x="18792" y="10570"/>
                  </a:lnTo>
                  <a:lnTo>
                    <a:pt x="19630" y="10403"/>
                  </a:lnTo>
                  <a:lnTo>
                    <a:pt x="20805" y="9228"/>
                  </a:lnTo>
                  <a:lnTo>
                    <a:pt x="20805" y="8389"/>
                  </a:lnTo>
                  <a:lnTo>
                    <a:pt x="20805" y="2182"/>
                  </a:lnTo>
                  <a:lnTo>
                    <a:pt x="20805" y="1343"/>
                  </a:lnTo>
                  <a:lnTo>
                    <a:pt x="19630" y="168"/>
                  </a:lnTo>
                  <a:lnTo>
                    <a:pt x="1879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35" name="Google Shape;4635;p101"/>
            <p:cNvSpPr/>
            <p:nvPr/>
          </p:nvSpPr>
          <p:spPr>
            <a:xfrm>
              <a:off x="3078075" y="263275"/>
              <a:ext cx="490750" cy="264275"/>
            </a:xfrm>
            <a:custGeom>
              <a:avLst/>
              <a:gdLst/>
              <a:ahLst/>
              <a:cxnLst/>
              <a:rect l="l" t="t" r="r" b="b"/>
              <a:pathLst>
                <a:path w="19630" h="10571" extrusionOk="0">
                  <a:moveTo>
                    <a:pt x="2181" y="1"/>
                  </a:moveTo>
                  <a:lnTo>
                    <a:pt x="1175" y="168"/>
                  </a:lnTo>
                  <a:lnTo>
                    <a:pt x="168" y="1343"/>
                  </a:lnTo>
                  <a:lnTo>
                    <a:pt x="0" y="2182"/>
                  </a:lnTo>
                  <a:lnTo>
                    <a:pt x="0" y="8389"/>
                  </a:lnTo>
                  <a:lnTo>
                    <a:pt x="168" y="9228"/>
                  </a:lnTo>
                  <a:lnTo>
                    <a:pt x="1175" y="10403"/>
                  </a:lnTo>
                  <a:lnTo>
                    <a:pt x="2181" y="10570"/>
                  </a:lnTo>
                  <a:lnTo>
                    <a:pt x="17449" y="10570"/>
                  </a:lnTo>
                  <a:lnTo>
                    <a:pt x="18288" y="10403"/>
                  </a:lnTo>
                  <a:lnTo>
                    <a:pt x="19462" y="9228"/>
                  </a:lnTo>
                  <a:lnTo>
                    <a:pt x="19630" y="8389"/>
                  </a:lnTo>
                  <a:lnTo>
                    <a:pt x="19630" y="2182"/>
                  </a:lnTo>
                  <a:lnTo>
                    <a:pt x="19462" y="1343"/>
                  </a:lnTo>
                  <a:lnTo>
                    <a:pt x="18288" y="168"/>
                  </a:lnTo>
                  <a:lnTo>
                    <a:pt x="1744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36" name="Google Shape;4636;p101"/>
            <p:cNvSpPr/>
            <p:nvPr/>
          </p:nvSpPr>
          <p:spPr>
            <a:xfrm>
              <a:off x="4055350" y="263275"/>
              <a:ext cx="490775" cy="264275"/>
            </a:xfrm>
            <a:custGeom>
              <a:avLst/>
              <a:gdLst/>
              <a:ahLst/>
              <a:cxnLst/>
              <a:rect l="l" t="t" r="r" b="b"/>
              <a:pathLst>
                <a:path w="19631" h="10571" extrusionOk="0">
                  <a:moveTo>
                    <a:pt x="2182" y="1"/>
                  </a:moveTo>
                  <a:lnTo>
                    <a:pt x="1343" y="168"/>
                  </a:lnTo>
                  <a:lnTo>
                    <a:pt x="169" y="1343"/>
                  </a:lnTo>
                  <a:lnTo>
                    <a:pt x="1" y="2182"/>
                  </a:lnTo>
                  <a:lnTo>
                    <a:pt x="1" y="8389"/>
                  </a:lnTo>
                  <a:lnTo>
                    <a:pt x="169" y="9228"/>
                  </a:lnTo>
                  <a:lnTo>
                    <a:pt x="1343" y="10403"/>
                  </a:lnTo>
                  <a:lnTo>
                    <a:pt x="2182" y="10570"/>
                  </a:lnTo>
                  <a:lnTo>
                    <a:pt x="17617" y="10570"/>
                  </a:lnTo>
                  <a:lnTo>
                    <a:pt x="18456" y="10403"/>
                  </a:lnTo>
                  <a:lnTo>
                    <a:pt x="19463" y="9228"/>
                  </a:lnTo>
                  <a:lnTo>
                    <a:pt x="19630" y="8389"/>
                  </a:lnTo>
                  <a:lnTo>
                    <a:pt x="19630" y="2182"/>
                  </a:lnTo>
                  <a:lnTo>
                    <a:pt x="19463" y="1343"/>
                  </a:lnTo>
                  <a:lnTo>
                    <a:pt x="18456" y="168"/>
                  </a:lnTo>
                  <a:lnTo>
                    <a:pt x="17617"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37" name="Google Shape;4637;p101"/>
            <p:cNvSpPr/>
            <p:nvPr/>
          </p:nvSpPr>
          <p:spPr>
            <a:xfrm>
              <a:off x="5036825" y="263275"/>
              <a:ext cx="520125" cy="285250"/>
            </a:xfrm>
            <a:custGeom>
              <a:avLst/>
              <a:gdLst/>
              <a:ahLst/>
              <a:cxnLst/>
              <a:rect l="l" t="t" r="r" b="b"/>
              <a:pathLst>
                <a:path w="20805" h="11410" extrusionOk="0">
                  <a:moveTo>
                    <a:pt x="2014" y="1"/>
                  </a:moveTo>
                  <a:lnTo>
                    <a:pt x="1175" y="168"/>
                  </a:lnTo>
                  <a:lnTo>
                    <a:pt x="1" y="1343"/>
                  </a:lnTo>
                  <a:lnTo>
                    <a:pt x="1" y="2182"/>
                  </a:lnTo>
                  <a:lnTo>
                    <a:pt x="1" y="8389"/>
                  </a:lnTo>
                  <a:lnTo>
                    <a:pt x="1" y="9228"/>
                  </a:lnTo>
                  <a:lnTo>
                    <a:pt x="1175" y="10403"/>
                  </a:lnTo>
                  <a:lnTo>
                    <a:pt x="2014" y="10570"/>
                  </a:lnTo>
                  <a:lnTo>
                    <a:pt x="9732" y="10570"/>
                  </a:lnTo>
                  <a:lnTo>
                    <a:pt x="12584" y="10738"/>
                  </a:lnTo>
                  <a:lnTo>
                    <a:pt x="15436" y="11409"/>
                  </a:lnTo>
                  <a:lnTo>
                    <a:pt x="16275" y="11409"/>
                  </a:lnTo>
                  <a:lnTo>
                    <a:pt x="17785" y="10906"/>
                  </a:lnTo>
                  <a:lnTo>
                    <a:pt x="18121" y="10067"/>
                  </a:lnTo>
                  <a:lnTo>
                    <a:pt x="20637" y="4363"/>
                  </a:lnTo>
                  <a:lnTo>
                    <a:pt x="20805" y="3524"/>
                  </a:lnTo>
                  <a:lnTo>
                    <a:pt x="20134" y="2014"/>
                  </a:lnTo>
                  <a:lnTo>
                    <a:pt x="19463" y="1678"/>
                  </a:lnTo>
                  <a:lnTo>
                    <a:pt x="17114" y="840"/>
                  </a:lnTo>
                  <a:lnTo>
                    <a:pt x="12248" y="168"/>
                  </a:lnTo>
                  <a:lnTo>
                    <a:pt x="973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38" name="Google Shape;4638;p101"/>
            <p:cNvSpPr/>
            <p:nvPr/>
          </p:nvSpPr>
          <p:spPr>
            <a:xfrm>
              <a:off x="1584875" y="749825"/>
              <a:ext cx="285250" cy="515925"/>
            </a:xfrm>
            <a:custGeom>
              <a:avLst/>
              <a:gdLst/>
              <a:ahLst/>
              <a:cxnLst/>
              <a:rect l="l" t="t" r="r" b="b"/>
              <a:pathLst>
                <a:path w="11410" h="20637" extrusionOk="0">
                  <a:moveTo>
                    <a:pt x="3356" y="0"/>
                  </a:moveTo>
                  <a:lnTo>
                    <a:pt x="1846" y="504"/>
                  </a:lnTo>
                  <a:lnTo>
                    <a:pt x="1511" y="1343"/>
                  </a:lnTo>
                  <a:lnTo>
                    <a:pt x="840" y="3691"/>
                  </a:lnTo>
                  <a:lnTo>
                    <a:pt x="1" y="8389"/>
                  </a:lnTo>
                  <a:lnTo>
                    <a:pt x="1" y="11074"/>
                  </a:lnTo>
                  <a:lnTo>
                    <a:pt x="1" y="18456"/>
                  </a:lnTo>
                  <a:lnTo>
                    <a:pt x="1" y="19294"/>
                  </a:lnTo>
                  <a:lnTo>
                    <a:pt x="1175" y="20469"/>
                  </a:lnTo>
                  <a:lnTo>
                    <a:pt x="2014" y="20637"/>
                  </a:lnTo>
                  <a:lnTo>
                    <a:pt x="8389" y="20637"/>
                  </a:lnTo>
                  <a:lnTo>
                    <a:pt x="9228" y="20469"/>
                  </a:lnTo>
                  <a:lnTo>
                    <a:pt x="10403" y="19294"/>
                  </a:lnTo>
                  <a:lnTo>
                    <a:pt x="10403" y="18456"/>
                  </a:lnTo>
                  <a:lnTo>
                    <a:pt x="10403" y="11074"/>
                  </a:lnTo>
                  <a:lnTo>
                    <a:pt x="10571" y="8054"/>
                  </a:lnTo>
                  <a:lnTo>
                    <a:pt x="11242" y="5369"/>
                  </a:lnTo>
                  <a:lnTo>
                    <a:pt x="11409" y="4530"/>
                  </a:lnTo>
                  <a:lnTo>
                    <a:pt x="10738" y="3020"/>
                  </a:lnTo>
                  <a:lnTo>
                    <a:pt x="10067" y="2517"/>
                  </a:lnTo>
                  <a:lnTo>
                    <a:pt x="4195" y="168"/>
                  </a:lnTo>
                  <a:lnTo>
                    <a:pt x="3356"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39" name="Google Shape;4639;p101"/>
            <p:cNvSpPr/>
            <p:nvPr/>
          </p:nvSpPr>
          <p:spPr>
            <a:xfrm>
              <a:off x="5754075" y="749825"/>
              <a:ext cx="285225" cy="515925"/>
            </a:xfrm>
            <a:custGeom>
              <a:avLst/>
              <a:gdLst/>
              <a:ahLst/>
              <a:cxnLst/>
              <a:rect l="l" t="t" r="r" b="b"/>
              <a:pathLst>
                <a:path w="11409" h="20637" extrusionOk="0">
                  <a:moveTo>
                    <a:pt x="8054" y="0"/>
                  </a:moveTo>
                  <a:lnTo>
                    <a:pt x="7215" y="168"/>
                  </a:lnTo>
                  <a:lnTo>
                    <a:pt x="1343" y="2517"/>
                  </a:lnTo>
                  <a:lnTo>
                    <a:pt x="671" y="3020"/>
                  </a:lnTo>
                  <a:lnTo>
                    <a:pt x="0" y="4530"/>
                  </a:lnTo>
                  <a:lnTo>
                    <a:pt x="168" y="5369"/>
                  </a:lnTo>
                  <a:lnTo>
                    <a:pt x="839" y="8054"/>
                  </a:lnTo>
                  <a:lnTo>
                    <a:pt x="1007" y="11074"/>
                  </a:lnTo>
                  <a:lnTo>
                    <a:pt x="1007" y="18456"/>
                  </a:lnTo>
                  <a:lnTo>
                    <a:pt x="1007" y="19294"/>
                  </a:lnTo>
                  <a:lnTo>
                    <a:pt x="2181" y="20469"/>
                  </a:lnTo>
                  <a:lnTo>
                    <a:pt x="3020" y="20637"/>
                  </a:lnTo>
                  <a:lnTo>
                    <a:pt x="9396" y="20637"/>
                  </a:lnTo>
                  <a:lnTo>
                    <a:pt x="10235" y="20469"/>
                  </a:lnTo>
                  <a:lnTo>
                    <a:pt x="11409" y="19294"/>
                  </a:lnTo>
                  <a:lnTo>
                    <a:pt x="11409" y="18456"/>
                  </a:lnTo>
                  <a:lnTo>
                    <a:pt x="11409" y="11074"/>
                  </a:lnTo>
                  <a:lnTo>
                    <a:pt x="11409" y="8389"/>
                  </a:lnTo>
                  <a:lnTo>
                    <a:pt x="10570" y="3691"/>
                  </a:lnTo>
                  <a:lnTo>
                    <a:pt x="9899" y="1343"/>
                  </a:lnTo>
                  <a:lnTo>
                    <a:pt x="9563" y="504"/>
                  </a:lnTo>
                  <a:lnTo>
                    <a:pt x="8054"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40" name="Google Shape;4640;p101"/>
            <p:cNvSpPr/>
            <p:nvPr/>
          </p:nvSpPr>
          <p:spPr>
            <a:xfrm>
              <a:off x="1584875" y="1743875"/>
              <a:ext cx="260075" cy="482375"/>
            </a:xfrm>
            <a:custGeom>
              <a:avLst/>
              <a:gdLst/>
              <a:ahLst/>
              <a:cxnLst/>
              <a:rect l="l" t="t" r="r" b="b"/>
              <a:pathLst>
                <a:path w="10403" h="19295" extrusionOk="0">
                  <a:moveTo>
                    <a:pt x="2014" y="1"/>
                  </a:moveTo>
                  <a:lnTo>
                    <a:pt x="1175" y="169"/>
                  </a:lnTo>
                  <a:lnTo>
                    <a:pt x="1" y="1343"/>
                  </a:lnTo>
                  <a:lnTo>
                    <a:pt x="1" y="2182"/>
                  </a:lnTo>
                  <a:lnTo>
                    <a:pt x="1" y="17114"/>
                  </a:lnTo>
                  <a:lnTo>
                    <a:pt x="1" y="17953"/>
                  </a:lnTo>
                  <a:lnTo>
                    <a:pt x="1175" y="19127"/>
                  </a:lnTo>
                  <a:lnTo>
                    <a:pt x="2014" y="19295"/>
                  </a:lnTo>
                  <a:lnTo>
                    <a:pt x="8389" y="19295"/>
                  </a:lnTo>
                  <a:lnTo>
                    <a:pt x="9228" y="19127"/>
                  </a:lnTo>
                  <a:lnTo>
                    <a:pt x="10403" y="17953"/>
                  </a:lnTo>
                  <a:lnTo>
                    <a:pt x="10403" y="17114"/>
                  </a:lnTo>
                  <a:lnTo>
                    <a:pt x="10403" y="2182"/>
                  </a:lnTo>
                  <a:lnTo>
                    <a:pt x="10403" y="1343"/>
                  </a:lnTo>
                  <a:lnTo>
                    <a:pt x="9228" y="169"/>
                  </a:lnTo>
                  <a:lnTo>
                    <a:pt x="838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41" name="Google Shape;4641;p101"/>
            <p:cNvSpPr/>
            <p:nvPr/>
          </p:nvSpPr>
          <p:spPr>
            <a:xfrm>
              <a:off x="5779250" y="1743875"/>
              <a:ext cx="260050" cy="482375"/>
            </a:xfrm>
            <a:custGeom>
              <a:avLst/>
              <a:gdLst/>
              <a:ahLst/>
              <a:cxnLst/>
              <a:rect l="l" t="t" r="r" b="b"/>
              <a:pathLst>
                <a:path w="10402" h="19295" extrusionOk="0">
                  <a:moveTo>
                    <a:pt x="2013" y="1"/>
                  </a:moveTo>
                  <a:lnTo>
                    <a:pt x="1174" y="169"/>
                  </a:lnTo>
                  <a:lnTo>
                    <a:pt x="0" y="1343"/>
                  </a:lnTo>
                  <a:lnTo>
                    <a:pt x="0" y="2182"/>
                  </a:lnTo>
                  <a:lnTo>
                    <a:pt x="0" y="17114"/>
                  </a:lnTo>
                  <a:lnTo>
                    <a:pt x="0" y="17953"/>
                  </a:lnTo>
                  <a:lnTo>
                    <a:pt x="1174" y="19127"/>
                  </a:lnTo>
                  <a:lnTo>
                    <a:pt x="2013" y="19295"/>
                  </a:lnTo>
                  <a:lnTo>
                    <a:pt x="8389" y="19295"/>
                  </a:lnTo>
                  <a:lnTo>
                    <a:pt x="9228" y="19127"/>
                  </a:lnTo>
                  <a:lnTo>
                    <a:pt x="10402" y="17953"/>
                  </a:lnTo>
                  <a:lnTo>
                    <a:pt x="10402" y="17114"/>
                  </a:lnTo>
                  <a:lnTo>
                    <a:pt x="10402" y="2182"/>
                  </a:lnTo>
                  <a:lnTo>
                    <a:pt x="10402" y="1343"/>
                  </a:lnTo>
                  <a:lnTo>
                    <a:pt x="9228" y="169"/>
                  </a:lnTo>
                  <a:lnTo>
                    <a:pt x="838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42" name="Google Shape;4642;p101"/>
            <p:cNvSpPr/>
            <p:nvPr/>
          </p:nvSpPr>
          <p:spPr>
            <a:xfrm>
              <a:off x="1584875" y="2708600"/>
              <a:ext cx="260075" cy="478175"/>
            </a:xfrm>
            <a:custGeom>
              <a:avLst/>
              <a:gdLst/>
              <a:ahLst/>
              <a:cxnLst/>
              <a:rect l="l" t="t" r="r" b="b"/>
              <a:pathLst>
                <a:path w="10403" h="19127" extrusionOk="0">
                  <a:moveTo>
                    <a:pt x="1175" y="0"/>
                  </a:moveTo>
                  <a:lnTo>
                    <a:pt x="1" y="1174"/>
                  </a:lnTo>
                  <a:lnTo>
                    <a:pt x="1" y="2013"/>
                  </a:lnTo>
                  <a:lnTo>
                    <a:pt x="1" y="17113"/>
                  </a:lnTo>
                  <a:lnTo>
                    <a:pt x="1" y="17952"/>
                  </a:lnTo>
                  <a:lnTo>
                    <a:pt x="1175" y="18959"/>
                  </a:lnTo>
                  <a:lnTo>
                    <a:pt x="2014" y="19126"/>
                  </a:lnTo>
                  <a:lnTo>
                    <a:pt x="8389" y="19126"/>
                  </a:lnTo>
                  <a:lnTo>
                    <a:pt x="9228" y="18959"/>
                  </a:lnTo>
                  <a:lnTo>
                    <a:pt x="10403" y="17952"/>
                  </a:lnTo>
                  <a:lnTo>
                    <a:pt x="10403" y="17113"/>
                  </a:lnTo>
                  <a:lnTo>
                    <a:pt x="10403" y="2013"/>
                  </a:lnTo>
                  <a:lnTo>
                    <a:pt x="10403" y="1174"/>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43" name="Google Shape;4643;p101"/>
            <p:cNvSpPr/>
            <p:nvPr/>
          </p:nvSpPr>
          <p:spPr>
            <a:xfrm>
              <a:off x="5779250" y="2708600"/>
              <a:ext cx="260050" cy="478175"/>
            </a:xfrm>
            <a:custGeom>
              <a:avLst/>
              <a:gdLst/>
              <a:ahLst/>
              <a:cxnLst/>
              <a:rect l="l" t="t" r="r" b="b"/>
              <a:pathLst>
                <a:path w="10402" h="19127" extrusionOk="0">
                  <a:moveTo>
                    <a:pt x="1174" y="0"/>
                  </a:moveTo>
                  <a:lnTo>
                    <a:pt x="0" y="1174"/>
                  </a:lnTo>
                  <a:lnTo>
                    <a:pt x="0" y="2013"/>
                  </a:lnTo>
                  <a:lnTo>
                    <a:pt x="0" y="17113"/>
                  </a:lnTo>
                  <a:lnTo>
                    <a:pt x="0" y="17952"/>
                  </a:lnTo>
                  <a:lnTo>
                    <a:pt x="1174" y="18959"/>
                  </a:lnTo>
                  <a:lnTo>
                    <a:pt x="2013" y="19126"/>
                  </a:lnTo>
                  <a:lnTo>
                    <a:pt x="8389" y="19126"/>
                  </a:lnTo>
                  <a:lnTo>
                    <a:pt x="9228" y="18959"/>
                  </a:lnTo>
                  <a:lnTo>
                    <a:pt x="10402" y="17952"/>
                  </a:lnTo>
                  <a:lnTo>
                    <a:pt x="10402" y="17113"/>
                  </a:lnTo>
                  <a:lnTo>
                    <a:pt x="10402" y="2013"/>
                  </a:lnTo>
                  <a:lnTo>
                    <a:pt x="10402" y="1174"/>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44" name="Google Shape;4644;p101"/>
            <p:cNvSpPr/>
            <p:nvPr/>
          </p:nvSpPr>
          <p:spPr>
            <a:xfrm>
              <a:off x="1584875" y="3669100"/>
              <a:ext cx="285250" cy="515925"/>
            </a:xfrm>
            <a:custGeom>
              <a:avLst/>
              <a:gdLst/>
              <a:ahLst/>
              <a:cxnLst/>
              <a:rect l="l" t="t" r="r" b="b"/>
              <a:pathLst>
                <a:path w="11410" h="20637" extrusionOk="0">
                  <a:moveTo>
                    <a:pt x="1175" y="0"/>
                  </a:moveTo>
                  <a:lnTo>
                    <a:pt x="1" y="1175"/>
                  </a:lnTo>
                  <a:lnTo>
                    <a:pt x="1" y="2014"/>
                  </a:lnTo>
                  <a:lnTo>
                    <a:pt x="1" y="9563"/>
                  </a:lnTo>
                  <a:lnTo>
                    <a:pt x="1" y="12080"/>
                  </a:lnTo>
                  <a:lnTo>
                    <a:pt x="840" y="16946"/>
                  </a:lnTo>
                  <a:lnTo>
                    <a:pt x="1511" y="19294"/>
                  </a:lnTo>
                  <a:lnTo>
                    <a:pt x="1846" y="19965"/>
                  </a:lnTo>
                  <a:lnTo>
                    <a:pt x="3356" y="20637"/>
                  </a:lnTo>
                  <a:lnTo>
                    <a:pt x="4195" y="20469"/>
                  </a:lnTo>
                  <a:lnTo>
                    <a:pt x="10067" y="17952"/>
                  </a:lnTo>
                  <a:lnTo>
                    <a:pt x="10738" y="17617"/>
                  </a:lnTo>
                  <a:lnTo>
                    <a:pt x="11409" y="16107"/>
                  </a:lnTo>
                  <a:lnTo>
                    <a:pt x="11242" y="15268"/>
                  </a:lnTo>
                  <a:lnTo>
                    <a:pt x="10571" y="12416"/>
                  </a:lnTo>
                  <a:lnTo>
                    <a:pt x="10403" y="9563"/>
                  </a:lnTo>
                  <a:lnTo>
                    <a:pt x="10403" y="2014"/>
                  </a:lnTo>
                  <a:lnTo>
                    <a:pt x="10403" y="1175"/>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45" name="Google Shape;4645;p101"/>
            <p:cNvSpPr/>
            <p:nvPr/>
          </p:nvSpPr>
          <p:spPr>
            <a:xfrm>
              <a:off x="5754075" y="3669100"/>
              <a:ext cx="285225" cy="515925"/>
            </a:xfrm>
            <a:custGeom>
              <a:avLst/>
              <a:gdLst/>
              <a:ahLst/>
              <a:cxnLst/>
              <a:rect l="l" t="t" r="r" b="b"/>
              <a:pathLst>
                <a:path w="11409" h="20637" extrusionOk="0">
                  <a:moveTo>
                    <a:pt x="2181" y="0"/>
                  </a:moveTo>
                  <a:lnTo>
                    <a:pt x="1007" y="1175"/>
                  </a:lnTo>
                  <a:lnTo>
                    <a:pt x="1007" y="2014"/>
                  </a:lnTo>
                  <a:lnTo>
                    <a:pt x="1007" y="9563"/>
                  </a:lnTo>
                  <a:lnTo>
                    <a:pt x="839" y="12416"/>
                  </a:lnTo>
                  <a:lnTo>
                    <a:pt x="168" y="15268"/>
                  </a:lnTo>
                  <a:lnTo>
                    <a:pt x="0" y="16107"/>
                  </a:lnTo>
                  <a:lnTo>
                    <a:pt x="671" y="17617"/>
                  </a:lnTo>
                  <a:lnTo>
                    <a:pt x="1343" y="17952"/>
                  </a:lnTo>
                  <a:lnTo>
                    <a:pt x="7215" y="20469"/>
                  </a:lnTo>
                  <a:lnTo>
                    <a:pt x="8054" y="20637"/>
                  </a:lnTo>
                  <a:lnTo>
                    <a:pt x="9563" y="19965"/>
                  </a:lnTo>
                  <a:lnTo>
                    <a:pt x="9899" y="19294"/>
                  </a:lnTo>
                  <a:lnTo>
                    <a:pt x="10570" y="16946"/>
                  </a:lnTo>
                  <a:lnTo>
                    <a:pt x="11409" y="12080"/>
                  </a:lnTo>
                  <a:lnTo>
                    <a:pt x="11409" y="9563"/>
                  </a:lnTo>
                  <a:lnTo>
                    <a:pt x="11409" y="2014"/>
                  </a:lnTo>
                  <a:lnTo>
                    <a:pt x="11409" y="1175"/>
                  </a:lnTo>
                  <a:lnTo>
                    <a:pt x="10235"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46" name="Google Shape;4646;p101"/>
            <p:cNvSpPr/>
            <p:nvPr/>
          </p:nvSpPr>
          <p:spPr>
            <a:xfrm>
              <a:off x="1851211" y="3593599"/>
              <a:ext cx="3921748" cy="1677775"/>
            </a:xfrm>
            <a:custGeom>
              <a:avLst/>
              <a:gdLst/>
              <a:ahLst/>
              <a:cxnLst/>
              <a:rect l="l" t="t" r="r" b="b"/>
              <a:pathLst>
                <a:path w="142609" h="67111" extrusionOk="0">
                  <a:moveTo>
                    <a:pt x="14765" y="0"/>
                  </a:moveTo>
                  <a:lnTo>
                    <a:pt x="11745" y="168"/>
                  </a:lnTo>
                  <a:lnTo>
                    <a:pt x="6376" y="2517"/>
                  </a:lnTo>
                  <a:lnTo>
                    <a:pt x="2517" y="6376"/>
                  </a:lnTo>
                  <a:lnTo>
                    <a:pt x="169" y="11745"/>
                  </a:lnTo>
                  <a:lnTo>
                    <a:pt x="1" y="14765"/>
                  </a:lnTo>
                  <a:lnTo>
                    <a:pt x="1" y="52514"/>
                  </a:lnTo>
                  <a:lnTo>
                    <a:pt x="169" y="55366"/>
                  </a:lnTo>
                  <a:lnTo>
                    <a:pt x="2517" y="60735"/>
                  </a:lnTo>
                  <a:lnTo>
                    <a:pt x="6376" y="64593"/>
                  </a:lnTo>
                  <a:lnTo>
                    <a:pt x="11745" y="66942"/>
                  </a:lnTo>
                  <a:lnTo>
                    <a:pt x="14765" y="67110"/>
                  </a:lnTo>
                  <a:lnTo>
                    <a:pt x="128013" y="67110"/>
                  </a:lnTo>
                  <a:lnTo>
                    <a:pt x="130865" y="66942"/>
                  </a:lnTo>
                  <a:lnTo>
                    <a:pt x="136234" y="64593"/>
                  </a:lnTo>
                  <a:lnTo>
                    <a:pt x="140092" y="60735"/>
                  </a:lnTo>
                  <a:lnTo>
                    <a:pt x="142441" y="55366"/>
                  </a:lnTo>
                  <a:lnTo>
                    <a:pt x="142609" y="52514"/>
                  </a:lnTo>
                  <a:lnTo>
                    <a:pt x="142609" y="14765"/>
                  </a:lnTo>
                  <a:lnTo>
                    <a:pt x="142441" y="11745"/>
                  </a:lnTo>
                  <a:lnTo>
                    <a:pt x="140092" y="6376"/>
                  </a:lnTo>
                  <a:lnTo>
                    <a:pt x="136234" y="2517"/>
                  </a:lnTo>
                  <a:lnTo>
                    <a:pt x="130865" y="168"/>
                  </a:lnTo>
                  <a:lnTo>
                    <a:pt x="128013"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FINANCE</a:t>
              </a:r>
              <a:endParaRPr sz="500" b="1">
                <a:solidFill>
                  <a:srgbClr val="FFFFFF"/>
                </a:solidFill>
                <a:latin typeface="Arial"/>
                <a:ea typeface="Arial"/>
                <a:cs typeface="Arial"/>
                <a:sym typeface="Arial"/>
              </a:endParaRPr>
            </a:p>
          </p:txBody>
        </p:sp>
        <p:sp>
          <p:nvSpPr>
            <p:cNvPr id="4647" name="Google Shape;4647;p101"/>
            <p:cNvSpPr/>
            <p:nvPr/>
          </p:nvSpPr>
          <p:spPr>
            <a:xfrm>
              <a:off x="3287800" y="1391550"/>
              <a:ext cx="1103125" cy="474000"/>
            </a:xfrm>
            <a:custGeom>
              <a:avLst/>
              <a:gdLst/>
              <a:ahLst/>
              <a:cxnLst/>
              <a:rect l="l" t="t" r="r" b="b"/>
              <a:pathLst>
                <a:path w="44125" h="18960" extrusionOk="0">
                  <a:moveTo>
                    <a:pt x="21979" y="1"/>
                  </a:moveTo>
                  <a:lnTo>
                    <a:pt x="17281" y="169"/>
                  </a:lnTo>
                  <a:lnTo>
                    <a:pt x="9060" y="1846"/>
                  </a:lnTo>
                  <a:lnTo>
                    <a:pt x="5872" y="3189"/>
                  </a:lnTo>
                  <a:lnTo>
                    <a:pt x="3020" y="4699"/>
                  </a:lnTo>
                  <a:lnTo>
                    <a:pt x="168" y="7886"/>
                  </a:lnTo>
                  <a:lnTo>
                    <a:pt x="0" y="9396"/>
                  </a:lnTo>
                  <a:lnTo>
                    <a:pt x="168" y="10906"/>
                  </a:lnTo>
                  <a:lnTo>
                    <a:pt x="3020" y="14094"/>
                  </a:lnTo>
                  <a:lnTo>
                    <a:pt x="5872" y="15772"/>
                  </a:lnTo>
                  <a:lnTo>
                    <a:pt x="9060" y="17114"/>
                  </a:lnTo>
                  <a:lnTo>
                    <a:pt x="17281" y="18792"/>
                  </a:lnTo>
                  <a:lnTo>
                    <a:pt x="21979" y="18959"/>
                  </a:lnTo>
                  <a:lnTo>
                    <a:pt x="26676" y="18792"/>
                  </a:lnTo>
                  <a:lnTo>
                    <a:pt x="34897" y="17114"/>
                  </a:lnTo>
                  <a:lnTo>
                    <a:pt x="38253" y="15772"/>
                  </a:lnTo>
                  <a:lnTo>
                    <a:pt x="40937" y="14094"/>
                  </a:lnTo>
                  <a:lnTo>
                    <a:pt x="43789" y="10906"/>
                  </a:lnTo>
                  <a:lnTo>
                    <a:pt x="44125" y="9396"/>
                  </a:lnTo>
                  <a:lnTo>
                    <a:pt x="43789" y="7886"/>
                  </a:lnTo>
                  <a:lnTo>
                    <a:pt x="40937" y="4699"/>
                  </a:lnTo>
                  <a:lnTo>
                    <a:pt x="38253" y="3189"/>
                  </a:lnTo>
                  <a:lnTo>
                    <a:pt x="34897" y="1846"/>
                  </a:lnTo>
                  <a:lnTo>
                    <a:pt x="26676" y="169"/>
                  </a:lnTo>
                  <a:lnTo>
                    <a:pt x="2197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48" name="Google Shape;4648;p101"/>
            <p:cNvSpPr/>
            <p:nvPr/>
          </p:nvSpPr>
          <p:spPr>
            <a:xfrm>
              <a:off x="3287800" y="1815200"/>
              <a:ext cx="1103125" cy="994075"/>
            </a:xfrm>
            <a:custGeom>
              <a:avLst/>
              <a:gdLst/>
              <a:ahLst/>
              <a:cxnLst/>
              <a:rect l="l" t="t" r="r" b="b"/>
              <a:pathLst>
                <a:path w="44125" h="39763" extrusionOk="0">
                  <a:moveTo>
                    <a:pt x="0" y="0"/>
                  </a:moveTo>
                  <a:lnTo>
                    <a:pt x="0" y="29193"/>
                  </a:lnTo>
                  <a:lnTo>
                    <a:pt x="0" y="30199"/>
                  </a:lnTo>
                  <a:lnTo>
                    <a:pt x="1007" y="32381"/>
                  </a:lnTo>
                  <a:lnTo>
                    <a:pt x="3691" y="35065"/>
                  </a:lnTo>
                  <a:lnTo>
                    <a:pt x="9563" y="37917"/>
                  </a:lnTo>
                  <a:lnTo>
                    <a:pt x="17449" y="39595"/>
                  </a:lnTo>
                  <a:lnTo>
                    <a:pt x="21979" y="39763"/>
                  </a:lnTo>
                  <a:lnTo>
                    <a:pt x="26508" y="39595"/>
                  </a:lnTo>
                  <a:lnTo>
                    <a:pt x="34394" y="37917"/>
                  </a:lnTo>
                  <a:lnTo>
                    <a:pt x="40434" y="35065"/>
                  </a:lnTo>
                  <a:lnTo>
                    <a:pt x="43118" y="32381"/>
                  </a:lnTo>
                  <a:lnTo>
                    <a:pt x="43957" y="30199"/>
                  </a:lnTo>
                  <a:lnTo>
                    <a:pt x="44125" y="29193"/>
                  </a:lnTo>
                  <a:lnTo>
                    <a:pt x="44125" y="0"/>
                  </a:lnTo>
                  <a:lnTo>
                    <a:pt x="42111" y="1342"/>
                  </a:lnTo>
                  <a:lnTo>
                    <a:pt x="39930" y="2517"/>
                  </a:lnTo>
                  <a:lnTo>
                    <a:pt x="36239" y="4194"/>
                  </a:lnTo>
                  <a:lnTo>
                    <a:pt x="27180" y="6040"/>
                  </a:lnTo>
                  <a:lnTo>
                    <a:pt x="21979" y="6208"/>
                  </a:lnTo>
                  <a:lnTo>
                    <a:pt x="16945" y="6040"/>
                  </a:lnTo>
                  <a:lnTo>
                    <a:pt x="7718" y="4194"/>
                  </a:lnTo>
                  <a:lnTo>
                    <a:pt x="4027" y="2517"/>
                  </a:lnTo>
                  <a:lnTo>
                    <a:pt x="1846" y="1342"/>
                  </a:lnTo>
                  <a:lnTo>
                    <a:pt x="0"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649" name="Google Shape;4649;p101"/>
          <p:cNvGrpSpPr/>
          <p:nvPr/>
        </p:nvGrpSpPr>
        <p:grpSpPr>
          <a:xfrm>
            <a:off x="1996291" y="1724116"/>
            <a:ext cx="377290" cy="424186"/>
            <a:chOff x="1584875" y="263275"/>
            <a:chExt cx="4454425" cy="5008100"/>
          </a:xfrm>
        </p:grpSpPr>
        <p:sp>
          <p:nvSpPr>
            <p:cNvPr id="4650" name="Google Shape;4650;p101"/>
            <p:cNvSpPr/>
            <p:nvPr/>
          </p:nvSpPr>
          <p:spPr>
            <a:xfrm>
              <a:off x="2067225" y="263275"/>
              <a:ext cx="520125" cy="285250"/>
            </a:xfrm>
            <a:custGeom>
              <a:avLst/>
              <a:gdLst/>
              <a:ahLst/>
              <a:cxnLst/>
              <a:rect l="l" t="t" r="r" b="b"/>
              <a:pathLst>
                <a:path w="20805" h="11410" extrusionOk="0">
                  <a:moveTo>
                    <a:pt x="11074" y="1"/>
                  </a:moveTo>
                  <a:lnTo>
                    <a:pt x="8557" y="168"/>
                  </a:lnTo>
                  <a:lnTo>
                    <a:pt x="3692" y="840"/>
                  </a:lnTo>
                  <a:lnTo>
                    <a:pt x="1343" y="1678"/>
                  </a:lnTo>
                  <a:lnTo>
                    <a:pt x="672" y="2014"/>
                  </a:lnTo>
                  <a:lnTo>
                    <a:pt x="1" y="3524"/>
                  </a:lnTo>
                  <a:lnTo>
                    <a:pt x="169" y="4363"/>
                  </a:lnTo>
                  <a:lnTo>
                    <a:pt x="2685" y="10067"/>
                  </a:lnTo>
                  <a:lnTo>
                    <a:pt x="3021" y="10906"/>
                  </a:lnTo>
                  <a:lnTo>
                    <a:pt x="4531" y="11409"/>
                  </a:lnTo>
                  <a:lnTo>
                    <a:pt x="5370" y="11409"/>
                  </a:lnTo>
                  <a:lnTo>
                    <a:pt x="8222" y="10738"/>
                  </a:lnTo>
                  <a:lnTo>
                    <a:pt x="11074" y="10570"/>
                  </a:lnTo>
                  <a:lnTo>
                    <a:pt x="18792" y="10570"/>
                  </a:lnTo>
                  <a:lnTo>
                    <a:pt x="19630" y="10403"/>
                  </a:lnTo>
                  <a:lnTo>
                    <a:pt x="20805" y="9228"/>
                  </a:lnTo>
                  <a:lnTo>
                    <a:pt x="20805" y="8389"/>
                  </a:lnTo>
                  <a:lnTo>
                    <a:pt x="20805" y="2182"/>
                  </a:lnTo>
                  <a:lnTo>
                    <a:pt x="20805" y="1343"/>
                  </a:lnTo>
                  <a:lnTo>
                    <a:pt x="19630" y="168"/>
                  </a:lnTo>
                  <a:lnTo>
                    <a:pt x="1879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51" name="Google Shape;4651;p101"/>
            <p:cNvSpPr/>
            <p:nvPr/>
          </p:nvSpPr>
          <p:spPr>
            <a:xfrm>
              <a:off x="3078075" y="263275"/>
              <a:ext cx="490750" cy="264275"/>
            </a:xfrm>
            <a:custGeom>
              <a:avLst/>
              <a:gdLst/>
              <a:ahLst/>
              <a:cxnLst/>
              <a:rect l="l" t="t" r="r" b="b"/>
              <a:pathLst>
                <a:path w="19630" h="10571" extrusionOk="0">
                  <a:moveTo>
                    <a:pt x="2181" y="1"/>
                  </a:moveTo>
                  <a:lnTo>
                    <a:pt x="1175" y="168"/>
                  </a:lnTo>
                  <a:lnTo>
                    <a:pt x="168" y="1343"/>
                  </a:lnTo>
                  <a:lnTo>
                    <a:pt x="0" y="2182"/>
                  </a:lnTo>
                  <a:lnTo>
                    <a:pt x="0" y="8389"/>
                  </a:lnTo>
                  <a:lnTo>
                    <a:pt x="168" y="9228"/>
                  </a:lnTo>
                  <a:lnTo>
                    <a:pt x="1175" y="10403"/>
                  </a:lnTo>
                  <a:lnTo>
                    <a:pt x="2181" y="10570"/>
                  </a:lnTo>
                  <a:lnTo>
                    <a:pt x="17449" y="10570"/>
                  </a:lnTo>
                  <a:lnTo>
                    <a:pt x="18288" y="10403"/>
                  </a:lnTo>
                  <a:lnTo>
                    <a:pt x="19462" y="9228"/>
                  </a:lnTo>
                  <a:lnTo>
                    <a:pt x="19630" y="8389"/>
                  </a:lnTo>
                  <a:lnTo>
                    <a:pt x="19630" y="2182"/>
                  </a:lnTo>
                  <a:lnTo>
                    <a:pt x="19462" y="1343"/>
                  </a:lnTo>
                  <a:lnTo>
                    <a:pt x="18288" y="168"/>
                  </a:lnTo>
                  <a:lnTo>
                    <a:pt x="1744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52" name="Google Shape;4652;p101"/>
            <p:cNvSpPr/>
            <p:nvPr/>
          </p:nvSpPr>
          <p:spPr>
            <a:xfrm>
              <a:off x="4055350" y="263275"/>
              <a:ext cx="490775" cy="264275"/>
            </a:xfrm>
            <a:custGeom>
              <a:avLst/>
              <a:gdLst/>
              <a:ahLst/>
              <a:cxnLst/>
              <a:rect l="l" t="t" r="r" b="b"/>
              <a:pathLst>
                <a:path w="19631" h="10571" extrusionOk="0">
                  <a:moveTo>
                    <a:pt x="2182" y="1"/>
                  </a:moveTo>
                  <a:lnTo>
                    <a:pt x="1343" y="168"/>
                  </a:lnTo>
                  <a:lnTo>
                    <a:pt x="169" y="1343"/>
                  </a:lnTo>
                  <a:lnTo>
                    <a:pt x="1" y="2182"/>
                  </a:lnTo>
                  <a:lnTo>
                    <a:pt x="1" y="8389"/>
                  </a:lnTo>
                  <a:lnTo>
                    <a:pt x="169" y="9228"/>
                  </a:lnTo>
                  <a:lnTo>
                    <a:pt x="1343" y="10403"/>
                  </a:lnTo>
                  <a:lnTo>
                    <a:pt x="2182" y="10570"/>
                  </a:lnTo>
                  <a:lnTo>
                    <a:pt x="17617" y="10570"/>
                  </a:lnTo>
                  <a:lnTo>
                    <a:pt x="18456" y="10403"/>
                  </a:lnTo>
                  <a:lnTo>
                    <a:pt x="19463" y="9228"/>
                  </a:lnTo>
                  <a:lnTo>
                    <a:pt x="19630" y="8389"/>
                  </a:lnTo>
                  <a:lnTo>
                    <a:pt x="19630" y="2182"/>
                  </a:lnTo>
                  <a:lnTo>
                    <a:pt x="19463" y="1343"/>
                  </a:lnTo>
                  <a:lnTo>
                    <a:pt x="18456" y="168"/>
                  </a:lnTo>
                  <a:lnTo>
                    <a:pt x="17617"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53" name="Google Shape;4653;p101"/>
            <p:cNvSpPr/>
            <p:nvPr/>
          </p:nvSpPr>
          <p:spPr>
            <a:xfrm>
              <a:off x="5036825" y="263275"/>
              <a:ext cx="520125" cy="285250"/>
            </a:xfrm>
            <a:custGeom>
              <a:avLst/>
              <a:gdLst/>
              <a:ahLst/>
              <a:cxnLst/>
              <a:rect l="l" t="t" r="r" b="b"/>
              <a:pathLst>
                <a:path w="20805" h="11410" extrusionOk="0">
                  <a:moveTo>
                    <a:pt x="2014" y="1"/>
                  </a:moveTo>
                  <a:lnTo>
                    <a:pt x="1175" y="168"/>
                  </a:lnTo>
                  <a:lnTo>
                    <a:pt x="1" y="1343"/>
                  </a:lnTo>
                  <a:lnTo>
                    <a:pt x="1" y="2182"/>
                  </a:lnTo>
                  <a:lnTo>
                    <a:pt x="1" y="8389"/>
                  </a:lnTo>
                  <a:lnTo>
                    <a:pt x="1" y="9228"/>
                  </a:lnTo>
                  <a:lnTo>
                    <a:pt x="1175" y="10403"/>
                  </a:lnTo>
                  <a:lnTo>
                    <a:pt x="2014" y="10570"/>
                  </a:lnTo>
                  <a:lnTo>
                    <a:pt x="9732" y="10570"/>
                  </a:lnTo>
                  <a:lnTo>
                    <a:pt x="12584" y="10738"/>
                  </a:lnTo>
                  <a:lnTo>
                    <a:pt x="15436" y="11409"/>
                  </a:lnTo>
                  <a:lnTo>
                    <a:pt x="16275" y="11409"/>
                  </a:lnTo>
                  <a:lnTo>
                    <a:pt x="17785" y="10906"/>
                  </a:lnTo>
                  <a:lnTo>
                    <a:pt x="18121" y="10067"/>
                  </a:lnTo>
                  <a:lnTo>
                    <a:pt x="20637" y="4363"/>
                  </a:lnTo>
                  <a:lnTo>
                    <a:pt x="20805" y="3524"/>
                  </a:lnTo>
                  <a:lnTo>
                    <a:pt x="20134" y="2014"/>
                  </a:lnTo>
                  <a:lnTo>
                    <a:pt x="19463" y="1678"/>
                  </a:lnTo>
                  <a:lnTo>
                    <a:pt x="17114" y="840"/>
                  </a:lnTo>
                  <a:lnTo>
                    <a:pt x="12248" y="168"/>
                  </a:lnTo>
                  <a:lnTo>
                    <a:pt x="973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54" name="Google Shape;4654;p101"/>
            <p:cNvSpPr/>
            <p:nvPr/>
          </p:nvSpPr>
          <p:spPr>
            <a:xfrm>
              <a:off x="1584875" y="749825"/>
              <a:ext cx="285250" cy="515925"/>
            </a:xfrm>
            <a:custGeom>
              <a:avLst/>
              <a:gdLst/>
              <a:ahLst/>
              <a:cxnLst/>
              <a:rect l="l" t="t" r="r" b="b"/>
              <a:pathLst>
                <a:path w="11410" h="20637" extrusionOk="0">
                  <a:moveTo>
                    <a:pt x="3356" y="0"/>
                  </a:moveTo>
                  <a:lnTo>
                    <a:pt x="1846" y="504"/>
                  </a:lnTo>
                  <a:lnTo>
                    <a:pt x="1511" y="1343"/>
                  </a:lnTo>
                  <a:lnTo>
                    <a:pt x="840" y="3691"/>
                  </a:lnTo>
                  <a:lnTo>
                    <a:pt x="1" y="8389"/>
                  </a:lnTo>
                  <a:lnTo>
                    <a:pt x="1" y="11074"/>
                  </a:lnTo>
                  <a:lnTo>
                    <a:pt x="1" y="18456"/>
                  </a:lnTo>
                  <a:lnTo>
                    <a:pt x="1" y="19294"/>
                  </a:lnTo>
                  <a:lnTo>
                    <a:pt x="1175" y="20469"/>
                  </a:lnTo>
                  <a:lnTo>
                    <a:pt x="2014" y="20637"/>
                  </a:lnTo>
                  <a:lnTo>
                    <a:pt x="8389" y="20637"/>
                  </a:lnTo>
                  <a:lnTo>
                    <a:pt x="9228" y="20469"/>
                  </a:lnTo>
                  <a:lnTo>
                    <a:pt x="10403" y="19294"/>
                  </a:lnTo>
                  <a:lnTo>
                    <a:pt x="10403" y="18456"/>
                  </a:lnTo>
                  <a:lnTo>
                    <a:pt x="10403" y="11074"/>
                  </a:lnTo>
                  <a:lnTo>
                    <a:pt x="10571" y="8054"/>
                  </a:lnTo>
                  <a:lnTo>
                    <a:pt x="11242" y="5369"/>
                  </a:lnTo>
                  <a:lnTo>
                    <a:pt x="11409" y="4530"/>
                  </a:lnTo>
                  <a:lnTo>
                    <a:pt x="10738" y="3020"/>
                  </a:lnTo>
                  <a:lnTo>
                    <a:pt x="10067" y="2517"/>
                  </a:lnTo>
                  <a:lnTo>
                    <a:pt x="4195" y="168"/>
                  </a:lnTo>
                  <a:lnTo>
                    <a:pt x="3356"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55" name="Google Shape;4655;p101"/>
            <p:cNvSpPr/>
            <p:nvPr/>
          </p:nvSpPr>
          <p:spPr>
            <a:xfrm>
              <a:off x="5754075" y="749825"/>
              <a:ext cx="285225" cy="515925"/>
            </a:xfrm>
            <a:custGeom>
              <a:avLst/>
              <a:gdLst/>
              <a:ahLst/>
              <a:cxnLst/>
              <a:rect l="l" t="t" r="r" b="b"/>
              <a:pathLst>
                <a:path w="11409" h="20637" extrusionOk="0">
                  <a:moveTo>
                    <a:pt x="8054" y="0"/>
                  </a:moveTo>
                  <a:lnTo>
                    <a:pt x="7215" y="168"/>
                  </a:lnTo>
                  <a:lnTo>
                    <a:pt x="1343" y="2517"/>
                  </a:lnTo>
                  <a:lnTo>
                    <a:pt x="671" y="3020"/>
                  </a:lnTo>
                  <a:lnTo>
                    <a:pt x="0" y="4530"/>
                  </a:lnTo>
                  <a:lnTo>
                    <a:pt x="168" y="5369"/>
                  </a:lnTo>
                  <a:lnTo>
                    <a:pt x="839" y="8054"/>
                  </a:lnTo>
                  <a:lnTo>
                    <a:pt x="1007" y="11074"/>
                  </a:lnTo>
                  <a:lnTo>
                    <a:pt x="1007" y="18456"/>
                  </a:lnTo>
                  <a:lnTo>
                    <a:pt x="1007" y="19294"/>
                  </a:lnTo>
                  <a:lnTo>
                    <a:pt x="2181" y="20469"/>
                  </a:lnTo>
                  <a:lnTo>
                    <a:pt x="3020" y="20637"/>
                  </a:lnTo>
                  <a:lnTo>
                    <a:pt x="9396" y="20637"/>
                  </a:lnTo>
                  <a:lnTo>
                    <a:pt x="10235" y="20469"/>
                  </a:lnTo>
                  <a:lnTo>
                    <a:pt x="11409" y="19294"/>
                  </a:lnTo>
                  <a:lnTo>
                    <a:pt x="11409" y="18456"/>
                  </a:lnTo>
                  <a:lnTo>
                    <a:pt x="11409" y="11074"/>
                  </a:lnTo>
                  <a:lnTo>
                    <a:pt x="11409" y="8389"/>
                  </a:lnTo>
                  <a:lnTo>
                    <a:pt x="10570" y="3691"/>
                  </a:lnTo>
                  <a:lnTo>
                    <a:pt x="9899" y="1343"/>
                  </a:lnTo>
                  <a:lnTo>
                    <a:pt x="9563" y="504"/>
                  </a:lnTo>
                  <a:lnTo>
                    <a:pt x="8054"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56" name="Google Shape;4656;p101"/>
            <p:cNvSpPr/>
            <p:nvPr/>
          </p:nvSpPr>
          <p:spPr>
            <a:xfrm>
              <a:off x="1584875" y="1743875"/>
              <a:ext cx="260075" cy="482375"/>
            </a:xfrm>
            <a:custGeom>
              <a:avLst/>
              <a:gdLst/>
              <a:ahLst/>
              <a:cxnLst/>
              <a:rect l="l" t="t" r="r" b="b"/>
              <a:pathLst>
                <a:path w="10403" h="19295" extrusionOk="0">
                  <a:moveTo>
                    <a:pt x="2014" y="1"/>
                  </a:moveTo>
                  <a:lnTo>
                    <a:pt x="1175" y="169"/>
                  </a:lnTo>
                  <a:lnTo>
                    <a:pt x="1" y="1343"/>
                  </a:lnTo>
                  <a:lnTo>
                    <a:pt x="1" y="2182"/>
                  </a:lnTo>
                  <a:lnTo>
                    <a:pt x="1" y="17114"/>
                  </a:lnTo>
                  <a:lnTo>
                    <a:pt x="1" y="17953"/>
                  </a:lnTo>
                  <a:lnTo>
                    <a:pt x="1175" y="19127"/>
                  </a:lnTo>
                  <a:lnTo>
                    <a:pt x="2014" y="19295"/>
                  </a:lnTo>
                  <a:lnTo>
                    <a:pt x="8389" y="19295"/>
                  </a:lnTo>
                  <a:lnTo>
                    <a:pt x="9228" y="19127"/>
                  </a:lnTo>
                  <a:lnTo>
                    <a:pt x="10403" y="17953"/>
                  </a:lnTo>
                  <a:lnTo>
                    <a:pt x="10403" y="17114"/>
                  </a:lnTo>
                  <a:lnTo>
                    <a:pt x="10403" y="2182"/>
                  </a:lnTo>
                  <a:lnTo>
                    <a:pt x="10403" y="1343"/>
                  </a:lnTo>
                  <a:lnTo>
                    <a:pt x="9228" y="169"/>
                  </a:lnTo>
                  <a:lnTo>
                    <a:pt x="838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57" name="Google Shape;4657;p101"/>
            <p:cNvSpPr/>
            <p:nvPr/>
          </p:nvSpPr>
          <p:spPr>
            <a:xfrm>
              <a:off x="5779250" y="1743875"/>
              <a:ext cx="260050" cy="482375"/>
            </a:xfrm>
            <a:custGeom>
              <a:avLst/>
              <a:gdLst/>
              <a:ahLst/>
              <a:cxnLst/>
              <a:rect l="l" t="t" r="r" b="b"/>
              <a:pathLst>
                <a:path w="10402" h="19295" extrusionOk="0">
                  <a:moveTo>
                    <a:pt x="2013" y="1"/>
                  </a:moveTo>
                  <a:lnTo>
                    <a:pt x="1174" y="169"/>
                  </a:lnTo>
                  <a:lnTo>
                    <a:pt x="0" y="1343"/>
                  </a:lnTo>
                  <a:lnTo>
                    <a:pt x="0" y="2182"/>
                  </a:lnTo>
                  <a:lnTo>
                    <a:pt x="0" y="17114"/>
                  </a:lnTo>
                  <a:lnTo>
                    <a:pt x="0" y="17953"/>
                  </a:lnTo>
                  <a:lnTo>
                    <a:pt x="1174" y="19127"/>
                  </a:lnTo>
                  <a:lnTo>
                    <a:pt x="2013" y="19295"/>
                  </a:lnTo>
                  <a:lnTo>
                    <a:pt x="8389" y="19295"/>
                  </a:lnTo>
                  <a:lnTo>
                    <a:pt x="9228" y="19127"/>
                  </a:lnTo>
                  <a:lnTo>
                    <a:pt x="10402" y="17953"/>
                  </a:lnTo>
                  <a:lnTo>
                    <a:pt x="10402" y="17114"/>
                  </a:lnTo>
                  <a:lnTo>
                    <a:pt x="10402" y="2182"/>
                  </a:lnTo>
                  <a:lnTo>
                    <a:pt x="10402" y="1343"/>
                  </a:lnTo>
                  <a:lnTo>
                    <a:pt x="9228" y="169"/>
                  </a:lnTo>
                  <a:lnTo>
                    <a:pt x="838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58" name="Google Shape;4658;p101"/>
            <p:cNvSpPr/>
            <p:nvPr/>
          </p:nvSpPr>
          <p:spPr>
            <a:xfrm>
              <a:off x="1584875" y="2708600"/>
              <a:ext cx="260075" cy="478175"/>
            </a:xfrm>
            <a:custGeom>
              <a:avLst/>
              <a:gdLst/>
              <a:ahLst/>
              <a:cxnLst/>
              <a:rect l="l" t="t" r="r" b="b"/>
              <a:pathLst>
                <a:path w="10403" h="19127" extrusionOk="0">
                  <a:moveTo>
                    <a:pt x="1175" y="0"/>
                  </a:moveTo>
                  <a:lnTo>
                    <a:pt x="1" y="1174"/>
                  </a:lnTo>
                  <a:lnTo>
                    <a:pt x="1" y="2013"/>
                  </a:lnTo>
                  <a:lnTo>
                    <a:pt x="1" y="17113"/>
                  </a:lnTo>
                  <a:lnTo>
                    <a:pt x="1" y="17952"/>
                  </a:lnTo>
                  <a:lnTo>
                    <a:pt x="1175" y="18959"/>
                  </a:lnTo>
                  <a:lnTo>
                    <a:pt x="2014" y="19126"/>
                  </a:lnTo>
                  <a:lnTo>
                    <a:pt x="8389" y="19126"/>
                  </a:lnTo>
                  <a:lnTo>
                    <a:pt x="9228" y="18959"/>
                  </a:lnTo>
                  <a:lnTo>
                    <a:pt x="10403" y="17952"/>
                  </a:lnTo>
                  <a:lnTo>
                    <a:pt x="10403" y="17113"/>
                  </a:lnTo>
                  <a:lnTo>
                    <a:pt x="10403" y="2013"/>
                  </a:lnTo>
                  <a:lnTo>
                    <a:pt x="10403" y="1174"/>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59" name="Google Shape;4659;p101"/>
            <p:cNvSpPr/>
            <p:nvPr/>
          </p:nvSpPr>
          <p:spPr>
            <a:xfrm>
              <a:off x="5779250" y="2708600"/>
              <a:ext cx="260050" cy="478175"/>
            </a:xfrm>
            <a:custGeom>
              <a:avLst/>
              <a:gdLst/>
              <a:ahLst/>
              <a:cxnLst/>
              <a:rect l="l" t="t" r="r" b="b"/>
              <a:pathLst>
                <a:path w="10402" h="19127" extrusionOk="0">
                  <a:moveTo>
                    <a:pt x="1174" y="0"/>
                  </a:moveTo>
                  <a:lnTo>
                    <a:pt x="0" y="1174"/>
                  </a:lnTo>
                  <a:lnTo>
                    <a:pt x="0" y="2013"/>
                  </a:lnTo>
                  <a:lnTo>
                    <a:pt x="0" y="17113"/>
                  </a:lnTo>
                  <a:lnTo>
                    <a:pt x="0" y="17952"/>
                  </a:lnTo>
                  <a:lnTo>
                    <a:pt x="1174" y="18959"/>
                  </a:lnTo>
                  <a:lnTo>
                    <a:pt x="2013" y="19126"/>
                  </a:lnTo>
                  <a:lnTo>
                    <a:pt x="8389" y="19126"/>
                  </a:lnTo>
                  <a:lnTo>
                    <a:pt x="9228" y="18959"/>
                  </a:lnTo>
                  <a:lnTo>
                    <a:pt x="10402" y="17952"/>
                  </a:lnTo>
                  <a:lnTo>
                    <a:pt x="10402" y="17113"/>
                  </a:lnTo>
                  <a:lnTo>
                    <a:pt x="10402" y="2013"/>
                  </a:lnTo>
                  <a:lnTo>
                    <a:pt x="10402" y="1174"/>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60" name="Google Shape;4660;p101"/>
            <p:cNvSpPr/>
            <p:nvPr/>
          </p:nvSpPr>
          <p:spPr>
            <a:xfrm>
              <a:off x="1584875" y="3669100"/>
              <a:ext cx="285250" cy="515925"/>
            </a:xfrm>
            <a:custGeom>
              <a:avLst/>
              <a:gdLst/>
              <a:ahLst/>
              <a:cxnLst/>
              <a:rect l="l" t="t" r="r" b="b"/>
              <a:pathLst>
                <a:path w="11410" h="20637" extrusionOk="0">
                  <a:moveTo>
                    <a:pt x="1175" y="0"/>
                  </a:moveTo>
                  <a:lnTo>
                    <a:pt x="1" y="1175"/>
                  </a:lnTo>
                  <a:lnTo>
                    <a:pt x="1" y="2014"/>
                  </a:lnTo>
                  <a:lnTo>
                    <a:pt x="1" y="9563"/>
                  </a:lnTo>
                  <a:lnTo>
                    <a:pt x="1" y="12080"/>
                  </a:lnTo>
                  <a:lnTo>
                    <a:pt x="840" y="16946"/>
                  </a:lnTo>
                  <a:lnTo>
                    <a:pt x="1511" y="19294"/>
                  </a:lnTo>
                  <a:lnTo>
                    <a:pt x="1846" y="19965"/>
                  </a:lnTo>
                  <a:lnTo>
                    <a:pt x="3356" y="20637"/>
                  </a:lnTo>
                  <a:lnTo>
                    <a:pt x="4195" y="20469"/>
                  </a:lnTo>
                  <a:lnTo>
                    <a:pt x="10067" y="17952"/>
                  </a:lnTo>
                  <a:lnTo>
                    <a:pt x="10738" y="17617"/>
                  </a:lnTo>
                  <a:lnTo>
                    <a:pt x="11409" y="16107"/>
                  </a:lnTo>
                  <a:lnTo>
                    <a:pt x="11242" y="15268"/>
                  </a:lnTo>
                  <a:lnTo>
                    <a:pt x="10571" y="12416"/>
                  </a:lnTo>
                  <a:lnTo>
                    <a:pt x="10403" y="9563"/>
                  </a:lnTo>
                  <a:lnTo>
                    <a:pt x="10403" y="2014"/>
                  </a:lnTo>
                  <a:lnTo>
                    <a:pt x="10403" y="1175"/>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61" name="Google Shape;4661;p101"/>
            <p:cNvSpPr/>
            <p:nvPr/>
          </p:nvSpPr>
          <p:spPr>
            <a:xfrm>
              <a:off x="5754075" y="3669100"/>
              <a:ext cx="285225" cy="515925"/>
            </a:xfrm>
            <a:custGeom>
              <a:avLst/>
              <a:gdLst/>
              <a:ahLst/>
              <a:cxnLst/>
              <a:rect l="l" t="t" r="r" b="b"/>
              <a:pathLst>
                <a:path w="11409" h="20637" extrusionOk="0">
                  <a:moveTo>
                    <a:pt x="2181" y="0"/>
                  </a:moveTo>
                  <a:lnTo>
                    <a:pt x="1007" y="1175"/>
                  </a:lnTo>
                  <a:lnTo>
                    <a:pt x="1007" y="2014"/>
                  </a:lnTo>
                  <a:lnTo>
                    <a:pt x="1007" y="9563"/>
                  </a:lnTo>
                  <a:lnTo>
                    <a:pt x="839" y="12416"/>
                  </a:lnTo>
                  <a:lnTo>
                    <a:pt x="168" y="15268"/>
                  </a:lnTo>
                  <a:lnTo>
                    <a:pt x="0" y="16107"/>
                  </a:lnTo>
                  <a:lnTo>
                    <a:pt x="671" y="17617"/>
                  </a:lnTo>
                  <a:lnTo>
                    <a:pt x="1343" y="17952"/>
                  </a:lnTo>
                  <a:lnTo>
                    <a:pt x="7215" y="20469"/>
                  </a:lnTo>
                  <a:lnTo>
                    <a:pt x="8054" y="20637"/>
                  </a:lnTo>
                  <a:lnTo>
                    <a:pt x="9563" y="19965"/>
                  </a:lnTo>
                  <a:lnTo>
                    <a:pt x="9899" y="19294"/>
                  </a:lnTo>
                  <a:lnTo>
                    <a:pt x="10570" y="16946"/>
                  </a:lnTo>
                  <a:lnTo>
                    <a:pt x="11409" y="12080"/>
                  </a:lnTo>
                  <a:lnTo>
                    <a:pt x="11409" y="9563"/>
                  </a:lnTo>
                  <a:lnTo>
                    <a:pt x="11409" y="2014"/>
                  </a:lnTo>
                  <a:lnTo>
                    <a:pt x="11409" y="1175"/>
                  </a:lnTo>
                  <a:lnTo>
                    <a:pt x="10235"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62" name="Google Shape;4662;p101"/>
            <p:cNvSpPr/>
            <p:nvPr/>
          </p:nvSpPr>
          <p:spPr>
            <a:xfrm>
              <a:off x="2029475" y="3593600"/>
              <a:ext cx="3565225" cy="1677775"/>
            </a:xfrm>
            <a:custGeom>
              <a:avLst/>
              <a:gdLst/>
              <a:ahLst/>
              <a:cxnLst/>
              <a:rect l="l" t="t" r="r" b="b"/>
              <a:pathLst>
                <a:path w="142609" h="67111" extrusionOk="0">
                  <a:moveTo>
                    <a:pt x="14765" y="0"/>
                  </a:moveTo>
                  <a:lnTo>
                    <a:pt x="11745" y="168"/>
                  </a:lnTo>
                  <a:lnTo>
                    <a:pt x="6376" y="2517"/>
                  </a:lnTo>
                  <a:lnTo>
                    <a:pt x="2517" y="6376"/>
                  </a:lnTo>
                  <a:lnTo>
                    <a:pt x="169" y="11745"/>
                  </a:lnTo>
                  <a:lnTo>
                    <a:pt x="1" y="14765"/>
                  </a:lnTo>
                  <a:lnTo>
                    <a:pt x="1" y="52514"/>
                  </a:lnTo>
                  <a:lnTo>
                    <a:pt x="169" y="55366"/>
                  </a:lnTo>
                  <a:lnTo>
                    <a:pt x="2517" y="60735"/>
                  </a:lnTo>
                  <a:lnTo>
                    <a:pt x="6376" y="64593"/>
                  </a:lnTo>
                  <a:lnTo>
                    <a:pt x="11745" y="66942"/>
                  </a:lnTo>
                  <a:lnTo>
                    <a:pt x="14765" y="67110"/>
                  </a:lnTo>
                  <a:lnTo>
                    <a:pt x="128013" y="67110"/>
                  </a:lnTo>
                  <a:lnTo>
                    <a:pt x="130865" y="66942"/>
                  </a:lnTo>
                  <a:lnTo>
                    <a:pt x="136234" y="64593"/>
                  </a:lnTo>
                  <a:lnTo>
                    <a:pt x="140092" y="60735"/>
                  </a:lnTo>
                  <a:lnTo>
                    <a:pt x="142441" y="55366"/>
                  </a:lnTo>
                  <a:lnTo>
                    <a:pt x="142609" y="52514"/>
                  </a:lnTo>
                  <a:lnTo>
                    <a:pt x="142609" y="14765"/>
                  </a:lnTo>
                  <a:lnTo>
                    <a:pt x="142441" y="11745"/>
                  </a:lnTo>
                  <a:lnTo>
                    <a:pt x="140092" y="6376"/>
                  </a:lnTo>
                  <a:lnTo>
                    <a:pt x="136234" y="2517"/>
                  </a:lnTo>
                  <a:lnTo>
                    <a:pt x="130865" y="168"/>
                  </a:lnTo>
                  <a:lnTo>
                    <a:pt x="128013"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IT</a:t>
              </a:r>
              <a:endParaRPr sz="500" b="1">
                <a:solidFill>
                  <a:srgbClr val="FFFFFF"/>
                </a:solidFill>
                <a:latin typeface="Arial"/>
                <a:ea typeface="Arial"/>
                <a:cs typeface="Arial"/>
                <a:sym typeface="Arial"/>
              </a:endParaRPr>
            </a:p>
          </p:txBody>
        </p:sp>
        <p:sp>
          <p:nvSpPr>
            <p:cNvPr id="4663" name="Google Shape;4663;p101"/>
            <p:cNvSpPr/>
            <p:nvPr/>
          </p:nvSpPr>
          <p:spPr>
            <a:xfrm>
              <a:off x="2293725" y="1970375"/>
              <a:ext cx="838900" cy="784375"/>
            </a:xfrm>
            <a:custGeom>
              <a:avLst/>
              <a:gdLst/>
              <a:ahLst/>
              <a:cxnLst/>
              <a:rect l="l" t="t" r="r" b="b"/>
              <a:pathLst>
                <a:path w="33556" h="31375" extrusionOk="0">
                  <a:moveTo>
                    <a:pt x="4195" y="1"/>
                  </a:moveTo>
                  <a:lnTo>
                    <a:pt x="2349" y="169"/>
                  </a:lnTo>
                  <a:lnTo>
                    <a:pt x="168" y="2350"/>
                  </a:lnTo>
                  <a:lnTo>
                    <a:pt x="1" y="4195"/>
                  </a:lnTo>
                  <a:lnTo>
                    <a:pt x="1" y="27180"/>
                  </a:lnTo>
                  <a:lnTo>
                    <a:pt x="168" y="28858"/>
                  </a:lnTo>
                  <a:lnTo>
                    <a:pt x="2349" y="31207"/>
                  </a:lnTo>
                  <a:lnTo>
                    <a:pt x="4195" y="31375"/>
                  </a:lnTo>
                  <a:lnTo>
                    <a:pt x="29361" y="31375"/>
                  </a:lnTo>
                  <a:lnTo>
                    <a:pt x="31039" y="31207"/>
                  </a:lnTo>
                  <a:lnTo>
                    <a:pt x="33220" y="28858"/>
                  </a:lnTo>
                  <a:lnTo>
                    <a:pt x="33555" y="27180"/>
                  </a:lnTo>
                  <a:lnTo>
                    <a:pt x="33555" y="4195"/>
                  </a:lnTo>
                  <a:lnTo>
                    <a:pt x="33220" y="2350"/>
                  </a:lnTo>
                  <a:lnTo>
                    <a:pt x="31039" y="169"/>
                  </a:lnTo>
                  <a:lnTo>
                    <a:pt x="29361"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64" name="Google Shape;4664;p101"/>
            <p:cNvSpPr/>
            <p:nvPr/>
          </p:nvSpPr>
          <p:spPr>
            <a:xfrm>
              <a:off x="3392650" y="1970375"/>
              <a:ext cx="838900" cy="784375"/>
            </a:xfrm>
            <a:custGeom>
              <a:avLst/>
              <a:gdLst/>
              <a:ahLst/>
              <a:cxnLst/>
              <a:rect l="l" t="t" r="r" b="b"/>
              <a:pathLst>
                <a:path w="33556" h="31375" extrusionOk="0">
                  <a:moveTo>
                    <a:pt x="4195" y="1"/>
                  </a:moveTo>
                  <a:lnTo>
                    <a:pt x="2517" y="169"/>
                  </a:lnTo>
                  <a:lnTo>
                    <a:pt x="168" y="2350"/>
                  </a:lnTo>
                  <a:lnTo>
                    <a:pt x="0" y="4195"/>
                  </a:lnTo>
                  <a:lnTo>
                    <a:pt x="0" y="27180"/>
                  </a:lnTo>
                  <a:lnTo>
                    <a:pt x="168" y="28858"/>
                  </a:lnTo>
                  <a:lnTo>
                    <a:pt x="2517" y="31207"/>
                  </a:lnTo>
                  <a:lnTo>
                    <a:pt x="4195" y="31375"/>
                  </a:lnTo>
                  <a:lnTo>
                    <a:pt x="29361" y="31375"/>
                  </a:lnTo>
                  <a:lnTo>
                    <a:pt x="31039" y="31207"/>
                  </a:lnTo>
                  <a:lnTo>
                    <a:pt x="33388" y="28858"/>
                  </a:lnTo>
                  <a:lnTo>
                    <a:pt x="33555" y="27180"/>
                  </a:lnTo>
                  <a:lnTo>
                    <a:pt x="33555" y="4195"/>
                  </a:lnTo>
                  <a:lnTo>
                    <a:pt x="33388" y="2350"/>
                  </a:lnTo>
                  <a:lnTo>
                    <a:pt x="31039" y="169"/>
                  </a:lnTo>
                  <a:lnTo>
                    <a:pt x="29361"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65" name="Google Shape;4665;p101"/>
            <p:cNvSpPr/>
            <p:nvPr/>
          </p:nvSpPr>
          <p:spPr>
            <a:xfrm>
              <a:off x="4495775" y="1970375"/>
              <a:ext cx="838875" cy="784375"/>
            </a:xfrm>
            <a:custGeom>
              <a:avLst/>
              <a:gdLst/>
              <a:ahLst/>
              <a:cxnLst/>
              <a:rect l="l" t="t" r="r" b="b"/>
              <a:pathLst>
                <a:path w="33555" h="31375" extrusionOk="0">
                  <a:moveTo>
                    <a:pt x="4194" y="1"/>
                  </a:moveTo>
                  <a:lnTo>
                    <a:pt x="2349" y="169"/>
                  </a:lnTo>
                  <a:lnTo>
                    <a:pt x="168" y="2350"/>
                  </a:lnTo>
                  <a:lnTo>
                    <a:pt x="0" y="4195"/>
                  </a:lnTo>
                  <a:lnTo>
                    <a:pt x="0" y="27180"/>
                  </a:lnTo>
                  <a:lnTo>
                    <a:pt x="168" y="28858"/>
                  </a:lnTo>
                  <a:lnTo>
                    <a:pt x="2349" y="31207"/>
                  </a:lnTo>
                  <a:lnTo>
                    <a:pt x="4194" y="31375"/>
                  </a:lnTo>
                  <a:lnTo>
                    <a:pt x="29361" y="31375"/>
                  </a:lnTo>
                  <a:lnTo>
                    <a:pt x="31038" y="31207"/>
                  </a:lnTo>
                  <a:lnTo>
                    <a:pt x="33219" y="28858"/>
                  </a:lnTo>
                  <a:lnTo>
                    <a:pt x="33555" y="27180"/>
                  </a:lnTo>
                  <a:lnTo>
                    <a:pt x="33555" y="4195"/>
                  </a:lnTo>
                  <a:lnTo>
                    <a:pt x="33219" y="2350"/>
                  </a:lnTo>
                  <a:lnTo>
                    <a:pt x="31038" y="169"/>
                  </a:lnTo>
                  <a:lnTo>
                    <a:pt x="29361"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666" name="Google Shape;4666;p101"/>
          <p:cNvGrpSpPr/>
          <p:nvPr/>
        </p:nvGrpSpPr>
        <p:grpSpPr>
          <a:xfrm>
            <a:off x="3545672" y="1724116"/>
            <a:ext cx="442121" cy="431290"/>
            <a:chOff x="1202171" y="263275"/>
            <a:chExt cx="5219846" cy="5091975"/>
          </a:xfrm>
        </p:grpSpPr>
        <p:sp>
          <p:nvSpPr>
            <p:cNvPr id="4667" name="Google Shape;4667;p101"/>
            <p:cNvSpPr/>
            <p:nvPr/>
          </p:nvSpPr>
          <p:spPr>
            <a:xfrm>
              <a:off x="2067225" y="263275"/>
              <a:ext cx="520125" cy="285250"/>
            </a:xfrm>
            <a:custGeom>
              <a:avLst/>
              <a:gdLst/>
              <a:ahLst/>
              <a:cxnLst/>
              <a:rect l="l" t="t" r="r" b="b"/>
              <a:pathLst>
                <a:path w="20805" h="11410" extrusionOk="0">
                  <a:moveTo>
                    <a:pt x="11074" y="1"/>
                  </a:moveTo>
                  <a:lnTo>
                    <a:pt x="8557" y="168"/>
                  </a:lnTo>
                  <a:lnTo>
                    <a:pt x="3692" y="840"/>
                  </a:lnTo>
                  <a:lnTo>
                    <a:pt x="1343" y="1678"/>
                  </a:lnTo>
                  <a:lnTo>
                    <a:pt x="672" y="2014"/>
                  </a:lnTo>
                  <a:lnTo>
                    <a:pt x="1" y="3524"/>
                  </a:lnTo>
                  <a:lnTo>
                    <a:pt x="169" y="4363"/>
                  </a:lnTo>
                  <a:lnTo>
                    <a:pt x="2685" y="10067"/>
                  </a:lnTo>
                  <a:lnTo>
                    <a:pt x="3021" y="10906"/>
                  </a:lnTo>
                  <a:lnTo>
                    <a:pt x="4531" y="11409"/>
                  </a:lnTo>
                  <a:lnTo>
                    <a:pt x="5370" y="11409"/>
                  </a:lnTo>
                  <a:lnTo>
                    <a:pt x="8222" y="10738"/>
                  </a:lnTo>
                  <a:lnTo>
                    <a:pt x="11074" y="10570"/>
                  </a:lnTo>
                  <a:lnTo>
                    <a:pt x="18792" y="10570"/>
                  </a:lnTo>
                  <a:lnTo>
                    <a:pt x="19630" y="10403"/>
                  </a:lnTo>
                  <a:lnTo>
                    <a:pt x="20805" y="9228"/>
                  </a:lnTo>
                  <a:lnTo>
                    <a:pt x="20805" y="8389"/>
                  </a:lnTo>
                  <a:lnTo>
                    <a:pt x="20805" y="2182"/>
                  </a:lnTo>
                  <a:lnTo>
                    <a:pt x="20805" y="1343"/>
                  </a:lnTo>
                  <a:lnTo>
                    <a:pt x="19630" y="168"/>
                  </a:lnTo>
                  <a:lnTo>
                    <a:pt x="1879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68" name="Google Shape;4668;p101"/>
            <p:cNvSpPr/>
            <p:nvPr/>
          </p:nvSpPr>
          <p:spPr>
            <a:xfrm>
              <a:off x="3078075" y="263275"/>
              <a:ext cx="490750" cy="264275"/>
            </a:xfrm>
            <a:custGeom>
              <a:avLst/>
              <a:gdLst/>
              <a:ahLst/>
              <a:cxnLst/>
              <a:rect l="l" t="t" r="r" b="b"/>
              <a:pathLst>
                <a:path w="19630" h="10571" extrusionOk="0">
                  <a:moveTo>
                    <a:pt x="2181" y="1"/>
                  </a:moveTo>
                  <a:lnTo>
                    <a:pt x="1175" y="168"/>
                  </a:lnTo>
                  <a:lnTo>
                    <a:pt x="168" y="1343"/>
                  </a:lnTo>
                  <a:lnTo>
                    <a:pt x="0" y="2182"/>
                  </a:lnTo>
                  <a:lnTo>
                    <a:pt x="0" y="8389"/>
                  </a:lnTo>
                  <a:lnTo>
                    <a:pt x="168" y="9228"/>
                  </a:lnTo>
                  <a:lnTo>
                    <a:pt x="1175" y="10403"/>
                  </a:lnTo>
                  <a:lnTo>
                    <a:pt x="2181" y="10570"/>
                  </a:lnTo>
                  <a:lnTo>
                    <a:pt x="17449" y="10570"/>
                  </a:lnTo>
                  <a:lnTo>
                    <a:pt x="18288" y="10403"/>
                  </a:lnTo>
                  <a:lnTo>
                    <a:pt x="19462" y="9228"/>
                  </a:lnTo>
                  <a:lnTo>
                    <a:pt x="19630" y="8389"/>
                  </a:lnTo>
                  <a:lnTo>
                    <a:pt x="19630" y="2182"/>
                  </a:lnTo>
                  <a:lnTo>
                    <a:pt x="19462" y="1343"/>
                  </a:lnTo>
                  <a:lnTo>
                    <a:pt x="18288" y="168"/>
                  </a:lnTo>
                  <a:lnTo>
                    <a:pt x="1744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69" name="Google Shape;4669;p101"/>
            <p:cNvSpPr/>
            <p:nvPr/>
          </p:nvSpPr>
          <p:spPr>
            <a:xfrm>
              <a:off x="4055350" y="263275"/>
              <a:ext cx="490775" cy="264275"/>
            </a:xfrm>
            <a:custGeom>
              <a:avLst/>
              <a:gdLst/>
              <a:ahLst/>
              <a:cxnLst/>
              <a:rect l="l" t="t" r="r" b="b"/>
              <a:pathLst>
                <a:path w="19631" h="10571" extrusionOk="0">
                  <a:moveTo>
                    <a:pt x="2182" y="1"/>
                  </a:moveTo>
                  <a:lnTo>
                    <a:pt x="1343" y="168"/>
                  </a:lnTo>
                  <a:lnTo>
                    <a:pt x="169" y="1343"/>
                  </a:lnTo>
                  <a:lnTo>
                    <a:pt x="1" y="2182"/>
                  </a:lnTo>
                  <a:lnTo>
                    <a:pt x="1" y="8389"/>
                  </a:lnTo>
                  <a:lnTo>
                    <a:pt x="169" y="9228"/>
                  </a:lnTo>
                  <a:lnTo>
                    <a:pt x="1343" y="10403"/>
                  </a:lnTo>
                  <a:lnTo>
                    <a:pt x="2182" y="10570"/>
                  </a:lnTo>
                  <a:lnTo>
                    <a:pt x="17617" y="10570"/>
                  </a:lnTo>
                  <a:lnTo>
                    <a:pt x="18456" y="10403"/>
                  </a:lnTo>
                  <a:lnTo>
                    <a:pt x="19463" y="9228"/>
                  </a:lnTo>
                  <a:lnTo>
                    <a:pt x="19630" y="8389"/>
                  </a:lnTo>
                  <a:lnTo>
                    <a:pt x="19630" y="2182"/>
                  </a:lnTo>
                  <a:lnTo>
                    <a:pt x="19463" y="1343"/>
                  </a:lnTo>
                  <a:lnTo>
                    <a:pt x="18456" y="168"/>
                  </a:lnTo>
                  <a:lnTo>
                    <a:pt x="17617"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70" name="Google Shape;4670;p101"/>
            <p:cNvSpPr/>
            <p:nvPr/>
          </p:nvSpPr>
          <p:spPr>
            <a:xfrm>
              <a:off x="5036825" y="263275"/>
              <a:ext cx="520125" cy="285250"/>
            </a:xfrm>
            <a:custGeom>
              <a:avLst/>
              <a:gdLst/>
              <a:ahLst/>
              <a:cxnLst/>
              <a:rect l="l" t="t" r="r" b="b"/>
              <a:pathLst>
                <a:path w="20805" h="11410" extrusionOk="0">
                  <a:moveTo>
                    <a:pt x="2014" y="1"/>
                  </a:moveTo>
                  <a:lnTo>
                    <a:pt x="1175" y="168"/>
                  </a:lnTo>
                  <a:lnTo>
                    <a:pt x="1" y="1343"/>
                  </a:lnTo>
                  <a:lnTo>
                    <a:pt x="1" y="2182"/>
                  </a:lnTo>
                  <a:lnTo>
                    <a:pt x="1" y="8389"/>
                  </a:lnTo>
                  <a:lnTo>
                    <a:pt x="1" y="9228"/>
                  </a:lnTo>
                  <a:lnTo>
                    <a:pt x="1175" y="10403"/>
                  </a:lnTo>
                  <a:lnTo>
                    <a:pt x="2014" y="10570"/>
                  </a:lnTo>
                  <a:lnTo>
                    <a:pt x="9732" y="10570"/>
                  </a:lnTo>
                  <a:lnTo>
                    <a:pt x="12584" y="10738"/>
                  </a:lnTo>
                  <a:lnTo>
                    <a:pt x="15436" y="11409"/>
                  </a:lnTo>
                  <a:lnTo>
                    <a:pt x="16275" y="11409"/>
                  </a:lnTo>
                  <a:lnTo>
                    <a:pt x="17785" y="10906"/>
                  </a:lnTo>
                  <a:lnTo>
                    <a:pt x="18121" y="10067"/>
                  </a:lnTo>
                  <a:lnTo>
                    <a:pt x="20637" y="4363"/>
                  </a:lnTo>
                  <a:lnTo>
                    <a:pt x="20805" y="3524"/>
                  </a:lnTo>
                  <a:lnTo>
                    <a:pt x="20134" y="2014"/>
                  </a:lnTo>
                  <a:lnTo>
                    <a:pt x="19463" y="1678"/>
                  </a:lnTo>
                  <a:lnTo>
                    <a:pt x="17114" y="840"/>
                  </a:lnTo>
                  <a:lnTo>
                    <a:pt x="12248" y="168"/>
                  </a:lnTo>
                  <a:lnTo>
                    <a:pt x="973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71" name="Google Shape;4671;p101"/>
            <p:cNvSpPr/>
            <p:nvPr/>
          </p:nvSpPr>
          <p:spPr>
            <a:xfrm>
              <a:off x="1584875" y="749825"/>
              <a:ext cx="285250" cy="515925"/>
            </a:xfrm>
            <a:custGeom>
              <a:avLst/>
              <a:gdLst/>
              <a:ahLst/>
              <a:cxnLst/>
              <a:rect l="l" t="t" r="r" b="b"/>
              <a:pathLst>
                <a:path w="11410" h="20637" extrusionOk="0">
                  <a:moveTo>
                    <a:pt x="3356" y="0"/>
                  </a:moveTo>
                  <a:lnTo>
                    <a:pt x="1846" y="504"/>
                  </a:lnTo>
                  <a:lnTo>
                    <a:pt x="1511" y="1343"/>
                  </a:lnTo>
                  <a:lnTo>
                    <a:pt x="840" y="3691"/>
                  </a:lnTo>
                  <a:lnTo>
                    <a:pt x="1" y="8389"/>
                  </a:lnTo>
                  <a:lnTo>
                    <a:pt x="1" y="11074"/>
                  </a:lnTo>
                  <a:lnTo>
                    <a:pt x="1" y="18456"/>
                  </a:lnTo>
                  <a:lnTo>
                    <a:pt x="1" y="19294"/>
                  </a:lnTo>
                  <a:lnTo>
                    <a:pt x="1175" y="20469"/>
                  </a:lnTo>
                  <a:lnTo>
                    <a:pt x="2014" y="20637"/>
                  </a:lnTo>
                  <a:lnTo>
                    <a:pt x="8389" y="20637"/>
                  </a:lnTo>
                  <a:lnTo>
                    <a:pt x="9228" y="20469"/>
                  </a:lnTo>
                  <a:lnTo>
                    <a:pt x="10403" y="19294"/>
                  </a:lnTo>
                  <a:lnTo>
                    <a:pt x="10403" y="18456"/>
                  </a:lnTo>
                  <a:lnTo>
                    <a:pt x="10403" y="11074"/>
                  </a:lnTo>
                  <a:lnTo>
                    <a:pt x="10571" y="8054"/>
                  </a:lnTo>
                  <a:lnTo>
                    <a:pt x="11242" y="5369"/>
                  </a:lnTo>
                  <a:lnTo>
                    <a:pt x="11409" y="4530"/>
                  </a:lnTo>
                  <a:lnTo>
                    <a:pt x="10738" y="3020"/>
                  </a:lnTo>
                  <a:lnTo>
                    <a:pt x="10067" y="2517"/>
                  </a:lnTo>
                  <a:lnTo>
                    <a:pt x="4195" y="168"/>
                  </a:lnTo>
                  <a:lnTo>
                    <a:pt x="3356"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72" name="Google Shape;4672;p101"/>
            <p:cNvSpPr/>
            <p:nvPr/>
          </p:nvSpPr>
          <p:spPr>
            <a:xfrm>
              <a:off x="5754075" y="749825"/>
              <a:ext cx="285225" cy="515925"/>
            </a:xfrm>
            <a:custGeom>
              <a:avLst/>
              <a:gdLst/>
              <a:ahLst/>
              <a:cxnLst/>
              <a:rect l="l" t="t" r="r" b="b"/>
              <a:pathLst>
                <a:path w="11409" h="20637" extrusionOk="0">
                  <a:moveTo>
                    <a:pt x="8054" y="0"/>
                  </a:moveTo>
                  <a:lnTo>
                    <a:pt x="7215" y="168"/>
                  </a:lnTo>
                  <a:lnTo>
                    <a:pt x="1343" y="2517"/>
                  </a:lnTo>
                  <a:lnTo>
                    <a:pt x="671" y="3020"/>
                  </a:lnTo>
                  <a:lnTo>
                    <a:pt x="0" y="4530"/>
                  </a:lnTo>
                  <a:lnTo>
                    <a:pt x="168" y="5369"/>
                  </a:lnTo>
                  <a:lnTo>
                    <a:pt x="839" y="8054"/>
                  </a:lnTo>
                  <a:lnTo>
                    <a:pt x="1007" y="11074"/>
                  </a:lnTo>
                  <a:lnTo>
                    <a:pt x="1007" y="18456"/>
                  </a:lnTo>
                  <a:lnTo>
                    <a:pt x="1007" y="19294"/>
                  </a:lnTo>
                  <a:lnTo>
                    <a:pt x="2181" y="20469"/>
                  </a:lnTo>
                  <a:lnTo>
                    <a:pt x="3020" y="20637"/>
                  </a:lnTo>
                  <a:lnTo>
                    <a:pt x="9396" y="20637"/>
                  </a:lnTo>
                  <a:lnTo>
                    <a:pt x="10235" y="20469"/>
                  </a:lnTo>
                  <a:lnTo>
                    <a:pt x="11409" y="19294"/>
                  </a:lnTo>
                  <a:lnTo>
                    <a:pt x="11409" y="18456"/>
                  </a:lnTo>
                  <a:lnTo>
                    <a:pt x="11409" y="11074"/>
                  </a:lnTo>
                  <a:lnTo>
                    <a:pt x="11409" y="8389"/>
                  </a:lnTo>
                  <a:lnTo>
                    <a:pt x="10570" y="3691"/>
                  </a:lnTo>
                  <a:lnTo>
                    <a:pt x="9899" y="1343"/>
                  </a:lnTo>
                  <a:lnTo>
                    <a:pt x="9563" y="504"/>
                  </a:lnTo>
                  <a:lnTo>
                    <a:pt x="8054"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73" name="Google Shape;4673;p101"/>
            <p:cNvSpPr/>
            <p:nvPr/>
          </p:nvSpPr>
          <p:spPr>
            <a:xfrm>
              <a:off x="1584875" y="1743875"/>
              <a:ext cx="260075" cy="482375"/>
            </a:xfrm>
            <a:custGeom>
              <a:avLst/>
              <a:gdLst/>
              <a:ahLst/>
              <a:cxnLst/>
              <a:rect l="l" t="t" r="r" b="b"/>
              <a:pathLst>
                <a:path w="10403" h="19295" extrusionOk="0">
                  <a:moveTo>
                    <a:pt x="2014" y="1"/>
                  </a:moveTo>
                  <a:lnTo>
                    <a:pt x="1175" y="169"/>
                  </a:lnTo>
                  <a:lnTo>
                    <a:pt x="1" y="1343"/>
                  </a:lnTo>
                  <a:lnTo>
                    <a:pt x="1" y="2182"/>
                  </a:lnTo>
                  <a:lnTo>
                    <a:pt x="1" y="17114"/>
                  </a:lnTo>
                  <a:lnTo>
                    <a:pt x="1" y="17953"/>
                  </a:lnTo>
                  <a:lnTo>
                    <a:pt x="1175" y="19127"/>
                  </a:lnTo>
                  <a:lnTo>
                    <a:pt x="2014" y="19295"/>
                  </a:lnTo>
                  <a:lnTo>
                    <a:pt x="8389" y="19295"/>
                  </a:lnTo>
                  <a:lnTo>
                    <a:pt x="9228" y="19127"/>
                  </a:lnTo>
                  <a:lnTo>
                    <a:pt x="10403" y="17953"/>
                  </a:lnTo>
                  <a:lnTo>
                    <a:pt x="10403" y="17114"/>
                  </a:lnTo>
                  <a:lnTo>
                    <a:pt x="10403" y="2182"/>
                  </a:lnTo>
                  <a:lnTo>
                    <a:pt x="10403" y="1343"/>
                  </a:lnTo>
                  <a:lnTo>
                    <a:pt x="9228" y="169"/>
                  </a:lnTo>
                  <a:lnTo>
                    <a:pt x="838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74" name="Google Shape;4674;p101"/>
            <p:cNvSpPr/>
            <p:nvPr/>
          </p:nvSpPr>
          <p:spPr>
            <a:xfrm>
              <a:off x="5779250" y="1743875"/>
              <a:ext cx="260050" cy="482375"/>
            </a:xfrm>
            <a:custGeom>
              <a:avLst/>
              <a:gdLst/>
              <a:ahLst/>
              <a:cxnLst/>
              <a:rect l="l" t="t" r="r" b="b"/>
              <a:pathLst>
                <a:path w="10402" h="19295" extrusionOk="0">
                  <a:moveTo>
                    <a:pt x="2013" y="1"/>
                  </a:moveTo>
                  <a:lnTo>
                    <a:pt x="1174" y="169"/>
                  </a:lnTo>
                  <a:lnTo>
                    <a:pt x="0" y="1343"/>
                  </a:lnTo>
                  <a:lnTo>
                    <a:pt x="0" y="2182"/>
                  </a:lnTo>
                  <a:lnTo>
                    <a:pt x="0" y="17114"/>
                  </a:lnTo>
                  <a:lnTo>
                    <a:pt x="0" y="17953"/>
                  </a:lnTo>
                  <a:lnTo>
                    <a:pt x="1174" y="19127"/>
                  </a:lnTo>
                  <a:lnTo>
                    <a:pt x="2013" y="19295"/>
                  </a:lnTo>
                  <a:lnTo>
                    <a:pt x="8389" y="19295"/>
                  </a:lnTo>
                  <a:lnTo>
                    <a:pt x="9228" y="19127"/>
                  </a:lnTo>
                  <a:lnTo>
                    <a:pt x="10402" y="17953"/>
                  </a:lnTo>
                  <a:lnTo>
                    <a:pt x="10402" y="17114"/>
                  </a:lnTo>
                  <a:lnTo>
                    <a:pt x="10402" y="2182"/>
                  </a:lnTo>
                  <a:lnTo>
                    <a:pt x="10402" y="1343"/>
                  </a:lnTo>
                  <a:lnTo>
                    <a:pt x="9228" y="169"/>
                  </a:lnTo>
                  <a:lnTo>
                    <a:pt x="838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75" name="Google Shape;4675;p101"/>
            <p:cNvSpPr/>
            <p:nvPr/>
          </p:nvSpPr>
          <p:spPr>
            <a:xfrm>
              <a:off x="1584875" y="2708600"/>
              <a:ext cx="260075" cy="478175"/>
            </a:xfrm>
            <a:custGeom>
              <a:avLst/>
              <a:gdLst/>
              <a:ahLst/>
              <a:cxnLst/>
              <a:rect l="l" t="t" r="r" b="b"/>
              <a:pathLst>
                <a:path w="10403" h="19127" extrusionOk="0">
                  <a:moveTo>
                    <a:pt x="1175" y="0"/>
                  </a:moveTo>
                  <a:lnTo>
                    <a:pt x="1" y="1174"/>
                  </a:lnTo>
                  <a:lnTo>
                    <a:pt x="1" y="2013"/>
                  </a:lnTo>
                  <a:lnTo>
                    <a:pt x="1" y="17113"/>
                  </a:lnTo>
                  <a:lnTo>
                    <a:pt x="1" y="17952"/>
                  </a:lnTo>
                  <a:lnTo>
                    <a:pt x="1175" y="18959"/>
                  </a:lnTo>
                  <a:lnTo>
                    <a:pt x="2014" y="19126"/>
                  </a:lnTo>
                  <a:lnTo>
                    <a:pt x="8389" y="19126"/>
                  </a:lnTo>
                  <a:lnTo>
                    <a:pt x="9228" y="18959"/>
                  </a:lnTo>
                  <a:lnTo>
                    <a:pt x="10403" y="17952"/>
                  </a:lnTo>
                  <a:lnTo>
                    <a:pt x="10403" y="17113"/>
                  </a:lnTo>
                  <a:lnTo>
                    <a:pt x="10403" y="2013"/>
                  </a:lnTo>
                  <a:lnTo>
                    <a:pt x="10403" y="1174"/>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76" name="Google Shape;4676;p101"/>
            <p:cNvSpPr/>
            <p:nvPr/>
          </p:nvSpPr>
          <p:spPr>
            <a:xfrm>
              <a:off x="5779250" y="2708600"/>
              <a:ext cx="260050" cy="478175"/>
            </a:xfrm>
            <a:custGeom>
              <a:avLst/>
              <a:gdLst/>
              <a:ahLst/>
              <a:cxnLst/>
              <a:rect l="l" t="t" r="r" b="b"/>
              <a:pathLst>
                <a:path w="10402" h="19127" extrusionOk="0">
                  <a:moveTo>
                    <a:pt x="1174" y="0"/>
                  </a:moveTo>
                  <a:lnTo>
                    <a:pt x="0" y="1174"/>
                  </a:lnTo>
                  <a:lnTo>
                    <a:pt x="0" y="2013"/>
                  </a:lnTo>
                  <a:lnTo>
                    <a:pt x="0" y="17113"/>
                  </a:lnTo>
                  <a:lnTo>
                    <a:pt x="0" y="17952"/>
                  </a:lnTo>
                  <a:lnTo>
                    <a:pt x="1174" y="18959"/>
                  </a:lnTo>
                  <a:lnTo>
                    <a:pt x="2013" y="19126"/>
                  </a:lnTo>
                  <a:lnTo>
                    <a:pt x="8389" y="19126"/>
                  </a:lnTo>
                  <a:lnTo>
                    <a:pt x="9228" y="18959"/>
                  </a:lnTo>
                  <a:lnTo>
                    <a:pt x="10402" y="17952"/>
                  </a:lnTo>
                  <a:lnTo>
                    <a:pt x="10402" y="17113"/>
                  </a:lnTo>
                  <a:lnTo>
                    <a:pt x="10402" y="2013"/>
                  </a:lnTo>
                  <a:lnTo>
                    <a:pt x="10402" y="1174"/>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77" name="Google Shape;4677;p101"/>
            <p:cNvSpPr/>
            <p:nvPr/>
          </p:nvSpPr>
          <p:spPr>
            <a:xfrm>
              <a:off x="1584875" y="3669100"/>
              <a:ext cx="285250" cy="515925"/>
            </a:xfrm>
            <a:custGeom>
              <a:avLst/>
              <a:gdLst/>
              <a:ahLst/>
              <a:cxnLst/>
              <a:rect l="l" t="t" r="r" b="b"/>
              <a:pathLst>
                <a:path w="11410" h="20637" extrusionOk="0">
                  <a:moveTo>
                    <a:pt x="1175" y="0"/>
                  </a:moveTo>
                  <a:lnTo>
                    <a:pt x="1" y="1175"/>
                  </a:lnTo>
                  <a:lnTo>
                    <a:pt x="1" y="2014"/>
                  </a:lnTo>
                  <a:lnTo>
                    <a:pt x="1" y="9563"/>
                  </a:lnTo>
                  <a:lnTo>
                    <a:pt x="1" y="12080"/>
                  </a:lnTo>
                  <a:lnTo>
                    <a:pt x="840" y="16946"/>
                  </a:lnTo>
                  <a:lnTo>
                    <a:pt x="1511" y="19294"/>
                  </a:lnTo>
                  <a:lnTo>
                    <a:pt x="1846" y="19965"/>
                  </a:lnTo>
                  <a:lnTo>
                    <a:pt x="3356" y="20637"/>
                  </a:lnTo>
                  <a:lnTo>
                    <a:pt x="4195" y="20469"/>
                  </a:lnTo>
                  <a:lnTo>
                    <a:pt x="10067" y="17952"/>
                  </a:lnTo>
                  <a:lnTo>
                    <a:pt x="10738" y="17617"/>
                  </a:lnTo>
                  <a:lnTo>
                    <a:pt x="11409" y="16107"/>
                  </a:lnTo>
                  <a:lnTo>
                    <a:pt x="11242" y="15268"/>
                  </a:lnTo>
                  <a:lnTo>
                    <a:pt x="10571" y="12416"/>
                  </a:lnTo>
                  <a:lnTo>
                    <a:pt x="10403" y="9563"/>
                  </a:lnTo>
                  <a:lnTo>
                    <a:pt x="10403" y="2014"/>
                  </a:lnTo>
                  <a:lnTo>
                    <a:pt x="10403" y="1175"/>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78" name="Google Shape;4678;p101"/>
            <p:cNvSpPr/>
            <p:nvPr/>
          </p:nvSpPr>
          <p:spPr>
            <a:xfrm>
              <a:off x="5754075" y="3669100"/>
              <a:ext cx="285225" cy="515925"/>
            </a:xfrm>
            <a:custGeom>
              <a:avLst/>
              <a:gdLst/>
              <a:ahLst/>
              <a:cxnLst/>
              <a:rect l="l" t="t" r="r" b="b"/>
              <a:pathLst>
                <a:path w="11409" h="20637" extrusionOk="0">
                  <a:moveTo>
                    <a:pt x="2181" y="0"/>
                  </a:moveTo>
                  <a:lnTo>
                    <a:pt x="1007" y="1175"/>
                  </a:lnTo>
                  <a:lnTo>
                    <a:pt x="1007" y="2014"/>
                  </a:lnTo>
                  <a:lnTo>
                    <a:pt x="1007" y="9563"/>
                  </a:lnTo>
                  <a:lnTo>
                    <a:pt x="839" y="12416"/>
                  </a:lnTo>
                  <a:lnTo>
                    <a:pt x="168" y="15268"/>
                  </a:lnTo>
                  <a:lnTo>
                    <a:pt x="0" y="16107"/>
                  </a:lnTo>
                  <a:lnTo>
                    <a:pt x="671" y="17617"/>
                  </a:lnTo>
                  <a:lnTo>
                    <a:pt x="1343" y="17952"/>
                  </a:lnTo>
                  <a:lnTo>
                    <a:pt x="7215" y="20469"/>
                  </a:lnTo>
                  <a:lnTo>
                    <a:pt x="8054" y="20637"/>
                  </a:lnTo>
                  <a:lnTo>
                    <a:pt x="9563" y="19965"/>
                  </a:lnTo>
                  <a:lnTo>
                    <a:pt x="9899" y="19294"/>
                  </a:lnTo>
                  <a:lnTo>
                    <a:pt x="10570" y="16946"/>
                  </a:lnTo>
                  <a:lnTo>
                    <a:pt x="11409" y="12080"/>
                  </a:lnTo>
                  <a:lnTo>
                    <a:pt x="11409" y="9563"/>
                  </a:lnTo>
                  <a:lnTo>
                    <a:pt x="11409" y="2014"/>
                  </a:lnTo>
                  <a:lnTo>
                    <a:pt x="11409" y="1175"/>
                  </a:lnTo>
                  <a:lnTo>
                    <a:pt x="10235"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79" name="Google Shape;4679;p101"/>
            <p:cNvSpPr/>
            <p:nvPr/>
          </p:nvSpPr>
          <p:spPr>
            <a:xfrm>
              <a:off x="1202171" y="3509697"/>
              <a:ext cx="5219846" cy="1845553"/>
            </a:xfrm>
            <a:custGeom>
              <a:avLst/>
              <a:gdLst/>
              <a:ahLst/>
              <a:cxnLst/>
              <a:rect l="l" t="t" r="r" b="b"/>
              <a:pathLst>
                <a:path w="142609" h="67111" extrusionOk="0">
                  <a:moveTo>
                    <a:pt x="14765" y="0"/>
                  </a:moveTo>
                  <a:lnTo>
                    <a:pt x="11745" y="168"/>
                  </a:lnTo>
                  <a:lnTo>
                    <a:pt x="6376" y="2517"/>
                  </a:lnTo>
                  <a:lnTo>
                    <a:pt x="2517" y="6376"/>
                  </a:lnTo>
                  <a:lnTo>
                    <a:pt x="169" y="11745"/>
                  </a:lnTo>
                  <a:lnTo>
                    <a:pt x="1" y="14765"/>
                  </a:lnTo>
                  <a:lnTo>
                    <a:pt x="1" y="52514"/>
                  </a:lnTo>
                  <a:lnTo>
                    <a:pt x="169" y="55366"/>
                  </a:lnTo>
                  <a:lnTo>
                    <a:pt x="2517" y="60735"/>
                  </a:lnTo>
                  <a:lnTo>
                    <a:pt x="6376" y="64593"/>
                  </a:lnTo>
                  <a:lnTo>
                    <a:pt x="11745" y="66942"/>
                  </a:lnTo>
                  <a:lnTo>
                    <a:pt x="14765" y="67110"/>
                  </a:lnTo>
                  <a:lnTo>
                    <a:pt x="128013" y="67110"/>
                  </a:lnTo>
                  <a:lnTo>
                    <a:pt x="130865" y="66942"/>
                  </a:lnTo>
                  <a:lnTo>
                    <a:pt x="136234" y="64593"/>
                  </a:lnTo>
                  <a:lnTo>
                    <a:pt x="140092" y="60735"/>
                  </a:lnTo>
                  <a:lnTo>
                    <a:pt x="142441" y="55366"/>
                  </a:lnTo>
                  <a:lnTo>
                    <a:pt x="142609" y="52514"/>
                  </a:lnTo>
                  <a:lnTo>
                    <a:pt x="142609" y="14765"/>
                  </a:lnTo>
                  <a:lnTo>
                    <a:pt x="142441" y="11745"/>
                  </a:lnTo>
                  <a:lnTo>
                    <a:pt x="140092" y="6376"/>
                  </a:lnTo>
                  <a:lnTo>
                    <a:pt x="136234" y="2517"/>
                  </a:lnTo>
                  <a:lnTo>
                    <a:pt x="130865" y="168"/>
                  </a:lnTo>
                  <a:lnTo>
                    <a:pt x="128013" y="0"/>
                  </a:lnTo>
                  <a:close/>
                </a:path>
              </a:pathLst>
            </a:custGeom>
            <a:solidFill>
              <a:srgbClr val="11567F"/>
            </a:solidFill>
            <a:ln>
              <a:noFill/>
            </a:ln>
          </p:spPr>
          <p:txBody>
            <a:bodyPr spcFirstLastPara="1" wrap="square" lIns="0" tIns="0" rIns="0" bIns="0" anchor="ctr" anchorCtr="0">
              <a:noAutofit/>
            </a:bodyPr>
            <a:lstStyle/>
            <a:p>
              <a:pPr marL="0" marR="0" lvl="0" indent="0" algn="l" rtl="0">
                <a:lnSpc>
                  <a:spcPct val="50000"/>
                </a:lnSpc>
                <a:spcBef>
                  <a:spcPts val="0"/>
                </a:spcBef>
                <a:spcAft>
                  <a:spcPts val="0"/>
                </a:spcAft>
                <a:buClr>
                  <a:srgbClr val="252525"/>
                </a:buClr>
                <a:buSzPts val="500"/>
                <a:buFont typeface="Arial"/>
                <a:buNone/>
              </a:pPr>
              <a:endParaRPr sz="500" b="1">
                <a:solidFill>
                  <a:srgbClr val="FFFFFF"/>
                </a:solidFill>
                <a:latin typeface="Arial"/>
                <a:ea typeface="Arial"/>
                <a:cs typeface="Arial"/>
                <a:sym typeface="Arial"/>
              </a:endParaRPr>
            </a:p>
            <a:p>
              <a:pPr marL="0" marR="0" lvl="0" indent="0" algn="ctr" rtl="0">
                <a:lnSpc>
                  <a:spcPct val="50000"/>
                </a:lnSpc>
                <a:spcBef>
                  <a:spcPts val="0"/>
                </a:spcBef>
                <a:spcAft>
                  <a:spcPts val="0"/>
                </a:spcAft>
                <a:buClr>
                  <a:srgbClr val="252525"/>
                </a:buClr>
                <a:buSzPts val="500"/>
                <a:buFont typeface="Arial"/>
                <a:buNone/>
              </a:pPr>
              <a:endParaRPr sz="500" b="1">
                <a:solidFill>
                  <a:srgbClr val="FFFFFF"/>
                </a:solidFill>
                <a:latin typeface="Arial"/>
                <a:ea typeface="Arial"/>
                <a:cs typeface="Arial"/>
                <a:sym typeface="Arial"/>
              </a:endParaRPr>
            </a:p>
            <a:p>
              <a:pPr marL="0" marR="0" lvl="0" indent="0" algn="ctr" rtl="0">
                <a:lnSpc>
                  <a:spcPct val="80000"/>
                </a:lnSpc>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GROUP SALES</a:t>
              </a:r>
              <a:endParaRPr sz="500">
                <a:solidFill>
                  <a:srgbClr val="252525"/>
                </a:solidFill>
                <a:latin typeface="Arial"/>
                <a:ea typeface="Arial"/>
                <a:cs typeface="Arial"/>
                <a:sym typeface="Arial"/>
              </a:endParaRPr>
            </a:p>
            <a:p>
              <a:pPr marL="0" marR="0" lvl="0" indent="0" algn="l" rtl="0">
                <a:lnSpc>
                  <a:spcPct val="50000"/>
                </a:lnSpc>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80" name="Google Shape;4680;p101"/>
            <p:cNvSpPr/>
            <p:nvPr/>
          </p:nvSpPr>
          <p:spPr>
            <a:xfrm>
              <a:off x="3287800" y="1391550"/>
              <a:ext cx="1103125" cy="474000"/>
            </a:xfrm>
            <a:custGeom>
              <a:avLst/>
              <a:gdLst/>
              <a:ahLst/>
              <a:cxnLst/>
              <a:rect l="l" t="t" r="r" b="b"/>
              <a:pathLst>
                <a:path w="44125" h="18960" extrusionOk="0">
                  <a:moveTo>
                    <a:pt x="21979" y="1"/>
                  </a:moveTo>
                  <a:lnTo>
                    <a:pt x="17281" y="169"/>
                  </a:lnTo>
                  <a:lnTo>
                    <a:pt x="9060" y="1846"/>
                  </a:lnTo>
                  <a:lnTo>
                    <a:pt x="5872" y="3189"/>
                  </a:lnTo>
                  <a:lnTo>
                    <a:pt x="3020" y="4699"/>
                  </a:lnTo>
                  <a:lnTo>
                    <a:pt x="168" y="7886"/>
                  </a:lnTo>
                  <a:lnTo>
                    <a:pt x="0" y="9396"/>
                  </a:lnTo>
                  <a:lnTo>
                    <a:pt x="168" y="10906"/>
                  </a:lnTo>
                  <a:lnTo>
                    <a:pt x="3020" y="14094"/>
                  </a:lnTo>
                  <a:lnTo>
                    <a:pt x="5872" y="15772"/>
                  </a:lnTo>
                  <a:lnTo>
                    <a:pt x="9060" y="17114"/>
                  </a:lnTo>
                  <a:lnTo>
                    <a:pt x="17281" y="18792"/>
                  </a:lnTo>
                  <a:lnTo>
                    <a:pt x="21979" y="18959"/>
                  </a:lnTo>
                  <a:lnTo>
                    <a:pt x="26676" y="18792"/>
                  </a:lnTo>
                  <a:lnTo>
                    <a:pt x="34897" y="17114"/>
                  </a:lnTo>
                  <a:lnTo>
                    <a:pt x="38253" y="15772"/>
                  </a:lnTo>
                  <a:lnTo>
                    <a:pt x="40937" y="14094"/>
                  </a:lnTo>
                  <a:lnTo>
                    <a:pt x="43789" y="10906"/>
                  </a:lnTo>
                  <a:lnTo>
                    <a:pt x="44125" y="9396"/>
                  </a:lnTo>
                  <a:lnTo>
                    <a:pt x="43789" y="7886"/>
                  </a:lnTo>
                  <a:lnTo>
                    <a:pt x="40937" y="4699"/>
                  </a:lnTo>
                  <a:lnTo>
                    <a:pt x="38253" y="3189"/>
                  </a:lnTo>
                  <a:lnTo>
                    <a:pt x="34897" y="1846"/>
                  </a:lnTo>
                  <a:lnTo>
                    <a:pt x="26676" y="169"/>
                  </a:lnTo>
                  <a:lnTo>
                    <a:pt x="2197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81" name="Google Shape;4681;p101"/>
            <p:cNvSpPr/>
            <p:nvPr/>
          </p:nvSpPr>
          <p:spPr>
            <a:xfrm>
              <a:off x="3287800" y="1815200"/>
              <a:ext cx="1103125" cy="994075"/>
            </a:xfrm>
            <a:custGeom>
              <a:avLst/>
              <a:gdLst/>
              <a:ahLst/>
              <a:cxnLst/>
              <a:rect l="l" t="t" r="r" b="b"/>
              <a:pathLst>
                <a:path w="44125" h="39763" extrusionOk="0">
                  <a:moveTo>
                    <a:pt x="0" y="0"/>
                  </a:moveTo>
                  <a:lnTo>
                    <a:pt x="0" y="29193"/>
                  </a:lnTo>
                  <a:lnTo>
                    <a:pt x="0" y="30199"/>
                  </a:lnTo>
                  <a:lnTo>
                    <a:pt x="1007" y="32381"/>
                  </a:lnTo>
                  <a:lnTo>
                    <a:pt x="3691" y="35065"/>
                  </a:lnTo>
                  <a:lnTo>
                    <a:pt x="9563" y="37917"/>
                  </a:lnTo>
                  <a:lnTo>
                    <a:pt x="17449" y="39595"/>
                  </a:lnTo>
                  <a:lnTo>
                    <a:pt x="21979" y="39763"/>
                  </a:lnTo>
                  <a:lnTo>
                    <a:pt x="26508" y="39595"/>
                  </a:lnTo>
                  <a:lnTo>
                    <a:pt x="34394" y="37917"/>
                  </a:lnTo>
                  <a:lnTo>
                    <a:pt x="40434" y="35065"/>
                  </a:lnTo>
                  <a:lnTo>
                    <a:pt x="43118" y="32381"/>
                  </a:lnTo>
                  <a:lnTo>
                    <a:pt x="43957" y="30199"/>
                  </a:lnTo>
                  <a:lnTo>
                    <a:pt x="44125" y="29193"/>
                  </a:lnTo>
                  <a:lnTo>
                    <a:pt x="44125" y="0"/>
                  </a:lnTo>
                  <a:lnTo>
                    <a:pt x="42111" y="1342"/>
                  </a:lnTo>
                  <a:lnTo>
                    <a:pt x="39930" y="2517"/>
                  </a:lnTo>
                  <a:lnTo>
                    <a:pt x="36239" y="4194"/>
                  </a:lnTo>
                  <a:lnTo>
                    <a:pt x="27180" y="6040"/>
                  </a:lnTo>
                  <a:lnTo>
                    <a:pt x="21979" y="6208"/>
                  </a:lnTo>
                  <a:lnTo>
                    <a:pt x="16945" y="6040"/>
                  </a:lnTo>
                  <a:lnTo>
                    <a:pt x="7718" y="4194"/>
                  </a:lnTo>
                  <a:lnTo>
                    <a:pt x="4027" y="2517"/>
                  </a:lnTo>
                  <a:lnTo>
                    <a:pt x="1846" y="1342"/>
                  </a:lnTo>
                  <a:lnTo>
                    <a:pt x="0"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682" name="Google Shape;4682;p101"/>
          <p:cNvGrpSpPr/>
          <p:nvPr/>
        </p:nvGrpSpPr>
        <p:grpSpPr>
          <a:xfrm>
            <a:off x="411756" y="1699145"/>
            <a:ext cx="376986" cy="376986"/>
            <a:chOff x="1215775" y="263275"/>
            <a:chExt cx="5192650" cy="5192650"/>
          </a:xfrm>
        </p:grpSpPr>
        <p:sp>
          <p:nvSpPr>
            <p:cNvPr id="4683" name="Google Shape;4683;p101"/>
            <p:cNvSpPr/>
            <p:nvPr/>
          </p:nvSpPr>
          <p:spPr>
            <a:xfrm>
              <a:off x="1828150" y="263275"/>
              <a:ext cx="629175" cy="302025"/>
            </a:xfrm>
            <a:custGeom>
              <a:avLst/>
              <a:gdLst/>
              <a:ahLst/>
              <a:cxnLst/>
              <a:rect l="l" t="t" r="r" b="b"/>
              <a:pathLst>
                <a:path w="25167" h="12081" extrusionOk="0">
                  <a:moveTo>
                    <a:pt x="14429" y="1"/>
                  </a:moveTo>
                  <a:lnTo>
                    <a:pt x="10906" y="168"/>
                  </a:lnTo>
                  <a:lnTo>
                    <a:pt x="4531" y="1175"/>
                  </a:lnTo>
                  <a:lnTo>
                    <a:pt x="1511" y="2182"/>
                  </a:lnTo>
                  <a:lnTo>
                    <a:pt x="672" y="2685"/>
                  </a:lnTo>
                  <a:lnTo>
                    <a:pt x="1" y="4027"/>
                  </a:lnTo>
                  <a:lnTo>
                    <a:pt x="336" y="4866"/>
                  </a:lnTo>
                  <a:lnTo>
                    <a:pt x="2685" y="10738"/>
                  </a:lnTo>
                  <a:lnTo>
                    <a:pt x="3188" y="11409"/>
                  </a:lnTo>
                  <a:lnTo>
                    <a:pt x="4698" y="12080"/>
                  </a:lnTo>
                  <a:lnTo>
                    <a:pt x="5537" y="11913"/>
                  </a:lnTo>
                  <a:lnTo>
                    <a:pt x="9732" y="10738"/>
                  </a:lnTo>
                  <a:lnTo>
                    <a:pt x="14429" y="10570"/>
                  </a:lnTo>
                  <a:lnTo>
                    <a:pt x="23154" y="10570"/>
                  </a:lnTo>
                  <a:lnTo>
                    <a:pt x="23992" y="10403"/>
                  </a:lnTo>
                  <a:lnTo>
                    <a:pt x="24999" y="9228"/>
                  </a:lnTo>
                  <a:lnTo>
                    <a:pt x="25167" y="8389"/>
                  </a:lnTo>
                  <a:lnTo>
                    <a:pt x="25167" y="2182"/>
                  </a:lnTo>
                  <a:lnTo>
                    <a:pt x="24999" y="1343"/>
                  </a:lnTo>
                  <a:lnTo>
                    <a:pt x="23992" y="168"/>
                  </a:lnTo>
                  <a:lnTo>
                    <a:pt x="23154"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84" name="Google Shape;4684;p101"/>
            <p:cNvSpPr/>
            <p:nvPr/>
          </p:nvSpPr>
          <p:spPr>
            <a:xfrm>
              <a:off x="2998375" y="263275"/>
              <a:ext cx="541100" cy="264275"/>
            </a:xfrm>
            <a:custGeom>
              <a:avLst/>
              <a:gdLst/>
              <a:ahLst/>
              <a:cxnLst/>
              <a:rect l="l" t="t" r="r" b="b"/>
              <a:pathLst>
                <a:path w="21644" h="10571" extrusionOk="0">
                  <a:moveTo>
                    <a:pt x="2182" y="1"/>
                  </a:moveTo>
                  <a:lnTo>
                    <a:pt x="1343" y="168"/>
                  </a:lnTo>
                  <a:lnTo>
                    <a:pt x="168" y="1343"/>
                  </a:lnTo>
                  <a:lnTo>
                    <a:pt x="1" y="2182"/>
                  </a:lnTo>
                  <a:lnTo>
                    <a:pt x="1" y="8389"/>
                  </a:lnTo>
                  <a:lnTo>
                    <a:pt x="168" y="9228"/>
                  </a:lnTo>
                  <a:lnTo>
                    <a:pt x="1343" y="10403"/>
                  </a:lnTo>
                  <a:lnTo>
                    <a:pt x="2182" y="10570"/>
                  </a:lnTo>
                  <a:lnTo>
                    <a:pt x="19630" y="10570"/>
                  </a:lnTo>
                  <a:lnTo>
                    <a:pt x="20469" y="10403"/>
                  </a:lnTo>
                  <a:lnTo>
                    <a:pt x="21644" y="9228"/>
                  </a:lnTo>
                  <a:lnTo>
                    <a:pt x="21644" y="8389"/>
                  </a:lnTo>
                  <a:lnTo>
                    <a:pt x="21644" y="2182"/>
                  </a:lnTo>
                  <a:lnTo>
                    <a:pt x="21644" y="1343"/>
                  </a:lnTo>
                  <a:lnTo>
                    <a:pt x="20469" y="168"/>
                  </a:lnTo>
                  <a:lnTo>
                    <a:pt x="19630"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85" name="Google Shape;4685;p101"/>
            <p:cNvSpPr/>
            <p:nvPr/>
          </p:nvSpPr>
          <p:spPr>
            <a:xfrm>
              <a:off x="4084725" y="263275"/>
              <a:ext cx="541100" cy="264275"/>
            </a:xfrm>
            <a:custGeom>
              <a:avLst/>
              <a:gdLst/>
              <a:ahLst/>
              <a:cxnLst/>
              <a:rect l="l" t="t" r="r" b="b"/>
              <a:pathLst>
                <a:path w="21644" h="10571" extrusionOk="0">
                  <a:moveTo>
                    <a:pt x="2014" y="1"/>
                  </a:moveTo>
                  <a:lnTo>
                    <a:pt x="1175" y="168"/>
                  </a:lnTo>
                  <a:lnTo>
                    <a:pt x="0" y="1343"/>
                  </a:lnTo>
                  <a:lnTo>
                    <a:pt x="0" y="2182"/>
                  </a:lnTo>
                  <a:lnTo>
                    <a:pt x="0" y="8389"/>
                  </a:lnTo>
                  <a:lnTo>
                    <a:pt x="0" y="9228"/>
                  </a:lnTo>
                  <a:lnTo>
                    <a:pt x="1175" y="10403"/>
                  </a:lnTo>
                  <a:lnTo>
                    <a:pt x="2014" y="10570"/>
                  </a:lnTo>
                  <a:lnTo>
                    <a:pt x="19462" y="10570"/>
                  </a:lnTo>
                  <a:lnTo>
                    <a:pt x="20301" y="10403"/>
                  </a:lnTo>
                  <a:lnTo>
                    <a:pt x="21475" y="9228"/>
                  </a:lnTo>
                  <a:lnTo>
                    <a:pt x="21643" y="8389"/>
                  </a:lnTo>
                  <a:lnTo>
                    <a:pt x="21643" y="2182"/>
                  </a:lnTo>
                  <a:lnTo>
                    <a:pt x="21475" y="1343"/>
                  </a:lnTo>
                  <a:lnTo>
                    <a:pt x="20301" y="168"/>
                  </a:lnTo>
                  <a:lnTo>
                    <a:pt x="1946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86" name="Google Shape;4686;p101"/>
            <p:cNvSpPr/>
            <p:nvPr/>
          </p:nvSpPr>
          <p:spPr>
            <a:xfrm>
              <a:off x="5166850" y="263275"/>
              <a:ext cx="629200" cy="302025"/>
            </a:xfrm>
            <a:custGeom>
              <a:avLst/>
              <a:gdLst/>
              <a:ahLst/>
              <a:cxnLst/>
              <a:rect l="l" t="t" r="r" b="b"/>
              <a:pathLst>
                <a:path w="25168" h="12081" extrusionOk="0">
                  <a:moveTo>
                    <a:pt x="2014" y="1"/>
                  </a:moveTo>
                  <a:lnTo>
                    <a:pt x="1175" y="168"/>
                  </a:lnTo>
                  <a:lnTo>
                    <a:pt x="169" y="1343"/>
                  </a:lnTo>
                  <a:lnTo>
                    <a:pt x="1" y="2182"/>
                  </a:lnTo>
                  <a:lnTo>
                    <a:pt x="1" y="8389"/>
                  </a:lnTo>
                  <a:lnTo>
                    <a:pt x="169" y="9228"/>
                  </a:lnTo>
                  <a:lnTo>
                    <a:pt x="1175" y="10403"/>
                  </a:lnTo>
                  <a:lnTo>
                    <a:pt x="2014" y="10570"/>
                  </a:lnTo>
                  <a:lnTo>
                    <a:pt x="10906" y="10570"/>
                  </a:lnTo>
                  <a:lnTo>
                    <a:pt x="15436" y="10738"/>
                  </a:lnTo>
                  <a:lnTo>
                    <a:pt x="19631" y="11913"/>
                  </a:lnTo>
                  <a:lnTo>
                    <a:pt x="20469" y="12080"/>
                  </a:lnTo>
                  <a:lnTo>
                    <a:pt x="21979" y="11409"/>
                  </a:lnTo>
                  <a:lnTo>
                    <a:pt x="22483" y="10738"/>
                  </a:lnTo>
                  <a:lnTo>
                    <a:pt x="24832" y="4866"/>
                  </a:lnTo>
                  <a:lnTo>
                    <a:pt x="25167" y="4027"/>
                  </a:lnTo>
                  <a:lnTo>
                    <a:pt x="24496" y="2685"/>
                  </a:lnTo>
                  <a:lnTo>
                    <a:pt x="23657" y="2182"/>
                  </a:lnTo>
                  <a:lnTo>
                    <a:pt x="20637" y="1175"/>
                  </a:lnTo>
                  <a:lnTo>
                    <a:pt x="14262" y="168"/>
                  </a:lnTo>
                  <a:lnTo>
                    <a:pt x="10906"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87" name="Google Shape;4687;p101"/>
            <p:cNvSpPr/>
            <p:nvPr/>
          </p:nvSpPr>
          <p:spPr>
            <a:xfrm>
              <a:off x="1215775" y="875650"/>
              <a:ext cx="302025" cy="629175"/>
            </a:xfrm>
            <a:custGeom>
              <a:avLst/>
              <a:gdLst/>
              <a:ahLst/>
              <a:cxnLst/>
              <a:rect l="l" t="t" r="r" b="b"/>
              <a:pathLst>
                <a:path w="12081" h="25167" extrusionOk="0">
                  <a:moveTo>
                    <a:pt x="4027" y="1"/>
                  </a:moveTo>
                  <a:lnTo>
                    <a:pt x="2685" y="672"/>
                  </a:lnTo>
                  <a:lnTo>
                    <a:pt x="2182" y="1511"/>
                  </a:lnTo>
                  <a:lnTo>
                    <a:pt x="1175" y="4531"/>
                  </a:lnTo>
                  <a:lnTo>
                    <a:pt x="168" y="10906"/>
                  </a:lnTo>
                  <a:lnTo>
                    <a:pt x="1" y="14429"/>
                  </a:lnTo>
                  <a:lnTo>
                    <a:pt x="1" y="23154"/>
                  </a:lnTo>
                  <a:lnTo>
                    <a:pt x="168" y="23992"/>
                  </a:lnTo>
                  <a:lnTo>
                    <a:pt x="1343" y="24999"/>
                  </a:lnTo>
                  <a:lnTo>
                    <a:pt x="2182" y="25167"/>
                  </a:lnTo>
                  <a:lnTo>
                    <a:pt x="8389" y="25167"/>
                  </a:lnTo>
                  <a:lnTo>
                    <a:pt x="9228" y="24999"/>
                  </a:lnTo>
                  <a:lnTo>
                    <a:pt x="10403" y="23992"/>
                  </a:lnTo>
                  <a:lnTo>
                    <a:pt x="10570" y="23154"/>
                  </a:lnTo>
                  <a:lnTo>
                    <a:pt x="10570" y="14429"/>
                  </a:lnTo>
                  <a:lnTo>
                    <a:pt x="10738" y="9732"/>
                  </a:lnTo>
                  <a:lnTo>
                    <a:pt x="11913" y="5537"/>
                  </a:lnTo>
                  <a:lnTo>
                    <a:pt x="12080" y="4698"/>
                  </a:lnTo>
                  <a:lnTo>
                    <a:pt x="11409" y="3188"/>
                  </a:lnTo>
                  <a:lnTo>
                    <a:pt x="10738" y="2685"/>
                  </a:lnTo>
                  <a:lnTo>
                    <a:pt x="4866" y="336"/>
                  </a:lnTo>
                  <a:lnTo>
                    <a:pt x="4027"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88" name="Google Shape;4688;p101"/>
            <p:cNvSpPr/>
            <p:nvPr/>
          </p:nvSpPr>
          <p:spPr>
            <a:xfrm>
              <a:off x="6106400" y="875650"/>
              <a:ext cx="302025" cy="629175"/>
            </a:xfrm>
            <a:custGeom>
              <a:avLst/>
              <a:gdLst/>
              <a:ahLst/>
              <a:cxnLst/>
              <a:rect l="l" t="t" r="r" b="b"/>
              <a:pathLst>
                <a:path w="12081" h="25167" extrusionOk="0">
                  <a:moveTo>
                    <a:pt x="8054" y="1"/>
                  </a:moveTo>
                  <a:lnTo>
                    <a:pt x="7215" y="336"/>
                  </a:lnTo>
                  <a:lnTo>
                    <a:pt x="1343" y="2685"/>
                  </a:lnTo>
                  <a:lnTo>
                    <a:pt x="671" y="3188"/>
                  </a:lnTo>
                  <a:lnTo>
                    <a:pt x="0" y="4698"/>
                  </a:lnTo>
                  <a:lnTo>
                    <a:pt x="168" y="5537"/>
                  </a:lnTo>
                  <a:lnTo>
                    <a:pt x="1343" y="9732"/>
                  </a:lnTo>
                  <a:lnTo>
                    <a:pt x="1510" y="14429"/>
                  </a:lnTo>
                  <a:lnTo>
                    <a:pt x="1510" y="23154"/>
                  </a:lnTo>
                  <a:lnTo>
                    <a:pt x="1678" y="23992"/>
                  </a:lnTo>
                  <a:lnTo>
                    <a:pt x="2853" y="24999"/>
                  </a:lnTo>
                  <a:lnTo>
                    <a:pt x="3691" y="25167"/>
                  </a:lnTo>
                  <a:lnTo>
                    <a:pt x="9899" y="25167"/>
                  </a:lnTo>
                  <a:lnTo>
                    <a:pt x="10738" y="24999"/>
                  </a:lnTo>
                  <a:lnTo>
                    <a:pt x="11912" y="23992"/>
                  </a:lnTo>
                  <a:lnTo>
                    <a:pt x="12080" y="23154"/>
                  </a:lnTo>
                  <a:lnTo>
                    <a:pt x="12080" y="14429"/>
                  </a:lnTo>
                  <a:lnTo>
                    <a:pt x="11912" y="10906"/>
                  </a:lnTo>
                  <a:lnTo>
                    <a:pt x="10906" y="4531"/>
                  </a:lnTo>
                  <a:lnTo>
                    <a:pt x="9899" y="1511"/>
                  </a:lnTo>
                  <a:lnTo>
                    <a:pt x="9396" y="672"/>
                  </a:lnTo>
                  <a:lnTo>
                    <a:pt x="8054"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89" name="Google Shape;4689;p101"/>
            <p:cNvSpPr/>
            <p:nvPr/>
          </p:nvSpPr>
          <p:spPr>
            <a:xfrm>
              <a:off x="1215775" y="2045875"/>
              <a:ext cx="264275" cy="541100"/>
            </a:xfrm>
            <a:custGeom>
              <a:avLst/>
              <a:gdLst/>
              <a:ahLst/>
              <a:cxnLst/>
              <a:rect l="l" t="t" r="r" b="b"/>
              <a:pathLst>
                <a:path w="10571" h="21644" extrusionOk="0">
                  <a:moveTo>
                    <a:pt x="2182" y="1"/>
                  </a:moveTo>
                  <a:lnTo>
                    <a:pt x="1343" y="168"/>
                  </a:lnTo>
                  <a:lnTo>
                    <a:pt x="168" y="1343"/>
                  </a:lnTo>
                  <a:lnTo>
                    <a:pt x="1" y="2182"/>
                  </a:lnTo>
                  <a:lnTo>
                    <a:pt x="1" y="19630"/>
                  </a:lnTo>
                  <a:lnTo>
                    <a:pt x="168" y="20469"/>
                  </a:lnTo>
                  <a:lnTo>
                    <a:pt x="1343" y="21644"/>
                  </a:lnTo>
                  <a:lnTo>
                    <a:pt x="9228" y="21644"/>
                  </a:lnTo>
                  <a:lnTo>
                    <a:pt x="10403" y="20469"/>
                  </a:lnTo>
                  <a:lnTo>
                    <a:pt x="10570" y="19630"/>
                  </a:lnTo>
                  <a:lnTo>
                    <a:pt x="10570" y="2182"/>
                  </a:lnTo>
                  <a:lnTo>
                    <a:pt x="10403" y="1343"/>
                  </a:lnTo>
                  <a:lnTo>
                    <a:pt x="9228" y="168"/>
                  </a:lnTo>
                  <a:lnTo>
                    <a:pt x="838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90" name="Google Shape;4690;p101"/>
            <p:cNvSpPr/>
            <p:nvPr/>
          </p:nvSpPr>
          <p:spPr>
            <a:xfrm>
              <a:off x="6144150" y="2045875"/>
              <a:ext cx="264275" cy="541100"/>
            </a:xfrm>
            <a:custGeom>
              <a:avLst/>
              <a:gdLst/>
              <a:ahLst/>
              <a:cxnLst/>
              <a:rect l="l" t="t" r="r" b="b"/>
              <a:pathLst>
                <a:path w="10571" h="21644" extrusionOk="0">
                  <a:moveTo>
                    <a:pt x="2181" y="1"/>
                  </a:moveTo>
                  <a:lnTo>
                    <a:pt x="1343" y="168"/>
                  </a:lnTo>
                  <a:lnTo>
                    <a:pt x="168" y="1343"/>
                  </a:lnTo>
                  <a:lnTo>
                    <a:pt x="0" y="2182"/>
                  </a:lnTo>
                  <a:lnTo>
                    <a:pt x="0" y="19630"/>
                  </a:lnTo>
                  <a:lnTo>
                    <a:pt x="168" y="20469"/>
                  </a:lnTo>
                  <a:lnTo>
                    <a:pt x="1343" y="21644"/>
                  </a:lnTo>
                  <a:lnTo>
                    <a:pt x="9228" y="21644"/>
                  </a:lnTo>
                  <a:lnTo>
                    <a:pt x="10402" y="20469"/>
                  </a:lnTo>
                  <a:lnTo>
                    <a:pt x="10570" y="19630"/>
                  </a:lnTo>
                  <a:lnTo>
                    <a:pt x="10570" y="2182"/>
                  </a:lnTo>
                  <a:lnTo>
                    <a:pt x="10402" y="1343"/>
                  </a:lnTo>
                  <a:lnTo>
                    <a:pt x="9228" y="168"/>
                  </a:lnTo>
                  <a:lnTo>
                    <a:pt x="838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91" name="Google Shape;4691;p101"/>
            <p:cNvSpPr/>
            <p:nvPr/>
          </p:nvSpPr>
          <p:spPr>
            <a:xfrm>
              <a:off x="1215775" y="3132225"/>
              <a:ext cx="264275" cy="541100"/>
            </a:xfrm>
            <a:custGeom>
              <a:avLst/>
              <a:gdLst/>
              <a:ahLst/>
              <a:cxnLst/>
              <a:rect l="l" t="t" r="r" b="b"/>
              <a:pathLst>
                <a:path w="10571" h="21644" extrusionOk="0">
                  <a:moveTo>
                    <a:pt x="1343" y="0"/>
                  </a:moveTo>
                  <a:lnTo>
                    <a:pt x="168" y="1175"/>
                  </a:lnTo>
                  <a:lnTo>
                    <a:pt x="1" y="2014"/>
                  </a:lnTo>
                  <a:lnTo>
                    <a:pt x="1" y="19462"/>
                  </a:lnTo>
                  <a:lnTo>
                    <a:pt x="168" y="20301"/>
                  </a:lnTo>
                  <a:lnTo>
                    <a:pt x="1343" y="21475"/>
                  </a:lnTo>
                  <a:lnTo>
                    <a:pt x="2182" y="21643"/>
                  </a:lnTo>
                  <a:lnTo>
                    <a:pt x="8389" y="21643"/>
                  </a:lnTo>
                  <a:lnTo>
                    <a:pt x="9228" y="21475"/>
                  </a:lnTo>
                  <a:lnTo>
                    <a:pt x="10403" y="20301"/>
                  </a:lnTo>
                  <a:lnTo>
                    <a:pt x="10570" y="19462"/>
                  </a:lnTo>
                  <a:lnTo>
                    <a:pt x="10570" y="2014"/>
                  </a:lnTo>
                  <a:lnTo>
                    <a:pt x="10403" y="1175"/>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92" name="Google Shape;4692;p101"/>
            <p:cNvSpPr/>
            <p:nvPr/>
          </p:nvSpPr>
          <p:spPr>
            <a:xfrm>
              <a:off x="6144150" y="3132225"/>
              <a:ext cx="264275" cy="541100"/>
            </a:xfrm>
            <a:custGeom>
              <a:avLst/>
              <a:gdLst/>
              <a:ahLst/>
              <a:cxnLst/>
              <a:rect l="l" t="t" r="r" b="b"/>
              <a:pathLst>
                <a:path w="10571" h="21644" extrusionOk="0">
                  <a:moveTo>
                    <a:pt x="1343" y="0"/>
                  </a:moveTo>
                  <a:lnTo>
                    <a:pt x="168" y="1175"/>
                  </a:lnTo>
                  <a:lnTo>
                    <a:pt x="0" y="2014"/>
                  </a:lnTo>
                  <a:lnTo>
                    <a:pt x="0" y="19462"/>
                  </a:lnTo>
                  <a:lnTo>
                    <a:pt x="168" y="20301"/>
                  </a:lnTo>
                  <a:lnTo>
                    <a:pt x="1343" y="21475"/>
                  </a:lnTo>
                  <a:lnTo>
                    <a:pt x="2181" y="21643"/>
                  </a:lnTo>
                  <a:lnTo>
                    <a:pt x="8389" y="21643"/>
                  </a:lnTo>
                  <a:lnTo>
                    <a:pt x="9228" y="21475"/>
                  </a:lnTo>
                  <a:lnTo>
                    <a:pt x="10402" y="20301"/>
                  </a:lnTo>
                  <a:lnTo>
                    <a:pt x="10570" y="19462"/>
                  </a:lnTo>
                  <a:lnTo>
                    <a:pt x="10570" y="2014"/>
                  </a:lnTo>
                  <a:lnTo>
                    <a:pt x="10402" y="1175"/>
                  </a:lnTo>
                  <a:lnTo>
                    <a:pt x="922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93" name="Google Shape;4693;p101"/>
            <p:cNvSpPr/>
            <p:nvPr/>
          </p:nvSpPr>
          <p:spPr>
            <a:xfrm>
              <a:off x="1215775" y="4214350"/>
              <a:ext cx="302025" cy="629200"/>
            </a:xfrm>
            <a:custGeom>
              <a:avLst/>
              <a:gdLst/>
              <a:ahLst/>
              <a:cxnLst/>
              <a:rect l="l" t="t" r="r" b="b"/>
              <a:pathLst>
                <a:path w="12081" h="25168" extrusionOk="0">
                  <a:moveTo>
                    <a:pt x="2182" y="1"/>
                  </a:moveTo>
                  <a:lnTo>
                    <a:pt x="1343" y="169"/>
                  </a:lnTo>
                  <a:lnTo>
                    <a:pt x="168" y="1175"/>
                  </a:lnTo>
                  <a:lnTo>
                    <a:pt x="1" y="2014"/>
                  </a:lnTo>
                  <a:lnTo>
                    <a:pt x="1" y="10906"/>
                  </a:lnTo>
                  <a:lnTo>
                    <a:pt x="168" y="14262"/>
                  </a:lnTo>
                  <a:lnTo>
                    <a:pt x="1175" y="20637"/>
                  </a:lnTo>
                  <a:lnTo>
                    <a:pt x="2182" y="23657"/>
                  </a:lnTo>
                  <a:lnTo>
                    <a:pt x="2685" y="24496"/>
                  </a:lnTo>
                  <a:lnTo>
                    <a:pt x="4027" y="25167"/>
                  </a:lnTo>
                  <a:lnTo>
                    <a:pt x="4866" y="24832"/>
                  </a:lnTo>
                  <a:lnTo>
                    <a:pt x="10738" y="22483"/>
                  </a:lnTo>
                  <a:lnTo>
                    <a:pt x="11409" y="21979"/>
                  </a:lnTo>
                  <a:lnTo>
                    <a:pt x="12080" y="20469"/>
                  </a:lnTo>
                  <a:lnTo>
                    <a:pt x="11913" y="19631"/>
                  </a:lnTo>
                  <a:lnTo>
                    <a:pt x="10738" y="15436"/>
                  </a:lnTo>
                  <a:lnTo>
                    <a:pt x="10570" y="10906"/>
                  </a:lnTo>
                  <a:lnTo>
                    <a:pt x="10570" y="2014"/>
                  </a:lnTo>
                  <a:lnTo>
                    <a:pt x="10403" y="1175"/>
                  </a:lnTo>
                  <a:lnTo>
                    <a:pt x="9228" y="169"/>
                  </a:lnTo>
                  <a:lnTo>
                    <a:pt x="838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94" name="Google Shape;4694;p101"/>
            <p:cNvSpPr/>
            <p:nvPr/>
          </p:nvSpPr>
          <p:spPr>
            <a:xfrm>
              <a:off x="6106400" y="4214350"/>
              <a:ext cx="302025" cy="629200"/>
            </a:xfrm>
            <a:custGeom>
              <a:avLst/>
              <a:gdLst/>
              <a:ahLst/>
              <a:cxnLst/>
              <a:rect l="l" t="t" r="r" b="b"/>
              <a:pathLst>
                <a:path w="12081" h="25168" extrusionOk="0">
                  <a:moveTo>
                    <a:pt x="3691" y="1"/>
                  </a:moveTo>
                  <a:lnTo>
                    <a:pt x="2853" y="169"/>
                  </a:lnTo>
                  <a:lnTo>
                    <a:pt x="1678" y="1175"/>
                  </a:lnTo>
                  <a:lnTo>
                    <a:pt x="1510" y="2014"/>
                  </a:lnTo>
                  <a:lnTo>
                    <a:pt x="1510" y="10906"/>
                  </a:lnTo>
                  <a:lnTo>
                    <a:pt x="1343" y="15436"/>
                  </a:lnTo>
                  <a:lnTo>
                    <a:pt x="168" y="19631"/>
                  </a:lnTo>
                  <a:lnTo>
                    <a:pt x="0" y="20469"/>
                  </a:lnTo>
                  <a:lnTo>
                    <a:pt x="671" y="21979"/>
                  </a:lnTo>
                  <a:lnTo>
                    <a:pt x="1343" y="22483"/>
                  </a:lnTo>
                  <a:lnTo>
                    <a:pt x="7215" y="24832"/>
                  </a:lnTo>
                  <a:lnTo>
                    <a:pt x="8054" y="25167"/>
                  </a:lnTo>
                  <a:lnTo>
                    <a:pt x="9396" y="24496"/>
                  </a:lnTo>
                  <a:lnTo>
                    <a:pt x="9899" y="23657"/>
                  </a:lnTo>
                  <a:lnTo>
                    <a:pt x="10906" y="20637"/>
                  </a:lnTo>
                  <a:lnTo>
                    <a:pt x="11912" y="14262"/>
                  </a:lnTo>
                  <a:lnTo>
                    <a:pt x="12080" y="10906"/>
                  </a:lnTo>
                  <a:lnTo>
                    <a:pt x="12080" y="2014"/>
                  </a:lnTo>
                  <a:lnTo>
                    <a:pt x="11912" y="1175"/>
                  </a:lnTo>
                  <a:lnTo>
                    <a:pt x="10738" y="169"/>
                  </a:lnTo>
                  <a:lnTo>
                    <a:pt x="989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95" name="Google Shape;4695;p101"/>
            <p:cNvSpPr/>
            <p:nvPr/>
          </p:nvSpPr>
          <p:spPr>
            <a:xfrm>
              <a:off x="1828150" y="5153900"/>
              <a:ext cx="629175" cy="302025"/>
            </a:xfrm>
            <a:custGeom>
              <a:avLst/>
              <a:gdLst/>
              <a:ahLst/>
              <a:cxnLst/>
              <a:rect l="l" t="t" r="r" b="b"/>
              <a:pathLst>
                <a:path w="25167" h="12081" extrusionOk="0">
                  <a:moveTo>
                    <a:pt x="4698" y="0"/>
                  </a:moveTo>
                  <a:lnTo>
                    <a:pt x="3188" y="671"/>
                  </a:lnTo>
                  <a:lnTo>
                    <a:pt x="2685" y="1343"/>
                  </a:lnTo>
                  <a:lnTo>
                    <a:pt x="336" y="7215"/>
                  </a:lnTo>
                  <a:lnTo>
                    <a:pt x="1" y="8054"/>
                  </a:lnTo>
                  <a:lnTo>
                    <a:pt x="672" y="9396"/>
                  </a:lnTo>
                  <a:lnTo>
                    <a:pt x="1511" y="9899"/>
                  </a:lnTo>
                  <a:lnTo>
                    <a:pt x="4531" y="10906"/>
                  </a:lnTo>
                  <a:lnTo>
                    <a:pt x="10906" y="11912"/>
                  </a:lnTo>
                  <a:lnTo>
                    <a:pt x="14429" y="12080"/>
                  </a:lnTo>
                  <a:lnTo>
                    <a:pt x="23154" y="12080"/>
                  </a:lnTo>
                  <a:lnTo>
                    <a:pt x="23992" y="11912"/>
                  </a:lnTo>
                  <a:lnTo>
                    <a:pt x="24999" y="10738"/>
                  </a:lnTo>
                  <a:lnTo>
                    <a:pt x="25167" y="9899"/>
                  </a:lnTo>
                  <a:lnTo>
                    <a:pt x="25167" y="3691"/>
                  </a:lnTo>
                  <a:lnTo>
                    <a:pt x="24999" y="2853"/>
                  </a:lnTo>
                  <a:lnTo>
                    <a:pt x="23992" y="1678"/>
                  </a:lnTo>
                  <a:lnTo>
                    <a:pt x="23154" y="1510"/>
                  </a:lnTo>
                  <a:lnTo>
                    <a:pt x="14429" y="1510"/>
                  </a:lnTo>
                  <a:lnTo>
                    <a:pt x="9732" y="1343"/>
                  </a:lnTo>
                  <a:lnTo>
                    <a:pt x="5537" y="168"/>
                  </a:lnTo>
                  <a:lnTo>
                    <a:pt x="4698"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96" name="Google Shape;4696;p101"/>
            <p:cNvSpPr/>
            <p:nvPr/>
          </p:nvSpPr>
          <p:spPr>
            <a:xfrm>
              <a:off x="5166850" y="5153900"/>
              <a:ext cx="629200" cy="302025"/>
            </a:xfrm>
            <a:custGeom>
              <a:avLst/>
              <a:gdLst/>
              <a:ahLst/>
              <a:cxnLst/>
              <a:rect l="l" t="t" r="r" b="b"/>
              <a:pathLst>
                <a:path w="25168" h="12081" extrusionOk="0">
                  <a:moveTo>
                    <a:pt x="20469" y="0"/>
                  </a:moveTo>
                  <a:lnTo>
                    <a:pt x="19631" y="168"/>
                  </a:lnTo>
                  <a:lnTo>
                    <a:pt x="15436" y="1343"/>
                  </a:lnTo>
                  <a:lnTo>
                    <a:pt x="10906" y="1510"/>
                  </a:lnTo>
                  <a:lnTo>
                    <a:pt x="2014" y="1510"/>
                  </a:lnTo>
                  <a:lnTo>
                    <a:pt x="1175" y="1678"/>
                  </a:lnTo>
                  <a:lnTo>
                    <a:pt x="169" y="2853"/>
                  </a:lnTo>
                  <a:lnTo>
                    <a:pt x="1" y="3691"/>
                  </a:lnTo>
                  <a:lnTo>
                    <a:pt x="1" y="9899"/>
                  </a:lnTo>
                  <a:lnTo>
                    <a:pt x="169" y="10738"/>
                  </a:lnTo>
                  <a:lnTo>
                    <a:pt x="1175" y="11912"/>
                  </a:lnTo>
                  <a:lnTo>
                    <a:pt x="2014" y="12080"/>
                  </a:lnTo>
                  <a:lnTo>
                    <a:pt x="10906" y="12080"/>
                  </a:lnTo>
                  <a:lnTo>
                    <a:pt x="14262" y="11912"/>
                  </a:lnTo>
                  <a:lnTo>
                    <a:pt x="20637" y="10906"/>
                  </a:lnTo>
                  <a:lnTo>
                    <a:pt x="23657" y="9899"/>
                  </a:lnTo>
                  <a:lnTo>
                    <a:pt x="24496" y="9396"/>
                  </a:lnTo>
                  <a:lnTo>
                    <a:pt x="25167" y="8054"/>
                  </a:lnTo>
                  <a:lnTo>
                    <a:pt x="24832" y="7215"/>
                  </a:lnTo>
                  <a:lnTo>
                    <a:pt x="22483" y="1343"/>
                  </a:lnTo>
                  <a:lnTo>
                    <a:pt x="21979" y="671"/>
                  </a:lnTo>
                  <a:lnTo>
                    <a:pt x="20469"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97" name="Google Shape;4697;p101"/>
            <p:cNvSpPr/>
            <p:nvPr/>
          </p:nvSpPr>
          <p:spPr>
            <a:xfrm>
              <a:off x="2998375" y="5191650"/>
              <a:ext cx="541100" cy="264275"/>
            </a:xfrm>
            <a:custGeom>
              <a:avLst/>
              <a:gdLst/>
              <a:ahLst/>
              <a:cxnLst/>
              <a:rect l="l" t="t" r="r" b="b"/>
              <a:pathLst>
                <a:path w="21644" h="10571" extrusionOk="0">
                  <a:moveTo>
                    <a:pt x="2182" y="0"/>
                  </a:moveTo>
                  <a:lnTo>
                    <a:pt x="1343" y="168"/>
                  </a:lnTo>
                  <a:lnTo>
                    <a:pt x="168" y="1343"/>
                  </a:lnTo>
                  <a:lnTo>
                    <a:pt x="1" y="2181"/>
                  </a:lnTo>
                  <a:lnTo>
                    <a:pt x="1" y="8389"/>
                  </a:lnTo>
                  <a:lnTo>
                    <a:pt x="168" y="9228"/>
                  </a:lnTo>
                  <a:lnTo>
                    <a:pt x="1343" y="10402"/>
                  </a:lnTo>
                  <a:lnTo>
                    <a:pt x="2182" y="10570"/>
                  </a:lnTo>
                  <a:lnTo>
                    <a:pt x="19630" y="10570"/>
                  </a:lnTo>
                  <a:lnTo>
                    <a:pt x="20469" y="10402"/>
                  </a:lnTo>
                  <a:lnTo>
                    <a:pt x="21644" y="9228"/>
                  </a:lnTo>
                  <a:lnTo>
                    <a:pt x="21644" y="8389"/>
                  </a:lnTo>
                  <a:lnTo>
                    <a:pt x="21644" y="2181"/>
                  </a:lnTo>
                  <a:lnTo>
                    <a:pt x="21644" y="1343"/>
                  </a:lnTo>
                  <a:lnTo>
                    <a:pt x="20469" y="168"/>
                  </a:lnTo>
                  <a:lnTo>
                    <a:pt x="19630"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98" name="Google Shape;4698;p101"/>
            <p:cNvSpPr/>
            <p:nvPr/>
          </p:nvSpPr>
          <p:spPr>
            <a:xfrm>
              <a:off x="4084725" y="5191650"/>
              <a:ext cx="541100" cy="264275"/>
            </a:xfrm>
            <a:custGeom>
              <a:avLst/>
              <a:gdLst/>
              <a:ahLst/>
              <a:cxnLst/>
              <a:rect l="l" t="t" r="r" b="b"/>
              <a:pathLst>
                <a:path w="21644" h="10571" extrusionOk="0">
                  <a:moveTo>
                    <a:pt x="2014" y="0"/>
                  </a:moveTo>
                  <a:lnTo>
                    <a:pt x="1175" y="168"/>
                  </a:lnTo>
                  <a:lnTo>
                    <a:pt x="0" y="1343"/>
                  </a:lnTo>
                  <a:lnTo>
                    <a:pt x="0" y="2181"/>
                  </a:lnTo>
                  <a:lnTo>
                    <a:pt x="0" y="8389"/>
                  </a:lnTo>
                  <a:lnTo>
                    <a:pt x="0" y="9228"/>
                  </a:lnTo>
                  <a:lnTo>
                    <a:pt x="1175" y="10402"/>
                  </a:lnTo>
                  <a:lnTo>
                    <a:pt x="2014" y="10570"/>
                  </a:lnTo>
                  <a:lnTo>
                    <a:pt x="19462" y="10570"/>
                  </a:lnTo>
                  <a:lnTo>
                    <a:pt x="20301" y="10402"/>
                  </a:lnTo>
                  <a:lnTo>
                    <a:pt x="21475" y="9228"/>
                  </a:lnTo>
                  <a:lnTo>
                    <a:pt x="21643" y="8389"/>
                  </a:lnTo>
                  <a:lnTo>
                    <a:pt x="21643" y="2181"/>
                  </a:lnTo>
                  <a:lnTo>
                    <a:pt x="21475" y="1343"/>
                  </a:lnTo>
                  <a:lnTo>
                    <a:pt x="20301" y="168"/>
                  </a:lnTo>
                  <a:lnTo>
                    <a:pt x="19462"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699" name="Google Shape;4699;p101"/>
            <p:cNvSpPr/>
            <p:nvPr/>
          </p:nvSpPr>
          <p:spPr>
            <a:xfrm>
              <a:off x="2293725" y="1236375"/>
              <a:ext cx="838900" cy="784375"/>
            </a:xfrm>
            <a:custGeom>
              <a:avLst/>
              <a:gdLst/>
              <a:ahLst/>
              <a:cxnLst/>
              <a:rect l="l" t="t" r="r" b="b"/>
              <a:pathLst>
                <a:path w="33556" h="31375" extrusionOk="0">
                  <a:moveTo>
                    <a:pt x="4195" y="0"/>
                  </a:moveTo>
                  <a:lnTo>
                    <a:pt x="2349" y="168"/>
                  </a:lnTo>
                  <a:lnTo>
                    <a:pt x="168" y="2349"/>
                  </a:lnTo>
                  <a:lnTo>
                    <a:pt x="1" y="4195"/>
                  </a:lnTo>
                  <a:lnTo>
                    <a:pt x="1" y="27180"/>
                  </a:lnTo>
                  <a:lnTo>
                    <a:pt x="168" y="28857"/>
                  </a:lnTo>
                  <a:lnTo>
                    <a:pt x="2349" y="31206"/>
                  </a:lnTo>
                  <a:lnTo>
                    <a:pt x="4195" y="31374"/>
                  </a:lnTo>
                  <a:lnTo>
                    <a:pt x="29361" y="31374"/>
                  </a:lnTo>
                  <a:lnTo>
                    <a:pt x="31039" y="31206"/>
                  </a:lnTo>
                  <a:lnTo>
                    <a:pt x="33220" y="28857"/>
                  </a:lnTo>
                  <a:lnTo>
                    <a:pt x="33555" y="27180"/>
                  </a:lnTo>
                  <a:lnTo>
                    <a:pt x="33555" y="4195"/>
                  </a:lnTo>
                  <a:lnTo>
                    <a:pt x="33220" y="2349"/>
                  </a:lnTo>
                  <a:lnTo>
                    <a:pt x="31039" y="168"/>
                  </a:lnTo>
                  <a:lnTo>
                    <a:pt x="29361"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00" name="Google Shape;4700;p101"/>
            <p:cNvSpPr/>
            <p:nvPr/>
          </p:nvSpPr>
          <p:spPr>
            <a:xfrm>
              <a:off x="3392650" y="1236375"/>
              <a:ext cx="838900" cy="784375"/>
            </a:xfrm>
            <a:custGeom>
              <a:avLst/>
              <a:gdLst/>
              <a:ahLst/>
              <a:cxnLst/>
              <a:rect l="l" t="t" r="r" b="b"/>
              <a:pathLst>
                <a:path w="33556" h="31375" extrusionOk="0">
                  <a:moveTo>
                    <a:pt x="4195" y="0"/>
                  </a:moveTo>
                  <a:lnTo>
                    <a:pt x="2517" y="168"/>
                  </a:lnTo>
                  <a:lnTo>
                    <a:pt x="168" y="2349"/>
                  </a:lnTo>
                  <a:lnTo>
                    <a:pt x="0" y="4195"/>
                  </a:lnTo>
                  <a:lnTo>
                    <a:pt x="0" y="27180"/>
                  </a:lnTo>
                  <a:lnTo>
                    <a:pt x="168" y="28857"/>
                  </a:lnTo>
                  <a:lnTo>
                    <a:pt x="2517" y="31206"/>
                  </a:lnTo>
                  <a:lnTo>
                    <a:pt x="4195" y="31374"/>
                  </a:lnTo>
                  <a:lnTo>
                    <a:pt x="29361" y="31374"/>
                  </a:lnTo>
                  <a:lnTo>
                    <a:pt x="31039" y="31206"/>
                  </a:lnTo>
                  <a:lnTo>
                    <a:pt x="33388" y="28857"/>
                  </a:lnTo>
                  <a:lnTo>
                    <a:pt x="33555" y="27180"/>
                  </a:lnTo>
                  <a:lnTo>
                    <a:pt x="33555" y="4195"/>
                  </a:lnTo>
                  <a:lnTo>
                    <a:pt x="33388" y="2349"/>
                  </a:lnTo>
                  <a:lnTo>
                    <a:pt x="31039" y="168"/>
                  </a:lnTo>
                  <a:lnTo>
                    <a:pt x="29361"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01" name="Google Shape;4701;p101"/>
            <p:cNvSpPr/>
            <p:nvPr/>
          </p:nvSpPr>
          <p:spPr>
            <a:xfrm>
              <a:off x="4495775" y="1236375"/>
              <a:ext cx="838875" cy="784375"/>
            </a:xfrm>
            <a:custGeom>
              <a:avLst/>
              <a:gdLst/>
              <a:ahLst/>
              <a:cxnLst/>
              <a:rect l="l" t="t" r="r" b="b"/>
              <a:pathLst>
                <a:path w="33555" h="31375" extrusionOk="0">
                  <a:moveTo>
                    <a:pt x="4194" y="0"/>
                  </a:moveTo>
                  <a:lnTo>
                    <a:pt x="2349" y="168"/>
                  </a:lnTo>
                  <a:lnTo>
                    <a:pt x="168" y="2349"/>
                  </a:lnTo>
                  <a:lnTo>
                    <a:pt x="0" y="4195"/>
                  </a:lnTo>
                  <a:lnTo>
                    <a:pt x="0" y="27180"/>
                  </a:lnTo>
                  <a:lnTo>
                    <a:pt x="168" y="28857"/>
                  </a:lnTo>
                  <a:lnTo>
                    <a:pt x="2349" y="31206"/>
                  </a:lnTo>
                  <a:lnTo>
                    <a:pt x="4194" y="31374"/>
                  </a:lnTo>
                  <a:lnTo>
                    <a:pt x="29361" y="31374"/>
                  </a:lnTo>
                  <a:lnTo>
                    <a:pt x="31038" y="31206"/>
                  </a:lnTo>
                  <a:lnTo>
                    <a:pt x="33219" y="28857"/>
                  </a:lnTo>
                  <a:lnTo>
                    <a:pt x="33555" y="27180"/>
                  </a:lnTo>
                  <a:lnTo>
                    <a:pt x="33555" y="4195"/>
                  </a:lnTo>
                  <a:lnTo>
                    <a:pt x="33219" y="2349"/>
                  </a:lnTo>
                  <a:lnTo>
                    <a:pt x="31038" y="168"/>
                  </a:lnTo>
                  <a:lnTo>
                    <a:pt x="29361"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02" name="Google Shape;4702;p101"/>
            <p:cNvSpPr/>
            <p:nvPr/>
          </p:nvSpPr>
          <p:spPr>
            <a:xfrm>
              <a:off x="2188875" y="2599525"/>
              <a:ext cx="1098950" cy="469800"/>
            </a:xfrm>
            <a:custGeom>
              <a:avLst/>
              <a:gdLst/>
              <a:ahLst/>
              <a:cxnLst/>
              <a:rect l="l" t="t" r="r" b="b"/>
              <a:pathLst>
                <a:path w="43958" h="18792" extrusionOk="0">
                  <a:moveTo>
                    <a:pt x="17281" y="1"/>
                  </a:moveTo>
                  <a:lnTo>
                    <a:pt x="9060" y="1679"/>
                  </a:lnTo>
                  <a:lnTo>
                    <a:pt x="5705" y="3021"/>
                  </a:lnTo>
                  <a:lnTo>
                    <a:pt x="3020" y="4699"/>
                  </a:lnTo>
                  <a:lnTo>
                    <a:pt x="168" y="7886"/>
                  </a:lnTo>
                  <a:lnTo>
                    <a:pt x="0" y="9396"/>
                  </a:lnTo>
                  <a:lnTo>
                    <a:pt x="168" y="10906"/>
                  </a:lnTo>
                  <a:lnTo>
                    <a:pt x="3020" y="14094"/>
                  </a:lnTo>
                  <a:lnTo>
                    <a:pt x="5705" y="15604"/>
                  </a:lnTo>
                  <a:lnTo>
                    <a:pt x="9060" y="16946"/>
                  </a:lnTo>
                  <a:lnTo>
                    <a:pt x="17281" y="18624"/>
                  </a:lnTo>
                  <a:lnTo>
                    <a:pt x="21979" y="18792"/>
                  </a:lnTo>
                  <a:lnTo>
                    <a:pt x="26676" y="18624"/>
                  </a:lnTo>
                  <a:lnTo>
                    <a:pt x="34897" y="16946"/>
                  </a:lnTo>
                  <a:lnTo>
                    <a:pt x="38085" y="15604"/>
                  </a:lnTo>
                  <a:lnTo>
                    <a:pt x="40937" y="14094"/>
                  </a:lnTo>
                  <a:lnTo>
                    <a:pt x="43789" y="10906"/>
                  </a:lnTo>
                  <a:lnTo>
                    <a:pt x="43957" y="9396"/>
                  </a:lnTo>
                  <a:lnTo>
                    <a:pt x="43789" y="7886"/>
                  </a:lnTo>
                  <a:lnTo>
                    <a:pt x="40937" y="4699"/>
                  </a:lnTo>
                  <a:lnTo>
                    <a:pt x="38085" y="3021"/>
                  </a:lnTo>
                  <a:lnTo>
                    <a:pt x="34897" y="1679"/>
                  </a:lnTo>
                  <a:lnTo>
                    <a:pt x="26676"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03" name="Google Shape;4703;p101"/>
            <p:cNvSpPr/>
            <p:nvPr/>
          </p:nvSpPr>
          <p:spPr>
            <a:xfrm>
              <a:off x="3237450" y="3383875"/>
              <a:ext cx="1098950" cy="474000"/>
            </a:xfrm>
            <a:custGeom>
              <a:avLst/>
              <a:gdLst/>
              <a:ahLst/>
              <a:cxnLst/>
              <a:rect l="l" t="t" r="r" b="b"/>
              <a:pathLst>
                <a:path w="43958" h="18960" extrusionOk="0">
                  <a:moveTo>
                    <a:pt x="21979" y="1"/>
                  </a:moveTo>
                  <a:lnTo>
                    <a:pt x="17282" y="168"/>
                  </a:lnTo>
                  <a:lnTo>
                    <a:pt x="9061" y="1846"/>
                  </a:lnTo>
                  <a:lnTo>
                    <a:pt x="5705" y="3188"/>
                  </a:lnTo>
                  <a:lnTo>
                    <a:pt x="3021" y="4698"/>
                  </a:lnTo>
                  <a:lnTo>
                    <a:pt x="169" y="7886"/>
                  </a:lnTo>
                  <a:lnTo>
                    <a:pt x="1" y="9396"/>
                  </a:lnTo>
                  <a:lnTo>
                    <a:pt x="169" y="10906"/>
                  </a:lnTo>
                  <a:lnTo>
                    <a:pt x="3021" y="14094"/>
                  </a:lnTo>
                  <a:lnTo>
                    <a:pt x="5705" y="15771"/>
                  </a:lnTo>
                  <a:lnTo>
                    <a:pt x="9061" y="17114"/>
                  </a:lnTo>
                  <a:lnTo>
                    <a:pt x="17282" y="18791"/>
                  </a:lnTo>
                  <a:lnTo>
                    <a:pt x="21979" y="18959"/>
                  </a:lnTo>
                  <a:lnTo>
                    <a:pt x="26677" y="18791"/>
                  </a:lnTo>
                  <a:lnTo>
                    <a:pt x="34898" y="17114"/>
                  </a:lnTo>
                  <a:lnTo>
                    <a:pt x="38086" y="15771"/>
                  </a:lnTo>
                  <a:lnTo>
                    <a:pt x="40938" y="14094"/>
                  </a:lnTo>
                  <a:lnTo>
                    <a:pt x="43790" y="10906"/>
                  </a:lnTo>
                  <a:lnTo>
                    <a:pt x="43958" y="9396"/>
                  </a:lnTo>
                  <a:lnTo>
                    <a:pt x="43790" y="7886"/>
                  </a:lnTo>
                  <a:lnTo>
                    <a:pt x="40938" y="4698"/>
                  </a:lnTo>
                  <a:lnTo>
                    <a:pt x="38086" y="3188"/>
                  </a:lnTo>
                  <a:lnTo>
                    <a:pt x="34898" y="1846"/>
                  </a:lnTo>
                  <a:lnTo>
                    <a:pt x="26677" y="168"/>
                  </a:lnTo>
                  <a:lnTo>
                    <a:pt x="21979"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04" name="Google Shape;4704;p101"/>
            <p:cNvSpPr/>
            <p:nvPr/>
          </p:nvSpPr>
          <p:spPr>
            <a:xfrm>
              <a:off x="3237450" y="3807500"/>
              <a:ext cx="1098950" cy="994100"/>
            </a:xfrm>
            <a:custGeom>
              <a:avLst/>
              <a:gdLst/>
              <a:ahLst/>
              <a:cxnLst/>
              <a:rect l="l" t="t" r="r" b="b"/>
              <a:pathLst>
                <a:path w="43958" h="39764" extrusionOk="0">
                  <a:moveTo>
                    <a:pt x="1" y="1"/>
                  </a:moveTo>
                  <a:lnTo>
                    <a:pt x="1" y="29194"/>
                  </a:lnTo>
                  <a:lnTo>
                    <a:pt x="1" y="30200"/>
                  </a:lnTo>
                  <a:lnTo>
                    <a:pt x="840" y="32381"/>
                  </a:lnTo>
                  <a:lnTo>
                    <a:pt x="3524" y="35066"/>
                  </a:lnTo>
                  <a:lnTo>
                    <a:pt x="9564" y="37918"/>
                  </a:lnTo>
                  <a:lnTo>
                    <a:pt x="17449" y="39596"/>
                  </a:lnTo>
                  <a:lnTo>
                    <a:pt x="21979" y="39763"/>
                  </a:lnTo>
                  <a:lnTo>
                    <a:pt x="26509" y="39596"/>
                  </a:lnTo>
                  <a:lnTo>
                    <a:pt x="34395" y="37918"/>
                  </a:lnTo>
                  <a:lnTo>
                    <a:pt x="40267" y="35066"/>
                  </a:lnTo>
                  <a:lnTo>
                    <a:pt x="42951" y="32381"/>
                  </a:lnTo>
                  <a:lnTo>
                    <a:pt x="43958" y="30200"/>
                  </a:lnTo>
                  <a:lnTo>
                    <a:pt x="43958" y="29194"/>
                  </a:lnTo>
                  <a:lnTo>
                    <a:pt x="43958" y="1"/>
                  </a:lnTo>
                  <a:lnTo>
                    <a:pt x="42112" y="1343"/>
                  </a:lnTo>
                  <a:lnTo>
                    <a:pt x="39931" y="2517"/>
                  </a:lnTo>
                  <a:lnTo>
                    <a:pt x="36240" y="4195"/>
                  </a:lnTo>
                  <a:lnTo>
                    <a:pt x="27012" y="6041"/>
                  </a:lnTo>
                  <a:lnTo>
                    <a:pt x="21979" y="6209"/>
                  </a:lnTo>
                  <a:lnTo>
                    <a:pt x="16778" y="6041"/>
                  </a:lnTo>
                  <a:lnTo>
                    <a:pt x="7718" y="4195"/>
                  </a:lnTo>
                  <a:lnTo>
                    <a:pt x="4027" y="2517"/>
                  </a:lnTo>
                  <a:lnTo>
                    <a:pt x="1846" y="1343"/>
                  </a:lnTo>
                  <a:lnTo>
                    <a:pt x="1"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05" name="Google Shape;4705;p101"/>
            <p:cNvSpPr/>
            <p:nvPr/>
          </p:nvSpPr>
          <p:spPr>
            <a:xfrm>
              <a:off x="2188875" y="3023175"/>
              <a:ext cx="1098950" cy="989875"/>
            </a:xfrm>
            <a:custGeom>
              <a:avLst/>
              <a:gdLst/>
              <a:ahLst/>
              <a:cxnLst/>
              <a:rect l="l" t="t" r="r" b="b"/>
              <a:pathLst>
                <a:path w="43958" h="39595" extrusionOk="0">
                  <a:moveTo>
                    <a:pt x="0" y="0"/>
                  </a:moveTo>
                  <a:lnTo>
                    <a:pt x="0" y="29025"/>
                  </a:lnTo>
                  <a:lnTo>
                    <a:pt x="0" y="30199"/>
                  </a:lnTo>
                  <a:lnTo>
                    <a:pt x="839" y="32213"/>
                  </a:lnTo>
                  <a:lnTo>
                    <a:pt x="3524" y="35065"/>
                  </a:lnTo>
                  <a:lnTo>
                    <a:pt x="9563" y="37917"/>
                  </a:lnTo>
                  <a:lnTo>
                    <a:pt x="17449" y="39427"/>
                  </a:lnTo>
                  <a:lnTo>
                    <a:pt x="21979" y="39595"/>
                  </a:lnTo>
                  <a:lnTo>
                    <a:pt x="26509" y="39427"/>
                  </a:lnTo>
                  <a:lnTo>
                    <a:pt x="34562" y="37749"/>
                  </a:lnTo>
                  <a:lnTo>
                    <a:pt x="37749" y="36407"/>
                  </a:lnTo>
                  <a:lnTo>
                    <a:pt x="37749" y="22650"/>
                  </a:lnTo>
                  <a:lnTo>
                    <a:pt x="37749" y="22482"/>
                  </a:lnTo>
                  <a:lnTo>
                    <a:pt x="38421" y="20133"/>
                  </a:lnTo>
                  <a:lnTo>
                    <a:pt x="41608" y="16442"/>
                  </a:lnTo>
                  <a:lnTo>
                    <a:pt x="43957" y="14932"/>
                  </a:lnTo>
                  <a:lnTo>
                    <a:pt x="43957" y="0"/>
                  </a:lnTo>
                  <a:lnTo>
                    <a:pt x="42112" y="1342"/>
                  </a:lnTo>
                  <a:lnTo>
                    <a:pt x="39931" y="2517"/>
                  </a:lnTo>
                  <a:lnTo>
                    <a:pt x="36239" y="4027"/>
                  </a:lnTo>
                  <a:lnTo>
                    <a:pt x="27012" y="5872"/>
                  </a:lnTo>
                  <a:lnTo>
                    <a:pt x="21979" y="6040"/>
                  </a:lnTo>
                  <a:lnTo>
                    <a:pt x="16778" y="5872"/>
                  </a:lnTo>
                  <a:lnTo>
                    <a:pt x="7718" y="4027"/>
                  </a:lnTo>
                  <a:lnTo>
                    <a:pt x="4027" y="2517"/>
                  </a:lnTo>
                  <a:lnTo>
                    <a:pt x="1846" y="1342"/>
                  </a:lnTo>
                  <a:lnTo>
                    <a:pt x="0"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06" name="Google Shape;4706;p101"/>
            <p:cNvSpPr/>
            <p:nvPr/>
          </p:nvSpPr>
          <p:spPr>
            <a:xfrm>
              <a:off x="4286050" y="2599525"/>
              <a:ext cx="1098950" cy="469800"/>
            </a:xfrm>
            <a:custGeom>
              <a:avLst/>
              <a:gdLst/>
              <a:ahLst/>
              <a:cxnLst/>
              <a:rect l="l" t="t" r="r" b="b"/>
              <a:pathLst>
                <a:path w="43958" h="18792" extrusionOk="0">
                  <a:moveTo>
                    <a:pt x="17281" y="1"/>
                  </a:moveTo>
                  <a:lnTo>
                    <a:pt x="9060" y="1679"/>
                  </a:lnTo>
                  <a:lnTo>
                    <a:pt x="5705" y="3021"/>
                  </a:lnTo>
                  <a:lnTo>
                    <a:pt x="3020" y="4699"/>
                  </a:lnTo>
                  <a:lnTo>
                    <a:pt x="168" y="7886"/>
                  </a:lnTo>
                  <a:lnTo>
                    <a:pt x="0" y="9396"/>
                  </a:lnTo>
                  <a:lnTo>
                    <a:pt x="168" y="10906"/>
                  </a:lnTo>
                  <a:lnTo>
                    <a:pt x="3020" y="14094"/>
                  </a:lnTo>
                  <a:lnTo>
                    <a:pt x="5705" y="15604"/>
                  </a:lnTo>
                  <a:lnTo>
                    <a:pt x="9060" y="16946"/>
                  </a:lnTo>
                  <a:lnTo>
                    <a:pt x="17281" y="18624"/>
                  </a:lnTo>
                  <a:lnTo>
                    <a:pt x="21979" y="18792"/>
                  </a:lnTo>
                  <a:lnTo>
                    <a:pt x="26676" y="18624"/>
                  </a:lnTo>
                  <a:lnTo>
                    <a:pt x="34897" y="16946"/>
                  </a:lnTo>
                  <a:lnTo>
                    <a:pt x="38085" y="15604"/>
                  </a:lnTo>
                  <a:lnTo>
                    <a:pt x="40937" y="14094"/>
                  </a:lnTo>
                  <a:lnTo>
                    <a:pt x="43789" y="10906"/>
                  </a:lnTo>
                  <a:lnTo>
                    <a:pt x="43957" y="9396"/>
                  </a:lnTo>
                  <a:lnTo>
                    <a:pt x="43789" y="7886"/>
                  </a:lnTo>
                  <a:lnTo>
                    <a:pt x="40937" y="4699"/>
                  </a:lnTo>
                  <a:lnTo>
                    <a:pt x="38085" y="3021"/>
                  </a:lnTo>
                  <a:lnTo>
                    <a:pt x="34897" y="1679"/>
                  </a:lnTo>
                  <a:lnTo>
                    <a:pt x="26676"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07" name="Google Shape;4707;p101"/>
            <p:cNvSpPr/>
            <p:nvPr/>
          </p:nvSpPr>
          <p:spPr>
            <a:xfrm>
              <a:off x="4286050" y="3023175"/>
              <a:ext cx="1098950" cy="989875"/>
            </a:xfrm>
            <a:custGeom>
              <a:avLst/>
              <a:gdLst/>
              <a:ahLst/>
              <a:cxnLst/>
              <a:rect l="l" t="t" r="r" b="b"/>
              <a:pathLst>
                <a:path w="43958" h="39595" extrusionOk="0">
                  <a:moveTo>
                    <a:pt x="0" y="0"/>
                  </a:moveTo>
                  <a:lnTo>
                    <a:pt x="0" y="14932"/>
                  </a:lnTo>
                  <a:lnTo>
                    <a:pt x="2181" y="16442"/>
                  </a:lnTo>
                  <a:lnTo>
                    <a:pt x="5369" y="20133"/>
                  </a:lnTo>
                  <a:lnTo>
                    <a:pt x="6040" y="22482"/>
                  </a:lnTo>
                  <a:lnTo>
                    <a:pt x="6040" y="22650"/>
                  </a:lnTo>
                  <a:lnTo>
                    <a:pt x="6208" y="36407"/>
                  </a:lnTo>
                  <a:lnTo>
                    <a:pt x="9396" y="37749"/>
                  </a:lnTo>
                  <a:lnTo>
                    <a:pt x="17281" y="39427"/>
                  </a:lnTo>
                  <a:lnTo>
                    <a:pt x="21979" y="39595"/>
                  </a:lnTo>
                  <a:lnTo>
                    <a:pt x="26509" y="39427"/>
                  </a:lnTo>
                  <a:lnTo>
                    <a:pt x="34394" y="37917"/>
                  </a:lnTo>
                  <a:lnTo>
                    <a:pt x="40266" y="35065"/>
                  </a:lnTo>
                  <a:lnTo>
                    <a:pt x="42951" y="32213"/>
                  </a:lnTo>
                  <a:lnTo>
                    <a:pt x="43957" y="30199"/>
                  </a:lnTo>
                  <a:lnTo>
                    <a:pt x="43957" y="29025"/>
                  </a:lnTo>
                  <a:lnTo>
                    <a:pt x="43957" y="0"/>
                  </a:lnTo>
                  <a:lnTo>
                    <a:pt x="42112" y="1342"/>
                  </a:lnTo>
                  <a:lnTo>
                    <a:pt x="39931" y="2517"/>
                  </a:lnTo>
                  <a:lnTo>
                    <a:pt x="36240" y="4027"/>
                  </a:lnTo>
                  <a:lnTo>
                    <a:pt x="27012" y="5872"/>
                  </a:lnTo>
                  <a:lnTo>
                    <a:pt x="21979" y="6040"/>
                  </a:lnTo>
                  <a:lnTo>
                    <a:pt x="16778" y="5872"/>
                  </a:lnTo>
                  <a:lnTo>
                    <a:pt x="7718" y="4027"/>
                  </a:lnTo>
                  <a:lnTo>
                    <a:pt x="4027" y="2517"/>
                  </a:lnTo>
                  <a:lnTo>
                    <a:pt x="1846" y="1342"/>
                  </a:lnTo>
                  <a:lnTo>
                    <a:pt x="0"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708" name="Google Shape;4708;p101"/>
          <p:cNvGrpSpPr/>
          <p:nvPr/>
        </p:nvGrpSpPr>
        <p:grpSpPr>
          <a:xfrm>
            <a:off x="1204094" y="1726246"/>
            <a:ext cx="377290" cy="440338"/>
            <a:chOff x="1584875" y="263275"/>
            <a:chExt cx="4454425" cy="5198790"/>
          </a:xfrm>
        </p:grpSpPr>
        <p:sp>
          <p:nvSpPr>
            <p:cNvPr id="4709" name="Google Shape;4709;p101"/>
            <p:cNvSpPr/>
            <p:nvPr/>
          </p:nvSpPr>
          <p:spPr>
            <a:xfrm>
              <a:off x="1584875" y="263275"/>
              <a:ext cx="4454425" cy="4404100"/>
            </a:xfrm>
            <a:custGeom>
              <a:avLst/>
              <a:gdLst/>
              <a:ahLst/>
              <a:cxnLst/>
              <a:rect l="l" t="t" r="r" b="b"/>
              <a:pathLst>
                <a:path w="178177" h="176164" extrusionOk="0">
                  <a:moveTo>
                    <a:pt x="24664" y="11409"/>
                  </a:moveTo>
                  <a:lnTo>
                    <a:pt x="27516" y="10738"/>
                  </a:lnTo>
                  <a:lnTo>
                    <a:pt x="30368" y="10570"/>
                  </a:lnTo>
                  <a:lnTo>
                    <a:pt x="38086" y="10570"/>
                  </a:lnTo>
                  <a:lnTo>
                    <a:pt x="38924" y="10403"/>
                  </a:lnTo>
                  <a:lnTo>
                    <a:pt x="40099" y="9228"/>
                  </a:lnTo>
                  <a:lnTo>
                    <a:pt x="40099" y="8389"/>
                  </a:lnTo>
                  <a:lnTo>
                    <a:pt x="40099" y="2182"/>
                  </a:lnTo>
                  <a:lnTo>
                    <a:pt x="40099" y="1343"/>
                  </a:lnTo>
                  <a:lnTo>
                    <a:pt x="38924" y="168"/>
                  </a:lnTo>
                  <a:lnTo>
                    <a:pt x="38086" y="1"/>
                  </a:lnTo>
                  <a:lnTo>
                    <a:pt x="30368" y="1"/>
                  </a:lnTo>
                  <a:lnTo>
                    <a:pt x="27851" y="168"/>
                  </a:lnTo>
                  <a:lnTo>
                    <a:pt x="22986" y="840"/>
                  </a:lnTo>
                  <a:lnTo>
                    <a:pt x="20637" y="1678"/>
                  </a:lnTo>
                  <a:lnTo>
                    <a:pt x="19966" y="2014"/>
                  </a:lnTo>
                  <a:lnTo>
                    <a:pt x="19295" y="3524"/>
                  </a:lnTo>
                  <a:lnTo>
                    <a:pt x="19463" y="4363"/>
                  </a:lnTo>
                  <a:lnTo>
                    <a:pt x="21979" y="10067"/>
                  </a:lnTo>
                  <a:lnTo>
                    <a:pt x="22315" y="10906"/>
                  </a:lnTo>
                  <a:lnTo>
                    <a:pt x="23825" y="11409"/>
                  </a:lnTo>
                  <a:close/>
                  <a:moveTo>
                    <a:pt x="77177" y="10570"/>
                  </a:moveTo>
                  <a:lnTo>
                    <a:pt x="78016" y="10403"/>
                  </a:lnTo>
                  <a:lnTo>
                    <a:pt x="79190" y="9228"/>
                  </a:lnTo>
                  <a:lnTo>
                    <a:pt x="79358" y="8389"/>
                  </a:lnTo>
                  <a:lnTo>
                    <a:pt x="79358" y="2182"/>
                  </a:lnTo>
                  <a:lnTo>
                    <a:pt x="79190" y="1343"/>
                  </a:lnTo>
                  <a:lnTo>
                    <a:pt x="78016" y="168"/>
                  </a:lnTo>
                  <a:lnTo>
                    <a:pt x="77177" y="1"/>
                  </a:lnTo>
                  <a:lnTo>
                    <a:pt x="61909" y="1"/>
                  </a:lnTo>
                  <a:lnTo>
                    <a:pt x="60903" y="168"/>
                  </a:lnTo>
                  <a:lnTo>
                    <a:pt x="59896" y="1343"/>
                  </a:lnTo>
                  <a:lnTo>
                    <a:pt x="59728" y="2182"/>
                  </a:lnTo>
                  <a:lnTo>
                    <a:pt x="59728" y="8389"/>
                  </a:lnTo>
                  <a:lnTo>
                    <a:pt x="59896" y="9228"/>
                  </a:lnTo>
                  <a:lnTo>
                    <a:pt x="60903" y="10403"/>
                  </a:lnTo>
                  <a:lnTo>
                    <a:pt x="61909" y="10570"/>
                  </a:lnTo>
                  <a:close/>
                  <a:moveTo>
                    <a:pt x="116436" y="10570"/>
                  </a:moveTo>
                  <a:lnTo>
                    <a:pt x="117275" y="10403"/>
                  </a:lnTo>
                  <a:lnTo>
                    <a:pt x="118282" y="9228"/>
                  </a:lnTo>
                  <a:lnTo>
                    <a:pt x="118449" y="8389"/>
                  </a:lnTo>
                  <a:lnTo>
                    <a:pt x="118449" y="2182"/>
                  </a:lnTo>
                  <a:lnTo>
                    <a:pt x="118282" y="1343"/>
                  </a:lnTo>
                  <a:lnTo>
                    <a:pt x="117275" y="168"/>
                  </a:lnTo>
                  <a:lnTo>
                    <a:pt x="116436" y="1"/>
                  </a:lnTo>
                  <a:lnTo>
                    <a:pt x="101001" y="1"/>
                  </a:lnTo>
                  <a:lnTo>
                    <a:pt x="100162" y="168"/>
                  </a:lnTo>
                  <a:lnTo>
                    <a:pt x="98988" y="1343"/>
                  </a:lnTo>
                  <a:lnTo>
                    <a:pt x="98820" y="2182"/>
                  </a:lnTo>
                  <a:lnTo>
                    <a:pt x="98820" y="8389"/>
                  </a:lnTo>
                  <a:lnTo>
                    <a:pt x="98988" y="9228"/>
                  </a:lnTo>
                  <a:lnTo>
                    <a:pt x="100162" y="10403"/>
                  </a:lnTo>
                  <a:lnTo>
                    <a:pt x="101001" y="10570"/>
                  </a:lnTo>
                  <a:close/>
                  <a:moveTo>
                    <a:pt x="140092" y="10570"/>
                  </a:moveTo>
                  <a:lnTo>
                    <a:pt x="147810" y="10570"/>
                  </a:lnTo>
                  <a:lnTo>
                    <a:pt x="150662" y="10738"/>
                  </a:lnTo>
                  <a:lnTo>
                    <a:pt x="153514" y="11409"/>
                  </a:lnTo>
                  <a:lnTo>
                    <a:pt x="154353" y="11409"/>
                  </a:lnTo>
                  <a:lnTo>
                    <a:pt x="155863" y="10906"/>
                  </a:lnTo>
                  <a:lnTo>
                    <a:pt x="156199" y="10067"/>
                  </a:lnTo>
                  <a:lnTo>
                    <a:pt x="158715" y="4363"/>
                  </a:lnTo>
                  <a:lnTo>
                    <a:pt x="158883" y="3524"/>
                  </a:lnTo>
                  <a:lnTo>
                    <a:pt x="158212" y="2014"/>
                  </a:lnTo>
                  <a:lnTo>
                    <a:pt x="157541" y="1678"/>
                  </a:lnTo>
                  <a:lnTo>
                    <a:pt x="155192" y="840"/>
                  </a:lnTo>
                  <a:lnTo>
                    <a:pt x="150326" y="168"/>
                  </a:lnTo>
                  <a:lnTo>
                    <a:pt x="147810" y="1"/>
                  </a:lnTo>
                  <a:lnTo>
                    <a:pt x="140092" y="1"/>
                  </a:lnTo>
                  <a:lnTo>
                    <a:pt x="139253" y="168"/>
                  </a:lnTo>
                  <a:lnTo>
                    <a:pt x="138079" y="1343"/>
                  </a:lnTo>
                  <a:lnTo>
                    <a:pt x="138079" y="2182"/>
                  </a:lnTo>
                  <a:lnTo>
                    <a:pt x="138079" y="8389"/>
                  </a:lnTo>
                  <a:lnTo>
                    <a:pt x="138079" y="9228"/>
                  </a:lnTo>
                  <a:lnTo>
                    <a:pt x="139253" y="10403"/>
                  </a:lnTo>
                  <a:close/>
                  <a:moveTo>
                    <a:pt x="11242" y="24831"/>
                  </a:moveTo>
                  <a:lnTo>
                    <a:pt x="11409" y="23992"/>
                  </a:lnTo>
                  <a:lnTo>
                    <a:pt x="10738" y="22482"/>
                  </a:lnTo>
                  <a:lnTo>
                    <a:pt x="10067" y="21979"/>
                  </a:lnTo>
                  <a:lnTo>
                    <a:pt x="4195" y="19630"/>
                  </a:lnTo>
                  <a:lnTo>
                    <a:pt x="3356" y="19462"/>
                  </a:lnTo>
                  <a:lnTo>
                    <a:pt x="1846" y="19966"/>
                  </a:lnTo>
                  <a:lnTo>
                    <a:pt x="1511" y="20805"/>
                  </a:lnTo>
                  <a:lnTo>
                    <a:pt x="840" y="23153"/>
                  </a:lnTo>
                  <a:lnTo>
                    <a:pt x="1" y="27851"/>
                  </a:lnTo>
                  <a:lnTo>
                    <a:pt x="1" y="30536"/>
                  </a:lnTo>
                  <a:lnTo>
                    <a:pt x="1" y="37918"/>
                  </a:lnTo>
                  <a:lnTo>
                    <a:pt x="1" y="38756"/>
                  </a:lnTo>
                  <a:lnTo>
                    <a:pt x="1175" y="39931"/>
                  </a:lnTo>
                  <a:lnTo>
                    <a:pt x="2014" y="40099"/>
                  </a:lnTo>
                  <a:lnTo>
                    <a:pt x="8389" y="40099"/>
                  </a:lnTo>
                  <a:lnTo>
                    <a:pt x="9228" y="39931"/>
                  </a:lnTo>
                  <a:lnTo>
                    <a:pt x="10403" y="38756"/>
                  </a:lnTo>
                  <a:lnTo>
                    <a:pt x="10403" y="37918"/>
                  </a:lnTo>
                  <a:lnTo>
                    <a:pt x="10403" y="30536"/>
                  </a:lnTo>
                  <a:lnTo>
                    <a:pt x="10571" y="27516"/>
                  </a:lnTo>
                  <a:close/>
                  <a:moveTo>
                    <a:pt x="166936" y="24831"/>
                  </a:moveTo>
                  <a:lnTo>
                    <a:pt x="167607" y="27516"/>
                  </a:lnTo>
                  <a:lnTo>
                    <a:pt x="167775" y="30536"/>
                  </a:lnTo>
                  <a:lnTo>
                    <a:pt x="167775" y="37918"/>
                  </a:lnTo>
                  <a:lnTo>
                    <a:pt x="167775" y="38756"/>
                  </a:lnTo>
                  <a:lnTo>
                    <a:pt x="168949" y="39931"/>
                  </a:lnTo>
                  <a:lnTo>
                    <a:pt x="169788" y="40099"/>
                  </a:lnTo>
                  <a:lnTo>
                    <a:pt x="176164" y="40099"/>
                  </a:lnTo>
                  <a:lnTo>
                    <a:pt x="177003" y="39931"/>
                  </a:lnTo>
                  <a:lnTo>
                    <a:pt x="178177" y="38756"/>
                  </a:lnTo>
                  <a:lnTo>
                    <a:pt x="178177" y="37918"/>
                  </a:lnTo>
                  <a:lnTo>
                    <a:pt x="178177" y="30536"/>
                  </a:lnTo>
                  <a:lnTo>
                    <a:pt x="178177" y="27851"/>
                  </a:lnTo>
                  <a:lnTo>
                    <a:pt x="177338" y="23153"/>
                  </a:lnTo>
                  <a:lnTo>
                    <a:pt x="176667" y="20805"/>
                  </a:lnTo>
                  <a:lnTo>
                    <a:pt x="176331" y="19966"/>
                  </a:lnTo>
                  <a:lnTo>
                    <a:pt x="174822" y="19462"/>
                  </a:lnTo>
                  <a:lnTo>
                    <a:pt x="173983" y="19630"/>
                  </a:lnTo>
                  <a:lnTo>
                    <a:pt x="168111" y="21979"/>
                  </a:lnTo>
                  <a:lnTo>
                    <a:pt x="167439" y="22482"/>
                  </a:lnTo>
                  <a:lnTo>
                    <a:pt x="166768" y="23992"/>
                  </a:lnTo>
                  <a:close/>
                  <a:moveTo>
                    <a:pt x="10403" y="61406"/>
                  </a:moveTo>
                  <a:lnTo>
                    <a:pt x="10403" y="60567"/>
                  </a:lnTo>
                  <a:lnTo>
                    <a:pt x="9228" y="59393"/>
                  </a:lnTo>
                  <a:lnTo>
                    <a:pt x="8389" y="59225"/>
                  </a:lnTo>
                  <a:lnTo>
                    <a:pt x="2014" y="59225"/>
                  </a:lnTo>
                  <a:lnTo>
                    <a:pt x="1175" y="59393"/>
                  </a:lnTo>
                  <a:lnTo>
                    <a:pt x="1" y="60567"/>
                  </a:lnTo>
                  <a:lnTo>
                    <a:pt x="1" y="61406"/>
                  </a:lnTo>
                  <a:lnTo>
                    <a:pt x="1" y="76338"/>
                  </a:lnTo>
                  <a:lnTo>
                    <a:pt x="1" y="77177"/>
                  </a:lnTo>
                  <a:lnTo>
                    <a:pt x="1175" y="78351"/>
                  </a:lnTo>
                  <a:lnTo>
                    <a:pt x="2014" y="78519"/>
                  </a:lnTo>
                  <a:lnTo>
                    <a:pt x="8389" y="78519"/>
                  </a:lnTo>
                  <a:lnTo>
                    <a:pt x="9228" y="78351"/>
                  </a:lnTo>
                  <a:lnTo>
                    <a:pt x="10403" y="77177"/>
                  </a:lnTo>
                  <a:lnTo>
                    <a:pt x="10403" y="76338"/>
                  </a:lnTo>
                  <a:close/>
                  <a:moveTo>
                    <a:pt x="167775" y="76338"/>
                  </a:moveTo>
                  <a:lnTo>
                    <a:pt x="167775" y="77177"/>
                  </a:lnTo>
                  <a:lnTo>
                    <a:pt x="168949" y="78351"/>
                  </a:lnTo>
                  <a:lnTo>
                    <a:pt x="169788" y="78519"/>
                  </a:lnTo>
                  <a:lnTo>
                    <a:pt x="176164" y="78519"/>
                  </a:lnTo>
                  <a:lnTo>
                    <a:pt x="177003" y="78351"/>
                  </a:lnTo>
                  <a:lnTo>
                    <a:pt x="178177" y="77177"/>
                  </a:lnTo>
                  <a:lnTo>
                    <a:pt x="178177" y="76338"/>
                  </a:lnTo>
                  <a:lnTo>
                    <a:pt x="178177" y="61406"/>
                  </a:lnTo>
                  <a:lnTo>
                    <a:pt x="178177" y="60567"/>
                  </a:lnTo>
                  <a:lnTo>
                    <a:pt x="177003" y="59393"/>
                  </a:lnTo>
                  <a:lnTo>
                    <a:pt x="176164" y="59225"/>
                  </a:lnTo>
                  <a:lnTo>
                    <a:pt x="169788" y="59225"/>
                  </a:lnTo>
                  <a:lnTo>
                    <a:pt x="168949" y="59393"/>
                  </a:lnTo>
                  <a:lnTo>
                    <a:pt x="167775" y="60567"/>
                  </a:lnTo>
                  <a:lnTo>
                    <a:pt x="167775" y="61406"/>
                  </a:lnTo>
                  <a:close/>
                  <a:moveTo>
                    <a:pt x="10403" y="99826"/>
                  </a:moveTo>
                  <a:lnTo>
                    <a:pt x="10403" y="98987"/>
                  </a:lnTo>
                  <a:lnTo>
                    <a:pt x="9228" y="97813"/>
                  </a:lnTo>
                  <a:lnTo>
                    <a:pt x="8389" y="97813"/>
                  </a:lnTo>
                  <a:lnTo>
                    <a:pt x="2014" y="97813"/>
                  </a:lnTo>
                  <a:lnTo>
                    <a:pt x="1175" y="97813"/>
                  </a:lnTo>
                  <a:lnTo>
                    <a:pt x="1" y="98987"/>
                  </a:lnTo>
                  <a:lnTo>
                    <a:pt x="1" y="99826"/>
                  </a:lnTo>
                  <a:lnTo>
                    <a:pt x="1" y="114926"/>
                  </a:lnTo>
                  <a:lnTo>
                    <a:pt x="1" y="115765"/>
                  </a:lnTo>
                  <a:lnTo>
                    <a:pt x="1175" y="116772"/>
                  </a:lnTo>
                  <a:lnTo>
                    <a:pt x="2014" y="116939"/>
                  </a:lnTo>
                  <a:lnTo>
                    <a:pt x="8389" y="116939"/>
                  </a:lnTo>
                  <a:lnTo>
                    <a:pt x="9228" y="116772"/>
                  </a:lnTo>
                  <a:lnTo>
                    <a:pt x="10403" y="115765"/>
                  </a:lnTo>
                  <a:lnTo>
                    <a:pt x="10403" y="114926"/>
                  </a:lnTo>
                  <a:close/>
                  <a:moveTo>
                    <a:pt x="167775" y="114926"/>
                  </a:moveTo>
                  <a:lnTo>
                    <a:pt x="167775" y="115765"/>
                  </a:lnTo>
                  <a:lnTo>
                    <a:pt x="168949" y="116772"/>
                  </a:lnTo>
                  <a:lnTo>
                    <a:pt x="169788" y="116939"/>
                  </a:lnTo>
                  <a:lnTo>
                    <a:pt x="176164" y="116939"/>
                  </a:lnTo>
                  <a:lnTo>
                    <a:pt x="177003" y="116772"/>
                  </a:lnTo>
                  <a:lnTo>
                    <a:pt x="178177" y="115765"/>
                  </a:lnTo>
                  <a:lnTo>
                    <a:pt x="178177" y="114926"/>
                  </a:lnTo>
                  <a:lnTo>
                    <a:pt x="178177" y="99826"/>
                  </a:lnTo>
                  <a:lnTo>
                    <a:pt x="178177" y="98987"/>
                  </a:lnTo>
                  <a:lnTo>
                    <a:pt x="177003" y="97813"/>
                  </a:lnTo>
                  <a:lnTo>
                    <a:pt x="176164" y="97813"/>
                  </a:lnTo>
                  <a:lnTo>
                    <a:pt x="169788" y="97813"/>
                  </a:lnTo>
                  <a:lnTo>
                    <a:pt x="168949" y="97813"/>
                  </a:lnTo>
                  <a:lnTo>
                    <a:pt x="167775" y="98987"/>
                  </a:lnTo>
                  <a:lnTo>
                    <a:pt x="167775" y="99826"/>
                  </a:lnTo>
                  <a:close/>
                  <a:moveTo>
                    <a:pt x="10403" y="138247"/>
                  </a:moveTo>
                  <a:lnTo>
                    <a:pt x="10403" y="137408"/>
                  </a:lnTo>
                  <a:lnTo>
                    <a:pt x="9228" y="136233"/>
                  </a:lnTo>
                  <a:lnTo>
                    <a:pt x="8389" y="136233"/>
                  </a:lnTo>
                  <a:lnTo>
                    <a:pt x="2014" y="136233"/>
                  </a:lnTo>
                  <a:lnTo>
                    <a:pt x="1175" y="136233"/>
                  </a:lnTo>
                  <a:lnTo>
                    <a:pt x="1" y="137408"/>
                  </a:lnTo>
                  <a:lnTo>
                    <a:pt x="1" y="138247"/>
                  </a:lnTo>
                  <a:lnTo>
                    <a:pt x="1" y="145796"/>
                  </a:lnTo>
                  <a:lnTo>
                    <a:pt x="1" y="148313"/>
                  </a:lnTo>
                  <a:lnTo>
                    <a:pt x="840" y="153179"/>
                  </a:lnTo>
                  <a:lnTo>
                    <a:pt x="1511" y="155527"/>
                  </a:lnTo>
                  <a:lnTo>
                    <a:pt x="1846" y="156198"/>
                  </a:lnTo>
                  <a:lnTo>
                    <a:pt x="3356" y="156870"/>
                  </a:lnTo>
                  <a:lnTo>
                    <a:pt x="4195" y="156702"/>
                  </a:lnTo>
                  <a:lnTo>
                    <a:pt x="10067" y="154185"/>
                  </a:lnTo>
                  <a:lnTo>
                    <a:pt x="10738" y="153850"/>
                  </a:lnTo>
                  <a:lnTo>
                    <a:pt x="11409" y="152340"/>
                  </a:lnTo>
                  <a:lnTo>
                    <a:pt x="11242" y="151501"/>
                  </a:lnTo>
                  <a:lnTo>
                    <a:pt x="10571" y="148649"/>
                  </a:lnTo>
                  <a:lnTo>
                    <a:pt x="10403" y="145796"/>
                  </a:lnTo>
                  <a:close/>
                  <a:moveTo>
                    <a:pt x="167775" y="138247"/>
                  </a:moveTo>
                  <a:lnTo>
                    <a:pt x="167775" y="145796"/>
                  </a:lnTo>
                  <a:lnTo>
                    <a:pt x="167607" y="148649"/>
                  </a:lnTo>
                  <a:lnTo>
                    <a:pt x="166936" y="151501"/>
                  </a:lnTo>
                  <a:lnTo>
                    <a:pt x="166768" y="152340"/>
                  </a:lnTo>
                  <a:lnTo>
                    <a:pt x="167439" y="153850"/>
                  </a:lnTo>
                  <a:lnTo>
                    <a:pt x="168111" y="154185"/>
                  </a:lnTo>
                  <a:lnTo>
                    <a:pt x="173983" y="156702"/>
                  </a:lnTo>
                  <a:lnTo>
                    <a:pt x="174822" y="156870"/>
                  </a:lnTo>
                  <a:lnTo>
                    <a:pt x="176331" y="156198"/>
                  </a:lnTo>
                  <a:lnTo>
                    <a:pt x="176667" y="155527"/>
                  </a:lnTo>
                  <a:lnTo>
                    <a:pt x="177338" y="153179"/>
                  </a:lnTo>
                  <a:lnTo>
                    <a:pt x="178177" y="148313"/>
                  </a:lnTo>
                  <a:lnTo>
                    <a:pt x="178177" y="145796"/>
                  </a:lnTo>
                  <a:lnTo>
                    <a:pt x="178177" y="138247"/>
                  </a:lnTo>
                  <a:lnTo>
                    <a:pt x="178177" y="137408"/>
                  </a:lnTo>
                  <a:lnTo>
                    <a:pt x="177003" y="136233"/>
                  </a:lnTo>
                  <a:lnTo>
                    <a:pt x="176164" y="136233"/>
                  </a:lnTo>
                  <a:lnTo>
                    <a:pt x="169788" y="136233"/>
                  </a:lnTo>
                  <a:lnTo>
                    <a:pt x="168949" y="136233"/>
                  </a:lnTo>
                  <a:lnTo>
                    <a:pt x="167775" y="137408"/>
                  </a:lnTo>
                  <a:close/>
                  <a:moveTo>
                    <a:pt x="24664" y="164923"/>
                  </a:moveTo>
                  <a:lnTo>
                    <a:pt x="23825" y="164755"/>
                  </a:lnTo>
                  <a:lnTo>
                    <a:pt x="22315" y="165426"/>
                  </a:lnTo>
                  <a:lnTo>
                    <a:pt x="21979" y="166097"/>
                  </a:lnTo>
                  <a:lnTo>
                    <a:pt x="19463" y="171969"/>
                  </a:lnTo>
                  <a:lnTo>
                    <a:pt x="19295" y="172808"/>
                  </a:lnTo>
                  <a:lnTo>
                    <a:pt x="19966" y="174318"/>
                  </a:lnTo>
                  <a:lnTo>
                    <a:pt x="20637" y="174654"/>
                  </a:lnTo>
                  <a:lnTo>
                    <a:pt x="22986" y="175325"/>
                  </a:lnTo>
                  <a:lnTo>
                    <a:pt x="27851" y="176164"/>
                  </a:lnTo>
                  <a:lnTo>
                    <a:pt x="30368" y="176164"/>
                  </a:lnTo>
                  <a:lnTo>
                    <a:pt x="38086" y="176164"/>
                  </a:lnTo>
                  <a:lnTo>
                    <a:pt x="38924" y="176164"/>
                  </a:lnTo>
                  <a:lnTo>
                    <a:pt x="40099" y="174989"/>
                  </a:lnTo>
                  <a:lnTo>
                    <a:pt x="40099" y="174150"/>
                  </a:lnTo>
                  <a:lnTo>
                    <a:pt x="40099" y="167775"/>
                  </a:lnTo>
                  <a:lnTo>
                    <a:pt x="40099" y="166936"/>
                  </a:lnTo>
                  <a:lnTo>
                    <a:pt x="38924" y="165762"/>
                  </a:lnTo>
                  <a:lnTo>
                    <a:pt x="38086" y="165762"/>
                  </a:lnTo>
                  <a:lnTo>
                    <a:pt x="30368" y="165762"/>
                  </a:lnTo>
                  <a:lnTo>
                    <a:pt x="27516" y="165594"/>
                  </a:lnTo>
                  <a:close/>
                  <a:moveTo>
                    <a:pt x="153514" y="164923"/>
                  </a:moveTo>
                  <a:lnTo>
                    <a:pt x="150662" y="165594"/>
                  </a:lnTo>
                  <a:lnTo>
                    <a:pt x="147810" y="165762"/>
                  </a:lnTo>
                  <a:lnTo>
                    <a:pt x="140092" y="165762"/>
                  </a:lnTo>
                  <a:lnTo>
                    <a:pt x="139253" y="165762"/>
                  </a:lnTo>
                  <a:lnTo>
                    <a:pt x="138079" y="166936"/>
                  </a:lnTo>
                  <a:lnTo>
                    <a:pt x="138079" y="167775"/>
                  </a:lnTo>
                  <a:lnTo>
                    <a:pt x="138079" y="174150"/>
                  </a:lnTo>
                  <a:lnTo>
                    <a:pt x="138079" y="174989"/>
                  </a:lnTo>
                  <a:lnTo>
                    <a:pt x="139253" y="176164"/>
                  </a:lnTo>
                  <a:lnTo>
                    <a:pt x="140092" y="176164"/>
                  </a:lnTo>
                  <a:lnTo>
                    <a:pt x="147810" y="176164"/>
                  </a:lnTo>
                  <a:lnTo>
                    <a:pt x="150326" y="176164"/>
                  </a:lnTo>
                  <a:lnTo>
                    <a:pt x="155192" y="175325"/>
                  </a:lnTo>
                  <a:lnTo>
                    <a:pt x="157541" y="174654"/>
                  </a:lnTo>
                  <a:lnTo>
                    <a:pt x="158212" y="174318"/>
                  </a:lnTo>
                  <a:lnTo>
                    <a:pt x="158883" y="172808"/>
                  </a:lnTo>
                  <a:lnTo>
                    <a:pt x="158715" y="171969"/>
                  </a:lnTo>
                  <a:lnTo>
                    <a:pt x="156199" y="166097"/>
                  </a:lnTo>
                  <a:lnTo>
                    <a:pt x="155863" y="165426"/>
                  </a:lnTo>
                  <a:lnTo>
                    <a:pt x="154353" y="164755"/>
                  </a:lnTo>
                  <a:close/>
                  <a:moveTo>
                    <a:pt x="61909" y="165762"/>
                  </a:moveTo>
                  <a:lnTo>
                    <a:pt x="60903" y="165762"/>
                  </a:lnTo>
                  <a:lnTo>
                    <a:pt x="59896" y="166936"/>
                  </a:lnTo>
                  <a:lnTo>
                    <a:pt x="59728" y="167775"/>
                  </a:lnTo>
                  <a:lnTo>
                    <a:pt x="59728" y="174150"/>
                  </a:lnTo>
                  <a:lnTo>
                    <a:pt x="59896" y="174989"/>
                  </a:lnTo>
                  <a:lnTo>
                    <a:pt x="60903" y="176164"/>
                  </a:lnTo>
                  <a:lnTo>
                    <a:pt x="61909" y="176164"/>
                  </a:lnTo>
                  <a:lnTo>
                    <a:pt x="77177" y="176164"/>
                  </a:lnTo>
                  <a:lnTo>
                    <a:pt x="78016" y="176164"/>
                  </a:lnTo>
                  <a:lnTo>
                    <a:pt x="79190" y="174989"/>
                  </a:lnTo>
                  <a:lnTo>
                    <a:pt x="79358" y="174150"/>
                  </a:lnTo>
                  <a:lnTo>
                    <a:pt x="79358" y="167775"/>
                  </a:lnTo>
                  <a:lnTo>
                    <a:pt x="79190" y="166936"/>
                  </a:lnTo>
                  <a:lnTo>
                    <a:pt x="78016" y="165762"/>
                  </a:lnTo>
                  <a:lnTo>
                    <a:pt x="77177" y="165762"/>
                  </a:lnTo>
                  <a:close/>
                  <a:moveTo>
                    <a:pt x="101001" y="165762"/>
                  </a:moveTo>
                  <a:lnTo>
                    <a:pt x="100162" y="165762"/>
                  </a:lnTo>
                  <a:lnTo>
                    <a:pt x="98988" y="166936"/>
                  </a:lnTo>
                  <a:lnTo>
                    <a:pt x="98820" y="167775"/>
                  </a:lnTo>
                  <a:lnTo>
                    <a:pt x="98820" y="174150"/>
                  </a:lnTo>
                  <a:lnTo>
                    <a:pt x="98988" y="174989"/>
                  </a:lnTo>
                  <a:lnTo>
                    <a:pt x="100162" y="176164"/>
                  </a:lnTo>
                  <a:lnTo>
                    <a:pt x="101001" y="176164"/>
                  </a:lnTo>
                  <a:lnTo>
                    <a:pt x="116436" y="176164"/>
                  </a:lnTo>
                  <a:lnTo>
                    <a:pt x="117275" y="176164"/>
                  </a:lnTo>
                  <a:lnTo>
                    <a:pt x="118282" y="174989"/>
                  </a:lnTo>
                  <a:lnTo>
                    <a:pt x="118449" y="174150"/>
                  </a:lnTo>
                  <a:lnTo>
                    <a:pt x="118449" y="167775"/>
                  </a:lnTo>
                  <a:lnTo>
                    <a:pt x="118282" y="166936"/>
                  </a:lnTo>
                  <a:lnTo>
                    <a:pt x="117275" y="165762"/>
                  </a:lnTo>
                  <a:lnTo>
                    <a:pt x="116436" y="165762"/>
                  </a:lnTo>
                  <a:close/>
                  <a:moveTo>
                    <a:pt x="51340" y="31207"/>
                  </a:moveTo>
                  <a:lnTo>
                    <a:pt x="51507" y="30032"/>
                  </a:lnTo>
                  <a:lnTo>
                    <a:pt x="53521" y="27683"/>
                  </a:lnTo>
                  <a:lnTo>
                    <a:pt x="55702" y="26509"/>
                  </a:lnTo>
                  <a:lnTo>
                    <a:pt x="58051" y="25502"/>
                  </a:lnTo>
                  <a:lnTo>
                    <a:pt x="64091" y="24328"/>
                  </a:lnTo>
                  <a:lnTo>
                    <a:pt x="67614" y="24160"/>
                  </a:lnTo>
                  <a:lnTo>
                    <a:pt x="71137" y="24328"/>
                  </a:lnTo>
                  <a:lnTo>
                    <a:pt x="77177" y="25502"/>
                  </a:lnTo>
                  <a:lnTo>
                    <a:pt x="79694" y="26509"/>
                  </a:lnTo>
                  <a:lnTo>
                    <a:pt x="81707" y="27683"/>
                  </a:lnTo>
                  <a:lnTo>
                    <a:pt x="83888" y="30032"/>
                  </a:lnTo>
                  <a:lnTo>
                    <a:pt x="83888" y="31207"/>
                  </a:lnTo>
                  <a:lnTo>
                    <a:pt x="83888" y="32213"/>
                  </a:lnTo>
                  <a:lnTo>
                    <a:pt x="81707" y="34730"/>
                  </a:lnTo>
                  <a:lnTo>
                    <a:pt x="79694" y="35737"/>
                  </a:lnTo>
                  <a:lnTo>
                    <a:pt x="77177" y="36743"/>
                  </a:lnTo>
                  <a:lnTo>
                    <a:pt x="71137" y="38085"/>
                  </a:lnTo>
                  <a:lnTo>
                    <a:pt x="67614" y="38085"/>
                  </a:lnTo>
                  <a:lnTo>
                    <a:pt x="64091" y="38085"/>
                  </a:lnTo>
                  <a:lnTo>
                    <a:pt x="58051" y="36743"/>
                  </a:lnTo>
                  <a:lnTo>
                    <a:pt x="55702" y="35737"/>
                  </a:lnTo>
                  <a:lnTo>
                    <a:pt x="53521" y="34730"/>
                  </a:lnTo>
                  <a:lnTo>
                    <a:pt x="51507" y="32213"/>
                  </a:lnTo>
                  <a:close/>
                  <a:moveTo>
                    <a:pt x="51340" y="36743"/>
                  </a:moveTo>
                  <a:lnTo>
                    <a:pt x="52682" y="37750"/>
                  </a:lnTo>
                  <a:lnTo>
                    <a:pt x="54360" y="38589"/>
                  </a:lnTo>
                  <a:lnTo>
                    <a:pt x="57044" y="39763"/>
                  </a:lnTo>
                  <a:lnTo>
                    <a:pt x="63923" y="41105"/>
                  </a:lnTo>
                  <a:lnTo>
                    <a:pt x="67614" y="41273"/>
                  </a:lnTo>
                  <a:lnTo>
                    <a:pt x="71473" y="41105"/>
                  </a:lnTo>
                  <a:lnTo>
                    <a:pt x="78184" y="39763"/>
                  </a:lnTo>
                  <a:lnTo>
                    <a:pt x="81036" y="38589"/>
                  </a:lnTo>
                  <a:lnTo>
                    <a:pt x="82546" y="37750"/>
                  </a:lnTo>
                  <a:lnTo>
                    <a:pt x="83888" y="36743"/>
                  </a:lnTo>
                  <a:lnTo>
                    <a:pt x="83888" y="58386"/>
                  </a:lnTo>
                  <a:lnTo>
                    <a:pt x="83720" y="59896"/>
                  </a:lnTo>
                  <a:lnTo>
                    <a:pt x="81204" y="62748"/>
                  </a:lnTo>
                  <a:lnTo>
                    <a:pt x="76841" y="64761"/>
                  </a:lnTo>
                  <a:lnTo>
                    <a:pt x="70969" y="65936"/>
                  </a:lnTo>
                  <a:lnTo>
                    <a:pt x="67614" y="66104"/>
                  </a:lnTo>
                  <a:lnTo>
                    <a:pt x="64258" y="65936"/>
                  </a:lnTo>
                  <a:lnTo>
                    <a:pt x="58554" y="64761"/>
                  </a:lnTo>
                  <a:lnTo>
                    <a:pt x="54024" y="62748"/>
                  </a:lnTo>
                  <a:lnTo>
                    <a:pt x="51507" y="59896"/>
                  </a:lnTo>
                  <a:lnTo>
                    <a:pt x="51340" y="58386"/>
                  </a:lnTo>
                  <a:close/>
                  <a:moveTo>
                    <a:pt x="55702" y="81036"/>
                  </a:moveTo>
                  <a:lnTo>
                    <a:pt x="53521" y="82210"/>
                  </a:lnTo>
                  <a:lnTo>
                    <a:pt x="51507" y="84559"/>
                  </a:lnTo>
                  <a:lnTo>
                    <a:pt x="51340" y="85733"/>
                  </a:lnTo>
                  <a:lnTo>
                    <a:pt x="51507" y="86740"/>
                  </a:lnTo>
                  <a:lnTo>
                    <a:pt x="53521" y="89257"/>
                  </a:lnTo>
                  <a:lnTo>
                    <a:pt x="55702" y="90263"/>
                  </a:lnTo>
                  <a:lnTo>
                    <a:pt x="58051" y="91270"/>
                  </a:lnTo>
                  <a:lnTo>
                    <a:pt x="64091" y="92612"/>
                  </a:lnTo>
                  <a:lnTo>
                    <a:pt x="67614" y="92612"/>
                  </a:lnTo>
                  <a:lnTo>
                    <a:pt x="71137" y="92612"/>
                  </a:lnTo>
                  <a:lnTo>
                    <a:pt x="77177" y="91270"/>
                  </a:lnTo>
                  <a:lnTo>
                    <a:pt x="79694" y="90263"/>
                  </a:lnTo>
                  <a:lnTo>
                    <a:pt x="81707" y="89257"/>
                  </a:lnTo>
                  <a:lnTo>
                    <a:pt x="83888" y="86740"/>
                  </a:lnTo>
                  <a:lnTo>
                    <a:pt x="83888" y="85733"/>
                  </a:lnTo>
                  <a:lnTo>
                    <a:pt x="83888" y="84559"/>
                  </a:lnTo>
                  <a:lnTo>
                    <a:pt x="81707" y="82210"/>
                  </a:lnTo>
                  <a:lnTo>
                    <a:pt x="79694" y="81036"/>
                  </a:lnTo>
                  <a:lnTo>
                    <a:pt x="77177" y="80029"/>
                  </a:lnTo>
                  <a:lnTo>
                    <a:pt x="71137" y="78855"/>
                  </a:lnTo>
                  <a:lnTo>
                    <a:pt x="67614" y="78687"/>
                  </a:lnTo>
                  <a:lnTo>
                    <a:pt x="64091" y="78855"/>
                  </a:lnTo>
                  <a:lnTo>
                    <a:pt x="58051" y="80029"/>
                  </a:lnTo>
                  <a:close/>
                  <a:moveTo>
                    <a:pt x="51340" y="91270"/>
                  </a:moveTo>
                  <a:lnTo>
                    <a:pt x="52682" y="92276"/>
                  </a:lnTo>
                  <a:lnTo>
                    <a:pt x="54360" y="93115"/>
                  </a:lnTo>
                  <a:lnTo>
                    <a:pt x="57044" y="94290"/>
                  </a:lnTo>
                  <a:lnTo>
                    <a:pt x="63923" y="95632"/>
                  </a:lnTo>
                  <a:lnTo>
                    <a:pt x="67614" y="95800"/>
                  </a:lnTo>
                  <a:lnTo>
                    <a:pt x="71473" y="95632"/>
                  </a:lnTo>
                  <a:lnTo>
                    <a:pt x="78184" y="94290"/>
                  </a:lnTo>
                  <a:lnTo>
                    <a:pt x="81036" y="93115"/>
                  </a:lnTo>
                  <a:lnTo>
                    <a:pt x="82546" y="92276"/>
                  </a:lnTo>
                  <a:lnTo>
                    <a:pt x="83888" y="91270"/>
                  </a:lnTo>
                  <a:lnTo>
                    <a:pt x="83888" y="112913"/>
                  </a:lnTo>
                  <a:lnTo>
                    <a:pt x="83720" y="114423"/>
                  </a:lnTo>
                  <a:lnTo>
                    <a:pt x="81204" y="117275"/>
                  </a:lnTo>
                  <a:lnTo>
                    <a:pt x="76841" y="119288"/>
                  </a:lnTo>
                  <a:lnTo>
                    <a:pt x="70969" y="120463"/>
                  </a:lnTo>
                  <a:lnTo>
                    <a:pt x="67614" y="120630"/>
                  </a:lnTo>
                  <a:lnTo>
                    <a:pt x="64258" y="120463"/>
                  </a:lnTo>
                  <a:lnTo>
                    <a:pt x="58554" y="119288"/>
                  </a:lnTo>
                  <a:lnTo>
                    <a:pt x="54024" y="117275"/>
                  </a:lnTo>
                  <a:lnTo>
                    <a:pt x="51507" y="114423"/>
                  </a:lnTo>
                  <a:lnTo>
                    <a:pt x="51340" y="112913"/>
                  </a:lnTo>
                  <a:close/>
                  <a:moveTo>
                    <a:pt x="100833" y="26509"/>
                  </a:moveTo>
                  <a:lnTo>
                    <a:pt x="98820" y="27683"/>
                  </a:lnTo>
                  <a:lnTo>
                    <a:pt x="96639" y="30032"/>
                  </a:lnTo>
                  <a:lnTo>
                    <a:pt x="96471" y="31207"/>
                  </a:lnTo>
                  <a:lnTo>
                    <a:pt x="96639" y="32213"/>
                  </a:lnTo>
                  <a:lnTo>
                    <a:pt x="98820" y="34730"/>
                  </a:lnTo>
                  <a:lnTo>
                    <a:pt x="100833" y="35737"/>
                  </a:lnTo>
                  <a:lnTo>
                    <a:pt x="103350" y="36743"/>
                  </a:lnTo>
                  <a:lnTo>
                    <a:pt x="109390" y="38085"/>
                  </a:lnTo>
                  <a:lnTo>
                    <a:pt x="112913" y="38085"/>
                  </a:lnTo>
                  <a:lnTo>
                    <a:pt x="116436" y="38085"/>
                  </a:lnTo>
                  <a:lnTo>
                    <a:pt x="122476" y="36743"/>
                  </a:lnTo>
                  <a:lnTo>
                    <a:pt x="124825" y="35737"/>
                  </a:lnTo>
                  <a:lnTo>
                    <a:pt x="126838" y="34730"/>
                  </a:lnTo>
                  <a:lnTo>
                    <a:pt x="129019" y="32213"/>
                  </a:lnTo>
                  <a:lnTo>
                    <a:pt x="129187" y="31207"/>
                  </a:lnTo>
                  <a:lnTo>
                    <a:pt x="129019" y="30032"/>
                  </a:lnTo>
                  <a:lnTo>
                    <a:pt x="126838" y="27683"/>
                  </a:lnTo>
                  <a:lnTo>
                    <a:pt x="124825" y="26509"/>
                  </a:lnTo>
                  <a:lnTo>
                    <a:pt x="122476" y="25502"/>
                  </a:lnTo>
                  <a:lnTo>
                    <a:pt x="116436" y="24328"/>
                  </a:lnTo>
                  <a:lnTo>
                    <a:pt x="112913" y="24160"/>
                  </a:lnTo>
                  <a:lnTo>
                    <a:pt x="109390" y="24328"/>
                  </a:lnTo>
                  <a:lnTo>
                    <a:pt x="103350" y="25502"/>
                  </a:lnTo>
                  <a:close/>
                  <a:moveTo>
                    <a:pt x="96471" y="36743"/>
                  </a:moveTo>
                  <a:lnTo>
                    <a:pt x="97981" y="37750"/>
                  </a:lnTo>
                  <a:lnTo>
                    <a:pt x="99491" y="38589"/>
                  </a:lnTo>
                  <a:lnTo>
                    <a:pt x="102343" y="39763"/>
                  </a:lnTo>
                  <a:lnTo>
                    <a:pt x="109054" y="41105"/>
                  </a:lnTo>
                  <a:lnTo>
                    <a:pt x="112913" y="41273"/>
                  </a:lnTo>
                  <a:lnTo>
                    <a:pt x="116604" y="41105"/>
                  </a:lnTo>
                  <a:lnTo>
                    <a:pt x="123315" y="39763"/>
                  </a:lnTo>
                  <a:lnTo>
                    <a:pt x="126167" y="38589"/>
                  </a:lnTo>
                  <a:lnTo>
                    <a:pt x="127845" y="37750"/>
                  </a:lnTo>
                  <a:lnTo>
                    <a:pt x="129187" y="36743"/>
                  </a:lnTo>
                  <a:lnTo>
                    <a:pt x="129187" y="58386"/>
                  </a:lnTo>
                  <a:lnTo>
                    <a:pt x="129019" y="59896"/>
                  </a:lnTo>
                  <a:lnTo>
                    <a:pt x="126503" y="62748"/>
                  </a:lnTo>
                  <a:lnTo>
                    <a:pt x="121973" y="64761"/>
                  </a:lnTo>
                  <a:lnTo>
                    <a:pt x="116101" y="65936"/>
                  </a:lnTo>
                  <a:lnTo>
                    <a:pt x="112913" y="66104"/>
                  </a:lnTo>
                  <a:lnTo>
                    <a:pt x="109557" y="65936"/>
                  </a:lnTo>
                  <a:lnTo>
                    <a:pt x="103685" y="64761"/>
                  </a:lnTo>
                  <a:lnTo>
                    <a:pt x="99323" y="62748"/>
                  </a:lnTo>
                  <a:lnTo>
                    <a:pt x="96807" y="59896"/>
                  </a:lnTo>
                  <a:lnTo>
                    <a:pt x="96471" y="58386"/>
                  </a:lnTo>
                  <a:close/>
                  <a:moveTo>
                    <a:pt x="100833" y="81036"/>
                  </a:moveTo>
                  <a:lnTo>
                    <a:pt x="98820" y="82210"/>
                  </a:lnTo>
                  <a:lnTo>
                    <a:pt x="96639" y="84559"/>
                  </a:lnTo>
                  <a:lnTo>
                    <a:pt x="96471" y="85733"/>
                  </a:lnTo>
                  <a:lnTo>
                    <a:pt x="96639" y="86740"/>
                  </a:lnTo>
                  <a:lnTo>
                    <a:pt x="98820" y="89257"/>
                  </a:lnTo>
                  <a:lnTo>
                    <a:pt x="100833" y="90263"/>
                  </a:lnTo>
                  <a:lnTo>
                    <a:pt x="103350" y="91270"/>
                  </a:lnTo>
                  <a:lnTo>
                    <a:pt x="109390" y="92612"/>
                  </a:lnTo>
                  <a:lnTo>
                    <a:pt x="112913" y="92612"/>
                  </a:lnTo>
                  <a:lnTo>
                    <a:pt x="116436" y="92612"/>
                  </a:lnTo>
                  <a:lnTo>
                    <a:pt x="122476" y="91270"/>
                  </a:lnTo>
                  <a:lnTo>
                    <a:pt x="124825" y="90263"/>
                  </a:lnTo>
                  <a:lnTo>
                    <a:pt x="126838" y="89257"/>
                  </a:lnTo>
                  <a:lnTo>
                    <a:pt x="129019" y="86740"/>
                  </a:lnTo>
                  <a:lnTo>
                    <a:pt x="129187" y="85733"/>
                  </a:lnTo>
                  <a:lnTo>
                    <a:pt x="129019" y="84559"/>
                  </a:lnTo>
                  <a:lnTo>
                    <a:pt x="126838" y="82210"/>
                  </a:lnTo>
                  <a:lnTo>
                    <a:pt x="124825" y="81036"/>
                  </a:lnTo>
                  <a:lnTo>
                    <a:pt x="122476" y="80029"/>
                  </a:lnTo>
                  <a:lnTo>
                    <a:pt x="116436" y="78855"/>
                  </a:lnTo>
                  <a:lnTo>
                    <a:pt x="112913" y="78687"/>
                  </a:lnTo>
                  <a:lnTo>
                    <a:pt x="109390" y="78855"/>
                  </a:lnTo>
                  <a:lnTo>
                    <a:pt x="103350" y="80029"/>
                  </a:lnTo>
                  <a:close/>
                  <a:moveTo>
                    <a:pt x="96471" y="91270"/>
                  </a:moveTo>
                  <a:lnTo>
                    <a:pt x="97981" y="92276"/>
                  </a:lnTo>
                  <a:lnTo>
                    <a:pt x="99491" y="93115"/>
                  </a:lnTo>
                  <a:lnTo>
                    <a:pt x="102343" y="94290"/>
                  </a:lnTo>
                  <a:lnTo>
                    <a:pt x="109054" y="95632"/>
                  </a:lnTo>
                  <a:lnTo>
                    <a:pt x="112913" y="95800"/>
                  </a:lnTo>
                  <a:lnTo>
                    <a:pt x="116604" y="95632"/>
                  </a:lnTo>
                  <a:lnTo>
                    <a:pt x="123315" y="94290"/>
                  </a:lnTo>
                  <a:lnTo>
                    <a:pt x="126167" y="93115"/>
                  </a:lnTo>
                  <a:lnTo>
                    <a:pt x="127845" y="92276"/>
                  </a:lnTo>
                  <a:lnTo>
                    <a:pt x="129187" y="91270"/>
                  </a:lnTo>
                  <a:lnTo>
                    <a:pt x="129187" y="112913"/>
                  </a:lnTo>
                  <a:lnTo>
                    <a:pt x="129019" y="114423"/>
                  </a:lnTo>
                  <a:lnTo>
                    <a:pt x="126503" y="117275"/>
                  </a:lnTo>
                  <a:lnTo>
                    <a:pt x="121973" y="119288"/>
                  </a:lnTo>
                  <a:lnTo>
                    <a:pt x="116101" y="120463"/>
                  </a:lnTo>
                  <a:lnTo>
                    <a:pt x="112913" y="120630"/>
                  </a:lnTo>
                  <a:lnTo>
                    <a:pt x="109557" y="120463"/>
                  </a:lnTo>
                  <a:lnTo>
                    <a:pt x="103685" y="119288"/>
                  </a:lnTo>
                  <a:lnTo>
                    <a:pt x="99323" y="117275"/>
                  </a:lnTo>
                  <a:lnTo>
                    <a:pt x="96807" y="114423"/>
                  </a:lnTo>
                  <a:lnTo>
                    <a:pt x="96471" y="112913"/>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10" name="Google Shape;4710;p101"/>
            <p:cNvSpPr/>
            <p:nvPr/>
          </p:nvSpPr>
          <p:spPr>
            <a:xfrm>
              <a:off x="1848495" y="3731875"/>
              <a:ext cx="3981725" cy="1730190"/>
            </a:xfrm>
            <a:custGeom>
              <a:avLst/>
              <a:gdLst/>
              <a:ahLst/>
              <a:cxnLst/>
              <a:rect l="l" t="t" r="r" b="b"/>
              <a:pathLst>
                <a:path w="144790" h="62916" extrusionOk="0">
                  <a:moveTo>
                    <a:pt x="14765" y="0"/>
                  </a:moveTo>
                  <a:lnTo>
                    <a:pt x="11745" y="168"/>
                  </a:lnTo>
                  <a:lnTo>
                    <a:pt x="6376" y="2349"/>
                  </a:lnTo>
                  <a:lnTo>
                    <a:pt x="2350" y="6376"/>
                  </a:lnTo>
                  <a:lnTo>
                    <a:pt x="169" y="11577"/>
                  </a:lnTo>
                  <a:lnTo>
                    <a:pt x="1" y="14597"/>
                  </a:lnTo>
                  <a:lnTo>
                    <a:pt x="1" y="48152"/>
                  </a:lnTo>
                  <a:lnTo>
                    <a:pt x="169" y="51172"/>
                  </a:lnTo>
                  <a:lnTo>
                    <a:pt x="2350" y="56373"/>
                  </a:lnTo>
                  <a:lnTo>
                    <a:pt x="6376" y="60399"/>
                  </a:lnTo>
                  <a:lnTo>
                    <a:pt x="11745" y="62580"/>
                  </a:lnTo>
                  <a:lnTo>
                    <a:pt x="14765" y="62916"/>
                  </a:lnTo>
                  <a:lnTo>
                    <a:pt x="130026" y="62916"/>
                  </a:lnTo>
                  <a:lnTo>
                    <a:pt x="133046" y="62580"/>
                  </a:lnTo>
                  <a:lnTo>
                    <a:pt x="138247" y="60399"/>
                  </a:lnTo>
                  <a:lnTo>
                    <a:pt x="142273" y="56373"/>
                  </a:lnTo>
                  <a:lnTo>
                    <a:pt x="144454" y="51172"/>
                  </a:lnTo>
                  <a:lnTo>
                    <a:pt x="144790" y="48152"/>
                  </a:lnTo>
                  <a:lnTo>
                    <a:pt x="144790" y="14597"/>
                  </a:lnTo>
                  <a:lnTo>
                    <a:pt x="144454" y="11577"/>
                  </a:lnTo>
                  <a:lnTo>
                    <a:pt x="142273" y="6376"/>
                  </a:lnTo>
                  <a:lnTo>
                    <a:pt x="138247" y="2349"/>
                  </a:lnTo>
                  <a:lnTo>
                    <a:pt x="133046" y="168"/>
                  </a:lnTo>
                  <a:lnTo>
                    <a:pt x="130026"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DATA SCIENCE</a:t>
              </a:r>
              <a:endParaRPr sz="500" b="1">
                <a:solidFill>
                  <a:srgbClr val="FFFFFF"/>
                </a:solidFill>
                <a:latin typeface="Arial"/>
                <a:ea typeface="Arial"/>
                <a:cs typeface="Arial"/>
                <a:sym typeface="Arial"/>
              </a:endParaRPr>
            </a:p>
          </p:txBody>
        </p:sp>
      </p:grpSp>
      <p:sp>
        <p:nvSpPr>
          <p:cNvPr id="4711" name="Google Shape;4711;p101"/>
          <p:cNvSpPr txBox="1"/>
          <p:nvPr/>
        </p:nvSpPr>
        <p:spPr>
          <a:xfrm>
            <a:off x="378881" y="2160223"/>
            <a:ext cx="443100" cy="855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Failover Group</a:t>
            </a:r>
            <a:endParaRPr sz="1800">
              <a:solidFill>
                <a:srgbClr val="252525"/>
              </a:solidFill>
              <a:latin typeface="Arial"/>
              <a:ea typeface="Arial"/>
              <a:cs typeface="Arial"/>
              <a:sym typeface="Arial"/>
            </a:endParaRPr>
          </a:p>
        </p:txBody>
      </p:sp>
      <p:sp>
        <p:nvSpPr>
          <p:cNvPr id="4712" name="Google Shape;4712;p101"/>
          <p:cNvSpPr txBox="1"/>
          <p:nvPr/>
        </p:nvSpPr>
        <p:spPr>
          <a:xfrm>
            <a:off x="354550" y="2494775"/>
            <a:ext cx="5033700" cy="615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1">
                <a:solidFill>
                  <a:srgbClr val="5B5B5B"/>
                </a:solidFill>
                <a:latin typeface="Arial"/>
                <a:ea typeface="Arial"/>
                <a:cs typeface="Arial"/>
                <a:sym typeface="Arial"/>
              </a:rPr>
              <a:t>Variable sub-categories</a:t>
            </a:r>
            <a:endParaRPr/>
          </a:p>
          <a:p>
            <a:pPr marL="0" marR="0" lvl="0" indent="0" algn="l" rtl="0">
              <a:spcBef>
                <a:spcPts val="0"/>
              </a:spcBef>
              <a:spcAft>
                <a:spcPts val="0"/>
              </a:spcAft>
              <a:buNone/>
            </a:pPr>
            <a:r>
              <a:rPr lang="en" sz="1000">
                <a:solidFill>
                  <a:srgbClr val="5B5B5B"/>
                </a:solidFill>
                <a:latin typeface="Arial"/>
                <a:ea typeface="Arial"/>
                <a:cs typeface="Arial"/>
                <a:sym typeface="Arial"/>
              </a:rPr>
              <a:t>Given the continued expanse of icon needs, the below variations are not exhaustive. For new variations, double click into the blue rectangle to edit the text.</a:t>
            </a:r>
            <a:endParaRPr/>
          </a:p>
        </p:txBody>
      </p:sp>
      <p:sp>
        <p:nvSpPr>
          <p:cNvPr id="4713" name="Google Shape;4713;p101"/>
          <p:cNvSpPr txBox="1"/>
          <p:nvPr/>
        </p:nvSpPr>
        <p:spPr>
          <a:xfrm>
            <a:off x="6773823" y="4467568"/>
            <a:ext cx="328500" cy="1089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Storage</a:t>
            </a:r>
            <a:endParaRPr sz="600">
              <a:solidFill>
                <a:srgbClr val="11567F"/>
              </a:solidFill>
              <a:latin typeface="Arial"/>
              <a:ea typeface="Arial"/>
              <a:cs typeface="Arial"/>
              <a:sym typeface="Arial"/>
            </a:endParaRPr>
          </a:p>
        </p:txBody>
      </p:sp>
      <p:grpSp>
        <p:nvGrpSpPr>
          <p:cNvPr id="4714" name="Google Shape;4714;p101"/>
          <p:cNvGrpSpPr/>
          <p:nvPr/>
        </p:nvGrpSpPr>
        <p:grpSpPr>
          <a:xfrm>
            <a:off x="7562653" y="4069171"/>
            <a:ext cx="335286" cy="363199"/>
            <a:chOff x="1444460" y="292650"/>
            <a:chExt cx="4789806" cy="5188557"/>
          </a:xfrm>
        </p:grpSpPr>
        <p:sp>
          <p:nvSpPr>
            <p:cNvPr id="4715" name="Google Shape;4715;p101"/>
            <p:cNvSpPr/>
            <p:nvPr/>
          </p:nvSpPr>
          <p:spPr>
            <a:xfrm>
              <a:off x="2880950" y="2205275"/>
              <a:ext cx="1912650" cy="314600"/>
            </a:xfrm>
            <a:custGeom>
              <a:avLst/>
              <a:gdLst/>
              <a:ahLst/>
              <a:cxnLst/>
              <a:rect l="l" t="t" r="r" b="b"/>
              <a:pathLst>
                <a:path w="76506" h="12584" extrusionOk="0">
                  <a:moveTo>
                    <a:pt x="1342" y="0"/>
                  </a:moveTo>
                  <a:lnTo>
                    <a:pt x="168" y="1175"/>
                  </a:lnTo>
                  <a:lnTo>
                    <a:pt x="0" y="2013"/>
                  </a:lnTo>
                  <a:lnTo>
                    <a:pt x="0" y="10402"/>
                  </a:lnTo>
                  <a:lnTo>
                    <a:pt x="168" y="11241"/>
                  </a:lnTo>
                  <a:lnTo>
                    <a:pt x="1342" y="12415"/>
                  </a:lnTo>
                  <a:lnTo>
                    <a:pt x="2181" y="12583"/>
                  </a:lnTo>
                  <a:lnTo>
                    <a:pt x="74492" y="12583"/>
                  </a:lnTo>
                  <a:lnTo>
                    <a:pt x="75331" y="12415"/>
                  </a:lnTo>
                  <a:lnTo>
                    <a:pt x="76337" y="11241"/>
                  </a:lnTo>
                  <a:lnTo>
                    <a:pt x="76505" y="10402"/>
                  </a:lnTo>
                  <a:lnTo>
                    <a:pt x="76505" y="2013"/>
                  </a:lnTo>
                  <a:lnTo>
                    <a:pt x="76337" y="1175"/>
                  </a:lnTo>
                  <a:lnTo>
                    <a:pt x="75331"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716" name="Google Shape;4716;p101"/>
            <p:cNvSpPr/>
            <p:nvPr/>
          </p:nvSpPr>
          <p:spPr>
            <a:xfrm>
              <a:off x="1610050" y="292650"/>
              <a:ext cx="4458625" cy="3179325"/>
            </a:xfrm>
            <a:custGeom>
              <a:avLst/>
              <a:gdLst/>
              <a:ahLst/>
              <a:cxnLst/>
              <a:rect l="l" t="t" r="r" b="b"/>
              <a:pathLst>
                <a:path w="178345" h="127173" extrusionOk="0">
                  <a:moveTo>
                    <a:pt x="178344" y="99994"/>
                  </a:moveTo>
                  <a:lnTo>
                    <a:pt x="178344" y="58553"/>
                  </a:lnTo>
                  <a:lnTo>
                    <a:pt x="178177" y="56204"/>
                  </a:lnTo>
                  <a:lnTo>
                    <a:pt x="177338" y="51339"/>
                  </a:lnTo>
                  <a:lnTo>
                    <a:pt x="175660" y="46809"/>
                  </a:lnTo>
                  <a:lnTo>
                    <a:pt x="173143" y="42782"/>
                  </a:lnTo>
                  <a:lnTo>
                    <a:pt x="171633" y="40769"/>
                  </a:lnTo>
                  <a:lnTo>
                    <a:pt x="144790" y="9395"/>
                  </a:lnTo>
                  <a:lnTo>
                    <a:pt x="142776" y="7214"/>
                  </a:lnTo>
                  <a:lnTo>
                    <a:pt x="138079" y="3691"/>
                  </a:lnTo>
                  <a:lnTo>
                    <a:pt x="132710" y="1342"/>
                  </a:lnTo>
                  <a:lnTo>
                    <a:pt x="127006" y="0"/>
                  </a:lnTo>
                  <a:lnTo>
                    <a:pt x="124153" y="0"/>
                  </a:lnTo>
                  <a:lnTo>
                    <a:pt x="54191" y="0"/>
                  </a:lnTo>
                  <a:lnTo>
                    <a:pt x="51172" y="0"/>
                  </a:lnTo>
                  <a:lnTo>
                    <a:pt x="45467" y="1342"/>
                  </a:lnTo>
                  <a:lnTo>
                    <a:pt x="40098" y="3691"/>
                  </a:lnTo>
                  <a:lnTo>
                    <a:pt x="35569" y="7214"/>
                  </a:lnTo>
                  <a:lnTo>
                    <a:pt x="33387" y="9395"/>
                  </a:lnTo>
                  <a:lnTo>
                    <a:pt x="6544" y="40769"/>
                  </a:lnTo>
                  <a:lnTo>
                    <a:pt x="5034" y="42782"/>
                  </a:lnTo>
                  <a:lnTo>
                    <a:pt x="2517" y="46809"/>
                  </a:lnTo>
                  <a:lnTo>
                    <a:pt x="1007" y="51339"/>
                  </a:lnTo>
                  <a:lnTo>
                    <a:pt x="0" y="56204"/>
                  </a:lnTo>
                  <a:lnTo>
                    <a:pt x="0" y="58553"/>
                  </a:lnTo>
                  <a:lnTo>
                    <a:pt x="0" y="99994"/>
                  </a:lnTo>
                  <a:lnTo>
                    <a:pt x="168" y="102678"/>
                  </a:lnTo>
                  <a:lnTo>
                    <a:pt x="1175" y="108047"/>
                  </a:lnTo>
                  <a:lnTo>
                    <a:pt x="3188" y="112912"/>
                  </a:lnTo>
                  <a:lnTo>
                    <a:pt x="6208" y="117274"/>
                  </a:lnTo>
                  <a:lnTo>
                    <a:pt x="9899" y="120965"/>
                  </a:lnTo>
                  <a:lnTo>
                    <a:pt x="14261" y="123985"/>
                  </a:lnTo>
                  <a:lnTo>
                    <a:pt x="19127" y="125999"/>
                  </a:lnTo>
                  <a:lnTo>
                    <a:pt x="24495" y="127173"/>
                  </a:lnTo>
                  <a:lnTo>
                    <a:pt x="27348" y="127173"/>
                  </a:lnTo>
                  <a:lnTo>
                    <a:pt x="150997" y="127173"/>
                  </a:lnTo>
                  <a:lnTo>
                    <a:pt x="153849" y="127173"/>
                  </a:lnTo>
                  <a:lnTo>
                    <a:pt x="159050" y="125999"/>
                  </a:lnTo>
                  <a:lnTo>
                    <a:pt x="164084" y="123985"/>
                  </a:lnTo>
                  <a:lnTo>
                    <a:pt x="168446" y="120965"/>
                  </a:lnTo>
                  <a:lnTo>
                    <a:pt x="172137" y="117274"/>
                  </a:lnTo>
                  <a:lnTo>
                    <a:pt x="174989" y="112912"/>
                  </a:lnTo>
                  <a:lnTo>
                    <a:pt x="177002" y="108047"/>
                  </a:lnTo>
                  <a:lnTo>
                    <a:pt x="178177" y="102678"/>
                  </a:lnTo>
                  <a:close/>
                  <a:moveTo>
                    <a:pt x="54191" y="12583"/>
                  </a:moveTo>
                  <a:lnTo>
                    <a:pt x="51004" y="12751"/>
                  </a:lnTo>
                  <a:lnTo>
                    <a:pt x="45299" y="15435"/>
                  </a:lnTo>
                  <a:lnTo>
                    <a:pt x="42951" y="17616"/>
                  </a:lnTo>
                  <a:lnTo>
                    <a:pt x="25334" y="38253"/>
                  </a:lnTo>
                  <a:lnTo>
                    <a:pt x="26341" y="38085"/>
                  </a:lnTo>
                  <a:lnTo>
                    <a:pt x="27348" y="38085"/>
                  </a:lnTo>
                  <a:lnTo>
                    <a:pt x="150997" y="38085"/>
                  </a:lnTo>
                  <a:lnTo>
                    <a:pt x="152004" y="38085"/>
                  </a:lnTo>
                  <a:lnTo>
                    <a:pt x="152843" y="38253"/>
                  </a:lnTo>
                  <a:lnTo>
                    <a:pt x="135226" y="17616"/>
                  </a:lnTo>
                  <a:lnTo>
                    <a:pt x="133045" y="15435"/>
                  </a:lnTo>
                  <a:lnTo>
                    <a:pt x="127341" y="12751"/>
                  </a:lnTo>
                  <a:lnTo>
                    <a:pt x="124153" y="12583"/>
                  </a:lnTo>
                  <a:close/>
                  <a:moveTo>
                    <a:pt x="12583" y="65432"/>
                  </a:moveTo>
                  <a:lnTo>
                    <a:pt x="12751" y="62412"/>
                  </a:lnTo>
                  <a:lnTo>
                    <a:pt x="15100" y="57211"/>
                  </a:lnTo>
                  <a:lnTo>
                    <a:pt x="18959" y="53184"/>
                  </a:lnTo>
                  <a:lnTo>
                    <a:pt x="24328" y="51003"/>
                  </a:lnTo>
                  <a:lnTo>
                    <a:pt x="27348" y="50668"/>
                  </a:lnTo>
                  <a:lnTo>
                    <a:pt x="150997" y="50668"/>
                  </a:lnTo>
                  <a:lnTo>
                    <a:pt x="154017" y="51003"/>
                  </a:lnTo>
                  <a:lnTo>
                    <a:pt x="159218" y="53184"/>
                  </a:lnTo>
                  <a:lnTo>
                    <a:pt x="163245" y="57211"/>
                  </a:lnTo>
                  <a:lnTo>
                    <a:pt x="165426" y="62412"/>
                  </a:lnTo>
                  <a:lnTo>
                    <a:pt x="165761" y="65432"/>
                  </a:lnTo>
                  <a:lnTo>
                    <a:pt x="165761" y="99994"/>
                  </a:lnTo>
                  <a:lnTo>
                    <a:pt x="165426" y="102846"/>
                  </a:lnTo>
                  <a:lnTo>
                    <a:pt x="163245" y="108214"/>
                  </a:lnTo>
                  <a:lnTo>
                    <a:pt x="159218" y="112241"/>
                  </a:lnTo>
                  <a:lnTo>
                    <a:pt x="154017" y="114422"/>
                  </a:lnTo>
                  <a:lnTo>
                    <a:pt x="150997" y="114590"/>
                  </a:lnTo>
                  <a:lnTo>
                    <a:pt x="27348" y="114590"/>
                  </a:lnTo>
                  <a:lnTo>
                    <a:pt x="24328" y="114422"/>
                  </a:lnTo>
                  <a:lnTo>
                    <a:pt x="18959" y="112241"/>
                  </a:lnTo>
                  <a:lnTo>
                    <a:pt x="15100" y="108214"/>
                  </a:lnTo>
                  <a:lnTo>
                    <a:pt x="12751" y="102846"/>
                  </a:lnTo>
                  <a:lnTo>
                    <a:pt x="12583" y="99994"/>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717" name="Google Shape;4717;p101"/>
            <p:cNvSpPr/>
            <p:nvPr/>
          </p:nvSpPr>
          <p:spPr>
            <a:xfrm>
              <a:off x="1444460" y="3908150"/>
              <a:ext cx="4789806" cy="1573057"/>
            </a:xfrm>
            <a:custGeom>
              <a:avLst/>
              <a:gdLst/>
              <a:ahLst/>
              <a:cxnLst/>
              <a:rect l="l" t="t" r="r" b="b"/>
              <a:pathLst>
                <a:path w="165594" h="62916" extrusionOk="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50998" y="62916"/>
                  </a:lnTo>
                  <a:lnTo>
                    <a:pt x="153850" y="62748"/>
                  </a:lnTo>
                  <a:lnTo>
                    <a:pt x="159219" y="60567"/>
                  </a:lnTo>
                  <a:lnTo>
                    <a:pt x="163245" y="56540"/>
                  </a:lnTo>
                  <a:lnTo>
                    <a:pt x="165426" y="51172"/>
                  </a:lnTo>
                  <a:lnTo>
                    <a:pt x="165594" y="48319"/>
                  </a:lnTo>
                  <a:lnTo>
                    <a:pt x="165594" y="14765"/>
                  </a:lnTo>
                  <a:lnTo>
                    <a:pt x="165426" y="11745"/>
                  </a:lnTo>
                  <a:lnTo>
                    <a:pt x="163245" y="6376"/>
                  </a:lnTo>
                  <a:lnTo>
                    <a:pt x="159219" y="2349"/>
                  </a:lnTo>
                  <a:lnTo>
                    <a:pt x="153850" y="168"/>
                  </a:lnTo>
                  <a:lnTo>
                    <a:pt x="150998"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EXERNAL</a:t>
              </a:r>
              <a:endParaRPr sz="500" b="1">
                <a:solidFill>
                  <a:srgbClr val="FFFFFF"/>
                </a:solidFill>
                <a:latin typeface="Arial"/>
                <a:ea typeface="Arial"/>
                <a:cs typeface="Arial"/>
                <a:sym typeface="Arial"/>
              </a:endParaRPr>
            </a:p>
          </p:txBody>
        </p:sp>
      </p:grpSp>
      <p:grpSp>
        <p:nvGrpSpPr>
          <p:cNvPr id="4718" name="Google Shape;4718;p101"/>
          <p:cNvGrpSpPr/>
          <p:nvPr/>
        </p:nvGrpSpPr>
        <p:grpSpPr>
          <a:xfrm>
            <a:off x="6782192" y="4053926"/>
            <a:ext cx="311810" cy="222554"/>
            <a:chOff x="1559725" y="1236375"/>
            <a:chExt cx="4454425" cy="3179350"/>
          </a:xfrm>
        </p:grpSpPr>
        <p:sp>
          <p:nvSpPr>
            <p:cNvPr id="4719" name="Google Shape;4719;p101"/>
            <p:cNvSpPr/>
            <p:nvPr/>
          </p:nvSpPr>
          <p:spPr>
            <a:xfrm>
              <a:off x="2830600" y="3149000"/>
              <a:ext cx="1912650" cy="314600"/>
            </a:xfrm>
            <a:custGeom>
              <a:avLst/>
              <a:gdLst/>
              <a:ahLst/>
              <a:cxnLst/>
              <a:rect l="l" t="t" r="r" b="b"/>
              <a:pathLst>
                <a:path w="76506" h="12584" extrusionOk="0">
                  <a:moveTo>
                    <a:pt x="1175" y="0"/>
                  </a:moveTo>
                  <a:lnTo>
                    <a:pt x="168" y="1175"/>
                  </a:lnTo>
                  <a:lnTo>
                    <a:pt x="1" y="2014"/>
                  </a:lnTo>
                  <a:lnTo>
                    <a:pt x="1" y="10402"/>
                  </a:lnTo>
                  <a:lnTo>
                    <a:pt x="168" y="11241"/>
                  </a:lnTo>
                  <a:lnTo>
                    <a:pt x="1175" y="12416"/>
                  </a:lnTo>
                  <a:lnTo>
                    <a:pt x="2014" y="12583"/>
                  </a:lnTo>
                  <a:lnTo>
                    <a:pt x="74325" y="12583"/>
                  </a:lnTo>
                  <a:lnTo>
                    <a:pt x="75164" y="12416"/>
                  </a:lnTo>
                  <a:lnTo>
                    <a:pt x="76338" y="11241"/>
                  </a:lnTo>
                  <a:lnTo>
                    <a:pt x="76506" y="10402"/>
                  </a:lnTo>
                  <a:lnTo>
                    <a:pt x="76506" y="2014"/>
                  </a:lnTo>
                  <a:lnTo>
                    <a:pt x="76338" y="1175"/>
                  </a:lnTo>
                  <a:lnTo>
                    <a:pt x="75164"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720" name="Google Shape;4720;p101"/>
            <p:cNvSpPr/>
            <p:nvPr/>
          </p:nvSpPr>
          <p:spPr>
            <a:xfrm>
              <a:off x="1559725" y="1236375"/>
              <a:ext cx="4454425" cy="3179350"/>
            </a:xfrm>
            <a:custGeom>
              <a:avLst/>
              <a:gdLst/>
              <a:ahLst/>
              <a:cxnLst/>
              <a:rect l="l" t="t" r="r" b="b"/>
              <a:pathLst>
                <a:path w="178177" h="127174" extrusionOk="0">
                  <a:moveTo>
                    <a:pt x="178176" y="99994"/>
                  </a:moveTo>
                  <a:lnTo>
                    <a:pt x="178176" y="58553"/>
                  </a:lnTo>
                  <a:lnTo>
                    <a:pt x="178176" y="56205"/>
                  </a:lnTo>
                  <a:lnTo>
                    <a:pt x="177170" y="51339"/>
                  </a:lnTo>
                  <a:lnTo>
                    <a:pt x="175660" y="46809"/>
                  </a:lnTo>
                  <a:lnTo>
                    <a:pt x="173143" y="42783"/>
                  </a:lnTo>
                  <a:lnTo>
                    <a:pt x="171633" y="40769"/>
                  </a:lnTo>
                  <a:lnTo>
                    <a:pt x="144789" y="9396"/>
                  </a:lnTo>
                  <a:lnTo>
                    <a:pt x="142608" y="7215"/>
                  </a:lnTo>
                  <a:lnTo>
                    <a:pt x="138078" y="3691"/>
                  </a:lnTo>
                  <a:lnTo>
                    <a:pt x="132710" y="1342"/>
                  </a:lnTo>
                  <a:lnTo>
                    <a:pt x="127005" y="0"/>
                  </a:lnTo>
                  <a:lnTo>
                    <a:pt x="123985" y="0"/>
                  </a:lnTo>
                  <a:lnTo>
                    <a:pt x="54023" y="0"/>
                  </a:lnTo>
                  <a:lnTo>
                    <a:pt x="51171" y="0"/>
                  </a:lnTo>
                  <a:lnTo>
                    <a:pt x="45467" y="1342"/>
                  </a:lnTo>
                  <a:lnTo>
                    <a:pt x="40098" y="3691"/>
                  </a:lnTo>
                  <a:lnTo>
                    <a:pt x="35400" y="7215"/>
                  </a:lnTo>
                  <a:lnTo>
                    <a:pt x="33387" y="9396"/>
                  </a:lnTo>
                  <a:lnTo>
                    <a:pt x="6543" y="40769"/>
                  </a:lnTo>
                  <a:lnTo>
                    <a:pt x="5033" y="42783"/>
                  </a:lnTo>
                  <a:lnTo>
                    <a:pt x="2517" y="46809"/>
                  </a:lnTo>
                  <a:lnTo>
                    <a:pt x="839" y="51339"/>
                  </a:lnTo>
                  <a:lnTo>
                    <a:pt x="0" y="56205"/>
                  </a:lnTo>
                  <a:lnTo>
                    <a:pt x="0" y="58553"/>
                  </a:lnTo>
                  <a:lnTo>
                    <a:pt x="0" y="99994"/>
                  </a:lnTo>
                  <a:lnTo>
                    <a:pt x="0" y="102678"/>
                  </a:lnTo>
                  <a:lnTo>
                    <a:pt x="1175" y="108047"/>
                  </a:lnTo>
                  <a:lnTo>
                    <a:pt x="3188" y="112912"/>
                  </a:lnTo>
                  <a:lnTo>
                    <a:pt x="6040" y="117274"/>
                  </a:lnTo>
                  <a:lnTo>
                    <a:pt x="9731" y="120965"/>
                  </a:lnTo>
                  <a:lnTo>
                    <a:pt x="14093" y="123985"/>
                  </a:lnTo>
                  <a:lnTo>
                    <a:pt x="19126" y="125999"/>
                  </a:lnTo>
                  <a:lnTo>
                    <a:pt x="24327" y="127173"/>
                  </a:lnTo>
                  <a:lnTo>
                    <a:pt x="27180" y="127173"/>
                  </a:lnTo>
                  <a:lnTo>
                    <a:pt x="150997" y="127173"/>
                  </a:lnTo>
                  <a:lnTo>
                    <a:pt x="153681" y="127173"/>
                  </a:lnTo>
                  <a:lnTo>
                    <a:pt x="159050" y="125999"/>
                  </a:lnTo>
                  <a:lnTo>
                    <a:pt x="163916" y="123985"/>
                  </a:lnTo>
                  <a:lnTo>
                    <a:pt x="168278" y="120965"/>
                  </a:lnTo>
                  <a:lnTo>
                    <a:pt x="171969" y="117274"/>
                  </a:lnTo>
                  <a:lnTo>
                    <a:pt x="174989" y="112912"/>
                  </a:lnTo>
                  <a:lnTo>
                    <a:pt x="177002" y="108047"/>
                  </a:lnTo>
                  <a:lnTo>
                    <a:pt x="178009" y="102678"/>
                  </a:lnTo>
                  <a:close/>
                  <a:moveTo>
                    <a:pt x="54023" y="12583"/>
                  </a:moveTo>
                  <a:lnTo>
                    <a:pt x="50836" y="12751"/>
                  </a:lnTo>
                  <a:lnTo>
                    <a:pt x="45131" y="15435"/>
                  </a:lnTo>
                  <a:lnTo>
                    <a:pt x="42950" y="17617"/>
                  </a:lnTo>
                  <a:lnTo>
                    <a:pt x="25334" y="38253"/>
                  </a:lnTo>
                  <a:lnTo>
                    <a:pt x="26173" y="38085"/>
                  </a:lnTo>
                  <a:lnTo>
                    <a:pt x="27180" y="38085"/>
                  </a:lnTo>
                  <a:lnTo>
                    <a:pt x="150997" y="38085"/>
                  </a:lnTo>
                  <a:lnTo>
                    <a:pt x="151836" y="38085"/>
                  </a:lnTo>
                  <a:lnTo>
                    <a:pt x="152842" y="38253"/>
                  </a:lnTo>
                  <a:lnTo>
                    <a:pt x="135226" y="17617"/>
                  </a:lnTo>
                  <a:lnTo>
                    <a:pt x="132877" y="15435"/>
                  </a:lnTo>
                  <a:lnTo>
                    <a:pt x="127173" y="12751"/>
                  </a:lnTo>
                  <a:lnTo>
                    <a:pt x="123985" y="12583"/>
                  </a:lnTo>
                  <a:close/>
                  <a:moveTo>
                    <a:pt x="12583" y="65432"/>
                  </a:moveTo>
                  <a:lnTo>
                    <a:pt x="12751" y="62412"/>
                  </a:lnTo>
                  <a:lnTo>
                    <a:pt x="14932" y="57211"/>
                  </a:lnTo>
                  <a:lnTo>
                    <a:pt x="18959" y="53185"/>
                  </a:lnTo>
                  <a:lnTo>
                    <a:pt x="24160" y="51004"/>
                  </a:lnTo>
                  <a:lnTo>
                    <a:pt x="27180" y="50668"/>
                  </a:lnTo>
                  <a:lnTo>
                    <a:pt x="150997" y="50668"/>
                  </a:lnTo>
                  <a:lnTo>
                    <a:pt x="153849" y="51004"/>
                  </a:lnTo>
                  <a:lnTo>
                    <a:pt x="159218" y="53185"/>
                  </a:lnTo>
                  <a:lnTo>
                    <a:pt x="163077" y="57211"/>
                  </a:lnTo>
                  <a:lnTo>
                    <a:pt x="165426" y="62412"/>
                  </a:lnTo>
                  <a:lnTo>
                    <a:pt x="165593" y="65432"/>
                  </a:lnTo>
                  <a:lnTo>
                    <a:pt x="165593" y="99994"/>
                  </a:lnTo>
                  <a:lnTo>
                    <a:pt x="165426" y="102846"/>
                  </a:lnTo>
                  <a:lnTo>
                    <a:pt x="163077" y="108215"/>
                  </a:lnTo>
                  <a:lnTo>
                    <a:pt x="159218" y="112241"/>
                  </a:lnTo>
                  <a:lnTo>
                    <a:pt x="153849" y="114422"/>
                  </a:lnTo>
                  <a:lnTo>
                    <a:pt x="150997" y="114590"/>
                  </a:lnTo>
                  <a:lnTo>
                    <a:pt x="27180" y="114590"/>
                  </a:lnTo>
                  <a:lnTo>
                    <a:pt x="24160" y="114422"/>
                  </a:lnTo>
                  <a:lnTo>
                    <a:pt x="18959" y="112241"/>
                  </a:lnTo>
                  <a:lnTo>
                    <a:pt x="14932" y="108215"/>
                  </a:lnTo>
                  <a:lnTo>
                    <a:pt x="12751" y="102846"/>
                  </a:lnTo>
                  <a:lnTo>
                    <a:pt x="12583" y="99994"/>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grpSp>
      <p:grpSp>
        <p:nvGrpSpPr>
          <p:cNvPr id="4721" name="Google Shape;4721;p101"/>
          <p:cNvGrpSpPr/>
          <p:nvPr/>
        </p:nvGrpSpPr>
        <p:grpSpPr>
          <a:xfrm>
            <a:off x="1175140" y="3249460"/>
            <a:ext cx="435197" cy="444078"/>
            <a:chOff x="1245150" y="238125"/>
            <a:chExt cx="5138100" cy="5242950"/>
          </a:xfrm>
        </p:grpSpPr>
        <p:sp>
          <p:nvSpPr>
            <p:cNvPr id="4722" name="Google Shape;4722;p101"/>
            <p:cNvSpPr/>
            <p:nvPr/>
          </p:nvSpPr>
          <p:spPr>
            <a:xfrm>
              <a:off x="3514275" y="1303475"/>
              <a:ext cx="641775" cy="641775"/>
            </a:xfrm>
            <a:custGeom>
              <a:avLst/>
              <a:gdLst/>
              <a:ahLst/>
              <a:cxnLst/>
              <a:rect l="l" t="t" r="r" b="b"/>
              <a:pathLst>
                <a:path w="25671" h="25671" extrusionOk="0">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23" name="Google Shape;4723;p101"/>
            <p:cNvSpPr/>
            <p:nvPr/>
          </p:nvSpPr>
          <p:spPr>
            <a:xfrm>
              <a:off x="3191325" y="2163325"/>
              <a:ext cx="1279300" cy="637575"/>
            </a:xfrm>
            <a:custGeom>
              <a:avLst/>
              <a:gdLst/>
              <a:ahLst/>
              <a:cxnLst/>
              <a:rect l="l" t="t" r="r" b="b"/>
              <a:pathLst>
                <a:path w="51172" h="25503" extrusionOk="0">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24" name="Google Shape;4724;p101"/>
            <p:cNvSpPr/>
            <p:nvPr/>
          </p:nvSpPr>
          <p:spPr>
            <a:xfrm>
              <a:off x="2503450" y="238125"/>
              <a:ext cx="2659250" cy="3250650"/>
            </a:xfrm>
            <a:custGeom>
              <a:avLst/>
              <a:gdLst/>
              <a:ahLst/>
              <a:cxnLst/>
              <a:rect l="l" t="t" r="r" b="b"/>
              <a:pathLst>
                <a:path w="106370" h="130026" extrusionOk="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25" name="Google Shape;4725;p101"/>
            <p:cNvSpPr/>
            <p:nvPr/>
          </p:nvSpPr>
          <p:spPr>
            <a:xfrm>
              <a:off x="1245150" y="3908175"/>
              <a:ext cx="5138100" cy="1572900"/>
            </a:xfrm>
            <a:custGeom>
              <a:avLst/>
              <a:gdLst/>
              <a:ahLst/>
              <a:cxnLst/>
              <a:rect l="l" t="t" r="r" b="b"/>
              <a:pathLst>
                <a:path w="205524" h="62916" extrusionOk="0">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ORGADMIN</a:t>
              </a:r>
              <a:endParaRPr sz="500">
                <a:solidFill>
                  <a:srgbClr val="252525"/>
                </a:solidFill>
                <a:latin typeface="Arial"/>
                <a:ea typeface="Arial"/>
                <a:cs typeface="Arial"/>
                <a:sym typeface="Arial"/>
              </a:endParaRPr>
            </a:p>
          </p:txBody>
        </p:sp>
      </p:grpSp>
      <p:grpSp>
        <p:nvGrpSpPr>
          <p:cNvPr id="4726" name="Google Shape;4726;p101"/>
          <p:cNvGrpSpPr/>
          <p:nvPr/>
        </p:nvGrpSpPr>
        <p:grpSpPr>
          <a:xfrm>
            <a:off x="5182664" y="3249460"/>
            <a:ext cx="342118" cy="444078"/>
            <a:chOff x="1819775" y="238125"/>
            <a:chExt cx="4039175" cy="5242950"/>
          </a:xfrm>
        </p:grpSpPr>
        <p:sp>
          <p:nvSpPr>
            <p:cNvPr id="4727" name="Google Shape;4727;p101"/>
            <p:cNvSpPr/>
            <p:nvPr/>
          </p:nvSpPr>
          <p:spPr>
            <a:xfrm>
              <a:off x="3514275" y="1303475"/>
              <a:ext cx="641775" cy="641775"/>
            </a:xfrm>
            <a:custGeom>
              <a:avLst/>
              <a:gdLst/>
              <a:ahLst/>
              <a:cxnLst/>
              <a:rect l="l" t="t" r="r" b="b"/>
              <a:pathLst>
                <a:path w="25671" h="25671" extrusionOk="0">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28" name="Google Shape;4728;p101"/>
            <p:cNvSpPr/>
            <p:nvPr/>
          </p:nvSpPr>
          <p:spPr>
            <a:xfrm>
              <a:off x="3191325" y="2163325"/>
              <a:ext cx="1279300" cy="637575"/>
            </a:xfrm>
            <a:custGeom>
              <a:avLst/>
              <a:gdLst/>
              <a:ahLst/>
              <a:cxnLst/>
              <a:rect l="l" t="t" r="r" b="b"/>
              <a:pathLst>
                <a:path w="51172" h="25503" extrusionOk="0">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29" name="Google Shape;4729;p101"/>
            <p:cNvSpPr/>
            <p:nvPr/>
          </p:nvSpPr>
          <p:spPr>
            <a:xfrm>
              <a:off x="2503450" y="238125"/>
              <a:ext cx="2659250" cy="3250650"/>
            </a:xfrm>
            <a:custGeom>
              <a:avLst/>
              <a:gdLst/>
              <a:ahLst/>
              <a:cxnLst/>
              <a:rect l="l" t="t" r="r" b="b"/>
              <a:pathLst>
                <a:path w="106370" h="130026" extrusionOk="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30" name="Google Shape;4730;p101"/>
            <p:cNvSpPr/>
            <p:nvPr/>
          </p:nvSpPr>
          <p:spPr>
            <a:xfrm>
              <a:off x="1819775" y="3908175"/>
              <a:ext cx="4039175" cy="1572900"/>
            </a:xfrm>
            <a:custGeom>
              <a:avLst/>
              <a:gdLst/>
              <a:ahLst/>
              <a:cxnLst/>
              <a:rect l="l" t="t" r="r" b="b"/>
              <a:pathLst>
                <a:path w="161567" h="62916" extrusionOk="0">
                  <a:moveTo>
                    <a:pt x="14764" y="0"/>
                  </a:moveTo>
                  <a:lnTo>
                    <a:pt x="11744" y="168"/>
                  </a:lnTo>
                  <a:lnTo>
                    <a:pt x="6376" y="2349"/>
                  </a:lnTo>
                  <a:lnTo>
                    <a:pt x="2349" y="6376"/>
                  </a:lnTo>
                  <a:lnTo>
                    <a:pt x="168" y="11745"/>
                  </a:lnTo>
                  <a:lnTo>
                    <a:pt x="0" y="14765"/>
                  </a:lnTo>
                  <a:lnTo>
                    <a:pt x="0" y="48319"/>
                  </a:lnTo>
                  <a:lnTo>
                    <a:pt x="168" y="51172"/>
                  </a:lnTo>
                  <a:lnTo>
                    <a:pt x="2349" y="56540"/>
                  </a:lnTo>
                  <a:lnTo>
                    <a:pt x="6376" y="60567"/>
                  </a:lnTo>
                  <a:lnTo>
                    <a:pt x="11744" y="62748"/>
                  </a:lnTo>
                  <a:lnTo>
                    <a:pt x="14764" y="62916"/>
                  </a:lnTo>
                  <a:lnTo>
                    <a:pt x="146803" y="62916"/>
                  </a:lnTo>
                  <a:lnTo>
                    <a:pt x="149823" y="62748"/>
                  </a:lnTo>
                  <a:lnTo>
                    <a:pt x="155024" y="60567"/>
                  </a:lnTo>
                  <a:lnTo>
                    <a:pt x="159050" y="56540"/>
                  </a:lnTo>
                  <a:lnTo>
                    <a:pt x="161231" y="51172"/>
                  </a:lnTo>
                  <a:lnTo>
                    <a:pt x="161567" y="48319"/>
                  </a:lnTo>
                  <a:lnTo>
                    <a:pt x="161567" y="14765"/>
                  </a:lnTo>
                  <a:lnTo>
                    <a:pt x="161231" y="11745"/>
                  </a:lnTo>
                  <a:lnTo>
                    <a:pt x="159050" y="6376"/>
                  </a:lnTo>
                  <a:lnTo>
                    <a:pt x="155024" y="2349"/>
                  </a:lnTo>
                  <a:lnTo>
                    <a:pt x="149823" y="168"/>
                  </a:lnTo>
                  <a:lnTo>
                    <a:pt x="146803"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PUBLIC</a:t>
              </a:r>
              <a:endParaRPr sz="500">
                <a:solidFill>
                  <a:srgbClr val="252525"/>
                </a:solidFill>
                <a:latin typeface="Arial"/>
                <a:ea typeface="Arial"/>
                <a:cs typeface="Arial"/>
                <a:sym typeface="Arial"/>
              </a:endParaRPr>
            </a:p>
          </p:txBody>
        </p:sp>
      </p:grpSp>
      <p:grpSp>
        <p:nvGrpSpPr>
          <p:cNvPr id="4731" name="Google Shape;4731;p101"/>
          <p:cNvGrpSpPr/>
          <p:nvPr/>
        </p:nvGrpSpPr>
        <p:grpSpPr>
          <a:xfrm>
            <a:off x="445114" y="3249469"/>
            <a:ext cx="310855" cy="387947"/>
            <a:chOff x="1979150" y="552700"/>
            <a:chExt cx="3670075" cy="4580250"/>
          </a:xfrm>
        </p:grpSpPr>
        <p:sp>
          <p:nvSpPr>
            <p:cNvPr id="4732" name="Google Shape;4732;p101"/>
            <p:cNvSpPr/>
            <p:nvPr/>
          </p:nvSpPr>
          <p:spPr>
            <a:xfrm>
              <a:off x="3359100" y="2079425"/>
              <a:ext cx="914400" cy="914400"/>
            </a:xfrm>
            <a:custGeom>
              <a:avLst/>
              <a:gdLst/>
              <a:ahLst/>
              <a:cxnLst/>
              <a:rect l="l" t="t" r="r" b="b"/>
              <a:pathLst>
                <a:path w="36576" h="36576" extrusionOk="0">
                  <a:moveTo>
                    <a:pt x="18288" y="1"/>
                  </a:moveTo>
                  <a:lnTo>
                    <a:pt x="14597" y="169"/>
                  </a:lnTo>
                  <a:lnTo>
                    <a:pt x="7886" y="3021"/>
                  </a:lnTo>
                  <a:lnTo>
                    <a:pt x="3020" y="7886"/>
                  </a:lnTo>
                  <a:lnTo>
                    <a:pt x="168" y="14429"/>
                  </a:lnTo>
                  <a:lnTo>
                    <a:pt x="0" y="18288"/>
                  </a:lnTo>
                  <a:lnTo>
                    <a:pt x="168" y="21979"/>
                  </a:lnTo>
                  <a:lnTo>
                    <a:pt x="3020" y="28523"/>
                  </a:lnTo>
                  <a:lnTo>
                    <a:pt x="7886" y="33556"/>
                  </a:lnTo>
                  <a:lnTo>
                    <a:pt x="14597" y="36240"/>
                  </a:lnTo>
                  <a:lnTo>
                    <a:pt x="18288" y="36576"/>
                  </a:lnTo>
                  <a:lnTo>
                    <a:pt x="21979" y="36240"/>
                  </a:lnTo>
                  <a:lnTo>
                    <a:pt x="28522" y="33556"/>
                  </a:lnTo>
                  <a:lnTo>
                    <a:pt x="33555" y="28523"/>
                  </a:lnTo>
                  <a:lnTo>
                    <a:pt x="36240" y="21979"/>
                  </a:lnTo>
                  <a:lnTo>
                    <a:pt x="36575" y="18288"/>
                  </a:lnTo>
                  <a:lnTo>
                    <a:pt x="36240" y="14429"/>
                  </a:lnTo>
                  <a:lnTo>
                    <a:pt x="33555" y="7886"/>
                  </a:lnTo>
                  <a:lnTo>
                    <a:pt x="28522" y="3021"/>
                  </a:lnTo>
                  <a:lnTo>
                    <a:pt x="21979" y="169"/>
                  </a:lnTo>
                  <a:lnTo>
                    <a:pt x="18288"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200"/>
                <a:buFont typeface="Arial"/>
                <a:buNone/>
              </a:pPr>
              <a:endParaRPr sz="1200">
                <a:solidFill>
                  <a:srgbClr val="252525"/>
                </a:solidFill>
                <a:latin typeface="Arial"/>
                <a:ea typeface="Arial"/>
                <a:cs typeface="Arial"/>
                <a:sym typeface="Arial"/>
              </a:endParaRPr>
            </a:p>
          </p:txBody>
        </p:sp>
        <p:sp>
          <p:nvSpPr>
            <p:cNvPr id="4733" name="Google Shape;4733;p101"/>
            <p:cNvSpPr/>
            <p:nvPr/>
          </p:nvSpPr>
          <p:spPr>
            <a:xfrm>
              <a:off x="2893525" y="3308375"/>
              <a:ext cx="1832950" cy="910200"/>
            </a:xfrm>
            <a:custGeom>
              <a:avLst/>
              <a:gdLst/>
              <a:ahLst/>
              <a:cxnLst/>
              <a:rect l="l" t="t" r="r" b="b"/>
              <a:pathLst>
                <a:path w="73318" h="36408" extrusionOk="0">
                  <a:moveTo>
                    <a:pt x="36575" y="1"/>
                  </a:moveTo>
                  <a:lnTo>
                    <a:pt x="32381" y="169"/>
                  </a:lnTo>
                  <a:lnTo>
                    <a:pt x="24831" y="1511"/>
                  </a:lnTo>
                  <a:lnTo>
                    <a:pt x="18456" y="4027"/>
                  </a:lnTo>
                  <a:lnTo>
                    <a:pt x="13255" y="7551"/>
                  </a:lnTo>
                  <a:lnTo>
                    <a:pt x="8892" y="11577"/>
                  </a:lnTo>
                  <a:lnTo>
                    <a:pt x="5537" y="16107"/>
                  </a:lnTo>
                  <a:lnTo>
                    <a:pt x="1846" y="22986"/>
                  </a:lnTo>
                  <a:lnTo>
                    <a:pt x="336" y="27348"/>
                  </a:lnTo>
                  <a:lnTo>
                    <a:pt x="0" y="29193"/>
                  </a:lnTo>
                  <a:lnTo>
                    <a:pt x="839" y="32381"/>
                  </a:lnTo>
                  <a:lnTo>
                    <a:pt x="3020" y="34898"/>
                  </a:lnTo>
                  <a:lnTo>
                    <a:pt x="6208" y="36240"/>
                  </a:lnTo>
                  <a:lnTo>
                    <a:pt x="8221" y="36408"/>
                  </a:lnTo>
                  <a:lnTo>
                    <a:pt x="65265" y="36408"/>
                  </a:lnTo>
                  <a:lnTo>
                    <a:pt x="67110" y="36240"/>
                  </a:lnTo>
                  <a:lnTo>
                    <a:pt x="70298" y="34898"/>
                  </a:lnTo>
                  <a:lnTo>
                    <a:pt x="72647" y="32381"/>
                  </a:lnTo>
                  <a:lnTo>
                    <a:pt x="73318" y="29193"/>
                  </a:lnTo>
                  <a:lnTo>
                    <a:pt x="72982" y="27348"/>
                  </a:lnTo>
                  <a:lnTo>
                    <a:pt x="71640" y="22986"/>
                  </a:lnTo>
                  <a:lnTo>
                    <a:pt x="67781" y="16107"/>
                  </a:lnTo>
                  <a:lnTo>
                    <a:pt x="64426" y="11577"/>
                  </a:lnTo>
                  <a:lnTo>
                    <a:pt x="60064" y="7551"/>
                  </a:lnTo>
                  <a:lnTo>
                    <a:pt x="54695" y="4027"/>
                  </a:lnTo>
                  <a:lnTo>
                    <a:pt x="48319" y="1511"/>
                  </a:lnTo>
                  <a:lnTo>
                    <a:pt x="40769" y="169"/>
                  </a:lnTo>
                  <a:lnTo>
                    <a:pt x="3657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200"/>
                <a:buFont typeface="Arial"/>
                <a:buNone/>
              </a:pPr>
              <a:endParaRPr sz="1200">
                <a:solidFill>
                  <a:srgbClr val="252525"/>
                </a:solidFill>
                <a:latin typeface="Arial"/>
                <a:ea typeface="Arial"/>
                <a:cs typeface="Arial"/>
                <a:sym typeface="Arial"/>
              </a:endParaRPr>
            </a:p>
          </p:txBody>
        </p:sp>
        <p:sp>
          <p:nvSpPr>
            <p:cNvPr id="4734" name="Google Shape;4734;p101"/>
            <p:cNvSpPr/>
            <p:nvPr/>
          </p:nvSpPr>
          <p:spPr>
            <a:xfrm>
              <a:off x="1979150" y="552700"/>
              <a:ext cx="3670075" cy="4580250"/>
            </a:xfrm>
            <a:custGeom>
              <a:avLst/>
              <a:gdLst/>
              <a:ahLst/>
              <a:cxnLst/>
              <a:rect l="l" t="t" r="r" b="b"/>
              <a:pathLst>
                <a:path w="146803" h="183210" extrusionOk="0">
                  <a:moveTo>
                    <a:pt x="66942" y="0"/>
                  </a:moveTo>
                  <a:lnTo>
                    <a:pt x="66942" y="24160"/>
                  </a:lnTo>
                  <a:lnTo>
                    <a:pt x="30535" y="24160"/>
                  </a:lnTo>
                  <a:lnTo>
                    <a:pt x="27516" y="24327"/>
                  </a:lnTo>
                  <a:lnTo>
                    <a:pt x="21476" y="25502"/>
                  </a:lnTo>
                  <a:lnTo>
                    <a:pt x="15939" y="27851"/>
                  </a:lnTo>
                  <a:lnTo>
                    <a:pt x="11074" y="31206"/>
                  </a:lnTo>
                  <a:lnTo>
                    <a:pt x="6879" y="35400"/>
                  </a:lnTo>
                  <a:lnTo>
                    <a:pt x="3524" y="40266"/>
                  </a:lnTo>
                  <a:lnTo>
                    <a:pt x="1175" y="45802"/>
                  </a:lnTo>
                  <a:lnTo>
                    <a:pt x="1" y="51675"/>
                  </a:lnTo>
                  <a:lnTo>
                    <a:pt x="1" y="54862"/>
                  </a:lnTo>
                  <a:lnTo>
                    <a:pt x="1" y="152507"/>
                  </a:lnTo>
                  <a:lnTo>
                    <a:pt x="1" y="155695"/>
                  </a:lnTo>
                  <a:lnTo>
                    <a:pt x="1175" y="161734"/>
                  </a:lnTo>
                  <a:lnTo>
                    <a:pt x="3524" y="167103"/>
                  </a:lnTo>
                  <a:lnTo>
                    <a:pt x="6879" y="172136"/>
                  </a:lnTo>
                  <a:lnTo>
                    <a:pt x="11074" y="176163"/>
                  </a:lnTo>
                  <a:lnTo>
                    <a:pt x="15939" y="179518"/>
                  </a:lnTo>
                  <a:lnTo>
                    <a:pt x="21476" y="181867"/>
                  </a:lnTo>
                  <a:lnTo>
                    <a:pt x="27516" y="183042"/>
                  </a:lnTo>
                  <a:lnTo>
                    <a:pt x="30535" y="183210"/>
                  </a:lnTo>
                  <a:lnTo>
                    <a:pt x="116100" y="183210"/>
                  </a:lnTo>
                  <a:lnTo>
                    <a:pt x="119120" y="183042"/>
                  </a:lnTo>
                  <a:lnTo>
                    <a:pt x="125160" y="181867"/>
                  </a:lnTo>
                  <a:lnTo>
                    <a:pt x="130697" y="179518"/>
                  </a:lnTo>
                  <a:lnTo>
                    <a:pt x="135562" y="176163"/>
                  </a:lnTo>
                  <a:lnTo>
                    <a:pt x="139756" y="172136"/>
                  </a:lnTo>
                  <a:lnTo>
                    <a:pt x="143112" y="167103"/>
                  </a:lnTo>
                  <a:lnTo>
                    <a:pt x="145461" y="161734"/>
                  </a:lnTo>
                  <a:lnTo>
                    <a:pt x="146635" y="155695"/>
                  </a:lnTo>
                  <a:lnTo>
                    <a:pt x="146803" y="152507"/>
                  </a:lnTo>
                  <a:lnTo>
                    <a:pt x="146803" y="54862"/>
                  </a:lnTo>
                  <a:lnTo>
                    <a:pt x="146635" y="51675"/>
                  </a:lnTo>
                  <a:lnTo>
                    <a:pt x="145461" y="45802"/>
                  </a:lnTo>
                  <a:lnTo>
                    <a:pt x="143112" y="40266"/>
                  </a:lnTo>
                  <a:lnTo>
                    <a:pt x="139756" y="35400"/>
                  </a:lnTo>
                  <a:lnTo>
                    <a:pt x="135562" y="31206"/>
                  </a:lnTo>
                  <a:lnTo>
                    <a:pt x="130697" y="27851"/>
                  </a:lnTo>
                  <a:lnTo>
                    <a:pt x="125160" y="25502"/>
                  </a:lnTo>
                  <a:lnTo>
                    <a:pt x="119120" y="24327"/>
                  </a:lnTo>
                  <a:lnTo>
                    <a:pt x="116100" y="24160"/>
                  </a:lnTo>
                  <a:lnTo>
                    <a:pt x="79526" y="24160"/>
                  </a:lnTo>
                  <a:lnTo>
                    <a:pt x="79526" y="0"/>
                  </a:lnTo>
                  <a:close/>
                  <a:moveTo>
                    <a:pt x="12584" y="54862"/>
                  </a:moveTo>
                  <a:lnTo>
                    <a:pt x="12751" y="51171"/>
                  </a:lnTo>
                  <a:lnTo>
                    <a:pt x="15436" y="44796"/>
                  </a:lnTo>
                  <a:lnTo>
                    <a:pt x="20469" y="39763"/>
                  </a:lnTo>
                  <a:lnTo>
                    <a:pt x="26844" y="37078"/>
                  </a:lnTo>
                  <a:lnTo>
                    <a:pt x="30535" y="36743"/>
                  </a:lnTo>
                  <a:lnTo>
                    <a:pt x="116100" y="36743"/>
                  </a:lnTo>
                  <a:lnTo>
                    <a:pt x="119791" y="37078"/>
                  </a:lnTo>
                  <a:lnTo>
                    <a:pt x="126167" y="39763"/>
                  </a:lnTo>
                  <a:lnTo>
                    <a:pt x="131200" y="44796"/>
                  </a:lnTo>
                  <a:lnTo>
                    <a:pt x="133884" y="51171"/>
                  </a:lnTo>
                  <a:lnTo>
                    <a:pt x="134220" y="54862"/>
                  </a:lnTo>
                  <a:lnTo>
                    <a:pt x="134220" y="152507"/>
                  </a:lnTo>
                  <a:lnTo>
                    <a:pt x="133884" y="156198"/>
                  </a:lnTo>
                  <a:lnTo>
                    <a:pt x="131200" y="162741"/>
                  </a:lnTo>
                  <a:lnTo>
                    <a:pt x="126167" y="167607"/>
                  </a:lnTo>
                  <a:lnTo>
                    <a:pt x="119791" y="170459"/>
                  </a:lnTo>
                  <a:lnTo>
                    <a:pt x="116100" y="170626"/>
                  </a:lnTo>
                  <a:lnTo>
                    <a:pt x="30535" y="170626"/>
                  </a:lnTo>
                  <a:lnTo>
                    <a:pt x="26844" y="170459"/>
                  </a:lnTo>
                  <a:lnTo>
                    <a:pt x="20469" y="167607"/>
                  </a:lnTo>
                  <a:lnTo>
                    <a:pt x="15436" y="162741"/>
                  </a:lnTo>
                  <a:lnTo>
                    <a:pt x="12751" y="156198"/>
                  </a:lnTo>
                  <a:lnTo>
                    <a:pt x="12584" y="152507"/>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200"/>
                <a:buFont typeface="Arial"/>
                <a:buNone/>
              </a:pPr>
              <a:endParaRPr sz="1200">
                <a:solidFill>
                  <a:srgbClr val="252525"/>
                </a:solidFill>
                <a:latin typeface="Arial"/>
                <a:ea typeface="Arial"/>
                <a:cs typeface="Arial"/>
                <a:sym typeface="Arial"/>
              </a:endParaRPr>
            </a:p>
          </p:txBody>
        </p:sp>
      </p:grpSp>
      <p:grpSp>
        <p:nvGrpSpPr>
          <p:cNvPr id="4735" name="Google Shape;4735;p101"/>
          <p:cNvGrpSpPr/>
          <p:nvPr/>
        </p:nvGrpSpPr>
        <p:grpSpPr>
          <a:xfrm>
            <a:off x="1895311" y="3249460"/>
            <a:ext cx="579247" cy="444078"/>
            <a:chOff x="394791" y="238125"/>
            <a:chExt cx="6838811" cy="5242951"/>
          </a:xfrm>
        </p:grpSpPr>
        <p:sp>
          <p:nvSpPr>
            <p:cNvPr id="4736" name="Google Shape;4736;p101"/>
            <p:cNvSpPr/>
            <p:nvPr/>
          </p:nvSpPr>
          <p:spPr>
            <a:xfrm>
              <a:off x="3514275" y="1303475"/>
              <a:ext cx="641775" cy="641775"/>
            </a:xfrm>
            <a:custGeom>
              <a:avLst/>
              <a:gdLst/>
              <a:ahLst/>
              <a:cxnLst/>
              <a:rect l="l" t="t" r="r" b="b"/>
              <a:pathLst>
                <a:path w="25671" h="25671" extrusionOk="0">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37" name="Google Shape;4737;p101"/>
            <p:cNvSpPr/>
            <p:nvPr/>
          </p:nvSpPr>
          <p:spPr>
            <a:xfrm>
              <a:off x="3191325" y="2163325"/>
              <a:ext cx="1279300" cy="637575"/>
            </a:xfrm>
            <a:custGeom>
              <a:avLst/>
              <a:gdLst/>
              <a:ahLst/>
              <a:cxnLst/>
              <a:rect l="l" t="t" r="r" b="b"/>
              <a:pathLst>
                <a:path w="51172" h="25503" extrusionOk="0">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38" name="Google Shape;4738;p101"/>
            <p:cNvSpPr/>
            <p:nvPr/>
          </p:nvSpPr>
          <p:spPr>
            <a:xfrm>
              <a:off x="2503450" y="238125"/>
              <a:ext cx="2659250" cy="3250650"/>
            </a:xfrm>
            <a:custGeom>
              <a:avLst/>
              <a:gdLst/>
              <a:ahLst/>
              <a:cxnLst/>
              <a:rect l="l" t="t" r="r" b="b"/>
              <a:pathLst>
                <a:path w="106370" h="130026" extrusionOk="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39" name="Google Shape;4739;p101"/>
            <p:cNvSpPr/>
            <p:nvPr/>
          </p:nvSpPr>
          <p:spPr>
            <a:xfrm>
              <a:off x="394791" y="3908176"/>
              <a:ext cx="6838811" cy="1572900"/>
            </a:xfrm>
            <a:custGeom>
              <a:avLst/>
              <a:gdLst/>
              <a:ahLst/>
              <a:cxnLst/>
              <a:rect l="l" t="t" r="r" b="b"/>
              <a:pathLst>
                <a:path w="205524" h="62916" extrusionOk="0">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ACCOUNTADMIN</a:t>
              </a:r>
              <a:endParaRPr sz="500">
                <a:solidFill>
                  <a:srgbClr val="252525"/>
                </a:solidFill>
                <a:latin typeface="Arial"/>
                <a:ea typeface="Arial"/>
                <a:cs typeface="Arial"/>
                <a:sym typeface="Arial"/>
              </a:endParaRPr>
            </a:p>
          </p:txBody>
        </p:sp>
      </p:grpSp>
      <p:grpSp>
        <p:nvGrpSpPr>
          <p:cNvPr id="4740" name="Google Shape;4740;p101"/>
          <p:cNvGrpSpPr/>
          <p:nvPr/>
        </p:nvGrpSpPr>
        <p:grpSpPr>
          <a:xfrm>
            <a:off x="2703625" y="3249460"/>
            <a:ext cx="565887" cy="444078"/>
            <a:chOff x="414430" y="238125"/>
            <a:chExt cx="6681071" cy="5242951"/>
          </a:xfrm>
        </p:grpSpPr>
        <p:sp>
          <p:nvSpPr>
            <p:cNvPr id="4741" name="Google Shape;4741;p101"/>
            <p:cNvSpPr/>
            <p:nvPr/>
          </p:nvSpPr>
          <p:spPr>
            <a:xfrm>
              <a:off x="3514275" y="1303475"/>
              <a:ext cx="641775" cy="641775"/>
            </a:xfrm>
            <a:custGeom>
              <a:avLst/>
              <a:gdLst/>
              <a:ahLst/>
              <a:cxnLst/>
              <a:rect l="l" t="t" r="r" b="b"/>
              <a:pathLst>
                <a:path w="25671" h="25671" extrusionOk="0">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42" name="Google Shape;4742;p101"/>
            <p:cNvSpPr/>
            <p:nvPr/>
          </p:nvSpPr>
          <p:spPr>
            <a:xfrm>
              <a:off x="3191325" y="2163325"/>
              <a:ext cx="1279300" cy="637575"/>
            </a:xfrm>
            <a:custGeom>
              <a:avLst/>
              <a:gdLst/>
              <a:ahLst/>
              <a:cxnLst/>
              <a:rect l="l" t="t" r="r" b="b"/>
              <a:pathLst>
                <a:path w="51172" h="25503" extrusionOk="0">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43" name="Google Shape;4743;p101"/>
            <p:cNvSpPr/>
            <p:nvPr/>
          </p:nvSpPr>
          <p:spPr>
            <a:xfrm>
              <a:off x="2503450" y="238125"/>
              <a:ext cx="2659250" cy="3250650"/>
            </a:xfrm>
            <a:custGeom>
              <a:avLst/>
              <a:gdLst/>
              <a:ahLst/>
              <a:cxnLst/>
              <a:rect l="l" t="t" r="r" b="b"/>
              <a:pathLst>
                <a:path w="106370" h="130026" extrusionOk="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44" name="Google Shape;4744;p101"/>
            <p:cNvSpPr/>
            <p:nvPr/>
          </p:nvSpPr>
          <p:spPr>
            <a:xfrm>
              <a:off x="414430" y="3908176"/>
              <a:ext cx="6681071" cy="1572900"/>
            </a:xfrm>
            <a:custGeom>
              <a:avLst/>
              <a:gdLst/>
              <a:ahLst/>
              <a:cxnLst/>
              <a:rect l="l" t="t" r="r" b="b"/>
              <a:pathLst>
                <a:path w="205524" h="62916" extrusionOk="0">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SECURITYADMIN</a:t>
              </a:r>
              <a:endParaRPr sz="500">
                <a:solidFill>
                  <a:srgbClr val="252525"/>
                </a:solidFill>
                <a:latin typeface="Arial"/>
                <a:ea typeface="Arial"/>
                <a:cs typeface="Arial"/>
                <a:sym typeface="Arial"/>
              </a:endParaRPr>
            </a:p>
          </p:txBody>
        </p:sp>
      </p:grpSp>
      <p:grpSp>
        <p:nvGrpSpPr>
          <p:cNvPr id="4745" name="Google Shape;4745;p101"/>
          <p:cNvGrpSpPr/>
          <p:nvPr/>
        </p:nvGrpSpPr>
        <p:grpSpPr>
          <a:xfrm>
            <a:off x="3549133" y="3249460"/>
            <a:ext cx="435197" cy="444078"/>
            <a:chOff x="1245150" y="238125"/>
            <a:chExt cx="5138100" cy="5242950"/>
          </a:xfrm>
        </p:grpSpPr>
        <p:sp>
          <p:nvSpPr>
            <p:cNvPr id="4746" name="Google Shape;4746;p101"/>
            <p:cNvSpPr/>
            <p:nvPr/>
          </p:nvSpPr>
          <p:spPr>
            <a:xfrm>
              <a:off x="3514275" y="1303475"/>
              <a:ext cx="641775" cy="641775"/>
            </a:xfrm>
            <a:custGeom>
              <a:avLst/>
              <a:gdLst/>
              <a:ahLst/>
              <a:cxnLst/>
              <a:rect l="l" t="t" r="r" b="b"/>
              <a:pathLst>
                <a:path w="25671" h="25671" extrusionOk="0">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47" name="Google Shape;4747;p101"/>
            <p:cNvSpPr/>
            <p:nvPr/>
          </p:nvSpPr>
          <p:spPr>
            <a:xfrm>
              <a:off x="3191325" y="2163325"/>
              <a:ext cx="1279300" cy="637575"/>
            </a:xfrm>
            <a:custGeom>
              <a:avLst/>
              <a:gdLst/>
              <a:ahLst/>
              <a:cxnLst/>
              <a:rect l="l" t="t" r="r" b="b"/>
              <a:pathLst>
                <a:path w="51172" h="25503" extrusionOk="0">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48" name="Google Shape;4748;p101"/>
            <p:cNvSpPr/>
            <p:nvPr/>
          </p:nvSpPr>
          <p:spPr>
            <a:xfrm>
              <a:off x="2503450" y="238125"/>
              <a:ext cx="2659250" cy="3250650"/>
            </a:xfrm>
            <a:custGeom>
              <a:avLst/>
              <a:gdLst/>
              <a:ahLst/>
              <a:cxnLst/>
              <a:rect l="l" t="t" r="r" b="b"/>
              <a:pathLst>
                <a:path w="106370" h="130026" extrusionOk="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49" name="Google Shape;4749;p101"/>
            <p:cNvSpPr/>
            <p:nvPr/>
          </p:nvSpPr>
          <p:spPr>
            <a:xfrm>
              <a:off x="1245150" y="3908175"/>
              <a:ext cx="5138100" cy="1572900"/>
            </a:xfrm>
            <a:custGeom>
              <a:avLst/>
              <a:gdLst/>
              <a:ahLst/>
              <a:cxnLst/>
              <a:rect l="l" t="t" r="r" b="b"/>
              <a:pathLst>
                <a:path w="205524" h="62916" extrusionOk="0">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USERADMIN</a:t>
              </a:r>
              <a:endParaRPr sz="500">
                <a:solidFill>
                  <a:srgbClr val="252525"/>
                </a:solidFill>
                <a:latin typeface="Arial"/>
                <a:ea typeface="Arial"/>
                <a:cs typeface="Arial"/>
                <a:sym typeface="Arial"/>
              </a:endParaRPr>
            </a:p>
          </p:txBody>
        </p:sp>
      </p:grpSp>
      <p:grpSp>
        <p:nvGrpSpPr>
          <p:cNvPr id="4750" name="Google Shape;4750;p101"/>
          <p:cNvGrpSpPr/>
          <p:nvPr/>
        </p:nvGrpSpPr>
        <p:grpSpPr>
          <a:xfrm>
            <a:off x="4343928" y="3249460"/>
            <a:ext cx="435197" cy="444078"/>
            <a:chOff x="1245150" y="238125"/>
            <a:chExt cx="5138100" cy="5242950"/>
          </a:xfrm>
        </p:grpSpPr>
        <p:sp>
          <p:nvSpPr>
            <p:cNvPr id="4751" name="Google Shape;4751;p101"/>
            <p:cNvSpPr/>
            <p:nvPr/>
          </p:nvSpPr>
          <p:spPr>
            <a:xfrm>
              <a:off x="3514275" y="1303475"/>
              <a:ext cx="641775" cy="641775"/>
            </a:xfrm>
            <a:custGeom>
              <a:avLst/>
              <a:gdLst/>
              <a:ahLst/>
              <a:cxnLst/>
              <a:rect l="l" t="t" r="r" b="b"/>
              <a:pathLst>
                <a:path w="25671" h="25671" extrusionOk="0">
                  <a:moveTo>
                    <a:pt x="12752" y="1"/>
                  </a:moveTo>
                  <a:lnTo>
                    <a:pt x="10235" y="168"/>
                  </a:lnTo>
                  <a:lnTo>
                    <a:pt x="5537" y="2182"/>
                  </a:lnTo>
                  <a:lnTo>
                    <a:pt x="2182" y="5705"/>
                  </a:lnTo>
                  <a:lnTo>
                    <a:pt x="169" y="10235"/>
                  </a:lnTo>
                  <a:lnTo>
                    <a:pt x="1" y="12919"/>
                  </a:lnTo>
                  <a:lnTo>
                    <a:pt x="169" y="15436"/>
                  </a:lnTo>
                  <a:lnTo>
                    <a:pt x="2182" y="20134"/>
                  </a:lnTo>
                  <a:lnTo>
                    <a:pt x="5537" y="23489"/>
                  </a:lnTo>
                  <a:lnTo>
                    <a:pt x="10235" y="25502"/>
                  </a:lnTo>
                  <a:lnTo>
                    <a:pt x="12752" y="25670"/>
                  </a:lnTo>
                  <a:lnTo>
                    <a:pt x="15436" y="25502"/>
                  </a:lnTo>
                  <a:lnTo>
                    <a:pt x="19966" y="23489"/>
                  </a:lnTo>
                  <a:lnTo>
                    <a:pt x="23489" y="20134"/>
                  </a:lnTo>
                  <a:lnTo>
                    <a:pt x="25503" y="15436"/>
                  </a:lnTo>
                  <a:lnTo>
                    <a:pt x="25670" y="12919"/>
                  </a:lnTo>
                  <a:lnTo>
                    <a:pt x="25503" y="10235"/>
                  </a:lnTo>
                  <a:lnTo>
                    <a:pt x="23489" y="5705"/>
                  </a:lnTo>
                  <a:lnTo>
                    <a:pt x="19966" y="2182"/>
                  </a:lnTo>
                  <a:lnTo>
                    <a:pt x="15436" y="168"/>
                  </a:lnTo>
                  <a:lnTo>
                    <a:pt x="12752"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52" name="Google Shape;4752;p101"/>
            <p:cNvSpPr/>
            <p:nvPr/>
          </p:nvSpPr>
          <p:spPr>
            <a:xfrm>
              <a:off x="3191325" y="2163325"/>
              <a:ext cx="1279300" cy="637575"/>
            </a:xfrm>
            <a:custGeom>
              <a:avLst/>
              <a:gdLst/>
              <a:ahLst/>
              <a:cxnLst/>
              <a:rect l="l" t="t" r="r" b="b"/>
              <a:pathLst>
                <a:path w="51172" h="25503" extrusionOk="0">
                  <a:moveTo>
                    <a:pt x="25502" y="0"/>
                  </a:moveTo>
                  <a:lnTo>
                    <a:pt x="22482" y="168"/>
                  </a:lnTo>
                  <a:lnTo>
                    <a:pt x="17281" y="1175"/>
                  </a:lnTo>
                  <a:lnTo>
                    <a:pt x="12919" y="2853"/>
                  </a:lnTo>
                  <a:lnTo>
                    <a:pt x="9228" y="5369"/>
                  </a:lnTo>
                  <a:lnTo>
                    <a:pt x="4866" y="9731"/>
                  </a:lnTo>
                  <a:lnTo>
                    <a:pt x="1175" y="16107"/>
                  </a:lnTo>
                  <a:lnTo>
                    <a:pt x="168" y="19294"/>
                  </a:lnTo>
                  <a:lnTo>
                    <a:pt x="0" y="20469"/>
                  </a:lnTo>
                  <a:lnTo>
                    <a:pt x="504" y="22650"/>
                  </a:lnTo>
                  <a:lnTo>
                    <a:pt x="2014" y="24495"/>
                  </a:lnTo>
                  <a:lnTo>
                    <a:pt x="4362" y="25502"/>
                  </a:lnTo>
                  <a:lnTo>
                    <a:pt x="46809" y="25502"/>
                  </a:lnTo>
                  <a:lnTo>
                    <a:pt x="49158" y="24495"/>
                  </a:lnTo>
                  <a:lnTo>
                    <a:pt x="50668" y="22650"/>
                  </a:lnTo>
                  <a:lnTo>
                    <a:pt x="51171" y="20469"/>
                  </a:lnTo>
                  <a:lnTo>
                    <a:pt x="51004" y="19294"/>
                  </a:lnTo>
                  <a:lnTo>
                    <a:pt x="49997" y="16107"/>
                  </a:lnTo>
                  <a:lnTo>
                    <a:pt x="46306" y="9731"/>
                  </a:lnTo>
                  <a:lnTo>
                    <a:pt x="41944" y="5369"/>
                  </a:lnTo>
                  <a:lnTo>
                    <a:pt x="38085" y="2853"/>
                  </a:lnTo>
                  <a:lnTo>
                    <a:pt x="33723" y="1175"/>
                  </a:lnTo>
                  <a:lnTo>
                    <a:pt x="28522" y="168"/>
                  </a:lnTo>
                  <a:lnTo>
                    <a:pt x="25502"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53" name="Google Shape;4753;p101"/>
            <p:cNvSpPr/>
            <p:nvPr/>
          </p:nvSpPr>
          <p:spPr>
            <a:xfrm>
              <a:off x="2503450" y="238125"/>
              <a:ext cx="2659250" cy="3250650"/>
            </a:xfrm>
            <a:custGeom>
              <a:avLst/>
              <a:gdLst/>
              <a:ahLst/>
              <a:cxnLst/>
              <a:rect l="l" t="t" r="r" b="b"/>
              <a:pathLst>
                <a:path w="106370" h="130026" extrusionOk="0">
                  <a:moveTo>
                    <a:pt x="46809" y="0"/>
                  </a:moveTo>
                  <a:lnTo>
                    <a:pt x="46809" y="15100"/>
                  </a:lnTo>
                  <a:lnTo>
                    <a:pt x="23321" y="15100"/>
                  </a:lnTo>
                  <a:lnTo>
                    <a:pt x="20804" y="15100"/>
                  </a:lnTo>
                  <a:lnTo>
                    <a:pt x="16274" y="16106"/>
                  </a:lnTo>
                  <a:lnTo>
                    <a:pt x="12080" y="17784"/>
                  </a:lnTo>
                  <a:lnTo>
                    <a:pt x="8389" y="20301"/>
                  </a:lnTo>
                  <a:lnTo>
                    <a:pt x="5201" y="23488"/>
                  </a:lnTo>
                  <a:lnTo>
                    <a:pt x="2685" y="27179"/>
                  </a:lnTo>
                  <a:lnTo>
                    <a:pt x="1007" y="31374"/>
                  </a:lnTo>
                  <a:lnTo>
                    <a:pt x="0" y="36071"/>
                  </a:lnTo>
                  <a:lnTo>
                    <a:pt x="0" y="38420"/>
                  </a:lnTo>
                  <a:lnTo>
                    <a:pt x="0" y="106704"/>
                  </a:lnTo>
                  <a:lnTo>
                    <a:pt x="0" y="109053"/>
                  </a:lnTo>
                  <a:lnTo>
                    <a:pt x="1007" y="113583"/>
                  </a:lnTo>
                  <a:lnTo>
                    <a:pt x="2685" y="117778"/>
                  </a:lnTo>
                  <a:lnTo>
                    <a:pt x="5201" y="121469"/>
                  </a:lnTo>
                  <a:lnTo>
                    <a:pt x="8389" y="124656"/>
                  </a:lnTo>
                  <a:lnTo>
                    <a:pt x="12080" y="127173"/>
                  </a:lnTo>
                  <a:lnTo>
                    <a:pt x="16274" y="129018"/>
                  </a:lnTo>
                  <a:lnTo>
                    <a:pt x="20804" y="130025"/>
                  </a:lnTo>
                  <a:lnTo>
                    <a:pt x="23321" y="130025"/>
                  </a:lnTo>
                  <a:lnTo>
                    <a:pt x="83049" y="130025"/>
                  </a:lnTo>
                  <a:lnTo>
                    <a:pt x="85397" y="130025"/>
                  </a:lnTo>
                  <a:lnTo>
                    <a:pt x="89927" y="129018"/>
                  </a:lnTo>
                  <a:lnTo>
                    <a:pt x="94122" y="127173"/>
                  </a:lnTo>
                  <a:lnTo>
                    <a:pt x="97813" y="124656"/>
                  </a:lnTo>
                  <a:lnTo>
                    <a:pt x="101000" y="121469"/>
                  </a:lnTo>
                  <a:lnTo>
                    <a:pt x="103517" y="117778"/>
                  </a:lnTo>
                  <a:lnTo>
                    <a:pt x="105363" y="113583"/>
                  </a:lnTo>
                  <a:lnTo>
                    <a:pt x="106201" y="109053"/>
                  </a:lnTo>
                  <a:lnTo>
                    <a:pt x="106369" y="106704"/>
                  </a:lnTo>
                  <a:lnTo>
                    <a:pt x="106369" y="38420"/>
                  </a:lnTo>
                  <a:lnTo>
                    <a:pt x="106201" y="36071"/>
                  </a:lnTo>
                  <a:lnTo>
                    <a:pt x="105363" y="31374"/>
                  </a:lnTo>
                  <a:lnTo>
                    <a:pt x="103517" y="27179"/>
                  </a:lnTo>
                  <a:lnTo>
                    <a:pt x="101000" y="23488"/>
                  </a:lnTo>
                  <a:lnTo>
                    <a:pt x="97813" y="20301"/>
                  </a:lnTo>
                  <a:lnTo>
                    <a:pt x="94122" y="17784"/>
                  </a:lnTo>
                  <a:lnTo>
                    <a:pt x="89927" y="16106"/>
                  </a:lnTo>
                  <a:lnTo>
                    <a:pt x="85397" y="15100"/>
                  </a:lnTo>
                  <a:lnTo>
                    <a:pt x="83049" y="15100"/>
                  </a:lnTo>
                  <a:lnTo>
                    <a:pt x="59392" y="15100"/>
                  </a:lnTo>
                  <a:lnTo>
                    <a:pt x="59392" y="0"/>
                  </a:lnTo>
                  <a:close/>
                  <a:moveTo>
                    <a:pt x="12583" y="38420"/>
                  </a:moveTo>
                  <a:lnTo>
                    <a:pt x="12583" y="36239"/>
                  </a:lnTo>
                  <a:lnTo>
                    <a:pt x="14261" y="32380"/>
                  </a:lnTo>
                  <a:lnTo>
                    <a:pt x="17281" y="29360"/>
                  </a:lnTo>
                  <a:lnTo>
                    <a:pt x="21140" y="27851"/>
                  </a:lnTo>
                  <a:lnTo>
                    <a:pt x="23321" y="27683"/>
                  </a:lnTo>
                  <a:lnTo>
                    <a:pt x="83049" y="27683"/>
                  </a:lnTo>
                  <a:lnTo>
                    <a:pt x="85230" y="27851"/>
                  </a:lnTo>
                  <a:lnTo>
                    <a:pt x="89088" y="29360"/>
                  </a:lnTo>
                  <a:lnTo>
                    <a:pt x="91941" y="32380"/>
                  </a:lnTo>
                  <a:lnTo>
                    <a:pt x="93618" y="36239"/>
                  </a:lnTo>
                  <a:lnTo>
                    <a:pt x="93786" y="38420"/>
                  </a:lnTo>
                  <a:lnTo>
                    <a:pt x="93786" y="106704"/>
                  </a:lnTo>
                  <a:lnTo>
                    <a:pt x="93618" y="108885"/>
                  </a:lnTo>
                  <a:lnTo>
                    <a:pt x="91941" y="112744"/>
                  </a:lnTo>
                  <a:lnTo>
                    <a:pt x="89088" y="115596"/>
                  </a:lnTo>
                  <a:lnTo>
                    <a:pt x="85230" y="117274"/>
                  </a:lnTo>
                  <a:lnTo>
                    <a:pt x="83049" y="117442"/>
                  </a:lnTo>
                  <a:lnTo>
                    <a:pt x="23321" y="117442"/>
                  </a:lnTo>
                  <a:lnTo>
                    <a:pt x="21140" y="117274"/>
                  </a:lnTo>
                  <a:lnTo>
                    <a:pt x="17281" y="115596"/>
                  </a:lnTo>
                  <a:lnTo>
                    <a:pt x="14261" y="112744"/>
                  </a:lnTo>
                  <a:lnTo>
                    <a:pt x="12583" y="108885"/>
                  </a:lnTo>
                  <a:lnTo>
                    <a:pt x="12583" y="106704"/>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54" name="Google Shape;4754;p101"/>
            <p:cNvSpPr/>
            <p:nvPr/>
          </p:nvSpPr>
          <p:spPr>
            <a:xfrm>
              <a:off x="1245150" y="3908175"/>
              <a:ext cx="5138100" cy="1572900"/>
            </a:xfrm>
            <a:custGeom>
              <a:avLst/>
              <a:gdLst/>
              <a:ahLst/>
              <a:cxnLst/>
              <a:rect l="l" t="t" r="r" b="b"/>
              <a:pathLst>
                <a:path w="205524" h="62916" extrusionOk="0">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SYSADMIN</a:t>
              </a:r>
              <a:endParaRPr sz="500">
                <a:solidFill>
                  <a:srgbClr val="252525"/>
                </a:solidFill>
                <a:latin typeface="Arial"/>
                <a:ea typeface="Arial"/>
                <a:cs typeface="Arial"/>
                <a:sym typeface="Arial"/>
              </a:endParaRPr>
            </a:p>
          </p:txBody>
        </p:sp>
      </p:grpSp>
      <p:sp>
        <p:nvSpPr>
          <p:cNvPr id="4755" name="Google Shape;4755;p101"/>
          <p:cNvSpPr txBox="1"/>
          <p:nvPr/>
        </p:nvSpPr>
        <p:spPr>
          <a:xfrm>
            <a:off x="436247" y="3692109"/>
            <a:ext cx="328500" cy="1089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Role</a:t>
            </a:r>
            <a:endParaRPr sz="600">
              <a:solidFill>
                <a:srgbClr val="11567F"/>
              </a:solidFill>
              <a:latin typeface="Arial"/>
              <a:ea typeface="Arial"/>
              <a:cs typeface="Arial"/>
              <a:sym typeface="Arial"/>
            </a:endParaRPr>
          </a:p>
        </p:txBody>
      </p:sp>
      <p:grpSp>
        <p:nvGrpSpPr>
          <p:cNvPr id="4756" name="Google Shape;4756;p101"/>
          <p:cNvGrpSpPr/>
          <p:nvPr/>
        </p:nvGrpSpPr>
        <p:grpSpPr>
          <a:xfrm>
            <a:off x="445778" y="4053888"/>
            <a:ext cx="353997" cy="354330"/>
            <a:chOff x="1190625" y="238125"/>
            <a:chExt cx="5228900" cy="5233825"/>
          </a:xfrm>
        </p:grpSpPr>
        <p:sp>
          <p:nvSpPr>
            <p:cNvPr id="4757" name="Google Shape;4757;p101"/>
            <p:cNvSpPr/>
            <p:nvPr/>
          </p:nvSpPr>
          <p:spPr>
            <a:xfrm>
              <a:off x="2113075" y="1249350"/>
              <a:ext cx="2219825" cy="370000"/>
            </a:xfrm>
            <a:custGeom>
              <a:avLst/>
              <a:gdLst/>
              <a:ahLst/>
              <a:cxnLst/>
              <a:rect l="l" t="t" r="r" b="b"/>
              <a:pathLst>
                <a:path w="88793" h="14800" extrusionOk="0">
                  <a:moveTo>
                    <a:pt x="1579" y="1"/>
                  </a:moveTo>
                  <a:lnTo>
                    <a:pt x="197" y="1382"/>
                  </a:lnTo>
                  <a:lnTo>
                    <a:pt x="0" y="2369"/>
                  </a:lnTo>
                  <a:lnTo>
                    <a:pt x="0" y="12234"/>
                  </a:lnTo>
                  <a:lnTo>
                    <a:pt x="197" y="13221"/>
                  </a:lnTo>
                  <a:lnTo>
                    <a:pt x="1579" y="14602"/>
                  </a:lnTo>
                  <a:lnTo>
                    <a:pt x="2565" y="14800"/>
                  </a:lnTo>
                  <a:lnTo>
                    <a:pt x="86425" y="14800"/>
                  </a:lnTo>
                  <a:lnTo>
                    <a:pt x="87411" y="14602"/>
                  </a:lnTo>
                  <a:lnTo>
                    <a:pt x="88793" y="13221"/>
                  </a:lnTo>
                  <a:lnTo>
                    <a:pt x="88793" y="12234"/>
                  </a:lnTo>
                  <a:lnTo>
                    <a:pt x="88793" y="2369"/>
                  </a:lnTo>
                  <a:lnTo>
                    <a:pt x="88793" y="1382"/>
                  </a:lnTo>
                  <a:lnTo>
                    <a:pt x="87411"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758" name="Google Shape;4758;p101"/>
            <p:cNvSpPr/>
            <p:nvPr/>
          </p:nvSpPr>
          <p:spPr>
            <a:xfrm>
              <a:off x="2113075" y="2152075"/>
              <a:ext cx="2219825" cy="370000"/>
            </a:xfrm>
            <a:custGeom>
              <a:avLst/>
              <a:gdLst/>
              <a:ahLst/>
              <a:cxnLst/>
              <a:rect l="l" t="t" r="r" b="b"/>
              <a:pathLst>
                <a:path w="88793" h="14800" extrusionOk="0">
                  <a:moveTo>
                    <a:pt x="2565" y="1"/>
                  </a:moveTo>
                  <a:lnTo>
                    <a:pt x="1579" y="198"/>
                  </a:lnTo>
                  <a:lnTo>
                    <a:pt x="197" y="1579"/>
                  </a:lnTo>
                  <a:lnTo>
                    <a:pt x="0" y="2566"/>
                  </a:lnTo>
                  <a:lnTo>
                    <a:pt x="0" y="12432"/>
                  </a:lnTo>
                  <a:lnTo>
                    <a:pt x="197" y="13418"/>
                  </a:lnTo>
                  <a:lnTo>
                    <a:pt x="1579" y="14799"/>
                  </a:lnTo>
                  <a:lnTo>
                    <a:pt x="87411" y="14799"/>
                  </a:lnTo>
                  <a:lnTo>
                    <a:pt x="88793" y="13418"/>
                  </a:lnTo>
                  <a:lnTo>
                    <a:pt x="88793" y="12432"/>
                  </a:lnTo>
                  <a:lnTo>
                    <a:pt x="88793" y="2566"/>
                  </a:lnTo>
                  <a:lnTo>
                    <a:pt x="88793" y="1579"/>
                  </a:lnTo>
                  <a:lnTo>
                    <a:pt x="87411" y="198"/>
                  </a:lnTo>
                  <a:lnTo>
                    <a:pt x="86425"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759" name="Google Shape;4759;p101"/>
            <p:cNvSpPr/>
            <p:nvPr/>
          </p:nvSpPr>
          <p:spPr>
            <a:xfrm>
              <a:off x="2113075" y="3035075"/>
              <a:ext cx="1287500" cy="370000"/>
            </a:xfrm>
            <a:custGeom>
              <a:avLst/>
              <a:gdLst/>
              <a:ahLst/>
              <a:cxnLst/>
              <a:rect l="l" t="t" r="r" b="b"/>
              <a:pathLst>
                <a:path w="51500" h="14800" extrusionOk="0">
                  <a:moveTo>
                    <a:pt x="2565" y="0"/>
                  </a:moveTo>
                  <a:lnTo>
                    <a:pt x="1579" y="198"/>
                  </a:lnTo>
                  <a:lnTo>
                    <a:pt x="197" y="1382"/>
                  </a:lnTo>
                  <a:lnTo>
                    <a:pt x="0" y="2368"/>
                  </a:lnTo>
                  <a:lnTo>
                    <a:pt x="0" y="12234"/>
                  </a:lnTo>
                  <a:lnTo>
                    <a:pt x="197" y="13221"/>
                  </a:lnTo>
                  <a:lnTo>
                    <a:pt x="1579" y="14602"/>
                  </a:lnTo>
                  <a:lnTo>
                    <a:pt x="2565" y="14799"/>
                  </a:lnTo>
                  <a:lnTo>
                    <a:pt x="48935" y="14799"/>
                  </a:lnTo>
                  <a:lnTo>
                    <a:pt x="49921" y="14602"/>
                  </a:lnTo>
                  <a:lnTo>
                    <a:pt x="51302" y="13221"/>
                  </a:lnTo>
                  <a:lnTo>
                    <a:pt x="51500" y="12234"/>
                  </a:lnTo>
                  <a:lnTo>
                    <a:pt x="51500" y="2368"/>
                  </a:lnTo>
                  <a:lnTo>
                    <a:pt x="51302" y="1382"/>
                  </a:lnTo>
                  <a:lnTo>
                    <a:pt x="49921" y="198"/>
                  </a:lnTo>
                  <a:lnTo>
                    <a:pt x="48935" y="0"/>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sp>
          <p:nvSpPr>
            <p:cNvPr id="4760" name="Google Shape;4760;p101"/>
            <p:cNvSpPr/>
            <p:nvPr/>
          </p:nvSpPr>
          <p:spPr>
            <a:xfrm>
              <a:off x="1190625" y="238125"/>
              <a:ext cx="5228900" cy="5233825"/>
            </a:xfrm>
            <a:custGeom>
              <a:avLst/>
              <a:gdLst/>
              <a:ahLst/>
              <a:cxnLst/>
              <a:rect l="l" t="t" r="r" b="b"/>
              <a:pathLst>
                <a:path w="209156" h="209353" extrusionOk="0">
                  <a:moveTo>
                    <a:pt x="0" y="39858"/>
                  </a:moveTo>
                  <a:lnTo>
                    <a:pt x="0" y="154696"/>
                  </a:lnTo>
                  <a:lnTo>
                    <a:pt x="197" y="158840"/>
                  </a:lnTo>
                  <a:lnTo>
                    <a:pt x="1579" y="166535"/>
                  </a:lnTo>
                  <a:lnTo>
                    <a:pt x="4341" y="173638"/>
                  </a:lnTo>
                  <a:lnTo>
                    <a:pt x="8287" y="179953"/>
                  </a:lnTo>
                  <a:lnTo>
                    <a:pt x="13023" y="185477"/>
                  </a:lnTo>
                  <a:lnTo>
                    <a:pt x="18745" y="189621"/>
                  </a:lnTo>
                  <a:lnTo>
                    <a:pt x="25257" y="192778"/>
                  </a:lnTo>
                  <a:lnTo>
                    <a:pt x="32163" y="194357"/>
                  </a:lnTo>
                  <a:lnTo>
                    <a:pt x="35912" y="194357"/>
                  </a:lnTo>
                  <a:lnTo>
                    <a:pt x="127072" y="194357"/>
                  </a:lnTo>
                  <a:lnTo>
                    <a:pt x="129045" y="194357"/>
                  </a:lnTo>
                  <a:lnTo>
                    <a:pt x="131215" y="194159"/>
                  </a:lnTo>
                  <a:lnTo>
                    <a:pt x="137332" y="199882"/>
                  </a:lnTo>
                  <a:lnTo>
                    <a:pt x="143252" y="203828"/>
                  </a:lnTo>
                  <a:lnTo>
                    <a:pt x="147001" y="206196"/>
                  </a:lnTo>
                  <a:lnTo>
                    <a:pt x="150158" y="207577"/>
                  </a:lnTo>
                  <a:lnTo>
                    <a:pt x="153315" y="208958"/>
                  </a:lnTo>
                  <a:lnTo>
                    <a:pt x="156867" y="209353"/>
                  </a:lnTo>
                  <a:lnTo>
                    <a:pt x="160616" y="208958"/>
                  </a:lnTo>
                  <a:lnTo>
                    <a:pt x="163575" y="207577"/>
                  </a:lnTo>
                  <a:lnTo>
                    <a:pt x="166930" y="206196"/>
                  </a:lnTo>
                  <a:lnTo>
                    <a:pt x="170679" y="203828"/>
                  </a:lnTo>
                  <a:lnTo>
                    <a:pt x="174625" y="201263"/>
                  </a:lnTo>
                  <a:lnTo>
                    <a:pt x="183110" y="193765"/>
                  </a:lnTo>
                  <a:lnTo>
                    <a:pt x="187451" y="189029"/>
                  </a:lnTo>
                  <a:lnTo>
                    <a:pt x="191594" y="183899"/>
                  </a:lnTo>
                  <a:lnTo>
                    <a:pt x="199487" y="171468"/>
                  </a:lnTo>
                  <a:lnTo>
                    <a:pt x="205406" y="156275"/>
                  </a:lnTo>
                  <a:lnTo>
                    <a:pt x="208169" y="143054"/>
                  </a:lnTo>
                  <a:lnTo>
                    <a:pt x="209155" y="133386"/>
                  </a:lnTo>
                  <a:lnTo>
                    <a:pt x="209155" y="128256"/>
                  </a:lnTo>
                  <a:lnTo>
                    <a:pt x="209155" y="126677"/>
                  </a:lnTo>
                  <a:lnTo>
                    <a:pt x="207971" y="123915"/>
                  </a:lnTo>
                  <a:lnTo>
                    <a:pt x="205998" y="121942"/>
                  </a:lnTo>
                  <a:lnTo>
                    <a:pt x="203236" y="120758"/>
                  </a:lnTo>
                  <a:lnTo>
                    <a:pt x="201855" y="120758"/>
                  </a:lnTo>
                  <a:lnTo>
                    <a:pt x="199684" y="120560"/>
                  </a:lnTo>
                  <a:lnTo>
                    <a:pt x="194554" y="119376"/>
                  </a:lnTo>
                  <a:lnTo>
                    <a:pt x="186069" y="115430"/>
                  </a:lnTo>
                  <a:lnTo>
                    <a:pt x="179953" y="111484"/>
                  </a:lnTo>
                  <a:lnTo>
                    <a:pt x="169297" y="103788"/>
                  </a:lnTo>
                  <a:lnTo>
                    <a:pt x="162786" y="97869"/>
                  </a:lnTo>
                  <a:lnTo>
                    <a:pt x="162786" y="39858"/>
                  </a:lnTo>
                  <a:lnTo>
                    <a:pt x="162786" y="35714"/>
                  </a:lnTo>
                  <a:lnTo>
                    <a:pt x="161207" y="27822"/>
                  </a:lnTo>
                  <a:lnTo>
                    <a:pt x="158445" y="20718"/>
                  </a:lnTo>
                  <a:lnTo>
                    <a:pt x="154696" y="14404"/>
                  </a:lnTo>
                  <a:lnTo>
                    <a:pt x="149763" y="9077"/>
                  </a:lnTo>
                  <a:lnTo>
                    <a:pt x="144041" y="4736"/>
                  </a:lnTo>
                  <a:lnTo>
                    <a:pt x="137727" y="1776"/>
                  </a:lnTo>
                  <a:lnTo>
                    <a:pt x="130623" y="197"/>
                  </a:lnTo>
                  <a:lnTo>
                    <a:pt x="126874" y="0"/>
                  </a:lnTo>
                  <a:lnTo>
                    <a:pt x="35912" y="0"/>
                  </a:lnTo>
                  <a:lnTo>
                    <a:pt x="32163" y="197"/>
                  </a:lnTo>
                  <a:lnTo>
                    <a:pt x="25059" y="1776"/>
                  </a:lnTo>
                  <a:lnTo>
                    <a:pt x="18745" y="4933"/>
                  </a:lnTo>
                  <a:lnTo>
                    <a:pt x="13023" y="9077"/>
                  </a:lnTo>
                  <a:lnTo>
                    <a:pt x="8090" y="14601"/>
                  </a:lnTo>
                  <a:lnTo>
                    <a:pt x="4341" y="20916"/>
                  </a:lnTo>
                  <a:lnTo>
                    <a:pt x="1579" y="28019"/>
                  </a:lnTo>
                  <a:lnTo>
                    <a:pt x="197" y="35912"/>
                  </a:lnTo>
                  <a:close/>
                  <a:moveTo>
                    <a:pt x="133978" y="111484"/>
                  </a:moveTo>
                  <a:lnTo>
                    <a:pt x="141870" y="105959"/>
                  </a:lnTo>
                  <a:lnTo>
                    <a:pt x="147987" y="100829"/>
                  </a:lnTo>
                  <a:lnTo>
                    <a:pt x="147790" y="39858"/>
                  </a:lnTo>
                  <a:lnTo>
                    <a:pt x="147790" y="36898"/>
                  </a:lnTo>
                  <a:lnTo>
                    <a:pt x="146803" y="31768"/>
                  </a:lnTo>
                  <a:lnTo>
                    <a:pt x="144041" y="25059"/>
                  </a:lnTo>
                  <a:lnTo>
                    <a:pt x="138121" y="18745"/>
                  </a:lnTo>
                  <a:lnTo>
                    <a:pt x="130821" y="15193"/>
                  </a:lnTo>
                  <a:lnTo>
                    <a:pt x="126874" y="14996"/>
                  </a:lnTo>
                  <a:lnTo>
                    <a:pt x="35912" y="14996"/>
                  </a:lnTo>
                  <a:lnTo>
                    <a:pt x="31965" y="15391"/>
                  </a:lnTo>
                  <a:lnTo>
                    <a:pt x="24665" y="18745"/>
                  </a:lnTo>
                  <a:lnTo>
                    <a:pt x="18745" y="25256"/>
                  </a:lnTo>
                  <a:lnTo>
                    <a:pt x="15983" y="31965"/>
                  </a:lnTo>
                  <a:lnTo>
                    <a:pt x="14996" y="37095"/>
                  </a:lnTo>
                  <a:lnTo>
                    <a:pt x="14996" y="39858"/>
                  </a:lnTo>
                  <a:lnTo>
                    <a:pt x="14996" y="154696"/>
                  </a:lnTo>
                  <a:lnTo>
                    <a:pt x="14996" y="157458"/>
                  </a:lnTo>
                  <a:lnTo>
                    <a:pt x="15983" y="162589"/>
                  </a:lnTo>
                  <a:lnTo>
                    <a:pt x="18942" y="169297"/>
                  </a:lnTo>
                  <a:lnTo>
                    <a:pt x="24862" y="175809"/>
                  </a:lnTo>
                  <a:lnTo>
                    <a:pt x="32163" y="179163"/>
                  </a:lnTo>
                  <a:lnTo>
                    <a:pt x="35912" y="179558"/>
                  </a:lnTo>
                  <a:lnTo>
                    <a:pt x="119179" y="179361"/>
                  </a:lnTo>
                  <a:lnTo>
                    <a:pt x="116219" y="174625"/>
                  </a:lnTo>
                  <a:lnTo>
                    <a:pt x="110892" y="163378"/>
                  </a:lnTo>
                  <a:lnTo>
                    <a:pt x="106945" y="150552"/>
                  </a:lnTo>
                  <a:lnTo>
                    <a:pt x="104775" y="136148"/>
                  </a:lnTo>
                  <a:lnTo>
                    <a:pt x="104578" y="128256"/>
                  </a:lnTo>
                  <a:lnTo>
                    <a:pt x="104775" y="126677"/>
                  </a:lnTo>
                  <a:lnTo>
                    <a:pt x="105762" y="123915"/>
                  </a:lnTo>
                  <a:lnTo>
                    <a:pt x="106748" y="122928"/>
                  </a:lnTo>
                  <a:lnTo>
                    <a:pt x="107932" y="121942"/>
                  </a:lnTo>
                  <a:lnTo>
                    <a:pt x="110694" y="120758"/>
                  </a:lnTo>
                  <a:lnTo>
                    <a:pt x="112076" y="120758"/>
                  </a:lnTo>
                  <a:lnTo>
                    <a:pt x="114246" y="120560"/>
                  </a:lnTo>
                  <a:lnTo>
                    <a:pt x="119179" y="119376"/>
                  </a:lnTo>
                  <a:lnTo>
                    <a:pt x="127861" y="115430"/>
                  </a:lnTo>
                  <a:close/>
                  <a:moveTo>
                    <a:pt x="137727" y="179361"/>
                  </a:moveTo>
                  <a:lnTo>
                    <a:pt x="134570" y="175414"/>
                  </a:lnTo>
                  <a:lnTo>
                    <a:pt x="128650" y="166338"/>
                  </a:lnTo>
                  <a:lnTo>
                    <a:pt x="123717" y="155091"/>
                  </a:lnTo>
                  <a:lnTo>
                    <a:pt x="120560" y="142068"/>
                  </a:lnTo>
                  <a:lnTo>
                    <a:pt x="119771" y="134767"/>
                  </a:lnTo>
                  <a:lnTo>
                    <a:pt x="125888" y="132991"/>
                  </a:lnTo>
                  <a:lnTo>
                    <a:pt x="137135" y="127269"/>
                  </a:lnTo>
                  <a:lnTo>
                    <a:pt x="142265" y="123915"/>
                  </a:lnTo>
                  <a:lnTo>
                    <a:pt x="150552" y="118193"/>
                  </a:lnTo>
                  <a:lnTo>
                    <a:pt x="156867" y="112668"/>
                  </a:lnTo>
                  <a:lnTo>
                    <a:pt x="163378" y="118193"/>
                  </a:lnTo>
                  <a:lnTo>
                    <a:pt x="171665" y="123915"/>
                  </a:lnTo>
                  <a:lnTo>
                    <a:pt x="176598" y="127269"/>
                  </a:lnTo>
                  <a:lnTo>
                    <a:pt x="188043" y="132991"/>
                  </a:lnTo>
                  <a:lnTo>
                    <a:pt x="194159" y="134767"/>
                  </a:lnTo>
                  <a:lnTo>
                    <a:pt x="193370" y="142068"/>
                  </a:lnTo>
                  <a:lnTo>
                    <a:pt x="190016" y="155091"/>
                  </a:lnTo>
                  <a:lnTo>
                    <a:pt x="185280" y="166338"/>
                  </a:lnTo>
                  <a:lnTo>
                    <a:pt x="179361" y="175414"/>
                  </a:lnTo>
                  <a:lnTo>
                    <a:pt x="176204" y="179361"/>
                  </a:lnTo>
                  <a:lnTo>
                    <a:pt x="172455" y="183307"/>
                  </a:lnTo>
                  <a:lnTo>
                    <a:pt x="165746" y="189226"/>
                  </a:lnTo>
                  <a:lnTo>
                    <a:pt x="162589" y="191200"/>
                  </a:lnTo>
                  <a:lnTo>
                    <a:pt x="159826" y="192975"/>
                  </a:lnTo>
                  <a:lnTo>
                    <a:pt x="157656" y="193962"/>
                  </a:lnTo>
                  <a:lnTo>
                    <a:pt x="157458" y="193962"/>
                  </a:lnTo>
                  <a:lnTo>
                    <a:pt x="157064" y="194159"/>
                  </a:lnTo>
                  <a:lnTo>
                    <a:pt x="157064" y="194159"/>
                  </a:lnTo>
                  <a:lnTo>
                    <a:pt x="156867" y="194159"/>
                  </a:lnTo>
                  <a:lnTo>
                    <a:pt x="156669" y="194159"/>
                  </a:lnTo>
                  <a:lnTo>
                    <a:pt x="156077" y="193962"/>
                  </a:lnTo>
                  <a:lnTo>
                    <a:pt x="154104" y="192975"/>
                  </a:lnTo>
                  <a:lnTo>
                    <a:pt x="151342" y="191200"/>
                  </a:lnTo>
                  <a:lnTo>
                    <a:pt x="148185" y="189226"/>
                  </a:lnTo>
                  <a:lnTo>
                    <a:pt x="141279" y="183307"/>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800"/>
                <a:buFont typeface="Arial"/>
                <a:buNone/>
              </a:pPr>
              <a:endParaRPr sz="1800">
                <a:solidFill>
                  <a:srgbClr val="252525"/>
                </a:solidFill>
                <a:latin typeface="Arial"/>
                <a:ea typeface="Arial"/>
                <a:cs typeface="Arial"/>
                <a:sym typeface="Arial"/>
              </a:endParaRPr>
            </a:p>
          </p:txBody>
        </p:sp>
      </p:grpSp>
      <p:grpSp>
        <p:nvGrpSpPr>
          <p:cNvPr id="4761" name="Google Shape;4761;p101"/>
          <p:cNvGrpSpPr/>
          <p:nvPr/>
        </p:nvGrpSpPr>
        <p:grpSpPr>
          <a:xfrm>
            <a:off x="1134065" y="4053906"/>
            <a:ext cx="517396" cy="444002"/>
            <a:chOff x="682361" y="238125"/>
            <a:chExt cx="6051412" cy="5193010"/>
          </a:xfrm>
        </p:grpSpPr>
        <p:sp>
          <p:nvSpPr>
            <p:cNvPr id="4762" name="Google Shape;4762;p101"/>
            <p:cNvSpPr/>
            <p:nvPr/>
          </p:nvSpPr>
          <p:spPr>
            <a:xfrm>
              <a:off x="682361" y="3873185"/>
              <a:ext cx="6051412" cy="1557950"/>
            </a:xfrm>
            <a:custGeom>
              <a:avLst/>
              <a:gdLst/>
              <a:ahLst/>
              <a:cxnLst/>
              <a:rect l="l" t="t" r="r" b="b"/>
              <a:pathLst>
                <a:path w="164184" h="62318" extrusionOk="0">
                  <a:moveTo>
                    <a:pt x="14624" y="0"/>
                  </a:moveTo>
                  <a:lnTo>
                    <a:pt x="11632" y="333"/>
                  </a:lnTo>
                  <a:lnTo>
                    <a:pt x="6315" y="2493"/>
                  </a:lnTo>
                  <a:lnTo>
                    <a:pt x="2326" y="6481"/>
                  </a:lnTo>
                  <a:lnTo>
                    <a:pt x="166" y="11633"/>
                  </a:lnTo>
                  <a:lnTo>
                    <a:pt x="0" y="14624"/>
                  </a:lnTo>
                  <a:lnTo>
                    <a:pt x="0" y="47860"/>
                  </a:lnTo>
                  <a:lnTo>
                    <a:pt x="166" y="50851"/>
                  </a:lnTo>
                  <a:lnTo>
                    <a:pt x="2326" y="56002"/>
                  </a:lnTo>
                  <a:lnTo>
                    <a:pt x="6315" y="59991"/>
                  </a:lnTo>
                  <a:lnTo>
                    <a:pt x="11632" y="62151"/>
                  </a:lnTo>
                  <a:lnTo>
                    <a:pt x="14624" y="62317"/>
                  </a:lnTo>
                  <a:lnTo>
                    <a:pt x="149560" y="62317"/>
                  </a:lnTo>
                  <a:lnTo>
                    <a:pt x="152551" y="62151"/>
                  </a:lnTo>
                  <a:lnTo>
                    <a:pt x="157702" y="59991"/>
                  </a:lnTo>
                  <a:lnTo>
                    <a:pt x="161691" y="56002"/>
                  </a:lnTo>
                  <a:lnTo>
                    <a:pt x="163851" y="50851"/>
                  </a:lnTo>
                  <a:lnTo>
                    <a:pt x="164183" y="47860"/>
                  </a:lnTo>
                  <a:lnTo>
                    <a:pt x="164183" y="14624"/>
                  </a:lnTo>
                  <a:lnTo>
                    <a:pt x="163851" y="11633"/>
                  </a:lnTo>
                  <a:lnTo>
                    <a:pt x="161691" y="6481"/>
                  </a:lnTo>
                  <a:lnTo>
                    <a:pt x="157702" y="2493"/>
                  </a:lnTo>
                  <a:lnTo>
                    <a:pt x="152551" y="333"/>
                  </a:lnTo>
                  <a:lnTo>
                    <a:pt x="14956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ROW ACCESS</a:t>
              </a:r>
              <a:endParaRPr sz="500" b="1">
                <a:solidFill>
                  <a:srgbClr val="FFFFFF"/>
                </a:solidFill>
                <a:latin typeface="Arial"/>
                <a:ea typeface="Arial"/>
                <a:cs typeface="Arial"/>
                <a:sym typeface="Arial"/>
              </a:endParaRPr>
            </a:p>
          </p:txBody>
        </p:sp>
        <p:sp>
          <p:nvSpPr>
            <p:cNvPr id="4763" name="Google Shape;4763;p101"/>
            <p:cNvSpPr/>
            <p:nvPr/>
          </p:nvSpPr>
          <p:spPr>
            <a:xfrm>
              <a:off x="2902225" y="915275"/>
              <a:ext cx="1611950" cy="257600"/>
            </a:xfrm>
            <a:custGeom>
              <a:avLst/>
              <a:gdLst/>
              <a:ahLst/>
              <a:cxnLst/>
              <a:rect l="l" t="t" r="r" b="b"/>
              <a:pathLst>
                <a:path w="64478" h="10304" extrusionOk="0">
                  <a:moveTo>
                    <a:pt x="2161" y="1"/>
                  </a:moveTo>
                  <a:lnTo>
                    <a:pt x="1164" y="167"/>
                  </a:lnTo>
                  <a:lnTo>
                    <a:pt x="167" y="1164"/>
                  </a:lnTo>
                  <a:lnTo>
                    <a:pt x="1" y="1995"/>
                  </a:lnTo>
                  <a:lnTo>
                    <a:pt x="1" y="8310"/>
                  </a:lnTo>
                  <a:lnTo>
                    <a:pt x="167" y="9141"/>
                  </a:lnTo>
                  <a:lnTo>
                    <a:pt x="1164" y="10304"/>
                  </a:lnTo>
                  <a:lnTo>
                    <a:pt x="63148" y="10304"/>
                  </a:lnTo>
                  <a:lnTo>
                    <a:pt x="64311" y="9141"/>
                  </a:lnTo>
                  <a:lnTo>
                    <a:pt x="64478" y="8310"/>
                  </a:lnTo>
                  <a:lnTo>
                    <a:pt x="64478" y="1995"/>
                  </a:lnTo>
                  <a:lnTo>
                    <a:pt x="64311" y="1164"/>
                  </a:lnTo>
                  <a:lnTo>
                    <a:pt x="63148" y="167"/>
                  </a:lnTo>
                  <a:lnTo>
                    <a:pt x="62317"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64" name="Google Shape;4764;p101"/>
            <p:cNvSpPr/>
            <p:nvPr/>
          </p:nvSpPr>
          <p:spPr>
            <a:xfrm>
              <a:off x="2902225" y="1484450"/>
              <a:ext cx="1611950" cy="261750"/>
            </a:xfrm>
            <a:custGeom>
              <a:avLst/>
              <a:gdLst/>
              <a:ahLst/>
              <a:cxnLst/>
              <a:rect l="l" t="t" r="r" b="b"/>
              <a:pathLst>
                <a:path w="64478" h="10470" extrusionOk="0">
                  <a:moveTo>
                    <a:pt x="2161" y="0"/>
                  </a:moveTo>
                  <a:lnTo>
                    <a:pt x="1164" y="166"/>
                  </a:lnTo>
                  <a:lnTo>
                    <a:pt x="167" y="1330"/>
                  </a:lnTo>
                  <a:lnTo>
                    <a:pt x="1" y="2161"/>
                  </a:lnTo>
                  <a:lnTo>
                    <a:pt x="1" y="8309"/>
                  </a:lnTo>
                  <a:lnTo>
                    <a:pt x="167" y="9140"/>
                  </a:lnTo>
                  <a:lnTo>
                    <a:pt x="1164" y="10303"/>
                  </a:lnTo>
                  <a:lnTo>
                    <a:pt x="2161" y="10469"/>
                  </a:lnTo>
                  <a:lnTo>
                    <a:pt x="62317" y="10469"/>
                  </a:lnTo>
                  <a:lnTo>
                    <a:pt x="63148" y="10303"/>
                  </a:lnTo>
                  <a:lnTo>
                    <a:pt x="64311" y="9140"/>
                  </a:lnTo>
                  <a:lnTo>
                    <a:pt x="64478" y="8309"/>
                  </a:lnTo>
                  <a:lnTo>
                    <a:pt x="64478" y="2161"/>
                  </a:lnTo>
                  <a:lnTo>
                    <a:pt x="64311" y="1330"/>
                  </a:lnTo>
                  <a:lnTo>
                    <a:pt x="63148" y="166"/>
                  </a:lnTo>
                  <a:lnTo>
                    <a:pt x="62317" y="0"/>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65" name="Google Shape;4765;p101"/>
            <p:cNvSpPr/>
            <p:nvPr/>
          </p:nvSpPr>
          <p:spPr>
            <a:xfrm>
              <a:off x="2902225" y="2057750"/>
              <a:ext cx="830925" cy="257600"/>
            </a:xfrm>
            <a:custGeom>
              <a:avLst/>
              <a:gdLst/>
              <a:ahLst/>
              <a:cxnLst/>
              <a:rect l="l" t="t" r="r" b="b"/>
              <a:pathLst>
                <a:path w="33237" h="10304" extrusionOk="0">
                  <a:moveTo>
                    <a:pt x="2161" y="1"/>
                  </a:moveTo>
                  <a:lnTo>
                    <a:pt x="1164" y="167"/>
                  </a:lnTo>
                  <a:lnTo>
                    <a:pt x="167" y="1164"/>
                  </a:lnTo>
                  <a:lnTo>
                    <a:pt x="1" y="1995"/>
                  </a:lnTo>
                  <a:lnTo>
                    <a:pt x="1" y="8310"/>
                  </a:lnTo>
                  <a:lnTo>
                    <a:pt x="167" y="9141"/>
                  </a:lnTo>
                  <a:lnTo>
                    <a:pt x="1164" y="10304"/>
                  </a:lnTo>
                  <a:lnTo>
                    <a:pt x="32073" y="10304"/>
                  </a:lnTo>
                  <a:lnTo>
                    <a:pt x="33070" y="9141"/>
                  </a:lnTo>
                  <a:lnTo>
                    <a:pt x="33236" y="8310"/>
                  </a:lnTo>
                  <a:lnTo>
                    <a:pt x="33236" y="1995"/>
                  </a:lnTo>
                  <a:lnTo>
                    <a:pt x="33070" y="1164"/>
                  </a:lnTo>
                  <a:lnTo>
                    <a:pt x="32073" y="167"/>
                  </a:lnTo>
                  <a:lnTo>
                    <a:pt x="31242"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66" name="Google Shape;4766;p101"/>
            <p:cNvSpPr/>
            <p:nvPr/>
          </p:nvSpPr>
          <p:spPr>
            <a:xfrm>
              <a:off x="2229225" y="238125"/>
              <a:ext cx="3269550" cy="3506350"/>
            </a:xfrm>
            <a:custGeom>
              <a:avLst/>
              <a:gdLst/>
              <a:ahLst/>
              <a:cxnLst/>
              <a:rect l="l" t="t" r="r" b="b"/>
              <a:pathLst>
                <a:path w="130782" h="140254" extrusionOk="0">
                  <a:moveTo>
                    <a:pt x="118318" y="28416"/>
                  </a:moveTo>
                  <a:lnTo>
                    <a:pt x="118318" y="82923"/>
                  </a:lnTo>
                  <a:lnTo>
                    <a:pt x="120312" y="83920"/>
                  </a:lnTo>
                  <a:lnTo>
                    <a:pt x="123968" y="85083"/>
                  </a:lnTo>
                  <a:lnTo>
                    <a:pt x="125630" y="85083"/>
                  </a:lnTo>
                  <a:lnTo>
                    <a:pt x="126627" y="85249"/>
                  </a:lnTo>
                  <a:lnTo>
                    <a:pt x="128455" y="86080"/>
                  </a:lnTo>
                  <a:lnTo>
                    <a:pt x="129951" y="87409"/>
                  </a:lnTo>
                  <a:lnTo>
                    <a:pt x="130782" y="89404"/>
                  </a:lnTo>
                  <a:lnTo>
                    <a:pt x="130782" y="90401"/>
                  </a:lnTo>
                  <a:lnTo>
                    <a:pt x="130615" y="96549"/>
                  </a:lnTo>
                  <a:lnTo>
                    <a:pt x="128455" y="107683"/>
                  </a:lnTo>
                  <a:lnTo>
                    <a:pt x="124799" y="116989"/>
                  </a:lnTo>
                  <a:lnTo>
                    <a:pt x="119980" y="124633"/>
                  </a:lnTo>
                  <a:lnTo>
                    <a:pt x="117487" y="127791"/>
                  </a:lnTo>
                  <a:lnTo>
                    <a:pt x="114829" y="130616"/>
                  </a:lnTo>
                  <a:lnTo>
                    <a:pt x="109677" y="135269"/>
                  </a:lnTo>
                  <a:lnTo>
                    <a:pt x="107184" y="136764"/>
                  </a:lnTo>
                  <a:lnTo>
                    <a:pt x="105024" y="138260"/>
                  </a:lnTo>
                  <a:lnTo>
                    <a:pt x="102864" y="139257"/>
                  </a:lnTo>
                  <a:lnTo>
                    <a:pt x="101036" y="139922"/>
                  </a:lnTo>
                  <a:lnTo>
                    <a:pt x="98543" y="140254"/>
                  </a:lnTo>
                  <a:lnTo>
                    <a:pt x="96217" y="139922"/>
                  </a:lnTo>
                  <a:lnTo>
                    <a:pt x="94223" y="139257"/>
                  </a:lnTo>
                  <a:lnTo>
                    <a:pt x="92228" y="138260"/>
                  </a:lnTo>
                  <a:lnTo>
                    <a:pt x="89902" y="136764"/>
                  </a:lnTo>
                  <a:lnTo>
                    <a:pt x="89403" y="136432"/>
                  </a:lnTo>
                  <a:lnTo>
                    <a:pt x="88739" y="136099"/>
                  </a:lnTo>
                  <a:lnTo>
                    <a:pt x="26090" y="136099"/>
                  </a:lnTo>
                  <a:lnTo>
                    <a:pt x="23431" y="135933"/>
                  </a:lnTo>
                  <a:lnTo>
                    <a:pt x="18280" y="134936"/>
                  </a:lnTo>
                  <a:lnTo>
                    <a:pt x="13627" y="132776"/>
                  </a:lnTo>
                  <a:lnTo>
                    <a:pt x="9472" y="129619"/>
                  </a:lnTo>
                  <a:lnTo>
                    <a:pt x="5816" y="125796"/>
                  </a:lnTo>
                  <a:lnTo>
                    <a:pt x="2991" y="121310"/>
                  </a:lnTo>
                  <a:lnTo>
                    <a:pt x="1163" y="116158"/>
                  </a:lnTo>
                  <a:lnTo>
                    <a:pt x="0" y="110508"/>
                  </a:lnTo>
                  <a:lnTo>
                    <a:pt x="0" y="107683"/>
                  </a:lnTo>
                  <a:lnTo>
                    <a:pt x="0" y="28583"/>
                  </a:lnTo>
                  <a:lnTo>
                    <a:pt x="0" y="25591"/>
                  </a:lnTo>
                  <a:lnTo>
                    <a:pt x="997" y="20107"/>
                  </a:lnTo>
                  <a:lnTo>
                    <a:pt x="2991" y="14956"/>
                  </a:lnTo>
                  <a:lnTo>
                    <a:pt x="5816" y="10469"/>
                  </a:lnTo>
                  <a:lnTo>
                    <a:pt x="9306" y="6481"/>
                  </a:lnTo>
                  <a:lnTo>
                    <a:pt x="13460" y="3490"/>
                  </a:lnTo>
                  <a:lnTo>
                    <a:pt x="18113" y="1329"/>
                  </a:lnTo>
                  <a:lnTo>
                    <a:pt x="23265" y="166"/>
                  </a:lnTo>
                  <a:lnTo>
                    <a:pt x="25924" y="0"/>
                  </a:lnTo>
                  <a:lnTo>
                    <a:pt x="92228" y="0"/>
                  </a:lnTo>
                  <a:lnTo>
                    <a:pt x="94887" y="166"/>
                  </a:lnTo>
                  <a:lnTo>
                    <a:pt x="100039" y="1163"/>
                  </a:lnTo>
                  <a:lnTo>
                    <a:pt x="104692" y="3324"/>
                  </a:lnTo>
                  <a:lnTo>
                    <a:pt x="108846" y="6481"/>
                  </a:lnTo>
                  <a:lnTo>
                    <a:pt x="112336" y="10303"/>
                  </a:lnTo>
                  <a:lnTo>
                    <a:pt x="115161" y="14790"/>
                  </a:lnTo>
                  <a:lnTo>
                    <a:pt x="117155" y="19941"/>
                  </a:lnTo>
                  <a:lnTo>
                    <a:pt x="118152" y="25591"/>
                  </a:lnTo>
                  <a:close/>
                  <a:moveTo>
                    <a:pt x="105855" y="74448"/>
                  </a:moveTo>
                  <a:lnTo>
                    <a:pt x="103695" y="72453"/>
                  </a:lnTo>
                  <a:lnTo>
                    <a:pt x="102199" y="71124"/>
                  </a:lnTo>
                  <a:lnTo>
                    <a:pt x="101534" y="70459"/>
                  </a:lnTo>
                  <a:lnTo>
                    <a:pt x="99540" y="69628"/>
                  </a:lnTo>
                  <a:lnTo>
                    <a:pt x="97546" y="69628"/>
                  </a:lnTo>
                  <a:lnTo>
                    <a:pt x="95718" y="70459"/>
                  </a:lnTo>
                  <a:lnTo>
                    <a:pt x="94887" y="71124"/>
                  </a:lnTo>
                  <a:lnTo>
                    <a:pt x="91065" y="74780"/>
                  </a:lnTo>
                  <a:lnTo>
                    <a:pt x="84418" y="79765"/>
                  </a:lnTo>
                  <a:lnTo>
                    <a:pt x="80596" y="82092"/>
                  </a:lnTo>
                  <a:lnTo>
                    <a:pt x="74115" y="84917"/>
                  </a:lnTo>
                  <a:lnTo>
                    <a:pt x="71622" y="85083"/>
                  </a:lnTo>
                  <a:lnTo>
                    <a:pt x="70625" y="85249"/>
                  </a:lnTo>
                  <a:lnTo>
                    <a:pt x="68631" y="86080"/>
                  </a:lnTo>
                  <a:lnTo>
                    <a:pt x="67967" y="86745"/>
                  </a:lnTo>
                  <a:lnTo>
                    <a:pt x="67302" y="87409"/>
                  </a:lnTo>
                  <a:lnTo>
                    <a:pt x="66471" y="89404"/>
                  </a:lnTo>
                  <a:lnTo>
                    <a:pt x="66471" y="90401"/>
                  </a:lnTo>
                  <a:lnTo>
                    <a:pt x="66471" y="95718"/>
                  </a:lnTo>
                  <a:lnTo>
                    <a:pt x="68133" y="105190"/>
                  </a:lnTo>
                  <a:lnTo>
                    <a:pt x="70792" y="113333"/>
                  </a:lnTo>
                  <a:lnTo>
                    <a:pt x="74447" y="120479"/>
                  </a:lnTo>
                  <a:lnTo>
                    <a:pt x="76442" y="123636"/>
                  </a:lnTo>
                  <a:lnTo>
                    <a:pt x="26090" y="123636"/>
                  </a:lnTo>
                  <a:lnTo>
                    <a:pt x="23597" y="123470"/>
                  </a:lnTo>
                  <a:lnTo>
                    <a:pt x="18778" y="121310"/>
                  </a:lnTo>
                  <a:lnTo>
                    <a:pt x="14956" y="117155"/>
                  </a:lnTo>
                  <a:lnTo>
                    <a:pt x="12630" y="111173"/>
                  </a:lnTo>
                  <a:lnTo>
                    <a:pt x="12463" y="107683"/>
                  </a:lnTo>
                  <a:lnTo>
                    <a:pt x="12463" y="28583"/>
                  </a:lnTo>
                  <a:lnTo>
                    <a:pt x="12630" y="24927"/>
                  </a:lnTo>
                  <a:lnTo>
                    <a:pt x="14956" y="19110"/>
                  </a:lnTo>
                  <a:lnTo>
                    <a:pt x="18778" y="14956"/>
                  </a:lnTo>
                  <a:lnTo>
                    <a:pt x="23597" y="12630"/>
                  </a:lnTo>
                  <a:lnTo>
                    <a:pt x="25924" y="12463"/>
                  </a:lnTo>
                  <a:lnTo>
                    <a:pt x="92228" y="12463"/>
                  </a:lnTo>
                  <a:lnTo>
                    <a:pt x="94721" y="12630"/>
                  </a:lnTo>
                  <a:lnTo>
                    <a:pt x="99374" y="14790"/>
                  </a:lnTo>
                  <a:lnTo>
                    <a:pt x="103362" y="18944"/>
                  </a:lnTo>
                  <a:lnTo>
                    <a:pt x="105523" y="24927"/>
                  </a:lnTo>
                  <a:lnTo>
                    <a:pt x="105855" y="28416"/>
                  </a:lnTo>
                  <a:close/>
                  <a:moveTo>
                    <a:pt x="76940" y="94887"/>
                  </a:moveTo>
                  <a:lnTo>
                    <a:pt x="77439" y="99208"/>
                  </a:lnTo>
                  <a:lnTo>
                    <a:pt x="79433" y="106852"/>
                  </a:lnTo>
                  <a:lnTo>
                    <a:pt x="82258" y="113333"/>
                  </a:lnTo>
                  <a:lnTo>
                    <a:pt x="85748" y="118651"/>
                  </a:lnTo>
                  <a:lnTo>
                    <a:pt x="87575" y="120977"/>
                  </a:lnTo>
                  <a:lnTo>
                    <a:pt x="91896" y="125298"/>
                  </a:lnTo>
                  <a:lnTo>
                    <a:pt x="95552" y="127957"/>
                  </a:lnTo>
                  <a:lnTo>
                    <a:pt x="97214" y="128954"/>
                  </a:lnTo>
                  <a:lnTo>
                    <a:pt x="98377" y="129619"/>
                  </a:lnTo>
                  <a:lnTo>
                    <a:pt x="98543" y="129619"/>
                  </a:lnTo>
                  <a:lnTo>
                    <a:pt x="98543" y="129619"/>
                  </a:lnTo>
                  <a:lnTo>
                    <a:pt x="98709" y="129619"/>
                  </a:lnTo>
                  <a:lnTo>
                    <a:pt x="98876" y="129619"/>
                  </a:lnTo>
                  <a:lnTo>
                    <a:pt x="100039" y="128954"/>
                  </a:lnTo>
                  <a:lnTo>
                    <a:pt x="101534" y="127957"/>
                  </a:lnTo>
                  <a:lnTo>
                    <a:pt x="105356" y="125298"/>
                  </a:lnTo>
                  <a:lnTo>
                    <a:pt x="109511" y="120977"/>
                  </a:lnTo>
                  <a:lnTo>
                    <a:pt x="111505" y="118651"/>
                  </a:lnTo>
                  <a:lnTo>
                    <a:pt x="114829" y="113333"/>
                  </a:lnTo>
                  <a:lnTo>
                    <a:pt x="117820" y="106852"/>
                  </a:lnTo>
                  <a:lnTo>
                    <a:pt x="119648" y="99208"/>
                  </a:lnTo>
                  <a:lnTo>
                    <a:pt x="120146" y="94887"/>
                  </a:lnTo>
                  <a:lnTo>
                    <a:pt x="116657" y="93724"/>
                  </a:lnTo>
                  <a:lnTo>
                    <a:pt x="110009" y="90401"/>
                  </a:lnTo>
                  <a:lnTo>
                    <a:pt x="107018" y="88407"/>
                  </a:lnTo>
                  <a:lnTo>
                    <a:pt x="102365" y="85083"/>
                  </a:lnTo>
                  <a:lnTo>
                    <a:pt x="98543" y="81926"/>
                  </a:lnTo>
                  <a:lnTo>
                    <a:pt x="94887" y="85083"/>
                  </a:lnTo>
                  <a:lnTo>
                    <a:pt x="90068" y="88407"/>
                  </a:lnTo>
                  <a:lnTo>
                    <a:pt x="87243" y="90401"/>
                  </a:lnTo>
                  <a:lnTo>
                    <a:pt x="80596" y="93724"/>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767" name="Google Shape;4767;p101"/>
          <p:cNvGrpSpPr/>
          <p:nvPr/>
        </p:nvGrpSpPr>
        <p:grpSpPr>
          <a:xfrm>
            <a:off x="1990598" y="4053906"/>
            <a:ext cx="388740" cy="444002"/>
            <a:chOff x="1434830" y="238125"/>
            <a:chExt cx="4546665" cy="5193004"/>
          </a:xfrm>
        </p:grpSpPr>
        <p:sp>
          <p:nvSpPr>
            <p:cNvPr id="4768" name="Google Shape;4768;p101"/>
            <p:cNvSpPr/>
            <p:nvPr/>
          </p:nvSpPr>
          <p:spPr>
            <a:xfrm>
              <a:off x="1434830" y="3873179"/>
              <a:ext cx="4546665" cy="1557950"/>
            </a:xfrm>
            <a:custGeom>
              <a:avLst/>
              <a:gdLst/>
              <a:ahLst/>
              <a:cxnLst/>
              <a:rect l="l" t="t" r="r" b="b"/>
              <a:pathLst>
                <a:path w="164184" h="62318" extrusionOk="0">
                  <a:moveTo>
                    <a:pt x="14624" y="0"/>
                  </a:moveTo>
                  <a:lnTo>
                    <a:pt x="11632" y="333"/>
                  </a:lnTo>
                  <a:lnTo>
                    <a:pt x="6315" y="2493"/>
                  </a:lnTo>
                  <a:lnTo>
                    <a:pt x="2326" y="6481"/>
                  </a:lnTo>
                  <a:lnTo>
                    <a:pt x="166" y="11633"/>
                  </a:lnTo>
                  <a:lnTo>
                    <a:pt x="0" y="14624"/>
                  </a:lnTo>
                  <a:lnTo>
                    <a:pt x="0" y="47860"/>
                  </a:lnTo>
                  <a:lnTo>
                    <a:pt x="166" y="50851"/>
                  </a:lnTo>
                  <a:lnTo>
                    <a:pt x="2326" y="56002"/>
                  </a:lnTo>
                  <a:lnTo>
                    <a:pt x="6315" y="59991"/>
                  </a:lnTo>
                  <a:lnTo>
                    <a:pt x="11632" y="62151"/>
                  </a:lnTo>
                  <a:lnTo>
                    <a:pt x="14624" y="62317"/>
                  </a:lnTo>
                  <a:lnTo>
                    <a:pt x="149560" y="62317"/>
                  </a:lnTo>
                  <a:lnTo>
                    <a:pt x="152551" y="62151"/>
                  </a:lnTo>
                  <a:lnTo>
                    <a:pt x="157702" y="59991"/>
                  </a:lnTo>
                  <a:lnTo>
                    <a:pt x="161691" y="56002"/>
                  </a:lnTo>
                  <a:lnTo>
                    <a:pt x="163851" y="50851"/>
                  </a:lnTo>
                  <a:lnTo>
                    <a:pt x="164183" y="47860"/>
                  </a:lnTo>
                  <a:lnTo>
                    <a:pt x="164183" y="14624"/>
                  </a:lnTo>
                  <a:lnTo>
                    <a:pt x="163851" y="11633"/>
                  </a:lnTo>
                  <a:lnTo>
                    <a:pt x="161691" y="6481"/>
                  </a:lnTo>
                  <a:lnTo>
                    <a:pt x="157702" y="2493"/>
                  </a:lnTo>
                  <a:lnTo>
                    <a:pt x="152551" y="333"/>
                  </a:lnTo>
                  <a:lnTo>
                    <a:pt x="14956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SESSION</a:t>
              </a:r>
              <a:endParaRPr sz="500" b="1">
                <a:solidFill>
                  <a:srgbClr val="FFFFFF"/>
                </a:solidFill>
                <a:latin typeface="Arial"/>
                <a:ea typeface="Arial"/>
                <a:cs typeface="Arial"/>
                <a:sym typeface="Arial"/>
              </a:endParaRPr>
            </a:p>
          </p:txBody>
        </p:sp>
        <p:sp>
          <p:nvSpPr>
            <p:cNvPr id="4769" name="Google Shape;4769;p101"/>
            <p:cNvSpPr/>
            <p:nvPr/>
          </p:nvSpPr>
          <p:spPr>
            <a:xfrm>
              <a:off x="2902225" y="915275"/>
              <a:ext cx="1611950" cy="257600"/>
            </a:xfrm>
            <a:custGeom>
              <a:avLst/>
              <a:gdLst/>
              <a:ahLst/>
              <a:cxnLst/>
              <a:rect l="l" t="t" r="r" b="b"/>
              <a:pathLst>
                <a:path w="64478" h="10304" extrusionOk="0">
                  <a:moveTo>
                    <a:pt x="2161" y="1"/>
                  </a:moveTo>
                  <a:lnTo>
                    <a:pt x="1164" y="167"/>
                  </a:lnTo>
                  <a:lnTo>
                    <a:pt x="167" y="1164"/>
                  </a:lnTo>
                  <a:lnTo>
                    <a:pt x="1" y="1995"/>
                  </a:lnTo>
                  <a:lnTo>
                    <a:pt x="1" y="8310"/>
                  </a:lnTo>
                  <a:lnTo>
                    <a:pt x="167" y="9141"/>
                  </a:lnTo>
                  <a:lnTo>
                    <a:pt x="1164" y="10304"/>
                  </a:lnTo>
                  <a:lnTo>
                    <a:pt x="63148" y="10304"/>
                  </a:lnTo>
                  <a:lnTo>
                    <a:pt x="64311" y="9141"/>
                  </a:lnTo>
                  <a:lnTo>
                    <a:pt x="64478" y="8310"/>
                  </a:lnTo>
                  <a:lnTo>
                    <a:pt x="64478" y="1995"/>
                  </a:lnTo>
                  <a:lnTo>
                    <a:pt x="64311" y="1164"/>
                  </a:lnTo>
                  <a:lnTo>
                    <a:pt x="63148" y="167"/>
                  </a:lnTo>
                  <a:lnTo>
                    <a:pt x="62317"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70" name="Google Shape;4770;p101"/>
            <p:cNvSpPr/>
            <p:nvPr/>
          </p:nvSpPr>
          <p:spPr>
            <a:xfrm>
              <a:off x="2902225" y="1484450"/>
              <a:ext cx="1611950" cy="261750"/>
            </a:xfrm>
            <a:custGeom>
              <a:avLst/>
              <a:gdLst/>
              <a:ahLst/>
              <a:cxnLst/>
              <a:rect l="l" t="t" r="r" b="b"/>
              <a:pathLst>
                <a:path w="64478" h="10470" extrusionOk="0">
                  <a:moveTo>
                    <a:pt x="2161" y="0"/>
                  </a:moveTo>
                  <a:lnTo>
                    <a:pt x="1164" y="166"/>
                  </a:lnTo>
                  <a:lnTo>
                    <a:pt x="167" y="1330"/>
                  </a:lnTo>
                  <a:lnTo>
                    <a:pt x="1" y="2161"/>
                  </a:lnTo>
                  <a:lnTo>
                    <a:pt x="1" y="8309"/>
                  </a:lnTo>
                  <a:lnTo>
                    <a:pt x="167" y="9140"/>
                  </a:lnTo>
                  <a:lnTo>
                    <a:pt x="1164" y="10303"/>
                  </a:lnTo>
                  <a:lnTo>
                    <a:pt x="2161" y="10469"/>
                  </a:lnTo>
                  <a:lnTo>
                    <a:pt x="62317" y="10469"/>
                  </a:lnTo>
                  <a:lnTo>
                    <a:pt x="63148" y="10303"/>
                  </a:lnTo>
                  <a:lnTo>
                    <a:pt x="64311" y="9140"/>
                  </a:lnTo>
                  <a:lnTo>
                    <a:pt x="64478" y="8309"/>
                  </a:lnTo>
                  <a:lnTo>
                    <a:pt x="64478" y="2161"/>
                  </a:lnTo>
                  <a:lnTo>
                    <a:pt x="64311" y="1330"/>
                  </a:lnTo>
                  <a:lnTo>
                    <a:pt x="63148" y="166"/>
                  </a:lnTo>
                  <a:lnTo>
                    <a:pt x="62317" y="0"/>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71" name="Google Shape;4771;p101"/>
            <p:cNvSpPr/>
            <p:nvPr/>
          </p:nvSpPr>
          <p:spPr>
            <a:xfrm>
              <a:off x="2902225" y="2057750"/>
              <a:ext cx="830925" cy="257600"/>
            </a:xfrm>
            <a:custGeom>
              <a:avLst/>
              <a:gdLst/>
              <a:ahLst/>
              <a:cxnLst/>
              <a:rect l="l" t="t" r="r" b="b"/>
              <a:pathLst>
                <a:path w="33237" h="10304" extrusionOk="0">
                  <a:moveTo>
                    <a:pt x="2161" y="1"/>
                  </a:moveTo>
                  <a:lnTo>
                    <a:pt x="1164" y="167"/>
                  </a:lnTo>
                  <a:lnTo>
                    <a:pt x="167" y="1164"/>
                  </a:lnTo>
                  <a:lnTo>
                    <a:pt x="1" y="1995"/>
                  </a:lnTo>
                  <a:lnTo>
                    <a:pt x="1" y="8310"/>
                  </a:lnTo>
                  <a:lnTo>
                    <a:pt x="167" y="9141"/>
                  </a:lnTo>
                  <a:lnTo>
                    <a:pt x="1164" y="10304"/>
                  </a:lnTo>
                  <a:lnTo>
                    <a:pt x="32073" y="10304"/>
                  </a:lnTo>
                  <a:lnTo>
                    <a:pt x="33070" y="9141"/>
                  </a:lnTo>
                  <a:lnTo>
                    <a:pt x="33236" y="8310"/>
                  </a:lnTo>
                  <a:lnTo>
                    <a:pt x="33236" y="1995"/>
                  </a:lnTo>
                  <a:lnTo>
                    <a:pt x="33070" y="1164"/>
                  </a:lnTo>
                  <a:lnTo>
                    <a:pt x="32073" y="167"/>
                  </a:lnTo>
                  <a:lnTo>
                    <a:pt x="31242"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72" name="Google Shape;4772;p101"/>
            <p:cNvSpPr/>
            <p:nvPr/>
          </p:nvSpPr>
          <p:spPr>
            <a:xfrm>
              <a:off x="2229225" y="238125"/>
              <a:ext cx="3269550" cy="3506350"/>
            </a:xfrm>
            <a:custGeom>
              <a:avLst/>
              <a:gdLst/>
              <a:ahLst/>
              <a:cxnLst/>
              <a:rect l="l" t="t" r="r" b="b"/>
              <a:pathLst>
                <a:path w="130782" h="140254" extrusionOk="0">
                  <a:moveTo>
                    <a:pt x="118318" y="28416"/>
                  </a:moveTo>
                  <a:lnTo>
                    <a:pt x="118318" y="82923"/>
                  </a:lnTo>
                  <a:lnTo>
                    <a:pt x="120312" y="83920"/>
                  </a:lnTo>
                  <a:lnTo>
                    <a:pt x="123968" y="85083"/>
                  </a:lnTo>
                  <a:lnTo>
                    <a:pt x="125630" y="85083"/>
                  </a:lnTo>
                  <a:lnTo>
                    <a:pt x="126627" y="85249"/>
                  </a:lnTo>
                  <a:lnTo>
                    <a:pt x="128455" y="86080"/>
                  </a:lnTo>
                  <a:lnTo>
                    <a:pt x="129951" y="87409"/>
                  </a:lnTo>
                  <a:lnTo>
                    <a:pt x="130782" y="89404"/>
                  </a:lnTo>
                  <a:lnTo>
                    <a:pt x="130782" y="90401"/>
                  </a:lnTo>
                  <a:lnTo>
                    <a:pt x="130615" y="96549"/>
                  </a:lnTo>
                  <a:lnTo>
                    <a:pt x="128455" y="107683"/>
                  </a:lnTo>
                  <a:lnTo>
                    <a:pt x="124799" y="116989"/>
                  </a:lnTo>
                  <a:lnTo>
                    <a:pt x="119980" y="124633"/>
                  </a:lnTo>
                  <a:lnTo>
                    <a:pt x="117487" y="127791"/>
                  </a:lnTo>
                  <a:lnTo>
                    <a:pt x="114829" y="130616"/>
                  </a:lnTo>
                  <a:lnTo>
                    <a:pt x="109677" y="135269"/>
                  </a:lnTo>
                  <a:lnTo>
                    <a:pt x="107184" y="136764"/>
                  </a:lnTo>
                  <a:lnTo>
                    <a:pt x="105024" y="138260"/>
                  </a:lnTo>
                  <a:lnTo>
                    <a:pt x="102864" y="139257"/>
                  </a:lnTo>
                  <a:lnTo>
                    <a:pt x="101036" y="139922"/>
                  </a:lnTo>
                  <a:lnTo>
                    <a:pt x="98543" y="140254"/>
                  </a:lnTo>
                  <a:lnTo>
                    <a:pt x="96217" y="139922"/>
                  </a:lnTo>
                  <a:lnTo>
                    <a:pt x="94223" y="139257"/>
                  </a:lnTo>
                  <a:lnTo>
                    <a:pt x="92228" y="138260"/>
                  </a:lnTo>
                  <a:lnTo>
                    <a:pt x="89902" y="136764"/>
                  </a:lnTo>
                  <a:lnTo>
                    <a:pt x="89403" y="136432"/>
                  </a:lnTo>
                  <a:lnTo>
                    <a:pt x="88739" y="136099"/>
                  </a:lnTo>
                  <a:lnTo>
                    <a:pt x="26090" y="136099"/>
                  </a:lnTo>
                  <a:lnTo>
                    <a:pt x="23431" y="135933"/>
                  </a:lnTo>
                  <a:lnTo>
                    <a:pt x="18280" y="134936"/>
                  </a:lnTo>
                  <a:lnTo>
                    <a:pt x="13627" y="132776"/>
                  </a:lnTo>
                  <a:lnTo>
                    <a:pt x="9472" y="129619"/>
                  </a:lnTo>
                  <a:lnTo>
                    <a:pt x="5816" y="125796"/>
                  </a:lnTo>
                  <a:lnTo>
                    <a:pt x="2991" y="121310"/>
                  </a:lnTo>
                  <a:lnTo>
                    <a:pt x="1163" y="116158"/>
                  </a:lnTo>
                  <a:lnTo>
                    <a:pt x="0" y="110508"/>
                  </a:lnTo>
                  <a:lnTo>
                    <a:pt x="0" y="107683"/>
                  </a:lnTo>
                  <a:lnTo>
                    <a:pt x="0" y="28583"/>
                  </a:lnTo>
                  <a:lnTo>
                    <a:pt x="0" y="25591"/>
                  </a:lnTo>
                  <a:lnTo>
                    <a:pt x="997" y="20107"/>
                  </a:lnTo>
                  <a:lnTo>
                    <a:pt x="2991" y="14956"/>
                  </a:lnTo>
                  <a:lnTo>
                    <a:pt x="5816" y="10469"/>
                  </a:lnTo>
                  <a:lnTo>
                    <a:pt x="9306" y="6481"/>
                  </a:lnTo>
                  <a:lnTo>
                    <a:pt x="13460" y="3490"/>
                  </a:lnTo>
                  <a:lnTo>
                    <a:pt x="18113" y="1329"/>
                  </a:lnTo>
                  <a:lnTo>
                    <a:pt x="23265" y="166"/>
                  </a:lnTo>
                  <a:lnTo>
                    <a:pt x="25924" y="0"/>
                  </a:lnTo>
                  <a:lnTo>
                    <a:pt x="92228" y="0"/>
                  </a:lnTo>
                  <a:lnTo>
                    <a:pt x="94887" y="166"/>
                  </a:lnTo>
                  <a:lnTo>
                    <a:pt x="100039" y="1163"/>
                  </a:lnTo>
                  <a:lnTo>
                    <a:pt x="104692" y="3324"/>
                  </a:lnTo>
                  <a:lnTo>
                    <a:pt x="108846" y="6481"/>
                  </a:lnTo>
                  <a:lnTo>
                    <a:pt x="112336" y="10303"/>
                  </a:lnTo>
                  <a:lnTo>
                    <a:pt x="115161" y="14790"/>
                  </a:lnTo>
                  <a:lnTo>
                    <a:pt x="117155" y="19941"/>
                  </a:lnTo>
                  <a:lnTo>
                    <a:pt x="118152" y="25591"/>
                  </a:lnTo>
                  <a:close/>
                  <a:moveTo>
                    <a:pt x="105855" y="74448"/>
                  </a:moveTo>
                  <a:lnTo>
                    <a:pt x="103695" y="72453"/>
                  </a:lnTo>
                  <a:lnTo>
                    <a:pt x="102199" y="71124"/>
                  </a:lnTo>
                  <a:lnTo>
                    <a:pt x="101534" y="70459"/>
                  </a:lnTo>
                  <a:lnTo>
                    <a:pt x="99540" y="69628"/>
                  </a:lnTo>
                  <a:lnTo>
                    <a:pt x="97546" y="69628"/>
                  </a:lnTo>
                  <a:lnTo>
                    <a:pt x="95718" y="70459"/>
                  </a:lnTo>
                  <a:lnTo>
                    <a:pt x="94887" y="71124"/>
                  </a:lnTo>
                  <a:lnTo>
                    <a:pt x="91065" y="74780"/>
                  </a:lnTo>
                  <a:lnTo>
                    <a:pt x="84418" y="79765"/>
                  </a:lnTo>
                  <a:lnTo>
                    <a:pt x="80596" y="82092"/>
                  </a:lnTo>
                  <a:lnTo>
                    <a:pt x="74115" y="84917"/>
                  </a:lnTo>
                  <a:lnTo>
                    <a:pt x="71622" y="85083"/>
                  </a:lnTo>
                  <a:lnTo>
                    <a:pt x="70625" y="85249"/>
                  </a:lnTo>
                  <a:lnTo>
                    <a:pt x="68631" y="86080"/>
                  </a:lnTo>
                  <a:lnTo>
                    <a:pt x="67967" y="86745"/>
                  </a:lnTo>
                  <a:lnTo>
                    <a:pt x="67302" y="87409"/>
                  </a:lnTo>
                  <a:lnTo>
                    <a:pt x="66471" y="89404"/>
                  </a:lnTo>
                  <a:lnTo>
                    <a:pt x="66471" y="90401"/>
                  </a:lnTo>
                  <a:lnTo>
                    <a:pt x="66471" y="95718"/>
                  </a:lnTo>
                  <a:lnTo>
                    <a:pt x="68133" y="105190"/>
                  </a:lnTo>
                  <a:lnTo>
                    <a:pt x="70792" y="113333"/>
                  </a:lnTo>
                  <a:lnTo>
                    <a:pt x="74447" y="120479"/>
                  </a:lnTo>
                  <a:lnTo>
                    <a:pt x="76442" y="123636"/>
                  </a:lnTo>
                  <a:lnTo>
                    <a:pt x="26090" y="123636"/>
                  </a:lnTo>
                  <a:lnTo>
                    <a:pt x="23597" y="123470"/>
                  </a:lnTo>
                  <a:lnTo>
                    <a:pt x="18778" y="121310"/>
                  </a:lnTo>
                  <a:lnTo>
                    <a:pt x="14956" y="117155"/>
                  </a:lnTo>
                  <a:lnTo>
                    <a:pt x="12630" y="111173"/>
                  </a:lnTo>
                  <a:lnTo>
                    <a:pt x="12463" y="107683"/>
                  </a:lnTo>
                  <a:lnTo>
                    <a:pt x="12463" y="28583"/>
                  </a:lnTo>
                  <a:lnTo>
                    <a:pt x="12630" y="24927"/>
                  </a:lnTo>
                  <a:lnTo>
                    <a:pt x="14956" y="19110"/>
                  </a:lnTo>
                  <a:lnTo>
                    <a:pt x="18778" y="14956"/>
                  </a:lnTo>
                  <a:lnTo>
                    <a:pt x="23597" y="12630"/>
                  </a:lnTo>
                  <a:lnTo>
                    <a:pt x="25924" y="12463"/>
                  </a:lnTo>
                  <a:lnTo>
                    <a:pt x="92228" y="12463"/>
                  </a:lnTo>
                  <a:lnTo>
                    <a:pt x="94721" y="12630"/>
                  </a:lnTo>
                  <a:lnTo>
                    <a:pt x="99374" y="14790"/>
                  </a:lnTo>
                  <a:lnTo>
                    <a:pt x="103362" y="18944"/>
                  </a:lnTo>
                  <a:lnTo>
                    <a:pt x="105523" y="24927"/>
                  </a:lnTo>
                  <a:lnTo>
                    <a:pt x="105855" y="28416"/>
                  </a:lnTo>
                  <a:close/>
                  <a:moveTo>
                    <a:pt x="76940" y="94887"/>
                  </a:moveTo>
                  <a:lnTo>
                    <a:pt x="77439" y="99208"/>
                  </a:lnTo>
                  <a:lnTo>
                    <a:pt x="79433" y="106852"/>
                  </a:lnTo>
                  <a:lnTo>
                    <a:pt x="82258" y="113333"/>
                  </a:lnTo>
                  <a:lnTo>
                    <a:pt x="85748" y="118651"/>
                  </a:lnTo>
                  <a:lnTo>
                    <a:pt x="87575" y="120977"/>
                  </a:lnTo>
                  <a:lnTo>
                    <a:pt x="91896" y="125298"/>
                  </a:lnTo>
                  <a:lnTo>
                    <a:pt x="95552" y="127957"/>
                  </a:lnTo>
                  <a:lnTo>
                    <a:pt x="97214" y="128954"/>
                  </a:lnTo>
                  <a:lnTo>
                    <a:pt x="98377" y="129619"/>
                  </a:lnTo>
                  <a:lnTo>
                    <a:pt x="98543" y="129619"/>
                  </a:lnTo>
                  <a:lnTo>
                    <a:pt x="98543" y="129619"/>
                  </a:lnTo>
                  <a:lnTo>
                    <a:pt x="98709" y="129619"/>
                  </a:lnTo>
                  <a:lnTo>
                    <a:pt x="98876" y="129619"/>
                  </a:lnTo>
                  <a:lnTo>
                    <a:pt x="100039" y="128954"/>
                  </a:lnTo>
                  <a:lnTo>
                    <a:pt x="101534" y="127957"/>
                  </a:lnTo>
                  <a:lnTo>
                    <a:pt x="105356" y="125298"/>
                  </a:lnTo>
                  <a:lnTo>
                    <a:pt x="109511" y="120977"/>
                  </a:lnTo>
                  <a:lnTo>
                    <a:pt x="111505" y="118651"/>
                  </a:lnTo>
                  <a:lnTo>
                    <a:pt x="114829" y="113333"/>
                  </a:lnTo>
                  <a:lnTo>
                    <a:pt x="117820" y="106852"/>
                  </a:lnTo>
                  <a:lnTo>
                    <a:pt x="119648" y="99208"/>
                  </a:lnTo>
                  <a:lnTo>
                    <a:pt x="120146" y="94887"/>
                  </a:lnTo>
                  <a:lnTo>
                    <a:pt x="116657" y="93724"/>
                  </a:lnTo>
                  <a:lnTo>
                    <a:pt x="110009" y="90401"/>
                  </a:lnTo>
                  <a:lnTo>
                    <a:pt x="107018" y="88407"/>
                  </a:lnTo>
                  <a:lnTo>
                    <a:pt x="102365" y="85083"/>
                  </a:lnTo>
                  <a:lnTo>
                    <a:pt x="98543" y="81926"/>
                  </a:lnTo>
                  <a:lnTo>
                    <a:pt x="94887" y="85083"/>
                  </a:lnTo>
                  <a:lnTo>
                    <a:pt x="90068" y="88407"/>
                  </a:lnTo>
                  <a:lnTo>
                    <a:pt x="87243" y="90401"/>
                  </a:lnTo>
                  <a:lnTo>
                    <a:pt x="80596" y="93724"/>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773" name="Google Shape;4773;p101"/>
          <p:cNvGrpSpPr/>
          <p:nvPr/>
        </p:nvGrpSpPr>
        <p:grpSpPr>
          <a:xfrm>
            <a:off x="2792231" y="4053906"/>
            <a:ext cx="388740" cy="444002"/>
            <a:chOff x="1434830" y="238125"/>
            <a:chExt cx="4546665" cy="5193004"/>
          </a:xfrm>
        </p:grpSpPr>
        <p:sp>
          <p:nvSpPr>
            <p:cNvPr id="4774" name="Google Shape;4774;p101"/>
            <p:cNvSpPr/>
            <p:nvPr/>
          </p:nvSpPr>
          <p:spPr>
            <a:xfrm>
              <a:off x="1434830" y="3873179"/>
              <a:ext cx="4546665" cy="1557950"/>
            </a:xfrm>
            <a:custGeom>
              <a:avLst/>
              <a:gdLst/>
              <a:ahLst/>
              <a:cxnLst/>
              <a:rect l="l" t="t" r="r" b="b"/>
              <a:pathLst>
                <a:path w="164184" h="62318" extrusionOk="0">
                  <a:moveTo>
                    <a:pt x="14624" y="0"/>
                  </a:moveTo>
                  <a:lnTo>
                    <a:pt x="11632" y="333"/>
                  </a:lnTo>
                  <a:lnTo>
                    <a:pt x="6315" y="2493"/>
                  </a:lnTo>
                  <a:lnTo>
                    <a:pt x="2326" y="6481"/>
                  </a:lnTo>
                  <a:lnTo>
                    <a:pt x="166" y="11633"/>
                  </a:lnTo>
                  <a:lnTo>
                    <a:pt x="0" y="14624"/>
                  </a:lnTo>
                  <a:lnTo>
                    <a:pt x="0" y="47860"/>
                  </a:lnTo>
                  <a:lnTo>
                    <a:pt x="166" y="50851"/>
                  </a:lnTo>
                  <a:lnTo>
                    <a:pt x="2326" y="56002"/>
                  </a:lnTo>
                  <a:lnTo>
                    <a:pt x="6315" y="59991"/>
                  </a:lnTo>
                  <a:lnTo>
                    <a:pt x="11632" y="62151"/>
                  </a:lnTo>
                  <a:lnTo>
                    <a:pt x="14624" y="62317"/>
                  </a:lnTo>
                  <a:lnTo>
                    <a:pt x="149560" y="62317"/>
                  </a:lnTo>
                  <a:lnTo>
                    <a:pt x="152551" y="62151"/>
                  </a:lnTo>
                  <a:lnTo>
                    <a:pt x="157702" y="59991"/>
                  </a:lnTo>
                  <a:lnTo>
                    <a:pt x="161691" y="56002"/>
                  </a:lnTo>
                  <a:lnTo>
                    <a:pt x="163851" y="50851"/>
                  </a:lnTo>
                  <a:lnTo>
                    <a:pt x="164183" y="47860"/>
                  </a:lnTo>
                  <a:lnTo>
                    <a:pt x="164183" y="14624"/>
                  </a:lnTo>
                  <a:lnTo>
                    <a:pt x="163851" y="11633"/>
                  </a:lnTo>
                  <a:lnTo>
                    <a:pt x="161691" y="6481"/>
                  </a:lnTo>
                  <a:lnTo>
                    <a:pt x="157702" y="2493"/>
                  </a:lnTo>
                  <a:lnTo>
                    <a:pt x="152551" y="333"/>
                  </a:lnTo>
                  <a:lnTo>
                    <a:pt x="14956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NETWORK</a:t>
              </a:r>
              <a:endParaRPr sz="500" b="1">
                <a:solidFill>
                  <a:srgbClr val="FFFFFF"/>
                </a:solidFill>
                <a:latin typeface="Arial"/>
                <a:ea typeface="Arial"/>
                <a:cs typeface="Arial"/>
                <a:sym typeface="Arial"/>
              </a:endParaRPr>
            </a:p>
          </p:txBody>
        </p:sp>
        <p:sp>
          <p:nvSpPr>
            <p:cNvPr id="4775" name="Google Shape;4775;p101"/>
            <p:cNvSpPr/>
            <p:nvPr/>
          </p:nvSpPr>
          <p:spPr>
            <a:xfrm>
              <a:off x="2902225" y="915275"/>
              <a:ext cx="1611950" cy="257600"/>
            </a:xfrm>
            <a:custGeom>
              <a:avLst/>
              <a:gdLst/>
              <a:ahLst/>
              <a:cxnLst/>
              <a:rect l="l" t="t" r="r" b="b"/>
              <a:pathLst>
                <a:path w="64478" h="10304" extrusionOk="0">
                  <a:moveTo>
                    <a:pt x="2161" y="1"/>
                  </a:moveTo>
                  <a:lnTo>
                    <a:pt x="1164" y="167"/>
                  </a:lnTo>
                  <a:lnTo>
                    <a:pt x="167" y="1164"/>
                  </a:lnTo>
                  <a:lnTo>
                    <a:pt x="1" y="1995"/>
                  </a:lnTo>
                  <a:lnTo>
                    <a:pt x="1" y="8310"/>
                  </a:lnTo>
                  <a:lnTo>
                    <a:pt x="167" y="9141"/>
                  </a:lnTo>
                  <a:lnTo>
                    <a:pt x="1164" y="10304"/>
                  </a:lnTo>
                  <a:lnTo>
                    <a:pt x="63148" y="10304"/>
                  </a:lnTo>
                  <a:lnTo>
                    <a:pt x="64311" y="9141"/>
                  </a:lnTo>
                  <a:lnTo>
                    <a:pt x="64478" y="8310"/>
                  </a:lnTo>
                  <a:lnTo>
                    <a:pt x="64478" y="1995"/>
                  </a:lnTo>
                  <a:lnTo>
                    <a:pt x="64311" y="1164"/>
                  </a:lnTo>
                  <a:lnTo>
                    <a:pt x="63148" y="167"/>
                  </a:lnTo>
                  <a:lnTo>
                    <a:pt x="62317"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76" name="Google Shape;4776;p101"/>
            <p:cNvSpPr/>
            <p:nvPr/>
          </p:nvSpPr>
          <p:spPr>
            <a:xfrm>
              <a:off x="2902225" y="1484450"/>
              <a:ext cx="1611950" cy="261750"/>
            </a:xfrm>
            <a:custGeom>
              <a:avLst/>
              <a:gdLst/>
              <a:ahLst/>
              <a:cxnLst/>
              <a:rect l="l" t="t" r="r" b="b"/>
              <a:pathLst>
                <a:path w="64478" h="10470" extrusionOk="0">
                  <a:moveTo>
                    <a:pt x="2161" y="0"/>
                  </a:moveTo>
                  <a:lnTo>
                    <a:pt x="1164" y="166"/>
                  </a:lnTo>
                  <a:lnTo>
                    <a:pt x="167" y="1330"/>
                  </a:lnTo>
                  <a:lnTo>
                    <a:pt x="1" y="2161"/>
                  </a:lnTo>
                  <a:lnTo>
                    <a:pt x="1" y="8309"/>
                  </a:lnTo>
                  <a:lnTo>
                    <a:pt x="167" y="9140"/>
                  </a:lnTo>
                  <a:lnTo>
                    <a:pt x="1164" y="10303"/>
                  </a:lnTo>
                  <a:lnTo>
                    <a:pt x="2161" y="10469"/>
                  </a:lnTo>
                  <a:lnTo>
                    <a:pt x="62317" y="10469"/>
                  </a:lnTo>
                  <a:lnTo>
                    <a:pt x="63148" y="10303"/>
                  </a:lnTo>
                  <a:lnTo>
                    <a:pt x="64311" y="9140"/>
                  </a:lnTo>
                  <a:lnTo>
                    <a:pt x="64478" y="8309"/>
                  </a:lnTo>
                  <a:lnTo>
                    <a:pt x="64478" y="2161"/>
                  </a:lnTo>
                  <a:lnTo>
                    <a:pt x="64311" y="1330"/>
                  </a:lnTo>
                  <a:lnTo>
                    <a:pt x="63148" y="166"/>
                  </a:lnTo>
                  <a:lnTo>
                    <a:pt x="62317" y="0"/>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77" name="Google Shape;4777;p101"/>
            <p:cNvSpPr/>
            <p:nvPr/>
          </p:nvSpPr>
          <p:spPr>
            <a:xfrm>
              <a:off x="2902225" y="2057750"/>
              <a:ext cx="830925" cy="257600"/>
            </a:xfrm>
            <a:custGeom>
              <a:avLst/>
              <a:gdLst/>
              <a:ahLst/>
              <a:cxnLst/>
              <a:rect l="l" t="t" r="r" b="b"/>
              <a:pathLst>
                <a:path w="33237" h="10304" extrusionOk="0">
                  <a:moveTo>
                    <a:pt x="2161" y="1"/>
                  </a:moveTo>
                  <a:lnTo>
                    <a:pt x="1164" y="167"/>
                  </a:lnTo>
                  <a:lnTo>
                    <a:pt x="167" y="1164"/>
                  </a:lnTo>
                  <a:lnTo>
                    <a:pt x="1" y="1995"/>
                  </a:lnTo>
                  <a:lnTo>
                    <a:pt x="1" y="8310"/>
                  </a:lnTo>
                  <a:lnTo>
                    <a:pt x="167" y="9141"/>
                  </a:lnTo>
                  <a:lnTo>
                    <a:pt x="1164" y="10304"/>
                  </a:lnTo>
                  <a:lnTo>
                    <a:pt x="32073" y="10304"/>
                  </a:lnTo>
                  <a:lnTo>
                    <a:pt x="33070" y="9141"/>
                  </a:lnTo>
                  <a:lnTo>
                    <a:pt x="33236" y="8310"/>
                  </a:lnTo>
                  <a:lnTo>
                    <a:pt x="33236" y="1995"/>
                  </a:lnTo>
                  <a:lnTo>
                    <a:pt x="33070" y="1164"/>
                  </a:lnTo>
                  <a:lnTo>
                    <a:pt x="32073" y="167"/>
                  </a:lnTo>
                  <a:lnTo>
                    <a:pt x="31242"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78" name="Google Shape;4778;p101"/>
            <p:cNvSpPr/>
            <p:nvPr/>
          </p:nvSpPr>
          <p:spPr>
            <a:xfrm>
              <a:off x="2229225" y="238125"/>
              <a:ext cx="3269550" cy="3506350"/>
            </a:xfrm>
            <a:custGeom>
              <a:avLst/>
              <a:gdLst/>
              <a:ahLst/>
              <a:cxnLst/>
              <a:rect l="l" t="t" r="r" b="b"/>
              <a:pathLst>
                <a:path w="130782" h="140254" extrusionOk="0">
                  <a:moveTo>
                    <a:pt x="118318" y="28416"/>
                  </a:moveTo>
                  <a:lnTo>
                    <a:pt x="118318" y="82923"/>
                  </a:lnTo>
                  <a:lnTo>
                    <a:pt x="120312" y="83920"/>
                  </a:lnTo>
                  <a:lnTo>
                    <a:pt x="123968" y="85083"/>
                  </a:lnTo>
                  <a:lnTo>
                    <a:pt x="125630" y="85083"/>
                  </a:lnTo>
                  <a:lnTo>
                    <a:pt x="126627" y="85249"/>
                  </a:lnTo>
                  <a:lnTo>
                    <a:pt x="128455" y="86080"/>
                  </a:lnTo>
                  <a:lnTo>
                    <a:pt x="129951" y="87409"/>
                  </a:lnTo>
                  <a:lnTo>
                    <a:pt x="130782" y="89404"/>
                  </a:lnTo>
                  <a:lnTo>
                    <a:pt x="130782" y="90401"/>
                  </a:lnTo>
                  <a:lnTo>
                    <a:pt x="130615" y="96549"/>
                  </a:lnTo>
                  <a:lnTo>
                    <a:pt x="128455" y="107683"/>
                  </a:lnTo>
                  <a:lnTo>
                    <a:pt x="124799" y="116989"/>
                  </a:lnTo>
                  <a:lnTo>
                    <a:pt x="119980" y="124633"/>
                  </a:lnTo>
                  <a:lnTo>
                    <a:pt x="117487" y="127791"/>
                  </a:lnTo>
                  <a:lnTo>
                    <a:pt x="114829" y="130616"/>
                  </a:lnTo>
                  <a:lnTo>
                    <a:pt x="109677" y="135269"/>
                  </a:lnTo>
                  <a:lnTo>
                    <a:pt x="107184" y="136764"/>
                  </a:lnTo>
                  <a:lnTo>
                    <a:pt x="105024" y="138260"/>
                  </a:lnTo>
                  <a:lnTo>
                    <a:pt x="102864" y="139257"/>
                  </a:lnTo>
                  <a:lnTo>
                    <a:pt x="101036" y="139922"/>
                  </a:lnTo>
                  <a:lnTo>
                    <a:pt x="98543" y="140254"/>
                  </a:lnTo>
                  <a:lnTo>
                    <a:pt x="96217" y="139922"/>
                  </a:lnTo>
                  <a:lnTo>
                    <a:pt x="94223" y="139257"/>
                  </a:lnTo>
                  <a:lnTo>
                    <a:pt x="92228" y="138260"/>
                  </a:lnTo>
                  <a:lnTo>
                    <a:pt x="89902" y="136764"/>
                  </a:lnTo>
                  <a:lnTo>
                    <a:pt x="89403" y="136432"/>
                  </a:lnTo>
                  <a:lnTo>
                    <a:pt x="88739" y="136099"/>
                  </a:lnTo>
                  <a:lnTo>
                    <a:pt x="26090" y="136099"/>
                  </a:lnTo>
                  <a:lnTo>
                    <a:pt x="23431" y="135933"/>
                  </a:lnTo>
                  <a:lnTo>
                    <a:pt x="18280" y="134936"/>
                  </a:lnTo>
                  <a:lnTo>
                    <a:pt x="13627" y="132776"/>
                  </a:lnTo>
                  <a:lnTo>
                    <a:pt x="9472" y="129619"/>
                  </a:lnTo>
                  <a:lnTo>
                    <a:pt x="5816" y="125796"/>
                  </a:lnTo>
                  <a:lnTo>
                    <a:pt x="2991" y="121310"/>
                  </a:lnTo>
                  <a:lnTo>
                    <a:pt x="1163" y="116158"/>
                  </a:lnTo>
                  <a:lnTo>
                    <a:pt x="0" y="110508"/>
                  </a:lnTo>
                  <a:lnTo>
                    <a:pt x="0" y="107683"/>
                  </a:lnTo>
                  <a:lnTo>
                    <a:pt x="0" y="28583"/>
                  </a:lnTo>
                  <a:lnTo>
                    <a:pt x="0" y="25591"/>
                  </a:lnTo>
                  <a:lnTo>
                    <a:pt x="997" y="20107"/>
                  </a:lnTo>
                  <a:lnTo>
                    <a:pt x="2991" y="14956"/>
                  </a:lnTo>
                  <a:lnTo>
                    <a:pt x="5816" y="10469"/>
                  </a:lnTo>
                  <a:lnTo>
                    <a:pt x="9306" y="6481"/>
                  </a:lnTo>
                  <a:lnTo>
                    <a:pt x="13460" y="3490"/>
                  </a:lnTo>
                  <a:lnTo>
                    <a:pt x="18113" y="1329"/>
                  </a:lnTo>
                  <a:lnTo>
                    <a:pt x="23265" y="166"/>
                  </a:lnTo>
                  <a:lnTo>
                    <a:pt x="25924" y="0"/>
                  </a:lnTo>
                  <a:lnTo>
                    <a:pt x="92228" y="0"/>
                  </a:lnTo>
                  <a:lnTo>
                    <a:pt x="94887" y="166"/>
                  </a:lnTo>
                  <a:lnTo>
                    <a:pt x="100039" y="1163"/>
                  </a:lnTo>
                  <a:lnTo>
                    <a:pt x="104692" y="3324"/>
                  </a:lnTo>
                  <a:lnTo>
                    <a:pt x="108846" y="6481"/>
                  </a:lnTo>
                  <a:lnTo>
                    <a:pt x="112336" y="10303"/>
                  </a:lnTo>
                  <a:lnTo>
                    <a:pt x="115161" y="14790"/>
                  </a:lnTo>
                  <a:lnTo>
                    <a:pt x="117155" y="19941"/>
                  </a:lnTo>
                  <a:lnTo>
                    <a:pt x="118152" y="25591"/>
                  </a:lnTo>
                  <a:close/>
                  <a:moveTo>
                    <a:pt x="105855" y="74448"/>
                  </a:moveTo>
                  <a:lnTo>
                    <a:pt x="103695" y="72453"/>
                  </a:lnTo>
                  <a:lnTo>
                    <a:pt x="102199" y="71124"/>
                  </a:lnTo>
                  <a:lnTo>
                    <a:pt x="101534" y="70459"/>
                  </a:lnTo>
                  <a:lnTo>
                    <a:pt x="99540" y="69628"/>
                  </a:lnTo>
                  <a:lnTo>
                    <a:pt x="97546" y="69628"/>
                  </a:lnTo>
                  <a:lnTo>
                    <a:pt x="95718" y="70459"/>
                  </a:lnTo>
                  <a:lnTo>
                    <a:pt x="94887" y="71124"/>
                  </a:lnTo>
                  <a:lnTo>
                    <a:pt x="91065" y="74780"/>
                  </a:lnTo>
                  <a:lnTo>
                    <a:pt x="84418" y="79765"/>
                  </a:lnTo>
                  <a:lnTo>
                    <a:pt x="80596" y="82092"/>
                  </a:lnTo>
                  <a:lnTo>
                    <a:pt x="74115" y="84917"/>
                  </a:lnTo>
                  <a:lnTo>
                    <a:pt x="71622" y="85083"/>
                  </a:lnTo>
                  <a:lnTo>
                    <a:pt x="70625" y="85249"/>
                  </a:lnTo>
                  <a:lnTo>
                    <a:pt x="68631" y="86080"/>
                  </a:lnTo>
                  <a:lnTo>
                    <a:pt x="67967" y="86745"/>
                  </a:lnTo>
                  <a:lnTo>
                    <a:pt x="67302" y="87409"/>
                  </a:lnTo>
                  <a:lnTo>
                    <a:pt x="66471" y="89404"/>
                  </a:lnTo>
                  <a:lnTo>
                    <a:pt x="66471" y="90401"/>
                  </a:lnTo>
                  <a:lnTo>
                    <a:pt x="66471" y="95718"/>
                  </a:lnTo>
                  <a:lnTo>
                    <a:pt x="68133" y="105190"/>
                  </a:lnTo>
                  <a:lnTo>
                    <a:pt x="70792" y="113333"/>
                  </a:lnTo>
                  <a:lnTo>
                    <a:pt x="74447" y="120479"/>
                  </a:lnTo>
                  <a:lnTo>
                    <a:pt x="76442" y="123636"/>
                  </a:lnTo>
                  <a:lnTo>
                    <a:pt x="26090" y="123636"/>
                  </a:lnTo>
                  <a:lnTo>
                    <a:pt x="23597" y="123470"/>
                  </a:lnTo>
                  <a:lnTo>
                    <a:pt x="18778" y="121310"/>
                  </a:lnTo>
                  <a:lnTo>
                    <a:pt x="14956" y="117155"/>
                  </a:lnTo>
                  <a:lnTo>
                    <a:pt x="12630" y="111173"/>
                  </a:lnTo>
                  <a:lnTo>
                    <a:pt x="12463" y="107683"/>
                  </a:lnTo>
                  <a:lnTo>
                    <a:pt x="12463" y="28583"/>
                  </a:lnTo>
                  <a:lnTo>
                    <a:pt x="12630" y="24927"/>
                  </a:lnTo>
                  <a:lnTo>
                    <a:pt x="14956" y="19110"/>
                  </a:lnTo>
                  <a:lnTo>
                    <a:pt x="18778" y="14956"/>
                  </a:lnTo>
                  <a:lnTo>
                    <a:pt x="23597" y="12630"/>
                  </a:lnTo>
                  <a:lnTo>
                    <a:pt x="25924" y="12463"/>
                  </a:lnTo>
                  <a:lnTo>
                    <a:pt x="92228" y="12463"/>
                  </a:lnTo>
                  <a:lnTo>
                    <a:pt x="94721" y="12630"/>
                  </a:lnTo>
                  <a:lnTo>
                    <a:pt x="99374" y="14790"/>
                  </a:lnTo>
                  <a:lnTo>
                    <a:pt x="103362" y="18944"/>
                  </a:lnTo>
                  <a:lnTo>
                    <a:pt x="105523" y="24927"/>
                  </a:lnTo>
                  <a:lnTo>
                    <a:pt x="105855" y="28416"/>
                  </a:lnTo>
                  <a:close/>
                  <a:moveTo>
                    <a:pt x="76940" y="94887"/>
                  </a:moveTo>
                  <a:lnTo>
                    <a:pt x="77439" y="99208"/>
                  </a:lnTo>
                  <a:lnTo>
                    <a:pt x="79433" y="106852"/>
                  </a:lnTo>
                  <a:lnTo>
                    <a:pt x="82258" y="113333"/>
                  </a:lnTo>
                  <a:lnTo>
                    <a:pt x="85748" y="118651"/>
                  </a:lnTo>
                  <a:lnTo>
                    <a:pt x="87575" y="120977"/>
                  </a:lnTo>
                  <a:lnTo>
                    <a:pt x="91896" y="125298"/>
                  </a:lnTo>
                  <a:lnTo>
                    <a:pt x="95552" y="127957"/>
                  </a:lnTo>
                  <a:lnTo>
                    <a:pt x="97214" y="128954"/>
                  </a:lnTo>
                  <a:lnTo>
                    <a:pt x="98377" y="129619"/>
                  </a:lnTo>
                  <a:lnTo>
                    <a:pt x="98543" y="129619"/>
                  </a:lnTo>
                  <a:lnTo>
                    <a:pt x="98543" y="129619"/>
                  </a:lnTo>
                  <a:lnTo>
                    <a:pt x="98709" y="129619"/>
                  </a:lnTo>
                  <a:lnTo>
                    <a:pt x="98876" y="129619"/>
                  </a:lnTo>
                  <a:lnTo>
                    <a:pt x="100039" y="128954"/>
                  </a:lnTo>
                  <a:lnTo>
                    <a:pt x="101534" y="127957"/>
                  </a:lnTo>
                  <a:lnTo>
                    <a:pt x="105356" y="125298"/>
                  </a:lnTo>
                  <a:lnTo>
                    <a:pt x="109511" y="120977"/>
                  </a:lnTo>
                  <a:lnTo>
                    <a:pt x="111505" y="118651"/>
                  </a:lnTo>
                  <a:lnTo>
                    <a:pt x="114829" y="113333"/>
                  </a:lnTo>
                  <a:lnTo>
                    <a:pt x="117820" y="106852"/>
                  </a:lnTo>
                  <a:lnTo>
                    <a:pt x="119648" y="99208"/>
                  </a:lnTo>
                  <a:lnTo>
                    <a:pt x="120146" y="94887"/>
                  </a:lnTo>
                  <a:lnTo>
                    <a:pt x="116657" y="93724"/>
                  </a:lnTo>
                  <a:lnTo>
                    <a:pt x="110009" y="90401"/>
                  </a:lnTo>
                  <a:lnTo>
                    <a:pt x="107018" y="88407"/>
                  </a:lnTo>
                  <a:lnTo>
                    <a:pt x="102365" y="85083"/>
                  </a:lnTo>
                  <a:lnTo>
                    <a:pt x="98543" y="81926"/>
                  </a:lnTo>
                  <a:lnTo>
                    <a:pt x="94887" y="85083"/>
                  </a:lnTo>
                  <a:lnTo>
                    <a:pt x="90068" y="88407"/>
                  </a:lnTo>
                  <a:lnTo>
                    <a:pt x="87243" y="90401"/>
                  </a:lnTo>
                  <a:lnTo>
                    <a:pt x="80596" y="93724"/>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779" name="Google Shape;4779;p101"/>
          <p:cNvGrpSpPr/>
          <p:nvPr/>
        </p:nvGrpSpPr>
        <p:grpSpPr>
          <a:xfrm>
            <a:off x="3572394" y="4053906"/>
            <a:ext cx="388740" cy="444002"/>
            <a:chOff x="1434830" y="238125"/>
            <a:chExt cx="4546665" cy="5193004"/>
          </a:xfrm>
        </p:grpSpPr>
        <p:sp>
          <p:nvSpPr>
            <p:cNvPr id="4780" name="Google Shape;4780;p101"/>
            <p:cNvSpPr/>
            <p:nvPr/>
          </p:nvSpPr>
          <p:spPr>
            <a:xfrm>
              <a:off x="1434830" y="3873179"/>
              <a:ext cx="4546665" cy="1557950"/>
            </a:xfrm>
            <a:custGeom>
              <a:avLst/>
              <a:gdLst/>
              <a:ahLst/>
              <a:cxnLst/>
              <a:rect l="l" t="t" r="r" b="b"/>
              <a:pathLst>
                <a:path w="164184" h="62318" extrusionOk="0">
                  <a:moveTo>
                    <a:pt x="14624" y="0"/>
                  </a:moveTo>
                  <a:lnTo>
                    <a:pt x="11632" y="333"/>
                  </a:lnTo>
                  <a:lnTo>
                    <a:pt x="6315" y="2493"/>
                  </a:lnTo>
                  <a:lnTo>
                    <a:pt x="2326" y="6481"/>
                  </a:lnTo>
                  <a:lnTo>
                    <a:pt x="166" y="11633"/>
                  </a:lnTo>
                  <a:lnTo>
                    <a:pt x="0" y="14624"/>
                  </a:lnTo>
                  <a:lnTo>
                    <a:pt x="0" y="47860"/>
                  </a:lnTo>
                  <a:lnTo>
                    <a:pt x="166" y="50851"/>
                  </a:lnTo>
                  <a:lnTo>
                    <a:pt x="2326" y="56002"/>
                  </a:lnTo>
                  <a:lnTo>
                    <a:pt x="6315" y="59991"/>
                  </a:lnTo>
                  <a:lnTo>
                    <a:pt x="11632" y="62151"/>
                  </a:lnTo>
                  <a:lnTo>
                    <a:pt x="14624" y="62317"/>
                  </a:lnTo>
                  <a:lnTo>
                    <a:pt x="149560" y="62317"/>
                  </a:lnTo>
                  <a:lnTo>
                    <a:pt x="152551" y="62151"/>
                  </a:lnTo>
                  <a:lnTo>
                    <a:pt x="157702" y="59991"/>
                  </a:lnTo>
                  <a:lnTo>
                    <a:pt x="161691" y="56002"/>
                  </a:lnTo>
                  <a:lnTo>
                    <a:pt x="163851" y="50851"/>
                  </a:lnTo>
                  <a:lnTo>
                    <a:pt x="164183" y="47860"/>
                  </a:lnTo>
                  <a:lnTo>
                    <a:pt x="164183" y="14624"/>
                  </a:lnTo>
                  <a:lnTo>
                    <a:pt x="163851" y="11633"/>
                  </a:lnTo>
                  <a:lnTo>
                    <a:pt x="161691" y="6481"/>
                  </a:lnTo>
                  <a:lnTo>
                    <a:pt x="157702" y="2493"/>
                  </a:lnTo>
                  <a:lnTo>
                    <a:pt x="152551" y="333"/>
                  </a:lnTo>
                  <a:lnTo>
                    <a:pt x="14956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MASKING</a:t>
              </a:r>
              <a:endParaRPr sz="500" b="1">
                <a:solidFill>
                  <a:srgbClr val="FFFFFF"/>
                </a:solidFill>
                <a:latin typeface="Arial"/>
                <a:ea typeface="Arial"/>
                <a:cs typeface="Arial"/>
                <a:sym typeface="Arial"/>
              </a:endParaRPr>
            </a:p>
          </p:txBody>
        </p:sp>
        <p:sp>
          <p:nvSpPr>
            <p:cNvPr id="4781" name="Google Shape;4781;p101"/>
            <p:cNvSpPr/>
            <p:nvPr/>
          </p:nvSpPr>
          <p:spPr>
            <a:xfrm>
              <a:off x="2902225" y="915275"/>
              <a:ext cx="1611950" cy="257600"/>
            </a:xfrm>
            <a:custGeom>
              <a:avLst/>
              <a:gdLst/>
              <a:ahLst/>
              <a:cxnLst/>
              <a:rect l="l" t="t" r="r" b="b"/>
              <a:pathLst>
                <a:path w="64478" h="10304" extrusionOk="0">
                  <a:moveTo>
                    <a:pt x="2161" y="1"/>
                  </a:moveTo>
                  <a:lnTo>
                    <a:pt x="1164" y="167"/>
                  </a:lnTo>
                  <a:lnTo>
                    <a:pt x="167" y="1164"/>
                  </a:lnTo>
                  <a:lnTo>
                    <a:pt x="1" y="1995"/>
                  </a:lnTo>
                  <a:lnTo>
                    <a:pt x="1" y="8310"/>
                  </a:lnTo>
                  <a:lnTo>
                    <a:pt x="167" y="9141"/>
                  </a:lnTo>
                  <a:lnTo>
                    <a:pt x="1164" y="10304"/>
                  </a:lnTo>
                  <a:lnTo>
                    <a:pt x="63148" y="10304"/>
                  </a:lnTo>
                  <a:lnTo>
                    <a:pt x="64311" y="9141"/>
                  </a:lnTo>
                  <a:lnTo>
                    <a:pt x="64478" y="8310"/>
                  </a:lnTo>
                  <a:lnTo>
                    <a:pt x="64478" y="1995"/>
                  </a:lnTo>
                  <a:lnTo>
                    <a:pt x="64311" y="1164"/>
                  </a:lnTo>
                  <a:lnTo>
                    <a:pt x="63148" y="167"/>
                  </a:lnTo>
                  <a:lnTo>
                    <a:pt x="62317"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82" name="Google Shape;4782;p101"/>
            <p:cNvSpPr/>
            <p:nvPr/>
          </p:nvSpPr>
          <p:spPr>
            <a:xfrm>
              <a:off x="2902225" y="1484450"/>
              <a:ext cx="1611950" cy="261750"/>
            </a:xfrm>
            <a:custGeom>
              <a:avLst/>
              <a:gdLst/>
              <a:ahLst/>
              <a:cxnLst/>
              <a:rect l="l" t="t" r="r" b="b"/>
              <a:pathLst>
                <a:path w="64478" h="10470" extrusionOk="0">
                  <a:moveTo>
                    <a:pt x="2161" y="0"/>
                  </a:moveTo>
                  <a:lnTo>
                    <a:pt x="1164" y="166"/>
                  </a:lnTo>
                  <a:lnTo>
                    <a:pt x="167" y="1330"/>
                  </a:lnTo>
                  <a:lnTo>
                    <a:pt x="1" y="2161"/>
                  </a:lnTo>
                  <a:lnTo>
                    <a:pt x="1" y="8309"/>
                  </a:lnTo>
                  <a:lnTo>
                    <a:pt x="167" y="9140"/>
                  </a:lnTo>
                  <a:lnTo>
                    <a:pt x="1164" y="10303"/>
                  </a:lnTo>
                  <a:lnTo>
                    <a:pt x="2161" y="10469"/>
                  </a:lnTo>
                  <a:lnTo>
                    <a:pt x="62317" y="10469"/>
                  </a:lnTo>
                  <a:lnTo>
                    <a:pt x="63148" y="10303"/>
                  </a:lnTo>
                  <a:lnTo>
                    <a:pt x="64311" y="9140"/>
                  </a:lnTo>
                  <a:lnTo>
                    <a:pt x="64478" y="8309"/>
                  </a:lnTo>
                  <a:lnTo>
                    <a:pt x="64478" y="2161"/>
                  </a:lnTo>
                  <a:lnTo>
                    <a:pt x="64311" y="1330"/>
                  </a:lnTo>
                  <a:lnTo>
                    <a:pt x="63148" y="166"/>
                  </a:lnTo>
                  <a:lnTo>
                    <a:pt x="62317" y="0"/>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83" name="Google Shape;4783;p101"/>
            <p:cNvSpPr/>
            <p:nvPr/>
          </p:nvSpPr>
          <p:spPr>
            <a:xfrm>
              <a:off x="2902225" y="2057750"/>
              <a:ext cx="830925" cy="257600"/>
            </a:xfrm>
            <a:custGeom>
              <a:avLst/>
              <a:gdLst/>
              <a:ahLst/>
              <a:cxnLst/>
              <a:rect l="l" t="t" r="r" b="b"/>
              <a:pathLst>
                <a:path w="33237" h="10304" extrusionOk="0">
                  <a:moveTo>
                    <a:pt x="2161" y="1"/>
                  </a:moveTo>
                  <a:lnTo>
                    <a:pt x="1164" y="167"/>
                  </a:lnTo>
                  <a:lnTo>
                    <a:pt x="167" y="1164"/>
                  </a:lnTo>
                  <a:lnTo>
                    <a:pt x="1" y="1995"/>
                  </a:lnTo>
                  <a:lnTo>
                    <a:pt x="1" y="8310"/>
                  </a:lnTo>
                  <a:lnTo>
                    <a:pt x="167" y="9141"/>
                  </a:lnTo>
                  <a:lnTo>
                    <a:pt x="1164" y="10304"/>
                  </a:lnTo>
                  <a:lnTo>
                    <a:pt x="32073" y="10304"/>
                  </a:lnTo>
                  <a:lnTo>
                    <a:pt x="33070" y="9141"/>
                  </a:lnTo>
                  <a:lnTo>
                    <a:pt x="33236" y="8310"/>
                  </a:lnTo>
                  <a:lnTo>
                    <a:pt x="33236" y="1995"/>
                  </a:lnTo>
                  <a:lnTo>
                    <a:pt x="33070" y="1164"/>
                  </a:lnTo>
                  <a:lnTo>
                    <a:pt x="32073" y="167"/>
                  </a:lnTo>
                  <a:lnTo>
                    <a:pt x="31242" y="1"/>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84" name="Google Shape;4784;p101"/>
            <p:cNvSpPr/>
            <p:nvPr/>
          </p:nvSpPr>
          <p:spPr>
            <a:xfrm>
              <a:off x="2229225" y="238125"/>
              <a:ext cx="3269550" cy="3506350"/>
            </a:xfrm>
            <a:custGeom>
              <a:avLst/>
              <a:gdLst/>
              <a:ahLst/>
              <a:cxnLst/>
              <a:rect l="l" t="t" r="r" b="b"/>
              <a:pathLst>
                <a:path w="130782" h="140254" extrusionOk="0">
                  <a:moveTo>
                    <a:pt x="118318" y="28416"/>
                  </a:moveTo>
                  <a:lnTo>
                    <a:pt x="118318" y="82923"/>
                  </a:lnTo>
                  <a:lnTo>
                    <a:pt x="120312" y="83920"/>
                  </a:lnTo>
                  <a:lnTo>
                    <a:pt x="123968" y="85083"/>
                  </a:lnTo>
                  <a:lnTo>
                    <a:pt x="125630" y="85083"/>
                  </a:lnTo>
                  <a:lnTo>
                    <a:pt x="126627" y="85249"/>
                  </a:lnTo>
                  <a:lnTo>
                    <a:pt x="128455" y="86080"/>
                  </a:lnTo>
                  <a:lnTo>
                    <a:pt x="129951" y="87409"/>
                  </a:lnTo>
                  <a:lnTo>
                    <a:pt x="130782" y="89404"/>
                  </a:lnTo>
                  <a:lnTo>
                    <a:pt x="130782" y="90401"/>
                  </a:lnTo>
                  <a:lnTo>
                    <a:pt x="130615" y="96549"/>
                  </a:lnTo>
                  <a:lnTo>
                    <a:pt x="128455" y="107683"/>
                  </a:lnTo>
                  <a:lnTo>
                    <a:pt x="124799" y="116989"/>
                  </a:lnTo>
                  <a:lnTo>
                    <a:pt x="119980" y="124633"/>
                  </a:lnTo>
                  <a:lnTo>
                    <a:pt x="117487" y="127791"/>
                  </a:lnTo>
                  <a:lnTo>
                    <a:pt x="114829" y="130616"/>
                  </a:lnTo>
                  <a:lnTo>
                    <a:pt x="109677" y="135269"/>
                  </a:lnTo>
                  <a:lnTo>
                    <a:pt x="107184" y="136764"/>
                  </a:lnTo>
                  <a:lnTo>
                    <a:pt x="105024" y="138260"/>
                  </a:lnTo>
                  <a:lnTo>
                    <a:pt x="102864" y="139257"/>
                  </a:lnTo>
                  <a:lnTo>
                    <a:pt x="101036" y="139922"/>
                  </a:lnTo>
                  <a:lnTo>
                    <a:pt x="98543" y="140254"/>
                  </a:lnTo>
                  <a:lnTo>
                    <a:pt x="96217" y="139922"/>
                  </a:lnTo>
                  <a:lnTo>
                    <a:pt x="94223" y="139257"/>
                  </a:lnTo>
                  <a:lnTo>
                    <a:pt x="92228" y="138260"/>
                  </a:lnTo>
                  <a:lnTo>
                    <a:pt x="89902" y="136764"/>
                  </a:lnTo>
                  <a:lnTo>
                    <a:pt x="89403" y="136432"/>
                  </a:lnTo>
                  <a:lnTo>
                    <a:pt x="88739" y="136099"/>
                  </a:lnTo>
                  <a:lnTo>
                    <a:pt x="26090" y="136099"/>
                  </a:lnTo>
                  <a:lnTo>
                    <a:pt x="23431" y="135933"/>
                  </a:lnTo>
                  <a:lnTo>
                    <a:pt x="18280" y="134936"/>
                  </a:lnTo>
                  <a:lnTo>
                    <a:pt x="13627" y="132776"/>
                  </a:lnTo>
                  <a:lnTo>
                    <a:pt x="9472" y="129619"/>
                  </a:lnTo>
                  <a:lnTo>
                    <a:pt x="5816" y="125796"/>
                  </a:lnTo>
                  <a:lnTo>
                    <a:pt x="2991" y="121310"/>
                  </a:lnTo>
                  <a:lnTo>
                    <a:pt x="1163" y="116158"/>
                  </a:lnTo>
                  <a:lnTo>
                    <a:pt x="0" y="110508"/>
                  </a:lnTo>
                  <a:lnTo>
                    <a:pt x="0" y="107683"/>
                  </a:lnTo>
                  <a:lnTo>
                    <a:pt x="0" y="28583"/>
                  </a:lnTo>
                  <a:lnTo>
                    <a:pt x="0" y="25591"/>
                  </a:lnTo>
                  <a:lnTo>
                    <a:pt x="997" y="20107"/>
                  </a:lnTo>
                  <a:lnTo>
                    <a:pt x="2991" y="14956"/>
                  </a:lnTo>
                  <a:lnTo>
                    <a:pt x="5816" y="10469"/>
                  </a:lnTo>
                  <a:lnTo>
                    <a:pt x="9306" y="6481"/>
                  </a:lnTo>
                  <a:lnTo>
                    <a:pt x="13460" y="3490"/>
                  </a:lnTo>
                  <a:lnTo>
                    <a:pt x="18113" y="1329"/>
                  </a:lnTo>
                  <a:lnTo>
                    <a:pt x="23265" y="166"/>
                  </a:lnTo>
                  <a:lnTo>
                    <a:pt x="25924" y="0"/>
                  </a:lnTo>
                  <a:lnTo>
                    <a:pt x="92228" y="0"/>
                  </a:lnTo>
                  <a:lnTo>
                    <a:pt x="94887" y="166"/>
                  </a:lnTo>
                  <a:lnTo>
                    <a:pt x="100039" y="1163"/>
                  </a:lnTo>
                  <a:lnTo>
                    <a:pt x="104692" y="3324"/>
                  </a:lnTo>
                  <a:lnTo>
                    <a:pt x="108846" y="6481"/>
                  </a:lnTo>
                  <a:lnTo>
                    <a:pt x="112336" y="10303"/>
                  </a:lnTo>
                  <a:lnTo>
                    <a:pt x="115161" y="14790"/>
                  </a:lnTo>
                  <a:lnTo>
                    <a:pt x="117155" y="19941"/>
                  </a:lnTo>
                  <a:lnTo>
                    <a:pt x="118152" y="25591"/>
                  </a:lnTo>
                  <a:close/>
                  <a:moveTo>
                    <a:pt x="105855" y="74448"/>
                  </a:moveTo>
                  <a:lnTo>
                    <a:pt x="103695" y="72453"/>
                  </a:lnTo>
                  <a:lnTo>
                    <a:pt x="102199" y="71124"/>
                  </a:lnTo>
                  <a:lnTo>
                    <a:pt x="101534" y="70459"/>
                  </a:lnTo>
                  <a:lnTo>
                    <a:pt x="99540" y="69628"/>
                  </a:lnTo>
                  <a:lnTo>
                    <a:pt x="97546" y="69628"/>
                  </a:lnTo>
                  <a:lnTo>
                    <a:pt x="95718" y="70459"/>
                  </a:lnTo>
                  <a:lnTo>
                    <a:pt x="94887" y="71124"/>
                  </a:lnTo>
                  <a:lnTo>
                    <a:pt x="91065" y="74780"/>
                  </a:lnTo>
                  <a:lnTo>
                    <a:pt x="84418" y="79765"/>
                  </a:lnTo>
                  <a:lnTo>
                    <a:pt x="80596" y="82092"/>
                  </a:lnTo>
                  <a:lnTo>
                    <a:pt x="74115" y="84917"/>
                  </a:lnTo>
                  <a:lnTo>
                    <a:pt x="71622" y="85083"/>
                  </a:lnTo>
                  <a:lnTo>
                    <a:pt x="70625" y="85249"/>
                  </a:lnTo>
                  <a:lnTo>
                    <a:pt x="68631" y="86080"/>
                  </a:lnTo>
                  <a:lnTo>
                    <a:pt x="67967" y="86745"/>
                  </a:lnTo>
                  <a:lnTo>
                    <a:pt x="67302" y="87409"/>
                  </a:lnTo>
                  <a:lnTo>
                    <a:pt x="66471" y="89404"/>
                  </a:lnTo>
                  <a:lnTo>
                    <a:pt x="66471" y="90401"/>
                  </a:lnTo>
                  <a:lnTo>
                    <a:pt x="66471" y="95718"/>
                  </a:lnTo>
                  <a:lnTo>
                    <a:pt x="68133" y="105190"/>
                  </a:lnTo>
                  <a:lnTo>
                    <a:pt x="70792" y="113333"/>
                  </a:lnTo>
                  <a:lnTo>
                    <a:pt x="74447" y="120479"/>
                  </a:lnTo>
                  <a:lnTo>
                    <a:pt x="76442" y="123636"/>
                  </a:lnTo>
                  <a:lnTo>
                    <a:pt x="26090" y="123636"/>
                  </a:lnTo>
                  <a:lnTo>
                    <a:pt x="23597" y="123470"/>
                  </a:lnTo>
                  <a:lnTo>
                    <a:pt x="18778" y="121310"/>
                  </a:lnTo>
                  <a:lnTo>
                    <a:pt x="14956" y="117155"/>
                  </a:lnTo>
                  <a:lnTo>
                    <a:pt x="12630" y="111173"/>
                  </a:lnTo>
                  <a:lnTo>
                    <a:pt x="12463" y="107683"/>
                  </a:lnTo>
                  <a:lnTo>
                    <a:pt x="12463" y="28583"/>
                  </a:lnTo>
                  <a:lnTo>
                    <a:pt x="12630" y="24927"/>
                  </a:lnTo>
                  <a:lnTo>
                    <a:pt x="14956" y="19110"/>
                  </a:lnTo>
                  <a:lnTo>
                    <a:pt x="18778" y="14956"/>
                  </a:lnTo>
                  <a:lnTo>
                    <a:pt x="23597" y="12630"/>
                  </a:lnTo>
                  <a:lnTo>
                    <a:pt x="25924" y="12463"/>
                  </a:lnTo>
                  <a:lnTo>
                    <a:pt x="92228" y="12463"/>
                  </a:lnTo>
                  <a:lnTo>
                    <a:pt x="94721" y="12630"/>
                  </a:lnTo>
                  <a:lnTo>
                    <a:pt x="99374" y="14790"/>
                  </a:lnTo>
                  <a:lnTo>
                    <a:pt x="103362" y="18944"/>
                  </a:lnTo>
                  <a:lnTo>
                    <a:pt x="105523" y="24927"/>
                  </a:lnTo>
                  <a:lnTo>
                    <a:pt x="105855" y="28416"/>
                  </a:lnTo>
                  <a:close/>
                  <a:moveTo>
                    <a:pt x="76940" y="94887"/>
                  </a:moveTo>
                  <a:lnTo>
                    <a:pt x="77439" y="99208"/>
                  </a:lnTo>
                  <a:lnTo>
                    <a:pt x="79433" y="106852"/>
                  </a:lnTo>
                  <a:lnTo>
                    <a:pt x="82258" y="113333"/>
                  </a:lnTo>
                  <a:lnTo>
                    <a:pt x="85748" y="118651"/>
                  </a:lnTo>
                  <a:lnTo>
                    <a:pt x="87575" y="120977"/>
                  </a:lnTo>
                  <a:lnTo>
                    <a:pt x="91896" y="125298"/>
                  </a:lnTo>
                  <a:lnTo>
                    <a:pt x="95552" y="127957"/>
                  </a:lnTo>
                  <a:lnTo>
                    <a:pt x="97214" y="128954"/>
                  </a:lnTo>
                  <a:lnTo>
                    <a:pt x="98377" y="129619"/>
                  </a:lnTo>
                  <a:lnTo>
                    <a:pt x="98543" y="129619"/>
                  </a:lnTo>
                  <a:lnTo>
                    <a:pt x="98543" y="129619"/>
                  </a:lnTo>
                  <a:lnTo>
                    <a:pt x="98709" y="129619"/>
                  </a:lnTo>
                  <a:lnTo>
                    <a:pt x="98876" y="129619"/>
                  </a:lnTo>
                  <a:lnTo>
                    <a:pt x="100039" y="128954"/>
                  </a:lnTo>
                  <a:lnTo>
                    <a:pt x="101534" y="127957"/>
                  </a:lnTo>
                  <a:lnTo>
                    <a:pt x="105356" y="125298"/>
                  </a:lnTo>
                  <a:lnTo>
                    <a:pt x="109511" y="120977"/>
                  </a:lnTo>
                  <a:lnTo>
                    <a:pt x="111505" y="118651"/>
                  </a:lnTo>
                  <a:lnTo>
                    <a:pt x="114829" y="113333"/>
                  </a:lnTo>
                  <a:lnTo>
                    <a:pt x="117820" y="106852"/>
                  </a:lnTo>
                  <a:lnTo>
                    <a:pt x="119648" y="99208"/>
                  </a:lnTo>
                  <a:lnTo>
                    <a:pt x="120146" y="94887"/>
                  </a:lnTo>
                  <a:lnTo>
                    <a:pt x="116657" y="93724"/>
                  </a:lnTo>
                  <a:lnTo>
                    <a:pt x="110009" y="90401"/>
                  </a:lnTo>
                  <a:lnTo>
                    <a:pt x="107018" y="88407"/>
                  </a:lnTo>
                  <a:lnTo>
                    <a:pt x="102365" y="85083"/>
                  </a:lnTo>
                  <a:lnTo>
                    <a:pt x="98543" y="81926"/>
                  </a:lnTo>
                  <a:lnTo>
                    <a:pt x="94887" y="85083"/>
                  </a:lnTo>
                  <a:lnTo>
                    <a:pt x="90068" y="88407"/>
                  </a:lnTo>
                  <a:lnTo>
                    <a:pt x="87243" y="90401"/>
                  </a:lnTo>
                  <a:lnTo>
                    <a:pt x="80596" y="93724"/>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sp>
        <p:nvSpPr>
          <p:cNvPr id="4785" name="Google Shape;4785;p101"/>
          <p:cNvSpPr txBox="1"/>
          <p:nvPr/>
        </p:nvSpPr>
        <p:spPr>
          <a:xfrm>
            <a:off x="436247" y="4467568"/>
            <a:ext cx="328500" cy="1089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Policy</a:t>
            </a:r>
            <a:endParaRPr sz="600">
              <a:solidFill>
                <a:srgbClr val="11567F"/>
              </a:solidFill>
              <a:latin typeface="Arial"/>
              <a:ea typeface="Arial"/>
              <a:cs typeface="Arial"/>
              <a:sym typeface="Arial"/>
            </a:endParaRPr>
          </a:p>
        </p:txBody>
      </p:sp>
      <p:grpSp>
        <p:nvGrpSpPr>
          <p:cNvPr id="4786" name="Google Shape;4786;p101"/>
          <p:cNvGrpSpPr/>
          <p:nvPr/>
        </p:nvGrpSpPr>
        <p:grpSpPr>
          <a:xfrm>
            <a:off x="5879822" y="4053905"/>
            <a:ext cx="532177" cy="399509"/>
            <a:chOff x="331251" y="292650"/>
            <a:chExt cx="6911384" cy="5188423"/>
          </a:xfrm>
        </p:grpSpPr>
        <p:sp>
          <p:nvSpPr>
            <p:cNvPr id="4787" name="Google Shape;4787;p101"/>
            <p:cNvSpPr/>
            <p:nvPr/>
          </p:nvSpPr>
          <p:spPr>
            <a:xfrm>
              <a:off x="331251" y="4172423"/>
              <a:ext cx="6911384" cy="1308650"/>
            </a:xfrm>
            <a:custGeom>
              <a:avLst/>
              <a:gdLst/>
              <a:ahLst/>
              <a:cxnLst/>
              <a:rect l="l" t="t" r="r" b="b"/>
              <a:pathLst>
                <a:path w="207705" h="52346" extrusionOk="0">
                  <a:moveTo>
                    <a:pt x="14764" y="0"/>
                  </a:moveTo>
                  <a:lnTo>
                    <a:pt x="11744" y="168"/>
                  </a:lnTo>
                  <a:lnTo>
                    <a:pt x="6375" y="2349"/>
                  </a:lnTo>
                  <a:lnTo>
                    <a:pt x="2349" y="6376"/>
                  </a:lnTo>
                  <a:lnTo>
                    <a:pt x="168" y="11577"/>
                  </a:lnTo>
                  <a:lnTo>
                    <a:pt x="0" y="14597"/>
                  </a:lnTo>
                  <a:lnTo>
                    <a:pt x="0" y="37749"/>
                  </a:lnTo>
                  <a:lnTo>
                    <a:pt x="168" y="40602"/>
                  </a:lnTo>
                  <a:lnTo>
                    <a:pt x="2349" y="45970"/>
                  </a:lnTo>
                  <a:lnTo>
                    <a:pt x="6375" y="49997"/>
                  </a:lnTo>
                  <a:lnTo>
                    <a:pt x="11744" y="52178"/>
                  </a:lnTo>
                  <a:lnTo>
                    <a:pt x="14764" y="52346"/>
                  </a:lnTo>
                  <a:lnTo>
                    <a:pt x="192940" y="52346"/>
                  </a:lnTo>
                  <a:lnTo>
                    <a:pt x="195960" y="52178"/>
                  </a:lnTo>
                  <a:lnTo>
                    <a:pt x="201161" y="49997"/>
                  </a:lnTo>
                  <a:lnTo>
                    <a:pt x="205188" y="45970"/>
                  </a:lnTo>
                  <a:lnTo>
                    <a:pt x="207369" y="40602"/>
                  </a:lnTo>
                  <a:lnTo>
                    <a:pt x="207704" y="37749"/>
                  </a:lnTo>
                  <a:lnTo>
                    <a:pt x="207704" y="14597"/>
                  </a:lnTo>
                  <a:lnTo>
                    <a:pt x="207369" y="11577"/>
                  </a:lnTo>
                  <a:lnTo>
                    <a:pt x="205188" y="6376"/>
                  </a:lnTo>
                  <a:lnTo>
                    <a:pt x="201161" y="2349"/>
                  </a:lnTo>
                  <a:lnTo>
                    <a:pt x="195960" y="168"/>
                  </a:lnTo>
                  <a:lnTo>
                    <a:pt x="19294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MATERIALIZED</a:t>
              </a:r>
              <a:endParaRPr sz="500">
                <a:solidFill>
                  <a:srgbClr val="252525"/>
                </a:solidFill>
                <a:latin typeface="Arial"/>
                <a:ea typeface="Arial"/>
                <a:cs typeface="Arial"/>
                <a:sym typeface="Arial"/>
              </a:endParaRPr>
            </a:p>
          </p:txBody>
        </p:sp>
        <p:sp>
          <p:nvSpPr>
            <p:cNvPr id="4788" name="Google Shape;4788;p101"/>
            <p:cNvSpPr/>
            <p:nvPr/>
          </p:nvSpPr>
          <p:spPr>
            <a:xfrm>
              <a:off x="1664575" y="292650"/>
              <a:ext cx="4278275" cy="3670075"/>
            </a:xfrm>
            <a:custGeom>
              <a:avLst/>
              <a:gdLst/>
              <a:ahLst/>
              <a:cxnLst/>
              <a:rect l="l" t="t" r="r" b="b"/>
              <a:pathLst>
                <a:path w="171131" h="146803" extrusionOk="0">
                  <a:moveTo>
                    <a:pt x="0" y="27179"/>
                  </a:moveTo>
                  <a:lnTo>
                    <a:pt x="0" y="24327"/>
                  </a:lnTo>
                  <a:lnTo>
                    <a:pt x="1175" y="19126"/>
                  </a:lnTo>
                  <a:lnTo>
                    <a:pt x="3188" y="14093"/>
                  </a:lnTo>
                  <a:lnTo>
                    <a:pt x="6040" y="9731"/>
                  </a:lnTo>
                  <a:lnTo>
                    <a:pt x="9731" y="6040"/>
                  </a:lnTo>
                  <a:lnTo>
                    <a:pt x="14094" y="3188"/>
                  </a:lnTo>
                  <a:lnTo>
                    <a:pt x="19127" y="1174"/>
                  </a:lnTo>
                  <a:lnTo>
                    <a:pt x="24328" y="0"/>
                  </a:lnTo>
                  <a:lnTo>
                    <a:pt x="27180" y="0"/>
                  </a:lnTo>
                  <a:lnTo>
                    <a:pt x="107208" y="0"/>
                  </a:lnTo>
                  <a:lnTo>
                    <a:pt x="110060" y="0"/>
                  </a:lnTo>
                  <a:lnTo>
                    <a:pt x="115429" y="1174"/>
                  </a:lnTo>
                  <a:lnTo>
                    <a:pt x="120295" y="3188"/>
                  </a:lnTo>
                  <a:lnTo>
                    <a:pt x="124657" y="6040"/>
                  </a:lnTo>
                  <a:lnTo>
                    <a:pt x="128348" y="9731"/>
                  </a:lnTo>
                  <a:lnTo>
                    <a:pt x="131200" y="14093"/>
                  </a:lnTo>
                  <a:lnTo>
                    <a:pt x="133381" y="19126"/>
                  </a:lnTo>
                  <a:lnTo>
                    <a:pt x="134388" y="24327"/>
                  </a:lnTo>
                  <a:lnTo>
                    <a:pt x="134555" y="27179"/>
                  </a:lnTo>
                  <a:lnTo>
                    <a:pt x="134555" y="36575"/>
                  </a:lnTo>
                  <a:lnTo>
                    <a:pt x="143783" y="36575"/>
                  </a:lnTo>
                  <a:lnTo>
                    <a:pt x="146635" y="36575"/>
                  </a:lnTo>
                  <a:lnTo>
                    <a:pt x="152004" y="37749"/>
                  </a:lnTo>
                  <a:lnTo>
                    <a:pt x="156869" y="39763"/>
                  </a:lnTo>
                  <a:lnTo>
                    <a:pt x="161232" y="42782"/>
                  </a:lnTo>
                  <a:lnTo>
                    <a:pt x="164923" y="46474"/>
                  </a:lnTo>
                  <a:lnTo>
                    <a:pt x="167942" y="50836"/>
                  </a:lnTo>
                  <a:lnTo>
                    <a:pt x="169956" y="55701"/>
                  </a:lnTo>
                  <a:lnTo>
                    <a:pt x="170962" y="60902"/>
                  </a:lnTo>
                  <a:lnTo>
                    <a:pt x="171130" y="63754"/>
                  </a:lnTo>
                  <a:lnTo>
                    <a:pt x="171130" y="119455"/>
                  </a:lnTo>
                  <a:lnTo>
                    <a:pt x="170962" y="122307"/>
                  </a:lnTo>
                  <a:lnTo>
                    <a:pt x="169956" y="127508"/>
                  </a:lnTo>
                  <a:lnTo>
                    <a:pt x="167942" y="132542"/>
                  </a:lnTo>
                  <a:lnTo>
                    <a:pt x="164923" y="136904"/>
                  </a:lnTo>
                  <a:lnTo>
                    <a:pt x="161232" y="140595"/>
                  </a:lnTo>
                  <a:lnTo>
                    <a:pt x="156869" y="143447"/>
                  </a:lnTo>
                  <a:lnTo>
                    <a:pt x="152004" y="145460"/>
                  </a:lnTo>
                  <a:lnTo>
                    <a:pt x="146635" y="146635"/>
                  </a:lnTo>
                  <a:lnTo>
                    <a:pt x="143783" y="146803"/>
                  </a:lnTo>
                  <a:lnTo>
                    <a:pt x="63755" y="146803"/>
                  </a:lnTo>
                  <a:lnTo>
                    <a:pt x="60903" y="146635"/>
                  </a:lnTo>
                  <a:lnTo>
                    <a:pt x="55702" y="145460"/>
                  </a:lnTo>
                  <a:lnTo>
                    <a:pt x="50836" y="143447"/>
                  </a:lnTo>
                  <a:lnTo>
                    <a:pt x="46474" y="140595"/>
                  </a:lnTo>
                  <a:lnTo>
                    <a:pt x="42783" y="136904"/>
                  </a:lnTo>
                  <a:lnTo>
                    <a:pt x="39763" y="132542"/>
                  </a:lnTo>
                  <a:lnTo>
                    <a:pt x="37750" y="127508"/>
                  </a:lnTo>
                  <a:lnTo>
                    <a:pt x="36575" y="122307"/>
                  </a:lnTo>
                  <a:lnTo>
                    <a:pt x="36575" y="119455"/>
                  </a:lnTo>
                  <a:lnTo>
                    <a:pt x="36575" y="110060"/>
                  </a:lnTo>
                  <a:lnTo>
                    <a:pt x="27180" y="110060"/>
                  </a:lnTo>
                  <a:lnTo>
                    <a:pt x="24328" y="110060"/>
                  </a:lnTo>
                  <a:lnTo>
                    <a:pt x="19127" y="108886"/>
                  </a:lnTo>
                  <a:lnTo>
                    <a:pt x="14094" y="106872"/>
                  </a:lnTo>
                  <a:lnTo>
                    <a:pt x="9731" y="103852"/>
                  </a:lnTo>
                  <a:lnTo>
                    <a:pt x="6040" y="100161"/>
                  </a:lnTo>
                  <a:lnTo>
                    <a:pt x="3188" y="95799"/>
                  </a:lnTo>
                  <a:lnTo>
                    <a:pt x="1175" y="90934"/>
                  </a:lnTo>
                  <a:lnTo>
                    <a:pt x="0" y="85733"/>
                  </a:lnTo>
                  <a:lnTo>
                    <a:pt x="0" y="82881"/>
                  </a:lnTo>
                  <a:close/>
                  <a:moveTo>
                    <a:pt x="121972" y="27179"/>
                  </a:moveTo>
                  <a:lnTo>
                    <a:pt x="121972" y="36575"/>
                  </a:lnTo>
                  <a:lnTo>
                    <a:pt x="63755" y="36575"/>
                  </a:lnTo>
                  <a:lnTo>
                    <a:pt x="60903" y="36575"/>
                  </a:lnTo>
                  <a:lnTo>
                    <a:pt x="55702" y="37749"/>
                  </a:lnTo>
                  <a:lnTo>
                    <a:pt x="50836" y="39763"/>
                  </a:lnTo>
                  <a:lnTo>
                    <a:pt x="46474" y="42782"/>
                  </a:lnTo>
                  <a:lnTo>
                    <a:pt x="42783" y="46474"/>
                  </a:lnTo>
                  <a:lnTo>
                    <a:pt x="39763" y="50836"/>
                  </a:lnTo>
                  <a:lnTo>
                    <a:pt x="37750" y="55701"/>
                  </a:lnTo>
                  <a:lnTo>
                    <a:pt x="36575" y="60902"/>
                  </a:lnTo>
                  <a:lnTo>
                    <a:pt x="36575" y="63754"/>
                  </a:lnTo>
                  <a:lnTo>
                    <a:pt x="36575" y="97477"/>
                  </a:lnTo>
                  <a:lnTo>
                    <a:pt x="27180" y="97477"/>
                  </a:lnTo>
                  <a:lnTo>
                    <a:pt x="24160" y="97309"/>
                  </a:lnTo>
                  <a:lnTo>
                    <a:pt x="18959" y="95128"/>
                  </a:lnTo>
                  <a:lnTo>
                    <a:pt x="14932" y="91101"/>
                  </a:lnTo>
                  <a:lnTo>
                    <a:pt x="12751" y="85900"/>
                  </a:lnTo>
                  <a:lnTo>
                    <a:pt x="12584" y="82881"/>
                  </a:lnTo>
                  <a:lnTo>
                    <a:pt x="12584" y="27179"/>
                  </a:lnTo>
                  <a:lnTo>
                    <a:pt x="12751" y="24160"/>
                  </a:lnTo>
                  <a:lnTo>
                    <a:pt x="14932" y="18959"/>
                  </a:lnTo>
                  <a:lnTo>
                    <a:pt x="18959" y="14932"/>
                  </a:lnTo>
                  <a:lnTo>
                    <a:pt x="24160" y="12751"/>
                  </a:lnTo>
                  <a:lnTo>
                    <a:pt x="27180" y="12583"/>
                  </a:lnTo>
                  <a:lnTo>
                    <a:pt x="107208" y="12583"/>
                  </a:lnTo>
                  <a:lnTo>
                    <a:pt x="110228" y="12751"/>
                  </a:lnTo>
                  <a:lnTo>
                    <a:pt x="115597" y="14932"/>
                  </a:lnTo>
                  <a:lnTo>
                    <a:pt x="119456" y="18959"/>
                  </a:lnTo>
                  <a:lnTo>
                    <a:pt x="121805" y="24160"/>
                  </a:lnTo>
                  <a:close/>
                  <a:moveTo>
                    <a:pt x="63755" y="49158"/>
                  </a:moveTo>
                  <a:lnTo>
                    <a:pt x="60735" y="49326"/>
                  </a:lnTo>
                  <a:lnTo>
                    <a:pt x="55534" y="51507"/>
                  </a:lnTo>
                  <a:lnTo>
                    <a:pt x="51507" y="55533"/>
                  </a:lnTo>
                  <a:lnTo>
                    <a:pt x="49326" y="60734"/>
                  </a:lnTo>
                  <a:lnTo>
                    <a:pt x="49158" y="63754"/>
                  </a:lnTo>
                  <a:lnTo>
                    <a:pt x="49158" y="68955"/>
                  </a:lnTo>
                  <a:lnTo>
                    <a:pt x="158547" y="68955"/>
                  </a:lnTo>
                  <a:lnTo>
                    <a:pt x="158547" y="63754"/>
                  </a:lnTo>
                  <a:lnTo>
                    <a:pt x="158379" y="60734"/>
                  </a:lnTo>
                  <a:lnTo>
                    <a:pt x="156031" y="55533"/>
                  </a:lnTo>
                  <a:lnTo>
                    <a:pt x="152172" y="51507"/>
                  </a:lnTo>
                  <a:lnTo>
                    <a:pt x="146803" y="49326"/>
                  </a:lnTo>
                  <a:lnTo>
                    <a:pt x="143783" y="49158"/>
                  </a:lnTo>
                  <a:close/>
                  <a:moveTo>
                    <a:pt x="158547" y="81538"/>
                  </a:moveTo>
                  <a:lnTo>
                    <a:pt x="49158" y="81538"/>
                  </a:lnTo>
                  <a:lnTo>
                    <a:pt x="49158" y="119455"/>
                  </a:lnTo>
                  <a:lnTo>
                    <a:pt x="49326" y="122475"/>
                  </a:lnTo>
                  <a:lnTo>
                    <a:pt x="51507" y="127676"/>
                  </a:lnTo>
                  <a:lnTo>
                    <a:pt x="55534" y="131703"/>
                  </a:lnTo>
                  <a:lnTo>
                    <a:pt x="60735" y="133884"/>
                  </a:lnTo>
                  <a:lnTo>
                    <a:pt x="63755" y="134219"/>
                  </a:lnTo>
                  <a:lnTo>
                    <a:pt x="143783" y="134219"/>
                  </a:lnTo>
                  <a:lnTo>
                    <a:pt x="146803" y="133884"/>
                  </a:lnTo>
                  <a:lnTo>
                    <a:pt x="152172" y="131703"/>
                  </a:lnTo>
                  <a:lnTo>
                    <a:pt x="156031" y="127676"/>
                  </a:lnTo>
                  <a:lnTo>
                    <a:pt x="158379" y="122475"/>
                  </a:lnTo>
                  <a:lnTo>
                    <a:pt x="158547" y="119455"/>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789" name="Google Shape;4789;p101"/>
          <p:cNvGrpSpPr/>
          <p:nvPr/>
        </p:nvGrpSpPr>
        <p:grpSpPr>
          <a:xfrm>
            <a:off x="5189000" y="4053905"/>
            <a:ext cx="329427" cy="399509"/>
            <a:chOff x="1664575" y="292650"/>
            <a:chExt cx="4278275" cy="5188423"/>
          </a:xfrm>
        </p:grpSpPr>
        <p:sp>
          <p:nvSpPr>
            <p:cNvPr id="4790" name="Google Shape;4790;p101"/>
            <p:cNvSpPr/>
            <p:nvPr/>
          </p:nvSpPr>
          <p:spPr>
            <a:xfrm>
              <a:off x="1735885" y="4172423"/>
              <a:ext cx="4152445" cy="1308650"/>
            </a:xfrm>
            <a:custGeom>
              <a:avLst/>
              <a:gdLst/>
              <a:ahLst/>
              <a:cxnLst/>
              <a:rect l="l" t="t" r="r" b="b"/>
              <a:pathLst>
                <a:path w="150998" h="52346" extrusionOk="0">
                  <a:moveTo>
                    <a:pt x="14765" y="0"/>
                  </a:moveTo>
                  <a:lnTo>
                    <a:pt x="11745" y="168"/>
                  </a:lnTo>
                  <a:lnTo>
                    <a:pt x="6376" y="2349"/>
                  </a:lnTo>
                  <a:lnTo>
                    <a:pt x="2349" y="6376"/>
                  </a:lnTo>
                  <a:lnTo>
                    <a:pt x="168" y="11577"/>
                  </a:lnTo>
                  <a:lnTo>
                    <a:pt x="0" y="14597"/>
                  </a:lnTo>
                  <a:lnTo>
                    <a:pt x="0" y="37749"/>
                  </a:lnTo>
                  <a:lnTo>
                    <a:pt x="168" y="40602"/>
                  </a:lnTo>
                  <a:lnTo>
                    <a:pt x="2349" y="45970"/>
                  </a:lnTo>
                  <a:lnTo>
                    <a:pt x="6376" y="49997"/>
                  </a:lnTo>
                  <a:lnTo>
                    <a:pt x="11745" y="52178"/>
                  </a:lnTo>
                  <a:lnTo>
                    <a:pt x="14765" y="52346"/>
                  </a:lnTo>
                  <a:lnTo>
                    <a:pt x="136401" y="52346"/>
                  </a:lnTo>
                  <a:lnTo>
                    <a:pt x="139253" y="52178"/>
                  </a:lnTo>
                  <a:lnTo>
                    <a:pt x="144622" y="49997"/>
                  </a:lnTo>
                  <a:lnTo>
                    <a:pt x="148648" y="45970"/>
                  </a:lnTo>
                  <a:lnTo>
                    <a:pt x="150830" y="40602"/>
                  </a:lnTo>
                  <a:lnTo>
                    <a:pt x="150997" y="37749"/>
                  </a:lnTo>
                  <a:lnTo>
                    <a:pt x="150997" y="14597"/>
                  </a:lnTo>
                  <a:lnTo>
                    <a:pt x="150830" y="11577"/>
                  </a:lnTo>
                  <a:lnTo>
                    <a:pt x="148648" y="6376"/>
                  </a:lnTo>
                  <a:lnTo>
                    <a:pt x="144622" y="2349"/>
                  </a:lnTo>
                  <a:lnTo>
                    <a:pt x="139253" y="168"/>
                  </a:lnTo>
                  <a:lnTo>
                    <a:pt x="13640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SECURE</a:t>
              </a:r>
              <a:endParaRPr sz="500">
                <a:solidFill>
                  <a:srgbClr val="252525"/>
                </a:solidFill>
                <a:latin typeface="Arial"/>
                <a:ea typeface="Arial"/>
                <a:cs typeface="Arial"/>
                <a:sym typeface="Arial"/>
              </a:endParaRPr>
            </a:p>
          </p:txBody>
        </p:sp>
        <p:sp>
          <p:nvSpPr>
            <p:cNvPr id="4791" name="Google Shape;4791;p101"/>
            <p:cNvSpPr/>
            <p:nvPr/>
          </p:nvSpPr>
          <p:spPr>
            <a:xfrm>
              <a:off x="1664575" y="292650"/>
              <a:ext cx="4278275" cy="3670075"/>
            </a:xfrm>
            <a:custGeom>
              <a:avLst/>
              <a:gdLst/>
              <a:ahLst/>
              <a:cxnLst/>
              <a:rect l="l" t="t" r="r" b="b"/>
              <a:pathLst>
                <a:path w="171131" h="146803" extrusionOk="0">
                  <a:moveTo>
                    <a:pt x="0" y="27179"/>
                  </a:moveTo>
                  <a:lnTo>
                    <a:pt x="0" y="24327"/>
                  </a:lnTo>
                  <a:lnTo>
                    <a:pt x="1175" y="19126"/>
                  </a:lnTo>
                  <a:lnTo>
                    <a:pt x="3188" y="14093"/>
                  </a:lnTo>
                  <a:lnTo>
                    <a:pt x="6040" y="9731"/>
                  </a:lnTo>
                  <a:lnTo>
                    <a:pt x="9731" y="6040"/>
                  </a:lnTo>
                  <a:lnTo>
                    <a:pt x="14094" y="3188"/>
                  </a:lnTo>
                  <a:lnTo>
                    <a:pt x="19127" y="1174"/>
                  </a:lnTo>
                  <a:lnTo>
                    <a:pt x="24328" y="0"/>
                  </a:lnTo>
                  <a:lnTo>
                    <a:pt x="27180" y="0"/>
                  </a:lnTo>
                  <a:lnTo>
                    <a:pt x="107208" y="0"/>
                  </a:lnTo>
                  <a:lnTo>
                    <a:pt x="110060" y="0"/>
                  </a:lnTo>
                  <a:lnTo>
                    <a:pt x="115429" y="1174"/>
                  </a:lnTo>
                  <a:lnTo>
                    <a:pt x="120295" y="3188"/>
                  </a:lnTo>
                  <a:lnTo>
                    <a:pt x="124657" y="6040"/>
                  </a:lnTo>
                  <a:lnTo>
                    <a:pt x="128348" y="9731"/>
                  </a:lnTo>
                  <a:lnTo>
                    <a:pt x="131200" y="14093"/>
                  </a:lnTo>
                  <a:lnTo>
                    <a:pt x="133381" y="19126"/>
                  </a:lnTo>
                  <a:lnTo>
                    <a:pt x="134388" y="24327"/>
                  </a:lnTo>
                  <a:lnTo>
                    <a:pt x="134555" y="27179"/>
                  </a:lnTo>
                  <a:lnTo>
                    <a:pt x="134555" y="36575"/>
                  </a:lnTo>
                  <a:lnTo>
                    <a:pt x="143783" y="36575"/>
                  </a:lnTo>
                  <a:lnTo>
                    <a:pt x="146635" y="36575"/>
                  </a:lnTo>
                  <a:lnTo>
                    <a:pt x="152004" y="37749"/>
                  </a:lnTo>
                  <a:lnTo>
                    <a:pt x="156869" y="39763"/>
                  </a:lnTo>
                  <a:lnTo>
                    <a:pt x="161232" y="42782"/>
                  </a:lnTo>
                  <a:lnTo>
                    <a:pt x="164923" y="46474"/>
                  </a:lnTo>
                  <a:lnTo>
                    <a:pt x="167942" y="50836"/>
                  </a:lnTo>
                  <a:lnTo>
                    <a:pt x="169956" y="55701"/>
                  </a:lnTo>
                  <a:lnTo>
                    <a:pt x="170962" y="60902"/>
                  </a:lnTo>
                  <a:lnTo>
                    <a:pt x="171130" y="63754"/>
                  </a:lnTo>
                  <a:lnTo>
                    <a:pt x="171130" y="119455"/>
                  </a:lnTo>
                  <a:lnTo>
                    <a:pt x="170962" y="122307"/>
                  </a:lnTo>
                  <a:lnTo>
                    <a:pt x="169956" y="127508"/>
                  </a:lnTo>
                  <a:lnTo>
                    <a:pt x="167942" y="132542"/>
                  </a:lnTo>
                  <a:lnTo>
                    <a:pt x="164923" y="136904"/>
                  </a:lnTo>
                  <a:lnTo>
                    <a:pt x="161232" y="140595"/>
                  </a:lnTo>
                  <a:lnTo>
                    <a:pt x="156869" y="143447"/>
                  </a:lnTo>
                  <a:lnTo>
                    <a:pt x="152004" y="145460"/>
                  </a:lnTo>
                  <a:lnTo>
                    <a:pt x="146635" y="146635"/>
                  </a:lnTo>
                  <a:lnTo>
                    <a:pt x="143783" y="146803"/>
                  </a:lnTo>
                  <a:lnTo>
                    <a:pt x="63755" y="146803"/>
                  </a:lnTo>
                  <a:lnTo>
                    <a:pt x="60903" y="146635"/>
                  </a:lnTo>
                  <a:lnTo>
                    <a:pt x="55702" y="145460"/>
                  </a:lnTo>
                  <a:lnTo>
                    <a:pt x="50836" y="143447"/>
                  </a:lnTo>
                  <a:lnTo>
                    <a:pt x="46474" y="140595"/>
                  </a:lnTo>
                  <a:lnTo>
                    <a:pt x="42783" y="136904"/>
                  </a:lnTo>
                  <a:lnTo>
                    <a:pt x="39763" y="132542"/>
                  </a:lnTo>
                  <a:lnTo>
                    <a:pt x="37750" y="127508"/>
                  </a:lnTo>
                  <a:lnTo>
                    <a:pt x="36575" y="122307"/>
                  </a:lnTo>
                  <a:lnTo>
                    <a:pt x="36575" y="119455"/>
                  </a:lnTo>
                  <a:lnTo>
                    <a:pt x="36575" y="110060"/>
                  </a:lnTo>
                  <a:lnTo>
                    <a:pt x="27180" y="110060"/>
                  </a:lnTo>
                  <a:lnTo>
                    <a:pt x="24328" y="110060"/>
                  </a:lnTo>
                  <a:lnTo>
                    <a:pt x="19127" y="108886"/>
                  </a:lnTo>
                  <a:lnTo>
                    <a:pt x="14094" y="106872"/>
                  </a:lnTo>
                  <a:lnTo>
                    <a:pt x="9731" y="103852"/>
                  </a:lnTo>
                  <a:lnTo>
                    <a:pt x="6040" y="100161"/>
                  </a:lnTo>
                  <a:lnTo>
                    <a:pt x="3188" y="95799"/>
                  </a:lnTo>
                  <a:lnTo>
                    <a:pt x="1175" y="90934"/>
                  </a:lnTo>
                  <a:lnTo>
                    <a:pt x="0" y="85733"/>
                  </a:lnTo>
                  <a:lnTo>
                    <a:pt x="0" y="82881"/>
                  </a:lnTo>
                  <a:close/>
                  <a:moveTo>
                    <a:pt x="121972" y="27179"/>
                  </a:moveTo>
                  <a:lnTo>
                    <a:pt x="121972" y="36575"/>
                  </a:lnTo>
                  <a:lnTo>
                    <a:pt x="63755" y="36575"/>
                  </a:lnTo>
                  <a:lnTo>
                    <a:pt x="60903" y="36575"/>
                  </a:lnTo>
                  <a:lnTo>
                    <a:pt x="55702" y="37749"/>
                  </a:lnTo>
                  <a:lnTo>
                    <a:pt x="50836" y="39763"/>
                  </a:lnTo>
                  <a:lnTo>
                    <a:pt x="46474" y="42782"/>
                  </a:lnTo>
                  <a:lnTo>
                    <a:pt x="42783" y="46474"/>
                  </a:lnTo>
                  <a:lnTo>
                    <a:pt x="39763" y="50836"/>
                  </a:lnTo>
                  <a:lnTo>
                    <a:pt x="37750" y="55701"/>
                  </a:lnTo>
                  <a:lnTo>
                    <a:pt x="36575" y="60902"/>
                  </a:lnTo>
                  <a:lnTo>
                    <a:pt x="36575" y="63754"/>
                  </a:lnTo>
                  <a:lnTo>
                    <a:pt x="36575" y="97477"/>
                  </a:lnTo>
                  <a:lnTo>
                    <a:pt x="27180" y="97477"/>
                  </a:lnTo>
                  <a:lnTo>
                    <a:pt x="24160" y="97309"/>
                  </a:lnTo>
                  <a:lnTo>
                    <a:pt x="18959" y="95128"/>
                  </a:lnTo>
                  <a:lnTo>
                    <a:pt x="14932" y="91101"/>
                  </a:lnTo>
                  <a:lnTo>
                    <a:pt x="12751" y="85900"/>
                  </a:lnTo>
                  <a:lnTo>
                    <a:pt x="12584" y="82881"/>
                  </a:lnTo>
                  <a:lnTo>
                    <a:pt x="12584" y="27179"/>
                  </a:lnTo>
                  <a:lnTo>
                    <a:pt x="12751" y="24160"/>
                  </a:lnTo>
                  <a:lnTo>
                    <a:pt x="14932" y="18959"/>
                  </a:lnTo>
                  <a:lnTo>
                    <a:pt x="18959" y="14932"/>
                  </a:lnTo>
                  <a:lnTo>
                    <a:pt x="24160" y="12751"/>
                  </a:lnTo>
                  <a:lnTo>
                    <a:pt x="27180" y="12583"/>
                  </a:lnTo>
                  <a:lnTo>
                    <a:pt x="107208" y="12583"/>
                  </a:lnTo>
                  <a:lnTo>
                    <a:pt x="110228" y="12751"/>
                  </a:lnTo>
                  <a:lnTo>
                    <a:pt x="115597" y="14932"/>
                  </a:lnTo>
                  <a:lnTo>
                    <a:pt x="119456" y="18959"/>
                  </a:lnTo>
                  <a:lnTo>
                    <a:pt x="121805" y="24160"/>
                  </a:lnTo>
                  <a:close/>
                  <a:moveTo>
                    <a:pt x="63755" y="49158"/>
                  </a:moveTo>
                  <a:lnTo>
                    <a:pt x="60735" y="49326"/>
                  </a:lnTo>
                  <a:lnTo>
                    <a:pt x="55534" y="51507"/>
                  </a:lnTo>
                  <a:lnTo>
                    <a:pt x="51507" y="55533"/>
                  </a:lnTo>
                  <a:lnTo>
                    <a:pt x="49326" y="60734"/>
                  </a:lnTo>
                  <a:lnTo>
                    <a:pt x="49158" y="63754"/>
                  </a:lnTo>
                  <a:lnTo>
                    <a:pt x="49158" y="68955"/>
                  </a:lnTo>
                  <a:lnTo>
                    <a:pt x="158547" y="68955"/>
                  </a:lnTo>
                  <a:lnTo>
                    <a:pt x="158547" y="63754"/>
                  </a:lnTo>
                  <a:lnTo>
                    <a:pt x="158379" y="60734"/>
                  </a:lnTo>
                  <a:lnTo>
                    <a:pt x="156031" y="55533"/>
                  </a:lnTo>
                  <a:lnTo>
                    <a:pt x="152172" y="51507"/>
                  </a:lnTo>
                  <a:lnTo>
                    <a:pt x="146803" y="49326"/>
                  </a:lnTo>
                  <a:lnTo>
                    <a:pt x="143783" y="49158"/>
                  </a:lnTo>
                  <a:close/>
                  <a:moveTo>
                    <a:pt x="158547" y="81538"/>
                  </a:moveTo>
                  <a:lnTo>
                    <a:pt x="49158" y="81538"/>
                  </a:lnTo>
                  <a:lnTo>
                    <a:pt x="49158" y="119455"/>
                  </a:lnTo>
                  <a:lnTo>
                    <a:pt x="49326" y="122475"/>
                  </a:lnTo>
                  <a:lnTo>
                    <a:pt x="51507" y="127676"/>
                  </a:lnTo>
                  <a:lnTo>
                    <a:pt x="55534" y="131703"/>
                  </a:lnTo>
                  <a:lnTo>
                    <a:pt x="60735" y="133884"/>
                  </a:lnTo>
                  <a:lnTo>
                    <a:pt x="63755" y="134219"/>
                  </a:lnTo>
                  <a:lnTo>
                    <a:pt x="143783" y="134219"/>
                  </a:lnTo>
                  <a:lnTo>
                    <a:pt x="146803" y="133884"/>
                  </a:lnTo>
                  <a:lnTo>
                    <a:pt x="152172" y="131703"/>
                  </a:lnTo>
                  <a:lnTo>
                    <a:pt x="156031" y="127676"/>
                  </a:lnTo>
                  <a:lnTo>
                    <a:pt x="158379" y="122475"/>
                  </a:lnTo>
                  <a:lnTo>
                    <a:pt x="158547" y="119455"/>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sp>
        <p:nvSpPr>
          <p:cNvPr id="4792" name="Google Shape;4792;p101"/>
          <p:cNvSpPr/>
          <p:nvPr/>
        </p:nvSpPr>
        <p:spPr>
          <a:xfrm>
            <a:off x="4368026" y="4053897"/>
            <a:ext cx="386913" cy="331042"/>
          </a:xfrm>
          <a:custGeom>
            <a:avLst/>
            <a:gdLst/>
            <a:ahLst/>
            <a:cxnLst/>
            <a:rect l="l" t="t" r="r" b="b"/>
            <a:pathLst>
              <a:path w="200994" h="171970" extrusionOk="0">
                <a:moveTo>
                  <a:pt x="0" y="31374"/>
                </a:moveTo>
                <a:lnTo>
                  <a:pt x="168" y="28187"/>
                </a:lnTo>
                <a:lnTo>
                  <a:pt x="1343" y="21979"/>
                </a:lnTo>
                <a:lnTo>
                  <a:pt x="3691" y="16275"/>
                </a:lnTo>
                <a:lnTo>
                  <a:pt x="7215" y="11409"/>
                </a:lnTo>
                <a:lnTo>
                  <a:pt x="11409" y="7047"/>
                </a:lnTo>
                <a:lnTo>
                  <a:pt x="16442" y="3692"/>
                </a:lnTo>
                <a:lnTo>
                  <a:pt x="22147" y="1343"/>
                </a:lnTo>
                <a:lnTo>
                  <a:pt x="28186" y="0"/>
                </a:lnTo>
                <a:lnTo>
                  <a:pt x="31542" y="0"/>
                </a:lnTo>
                <a:lnTo>
                  <a:pt x="125999" y="0"/>
                </a:lnTo>
                <a:lnTo>
                  <a:pt x="129187" y="0"/>
                </a:lnTo>
                <a:lnTo>
                  <a:pt x="135394" y="1343"/>
                </a:lnTo>
                <a:lnTo>
                  <a:pt x="141098" y="3692"/>
                </a:lnTo>
                <a:lnTo>
                  <a:pt x="146132" y="7047"/>
                </a:lnTo>
                <a:lnTo>
                  <a:pt x="150326" y="11409"/>
                </a:lnTo>
                <a:lnTo>
                  <a:pt x="153682" y="16275"/>
                </a:lnTo>
                <a:lnTo>
                  <a:pt x="156030" y="21979"/>
                </a:lnTo>
                <a:lnTo>
                  <a:pt x="157373" y="28187"/>
                </a:lnTo>
                <a:lnTo>
                  <a:pt x="157540" y="31374"/>
                </a:lnTo>
                <a:lnTo>
                  <a:pt x="157540" y="43454"/>
                </a:lnTo>
                <a:lnTo>
                  <a:pt x="169452" y="43454"/>
                </a:lnTo>
                <a:lnTo>
                  <a:pt x="172640" y="43454"/>
                </a:lnTo>
                <a:lnTo>
                  <a:pt x="178848" y="44796"/>
                </a:lnTo>
                <a:lnTo>
                  <a:pt x="184552" y="47145"/>
                </a:lnTo>
                <a:lnTo>
                  <a:pt x="189585" y="50501"/>
                </a:lnTo>
                <a:lnTo>
                  <a:pt x="193780" y="54863"/>
                </a:lnTo>
                <a:lnTo>
                  <a:pt x="197135" y="59896"/>
                </a:lnTo>
                <a:lnTo>
                  <a:pt x="199652" y="65432"/>
                </a:lnTo>
                <a:lnTo>
                  <a:pt x="200826" y="71640"/>
                </a:lnTo>
                <a:lnTo>
                  <a:pt x="200994" y="74828"/>
                </a:lnTo>
                <a:lnTo>
                  <a:pt x="200994" y="140428"/>
                </a:lnTo>
                <a:lnTo>
                  <a:pt x="200826" y="143615"/>
                </a:lnTo>
                <a:lnTo>
                  <a:pt x="199652" y="149823"/>
                </a:lnTo>
                <a:lnTo>
                  <a:pt x="197135" y="155527"/>
                </a:lnTo>
                <a:lnTo>
                  <a:pt x="193780" y="160393"/>
                </a:lnTo>
                <a:lnTo>
                  <a:pt x="189585" y="164755"/>
                </a:lnTo>
                <a:lnTo>
                  <a:pt x="184552" y="168110"/>
                </a:lnTo>
                <a:lnTo>
                  <a:pt x="178848" y="170459"/>
                </a:lnTo>
                <a:lnTo>
                  <a:pt x="172640" y="171801"/>
                </a:lnTo>
                <a:lnTo>
                  <a:pt x="169452" y="171969"/>
                </a:lnTo>
                <a:lnTo>
                  <a:pt x="74995" y="171969"/>
                </a:lnTo>
                <a:lnTo>
                  <a:pt x="71640" y="171801"/>
                </a:lnTo>
                <a:lnTo>
                  <a:pt x="65600" y="170459"/>
                </a:lnTo>
                <a:lnTo>
                  <a:pt x="59896" y="168110"/>
                </a:lnTo>
                <a:lnTo>
                  <a:pt x="54863" y="164755"/>
                </a:lnTo>
                <a:lnTo>
                  <a:pt x="50668" y="160393"/>
                </a:lnTo>
                <a:lnTo>
                  <a:pt x="47145" y="155527"/>
                </a:lnTo>
                <a:lnTo>
                  <a:pt x="44796" y="149823"/>
                </a:lnTo>
                <a:lnTo>
                  <a:pt x="43622" y="143615"/>
                </a:lnTo>
                <a:lnTo>
                  <a:pt x="43454" y="140428"/>
                </a:lnTo>
                <a:lnTo>
                  <a:pt x="43454" y="128348"/>
                </a:lnTo>
                <a:lnTo>
                  <a:pt x="31542" y="128348"/>
                </a:lnTo>
                <a:lnTo>
                  <a:pt x="28186" y="128348"/>
                </a:lnTo>
                <a:lnTo>
                  <a:pt x="22147" y="127006"/>
                </a:lnTo>
                <a:lnTo>
                  <a:pt x="16442" y="124657"/>
                </a:lnTo>
                <a:lnTo>
                  <a:pt x="11409" y="121301"/>
                </a:lnTo>
                <a:lnTo>
                  <a:pt x="7215" y="116939"/>
                </a:lnTo>
                <a:lnTo>
                  <a:pt x="3691" y="111906"/>
                </a:lnTo>
                <a:lnTo>
                  <a:pt x="1343" y="106369"/>
                </a:lnTo>
                <a:lnTo>
                  <a:pt x="168" y="100162"/>
                </a:lnTo>
                <a:lnTo>
                  <a:pt x="0" y="96974"/>
                </a:lnTo>
                <a:close/>
                <a:moveTo>
                  <a:pt x="144957" y="31374"/>
                </a:moveTo>
                <a:lnTo>
                  <a:pt x="144957" y="43454"/>
                </a:lnTo>
                <a:lnTo>
                  <a:pt x="74995" y="43454"/>
                </a:lnTo>
                <a:lnTo>
                  <a:pt x="71640" y="43454"/>
                </a:lnTo>
                <a:lnTo>
                  <a:pt x="65600" y="44796"/>
                </a:lnTo>
                <a:lnTo>
                  <a:pt x="59896" y="47145"/>
                </a:lnTo>
                <a:lnTo>
                  <a:pt x="54863" y="50501"/>
                </a:lnTo>
                <a:lnTo>
                  <a:pt x="50668" y="54863"/>
                </a:lnTo>
                <a:lnTo>
                  <a:pt x="47145" y="59896"/>
                </a:lnTo>
                <a:lnTo>
                  <a:pt x="44796" y="65432"/>
                </a:lnTo>
                <a:lnTo>
                  <a:pt x="43622" y="71640"/>
                </a:lnTo>
                <a:lnTo>
                  <a:pt x="43454" y="74828"/>
                </a:lnTo>
                <a:lnTo>
                  <a:pt x="43454" y="115765"/>
                </a:lnTo>
                <a:lnTo>
                  <a:pt x="31542" y="115765"/>
                </a:lnTo>
                <a:lnTo>
                  <a:pt x="27683" y="115597"/>
                </a:lnTo>
                <a:lnTo>
                  <a:pt x="20804" y="112745"/>
                </a:lnTo>
                <a:lnTo>
                  <a:pt x="15771" y="107544"/>
                </a:lnTo>
                <a:lnTo>
                  <a:pt x="12919" y="100833"/>
                </a:lnTo>
                <a:lnTo>
                  <a:pt x="12583" y="96974"/>
                </a:lnTo>
                <a:lnTo>
                  <a:pt x="12583" y="31374"/>
                </a:lnTo>
                <a:lnTo>
                  <a:pt x="12919" y="27515"/>
                </a:lnTo>
                <a:lnTo>
                  <a:pt x="15771" y="20804"/>
                </a:lnTo>
                <a:lnTo>
                  <a:pt x="20804" y="15603"/>
                </a:lnTo>
                <a:lnTo>
                  <a:pt x="27683" y="12751"/>
                </a:lnTo>
                <a:lnTo>
                  <a:pt x="31542" y="12584"/>
                </a:lnTo>
                <a:lnTo>
                  <a:pt x="125999" y="12584"/>
                </a:lnTo>
                <a:lnTo>
                  <a:pt x="129858" y="12751"/>
                </a:lnTo>
                <a:lnTo>
                  <a:pt x="136569" y="15603"/>
                </a:lnTo>
                <a:lnTo>
                  <a:pt x="141770" y="20804"/>
                </a:lnTo>
                <a:lnTo>
                  <a:pt x="144622" y="27515"/>
                </a:lnTo>
                <a:close/>
                <a:moveTo>
                  <a:pt x="74995" y="56037"/>
                </a:moveTo>
                <a:lnTo>
                  <a:pt x="71137" y="56205"/>
                </a:lnTo>
                <a:lnTo>
                  <a:pt x="64258" y="59057"/>
                </a:lnTo>
                <a:lnTo>
                  <a:pt x="59225" y="64258"/>
                </a:lnTo>
                <a:lnTo>
                  <a:pt x="56372" y="70969"/>
                </a:lnTo>
                <a:lnTo>
                  <a:pt x="56037" y="74828"/>
                </a:lnTo>
                <a:lnTo>
                  <a:pt x="56037" y="82713"/>
                </a:lnTo>
                <a:lnTo>
                  <a:pt x="188411" y="82713"/>
                </a:lnTo>
                <a:lnTo>
                  <a:pt x="188411" y="74828"/>
                </a:lnTo>
                <a:lnTo>
                  <a:pt x="188075" y="70969"/>
                </a:lnTo>
                <a:lnTo>
                  <a:pt x="185223" y="64258"/>
                </a:lnTo>
                <a:lnTo>
                  <a:pt x="180190" y="59057"/>
                </a:lnTo>
                <a:lnTo>
                  <a:pt x="173311" y="56205"/>
                </a:lnTo>
                <a:lnTo>
                  <a:pt x="169452" y="56037"/>
                </a:lnTo>
                <a:close/>
                <a:moveTo>
                  <a:pt x="188411" y="95296"/>
                </a:moveTo>
                <a:lnTo>
                  <a:pt x="56037" y="95296"/>
                </a:lnTo>
                <a:lnTo>
                  <a:pt x="56037" y="140428"/>
                </a:lnTo>
                <a:lnTo>
                  <a:pt x="56372" y="144286"/>
                </a:lnTo>
                <a:lnTo>
                  <a:pt x="59225" y="150997"/>
                </a:lnTo>
                <a:lnTo>
                  <a:pt x="64258" y="156198"/>
                </a:lnTo>
                <a:lnTo>
                  <a:pt x="71137" y="159050"/>
                </a:lnTo>
                <a:lnTo>
                  <a:pt x="74995" y="159386"/>
                </a:lnTo>
                <a:lnTo>
                  <a:pt x="169452" y="159386"/>
                </a:lnTo>
                <a:lnTo>
                  <a:pt x="173311" y="159050"/>
                </a:lnTo>
                <a:lnTo>
                  <a:pt x="180190" y="156198"/>
                </a:lnTo>
                <a:lnTo>
                  <a:pt x="185223" y="150997"/>
                </a:lnTo>
                <a:lnTo>
                  <a:pt x="188075" y="144286"/>
                </a:lnTo>
                <a:lnTo>
                  <a:pt x="188411" y="140428"/>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793" name="Google Shape;4793;p101"/>
          <p:cNvSpPr txBox="1"/>
          <p:nvPr/>
        </p:nvSpPr>
        <p:spPr>
          <a:xfrm>
            <a:off x="4397232" y="4467568"/>
            <a:ext cx="328500" cy="1089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View</a:t>
            </a:r>
            <a:endParaRPr sz="600">
              <a:solidFill>
                <a:srgbClr val="11567F"/>
              </a:solidFill>
              <a:latin typeface="Arial"/>
              <a:ea typeface="Arial"/>
              <a:cs typeface="Arial"/>
              <a:sym typeface="Arial"/>
            </a:endParaRPr>
          </a:p>
        </p:txBody>
      </p:sp>
      <p:sp>
        <p:nvSpPr>
          <p:cNvPr id="4794" name="Google Shape;4794;p101"/>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3.5.26</a:t>
            </a: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4798"/>
        <p:cNvGrpSpPr/>
        <p:nvPr/>
      </p:nvGrpSpPr>
      <p:grpSpPr>
        <a:xfrm>
          <a:off x="0" y="0"/>
          <a:ext cx="0" cy="0"/>
          <a:chOff x="0" y="0"/>
          <a:chExt cx="0" cy="0"/>
        </a:xfrm>
      </p:grpSpPr>
      <p:sp>
        <p:nvSpPr>
          <p:cNvPr id="4799" name="Google Shape;4799;p102"/>
          <p:cNvSpPr txBox="1">
            <a:spLocks noGrp="1"/>
          </p:cNvSpPr>
          <p:nvPr>
            <p:ph type="title"/>
          </p:nvPr>
        </p:nvSpPr>
        <p:spPr>
          <a:xfrm>
            <a:off x="365750" y="274323"/>
            <a:ext cx="8344800" cy="365700"/>
          </a:xfrm>
          <a:prstGeom prst="rect">
            <a:avLst/>
          </a:prstGeom>
        </p:spPr>
        <p:txBody>
          <a:bodyPr spcFirstLastPara="1" wrap="square" lIns="91425" tIns="91425" rIns="91425" bIns="91425" anchor="t" anchorCtr="0">
            <a:noAutofit/>
          </a:bodyPr>
          <a:lstStyle/>
          <a:p>
            <a:pPr marL="0" lvl="0" indent="0" algn="l" rtl="0">
              <a:spcBef>
                <a:spcPts val="0"/>
              </a:spcBef>
              <a:spcAft>
                <a:spcPts val="1000"/>
              </a:spcAft>
              <a:buNone/>
            </a:pPr>
            <a:r>
              <a:rPr lang="en"/>
              <a:t>Icons:  Reference Architecture</a:t>
            </a:r>
            <a:endParaRPr/>
          </a:p>
        </p:txBody>
      </p:sp>
      <p:sp>
        <p:nvSpPr>
          <p:cNvPr id="4800" name="Google Shape;4800;p102"/>
          <p:cNvSpPr txBox="1">
            <a:spLocks noGrp="1"/>
          </p:cNvSpPr>
          <p:nvPr>
            <p:ph type="sldNum" idx="12"/>
          </p:nvPr>
        </p:nvSpPr>
        <p:spPr>
          <a:xfrm>
            <a:off x="8229600" y="4866905"/>
            <a:ext cx="473700" cy="92400"/>
          </a:xfrm>
          <a:prstGeom prst="rect">
            <a:avLst/>
          </a:prstGeom>
        </p:spPr>
        <p:txBody>
          <a:bodyPr spcFirstLastPara="1" wrap="square" lIns="0" tIns="0" rIns="0" bIns="0" anchor="b" anchorCtr="0">
            <a:spAutoFit/>
          </a:bodyPr>
          <a:lstStyle/>
          <a:p>
            <a:pPr marL="0" lvl="0" indent="0" algn="r" rtl="0">
              <a:spcBef>
                <a:spcPts val="0"/>
              </a:spcBef>
              <a:spcAft>
                <a:spcPts val="0"/>
              </a:spcAft>
              <a:buClr>
                <a:srgbClr val="000000"/>
              </a:buClr>
              <a:buFont typeface="Arial"/>
              <a:buNone/>
            </a:pPr>
            <a:fld id="{00000000-1234-1234-1234-123412341234}" type="slidenum">
              <a:rPr lang="en"/>
              <a:t>81</a:t>
            </a:fld>
            <a:endParaRPr/>
          </a:p>
        </p:txBody>
      </p:sp>
      <p:grpSp>
        <p:nvGrpSpPr>
          <p:cNvPr id="4801" name="Google Shape;4801;p102"/>
          <p:cNvGrpSpPr/>
          <p:nvPr/>
        </p:nvGrpSpPr>
        <p:grpSpPr>
          <a:xfrm>
            <a:off x="1208359" y="3282013"/>
            <a:ext cx="368765" cy="381908"/>
            <a:chOff x="1714900" y="552700"/>
            <a:chExt cx="4353775" cy="4508950"/>
          </a:xfrm>
        </p:grpSpPr>
        <p:sp>
          <p:nvSpPr>
            <p:cNvPr id="4802" name="Google Shape;4802;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03" name="Google Shape;4803;p102"/>
            <p:cNvSpPr/>
            <p:nvPr/>
          </p:nvSpPr>
          <p:spPr>
            <a:xfrm>
              <a:off x="1714900" y="2704400"/>
              <a:ext cx="3514900" cy="1572900"/>
            </a:xfrm>
            <a:custGeom>
              <a:avLst/>
              <a:gdLst/>
              <a:ahLst/>
              <a:cxnLst/>
              <a:rect l="l" t="t" r="r" b="b"/>
              <a:pathLst>
                <a:path w="140596"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JSON</a:t>
              </a:r>
              <a:endParaRPr sz="1100">
                <a:solidFill>
                  <a:srgbClr val="252525"/>
                </a:solidFill>
                <a:latin typeface="Arial"/>
                <a:ea typeface="Arial"/>
                <a:cs typeface="Arial"/>
                <a:sym typeface="Arial"/>
              </a:endParaRPr>
            </a:p>
          </p:txBody>
        </p:sp>
      </p:grpSp>
      <p:grpSp>
        <p:nvGrpSpPr>
          <p:cNvPr id="4804" name="Google Shape;4804;p102"/>
          <p:cNvGrpSpPr/>
          <p:nvPr/>
        </p:nvGrpSpPr>
        <p:grpSpPr>
          <a:xfrm>
            <a:off x="2000556" y="3282013"/>
            <a:ext cx="368765" cy="381908"/>
            <a:chOff x="1714900" y="552700"/>
            <a:chExt cx="4353775" cy="4508950"/>
          </a:xfrm>
        </p:grpSpPr>
        <p:sp>
          <p:nvSpPr>
            <p:cNvPr id="4805" name="Google Shape;4805;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06" name="Google Shape;4806;p102"/>
            <p:cNvSpPr/>
            <p:nvPr/>
          </p:nvSpPr>
          <p:spPr>
            <a:xfrm>
              <a:off x="1714900" y="2704400"/>
              <a:ext cx="3040950" cy="1572900"/>
            </a:xfrm>
            <a:custGeom>
              <a:avLst/>
              <a:gdLst/>
              <a:ahLst/>
              <a:cxnLst/>
              <a:rect l="l" t="t" r="r" b="b"/>
              <a:pathLst>
                <a:path w="121638"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07041" y="62916"/>
                  </a:lnTo>
                  <a:lnTo>
                    <a:pt x="109893" y="62580"/>
                  </a:lnTo>
                  <a:lnTo>
                    <a:pt x="115262" y="60399"/>
                  </a:lnTo>
                  <a:lnTo>
                    <a:pt x="119288" y="56372"/>
                  </a:lnTo>
                  <a:lnTo>
                    <a:pt x="121469" y="51171"/>
                  </a:lnTo>
                  <a:lnTo>
                    <a:pt x="121637" y="48151"/>
                  </a:lnTo>
                  <a:lnTo>
                    <a:pt x="121637" y="14597"/>
                  </a:lnTo>
                  <a:lnTo>
                    <a:pt x="121469" y="11577"/>
                  </a:lnTo>
                  <a:lnTo>
                    <a:pt x="119288" y="6376"/>
                  </a:lnTo>
                  <a:lnTo>
                    <a:pt x="115262" y="2349"/>
                  </a:lnTo>
                  <a:lnTo>
                    <a:pt x="109893" y="168"/>
                  </a:lnTo>
                  <a:lnTo>
                    <a:pt x="10704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XLW</a:t>
              </a:r>
              <a:endParaRPr sz="1100">
                <a:solidFill>
                  <a:srgbClr val="252525"/>
                </a:solidFill>
                <a:latin typeface="Arial"/>
                <a:ea typeface="Arial"/>
                <a:cs typeface="Arial"/>
                <a:sym typeface="Arial"/>
              </a:endParaRPr>
            </a:p>
          </p:txBody>
        </p:sp>
      </p:grpSp>
      <p:grpSp>
        <p:nvGrpSpPr>
          <p:cNvPr id="4807" name="Google Shape;4807;p102"/>
          <p:cNvGrpSpPr/>
          <p:nvPr/>
        </p:nvGrpSpPr>
        <p:grpSpPr>
          <a:xfrm>
            <a:off x="2802189" y="3282013"/>
            <a:ext cx="368765" cy="381908"/>
            <a:chOff x="1714900" y="552700"/>
            <a:chExt cx="4353775" cy="4508950"/>
          </a:xfrm>
        </p:grpSpPr>
        <p:sp>
          <p:nvSpPr>
            <p:cNvPr id="4808" name="Google Shape;4808;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09" name="Google Shape;4809;p102"/>
            <p:cNvSpPr/>
            <p:nvPr/>
          </p:nvSpPr>
          <p:spPr>
            <a:xfrm>
              <a:off x="1714900" y="2704400"/>
              <a:ext cx="3040950" cy="1572900"/>
            </a:xfrm>
            <a:custGeom>
              <a:avLst/>
              <a:gdLst/>
              <a:ahLst/>
              <a:cxnLst/>
              <a:rect l="l" t="t" r="r" b="b"/>
              <a:pathLst>
                <a:path w="121638"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07041" y="62916"/>
                  </a:lnTo>
                  <a:lnTo>
                    <a:pt x="109893" y="62580"/>
                  </a:lnTo>
                  <a:lnTo>
                    <a:pt x="115262" y="60399"/>
                  </a:lnTo>
                  <a:lnTo>
                    <a:pt x="119288" y="56372"/>
                  </a:lnTo>
                  <a:lnTo>
                    <a:pt x="121469" y="51171"/>
                  </a:lnTo>
                  <a:lnTo>
                    <a:pt x="121637" y="48151"/>
                  </a:lnTo>
                  <a:lnTo>
                    <a:pt x="121637" y="14597"/>
                  </a:lnTo>
                  <a:lnTo>
                    <a:pt x="121469" y="11577"/>
                  </a:lnTo>
                  <a:lnTo>
                    <a:pt x="119288" y="6376"/>
                  </a:lnTo>
                  <a:lnTo>
                    <a:pt x="115262" y="2349"/>
                  </a:lnTo>
                  <a:lnTo>
                    <a:pt x="109893" y="168"/>
                  </a:lnTo>
                  <a:lnTo>
                    <a:pt x="10704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XML</a:t>
              </a:r>
              <a:endParaRPr sz="1100">
                <a:solidFill>
                  <a:srgbClr val="252525"/>
                </a:solidFill>
                <a:latin typeface="Arial"/>
                <a:ea typeface="Arial"/>
                <a:cs typeface="Arial"/>
                <a:sym typeface="Arial"/>
              </a:endParaRPr>
            </a:p>
          </p:txBody>
        </p:sp>
      </p:grpSp>
      <p:grpSp>
        <p:nvGrpSpPr>
          <p:cNvPr id="4810" name="Google Shape;4810;p102"/>
          <p:cNvGrpSpPr/>
          <p:nvPr/>
        </p:nvGrpSpPr>
        <p:grpSpPr>
          <a:xfrm>
            <a:off x="3582352" y="3282013"/>
            <a:ext cx="368765" cy="381908"/>
            <a:chOff x="1714900" y="552700"/>
            <a:chExt cx="4353775" cy="4508950"/>
          </a:xfrm>
        </p:grpSpPr>
        <p:sp>
          <p:nvSpPr>
            <p:cNvPr id="4811" name="Google Shape;4811;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12" name="Google Shape;4812;p102"/>
            <p:cNvSpPr/>
            <p:nvPr/>
          </p:nvSpPr>
          <p:spPr>
            <a:xfrm>
              <a:off x="1714900" y="2704400"/>
              <a:ext cx="3040950" cy="1572900"/>
            </a:xfrm>
            <a:custGeom>
              <a:avLst/>
              <a:gdLst/>
              <a:ahLst/>
              <a:cxnLst/>
              <a:rect l="l" t="t" r="r" b="b"/>
              <a:pathLst>
                <a:path w="121638"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07041" y="62916"/>
                  </a:lnTo>
                  <a:lnTo>
                    <a:pt x="109893" y="62580"/>
                  </a:lnTo>
                  <a:lnTo>
                    <a:pt x="115262" y="60399"/>
                  </a:lnTo>
                  <a:lnTo>
                    <a:pt x="119288" y="56372"/>
                  </a:lnTo>
                  <a:lnTo>
                    <a:pt x="121469" y="51171"/>
                  </a:lnTo>
                  <a:lnTo>
                    <a:pt x="121637" y="48151"/>
                  </a:lnTo>
                  <a:lnTo>
                    <a:pt x="121637" y="14597"/>
                  </a:lnTo>
                  <a:lnTo>
                    <a:pt x="121469" y="11577"/>
                  </a:lnTo>
                  <a:lnTo>
                    <a:pt x="119288" y="6376"/>
                  </a:lnTo>
                  <a:lnTo>
                    <a:pt x="115262" y="2349"/>
                  </a:lnTo>
                  <a:lnTo>
                    <a:pt x="109893" y="168"/>
                  </a:lnTo>
                  <a:lnTo>
                    <a:pt x="10704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CSV</a:t>
              </a:r>
              <a:endParaRPr sz="1100">
                <a:solidFill>
                  <a:srgbClr val="252525"/>
                </a:solidFill>
                <a:latin typeface="Arial"/>
                <a:ea typeface="Arial"/>
                <a:cs typeface="Arial"/>
                <a:sym typeface="Arial"/>
              </a:endParaRPr>
            </a:p>
          </p:txBody>
        </p:sp>
      </p:grpSp>
      <p:grpSp>
        <p:nvGrpSpPr>
          <p:cNvPr id="4813" name="Google Shape;4813;p102"/>
          <p:cNvGrpSpPr/>
          <p:nvPr/>
        </p:nvGrpSpPr>
        <p:grpSpPr>
          <a:xfrm>
            <a:off x="4377147" y="3282013"/>
            <a:ext cx="368765" cy="381908"/>
            <a:chOff x="1714900" y="552700"/>
            <a:chExt cx="4353775" cy="4508950"/>
          </a:xfrm>
        </p:grpSpPr>
        <p:sp>
          <p:nvSpPr>
            <p:cNvPr id="4814" name="Google Shape;4814;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15" name="Google Shape;4815;p102"/>
            <p:cNvSpPr/>
            <p:nvPr/>
          </p:nvSpPr>
          <p:spPr>
            <a:xfrm>
              <a:off x="1714900" y="2704400"/>
              <a:ext cx="3514900" cy="1572900"/>
            </a:xfrm>
            <a:custGeom>
              <a:avLst/>
              <a:gdLst/>
              <a:ahLst/>
              <a:cxnLst/>
              <a:rect l="l" t="t" r="r" b="b"/>
              <a:pathLst>
                <a:path w="140596"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AVRO</a:t>
              </a:r>
              <a:endParaRPr sz="1100">
                <a:solidFill>
                  <a:srgbClr val="252525"/>
                </a:solidFill>
                <a:latin typeface="Arial"/>
                <a:ea typeface="Arial"/>
                <a:cs typeface="Arial"/>
                <a:sym typeface="Arial"/>
              </a:endParaRPr>
            </a:p>
          </p:txBody>
        </p:sp>
      </p:grpSp>
      <p:grpSp>
        <p:nvGrpSpPr>
          <p:cNvPr id="4816" name="Google Shape;4816;p102"/>
          <p:cNvGrpSpPr/>
          <p:nvPr/>
        </p:nvGrpSpPr>
        <p:grpSpPr>
          <a:xfrm>
            <a:off x="5169344" y="3282013"/>
            <a:ext cx="368765" cy="381908"/>
            <a:chOff x="1714900" y="552700"/>
            <a:chExt cx="4353775" cy="4508950"/>
          </a:xfrm>
        </p:grpSpPr>
        <p:sp>
          <p:nvSpPr>
            <p:cNvPr id="4817" name="Google Shape;4817;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18" name="Google Shape;4818;p102"/>
            <p:cNvSpPr/>
            <p:nvPr/>
          </p:nvSpPr>
          <p:spPr>
            <a:xfrm>
              <a:off x="1714900" y="2704400"/>
              <a:ext cx="3514900" cy="1572900"/>
            </a:xfrm>
            <a:custGeom>
              <a:avLst/>
              <a:gdLst/>
              <a:ahLst/>
              <a:cxnLst/>
              <a:rect l="l" t="t" r="r" b="b"/>
              <a:pathLst>
                <a:path w="140596"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400"/>
                <a:buFont typeface="Arial"/>
                <a:buNone/>
              </a:pPr>
              <a:r>
                <a:rPr lang="en" sz="400" b="1">
                  <a:solidFill>
                    <a:srgbClr val="FFFFFF"/>
                  </a:solidFill>
                  <a:latin typeface="Arial"/>
                  <a:ea typeface="Arial"/>
                  <a:cs typeface="Arial"/>
                  <a:sym typeface="Arial"/>
                </a:rPr>
                <a:t>PARQUET</a:t>
              </a:r>
              <a:endParaRPr sz="1000">
                <a:solidFill>
                  <a:srgbClr val="252525"/>
                </a:solidFill>
                <a:latin typeface="Arial"/>
                <a:ea typeface="Arial"/>
                <a:cs typeface="Arial"/>
                <a:sym typeface="Arial"/>
              </a:endParaRPr>
            </a:p>
          </p:txBody>
        </p:sp>
      </p:grpSp>
      <p:grpSp>
        <p:nvGrpSpPr>
          <p:cNvPr id="4819" name="Google Shape;4819;p102"/>
          <p:cNvGrpSpPr/>
          <p:nvPr/>
        </p:nvGrpSpPr>
        <p:grpSpPr>
          <a:xfrm>
            <a:off x="5961541" y="3282013"/>
            <a:ext cx="368765" cy="381908"/>
            <a:chOff x="1714900" y="552700"/>
            <a:chExt cx="4353775" cy="4508950"/>
          </a:xfrm>
        </p:grpSpPr>
        <p:sp>
          <p:nvSpPr>
            <p:cNvPr id="4820" name="Google Shape;4820;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21" name="Google Shape;4821;p102"/>
            <p:cNvSpPr/>
            <p:nvPr/>
          </p:nvSpPr>
          <p:spPr>
            <a:xfrm>
              <a:off x="1714900" y="2704400"/>
              <a:ext cx="3514900" cy="1572900"/>
            </a:xfrm>
            <a:custGeom>
              <a:avLst/>
              <a:gdLst/>
              <a:ahLst/>
              <a:cxnLst/>
              <a:rect l="l" t="t" r="r" b="b"/>
              <a:pathLst>
                <a:path w="140596"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AUDIO</a:t>
              </a:r>
              <a:endParaRPr sz="1100">
                <a:solidFill>
                  <a:srgbClr val="252525"/>
                </a:solidFill>
                <a:latin typeface="Arial"/>
                <a:ea typeface="Arial"/>
                <a:cs typeface="Arial"/>
                <a:sym typeface="Arial"/>
              </a:endParaRPr>
            </a:p>
          </p:txBody>
        </p:sp>
      </p:grpSp>
      <p:grpSp>
        <p:nvGrpSpPr>
          <p:cNvPr id="4822" name="Google Shape;4822;p102"/>
          <p:cNvGrpSpPr/>
          <p:nvPr/>
        </p:nvGrpSpPr>
        <p:grpSpPr>
          <a:xfrm>
            <a:off x="6753738" y="3282013"/>
            <a:ext cx="368765" cy="381908"/>
            <a:chOff x="1714900" y="552700"/>
            <a:chExt cx="4353775" cy="4508950"/>
          </a:xfrm>
        </p:grpSpPr>
        <p:sp>
          <p:nvSpPr>
            <p:cNvPr id="4823" name="Google Shape;4823;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24" name="Google Shape;4824;p102"/>
            <p:cNvSpPr/>
            <p:nvPr/>
          </p:nvSpPr>
          <p:spPr>
            <a:xfrm>
              <a:off x="1714900" y="2704400"/>
              <a:ext cx="3514900" cy="1572900"/>
            </a:xfrm>
            <a:custGeom>
              <a:avLst/>
              <a:gdLst/>
              <a:ahLst/>
              <a:cxnLst/>
              <a:rect l="l" t="t" r="r" b="b"/>
              <a:pathLst>
                <a:path w="140596"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VIDEO</a:t>
              </a:r>
              <a:endParaRPr sz="1100">
                <a:solidFill>
                  <a:srgbClr val="252525"/>
                </a:solidFill>
                <a:latin typeface="Arial"/>
                <a:ea typeface="Arial"/>
                <a:cs typeface="Arial"/>
                <a:sym typeface="Arial"/>
              </a:endParaRPr>
            </a:p>
          </p:txBody>
        </p:sp>
      </p:grpSp>
      <p:grpSp>
        <p:nvGrpSpPr>
          <p:cNvPr id="4825" name="Google Shape;4825;p102"/>
          <p:cNvGrpSpPr/>
          <p:nvPr/>
        </p:nvGrpSpPr>
        <p:grpSpPr>
          <a:xfrm>
            <a:off x="7545935" y="3282013"/>
            <a:ext cx="368765" cy="381908"/>
            <a:chOff x="1714900" y="552700"/>
            <a:chExt cx="4353775" cy="4508950"/>
          </a:xfrm>
        </p:grpSpPr>
        <p:sp>
          <p:nvSpPr>
            <p:cNvPr id="4826" name="Google Shape;4826;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27" name="Google Shape;4827;p102"/>
            <p:cNvSpPr/>
            <p:nvPr/>
          </p:nvSpPr>
          <p:spPr>
            <a:xfrm>
              <a:off x="1714900" y="2704400"/>
              <a:ext cx="3514900" cy="1572900"/>
            </a:xfrm>
            <a:custGeom>
              <a:avLst/>
              <a:gdLst/>
              <a:ahLst/>
              <a:cxnLst/>
              <a:rect l="l" t="t" r="r" b="b"/>
              <a:pathLst>
                <a:path w="140596"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IMAGE</a:t>
              </a:r>
              <a:endParaRPr sz="1100">
                <a:solidFill>
                  <a:srgbClr val="252525"/>
                </a:solidFill>
                <a:latin typeface="Arial"/>
                <a:ea typeface="Arial"/>
                <a:cs typeface="Arial"/>
                <a:sym typeface="Arial"/>
              </a:endParaRPr>
            </a:p>
          </p:txBody>
        </p:sp>
      </p:grpSp>
      <p:grpSp>
        <p:nvGrpSpPr>
          <p:cNvPr id="4828" name="Google Shape;4828;p102"/>
          <p:cNvGrpSpPr/>
          <p:nvPr/>
        </p:nvGrpSpPr>
        <p:grpSpPr>
          <a:xfrm>
            <a:off x="8338133" y="3282013"/>
            <a:ext cx="368765" cy="381908"/>
            <a:chOff x="1714900" y="552700"/>
            <a:chExt cx="4353775" cy="4508950"/>
          </a:xfrm>
        </p:grpSpPr>
        <p:sp>
          <p:nvSpPr>
            <p:cNvPr id="4829" name="Google Shape;4829;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30" name="Google Shape;4830;p102"/>
            <p:cNvSpPr/>
            <p:nvPr/>
          </p:nvSpPr>
          <p:spPr>
            <a:xfrm>
              <a:off x="1714900" y="2704400"/>
              <a:ext cx="3514900" cy="1572900"/>
            </a:xfrm>
            <a:custGeom>
              <a:avLst/>
              <a:gdLst/>
              <a:ahLst/>
              <a:cxnLst/>
              <a:rect l="l" t="t" r="r" b="b"/>
              <a:pathLst>
                <a:path w="140596"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TEXT</a:t>
              </a:r>
              <a:endParaRPr sz="1100">
                <a:solidFill>
                  <a:srgbClr val="252525"/>
                </a:solidFill>
                <a:latin typeface="Arial"/>
                <a:ea typeface="Arial"/>
                <a:cs typeface="Arial"/>
                <a:sym typeface="Arial"/>
              </a:endParaRPr>
            </a:p>
          </p:txBody>
        </p:sp>
      </p:grpSp>
      <p:grpSp>
        <p:nvGrpSpPr>
          <p:cNvPr id="4831" name="Google Shape;4831;p102"/>
          <p:cNvGrpSpPr/>
          <p:nvPr/>
        </p:nvGrpSpPr>
        <p:grpSpPr>
          <a:xfrm>
            <a:off x="416162" y="3282013"/>
            <a:ext cx="368765" cy="381908"/>
            <a:chOff x="1714900" y="552700"/>
            <a:chExt cx="4353775" cy="4508950"/>
          </a:xfrm>
        </p:grpSpPr>
        <p:sp>
          <p:nvSpPr>
            <p:cNvPr id="4832" name="Google Shape;4832;p102"/>
            <p:cNvSpPr/>
            <p:nvPr/>
          </p:nvSpPr>
          <p:spPr>
            <a:xfrm>
              <a:off x="2658625" y="552700"/>
              <a:ext cx="3410050" cy="4508950"/>
            </a:xfrm>
            <a:custGeom>
              <a:avLst/>
              <a:gdLst/>
              <a:ahLst/>
              <a:cxnLst/>
              <a:rect l="l" t="t" r="r" b="b"/>
              <a:pathLst>
                <a:path w="136402" h="180358" extrusionOk="0">
                  <a:moveTo>
                    <a:pt x="12584" y="31542"/>
                  </a:moveTo>
                  <a:lnTo>
                    <a:pt x="12920" y="27683"/>
                  </a:lnTo>
                  <a:lnTo>
                    <a:pt x="15772" y="20804"/>
                  </a:lnTo>
                  <a:lnTo>
                    <a:pt x="20805" y="15771"/>
                  </a:lnTo>
                  <a:lnTo>
                    <a:pt x="27684" y="12919"/>
                  </a:lnTo>
                  <a:lnTo>
                    <a:pt x="31543" y="12583"/>
                  </a:lnTo>
                  <a:lnTo>
                    <a:pt x="73486" y="12583"/>
                  </a:lnTo>
                  <a:lnTo>
                    <a:pt x="73486" y="47145"/>
                  </a:lnTo>
                  <a:lnTo>
                    <a:pt x="73654" y="50668"/>
                  </a:lnTo>
                  <a:lnTo>
                    <a:pt x="76170" y="56708"/>
                  </a:lnTo>
                  <a:lnTo>
                    <a:pt x="80700" y="61238"/>
                  </a:lnTo>
                  <a:lnTo>
                    <a:pt x="86740" y="63754"/>
                  </a:lnTo>
                  <a:lnTo>
                    <a:pt x="90264" y="63922"/>
                  </a:lnTo>
                  <a:lnTo>
                    <a:pt x="123818" y="63922"/>
                  </a:lnTo>
                  <a:lnTo>
                    <a:pt x="123818" y="148984"/>
                  </a:lnTo>
                  <a:lnTo>
                    <a:pt x="123483" y="152675"/>
                  </a:lnTo>
                  <a:lnTo>
                    <a:pt x="120631" y="159553"/>
                  </a:lnTo>
                  <a:lnTo>
                    <a:pt x="115430" y="164587"/>
                  </a:lnTo>
                  <a:lnTo>
                    <a:pt x="108719" y="167439"/>
                  </a:lnTo>
                  <a:lnTo>
                    <a:pt x="104860" y="167774"/>
                  </a:lnTo>
                  <a:lnTo>
                    <a:pt x="31543" y="167774"/>
                  </a:lnTo>
                  <a:lnTo>
                    <a:pt x="27684" y="167439"/>
                  </a:lnTo>
                  <a:lnTo>
                    <a:pt x="20805" y="164587"/>
                  </a:lnTo>
                  <a:lnTo>
                    <a:pt x="15772" y="159553"/>
                  </a:lnTo>
                  <a:lnTo>
                    <a:pt x="12920" y="152675"/>
                  </a:lnTo>
                  <a:lnTo>
                    <a:pt x="12584" y="148984"/>
                  </a:lnTo>
                  <a:close/>
                  <a:moveTo>
                    <a:pt x="120631" y="51339"/>
                  </a:moveTo>
                  <a:lnTo>
                    <a:pt x="119624" y="49829"/>
                  </a:lnTo>
                  <a:lnTo>
                    <a:pt x="118282" y="48487"/>
                  </a:lnTo>
                  <a:lnTo>
                    <a:pt x="88921" y="18287"/>
                  </a:lnTo>
                  <a:lnTo>
                    <a:pt x="87579" y="16945"/>
                  </a:lnTo>
                  <a:lnTo>
                    <a:pt x="86069" y="15771"/>
                  </a:lnTo>
                  <a:lnTo>
                    <a:pt x="86069" y="47145"/>
                  </a:lnTo>
                  <a:lnTo>
                    <a:pt x="86237" y="48822"/>
                  </a:lnTo>
                  <a:lnTo>
                    <a:pt x="88418" y="51171"/>
                  </a:lnTo>
                  <a:lnTo>
                    <a:pt x="90264" y="51339"/>
                  </a:lnTo>
                  <a:close/>
                  <a:moveTo>
                    <a:pt x="31543" y="0"/>
                  </a:moveTo>
                  <a:lnTo>
                    <a:pt x="28187" y="168"/>
                  </a:lnTo>
                  <a:lnTo>
                    <a:pt x="22147" y="1342"/>
                  </a:lnTo>
                  <a:lnTo>
                    <a:pt x="16443" y="3691"/>
                  </a:lnTo>
                  <a:lnTo>
                    <a:pt x="11410" y="7214"/>
                  </a:lnTo>
                  <a:lnTo>
                    <a:pt x="7215" y="11409"/>
                  </a:lnTo>
                  <a:lnTo>
                    <a:pt x="3692" y="16442"/>
                  </a:lnTo>
                  <a:lnTo>
                    <a:pt x="1343" y="22146"/>
                  </a:lnTo>
                  <a:lnTo>
                    <a:pt x="169" y="28186"/>
                  </a:lnTo>
                  <a:lnTo>
                    <a:pt x="1" y="31542"/>
                  </a:lnTo>
                  <a:lnTo>
                    <a:pt x="1" y="148984"/>
                  </a:lnTo>
                  <a:lnTo>
                    <a:pt x="169" y="152171"/>
                  </a:lnTo>
                  <a:lnTo>
                    <a:pt x="1343" y="158211"/>
                  </a:lnTo>
                  <a:lnTo>
                    <a:pt x="3692" y="163915"/>
                  </a:lnTo>
                  <a:lnTo>
                    <a:pt x="7215" y="168949"/>
                  </a:lnTo>
                  <a:lnTo>
                    <a:pt x="11410" y="173143"/>
                  </a:lnTo>
                  <a:lnTo>
                    <a:pt x="16443" y="176666"/>
                  </a:lnTo>
                  <a:lnTo>
                    <a:pt x="22147" y="179015"/>
                  </a:lnTo>
                  <a:lnTo>
                    <a:pt x="28187" y="180190"/>
                  </a:lnTo>
                  <a:lnTo>
                    <a:pt x="31543" y="180357"/>
                  </a:lnTo>
                  <a:lnTo>
                    <a:pt x="104860" y="180357"/>
                  </a:lnTo>
                  <a:lnTo>
                    <a:pt x="108048" y="180190"/>
                  </a:lnTo>
                  <a:lnTo>
                    <a:pt x="114255" y="179015"/>
                  </a:lnTo>
                  <a:lnTo>
                    <a:pt x="119960" y="176666"/>
                  </a:lnTo>
                  <a:lnTo>
                    <a:pt x="124825" y="173143"/>
                  </a:lnTo>
                  <a:lnTo>
                    <a:pt x="129187" y="168949"/>
                  </a:lnTo>
                  <a:lnTo>
                    <a:pt x="132543" y="163915"/>
                  </a:lnTo>
                  <a:lnTo>
                    <a:pt x="134891" y="158211"/>
                  </a:lnTo>
                  <a:lnTo>
                    <a:pt x="136234" y="152171"/>
                  </a:lnTo>
                  <a:lnTo>
                    <a:pt x="136401" y="148984"/>
                  </a:lnTo>
                  <a:lnTo>
                    <a:pt x="136401" y="61573"/>
                  </a:lnTo>
                  <a:lnTo>
                    <a:pt x="136234" y="58553"/>
                  </a:lnTo>
                  <a:lnTo>
                    <a:pt x="135059" y="52681"/>
                  </a:lnTo>
                  <a:lnTo>
                    <a:pt x="132710" y="46977"/>
                  </a:lnTo>
                  <a:lnTo>
                    <a:pt x="129355" y="41944"/>
                  </a:lnTo>
                  <a:lnTo>
                    <a:pt x="127342" y="39595"/>
                  </a:lnTo>
                  <a:lnTo>
                    <a:pt x="97813" y="9395"/>
                  </a:lnTo>
                  <a:lnTo>
                    <a:pt x="95632" y="7214"/>
                  </a:lnTo>
                  <a:lnTo>
                    <a:pt x="90431" y="3691"/>
                  </a:lnTo>
                  <a:lnTo>
                    <a:pt x="84727" y="1342"/>
                  </a:lnTo>
                  <a:lnTo>
                    <a:pt x="78519" y="168"/>
                  </a:lnTo>
                  <a:lnTo>
                    <a:pt x="75332" y="0"/>
                  </a:lnTo>
                  <a:close/>
                </a:path>
              </a:pathLst>
            </a:custGeom>
            <a:solidFill>
              <a:srgbClr val="28B5E8"/>
            </a:solidFill>
            <a:ln>
              <a:noFill/>
            </a:ln>
          </p:spPr>
          <p:txBody>
            <a:bodyPr spcFirstLastPara="1" wrap="square" lIns="0" tIns="0" rIns="0" bIns="0"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33" name="Google Shape;4833;p102"/>
            <p:cNvSpPr/>
            <p:nvPr/>
          </p:nvSpPr>
          <p:spPr>
            <a:xfrm>
              <a:off x="1714900" y="2704400"/>
              <a:ext cx="3514900" cy="1572900"/>
            </a:xfrm>
            <a:custGeom>
              <a:avLst/>
              <a:gdLst/>
              <a:ahLst/>
              <a:cxnLst/>
              <a:rect l="l" t="t" r="r" b="b"/>
              <a:pathLst>
                <a:path w="140596" h="62916" extrusionOk="0">
                  <a:moveTo>
                    <a:pt x="14765" y="0"/>
                  </a:moveTo>
                  <a:lnTo>
                    <a:pt x="11745" y="168"/>
                  </a:lnTo>
                  <a:lnTo>
                    <a:pt x="6376" y="2349"/>
                  </a:lnTo>
                  <a:lnTo>
                    <a:pt x="2350" y="6376"/>
                  </a:lnTo>
                  <a:lnTo>
                    <a:pt x="169" y="11577"/>
                  </a:lnTo>
                  <a:lnTo>
                    <a:pt x="1" y="14597"/>
                  </a:lnTo>
                  <a:lnTo>
                    <a:pt x="1" y="48151"/>
                  </a:lnTo>
                  <a:lnTo>
                    <a:pt x="169" y="51171"/>
                  </a:lnTo>
                  <a:lnTo>
                    <a:pt x="2350" y="56372"/>
                  </a:lnTo>
                  <a:lnTo>
                    <a:pt x="6376" y="60399"/>
                  </a:lnTo>
                  <a:lnTo>
                    <a:pt x="11745" y="62580"/>
                  </a:lnTo>
                  <a:lnTo>
                    <a:pt x="14765" y="62916"/>
                  </a:lnTo>
                  <a:lnTo>
                    <a:pt x="125831" y="62916"/>
                  </a:lnTo>
                  <a:lnTo>
                    <a:pt x="128851" y="62580"/>
                  </a:lnTo>
                  <a:lnTo>
                    <a:pt x="134052" y="60399"/>
                  </a:lnTo>
                  <a:lnTo>
                    <a:pt x="138079" y="56372"/>
                  </a:lnTo>
                  <a:lnTo>
                    <a:pt x="140260" y="51171"/>
                  </a:lnTo>
                  <a:lnTo>
                    <a:pt x="140596" y="48151"/>
                  </a:lnTo>
                  <a:lnTo>
                    <a:pt x="140596" y="14597"/>
                  </a:lnTo>
                  <a:lnTo>
                    <a:pt x="140260" y="11577"/>
                  </a:lnTo>
                  <a:lnTo>
                    <a:pt x="138079" y="6376"/>
                  </a:lnTo>
                  <a:lnTo>
                    <a:pt x="134052" y="2349"/>
                  </a:lnTo>
                  <a:lnTo>
                    <a:pt x="128851" y="168"/>
                  </a:lnTo>
                  <a:lnTo>
                    <a:pt x="125831"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252525"/>
                </a:buClr>
                <a:buSzPts val="1000"/>
                <a:buFont typeface="Arial"/>
                <a:buNone/>
              </a:pPr>
              <a:endParaRPr sz="1000">
                <a:solidFill>
                  <a:srgbClr val="252525"/>
                </a:solidFill>
                <a:latin typeface="Arial"/>
                <a:ea typeface="Arial"/>
                <a:cs typeface="Arial"/>
                <a:sym typeface="Arial"/>
              </a:endParaRPr>
            </a:p>
          </p:txBody>
        </p:sp>
      </p:grpSp>
      <p:sp>
        <p:nvSpPr>
          <p:cNvPr id="4834" name="Google Shape;4834;p102"/>
          <p:cNvSpPr txBox="1"/>
          <p:nvPr/>
        </p:nvSpPr>
        <p:spPr>
          <a:xfrm>
            <a:off x="436247" y="3717158"/>
            <a:ext cx="328500" cy="1089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File</a:t>
            </a:r>
            <a:endParaRPr sz="600">
              <a:solidFill>
                <a:srgbClr val="11567F"/>
              </a:solidFill>
              <a:latin typeface="Arial"/>
              <a:ea typeface="Arial"/>
              <a:cs typeface="Arial"/>
              <a:sym typeface="Arial"/>
            </a:endParaRPr>
          </a:p>
        </p:txBody>
      </p:sp>
      <p:grpSp>
        <p:nvGrpSpPr>
          <p:cNvPr id="4835" name="Google Shape;4835;p102"/>
          <p:cNvGrpSpPr/>
          <p:nvPr/>
        </p:nvGrpSpPr>
        <p:grpSpPr>
          <a:xfrm>
            <a:off x="4426732" y="1762366"/>
            <a:ext cx="343318" cy="426317"/>
            <a:chOff x="1812717" y="447825"/>
            <a:chExt cx="4053336" cy="5033253"/>
          </a:xfrm>
        </p:grpSpPr>
        <p:sp>
          <p:nvSpPr>
            <p:cNvPr id="4836" name="Google Shape;4836;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37" name="Google Shape;4837;p102"/>
            <p:cNvSpPr/>
            <p:nvPr/>
          </p:nvSpPr>
          <p:spPr>
            <a:xfrm>
              <a:off x="1812717" y="3908178"/>
              <a:ext cx="4053336" cy="1572900"/>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SYSTEM</a:t>
              </a:r>
              <a:endParaRPr sz="1100">
                <a:solidFill>
                  <a:srgbClr val="252525"/>
                </a:solidFill>
                <a:latin typeface="Arial"/>
                <a:ea typeface="Arial"/>
                <a:cs typeface="Arial"/>
                <a:sym typeface="Arial"/>
              </a:endParaRPr>
            </a:p>
          </p:txBody>
        </p:sp>
      </p:grpSp>
      <p:sp>
        <p:nvSpPr>
          <p:cNvPr id="4838" name="Google Shape;4838;p102"/>
          <p:cNvSpPr/>
          <p:nvPr/>
        </p:nvSpPr>
        <p:spPr>
          <a:xfrm>
            <a:off x="444451" y="1762353"/>
            <a:ext cx="311853" cy="281096"/>
          </a:xfrm>
          <a:custGeom>
            <a:avLst/>
            <a:gdLst/>
            <a:ahLst/>
            <a:cxnLst/>
            <a:rect l="l" t="t" r="r" b="b"/>
            <a:pathLst>
              <a:path w="183713" h="165594" extrusionOk="0">
                <a:moveTo>
                  <a:pt x="85229" y="0"/>
                </a:moveTo>
                <a:lnTo>
                  <a:pt x="79693" y="1175"/>
                </a:lnTo>
                <a:lnTo>
                  <a:pt x="74324" y="3188"/>
                </a:lnTo>
                <a:lnTo>
                  <a:pt x="69626" y="6208"/>
                </a:lnTo>
                <a:lnTo>
                  <a:pt x="65432" y="9899"/>
                </a:lnTo>
                <a:lnTo>
                  <a:pt x="62077" y="14429"/>
                </a:lnTo>
                <a:lnTo>
                  <a:pt x="59392" y="19462"/>
                </a:lnTo>
                <a:lnTo>
                  <a:pt x="57882" y="24999"/>
                </a:lnTo>
                <a:lnTo>
                  <a:pt x="57379" y="28019"/>
                </a:lnTo>
                <a:lnTo>
                  <a:pt x="54359" y="58218"/>
                </a:lnTo>
                <a:lnTo>
                  <a:pt x="54191" y="59057"/>
                </a:lnTo>
                <a:lnTo>
                  <a:pt x="53184" y="60064"/>
                </a:lnTo>
                <a:lnTo>
                  <a:pt x="52346" y="60231"/>
                </a:lnTo>
                <a:lnTo>
                  <a:pt x="30871" y="60231"/>
                </a:lnTo>
                <a:lnTo>
                  <a:pt x="29696" y="61406"/>
                </a:lnTo>
                <a:lnTo>
                  <a:pt x="29696" y="62245"/>
                </a:lnTo>
                <a:lnTo>
                  <a:pt x="29696" y="73150"/>
                </a:lnTo>
                <a:lnTo>
                  <a:pt x="29696" y="73989"/>
                </a:lnTo>
                <a:lnTo>
                  <a:pt x="30871" y="75163"/>
                </a:lnTo>
                <a:lnTo>
                  <a:pt x="50500" y="75163"/>
                </a:lnTo>
                <a:lnTo>
                  <a:pt x="51339" y="75331"/>
                </a:lnTo>
                <a:lnTo>
                  <a:pt x="52513" y="76673"/>
                </a:lnTo>
                <a:lnTo>
                  <a:pt x="52513" y="77512"/>
                </a:lnTo>
                <a:lnTo>
                  <a:pt x="46641" y="136065"/>
                </a:lnTo>
                <a:lnTo>
                  <a:pt x="46138" y="139085"/>
                </a:lnTo>
                <a:lnTo>
                  <a:pt x="43621" y="144286"/>
                </a:lnTo>
                <a:lnTo>
                  <a:pt x="39259" y="148145"/>
                </a:lnTo>
                <a:lnTo>
                  <a:pt x="33890" y="150326"/>
                </a:lnTo>
                <a:lnTo>
                  <a:pt x="30871" y="150494"/>
                </a:lnTo>
                <a:lnTo>
                  <a:pt x="29864" y="150494"/>
                </a:lnTo>
                <a:lnTo>
                  <a:pt x="27012" y="150326"/>
                </a:lnTo>
                <a:lnTo>
                  <a:pt x="22146" y="148481"/>
                </a:lnTo>
                <a:lnTo>
                  <a:pt x="18120" y="144957"/>
                </a:lnTo>
                <a:lnTo>
                  <a:pt x="15603" y="140260"/>
                </a:lnTo>
                <a:lnTo>
                  <a:pt x="15100" y="137575"/>
                </a:lnTo>
                <a:lnTo>
                  <a:pt x="14932" y="136736"/>
                </a:lnTo>
                <a:lnTo>
                  <a:pt x="13758" y="135562"/>
                </a:lnTo>
                <a:lnTo>
                  <a:pt x="12919" y="135394"/>
                </a:lnTo>
                <a:lnTo>
                  <a:pt x="2181" y="135394"/>
                </a:lnTo>
                <a:lnTo>
                  <a:pt x="1174" y="135562"/>
                </a:lnTo>
                <a:lnTo>
                  <a:pt x="168" y="136736"/>
                </a:lnTo>
                <a:lnTo>
                  <a:pt x="0" y="137575"/>
                </a:lnTo>
                <a:lnTo>
                  <a:pt x="336" y="140428"/>
                </a:lnTo>
                <a:lnTo>
                  <a:pt x="1846" y="145964"/>
                </a:lnTo>
                <a:lnTo>
                  <a:pt x="4194" y="150997"/>
                </a:lnTo>
                <a:lnTo>
                  <a:pt x="7550" y="155527"/>
                </a:lnTo>
                <a:lnTo>
                  <a:pt x="11576" y="159218"/>
                </a:lnTo>
                <a:lnTo>
                  <a:pt x="16106" y="162238"/>
                </a:lnTo>
                <a:lnTo>
                  <a:pt x="21307" y="164419"/>
                </a:lnTo>
                <a:lnTo>
                  <a:pt x="27012" y="165426"/>
                </a:lnTo>
                <a:lnTo>
                  <a:pt x="29864" y="165594"/>
                </a:lnTo>
                <a:lnTo>
                  <a:pt x="30871" y="165594"/>
                </a:lnTo>
                <a:lnTo>
                  <a:pt x="33890" y="165426"/>
                </a:lnTo>
                <a:lnTo>
                  <a:pt x="39427" y="164419"/>
                </a:lnTo>
                <a:lnTo>
                  <a:pt x="44796" y="162406"/>
                </a:lnTo>
                <a:lnTo>
                  <a:pt x="49493" y="159386"/>
                </a:lnTo>
                <a:lnTo>
                  <a:pt x="53520" y="155527"/>
                </a:lnTo>
                <a:lnTo>
                  <a:pt x="57043" y="151165"/>
                </a:lnTo>
                <a:lnTo>
                  <a:pt x="59560" y="146132"/>
                </a:lnTo>
                <a:lnTo>
                  <a:pt x="61238" y="140595"/>
                </a:lnTo>
                <a:lnTo>
                  <a:pt x="61573" y="137575"/>
                </a:lnTo>
                <a:lnTo>
                  <a:pt x="67613" y="77177"/>
                </a:lnTo>
                <a:lnTo>
                  <a:pt x="67781" y="76338"/>
                </a:lnTo>
                <a:lnTo>
                  <a:pt x="68955" y="75331"/>
                </a:lnTo>
                <a:lnTo>
                  <a:pt x="69626" y="75163"/>
                </a:lnTo>
                <a:lnTo>
                  <a:pt x="98484" y="75163"/>
                </a:lnTo>
                <a:lnTo>
                  <a:pt x="100832" y="75331"/>
                </a:lnTo>
                <a:lnTo>
                  <a:pt x="105362" y="76338"/>
                </a:lnTo>
                <a:lnTo>
                  <a:pt x="109724" y="78183"/>
                </a:lnTo>
                <a:lnTo>
                  <a:pt x="113415" y="81035"/>
                </a:lnTo>
                <a:lnTo>
                  <a:pt x="115093" y="82713"/>
                </a:lnTo>
                <a:lnTo>
                  <a:pt x="132038" y="101672"/>
                </a:lnTo>
                <a:lnTo>
                  <a:pt x="132542" y="102343"/>
                </a:lnTo>
                <a:lnTo>
                  <a:pt x="132374" y="103853"/>
                </a:lnTo>
                <a:lnTo>
                  <a:pt x="132038" y="104524"/>
                </a:lnTo>
                <a:lnTo>
                  <a:pt x="100497" y="136233"/>
                </a:lnTo>
                <a:lnTo>
                  <a:pt x="99994" y="136904"/>
                </a:lnTo>
                <a:lnTo>
                  <a:pt x="99994" y="138414"/>
                </a:lnTo>
                <a:lnTo>
                  <a:pt x="100497" y="139085"/>
                </a:lnTo>
                <a:lnTo>
                  <a:pt x="108214" y="146803"/>
                </a:lnTo>
                <a:lnTo>
                  <a:pt x="108886" y="147306"/>
                </a:lnTo>
                <a:lnTo>
                  <a:pt x="110396" y="147306"/>
                </a:lnTo>
                <a:lnTo>
                  <a:pt x="111067" y="146803"/>
                </a:lnTo>
                <a:lnTo>
                  <a:pt x="141769" y="115932"/>
                </a:lnTo>
                <a:lnTo>
                  <a:pt x="142440" y="115429"/>
                </a:lnTo>
                <a:lnTo>
                  <a:pt x="144118" y="115429"/>
                </a:lnTo>
                <a:lnTo>
                  <a:pt x="144789" y="115932"/>
                </a:lnTo>
                <a:lnTo>
                  <a:pt x="171969" y="146467"/>
                </a:lnTo>
                <a:lnTo>
                  <a:pt x="172640" y="146971"/>
                </a:lnTo>
                <a:lnTo>
                  <a:pt x="174317" y="147138"/>
                </a:lnTo>
                <a:lnTo>
                  <a:pt x="174989" y="146635"/>
                </a:lnTo>
                <a:lnTo>
                  <a:pt x="183042" y="139421"/>
                </a:lnTo>
                <a:lnTo>
                  <a:pt x="183545" y="138750"/>
                </a:lnTo>
                <a:lnTo>
                  <a:pt x="183713" y="137072"/>
                </a:lnTo>
                <a:lnTo>
                  <a:pt x="183210" y="136401"/>
                </a:lnTo>
                <a:lnTo>
                  <a:pt x="155191" y="105195"/>
                </a:lnTo>
                <a:lnTo>
                  <a:pt x="154856" y="104524"/>
                </a:lnTo>
                <a:lnTo>
                  <a:pt x="154856" y="102846"/>
                </a:lnTo>
                <a:lnTo>
                  <a:pt x="155359" y="102175"/>
                </a:lnTo>
                <a:lnTo>
                  <a:pt x="182874" y="74492"/>
                </a:lnTo>
                <a:lnTo>
                  <a:pt x="183377" y="73821"/>
                </a:lnTo>
                <a:lnTo>
                  <a:pt x="183377" y="72143"/>
                </a:lnTo>
                <a:lnTo>
                  <a:pt x="182874" y="71472"/>
                </a:lnTo>
                <a:lnTo>
                  <a:pt x="175156" y="63922"/>
                </a:lnTo>
                <a:lnTo>
                  <a:pt x="174485" y="63419"/>
                </a:lnTo>
                <a:lnTo>
                  <a:pt x="172975" y="63419"/>
                </a:lnTo>
                <a:lnTo>
                  <a:pt x="172304" y="63922"/>
                </a:lnTo>
                <a:lnTo>
                  <a:pt x="145460" y="90934"/>
                </a:lnTo>
                <a:lnTo>
                  <a:pt x="144789" y="91437"/>
                </a:lnTo>
                <a:lnTo>
                  <a:pt x="143111" y="91270"/>
                </a:lnTo>
                <a:lnTo>
                  <a:pt x="142440" y="90766"/>
                </a:lnTo>
                <a:lnTo>
                  <a:pt x="126166" y="72647"/>
                </a:lnTo>
                <a:lnTo>
                  <a:pt x="123482" y="69795"/>
                </a:lnTo>
                <a:lnTo>
                  <a:pt x="117106" y="65097"/>
                </a:lnTo>
                <a:lnTo>
                  <a:pt x="110060" y="61909"/>
                </a:lnTo>
                <a:lnTo>
                  <a:pt x="102510" y="60231"/>
                </a:lnTo>
                <a:lnTo>
                  <a:pt x="71640" y="60231"/>
                </a:lnTo>
                <a:lnTo>
                  <a:pt x="70633" y="60064"/>
                </a:lnTo>
                <a:lnTo>
                  <a:pt x="69459" y="58721"/>
                </a:lnTo>
                <a:lnTo>
                  <a:pt x="69459" y="57883"/>
                </a:lnTo>
                <a:lnTo>
                  <a:pt x="72311" y="29529"/>
                </a:lnTo>
                <a:lnTo>
                  <a:pt x="72814" y="26509"/>
                </a:lnTo>
                <a:lnTo>
                  <a:pt x="75498" y="21308"/>
                </a:lnTo>
                <a:lnTo>
                  <a:pt x="79693" y="17281"/>
                </a:lnTo>
                <a:lnTo>
                  <a:pt x="85229" y="15100"/>
                </a:lnTo>
                <a:lnTo>
                  <a:pt x="88249" y="14932"/>
                </a:lnTo>
                <a:lnTo>
                  <a:pt x="89927" y="14932"/>
                </a:lnTo>
                <a:lnTo>
                  <a:pt x="92611" y="15100"/>
                </a:lnTo>
                <a:lnTo>
                  <a:pt x="97477" y="17113"/>
                </a:lnTo>
                <a:lnTo>
                  <a:pt x="101336" y="20469"/>
                </a:lnTo>
                <a:lnTo>
                  <a:pt x="103685" y="25167"/>
                </a:lnTo>
                <a:lnTo>
                  <a:pt x="104188" y="27851"/>
                </a:lnTo>
                <a:lnTo>
                  <a:pt x="104356" y="28690"/>
                </a:lnTo>
                <a:lnTo>
                  <a:pt x="105530" y="29864"/>
                </a:lnTo>
                <a:lnTo>
                  <a:pt x="106369" y="29864"/>
                </a:lnTo>
                <a:lnTo>
                  <a:pt x="117106" y="30200"/>
                </a:lnTo>
                <a:lnTo>
                  <a:pt x="117945" y="30032"/>
                </a:lnTo>
                <a:lnTo>
                  <a:pt x="119120" y="28858"/>
                </a:lnTo>
                <a:lnTo>
                  <a:pt x="119288" y="28019"/>
                </a:lnTo>
                <a:lnTo>
                  <a:pt x="118952" y="25167"/>
                </a:lnTo>
                <a:lnTo>
                  <a:pt x="117610" y="19630"/>
                </a:lnTo>
                <a:lnTo>
                  <a:pt x="115261" y="14597"/>
                </a:lnTo>
                <a:lnTo>
                  <a:pt x="112073" y="10067"/>
                </a:lnTo>
                <a:lnTo>
                  <a:pt x="108214" y="6208"/>
                </a:lnTo>
                <a:lnTo>
                  <a:pt x="103517" y="3188"/>
                </a:lnTo>
                <a:lnTo>
                  <a:pt x="98316" y="1175"/>
                </a:lnTo>
                <a:lnTo>
                  <a:pt x="92779" y="0"/>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grpSp>
        <p:nvGrpSpPr>
          <p:cNvPr id="4839" name="Google Shape;4839;p102"/>
          <p:cNvGrpSpPr/>
          <p:nvPr/>
        </p:nvGrpSpPr>
        <p:grpSpPr>
          <a:xfrm>
            <a:off x="3114466" y="1762366"/>
            <a:ext cx="377646" cy="426316"/>
            <a:chOff x="1610050" y="447825"/>
            <a:chExt cx="4458625" cy="5033250"/>
          </a:xfrm>
        </p:grpSpPr>
        <p:sp>
          <p:nvSpPr>
            <p:cNvPr id="4840" name="Google Shape;4840;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41" name="Google Shape;4841;p102"/>
            <p:cNvSpPr/>
            <p:nvPr/>
          </p:nvSpPr>
          <p:spPr>
            <a:xfrm>
              <a:off x="1610050" y="3908175"/>
              <a:ext cx="4458625" cy="1572900"/>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TABLE</a:t>
              </a:r>
              <a:endParaRPr sz="500" b="1">
                <a:solidFill>
                  <a:srgbClr val="FFFFFF"/>
                </a:solidFill>
                <a:latin typeface="Arial"/>
                <a:ea typeface="Arial"/>
                <a:cs typeface="Arial"/>
                <a:sym typeface="Arial"/>
              </a:endParaRPr>
            </a:p>
          </p:txBody>
        </p:sp>
      </p:grpSp>
      <p:grpSp>
        <p:nvGrpSpPr>
          <p:cNvPr id="4842" name="Google Shape;4842;p102"/>
          <p:cNvGrpSpPr/>
          <p:nvPr/>
        </p:nvGrpSpPr>
        <p:grpSpPr>
          <a:xfrm>
            <a:off x="2458336" y="1762366"/>
            <a:ext cx="377646" cy="426316"/>
            <a:chOff x="1610050" y="447825"/>
            <a:chExt cx="4458625" cy="5033250"/>
          </a:xfrm>
        </p:grpSpPr>
        <p:sp>
          <p:nvSpPr>
            <p:cNvPr id="4843" name="Google Shape;4843;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44" name="Google Shape;4844;p102"/>
            <p:cNvSpPr/>
            <p:nvPr/>
          </p:nvSpPr>
          <p:spPr>
            <a:xfrm>
              <a:off x="1610050" y="3908175"/>
              <a:ext cx="4458625" cy="1572900"/>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WINDOW</a:t>
              </a:r>
              <a:endParaRPr sz="500" b="1">
                <a:solidFill>
                  <a:srgbClr val="FFFFFF"/>
                </a:solidFill>
                <a:latin typeface="Arial"/>
                <a:ea typeface="Arial"/>
                <a:cs typeface="Arial"/>
                <a:sym typeface="Arial"/>
              </a:endParaRPr>
            </a:p>
          </p:txBody>
        </p:sp>
      </p:grpSp>
      <p:grpSp>
        <p:nvGrpSpPr>
          <p:cNvPr id="4845" name="Google Shape;4845;p102"/>
          <p:cNvGrpSpPr/>
          <p:nvPr/>
        </p:nvGrpSpPr>
        <p:grpSpPr>
          <a:xfrm>
            <a:off x="1722913" y="1762366"/>
            <a:ext cx="456951" cy="426317"/>
            <a:chOff x="1141896" y="447825"/>
            <a:chExt cx="5394936" cy="5033253"/>
          </a:xfrm>
        </p:grpSpPr>
        <p:sp>
          <p:nvSpPr>
            <p:cNvPr id="4846" name="Google Shape;4846;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47" name="Google Shape;4847;p102"/>
            <p:cNvSpPr/>
            <p:nvPr/>
          </p:nvSpPr>
          <p:spPr>
            <a:xfrm>
              <a:off x="1141896" y="3908178"/>
              <a:ext cx="5394936" cy="1572900"/>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AGGREGATE</a:t>
              </a:r>
              <a:endParaRPr sz="500" b="1">
                <a:solidFill>
                  <a:srgbClr val="FFFFFF"/>
                </a:solidFill>
                <a:latin typeface="Arial"/>
                <a:ea typeface="Arial"/>
                <a:cs typeface="Arial"/>
                <a:sym typeface="Arial"/>
              </a:endParaRPr>
            </a:p>
          </p:txBody>
        </p:sp>
      </p:grpSp>
      <p:grpSp>
        <p:nvGrpSpPr>
          <p:cNvPr id="4848" name="Google Shape;4848;p102"/>
          <p:cNvGrpSpPr/>
          <p:nvPr/>
        </p:nvGrpSpPr>
        <p:grpSpPr>
          <a:xfrm>
            <a:off x="1066797" y="1762366"/>
            <a:ext cx="377646" cy="426317"/>
            <a:chOff x="1610050" y="447825"/>
            <a:chExt cx="4458625" cy="5033253"/>
          </a:xfrm>
        </p:grpSpPr>
        <p:sp>
          <p:nvSpPr>
            <p:cNvPr id="4849" name="Google Shape;4849;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50" name="Google Shape;4850;p102"/>
            <p:cNvSpPr/>
            <p:nvPr/>
          </p:nvSpPr>
          <p:spPr>
            <a:xfrm>
              <a:off x="1610050" y="3908178"/>
              <a:ext cx="4458625" cy="1572900"/>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SCALAR</a:t>
              </a:r>
              <a:endParaRPr sz="500" b="1">
                <a:solidFill>
                  <a:srgbClr val="FFFFFF"/>
                </a:solidFill>
                <a:latin typeface="Arial"/>
                <a:ea typeface="Arial"/>
                <a:cs typeface="Arial"/>
                <a:sym typeface="Arial"/>
              </a:endParaRPr>
            </a:p>
          </p:txBody>
        </p:sp>
      </p:grpSp>
      <p:grpSp>
        <p:nvGrpSpPr>
          <p:cNvPr id="4851" name="Google Shape;4851;p102"/>
          <p:cNvGrpSpPr/>
          <p:nvPr/>
        </p:nvGrpSpPr>
        <p:grpSpPr>
          <a:xfrm>
            <a:off x="3770596" y="1762366"/>
            <a:ext cx="377646" cy="426316"/>
            <a:chOff x="1610050" y="447825"/>
            <a:chExt cx="4458625" cy="5033250"/>
          </a:xfrm>
        </p:grpSpPr>
        <p:sp>
          <p:nvSpPr>
            <p:cNvPr id="4852" name="Google Shape;4852;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53" name="Google Shape;4853;p102"/>
            <p:cNvSpPr/>
            <p:nvPr/>
          </p:nvSpPr>
          <p:spPr>
            <a:xfrm>
              <a:off x="1610050" y="3908175"/>
              <a:ext cx="4458625" cy="1572900"/>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EXTERNAL</a:t>
              </a:r>
              <a:endParaRPr sz="500" b="1">
                <a:solidFill>
                  <a:srgbClr val="FFFFFF"/>
                </a:solidFill>
                <a:latin typeface="Arial"/>
                <a:ea typeface="Arial"/>
                <a:cs typeface="Arial"/>
                <a:sym typeface="Arial"/>
              </a:endParaRPr>
            </a:p>
          </p:txBody>
        </p:sp>
      </p:grpSp>
      <p:grpSp>
        <p:nvGrpSpPr>
          <p:cNvPr id="4854" name="Google Shape;4854;p102"/>
          <p:cNvGrpSpPr/>
          <p:nvPr/>
        </p:nvGrpSpPr>
        <p:grpSpPr>
          <a:xfrm>
            <a:off x="8254855" y="1762366"/>
            <a:ext cx="535313" cy="449959"/>
            <a:chOff x="679276" y="447825"/>
            <a:chExt cx="6320101" cy="5312390"/>
          </a:xfrm>
        </p:grpSpPr>
        <p:sp>
          <p:nvSpPr>
            <p:cNvPr id="4855" name="Google Shape;4855;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56" name="Google Shape;4856;p102"/>
            <p:cNvSpPr/>
            <p:nvPr/>
          </p:nvSpPr>
          <p:spPr>
            <a:xfrm>
              <a:off x="679276" y="3794247"/>
              <a:ext cx="6320101" cy="1965968"/>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USER-DEFINED PYTHON</a:t>
              </a:r>
              <a:endParaRPr sz="500" b="1">
                <a:solidFill>
                  <a:srgbClr val="FFFFFF"/>
                </a:solidFill>
                <a:latin typeface="Arial"/>
                <a:ea typeface="Arial"/>
                <a:cs typeface="Arial"/>
                <a:sym typeface="Arial"/>
              </a:endParaRPr>
            </a:p>
          </p:txBody>
        </p:sp>
      </p:grpSp>
      <p:grpSp>
        <p:nvGrpSpPr>
          <p:cNvPr id="4857" name="Google Shape;4857;p102"/>
          <p:cNvGrpSpPr/>
          <p:nvPr/>
        </p:nvGrpSpPr>
        <p:grpSpPr>
          <a:xfrm>
            <a:off x="7462657" y="1762366"/>
            <a:ext cx="535313" cy="449959"/>
            <a:chOff x="679276" y="447825"/>
            <a:chExt cx="6320101" cy="5312390"/>
          </a:xfrm>
        </p:grpSpPr>
        <p:sp>
          <p:nvSpPr>
            <p:cNvPr id="4858" name="Google Shape;4858;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59" name="Google Shape;4859;p102"/>
            <p:cNvSpPr/>
            <p:nvPr/>
          </p:nvSpPr>
          <p:spPr>
            <a:xfrm>
              <a:off x="679276" y="3794247"/>
              <a:ext cx="6320101" cy="1965968"/>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USER-DEFINED JAVASCRIPT</a:t>
              </a:r>
              <a:endParaRPr sz="500" b="1">
                <a:solidFill>
                  <a:srgbClr val="FFFFFF"/>
                </a:solidFill>
                <a:latin typeface="Arial"/>
                <a:ea typeface="Arial"/>
                <a:cs typeface="Arial"/>
                <a:sym typeface="Arial"/>
              </a:endParaRPr>
            </a:p>
          </p:txBody>
        </p:sp>
      </p:grpSp>
      <p:grpSp>
        <p:nvGrpSpPr>
          <p:cNvPr id="4860" name="Google Shape;4860;p102"/>
          <p:cNvGrpSpPr/>
          <p:nvPr/>
        </p:nvGrpSpPr>
        <p:grpSpPr>
          <a:xfrm>
            <a:off x="5813609" y="1762366"/>
            <a:ext cx="535313" cy="449959"/>
            <a:chOff x="679276" y="447825"/>
            <a:chExt cx="6320101" cy="5312390"/>
          </a:xfrm>
        </p:grpSpPr>
        <p:sp>
          <p:nvSpPr>
            <p:cNvPr id="4861" name="Google Shape;4861;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62" name="Google Shape;4862;p102"/>
            <p:cNvSpPr/>
            <p:nvPr/>
          </p:nvSpPr>
          <p:spPr>
            <a:xfrm>
              <a:off x="679276" y="3794247"/>
              <a:ext cx="6320101" cy="1965968"/>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USER-DEFINED </a:t>
              </a:r>
              <a:endParaRPr sz="500" b="1">
                <a:solidFill>
                  <a:srgbClr val="FFFFFF"/>
                </a:solidFill>
                <a:latin typeface="Arial"/>
                <a:ea typeface="Arial"/>
                <a:cs typeface="Arial"/>
                <a:sym typeface="Arial"/>
              </a:endParaRPr>
            </a:p>
            <a:p>
              <a:pPr marL="0" marR="0" lvl="0" indent="0" algn="ctr" rtl="0">
                <a:spcBef>
                  <a:spcPts val="0"/>
                </a:spcBef>
                <a:spcAft>
                  <a:spcPts val="0"/>
                </a:spcAft>
                <a:buNone/>
              </a:pPr>
              <a:r>
                <a:rPr lang="en" sz="500" b="1">
                  <a:solidFill>
                    <a:srgbClr val="FFFFFF"/>
                  </a:solidFill>
                  <a:latin typeface="Arial"/>
                  <a:ea typeface="Arial"/>
                  <a:cs typeface="Arial"/>
                  <a:sym typeface="Arial"/>
                </a:rPr>
                <a:t>TABLE</a:t>
              </a:r>
              <a:endParaRPr sz="500" b="1">
                <a:solidFill>
                  <a:srgbClr val="FFFFFF"/>
                </a:solidFill>
                <a:latin typeface="Arial"/>
                <a:ea typeface="Arial"/>
                <a:cs typeface="Arial"/>
                <a:sym typeface="Arial"/>
              </a:endParaRPr>
            </a:p>
          </p:txBody>
        </p:sp>
      </p:grpSp>
      <p:grpSp>
        <p:nvGrpSpPr>
          <p:cNvPr id="4863" name="Google Shape;4863;p102"/>
          <p:cNvGrpSpPr/>
          <p:nvPr/>
        </p:nvGrpSpPr>
        <p:grpSpPr>
          <a:xfrm>
            <a:off x="6627358" y="1762366"/>
            <a:ext cx="535313" cy="449959"/>
            <a:chOff x="679276" y="447825"/>
            <a:chExt cx="6320101" cy="5312390"/>
          </a:xfrm>
        </p:grpSpPr>
        <p:sp>
          <p:nvSpPr>
            <p:cNvPr id="4864" name="Google Shape;4864;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65" name="Google Shape;4865;p102"/>
            <p:cNvSpPr/>
            <p:nvPr/>
          </p:nvSpPr>
          <p:spPr>
            <a:xfrm>
              <a:off x="679276" y="3794247"/>
              <a:ext cx="6320101" cy="1965968"/>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USER-DEFINED SQL</a:t>
              </a:r>
              <a:endParaRPr sz="500" b="1">
                <a:solidFill>
                  <a:srgbClr val="FFFFFF"/>
                </a:solidFill>
                <a:latin typeface="Arial"/>
                <a:ea typeface="Arial"/>
                <a:cs typeface="Arial"/>
                <a:sym typeface="Arial"/>
              </a:endParaRPr>
            </a:p>
          </p:txBody>
        </p:sp>
      </p:grpSp>
      <p:grpSp>
        <p:nvGrpSpPr>
          <p:cNvPr id="4866" name="Google Shape;4866;p102"/>
          <p:cNvGrpSpPr/>
          <p:nvPr/>
        </p:nvGrpSpPr>
        <p:grpSpPr>
          <a:xfrm>
            <a:off x="5110398" y="1762366"/>
            <a:ext cx="486634" cy="449959"/>
            <a:chOff x="966553" y="447825"/>
            <a:chExt cx="5745384" cy="5312390"/>
          </a:xfrm>
        </p:grpSpPr>
        <p:sp>
          <p:nvSpPr>
            <p:cNvPr id="4867" name="Google Shape;4867;p102"/>
            <p:cNvSpPr/>
            <p:nvPr/>
          </p:nvSpPr>
          <p:spPr>
            <a:xfrm>
              <a:off x="2138525" y="447825"/>
              <a:ext cx="3380700" cy="3040950"/>
            </a:xfrm>
            <a:custGeom>
              <a:avLst/>
              <a:gdLst/>
              <a:ahLst/>
              <a:cxnLst/>
              <a:rect l="l" t="t" r="r" b="b"/>
              <a:pathLst>
                <a:path w="135228" h="121638" extrusionOk="0">
                  <a:moveTo>
                    <a:pt x="62749" y="1"/>
                  </a:moveTo>
                  <a:lnTo>
                    <a:pt x="58722" y="840"/>
                  </a:lnTo>
                  <a:lnTo>
                    <a:pt x="52850" y="3356"/>
                  </a:lnTo>
                  <a:lnTo>
                    <a:pt x="46810" y="8893"/>
                  </a:lnTo>
                  <a:lnTo>
                    <a:pt x="43790" y="14429"/>
                  </a:lnTo>
                  <a:lnTo>
                    <a:pt x="42616" y="18456"/>
                  </a:lnTo>
                  <a:lnTo>
                    <a:pt x="42280" y="20637"/>
                  </a:lnTo>
                  <a:lnTo>
                    <a:pt x="40099" y="42280"/>
                  </a:lnTo>
                  <a:lnTo>
                    <a:pt x="39931" y="43119"/>
                  </a:lnTo>
                  <a:lnTo>
                    <a:pt x="38757" y="44125"/>
                  </a:lnTo>
                  <a:lnTo>
                    <a:pt x="37918" y="44293"/>
                  </a:lnTo>
                  <a:lnTo>
                    <a:pt x="22986" y="44293"/>
                  </a:lnTo>
                  <a:lnTo>
                    <a:pt x="21812" y="45468"/>
                  </a:lnTo>
                  <a:lnTo>
                    <a:pt x="21644" y="46306"/>
                  </a:lnTo>
                  <a:lnTo>
                    <a:pt x="21644" y="53185"/>
                  </a:lnTo>
                  <a:lnTo>
                    <a:pt x="21812" y="54024"/>
                  </a:lnTo>
                  <a:lnTo>
                    <a:pt x="22986" y="55198"/>
                  </a:lnTo>
                  <a:lnTo>
                    <a:pt x="23825" y="55366"/>
                  </a:lnTo>
                  <a:lnTo>
                    <a:pt x="37415" y="55366"/>
                  </a:lnTo>
                  <a:lnTo>
                    <a:pt x="38589" y="56708"/>
                  </a:lnTo>
                  <a:lnTo>
                    <a:pt x="38589" y="57547"/>
                  </a:lnTo>
                  <a:lnTo>
                    <a:pt x="34395" y="99994"/>
                  </a:lnTo>
                  <a:lnTo>
                    <a:pt x="33891" y="102175"/>
                  </a:lnTo>
                  <a:lnTo>
                    <a:pt x="32046" y="106034"/>
                  </a:lnTo>
                  <a:lnTo>
                    <a:pt x="28858" y="108886"/>
                  </a:lnTo>
                  <a:lnTo>
                    <a:pt x="24832" y="110396"/>
                  </a:lnTo>
                  <a:lnTo>
                    <a:pt x="22650" y="110564"/>
                  </a:lnTo>
                  <a:lnTo>
                    <a:pt x="21979" y="110564"/>
                  </a:lnTo>
                  <a:lnTo>
                    <a:pt x="19966" y="110396"/>
                  </a:lnTo>
                  <a:lnTo>
                    <a:pt x="16275" y="109054"/>
                  </a:lnTo>
                  <a:lnTo>
                    <a:pt x="13423" y="106705"/>
                  </a:lnTo>
                  <a:lnTo>
                    <a:pt x="11577" y="103517"/>
                  </a:lnTo>
                  <a:lnTo>
                    <a:pt x="11074" y="101672"/>
                  </a:lnTo>
                  <a:lnTo>
                    <a:pt x="10739" y="100833"/>
                  </a:lnTo>
                  <a:lnTo>
                    <a:pt x="9564" y="99659"/>
                  </a:lnTo>
                  <a:lnTo>
                    <a:pt x="8725" y="99491"/>
                  </a:lnTo>
                  <a:lnTo>
                    <a:pt x="2014" y="99491"/>
                  </a:lnTo>
                  <a:lnTo>
                    <a:pt x="1008" y="99659"/>
                  </a:lnTo>
                  <a:lnTo>
                    <a:pt x="1" y="100833"/>
                  </a:lnTo>
                  <a:lnTo>
                    <a:pt x="1" y="101672"/>
                  </a:lnTo>
                  <a:lnTo>
                    <a:pt x="504" y="105698"/>
                  </a:lnTo>
                  <a:lnTo>
                    <a:pt x="4195" y="112913"/>
                  </a:lnTo>
                  <a:lnTo>
                    <a:pt x="10067" y="118282"/>
                  </a:lnTo>
                  <a:lnTo>
                    <a:pt x="17617" y="121301"/>
                  </a:lnTo>
                  <a:lnTo>
                    <a:pt x="21979" y="121637"/>
                  </a:lnTo>
                  <a:lnTo>
                    <a:pt x="24832" y="121637"/>
                  </a:lnTo>
                  <a:lnTo>
                    <a:pt x="29026" y="120798"/>
                  </a:lnTo>
                  <a:lnTo>
                    <a:pt x="34730" y="118282"/>
                  </a:lnTo>
                  <a:lnTo>
                    <a:pt x="40770" y="112745"/>
                  </a:lnTo>
                  <a:lnTo>
                    <a:pt x="43790" y="107376"/>
                  </a:lnTo>
                  <a:lnTo>
                    <a:pt x="44964" y="103182"/>
                  </a:lnTo>
                  <a:lnTo>
                    <a:pt x="45300" y="101001"/>
                  </a:lnTo>
                  <a:lnTo>
                    <a:pt x="49662" y="57212"/>
                  </a:lnTo>
                  <a:lnTo>
                    <a:pt x="49830" y="56373"/>
                  </a:lnTo>
                  <a:lnTo>
                    <a:pt x="51004" y="55366"/>
                  </a:lnTo>
                  <a:lnTo>
                    <a:pt x="72647" y="55366"/>
                  </a:lnTo>
                  <a:lnTo>
                    <a:pt x="76003" y="55534"/>
                  </a:lnTo>
                  <a:lnTo>
                    <a:pt x="82378" y="58386"/>
                  </a:lnTo>
                  <a:lnTo>
                    <a:pt x="84895" y="60735"/>
                  </a:lnTo>
                  <a:lnTo>
                    <a:pt x="96974" y="74325"/>
                  </a:lnTo>
                  <a:lnTo>
                    <a:pt x="97478" y="74996"/>
                  </a:lnTo>
                  <a:lnTo>
                    <a:pt x="97478" y="76506"/>
                  </a:lnTo>
                  <a:lnTo>
                    <a:pt x="96974" y="77177"/>
                  </a:lnTo>
                  <a:lnTo>
                    <a:pt x="74493" y="99659"/>
                  </a:lnTo>
                  <a:lnTo>
                    <a:pt x="73989" y="100330"/>
                  </a:lnTo>
                  <a:lnTo>
                    <a:pt x="73989" y="102007"/>
                  </a:lnTo>
                  <a:lnTo>
                    <a:pt x="74493" y="102679"/>
                  </a:lnTo>
                  <a:lnTo>
                    <a:pt x="79358" y="107544"/>
                  </a:lnTo>
                  <a:lnTo>
                    <a:pt x="80029" y="108047"/>
                  </a:lnTo>
                  <a:lnTo>
                    <a:pt x="81539" y="108047"/>
                  </a:lnTo>
                  <a:lnTo>
                    <a:pt x="82210" y="107544"/>
                  </a:lnTo>
                  <a:lnTo>
                    <a:pt x="104189" y="85566"/>
                  </a:lnTo>
                  <a:lnTo>
                    <a:pt x="104860" y="85062"/>
                  </a:lnTo>
                  <a:lnTo>
                    <a:pt x="106538" y="85062"/>
                  </a:lnTo>
                  <a:lnTo>
                    <a:pt x="107209" y="85566"/>
                  </a:lnTo>
                  <a:lnTo>
                    <a:pt x="126503" y="107208"/>
                  </a:lnTo>
                  <a:lnTo>
                    <a:pt x="127174" y="107712"/>
                  </a:lnTo>
                  <a:lnTo>
                    <a:pt x="128852" y="107880"/>
                  </a:lnTo>
                  <a:lnTo>
                    <a:pt x="129523" y="107376"/>
                  </a:lnTo>
                  <a:lnTo>
                    <a:pt x="134556" y="102679"/>
                  </a:lnTo>
                  <a:lnTo>
                    <a:pt x="135059" y="102175"/>
                  </a:lnTo>
                  <a:lnTo>
                    <a:pt x="135227" y="100497"/>
                  </a:lnTo>
                  <a:lnTo>
                    <a:pt x="134724" y="99826"/>
                  </a:lnTo>
                  <a:lnTo>
                    <a:pt x="114926" y="77680"/>
                  </a:lnTo>
                  <a:lnTo>
                    <a:pt x="114423" y="77009"/>
                  </a:lnTo>
                  <a:lnTo>
                    <a:pt x="114423" y="75331"/>
                  </a:lnTo>
                  <a:lnTo>
                    <a:pt x="114926" y="74828"/>
                  </a:lnTo>
                  <a:lnTo>
                    <a:pt x="134556" y="55198"/>
                  </a:lnTo>
                  <a:lnTo>
                    <a:pt x="135059" y="54527"/>
                  </a:lnTo>
                  <a:lnTo>
                    <a:pt x="135059" y="52850"/>
                  </a:lnTo>
                  <a:lnTo>
                    <a:pt x="134556" y="52178"/>
                  </a:lnTo>
                  <a:lnTo>
                    <a:pt x="129690" y="47313"/>
                  </a:lnTo>
                  <a:lnTo>
                    <a:pt x="129019" y="46810"/>
                  </a:lnTo>
                  <a:lnTo>
                    <a:pt x="127342" y="46810"/>
                  </a:lnTo>
                  <a:lnTo>
                    <a:pt x="126671" y="47313"/>
                  </a:lnTo>
                  <a:lnTo>
                    <a:pt x="107712" y="66439"/>
                  </a:lnTo>
                  <a:lnTo>
                    <a:pt x="107041" y="66943"/>
                  </a:lnTo>
                  <a:lnTo>
                    <a:pt x="105363" y="66775"/>
                  </a:lnTo>
                  <a:lnTo>
                    <a:pt x="104692" y="66272"/>
                  </a:lnTo>
                  <a:lnTo>
                    <a:pt x="93116" y="53353"/>
                  </a:lnTo>
                  <a:lnTo>
                    <a:pt x="91102" y="51340"/>
                  </a:lnTo>
                  <a:lnTo>
                    <a:pt x="86405" y="47816"/>
                  </a:lnTo>
                  <a:lnTo>
                    <a:pt x="81204" y="45468"/>
                  </a:lnTo>
                  <a:lnTo>
                    <a:pt x="75499" y="44293"/>
                  </a:lnTo>
                  <a:lnTo>
                    <a:pt x="53353" y="44293"/>
                  </a:lnTo>
                  <a:lnTo>
                    <a:pt x="52347" y="44125"/>
                  </a:lnTo>
                  <a:lnTo>
                    <a:pt x="51340" y="42783"/>
                  </a:lnTo>
                  <a:lnTo>
                    <a:pt x="51172" y="41944"/>
                  </a:lnTo>
                  <a:lnTo>
                    <a:pt x="53185" y="21811"/>
                  </a:lnTo>
                  <a:lnTo>
                    <a:pt x="53521" y="19463"/>
                  </a:lnTo>
                  <a:lnTo>
                    <a:pt x="55534" y="15604"/>
                  </a:lnTo>
                  <a:lnTo>
                    <a:pt x="58722" y="12752"/>
                  </a:lnTo>
                  <a:lnTo>
                    <a:pt x="62749" y="11242"/>
                  </a:lnTo>
                  <a:lnTo>
                    <a:pt x="65097" y="11074"/>
                  </a:lnTo>
                  <a:lnTo>
                    <a:pt x="66272" y="11074"/>
                  </a:lnTo>
                  <a:lnTo>
                    <a:pt x="68117" y="11242"/>
                  </a:lnTo>
                  <a:lnTo>
                    <a:pt x="71641" y="12416"/>
                  </a:lnTo>
                  <a:lnTo>
                    <a:pt x="74493" y="14933"/>
                  </a:lnTo>
                  <a:lnTo>
                    <a:pt x="76338" y="18120"/>
                  </a:lnTo>
                  <a:lnTo>
                    <a:pt x="76674" y="19966"/>
                  </a:lnTo>
                  <a:lnTo>
                    <a:pt x="77009" y="20805"/>
                  </a:lnTo>
                  <a:lnTo>
                    <a:pt x="78184" y="21979"/>
                  </a:lnTo>
                  <a:lnTo>
                    <a:pt x="79023" y="21979"/>
                  </a:lnTo>
                  <a:lnTo>
                    <a:pt x="85901" y="22147"/>
                  </a:lnTo>
                  <a:lnTo>
                    <a:pt x="86740" y="22147"/>
                  </a:lnTo>
                  <a:lnTo>
                    <a:pt x="87747" y="20972"/>
                  </a:lnTo>
                  <a:lnTo>
                    <a:pt x="87915" y="20134"/>
                  </a:lnTo>
                  <a:lnTo>
                    <a:pt x="87244" y="15939"/>
                  </a:lnTo>
                  <a:lnTo>
                    <a:pt x="83720" y="8725"/>
                  </a:lnTo>
                  <a:lnTo>
                    <a:pt x="78016" y="3356"/>
                  </a:lnTo>
                  <a:lnTo>
                    <a:pt x="72479" y="840"/>
                  </a:lnTo>
                  <a:lnTo>
                    <a:pt x="68285" y="1"/>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1100"/>
                <a:buFont typeface="Arial"/>
                <a:buNone/>
              </a:pPr>
              <a:endParaRPr sz="1100">
                <a:solidFill>
                  <a:srgbClr val="252525"/>
                </a:solidFill>
                <a:latin typeface="Arial"/>
                <a:ea typeface="Arial"/>
                <a:cs typeface="Arial"/>
                <a:sym typeface="Arial"/>
              </a:endParaRPr>
            </a:p>
          </p:txBody>
        </p:sp>
        <p:sp>
          <p:nvSpPr>
            <p:cNvPr id="4868" name="Google Shape;4868;p102"/>
            <p:cNvSpPr/>
            <p:nvPr/>
          </p:nvSpPr>
          <p:spPr>
            <a:xfrm>
              <a:off x="966553" y="3794247"/>
              <a:ext cx="5745384" cy="1965968"/>
            </a:xfrm>
            <a:custGeom>
              <a:avLst/>
              <a:gdLst/>
              <a:ahLst/>
              <a:cxnLst/>
              <a:rect l="l" t="t" r="r" b="b"/>
              <a:pathLst>
                <a:path w="178345" h="62916" extrusionOk="0">
                  <a:moveTo>
                    <a:pt x="14765" y="0"/>
                  </a:moveTo>
                  <a:lnTo>
                    <a:pt x="11745" y="168"/>
                  </a:lnTo>
                  <a:lnTo>
                    <a:pt x="6376" y="2349"/>
                  </a:lnTo>
                  <a:lnTo>
                    <a:pt x="2349" y="6376"/>
                  </a:lnTo>
                  <a:lnTo>
                    <a:pt x="168" y="11745"/>
                  </a:lnTo>
                  <a:lnTo>
                    <a:pt x="0" y="14765"/>
                  </a:lnTo>
                  <a:lnTo>
                    <a:pt x="0" y="48319"/>
                  </a:lnTo>
                  <a:lnTo>
                    <a:pt x="168" y="51172"/>
                  </a:lnTo>
                  <a:lnTo>
                    <a:pt x="2349" y="56540"/>
                  </a:lnTo>
                  <a:lnTo>
                    <a:pt x="6376" y="60567"/>
                  </a:lnTo>
                  <a:lnTo>
                    <a:pt x="11745" y="62748"/>
                  </a:lnTo>
                  <a:lnTo>
                    <a:pt x="14765" y="62916"/>
                  </a:lnTo>
                  <a:lnTo>
                    <a:pt x="163580" y="62916"/>
                  </a:lnTo>
                  <a:lnTo>
                    <a:pt x="166600" y="62748"/>
                  </a:lnTo>
                  <a:lnTo>
                    <a:pt x="171801" y="60567"/>
                  </a:lnTo>
                  <a:lnTo>
                    <a:pt x="175828" y="56540"/>
                  </a:lnTo>
                  <a:lnTo>
                    <a:pt x="178009" y="51172"/>
                  </a:lnTo>
                  <a:lnTo>
                    <a:pt x="178344" y="48319"/>
                  </a:lnTo>
                  <a:lnTo>
                    <a:pt x="178344" y="14765"/>
                  </a:lnTo>
                  <a:lnTo>
                    <a:pt x="178009" y="11745"/>
                  </a:lnTo>
                  <a:lnTo>
                    <a:pt x="175828" y="6376"/>
                  </a:lnTo>
                  <a:lnTo>
                    <a:pt x="171801" y="2349"/>
                  </a:lnTo>
                  <a:lnTo>
                    <a:pt x="166600" y="168"/>
                  </a:lnTo>
                  <a:lnTo>
                    <a:pt x="163580"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None/>
              </a:pPr>
              <a:r>
                <a:rPr lang="en" sz="500" b="1">
                  <a:solidFill>
                    <a:srgbClr val="FFFFFF"/>
                  </a:solidFill>
                  <a:latin typeface="Arial"/>
                  <a:ea typeface="Arial"/>
                  <a:cs typeface="Arial"/>
                  <a:sym typeface="Arial"/>
                </a:rPr>
                <a:t>STORED PROCEDURE</a:t>
              </a:r>
              <a:endParaRPr sz="500" b="1">
                <a:solidFill>
                  <a:srgbClr val="FFFFFF"/>
                </a:solidFill>
                <a:latin typeface="Arial"/>
                <a:ea typeface="Arial"/>
                <a:cs typeface="Arial"/>
                <a:sym typeface="Arial"/>
              </a:endParaRPr>
            </a:p>
          </p:txBody>
        </p:sp>
      </p:grpSp>
      <p:sp>
        <p:nvSpPr>
          <p:cNvPr id="4869" name="Google Shape;4869;p102"/>
          <p:cNvSpPr txBox="1"/>
          <p:nvPr/>
        </p:nvSpPr>
        <p:spPr>
          <a:xfrm>
            <a:off x="436247" y="2166241"/>
            <a:ext cx="328500" cy="1089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Function</a:t>
            </a:r>
            <a:endParaRPr sz="600">
              <a:solidFill>
                <a:srgbClr val="11567F"/>
              </a:solidFill>
              <a:latin typeface="Arial"/>
              <a:ea typeface="Arial"/>
              <a:cs typeface="Arial"/>
              <a:sym typeface="Arial"/>
            </a:endParaRPr>
          </a:p>
        </p:txBody>
      </p:sp>
      <p:grpSp>
        <p:nvGrpSpPr>
          <p:cNvPr id="4870" name="Google Shape;4870;p102"/>
          <p:cNvGrpSpPr/>
          <p:nvPr/>
        </p:nvGrpSpPr>
        <p:grpSpPr>
          <a:xfrm>
            <a:off x="2014052" y="2548849"/>
            <a:ext cx="341765" cy="439460"/>
            <a:chOff x="1769425" y="292650"/>
            <a:chExt cx="4035000" cy="5188425"/>
          </a:xfrm>
        </p:grpSpPr>
        <p:sp>
          <p:nvSpPr>
            <p:cNvPr id="4871" name="Google Shape;4871;p102"/>
            <p:cNvSpPr/>
            <p:nvPr/>
          </p:nvSpPr>
          <p:spPr>
            <a:xfrm>
              <a:off x="1769425" y="3908175"/>
              <a:ext cx="4035000" cy="1572900"/>
            </a:xfrm>
            <a:custGeom>
              <a:avLst/>
              <a:gdLst/>
              <a:ahLst/>
              <a:cxnLst/>
              <a:rect l="l" t="t" r="r" b="b"/>
              <a:pathLst>
                <a:path w="161400" h="62916" extrusionOk="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ICEBERG</a:t>
              </a:r>
              <a:endParaRPr sz="500" b="1">
                <a:solidFill>
                  <a:srgbClr val="FFFFFF"/>
                </a:solidFill>
                <a:latin typeface="Arial"/>
                <a:ea typeface="Arial"/>
                <a:cs typeface="Arial"/>
                <a:sym typeface="Arial"/>
              </a:endParaRPr>
            </a:p>
          </p:txBody>
        </p:sp>
        <p:sp>
          <p:nvSpPr>
            <p:cNvPr id="4872" name="Google Shape;4872;p102"/>
            <p:cNvSpPr/>
            <p:nvPr/>
          </p:nvSpPr>
          <p:spPr>
            <a:xfrm>
              <a:off x="1907850" y="292650"/>
              <a:ext cx="3812700" cy="3196125"/>
            </a:xfrm>
            <a:custGeom>
              <a:avLst/>
              <a:gdLst/>
              <a:ahLst/>
              <a:cxnLst/>
              <a:rect l="l" t="t" r="r" b="b"/>
              <a:pathLst>
                <a:path w="152508" h="127845" extrusionOk="0">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873" name="Google Shape;4873;p102"/>
          <p:cNvGrpSpPr/>
          <p:nvPr/>
        </p:nvGrpSpPr>
        <p:grpSpPr>
          <a:xfrm>
            <a:off x="2815685" y="2548849"/>
            <a:ext cx="341765" cy="439460"/>
            <a:chOff x="1769425" y="292650"/>
            <a:chExt cx="4035000" cy="5188425"/>
          </a:xfrm>
        </p:grpSpPr>
        <p:sp>
          <p:nvSpPr>
            <p:cNvPr id="4874" name="Google Shape;4874;p102"/>
            <p:cNvSpPr/>
            <p:nvPr/>
          </p:nvSpPr>
          <p:spPr>
            <a:xfrm>
              <a:off x="1769425" y="3908175"/>
              <a:ext cx="4035000" cy="1572900"/>
            </a:xfrm>
            <a:custGeom>
              <a:avLst/>
              <a:gdLst/>
              <a:ahLst/>
              <a:cxnLst/>
              <a:rect l="l" t="t" r="r" b="b"/>
              <a:pathLst>
                <a:path w="161400" h="62916" extrusionOk="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HYBRID</a:t>
              </a:r>
              <a:endParaRPr sz="500" b="1">
                <a:solidFill>
                  <a:srgbClr val="FFFFFF"/>
                </a:solidFill>
                <a:latin typeface="Arial"/>
                <a:ea typeface="Arial"/>
                <a:cs typeface="Arial"/>
                <a:sym typeface="Arial"/>
              </a:endParaRPr>
            </a:p>
          </p:txBody>
        </p:sp>
        <p:sp>
          <p:nvSpPr>
            <p:cNvPr id="4875" name="Google Shape;4875;p102"/>
            <p:cNvSpPr/>
            <p:nvPr/>
          </p:nvSpPr>
          <p:spPr>
            <a:xfrm>
              <a:off x="1907850" y="292650"/>
              <a:ext cx="3812700" cy="3196125"/>
            </a:xfrm>
            <a:custGeom>
              <a:avLst/>
              <a:gdLst/>
              <a:ahLst/>
              <a:cxnLst/>
              <a:rect l="l" t="t" r="r" b="b"/>
              <a:pathLst>
                <a:path w="152508" h="127845" extrusionOk="0">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876" name="Google Shape;4876;p102"/>
          <p:cNvGrpSpPr/>
          <p:nvPr/>
        </p:nvGrpSpPr>
        <p:grpSpPr>
          <a:xfrm>
            <a:off x="3549133" y="2548849"/>
            <a:ext cx="435197" cy="439460"/>
            <a:chOff x="1245150" y="292650"/>
            <a:chExt cx="5138100" cy="5188425"/>
          </a:xfrm>
        </p:grpSpPr>
        <p:sp>
          <p:nvSpPr>
            <p:cNvPr id="4877" name="Google Shape;4877;p102"/>
            <p:cNvSpPr/>
            <p:nvPr/>
          </p:nvSpPr>
          <p:spPr>
            <a:xfrm>
              <a:off x="1245150" y="3908175"/>
              <a:ext cx="5138100" cy="1572900"/>
            </a:xfrm>
            <a:custGeom>
              <a:avLst/>
              <a:gdLst/>
              <a:ahLst/>
              <a:cxnLst/>
              <a:rect l="l" t="t" r="r" b="b"/>
              <a:pathLst>
                <a:path w="205524" h="62916" extrusionOk="0">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DIRECTORY</a:t>
              </a:r>
              <a:endParaRPr sz="500">
                <a:solidFill>
                  <a:srgbClr val="252525"/>
                </a:solidFill>
                <a:latin typeface="Arial"/>
                <a:ea typeface="Arial"/>
                <a:cs typeface="Arial"/>
                <a:sym typeface="Arial"/>
              </a:endParaRPr>
            </a:p>
          </p:txBody>
        </p:sp>
        <p:sp>
          <p:nvSpPr>
            <p:cNvPr id="4878" name="Google Shape;4878;p102"/>
            <p:cNvSpPr/>
            <p:nvPr/>
          </p:nvSpPr>
          <p:spPr>
            <a:xfrm>
              <a:off x="1924625" y="292650"/>
              <a:ext cx="3812700" cy="3196125"/>
            </a:xfrm>
            <a:custGeom>
              <a:avLst/>
              <a:gdLst/>
              <a:ahLst/>
              <a:cxnLst/>
              <a:rect l="l" t="t" r="r" b="b"/>
              <a:pathLst>
                <a:path w="152508" h="127845" extrusionOk="0">
                  <a:moveTo>
                    <a:pt x="27348" y="0"/>
                  </a:moveTo>
                  <a:lnTo>
                    <a:pt x="24496" y="0"/>
                  </a:lnTo>
                  <a:lnTo>
                    <a:pt x="19127" y="1174"/>
                  </a:lnTo>
                  <a:lnTo>
                    <a:pt x="14261" y="3188"/>
                  </a:lnTo>
                  <a:lnTo>
                    <a:pt x="9899" y="6040"/>
                  </a:lnTo>
                  <a:lnTo>
                    <a:pt x="6208" y="9731"/>
                  </a:lnTo>
                  <a:lnTo>
                    <a:pt x="3188" y="14093"/>
                  </a:lnTo>
                  <a:lnTo>
                    <a:pt x="1175" y="19126"/>
                  </a:lnTo>
                  <a:lnTo>
                    <a:pt x="168" y="24327"/>
                  </a:lnTo>
                  <a:lnTo>
                    <a:pt x="0" y="27179"/>
                  </a:lnTo>
                  <a:lnTo>
                    <a:pt x="0" y="100665"/>
                  </a:lnTo>
                  <a:lnTo>
                    <a:pt x="168" y="103349"/>
                  </a:lnTo>
                  <a:lnTo>
                    <a:pt x="1175" y="108718"/>
                  </a:lnTo>
                  <a:lnTo>
                    <a:pt x="3188" y="113583"/>
                  </a:lnTo>
                  <a:lnTo>
                    <a:pt x="6208" y="117945"/>
                  </a:lnTo>
                  <a:lnTo>
                    <a:pt x="9899" y="121636"/>
                  </a:lnTo>
                  <a:lnTo>
                    <a:pt x="14261" y="124656"/>
                  </a:lnTo>
                  <a:lnTo>
                    <a:pt x="19127" y="126670"/>
                  </a:lnTo>
                  <a:lnTo>
                    <a:pt x="24496" y="127676"/>
                  </a:lnTo>
                  <a:lnTo>
                    <a:pt x="27348" y="127844"/>
                  </a:lnTo>
                  <a:lnTo>
                    <a:pt x="125328" y="127844"/>
                  </a:lnTo>
                  <a:lnTo>
                    <a:pt x="128012" y="127676"/>
                  </a:lnTo>
                  <a:lnTo>
                    <a:pt x="133381" y="126670"/>
                  </a:lnTo>
                  <a:lnTo>
                    <a:pt x="138246" y="124656"/>
                  </a:lnTo>
                  <a:lnTo>
                    <a:pt x="142609" y="121636"/>
                  </a:lnTo>
                  <a:lnTo>
                    <a:pt x="146300" y="117945"/>
                  </a:lnTo>
                  <a:lnTo>
                    <a:pt x="149320" y="113583"/>
                  </a:lnTo>
                  <a:lnTo>
                    <a:pt x="151333" y="108718"/>
                  </a:lnTo>
                  <a:lnTo>
                    <a:pt x="152339" y="103349"/>
                  </a:lnTo>
                  <a:lnTo>
                    <a:pt x="152507" y="100665"/>
                  </a:lnTo>
                  <a:lnTo>
                    <a:pt x="152507" y="27179"/>
                  </a:lnTo>
                  <a:lnTo>
                    <a:pt x="152339" y="24327"/>
                  </a:lnTo>
                  <a:lnTo>
                    <a:pt x="151333" y="19126"/>
                  </a:lnTo>
                  <a:lnTo>
                    <a:pt x="149320" y="14093"/>
                  </a:lnTo>
                  <a:lnTo>
                    <a:pt x="146300" y="9731"/>
                  </a:lnTo>
                  <a:lnTo>
                    <a:pt x="142609" y="6040"/>
                  </a:lnTo>
                  <a:lnTo>
                    <a:pt x="138246" y="3188"/>
                  </a:lnTo>
                  <a:lnTo>
                    <a:pt x="133381" y="1174"/>
                  </a:lnTo>
                  <a:lnTo>
                    <a:pt x="128012" y="0"/>
                  </a:lnTo>
                  <a:lnTo>
                    <a:pt x="125328" y="0"/>
                  </a:lnTo>
                  <a:close/>
                  <a:moveTo>
                    <a:pt x="12584" y="27179"/>
                  </a:moveTo>
                  <a:lnTo>
                    <a:pt x="12751" y="24160"/>
                  </a:lnTo>
                  <a:lnTo>
                    <a:pt x="15100" y="18959"/>
                  </a:lnTo>
                  <a:lnTo>
                    <a:pt x="18959" y="14932"/>
                  </a:lnTo>
                  <a:lnTo>
                    <a:pt x="24328" y="12751"/>
                  </a:lnTo>
                  <a:lnTo>
                    <a:pt x="27348" y="12583"/>
                  </a:lnTo>
                  <a:lnTo>
                    <a:pt x="125328" y="12583"/>
                  </a:lnTo>
                  <a:lnTo>
                    <a:pt x="128180" y="12751"/>
                  </a:lnTo>
                  <a:lnTo>
                    <a:pt x="133549" y="14932"/>
                  </a:lnTo>
                  <a:lnTo>
                    <a:pt x="137575" y="18959"/>
                  </a:lnTo>
                  <a:lnTo>
                    <a:pt x="139756" y="24160"/>
                  </a:lnTo>
                  <a:lnTo>
                    <a:pt x="139924" y="27179"/>
                  </a:lnTo>
                  <a:lnTo>
                    <a:pt x="139924" y="33890"/>
                  </a:lnTo>
                  <a:lnTo>
                    <a:pt x="12584" y="33890"/>
                  </a:lnTo>
                  <a:close/>
                  <a:moveTo>
                    <a:pt x="12584" y="46474"/>
                  </a:moveTo>
                  <a:lnTo>
                    <a:pt x="12584" y="100665"/>
                  </a:lnTo>
                  <a:lnTo>
                    <a:pt x="12751" y="103517"/>
                  </a:lnTo>
                  <a:lnTo>
                    <a:pt x="15100" y="108886"/>
                  </a:lnTo>
                  <a:lnTo>
                    <a:pt x="18959" y="112744"/>
                  </a:lnTo>
                  <a:lnTo>
                    <a:pt x="24328" y="115093"/>
                  </a:lnTo>
                  <a:lnTo>
                    <a:pt x="27348" y="115261"/>
                  </a:lnTo>
                  <a:lnTo>
                    <a:pt x="125328" y="115261"/>
                  </a:lnTo>
                  <a:lnTo>
                    <a:pt x="128180" y="115093"/>
                  </a:lnTo>
                  <a:lnTo>
                    <a:pt x="133549" y="112744"/>
                  </a:lnTo>
                  <a:lnTo>
                    <a:pt x="137575" y="108886"/>
                  </a:lnTo>
                  <a:lnTo>
                    <a:pt x="139756" y="103517"/>
                  </a:lnTo>
                  <a:lnTo>
                    <a:pt x="139924" y="100665"/>
                  </a:lnTo>
                  <a:lnTo>
                    <a:pt x="139924" y="46474"/>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879" name="Google Shape;4879;p102"/>
          <p:cNvGrpSpPr/>
          <p:nvPr/>
        </p:nvGrpSpPr>
        <p:grpSpPr>
          <a:xfrm>
            <a:off x="1185970" y="2548849"/>
            <a:ext cx="413535" cy="439460"/>
            <a:chOff x="1345751" y="292650"/>
            <a:chExt cx="4882350" cy="5188428"/>
          </a:xfrm>
        </p:grpSpPr>
        <p:sp>
          <p:nvSpPr>
            <p:cNvPr id="4880" name="Google Shape;4880;p102"/>
            <p:cNvSpPr/>
            <p:nvPr/>
          </p:nvSpPr>
          <p:spPr>
            <a:xfrm>
              <a:off x="1345751" y="3908178"/>
              <a:ext cx="4882350" cy="1572900"/>
            </a:xfrm>
            <a:custGeom>
              <a:avLst/>
              <a:gdLst/>
              <a:ahLst/>
              <a:cxnLst/>
              <a:rect l="l" t="t" r="r" b="b"/>
              <a:pathLst>
                <a:path w="161400" h="62916" extrusionOk="0">
                  <a:moveTo>
                    <a:pt x="14597" y="0"/>
                  </a:moveTo>
                  <a:lnTo>
                    <a:pt x="11577" y="168"/>
                  </a:lnTo>
                  <a:lnTo>
                    <a:pt x="6376" y="2349"/>
                  </a:lnTo>
                  <a:lnTo>
                    <a:pt x="2350" y="6376"/>
                  </a:lnTo>
                  <a:lnTo>
                    <a:pt x="169" y="11745"/>
                  </a:lnTo>
                  <a:lnTo>
                    <a:pt x="1" y="14765"/>
                  </a:lnTo>
                  <a:lnTo>
                    <a:pt x="1" y="48319"/>
                  </a:lnTo>
                  <a:lnTo>
                    <a:pt x="169" y="51172"/>
                  </a:lnTo>
                  <a:lnTo>
                    <a:pt x="2350" y="56540"/>
                  </a:lnTo>
                  <a:lnTo>
                    <a:pt x="6376" y="60567"/>
                  </a:lnTo>
                  <a:lnTo>
                    <a:pt x="11577" y="62748"/>
                  </a:lnTo>
                  <a:lnTo>
                    <a:pt x="14597" y="62916"/>
                  </a:lnTo>
                  <a:lnTo>
                    <a:pt x="146803" y="62916"/>
                  </a:lnTo>
                  <a:lnTo>
                    <a:pt x="149655" y="62748"/>
                  </a:lnTo>
                  <a:lnTo>
                    <a:pt x="155024" y="60567"/>
                  </a:lnTo>
                  <a:lnTo>
                    <a:pt x="159051" y="56540"/>
                  </a:lnTo>
                  <a:lnTo>
                    <a:pt x="161232" y="51172"/>
                  </a:lnTo>
                  <a:lnTo>
                    <a:pt x="161400" y="48319"/>
                  </a:lnTo>
                  <a:lnTo>
                    <a:pt x="161400" y="14765"/>
                  </a:lnTo>
                  <a:lnTo>
                    <a:pt x="161232" y="11745"/>
                  </a:lnTo>
                  <a:lnTo>
                    <a:pt x="159051" y="6376"/>
                  </a:lnTo>
                  <a:lnTo>
                    <a:pt x="155024" y="2349"/>
                  </a:lnTo>
                  <a:lnTo>
                    <a:pt x="149655" y="168"/>
                  </a:lnTo>
                  <a:lnTo>
                    <a:pt x="146803"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EXTERNAL</a:t>
              </a:r>
              <a:endParaRPr sz="500" b="1">
                <a:solidFill>
                  <a:srgbClr val="FFFFFF"/>
                </a:solidFill>
                <a:latin typeface="Arial"/>
                <a:ea typeface="Arial"/>
                <a:cs typeface="Arial"/>
                <a:sym typeface="Arial"/>
              </a:endParaRPr>
            </a:p>
          </p:txBody>
        </p:sp>
        <p:sp>
          <p:nvSpPr>
            <p:cNvPr id="4881" name="Google Shape;4881;p102"/>
            <p:cNvSpPr/>
            <p:nvPr/>
          </p:nvSpPr>
          <p:spPr>
            <a:xfrm>
              <a:off x="1907850" y="292650"/>
              <a:ext cx="3812700" cy="3196125"/>
            </a:xfrm>
            <a:custGeom>
              <a:avLst/>
              <a:gdLst/>
              <a:ahLst/>
              <a:cxnLst/>
              <a:rect l="l" t="t" r="r" b="b"/>
              <a:pathLst>
                <a:path w="152508" h="127845" extrusionOk="0">
                  <a:moveTo>
                    <a:pt x="27180" y="0"/>
                  </a:moveTo>
                  <a:lnTo>
                    <a:pt x="24495" y="0"/>
                  </a:lnTo>
                  <a:lnTo>
                    <a:pt x="19127" y="1174"/>
                  </a:lnTo>
                  <a:lnTo>
                    <a:pt x="14261" y="3188"/>
                  </a:lnTo>
                  <a:lnTo>
                    <a:pt x="9899" y="6040"/>
                  </a:lnTo>
                  <a:lnTo>
                    <a:pt x="6208" y="9731"/>
                  </a:lnTo>
                  <a:lnTo>
                    <a:pt x="3188" y="14093"/>
                  </a:lnTo>
                  <a:lnTo>
                    <a:pt x="1175" y="19126"/>
                  </a:lnTo>
                  <a:lnTo>
                    <a:pt x="0" y="24327"/>
                  </a:lnTo>
                  <a:lnTo>
                    <a:pt x="0" y="27179"/>
                  </a:lnTo>
                  <a:lnTo>
                    <a:pt x="0" y="100665"/>
                  </a:lnTo>
                  <a:lnTo>
                    <a:pt x="0" y="103349"/>
                  </a:lnTo>
                  <a:lnTo>
                    <a:pt x="1175" y="108718"/>
                  </a:lnTo>
                  <a:lnTo>
                    <a:pt x="3188" y="113583"/>
                  </a:lnTo>
                  <a:lnTo>
                    <a:pt x="6208" y="117945"/>
                  </a:lnTo>
                  <a:lnTo>
                    <a:pt x="9899" y="121636"/>
                  </a:lnTo>
                  <a:lnTo>
                    <a:pt x="14261" y="124656"/>
                  </a:lnTo>
                  <a:lnTo>
                    <a:pt x="19127" y="126670"/>
                  </a:lnTo>
                  <a:lnTo>
                    <a:pt x="24495" y="127676"/>
                  </a:lnTo>
                  <a:lnTo>
                    <a:pt x="27180" y="127844"/>
                  </a:lnTo>
                  <a:lnTo>
                    <a:pt x="125160" y="127844"/>
                  </a:lnTo>
                  <a:lnTo>
                    <a:pt x="128012" y="127676"/>
                  </a:lnTo>
                  <a:lnTo>
                    <a:pt x="133381" y="126670"/>
                  </a:lnTo>
                  <a:lnTo>
                    <a:pt x="138246" y="124656"/>
                  </a:lnTo>
                  <a:lnTo>
                    <a:pt x="142608" y="121636"/>
                  </a:lnTo>
                  <a:lnTo>
                    <a:pt x="146300" y="117945"/>
                  </a:lnTo>
                  <a:lnTo>
                    <a:pt x="149319" y="113583"/>
                  </a:lnTo>
                  <a:lnTo>
                    <a:pt x="151333" y="108718"/>
                  </a:lnTo>
                  <a:lnTo>
                    <a:pt x="152339" y="103349"/>
                  </a:lnTo>
                  <a:lnTo>
                    <a:pt x="152507" y="100665"/>
                  </a:lnTo>
                  <a:lnTo>
                    <a:pt x="152507" y="27179"/>
                  </a:lnTo>
                  <a:lnTo>
                    <a:pt x="152339" y="24327"/>
                  </a:lnTo>
                  <a:lnTo>
                    <a:pt x="151333" y="19126"/>
                  </a:lnTo>
                  <a:lnTo>
                    <a:pt x="149319" y="14093"/>
                  </a:lnTo>
                  <a:lnTo>
                    <a:pt x="146300" y="9731"/>
                  </a:lnTo>
                  <a:lnTo>
                    <a:pt x="142608" y="6040"/>
                  </a:lnTo>
                  <a:lnTo>
                    <a:pt x="138246" y="3188"/>
                  </a:lnTo>
                  <a:lnTo>
                    <a:pt x="133381" y="1174"/>
                  </a:lnTo>
                  <a:lnTo>
                    <a:pt x="128012" y="0"/>
                  </a:lnTo>
                  <a:lnTo>
                    <a:pt x="125160" y="0"/>
                  </a:lnTo>
                  <a:close/>
                  <a:moveTo>
                    <a:pt x="12583" y="27179"/>
                  </a:moveTo>
                  <a:lnTo>
                    <a:pt x="12751" y="24160"/>
                  </a:lnTo>
                  <a:lnTo>
                    <a:pt x="14932" y="18959"/>
                  </a:lnTo>
                  <a:lnTo>
                    <a:pt x="18959" y="14932"/>
                  </a:lnTo>
                  <a:lnTo>
                    <a:pt x="24328" y="12751"/>
                  </a:lnTo>
                  <a:lnTo>
                    <a:pt x="27180" y="12583"/>
                  </a:lnTo>
                  <a:lnTo>
                    <a:pt x="125160" y="12583"/>
                  </a:lnTo>
                  <a:lnTo>
                    <a:pt x="128180" y="12751"/>
                  </a:lnTo>
                  <a:lnTo>
                    <a:pt x="133549" y="14932"/>
                  </a:lnTo>
                  <a:lnTo>
                    <a:pt x="137407" y="18959"/>
                  </a:lnTo>
                  <a:lnTo>
                    <a:pt x="139756" y="24160"/>
                  </a:lnTo>
                  <a:lnTo>
                    <a:pt x="139924" y="27179"/>
                  </a:lnTo>
                  <a:lnTo>
                    <a:pt x="139924" y="33890"/>
                  </a:lnTo>
                  <a:lnTo>
                    <a:pt x="12583" y="33890"/>
                  </a:lnTo>
                  <a:close/>
                  <a:moveTo>
                    <a:pt x="12583" y="46474"/>
                  </a:moveTo>
                  <a:lnTo>
                    <a:pt x="12583" y="100665"/>
                  </a:lnTo>
                  <a:lnTo>
                    <a:pt x="12751" y="103517"/>
                  </a:lnTo>
                  <a:lnTo>
                    <a:pt x="14932" y="108886"/>
                  </a:lnTo>
                  <a:lnTo>
                    <a:pt x="18959" y="112744"/>
                  </a:lnTo>
                  <a:lnTo>
                    <a:pt x="24328" y="115093"/>
                  </a:lnTo>
                  <a:lnTo>
                    <a:pt x="27180" y="115261"/>
                  </a:lnTo>
                  <a:lnTo>
                    <a:pt x="125160" y="115261"/>
                  </a:lnTo>
                  <a:lnTo>
                    <a:pt x="128180" y="115093"/>
                  </a:lnTo>
                  <a:lnTo>
                    <a:pt x="133549" y="112744"/>
                  </a:lnTo>
                  <a:lnTo>
                    <a:pt x="137407" y="108886"/>
                  </a:lnTo>
                  <a:lnTo>
                    <a:pt x="139756" y="103517"/>
                  </a:lnTo>
                  <a:lnTo>
                    <a:pt x="139924" y="100665"/>
                  </a:lnTo>
                  <a:lnTo>
                    <a:pt x="139924" y="46474"/>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grpSp>
        <p:nvGrpSpPr>
          <p:cNvPr id="4882" name="Google Shape;4882;p102"/>
          <p:cNvGrpSpPr/>
          <p:nvPr/>
        </p:nvGrpSpPr>
        <p:grpSpPr>
          <a:xfrm>
            <a:off x="4343928" y="2548849"/>
            <a:ext cx="435197" cy="439460"/>
            <a:chOff x="1245150" y="292650"/>
            <a:chExt cx="5138100" cy="5188425"/>
          </a:xfrm>
        </p:grpSpPr>
        <p:sp>
          <p:nvSpPr>
            <p:cNvPr id="4883" name="Google Shape;4883;p102"/>
            <p:cNvSpPr/>
            <p:nvPr/>
          </p:nvSpPr>
          <p:spPr>
            <a:xfrm>
              <a:off x="1245150" y="3908175"/>
              <a:ext cx="5138100" cy="1572900"/>
            </a:xfrm>
            <a:custGeom>
              <a:avLst/>
              <a:gdLst/>
              <a:ahLst/>
              <a:cxnLst/>
              <a:rect l="l" t="t" r="r" b="b"/>
              <a:pathLst>
                <a:path w="205524" h="62916" extrusionOk="0">
                  <a:moveTo>
                    <a:pt x="14596" y="0"/>
                  </a:moveTo>
                  <a:lnTo>
                    <a:pt x="11576" y="168"/>
                  </a:lnTo>
                  <a:lnTo>
                    <a:pt x="6375" y="2349"/>
                  </a:lnTo>
                  <a:lnTo>
                    <a:pt x="2349" y="6376"/>
                  </a:lnTo>
                  <a:lnTo>
                    <a:pt x="168" y="11745"/>
                  </a:lnTo>
                  <a:lnTo>
                    <a:pt x="0" y="14765"/>
                  </a:lnTo>
                  <a:lnTo>
                    <a:pt x="0" y="48319"/>
                  </a:lnTo>
                  <a:lnTo>
                    <a:pt x="168" y="51172"/>
                  </a:lnTo>
                  <a:lnTo>
                    <a:pt x="2349" y="56540"/>
                  </a:lnTo>
                  <a:lnTo>
                    <a:pt x="6375" y="60567"/>
                  </a:lnTo>
                  <a:lnTo>
                    <a:pt x="11576" y="62748"/>
                  </a:lnTo>
                  <a:lnTo>
                    <a:pt x="14596" y="62916"/>
                  </a:lnTo>
                  <a:lnTo>
                    <a:pt x="190759" y="62916"/>
                  </a:lnTo>
                  <a:lnTo>
                    <a:pt x="193779" y="62748"/>
                  </a:lnTo>
                  <a:lnTo>
                    <a:pt x="198980" y="60567"/>
                  </a:lnTo>
                  <a:lnTo>
                    <a:pt x="203007" y="56540"/>
                  </a:lnTo>
                  <a:lnTo>
                    <a:pt x="205188" y="51172"/>
                  </a:lnTo>
                  <a:lnTo>
                    <a:pt x="205523" y="48319"/>
                  </a:lnTo>
                  <a:lnTo>
                    <a:pt x="205523" y="14765"/>
                  </a:lnTo>
                  <a:lnTo>
                    <a:pt x="205188" y="11745"/>
                  </a:lnTo>
                  <a:lnTo>
                    <a:pt x="203007" y="6376"/>
                  </a:lnTo>
                  <a:lnTo>
                    <a:pt x="198980" y="2349"/>
                  </a:lnTo>
                  <a:lnTo>
                    <a:pt x="193779" y="168"/>
                  </a:lnTo>
                  <a:lnTo>
                    <a:pt x="190759" y="0"/>
                  </a:lnTo>
                  <a:close/>
                </a:path>
              </a:pathLst>
            </a:custGeom>
            <a:solidFill>
              <a:srgbClr val="11567F"/>
            </a:solid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500"/>
                <a:buFont typeface="Arial"/>
                <a:buNone/>
              </a:pPr>
              <a:r>
                <a:rPr lang="en" sz="500" b="1">
                  <a:solidFill>
                    <a:srgbClr val="FFFFFF"/>
                  </a:solidFill>
                  <a:latin typeface="Arial"/>
                  <a:ea typeface="Arial"/>
                  <a:cs typeface="Arial"/>
                  <a:sym typeface="Arial"/>
                </a:rPr>
                <a:t>DYNAMIC</a:t>
              </a:r>
              <a:endParaRPr sz="500">
                <a:solidFill>
                  <a:srgbClr val="252525"/>
                </a:solidFill>
                <a:latin typeface="Arial"/>
                <a:ea typeface="Arial"/>
                <a:cs typeface="Arial"/>
                <a:sym typeface="Arial"/>
              </a:endParaRPr>
            </a:p>
          </p:txBody>
        </p:sp>
        <p:sp>
          <p:nvSpPr>
            <p:cNvPr id="4884" name="Google Shape;4884;p102"/>
            <p:cNvSpPr/>
            <p:nvPr/>
          </p:nvSpPr>
          <p:spPr>
            <a:xfrm>
              <a:off x="1924625" y="292650"/>
              <a:ext cx="3812700" cy="3196125"/>
            </a:xfrm>
            <a:custGeom>
              <a:avLst/>
              <a:gdLst/>
              <a:ahLst/>
              <a:cxnLst/>
              <a:rect l="l" t="t" r="r" b="b"/>
              <a:pathLst>
                <a:path w="152508" h="127845" extrusionOk="0">
                  <a:moveTo>
                    <a:pt x="27348" y="0"/>
                  </a:moveTo>
                  <a:lnTo>
                    <a:pt x="24496" y="0"/>
                  </a:lnTo>
                  <a:lnTo>
                    <a:pt x="19127" y="1174"/>
                  </a:lnTo>
                  <a:lnTo>
                    <a:pt x="14261" y="3188"/>
                  </a:lnTo>
                  <a:lnTo>
                    <a:pt x="9899" y="6040"/>
                  </a:lnTo>
                  <a:lnTo>
                    <a:pt x="6208" y="9731"/>
                  </a:lnTo>
                  <a:lnTo>
                    <a:pt x="3188" y="14093"/>
                  </a:lnTo>
                  <a:lnTo>
                    <a:pt x="1175" y="19126"/>
                  </a:lnTo>
                  <a:lnTo>
                    <a:pt x="168" y="24327"/>
                  </a:lnTo>
                  <a:lnTo>
                    <a:pt x="0" y="27179"/>
                  </a:lnTo>
                  <a:lnTo>
                    <a:pt x="0" y="100665"/>
                  </a:lnTo>
                  <a:lnTo>
                    <a:pt x="168" y="103349"/>
                  </a:lnTo>
                  <a:lnTo>
                    <a:pt x="1175" y="108718"/>
                  </a:lnTo>
                  <a:lnTo>
                    <a:pt x="3188" y="113583"/>
                  </a:lnTo>
                  <a:lnTo>
                    <a:pt x="6208" y="117945"/>
                  </a:lnTo>
                  <a:lnTo>
                    <a:pt x="9899" y="121636"/>
                  </a:lnTo>
                  <a:lnTo>
                    <a:pt x="14261" y="124656"/>
                  </a:lnTo>
                  <a:lnTo>
                    <a:pt x="19127" y="126670"/>
                  </a:lnTo>
                  <a:lnTo>
                    <a:pt x="24496" y="127676"/>
                  </a:lnTo>
                  <a:lnTo>
                    <a:pt x="27348" y="127844"/>
                  </a:lnTo>
                  <a:lnTo>
                    <a:pt x="125328" y="127844"/>
                  </a:lnTo>
                  <a:lnTo>
                    <a:pt x="128012" y="127676"/>
                  </a:lnTo>
                  <a:lnTo>
                    <a:pt x="133381" y="126670"/>
                  </a:lnTo>
                  <a:lnTo>
                    <a:pt x="138246" y="124656"/>
                  </a:lnTo>
                  <a:lnTo>
                    <a:pt x="142609" y="121636"/>
                  </a:lnTo>
                  <a:lnTo>
                    <a:pt x="146300" y="117945"/>
                  </a:lnTo>
                  <a:lnTo>
                    <a:pt x="149320" y="113583"/>
                  </a:lnTo>
                  <a:lnTo>
                    <a:pt x="151333" y="108718"/>
                  </a:lnTo>
                  <a:lnTo>
                    <a:pt x="152339" y="103349"/>
                  </a:lnTo>
                  <a:lnTo>
                    <a:pt x="152507" y="100665"/>
                  </a:lnTo>
                  <a:lnTo>
                    <a:pt x="152507" y="27179"/>
                  </a:lnTo>
                  <a:lnTo>
                    <a:pt x="152339" y="24327"/>
                  </a:lnTo>
                  <a:lnTo>
                    <a:pt x="151333" y="19126"/>
                  </a:lnTo>
                  <a:lnTo>
                    <a:pt x="149320" y="14093"/>
                  </a:lnTo>
                  <a:lnTo>
                    <a:pt x="146300" y="9731"/>
                  </a:lnTo>
                  <a:lnTo>
                    <a:pt x="142609" y="6040"/>
                  </a:lnTo>
                  <a:lnTo>
                    <a:pt x="138246" y="3188"/>
                  </a:lnTo>
                  <a:lnTo>
                    <a:pt x="133381" y="1174"/>
                  </a:lnTo>
                  <a:lnTo>
                    <a:pt x="128012" y="0"/>
                  </a:lnTo>
                  <a:lnTo>
                    <a:pt x="125328" y="0"/>
                  </a:lnTo>
                  <a:close/>
                  <a:moveTo>
                    <a:pt x="12584" y="27179"/>
                  </a:moveTo>
                  <a:lnTo>
                    <a:pt x="12751" y="24160"/>
                  </a:lnTo>
                  <a:lnTo>
                    <a:pt x="15100" y="18959"/>
                  </a:lnTo>
                  <a:lnTo>
                    <a:pt x="18959" y="14932"/>
                  </a:lnTo>
                  <a:lnTo>
                    <a:pt x="24328" y="12751"/>
                  </a:lnTo>
                  <a:lnTo>
                    <a:pt x="27348" y="12583"/>
                  </a:lnTo>
                  <a:lnTo>
                    <a:pt x="125328" y="12583"/>
                  </a:lnTo>
                  <a:lnTo>
                    <a:pt x="128180" y="12751"/>
                  </a:lnTo>
                  <a:lnTo>
                    <a:pt x="133549" y="14932"/>
                  </a:lnTo>
                  <a:lnTo>
                    <a:pt x="137575" y="18959"/>
                  </a:lnTo>
                  <a:lnTo>
                    <a:pt x="139756" y="24160"/>
                  </a:lnTo>
                  <a:lnTo>
                    <a:pt x="139924" y="27179"/>
                  </a:lnTo>
                  <a:lnTo>
                    <a:pt x="139924" y="33890"/>
                  </a:lnTo>
                  <a:lnTo>
                    <a:pt x="12584" y="33890"/>
                  </a:lnTo>
                  <a:close/>
                  <a:moveTo>
                    <a:pt x="12584" y="46474"/>
                  </a:moveTo>
                  <a:lnTo>
                    <a:pt x="12584" y="100665"/>
                  </a:lnTo>
                  <a:lnTo>
                    <a:pt x="12751" y="103517"/>
                  </a:lnTo>
                  <a:lnTo>
                    <a:pt x="15100" y="108886"/>
                  </a:lnTo>
                  <a:lnTo>
                    <a:pt x="18959" y="112744"/>
                  </a:lnTo>
                  <a:lnTo>
                    <a:pt x="24328" y="115093"/>
                  </a:lnTo>
                  <a:lnTo>
                    <a:pt x="27348" y="115261"/>
                  </a:lnTo>
                  <a:lnTo>
                    <a:pt x="125328" y="115261"/>
                  </a:lnTo>
                  <a:lnTo>
                    <a:pt x="128180" y="115093"/>
                  </a:lnTo>
                  <a:lnTo>
                    <a:pt x="133549" y="112744"/>
                  </a:lnTo>
                  <a:lnTo>
                    <a:pt x="137575" y="108886"/>
                  </a:lnTo>
                  <a:lnTo>
                    <a:pt x="139756" y="103517"/>
                  </a:lnTo>
                  <a:lnTo>
                    <a:pt x="139924" y="100665"/>
                  </a:lnTo>
                  <a:lnTo>
                    <a:pt x="139924" y="46474"/>
                  </a:lnTo>
                  <a:close/>
                </a:path>
              </a:pathLst>
            </a:custGeom>
            <a:solidFill>
              <a:srgbClr val="29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grpSp>
      <p:sp>
        <p:nvSpPr>
          <p:cNvPr id="4885" name="Google Shape;4885;p102"/>
          <p:cNvSpPr txBox="1"/>
          <p:nvPr/>
        </p:nvSpPr>
        <p:spPr>
          <a:xfrm>
            <a:off x="436247" y="2941699"/>
            <a:ext cx="328500" cy="108900"/>
          </a:xfrm>
          <a:prstGeom prst="rect">
            <a:avLst/>
          </a:prstGeom>
          <a:noFill/>
          <a:ln>
            <a:noFill/>
          </a:ln>
        </p:spPr>
        <p:txBody>
          <a:bodyPr spcFirstLastPara="1" wrap="square" lIns="0" tIns="0" rIns="0" bIns="0" anchor="t" anchorCtr="0">
            <a:noAutofit/>
          </a:bodyPr>
          <a:lstStyle/>
          <a:p>
            <a:pPr marL="0" marR="0" lvl="0" indent="0" algn="ctr" rtl="0">
              <a:lnSpc>
                <a:spcPct val="90000"/>
              </a:lnSpc>
              <a:spcBef>
                <a:spcPts val="0"/>
              </a:spcBef>
              <a:spcAft>
                <a:spcPts val="0"/>
              </a:spcAft>
              <a:buClr>
                <a:srgbClr val="11567F"/>
              </a:buClr>
              <a:buSzPts val="600"/>
              <a:buFont typeface="Arial"/>
              <a:buNone/>
            </a:pPr>
            <a:r>
              <a:rPr lang="en" sz="600">
                <a:solidFill>
                  <a:srgbClr val="11567F"/>
                </a:solidFill>
                <a:latin typeface="Arial"/>
                <a:ea typeface="Arial"/>
                <a:cs typeface="Arial"/>
                <a:sym typeface="Arial"/>
              </a:rPr>
              <a:t>Table</a:t>
            </a:r>
            <a:endParaRPr sz="600">
              <a:solidFill>
                <a:srgbClr val="11567F"/>
              </a:solidFill>
              <a:latin typeface="Arial"/>
              <a:ea typeface="Arial"/>
              <a:cs typeface="Arial"/>
              <a:sym typeface="Arial"/>
            </a:endParaRPr>
          </a:p>
        </p:txBody>
      </p:sp>
      <p:sp>
        <p:nvSpPr>
          <p:cNvPr id="4886" name="Google Shape;4886;p102"/>
          <p:cNvSpPr txBox="1"/>
          <p:nvPr/>
        </p:nvSpPr>
        <p:spPr>
          <a:xfrm>
            <a:off x="354550" y="933375"/>
            <a:ext cx="5087400" cy="7695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 sz="1400" b="1">
                <a:solidFill>
                  <a:srgbClr val="5B5B5B"/>
                </a:solidFill>
                <a:latin typeface="Arial"/>
                <a:ea typeface="Arial"/>
                <a:cs typeface="Arial"/>
                <a:sym typeface="Arial"/>
              </a:rPr>
              <a:t>Variable sub-categories cont.</a:t>
            </a:r>
            <a:endParaRPr/>
          </a:p>
          <a:p>
            <a:pPr marL="0" lvl="0" indent="0" algn="l" rtl="0">
              <a:spcBef>
                <a:spcPts val="0"/>
              </a:spcBef>
              <a:spcAft>
                <a:spcPts val="0"/>
              </a:spcAft>
              <a:buNone/>
            </a:pPr>
            <a:r>
              <a:rPr lang="en" sz="1000">
                <a:solidFill>
                  <a:srgbClr val="5B5B5B"/>
                </a:solidFill>
              </a:rPr>
              <a:t>Given the continued expanse of icon needs, the below variations are not exhaustive. For new variations, double click into the blue rectangle to edit the text.</a:t>
            </a:r>
            <a:endParaRPr/>
          </a:p>
          <a:p>
            <a:pPr marL="0" marR="0" lvl="0" indent="0" algn="l" rtl="0">
              <a:spcBef>
                <a:spcPts val="0"/>
              </a:spcBef>
              <a:spcAft>
                <a:spcPts val="0"/>
              </a:spcAft>
              <a:buNone/>
            </a:pPr>
            <a:endParaRPr sz="1000">
              <a:solidFill>
                <a:srgbClr val="5B5B5B"/>
              </a:solidFill>
            </a:endParaRPr>
          </a:p>
        </p:txBody>
      </p:sp>
      <p:sp>
        <p:nvSpPr>
          <p:cNvPr id="4887" name="Google Shape;4887;p102"/>
          <p:cNvSpPr/>
          <p:nvPr/>
        </p:nvSpPr>
        <p:spPr>
          <a:xfrm>
            <a:off x="410784" y="2548841"/>
            <a:ext cx="379422" cy="317606"/>
          </a:xfrm>
          <a:custGeom>
            <a:avLst/>
            <a:gdLst/>
            <a:ahLst/>
            <a:cxnLst/>
            <a:rect l="l" t="t" r="r" b="b"/>
            <a:pathLst>
              <a:path w="179184" h="149991" extrusionOk="0">
                <a:moveTo>
                  <a:pt x="31542" y="0"/>
                </a:moveTo>
                <a:lnTo>
                  <a:pt x="28187" y="168"/>
                </a:lnTo>
                <a:lnTo>
                  <a:pt x="22147" y="1343"/>
                </a:lnTo>
                <a:lnTo>
                  <a:pt x="16443" y="3692"/>
                </a:lnTo>
                <a:lnTo>
                  <a:pt x="11409" y="7215"/>
                </a:lnTo>
                <a:lnTo>
                  <a:pt x="7215" y="11409"/>
                </a:lnTo>
                <a:lnTo>
                  <a:pt x="3860" y="16442"/>
                </a:lnTo>
                <a:lnTo>
                  <a:pt x="1343" y="22147"/>
                </a:lnTo>
                <a:lnTo>
                  <a:pt x="169" y="28187"/>
                </a:lnTo>
                <a:lnTo>
                  <a:pt x="1" y="31542"/>
                </a:lnTo>
                <a:lnTo>
                  <a:pt x="1" y="118449"/>
                </a:lnTo>
                <a:lnTo>
                  <a:pt x="169" y="121805"/>
                </a:lnTo>
                <a:lnTo>
                  <a:pt x="1343" y="127844"/>
                </a:lnTo>
                <a:lnTo>
                  <a:pt x="3860" y="133549"/>
                </a:lnTo>
                <a:lnTo>
                  <a:pt x="7215" y="138582"/>
                </a:lnTo>
                <a:lnTo>
                  <a:pt x="11409" y="142776"/>
                </a:lnTo>
                <a:lnTo>
                  <a:pt x="16443" y="146132"/>
                </a:lnTo>
                <a:lnTo>
                  <a:pt x="22147" y="148648"/>
                </a:lnTo>
                <a:lnTo>
                  <a:pt x="28187" y="149823"/>
                </a:lnTo>
                <a:lnTo>
                  <a:pt x="31542" y="149991"/>
                </a:lnTo>
                <a:lnTo>
                  <a:pt x="147810" y="149991"/>
                </a:lnTo>
                <a:lnTo>
                  <a:pt x="150998" y="149823"/>
                </a:lnTo>
                <a:lnTo>
                  <a:pt x="157205" y="148648"/>
                </a:lnTo>
                <a:lnTo>
                  <a:pt x="162910" y="146132"/>
                </a:lnTo>
                <a:lnTo>
                  <a:pt x="167775" y="142776"/>
                </a:lnTo>
                <a:lnTo>
                  <a:pt x="172137" y="138582"/>
                </a:lnTo>
                <a:lnTo>
                  <a:pt x="175493" y="133549"/>
                </a:lnTo>
                <a:lnTo>
                  <a:pt x="177841" y="127844"/>
                </a:lnTo>
                <a:lnTo>
                  <a:pt x="179184" y="121805"/>
                </a:lnTo>
                <a:lnTo>
                  <a:pt x="179184" y="118449"/>
                </a:lnTo>
                <a:lnTo>
                  <a:pt x="179184" y="31542"/>
                </a:lnTo>
                <a:lnTo>
                  <a:pt x="179184" y="28187"/>
                </a:lnTo>
                <a:lnTo>
                  <a:pt x="177841" y="22147"/>
                </a:lnTo>
                <a:lnTo>
                  <a:pt x="175493" y="16442"/>
                </a:lnTo>
                <a:lnTo>
                  <a:pt x="172137" y="11409"/>
                </a:lnTo>
                <a:lnTo>
                  <a:pt x="167775" y="7215"/>
                </a:lnTo>
                <a:lnTo>
                  <a:pt x="162910" y="3692"/>
                </a:lnTo>
                <a:lnTo>
                  <a:pt x="157205" y="1343"/>
                </a:lnTo>
                <a:lnTo>
                  <a:pt x="150998" y="168"/>
                </a:lnTo>
                <a:lnTo>
                  <a:pt x="147810" y="0"/>
                </a:lnTo>
                <a:close/>
                <a:moveTo>
                  <a:pt x="12584" y="31542"/>
                </a:moveTo>
                <a:lnTo>
                  <a:pt x="12919" y="27683"/>
                </a:lnTo>
                <a:lnTo>
                  <a:pt x="15772" y="20804"/>
                </a:lnTo>
                <a:lnTo>
                  <a:pt x="20805" y="15771"/>
                </a:lnTo>
                <a:lnTo>
                  <a:pt x="27684" y="12919"/>
                </a:lnTo>
                <a:lnTo>
                  <a:pt x="31542" y="12584"/>
                </a:lnTo>
                <a:lnTo>
                  <a:pt x="147810" y="12584"/>
                </a:lnTo>
                <a:lnTo>
                  <a:pt x="151669" y="12919"/>
                </a:lnTo>
                <a:lnTo>
                  <a:pt x="158380" y="15771"/>
                </a:lnTo>
                <a:lnTo>
                  <a:pt x="163581" y="20804"/>
                </a:lnTo>
                <a:lnTo>
                  <a:pt x="166433" y="27683"/>
                </a:lnTo>
                <a:lnTo>
                  <a:pt x="166601" y="31542"/>
                </a:lnTo>
                <a:lnTo>
                  <a:pt x="166601" y="40602"/>
                </a:lnTo>
                <a:lnTo>
                  <a:pt x="12584" y="40602"/>
                </a:lnTo>
                <a:close/>
                <a:moveTo>
                  <a:pt x="12584" y="53185"/>
                </a:moveTo>
                <a:lnTo>
                  <a:pt x="12584" y="118449"/>
                </a:lnTo>
                <a:lnTo>
                  <a:pt x="12919" y="122308"/>
                </a:lnTo>
                <a:lnTo>
                  <a:pt x="15772" y="129187"/>
                </a:lnTo>
                <a:lnTo>
                  <a:pt x="20805" y="134220"/>
                </a:lnTo>
                <a:lnTo>
                  <a:pt x="27684" y="137072"/>
                </a:lnTo>
                <a:lnTo>
                  <a:pt x="31542" y="137408"/>
                </a:lnTo>
                <a:lnTo>
                  <a:pt x="147810" y="137408"/>
                </a:lnTo>
                <a:lnTo>
                  <a:pt x="151669" y="137072"/>
                </a:lnTo>
                <a:lnTo>
                  <a:pt x="158380" y="134220"/>
                </a:lnTo>
                <a:lnTo>
                  <a:pt x="163581" y="129187"/>
                </a:lnTo>
                <a:lnTo>
                  <a:pt x="166433" y="122308"/>
                </a:lnTo>
                <a:lnTo>
                  <a:pt x="166601" y="118449"/>
                </a:lnTo>
                <a:lnTo>
                  <a:pt x="166601" y="53185"/>
                </a:lnTo>
                <a:close/>
              </a:path>
            </a:pathLst>
          </a:custGeom>
          <a:solidFill>
            <a:srgbClr val="28B5E8"/>
          </a:solidFill>
          <a:ln>
            <a:noFill/>
          </a:ln>
        </p:spPr>
        <p:txBody>
          <a:bodyPr spcFirstLastPara="1" wrap="square" lIns="91425" tIns="91425" rIns="91425" bIns="91425" anchor="ctr" anchorCtr="0">
            <a:noAutofit/>
          </a:bodyPr>
          <a:lstStyle/>
          <a:p>
            <a:pPr marL="0" marR="0" lvl="0" indent="0" algn="l" rtl="0">
              <a:spcBef>
                <a:spcPts val="0"/>
              </a:spcBef>
              <a:spcAft>
                <a:spcPts val="0"/>
              </a:spcAft>
              <a:buClr>
                <a:srgbClr val="252525"/>
              </a:buClr>
              <a:buSzPts val="500"/>
              <a:buFont typeface="Arial"/>
              <a:buNone/>
            </a:pPr>
            <a:endParaRPr sz="500">
              <a:solidFill>
                <a:srgbClr val="252525"/>
              </a:solidFill>
              <a:latin typeface="Arial"/>
              <a:ea typeface="Arial"/>
              <a:cs typeface="Arial"/>
              <a:sym typeface="Arial"/>
            </a:endParaRPr>
          </a:p>
        </p:txBody>
      </p:sp>
      <p:sp>
        <p:nvSpPr>
          <p:cNvPr id="4888" name="Google Shape;4888;p102"/>
          <p:cNvSpPr txBox="1"/>
          <p:nvPr/>
        </p:nvSpPr>
        <p:spPr>
          <a:xfrm>
            <a:off x="7814688" y="0"/>
            <a:ext cx="1329300" cy="184800"/>
          </a:xfrm>
          <a:prstGeom prst="rect">
            <a:avLst/>
          </a:prstGeom>
          <a:noFill/>
          <a:ln>
            <a:noFill/>
          </a:ln>
        </p:spPr>
        <p:txBody>
          <a:bodyPr spcFirstLastPara="1" wrap="square" lIns="91425" tIns="45700" rIns="91425" bIns="45700" anchor="t" anchorCtr="0">
            <a:spAutoFit/>
          </a:bodyPr>
          <a:lstStyle/>
          <a:p>
            <a:pPr marL="0" lvl="0" indent="0" algn="r" rtl="0">
              <a:spcBef>
                <a:spcPts val="0"/>
              </a:spcBef>
              <a:spcAft>
                <a:spcPts val="0"/>
              </a:spcAft>
              <a:buClr>
                <a:srgbClr val="5B5B5B"/>
              </a:buClr>
              <a:buSzPts val="1600"/>
              <a:buFont typeface="Arial"/>
              <a:buNone/>
            </a:pPr>
            <a:r>
              <a:rPr lang="en" sz="600">
                <a:solidFill>
                  <a:srgbClr val="919191"/>
                </a:solidFill>
              </a:rPr>
              <a:t>REV 3.5.26</a:t>
            </a:r>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2480"/>
        <p:cNvGrpSpPr/>
        <p:nvPr/>
      </p:nvGrpSpPr>
      <p:grpSpPr>
        <a:xfrm>
          <a:off x="0" y="0"/>
          <a:ext cx="0" cy="0"/>
          <a:chOff x="0" y="0"/>
          <a:chExt cx="0" cy="0"/>
        </a:xfrm>
      </p:grpSpPr>
      <p:sp>
        <p:nvSpPr>
          <p:cNvPr id="8" name="Title 7">
            <a:extLst>
              <a:ext uri="{FF2B5EF4-FFF2-40B4-BE49-F238E27FC236}">
                <a16:creationId xmlns:a16="http://schemas.microsoft.com/office/drawing/2014/main" id="{449C3CCA-2C8E-9B76-12B3-501AC78A87F1}"/>
              </a:ext>
            </a:extLst>
          </p:cNvPr>
          <p:cNvSpPr>
            <a:spLocks noGrp="1"/>
          </p:cNvSpPr>
          <p:nvPr>
            <p:ph type="ctrTitle"/>
          </p:nvPr>
        </p:nvSpPr>
        <p:spPr/>
        <p:txBody>
          <a:bodyPr/>
          <a:lstStyle/>
          <a:p>
            <a:r>
              <a:rPr lang="en-US" dirty="0"/>
              <a:t>Thank You</a:t>
            </a:r>
          </a:p>
        </p:txBody>
      </p:sp>
    </p:spTree>
  </p:cSld>
  <p:clrMapOvr>
    <a:masterClrMapping/>
  </p:clrMapOvr>
</p:sld>
</file>

<file path=ppt/theme/theme1.xml><?xml version="1.0" encoding="utf-8"?>
<a:theme xmlns:a="http://schemas.openxmlformats.org/drawingml/2006/main" name="Snowflake 2026">
  <a:themeElements>
    <a:clrScheme name="Snowflake Corp Colors">
      <a:dk1>
        <a:srgbClr val="252525"/>
      </a:dk1>
      <a:lt1>
        <a:srgbClr val="FFFFFF"/>
      </a:lt1>
      <a:dk2>
        <a:srgbClr val="11567F"/>
      </a:dk2>
      <a:lt2>
        <a:srgbClr val="FFFFFF"/>
      </a:lt2>
      <a:accent1>
        <a:srgbClr val="28B5E8"/>
      </a:accent1>
      <a:accent2>
        <a:srgbClr val="11567F"/>
      </a:accent2>
      <a:accent3>
        <a:srgbClr val="71D3DC"/>
      </a:accent3>
      <a:accent4>
        <a:srgbClr val="FF9F36"/>
      </a:accent4>
      <a:accent5>
        <a:srgbClr val="7D44CF"/>
      </a:accent5>
      <a:accent6>
        <a:srgbClr val="D35B90"/>
      </a:accent6>
      <a:hlink>
        <a:srgbClr val="28B5E8"/>
      </a:hlink>
      <a:folHlink>
        <a:srgbClr val="BFBF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6350">
          <a:solidFill>
            <a:schemeClr val="accent2"/>
          </a:solidFill>
        </a:ln>
      </a:spPr>
      <a:bodyPr rtlCol="0" anchor="ctr"/>
      <a:lstStyle>
        <a:defPPr algn="ctr">
          <a:defRPr dirty="0" err="1" smtClean="0"/>
        </a:defPPr>
      </a:lstStyle>
      <a:style>
        <a:lnRef idx="2">
          <a:schemeClr val="accent1">
            <a:shade val="15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Snowflake_Template_2026.01" id="{F30E8874-5BED-2644-90E8-C4B5B372DA3A}" vid="{3112C049-AA07-4F4E-BA8C-B87029F24F6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49</TotalTime>
  <Words>5763</Words>
  <Application>Microsoft Macintosh PowerPoint</Application>
  <PresentationFormat>On-screen Show (16:9)</PresentationFormat>
  <Paragraphs>1028</Paragraphs>
  <Slides>82</Slides>
  <Notes>75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82</vt:i4>
      </vt:variant>
    </vt:vector>
  </HeadingPairs>
  <TitlesOfParts>
    <vt:vector size="95" baseType="lpstr">
      <vt:lpstr>Amatic SC</vt:lpstr>
      <vt:lpstr>Arial</vt:lpstr>
      <vt:lpstr>Arial Black</vt:lpstr>
      <vt:lpstr>Calibri</vt:lpstr>
      <vt:lpstr>EB Garamond SemiBold</vt:lpstr>
      <vt:lpstr>Gothic A1</vt:lpstr>
      <vt:lpstr>Impact</vt:lpstr>
      <vt:lpstr>Lato</vt:lpstr>
      <vt:lpstr>Lobster</vt:lpstr>
      <vt:lpstr>Roboto</vt:lpstr>
      <vt:lpstr>Roboto Light</vt:lpstr>
      <vt:lpstr>Trebuchet MS</vt:lpstr>
      <vt:lpstr>Snowflake 2026</vt:lpstr>
      <vt:lpstr>Snowflake  Template 2026</vt:lpstr>
      <vt:lpstr>Template Contents</vt:lpstr>
      <vt:lpstr>Safe Harbor and Disclaimers</vt:lpstr>
      <vt:lpstr>Template INSTRUCTIONS</vt:lpstr>
      <vt:lpstr>Install the Template and Set Default Theme</vt:lpstr>
      <vt:lpstr>Applying the New Template to Existing Decks</vt:lpstr>
      <vt:lpstr>Importing Content  From Google Slides</vt:lpstr>
      <vt:lpstr>LAYOUT, DESIGN, Do’s &amp; Don’ts </vt:lpstr>
      <vt:lpstr>Brand Colors</vt:lpstr>
      <vt:lpstr>Template Typography</vt:lpstr>
      <vt:lpstr>Do’s and Don’ts:  Typography  for Cover and Chapter Titles</vt:lpstr>
      <vt:lpstr>Dos and Don’ts:  Typography and Readability</vt:lpstr>
      <vt:lpstr>Dos and Don’ts:  Readability cont.</vt:lpstr>
      <vt:lpstr>Dos and Don’ts:  Contrast and Accessibility</vt:lpstr>
      <vt:lpstr>Do’s</vt:lpstr>
      <vt:lpstr>Don’ts</vt:lpstr>
      <vt:lpstr>Page Guides</vt:lpstr>
      <vt:lpstr>Sample Slides</vt:lpstr>
      <vt:lpstr>TITLE IN ARIAL Bold, 44pt ALL CAPS</vt:lpstr>
      <vt:lpstr>TITLE IN ARIAL Bold, 44pt ALL CAPS</vt:lpstr>
      <vt:lpstr>COVER SLIDE  WITH CUSTOMER LOGO, All caps</vt:lpstr>
      <vt:lpstr>CH. 1 TITLE, ALL CAPS OPTION 1</vt:lpstr>
      <vt:lpstr>CH. 2 TITLE, ALL CAPS OPTION 2</vt:lpstr>
      <vt:lpstr>CH. 3 TITLE, ALL CAPS OPTION 3</vt:lpstr>
      <vt:lpstr>CH. 4 TITLE, ALL CAPS OPTION 4</vt:lpstr>
      <vt:lpstr>CH. 5 TITLE, ALL CAPS OPTION 5</vt:lpstr>
      <vt:lpstr>Multi-use Slide</vt:lpstr>
      <vt:lpstr>Multi-use Slide</vt:lpstr>
      <vt:lpstr>Multi-use Slide</vt:lpstr>
      <vt:lpstr>Multi-use Slide to Be Used When Your Title is Long and Falls on Two Lines</vt:lpstr>
      <vt:lpstr>Multi-use Slide w/ Dotted Lines Wave 1</vt:lpstr>
      <vt:lpstr>Multi-use Slide</vt:lpstr>
      <vt:lpstr>Multi-use Slide w/ Dotted Lines Wave 2</vt:lpstr>
      <vt:lpstr>Multi-use Slide w/ Dotted Arrows</vt:lpstr>
      <vt:lpstr>One Column Layout with White Background</vt:lpstr>
      <vt:lpstr>One Column Layout with White Background</vt:lpstr>
      <vt:lpstr>Two Column Layout</vt:lpstr>
      <vt:lpstr>Two Column Layout w/ Paragraph Titles</vt:lpstr>
      <vt:lpstr>Three Column Layout</vt:lpstr>
      <vt:lpstr>Three Column Layout</vt:lpstr>
      <vt:lpstr>Three Column Layout w/ Paragraph Titles</vt:lpstr>
      <vt:lpstr>Three Column Layout w/ Icons</vt:lpstr>
      <vt:lpstr>Four Column Layout w/ Big Numbers</vt:lpstr>
      <vt:lpstr>Four Column Layout w/ Icons</vt:lpstr>
      <vt:lpstr>Split Slide</vt:lpstr>
      <vt:lpstr>The wisdom of the wise, and the experience of ages, may be preserved by quotation.</vt:lpstr>
      <vt:lpstr>Quotation lorem ipsum dolor sit amet, elit consectetur adipiscing.</vt:lpstr>
      <vt:lpstr>The wisdom of the wise, and the experience of ages, may be preserved by quotation.</vt:lpstr>
      <vt:lpstr>Agenda</vt:lpstr>
      <vt:lpstr>Agenda</vt:lpstr>
      <vt:lpstr>Speaker Headshots</vt:lpstr>
      <vt:lpstr>World Map</vt:lpstr>
      <vt:lpstr>CHARTS  and TABLES</vt:lpstr>
      <vt:lpstr>Pie Charts (Manual)</vt:lpstr>
      <vt:lpstr>Pie Charts (Manual)</vt:lpstr>
      <vt:lpstr>Pie Charts– Grayscale (Manual)</vt:lpstr>
      <vt:lpstr>Pie Charts (Excel)</vt:lpstr>
      <vt:lpstr>Pie Charts (Excel)</vt:lpstr>
      <vt:lpstr>Pie Charts– Grayscale (Excel)</vt:lpstr>
      <vt:lpstr>Column  Chart (Manual)</vt:lpstr>
      <vt:lpstr>Column  Chart–Gray (Manual)</vt:lpstr>
      <vt:lpstr>Column  Chart (Excel)</vt:lpstr>
      <vt:lpstr>Column  Chart (Manual)</vt:lpstr>
      <vt:lpstr>Column  Chart (Excel)</vt:lpstr>
      <vt:lpstr>Table Example 1</vt:lpstr>
      <vt:lpstr>Table Example 2</vt:lpstr>
      <vt:lpstr>PLATFORM GRAPHICS</vt:lpstr>
      <vt:lpstr>Snowflake AI Data Cloud</vt:lpstr>
      <vt:lpstr>Snowflake  Platform  Architecture</vt:lpstr>
      <vt:lpstr>LOGOS And ICONS</vt:lpstr>
      <vt:lpstr>Snowflake Logo &amp; Bug</vt:lpstr>
      <vt:lpstr>Icons:  How-To</vt:lpstr>
      <vt:lpstr>Icons:  New and Notable</vt:lpstr>
      <vt:lpstr>PowerPoint Presentation</vt:lpstr>
      <vt:lpstr>Icons:  Industries</vt:lpstr>
      <vt:lpstr>Icons:  General</vt:lpstr>
      <vt:lpstr>Icons:  General</vt:lpstr>
      <vt:lpstr>Icons:  General</vt:lpstr>
      <vt:lpstr>Icons:  General</vt:lpstr>
      <vt:lpstr>Icons:  Reference Architecture</vt:lpstr>
      <vt:lpstr>Icons:  Reference Architecture</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Alison Maloney</dc:creator>
  <cp:lastModifiedBy>Alison Maloney</cp:lastModifiedBy>
  <cp:revision>4</cp:revision>
  <dcterms:created xsi:type="dcterms:W3CDTF">2026-03-05T23:35:45Z</dcterms:created>
  <dcterms:modified xsi:type="dcterms:W3CDTF">2026-03-06T00:27:35Z</dcterms:modified>
</cp:coreProperties>
</file>